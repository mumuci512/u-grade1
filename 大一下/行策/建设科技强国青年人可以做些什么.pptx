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heme/theme7.xml" ContentType="application/vnd.openxmlformats-officedocument.theme+xml"/>
  <Override PartName="/ppt/theme/theme8.xml" ContentType="application/vnd.openxmlformats-officedocument.theme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notesSlides/notesSlide1.xml" ContentType="application/vnd.openxmlformats-officedocument.presentationml.notesSlide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notesSlides/notesSlide2.xml" ContentType="application/vnd.openxmlformats-officedocument.presentationml.notesSlide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notesSlides/notesSlide3.xml" ContentType="application/vnd.openxmlformats-officedocument.presentationml.notesSlide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notesSlides/notesSlide4.xml" ContentType="application/vnd.openxmlformats-officedocument.presentationml.notesSlide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notesSlides/notesSlide5.xml" ContentType="application/vnd.openxmlformats-officedocument.presentationml.notesSlide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notesSlides/notesSlide6.xml" ContentType="application/vnd.openxmlformats-officedocument.presentationml.notesSlide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notesSlides/notesSlide7.xml" ContentType="application/vnd.openxmlformats-officedocument.presentationml.notesSlide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notesSlides/notesSlide8.xml" ContentType="application/vnd.openxmlformats-officedocument.presentationml.notesSlide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notesSlides/notesSlide9.xml" ContentType="application/vnd.openxmlformats-officedocument.presentationml.notesSlide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notesSlides/notesSlide10.xml" ContentType="application/vnd.openxmlformats-officedocument.presentationml.notesSlide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notesSlides/notesSlide11.xml" ContentType="application/vnd.openxmlformats-officedocument.presentationml.notesSlide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notesSlides/notesSlide12.xml" ContentType="application/vnd.openxmlformats-officedocument.presentationml.notesSlide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notesSlides/notesSlide13.xml" ContentType="application/vnd.openxmlformats-officedocument.presentationml.notesSlide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notesSlides/notesSlide14.xml" ContentType="application/vnd.openxmlformats-officedocument.presentationml.notesSlide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notesSlides/notesSlide15.xml" ContentType="application/vnd.openxmlformats-officedocument.presentationml.notesSlide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notesSlides/notesSlide16.xml" ContentType="application/vnd.openxmlformats-officedocument.presentationml.notesSlide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notesSlides/notesSlide17.xml" ContentType="application/vnd.openxmlformats-officedocument.presentationml.notesSlide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36"/>
  </p:notesMasterIdLst>
  <p:handoutMasterIdLst>
    <p:handoutMasterId r:id="rId37"/>
  </p:handout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68E7F-66DC-42A9-BC37-D5DF0C987983}" v="10" dt="2024-05-17T06:44:28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306" y="57"/>
      </p:cViewPr>
      <p:guideLst>
        <p:guide orient="horz" pos="213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commentAuthors" Target="commentAuthor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gs" Target="tags/tag1.xml"/><Relationship Id="rId20" Type="http://schemas.openxmlformats.org/officeDocument/2006/relationships/slide" Target="slides/slide14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CAE68E7F-66DC-42A9-BC37-D5DF0C987983}"/>
    <pc:docChg chg="undo custSel modSld">
      <pc:chgData name="xi sheng" userId="b3919e0d8ca6a452" providerId="LiveId" clId="{CAE68E7F-66DC-42A9-BC37-D5DF0C987983}" dt="2024-05-17T06:45:07.961" v="116"/>
      <pc:docMkLst>
        <pc:docMk/>
      </pc:docMkLst>
      <pc:sldChg chg="addSp delSp modSp mod">
        <pc:chgData name="xi sheng" userId="b3919e0d8ca6a452" providerId="LiveId" clId="{CAE68E7F-66DC-42A9-BC37-D5DF0C987983}" dt="2024-05-17T06:45:07.961" v="116"/>
        <pc:sldMkLst>
          <pc:docMk/>
          <pc:sldMk cId="0" sldId="257"/>
        </pc:sldMkLst>
        <pc:spChg chg="add del mod">
          <ac:chgData name="xi sheng" userId="b3919e0d8ca6a452" providerId="LiveId" clId="{CAE68E7F-66DC-42A9-BC37-D5DF0C987983}" dt="2024-05-17T06:43:35.012" v="102" actId="478"/>
          <ac:spMkLst>
            <pc:docMk/>
            <pc:sldMk cId="0" sldId="257"/>
            <ac:spMk id="3" creationId="{AFE59908-3E8A-4A01-6CFD-B11A1492BA8F}"/>
          </ac:spMkLst>
        </pc:spChg>
        <pc:spChg chg="del">
          <ac:chgData name="xi sheng" userId="b3919e0d8ca6a452" providerId="LiveId" clId="{CAE68E7F-66DC-42A9-BC37-D5DF0C987983}" dt="2024-05-17T06:43:31.352" v="10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xi sheng" userId="b3919e0d8ca6a452" providerId="LiveId" clId="{CAE68E7F-66DC-42A9-BC37-D5DF0C987983}" dt="2024-05-17T06:43:37.568" v="103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xi sheng" userId="b3919e0d8ca6a452" providerId="LiveId" clId="{CAE68E7F-66DC-42A9-BC37-D5DF0C987983}" dt="2024-05-17T06:45:07.961" v="116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xi sheng" userId="b3919e0d8ca6a452" providerId="LiveId" clId="{CAE68E7F-66DC-42A9-BC37-D5DF0C987983}" dt="2024-05-17T06:43:38.539" v="104" actId="478"/>
          <ac:spMkLst>
            <pc:docMk/>
            <pc:sldMk cId="0" sldId="257"/>
            <ac:spMk id="9" creationId="{E2557B40-0FAC-A269-C385-ED8CB825BA23}"/>
          </ac:spMkLst>
        </pc:spChg>
        <pc:picChg chg="add">
          <ac:chgData name="xi sheng" userId="b3919e0d8ca6a452" providerId="LiveId" clId="{CAE68E7F-66DC-42A9-BC37-D5DF0C987983}" dt="2024-05-17T06:44:26.729" v="105"/>
          <ac:picMkLst>
            <pc:docMk/>
            <pc:sldMk cId="0" sldId="257"/>
            <ac:picMk id="1026" creationId="{2EF8C4E3-4C9E-FC3B-B0EE-C48D30A32B2F}"/>
          </ac:picMkLst>
        </pc:picChg>
      </pc:sldChg>
      <pc:sldChg chg="addSp delSp modSp mod">
        <pc:chgData name="xi sheng" userId="b3919e0d8ca6a452" providerId="LiveId" clId="{CAE68E7F-66DC-42A9-BC37-D5DF0C987983}" dt="2024-05-17T06:43:22.555" v="100" actId="478"/>
        <pc:sldMkLst>
          <pc:docMk/>
          <pc:sldMk cId="0" sldId="259"/>
        </pc:sldMkLst>
        <pc:spChg chg="add del mod">
          <ac:chgData name="xi sheng" userId="b3919e0d8ca6a452" providerId="LiveId" clId="{CAE68E7F-66DC-42A9-BC37-D5DF0C987983}" dt="2024-05-17T06:43:22.555" v="100" actId="478"/>
          <ac:spMkLst>
            <pc:docMk/>
            <pc:sldMk cId="0" sldId="259"/>
            <ac:spMk id="3" creationId="{6415E275-4A94-8499-EE64-BBF75B6CD533}"/>
          </ac:spMkLst>
        </pc:spChg>
        <pc:spChg chg="del">
          <ac:chgData name="xi sheng" userId="b3919e0d8ca6a452" providerId="LiveId" clId="{CAE68E7F-66DC-42A9-BC37-D5DF0C987983}" dt="2024-05-17T06:43:20.647" v="99" actId="478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xi sheng" userId="b3919e0d8ca6a452" providerId="LiveId" clId="{CAE68E7F-66DC-42A9-BC37-D5DF0C987983}" dt="2024-05-17T06:34:14.676" v="4" actId="1076"/>
        <pc:sldMkLst>
          <pc:docMk/>
          <pc:sldMk cId="0" sldId="264"/>
        </pc:sldMkLst>
        <pc:spChg chg="del">
          <ac:chgData name="xi sheng" userId="b3919e0d8ca6a452" providerId="LiveId" clId="{CAE68E7F-66DC-42A9-BC37-D5DF0C987983}" dt="2024-05-17T06:34:07" v="3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xi sheng" userId="b3919e0d8ca6a452" providerId="LiveId" clId="{CAE68E7F-66DC-42A9-BC37-D5DF0C987983}" dt="2024-05-17T06:34:05.546" v="2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xi sheng" userId="b3919e0d8ca6a452" providerId="LiveId" clId="{CAE68E7F-66DC-42A9-BC37-D5DF0C987983}" dt="2024-05-17T06:34:14.676" v="4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xi sheng" userId="b3919e0d8ca6a452" providerId="LiveId" clId="{CAE68E7F-66DC-42A9-BC37-D5DF0C987983}" dt="2024-05-17T06:34:14.676" v="4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xi sheng" userId="b3919e0d8ca6a452" providerId="LiveId" clId="{CAE68E7F-66DC-42A9-BC37-D5DF0C987983}" dt="2024-05-17T06:34:14.676" v="4" actId="107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xi sheng" userId="b3919e0d8ca6a452" providerId="LiveId" clId="{CAE68E7F-66DC-42A9-BC37-D5DF0C987983}" dt="2024-05-17T06:34:03.468" v="1" actId="478"/>
          <ac:spMkLst>
            <pc:docMk/>
            <pc:sldMk cId="0" sldId="264"/>
            <ac:spMk id="30" creationId="{00000000-0000-0000-0000-000000000000}"/>
          </ac:spMkLst>
        </pc:spChg>
        <pc:picChg chg="mod">
          <ac:chgData name="xi sheng" userId="b3919e0d8ca6a452" providerId="LiveId" clId="{CAE68E7F-66DC-42A9-BC37-D5DF0C987983}" dt="2024-05-17T06:34:14.676" v="4" actId="1076"/>
          <ac:picMkLst>
            <pc:docMk/>
            <pc:sldMk cId="0" sldId="264"/>
            <ac:picMk id="13" creationId="{00000000-0000-0000-0000-000000000000}"/>
          </ac:picMkLst>
        </pc:picChg>
        <pc:picChg chg="del">
          <ac:chgData name="xi sheng" userId="b3919e0d8ca6a452" providerId="LiveId" clId="{CAE68E7F-66DC-42A9-BC37-D5DF0C987983}" dt="2024-05-17T06:34:01.318" v="0" actId="478"/>
          <ac:picMkLst>
            <pc:docMk/>
            <pc:sldMk cId="0" sldId="264"/>
            <ac:picMk id="27" creationId="{00000000-0000-0000-0000-000000000000}"/>
          </ac:picMkLst>
        </pc:picChg>
      </pc:sldChg>
      <pc:sldChg chg="addSp delSp modSp mod">
        <pc:chgData name="xi sheng" userId="b3919e0d8ca6a452" providerId="LiveId" clId="{CAE68E7F-66DC-42A9-BC37-D5DF0C987983}" dt="2024-05-17T06:43:11.997" v="98" actId="478"/>
        <pc:sldMkLst>
          <pc:docMk/>
          <pc:sldMk cId="0" sldId="265"/>
        </pc:sldMkLst>
        <pc:spChg chg="add del mod">
          <ac:chgData name="xi sheng" userId="b3919e0d8ca6a452" providerId="LiveId" clId="{CAE68E7F-66DC-42A9-BC37-D5DF0C987983}" dt="2024-05-17T06:43:11.997" v="98" actId="478"/>
          <ac:spMkLst>
            <pc:docMk/>
            <pc:sldMk cId="0" sldId="265"/>
            <ac:spMk id="3" creationId="{F1751E91-E876-59C0-36B4-FB9FE22B9C61}"/>
          </ac:spMkLst>
        </pc:spChg>
        <pc:spChg chg="del">
          <ac:chgData name="xi sheng" userId="b3919e0d8ca6a452" providerId="LiveId" clId="{CAE68E7F-66DC-42A9-BC37-D5DF0C987983}" dt="2024-05-17T06:43:11.297" v="97" actId="478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xi sheng" userId="b3919e0d8ca6a452" providerId="LiveId" clId="{CAE68E7F-66DC-42A9-BC37-D5DF0C987983}" dt="2024-05-17T06:35:08.286" v="14" actId="207"/>
        <pc:sldMkLst>
          <pc:docMk/>
          <pc:sldMk cId="0" sldId="266"/>
        </pc:sldMkLst>
        <pc:spChg chg="mod">
          <ac:chgData name="xi sheng" userId="b3919e0d8ca6a452" providerId="LiveId" clId="{CAE68E7F-66DC-42A9-BC37-D5DF0C987983}" dt="2024-05-17T06:34:48.865" v="6" actId="40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xi sheng" userId="b3919e0d8ca6a452" providerId="LiveId" clId="{CAE68E7F-66DC-42A9-BC37-D5DF0C987983}" dt="2024-05-17T06:35:04.003" v="11" actId="207"/>
          <ac:spMkLst>
            <pc:docMk/>
            <pc:sldMk cId="0" sldId="266"/>
            <ac:spMk id="28" creationId="{00000000-0000-0000-0000-000000000000}"/>
          </ac:spMkLst>
        </pc:spChg>
        <pc:spChg chg="mod">
          <ac:chgData name="xi sheng" userId="b3919e0d8ca6a452" providerId="LiveId" clId="{CAE68E7F-66DC-42A9-BC37-D5DF0C987983}" dt="2024-05-17T06:34:53.628" v="8" actId="403"/>
          <ac:spMkLst>
            <pc:docMk/>
            <pc:sldMk cId="0" sldId="266"/>
            <ac:spMk id="45" creationId="{00000000-0000-0000-0000-000000000000}"/>
          </ac:spMkLst>
        </pc:spChg>
        <pc:spChg chg="mod">
          <ac:chgData name="xi sheng" userId="b3919e0d8ca6a452" providerId="LiveId" clId="{CAE68E7F-66DC-42A9-BC37-D5DF0C987983}" dt="2024-05-17T06:35:08.286" v="14" actId="207"/>
          <ac:spMkLst>
            <pc:docMk/>
            <pc:sldMk cId="0" sldId="266"/>
            <ac:spMk id="46" creationId="{00000000-0000-0000-0000-000000000000}"/>
          </ac:spMkLst>
        </pc:spChg>
      </pc:sldChg>
      <pc:sldChg chg="modSp mod">
        <pc:chgData name="xi sheng" userId="b3919e0d8ca6a452" providerId="LiveId" clId="{CAE68E7F-66DC-42A9-BC37-D5DF0C987983}" dt="2024-05-17T06:36:09.134" v="24" actId="1076"/>
        <pc:sldMkLst>
          <pc:docMk/>
          <pc:sldMk cId="0" sldId="268"/>
        </pc:sldMkLst>
        <pc:picChg chg="mod modCrop">
          <ac:chgData name="xi sheng" userId="b3919e0d8ca6a452" providerId="LiveId" clId="{CAE68E7F-66DC-42A9-BC37-D5DF0C987983}" dt="2024-05-17T06:36:09.134" v="24" actId="1076"/>
          <ac:picMkLst>
            <pc:docMk/>
            <pc:sldMk cId="0" sldId="268"/>
            <ac:picMk id="20" creationId="{00000000-0000-0000-0000-000000000000}"/>
          </ac:picMkLst>
        </pc:picChg>
      </pc:sldChg>
      <pc:sldChg chg="modSp mod">
        <pc:chgData name="xi sheng" userId="b3919e0d8ca6a452" providerId="LiveId" clId="{CAE68E7F-66DC-42A9-BC37-D5DF0C987983}" dt="2024-05-17T06:37:31.380" v="33" actId="403"/>
        <pc:sldMkLst>
          <pc:docMk/>
          <pc:sldMk cId="0" sldId="269"/>
        </pc:sldMkLst>
        <pc:spChg chg="mod">
          <ac:chgData name="xi sheng" userId="b3919e0d8ca6a452" providerId="LiveId" clId="{CAE68E7F-66DC-42A9-BC37-D5DF0C987983}" dt="2024-05-17T06:37:14.902" v="28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28.720" v="31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31.380" v="33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14.902" v="28" actId="1076"/>
          <ac:spMkLst>
            <pc:docMk/>
            <pc:sldMk cId="0" sldId="269"/>
            <ac:spMk id="20" creationId="{00000000-0000-0000-0000-000000000000}"/>
          </ac:spMkLst>
        </pc:spChg>
        <pc:picChg chg="mod">
          <ac:chgData name="xi sheng" userId="b3919e0d8ca6a452" providerId="LiveId" clId="{CAE68E7F-66DC-42A9-BC37-D5DF0C987983}" dt="2024-05-17T06:37:14.902" v="28" actId="1076"/>
          <ac:picMkLst>
            <pc:docMk/>
            <pc:sldMk cId="0" sldId="269"/>
            <ac:picMk id="11" creationId="{00000000-0000-0000-0000-000000000000}"/>
          </ac:picMkLst>
        </pc:picChg>
        <pc:picChg chg="mod">
          <ac:chgData name="xi sheng" userId="b3919e0d8ca6a452" providerId="LiveId" clId="{CAE68E7F-66DC-42A9-BC37-D5DF0C987983}" dt="2024-05-17T06:37:14.902" v="28" actId="1076"/>
          <ac:picMkLst>
            <pc:docMk/>
            <pc:sldMk cId="0" sldId="269"/>
            <ac:picMk id="13" creationId="{00000000-0000-0000-0000-000000000000}"/>
          </ac:picMkLst>
        </pc:picChg>
      </pc:sldChg>
      <pc:sldChg chg="modSp mod">
        <pc:chgData name="xi sheng" userId="b3919e0d8ca6a452" providerId="LiveId" clId="{CAE68E7F-66DC-42A9-BC37-D5DF0C987983}" dt="2024-05-17T06:38:58.250" v="64" actId="108"/>
        <pc:sldMkLst>
          <pc:docMk/>
          <pc:sldMk cId="0" sldId="270"/>
        </pc:sldMkLst>
        <pc:spChg chg="mod">
          <ac:chgData name="xi sheng" userId="b3919e0d8ca6a452" providerId="LiveId" clId="{CAE68E7F-66DC-42A9-BC37-D5DF0C987983}" dt="2024-05-17T06:37:40.244" v="37" actId="403"/>
          <ac:spMkLst>
            <pc:docMk/>
            <pc:sldMk cId="0" sldId="270"/>
            <ac:spMk id="3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42.664" v="39" actId="403"/>
          <ac:spMkLst>
            <pc:docMk/>
            <pc:sldMk cId="0" sldId="270"/>
            <ac:spMk id="4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37.148" v="35" actId="403"/>
          <ac:spMkLst>
            <pc:docMk/>
            <pc:sldMk cId="0" sldId="270"/>
            <ac:spMk id="8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47.516" v="41" actId="403"/>
          <ac:spMkLst>
            <pc:docMk/>
            <pc:sldMk cId="0" sldId="270"/>
            <ac:spMk id="9" creationId="{00000000-0000-0000-0000-000000000000}"/>
          </ac:spMkLst>
        </pc:spChg>
        <pc:spChg chg="mod">
          <ac:chgData name="xi sheng" userId="b3919e0d8ca6a452" providerId="LiveId" clId="{CAE68E7F-66DC-42A9-BC37-D5DF0C987983}" dt="2024-05-17T06:38:58.250" v="64" actId="10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xi sheng" userId="b3919e0d8ca6a452" providerId="LiveId" clId="{CAE68E7F-66DC-42A9-BC37-D5DF0C987983}" dt="2024-05-17T06:37:50.460" v="43" actId="403"/>
          <ac:spMkLst>
            <pc:docMk/>
            <pc:sldMk cId="0" sldId="270"/>
            <ac:spMk id="14" creationId="{00000000-0000-0000-0000-000000000000}"/>
          </ac:spMkLst>
        </pc:spChg>
      </pc:sldChg>
      <pc:sldChg chg="addSp delSp modSp mod">
        <pc:chgData name="xi sheng" userId="b3919e0d8ca6a452" providerId="LiveId" clId="{CAE68E7F-66DC-42A9-BC37-D5DF0C987983}" dt="2024-05-17T06:43:02.661" v="96" actId="478"/>
        <pc:sldMkLst>
          <pc:docMk/>
          <pc:sldMk cId="0" sldId="271"/>
        </pc:sldMkLst>
        <pc:spChg chg="add del mod">
          <ac:chgData name="xi sheng" userId="b3919e0d8ca6a452" providerId="LiveId" clId="{CAE68E7F-66DC-42A9-BC37-D5DF0C987983}" dt="2024-05-17T06:43:02.661" v="96" actId="478"/>
          <ac:spMkLst>
            <pc:docMk/>
            <pc:sldMk cId="0" sldId="271"/>
            <ac:spMk id="3" creationId="{5F644F75-4AAB-B331-E708-3AEE61D68554}"/>
          </ac:spMkLst>
        </pc:spChg>
        <pc:spChg chg="del">
          <ac:chgData name="xi sheng" userId="b3919e0d8ca6a452" providerId="LiveId" clId="{CAE68E7F-66DC-42A9-BC37-D5DF0C987983}" dt="2024-05-17T06:43:01.896" v="95" actId="478"/>
          <ac:spMkLst>
            <pc:docMk/>
            <pc:sldMk cId="0" sldId="271"/>
            <ac:spMk id="7" creationId="{00000000-0000-0000-0000-000000000000}"/>
          </ac:spMkLst>
        </pc:spChg>
      </pc:sldChg>
      <pc:sldChg chg="modSp mod">
        <pc:chgData name="xi sheng" userId="b3919e0d8ca6a452" providerId="LiveId" clId="{CAE68E7F-66DC-42A9-BC37-D5DF0C987983}" dt="2024-05-17T06:40:06.984" v="71" actId="207"/>
        <pc:sldMkLst>
          <pc:docMk/>
          <pc:sldMk cId="0" sldId="276"/>
        </pc:sldMkLst>
        <pc:spChg chg="mod">
          <ac:chgData name="xi sheng" userId="b3919e0d8ca6a452" providerId="LiveId" clId="{CAE68E7F-66DC-42A9-BC37-D5DF0C987983}" dt="2024-05-17T06:40:06.984" v="71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xi sheng" userId="b3919e0d8ca6a452" providerId="LiveId" clId="{CAE68E7F-66DC-42A9-BC37-D5DF0C987983}" dt="2024-05-17T06:40:00.812" v="70" actId="207"/>
          <ac:spMkLst>
            <pc:docMk/>
            <pc:sldMk cId="0" sldId="276"/>
            <ac:spMk id="4" creationId="{00000000-0000-0000-0000-000000000000}"/>
          </ac:spMkLst>
        </pc:spChg>
      </pc:sldChg>
      <pc:sldChg chg="addSp delSp modSp mod">
        <pc:chgData name="xi sheng" userId="b3919e0d8ca6a452" providerId="LiveId" clId="{CAE68E7F-66DC-42A9-BC37-D5DF0C987983}" dt="2024-05-17T06:41:48.117" v="88" actId="1076"/>
        <pc:sldMkLst>
          <pc:docMk/>
          <pc:sldMk cId="0" sldId="278"/>
        </pc:sldMkLst>
        <pc:spChg chg="mod">
          <ac:chgData name="xi sheng" userId="b3919e0d8ca6a452" providerId="LiveId" clId="{CAE68E7F-66DC-42A9-BC37-D5DF0C987983}" dt="2024-05-17T06:41:48.117" v="88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xi sheng" userId="b3919e0d8ca6a452" providerId="LiveId" clId="{CAE68E7F-66DC-42A9-BC37-D5DF0C987983}" dt="2024-05-17T06:41:48.117" v="88" actId="1076"/>
          <ac:spMkLst>
            <pc:docMk/>
            <pc:sldMk cId="0" sldId="278"/>
            <ac:spMk id="4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42.695" v="72" actId="478"/>
          <ac:spMkLst>
            <pc:docMk/>
            <pc:sldMk cId="0" sldId="278"/>
            <ac:spMk id="10" creationId="{00000000-0000-0000-0000-000000000000}"/>
          </ac:spMkLst>
        </pc:spChg>
        <pc:spChg chg="mod">
          <ac:chgData name="xi sheng" userId="b3919e0d8ca6a452" providerId="LiveId" clId="{CAE68E7F-66DC-42A9-BC37-D5DF0C987983}" dt="2024-05-17T06:41:48.117" v="88" actId="1076"/>
          <ac:spMkLst>
            <pc:docMk/>
            <pc:sldMk cId="0" sldId="278"/>
            <ac:spMk id="11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45.131" v="74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49.426" v="77" actId="478"/>
          <ac:spMkLst>
            <pc:docMk/>
            <pc:sldMk cId="0" sldId="278"/>
            <ac:spMk id="13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44.192" v="73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46.989" v="75" actId="478"/>
          <ac:spMkLst>
            <pc:docMk/>
            <pc:sldMk cId="0" sldId="278"/>
            <ac:spMk id="15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52.485" v="78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52.485" v="78" actId="478"/>
          <ac:spMkLst>
            <pc:docMk/>
            <pc:sldMk cId="0" sldId="278"/>
            <ac:spMk id="19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52.485" v="78" actId="478"/>
          <ac:spMkLst>
            <pc:docMk/>
            <pc:sldMk cId="0" sldId="278"/>
            <ac:spMk id="63" creationId="{00000000-0000-0000-0000-000000000000}"/>
          </ac:spMkLst>
        </pc:spChg>
        <pc:spChg chg="del">
          <ac:chgData name="xi sheng" userId="b3919e0d8ca6a452" providerId="LiveId" clId="{CAE68E7F-66DC-42A9-BC37-D5DF0C987983}" dt="2024-05-17T06:40:52.485" v="78" actId="478"/>
          <ac:spMkLst>
            <pc:docMk/>
            <pc:sldMk cId="0" sldId="278"/>
            <ac:spMk id="65" creationId="{00000000-0000-0000-0000-000000000000}"/>
          </ac:spMkLst>
        </pc:spChg>
        <pc:picChg chg="add mod">
          <ac:chgData name="xi sheng" userId="b3919e0d8ca6a452" providerId="LiveId" clId="{CAE68E7F-66DC-42A9-BC37-D5DF0C987983}" dt="2024-05-17T06:41:40.131" v="85" actId="1076"/>
          <ac:picMkLst>
            <pc:docMk/>
            <pc:sldMk cId="0" sldId="278"/>
            <ac:picMk id="1026" creationId="{FB2C970D-0200-E3A3-7239-1C5CD5233F1C}"/>
          </ac:picMkLst>
        </pc:picChg>
        <pc:cxnChg chg="mod">
          <ac:chgData name="xi sheng" userId="b3919e0d8ca6a452" providerId="LiveId" clId="{CAE68E7F-66DC-42A9-BC37-D5DF0C987983}" dt="2024-05-17T06:41:48.117" v="88" actId="1076"/>
          <ac:cxnSpMkLst>
            <pc:docMk/>
            <pc:sldMk cId="0" sldId="278"/>
            <ac:cxnSpMk id="17" creationId="{00000000-0000-0000-0000-000000000000}"/>
          </ac:cxnSpMkLst>
        </pc:cxnChg>
        <pc:cxnChg chg="del">
          <ac:chgData name="xi sheng" userId="b3919e0d8ca6a452" providerId="LiveId" clId="{CAE68E7F-66DC-42A9-BC37-D5DF0C987983}" dt="2024-05-17T06:40:47.878" v="76" actId="478"/>
          <ac:cxnSpMkLst>
            <pc:docMk/>
            <pc:sldMk cId="0" sldId="278"/>
            <ac:cxnSpMk id="18" creationId="{00000000-0000-0000-0000-000000000000}"/>
          </ac:cxnSpMkLst>
        </pc:cxnChg>
        <pc:cxnChg chg="del">
          <ac:chgData name="xi sheng" userId="b3919e0d8ca6a452" providerId="LiveId" clId="{CAE68E7F-66DC-42A9-BC37-D5DF0C987983}" dt="2024-05-17T06:40:52.485" v="78" actId="478"/>
          <ac:cxnSpMkLst>
            <pc:docMk/>
            <pc:sldMk cId="0" sldId="278"/>
            <ac:cxnSpMk id="75" creationId="{00000000-0000-0000-0000-000000000000}"/>
          </ac:cxnSpMkLst>
        </pc:cxnChg>
      </pc:sldChg>
      <pc:sldChg chg="addSp delSp modSp mod">
        <pc:chgData name="xi sheng" userId="b3919e0d8ca6a452" providerId="LiveId" clId="{CAE68E7F-66DC-42A9-BC37-D5DF0C987983}" dt="2024-05-17T06:42:55.733" v="94" actId="478"/>
        <pc:sldMkLst>
          <pc:docMk/>
          <pc:sldMk cId="0" sldId="279"/>
        </pc:sldMkLst>
        <pc:spChg chg="add del mod">
          <ac:chgData name="xi sheng" userId="b3919e0d8ca6a452" providerId="LiveId" clId="{CAE68E7F-66DC-42A9-BC37-D5DF0C987983}" dt="2024-05-17T06:42:55.733" v="94" actId="478"/>
          <ac:spMkLst>
            <pc:docMk/>
            <pc:sldMk cId="0" sldId="279"/>
            <ac:spMk id="3" creationId="{684A2E13-33E4-D7A0-9D8A-9831DD282FDE}"/>
          </ac:spMkLst>
        </pc:spChg>
        <pc:spChg chg="del">
          <ac:chgData name="xi sheng" userId="b3919e0d8ca6a452" providerId="LiveId" clId="{CAE68E7F-66DC-42A9-BC37-D5DF0C987983}" dt="2024-05-17T06:42:53.665" v="93" actId="478"/>
          <ac:spMkLst>
            <pc:docMk/>
            <pc:sldMk cId="0" sldId="279"/>
            <ac:spMk id="7" creationId="{00000000-0000-0000-0000-000000000000}"/>
          </ac:spMkLst>
        </pc:spChg>
      </pc:sldChg>
      <pc:sldChg chg="modSp mod">
        <pc:chgData name="xi sheng" userId="b3919e0d8ca6a452" providerId="LiveId" clId="{CAE68E7F-66DC-42A9-BC37-D5DF0C987983}" dt="2024-05-17T06:42:17.127" v="90" actId="403"/>
        <pc:sldMkLst>
          <pc:docMk/>
          <pc:sldMk cId="0" sldId="281"/>
        </pc:sldMkLst>
        <pc:spChg chg="mod">
          <ac:chgData name="xi sheng" userId="b3919e0d8ca6a452" providerId="LiveId" clId="{CAE68E7F-66DC-42A9-BC37-D5DF0C987983}" dt="2024-05-17T06:42:17.127" v="90" actId="403"/>
          <ac:spMkLst>
            <pc:docMk/>
            <pc:sldMk cId="0" sldId="281"/>
            <ac:spMk id="2" creationId="{00000000-0000-0000-0000-000000000000}"/>
          </ac:spMkLst>
        </pc:spChg>
      </pc:sldChg>
      <pc:sldChg chg="addSp delSp modSp mod">
        <pc:chgData name="xi sheng" userId="b3919e0d8ca6a452" providerId="LiveId" clId="{CAE68E7F-66DC-42A9-BC37-D5DF0C987983}" dt="2024-05-17T06:42:45.849" v="92" actId="478"/>
        <pc:sldMkLst>
          <pc:docMk/>
          <pc:sldMk cId="0" sldId="285"/>
        </pc:sldMkLst>
        <pc:spChg chg="add del mod">
          <ac:chgData name="xi sheng" userId="b3919e0d8ca6a452" providerId="LiveId" clId="{CAE68E7F-66DC-42A9-BC37-D5DF0C987983}" dt="2024-05-17T06:42:45.849" v="92" actId="478"/>
          <ac:spMkLst>
            <pc:docMk/>
            <pc:sldMk cId="0" sldId="285"/>
            <ac:spMk id="3" creationId="{11DE016E-3405-C61D-24AD-7F218F5A89CF}"/>
          </ac:spMkLst>
        </pc:spChg>
        <pc:spChg chg="del">
          <ac:chgData name="xi sheng" userId="b3919e0d8ca6a452" providerId="LiveId" clId="{CAE68E7F-66DC-42A9-BC37-D5DF0C987983}" dt="2024-05-17T06:42:42.788" v="91" actId="478"/>
          <ac:spMkLst>
            <pc:docMk/>
            <pc:sldMk cId="0" sldId="285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image" Target="../media/image17.png"/><Relationship Id="rId3" Type="http://schemas.openxmlformats.org/officeDocument/2006/relationships/tags" Target="../tags/tag78.xml"/><Relationship Id="rId21" Type="http://schemas.openxmlformats.org/officeDocument/2006/relationships/image" Target="../media/image20.svg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16.svg"/><Relationship Id="rId2" Type="http://schemas.openxmlformats.org/officeDocument/2006/relationships/tags" Target="../tags/tag77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85.xml"/><Relationship Id="rId19" Type="http://schemas.openxmlformats.org/officeDocument/2006/relationships/image" Target="../media/image18.svg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tags" Target="../tags/tag97.xml"/><Relationship Id="rId21" Type="http://schemas.openxmlformats.org/officeDocument/2006/relationships/image" Target="../media/image25.png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image" Target="../media/image16.svg"/><Relationship Id="rId25" Type="http://schemas.openxmlformats.org/officeDocument/2006/relationships/image" Target="../media/image29.png"/><Relationship Id="rId2" Type="http://schemas.openxmlformats.org/officeDocument/2006/relationships/tags" Target="../tags/tag96.xml"/><Relationship Id="rId16" Type="http://schemas.openxmlformats.org/officeDocument/2006/relationships/image" Target="../media/image15.png"/><Relationship Id="rId20" Type="http://schemas.openxmlformats.org/officeDocument/2006/relationships/image" Target="../media/image24.svg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24" Type="http://schemas.openxmlformats.org/officeDocument/2006/relationships/image" Target="../media/image28.svg"/><Relationship Id="rId5" Type="http://schemas.openxmlformats.org/officeDocument/2006/relationships/tags" Target="../tags/tag99.xml"/><Relationship Id="rId15" Type="http://schemas.openxmlformats.org/officeDocument/2006/relationships/slideMaster" Target="../slideMasters/slideMaster2.xml"/><Relationship Id="rId23" Type="http://schemas.openxmlformats.org/officeDocument/2006/relationships/image" Target="../media/image27.png"/><Relationship Id="rId28" Type="http://schemas.openxmlformats.org/officeDocument/2006/relationships/image" Target="../media/image18.svg"/><Relationship Id="rId10" Type="http://schemas.openxmlformats.org/officeDocument/2006/relationships/tags" Target="../tags/tag104.xml"/><Relationship Id="rId19" Type="http://schemas.openxmlformats.org/officeDocument/2006/relationships/image" Target="../media/image23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Relationship Id="rId22" Type="http://schemas.openxmlformats.org/officeDocument/2006/relationships/image" Target="../media/image26.svg"/><Relationship Id="rId27" Type="http://schemas.openxmlformats.org/officeDocument/2006/relationships/image" Target="../media/image17.png"/></Relationships>
</file>

<file path=ppt/slideLayouts/_rels/slideLayout15.xml.rels><?xml version="1.0" encoding="UTF-8" standalone="yes"?>
<Relationships xmlns="http://schemas.openxmlformats.org/package/2006/relationships"><Relationship Id="rId13" Type="http://schemas.openxmlformats.org/officeDocument/2006/relationships/tags" Target="../tags/tag121.xml"/><Relationship Id="rId18" Type="http://schemas.openxmlformats.org/officeDocument/2006/relationships/slideMaster" Target="../slideMasters/slideMaster2.xml"/><Relationship Id="rId26" Type="http://schemas.openxmlformats.org/officeDocument/2006/relationships/image" Target="../media/image25.png"/><Relationship Id="rId3" Type="http://schemas.openxmlformats.org/officeDocument/2006/relationships/tags" Target="../tags/tag111.xml"/><Relationship Id="rId21" Type="http://schemas.openxmlformats.org/officeDocument/2006/relationships/image" Target="../media/image17.png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5" Type="http://schemas.openxmlformats.org/officeDocument/2006/relationships/image" Target="../media/image24.svg"/><Relationship Id="rId33" Type="http://schemas.openxmlformats.org/officeDocument/2006/relationships/image" Target="../media/image20.svg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image" Target="../media/image16.svg"/><Relationship Id="rId29" Type="http://schemas.openxmlformats.org/officeDocument/2006/relationships/image" Target="../media/image28.svg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tags" Target="../tags/tag118.xml"/><Relationship Id="rId19" Type="http://schemas.openxmlformats.org/officeDocument/2006/relationships/image" Target="../media/image15.png"/><Relationship Id="rId31" Type="http://schemas.openxmlformats.org/officeDocument/2006/relationships/image" Target="../media/image30.svg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image" Target="../media/image18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tags" Target="../tags/tag1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4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5.xml"/><Relationship Id="rId4" Type="http://schemas.openxmlformats.org/officeDocument/2006/relationships/tags" Target="../tags/tag15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slideMaster" Target="../slideMasters/slideMaster2.xml"/><Relationship Id="rId18" Type="http://schemas.openxmlformats.org/officeDocument/2006/relationships/image" Target="../media/image19.png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image" Target="../media/image18.svg"/><Relationship Id="rId2" Type="http://schemas.openxmlformats.org/officeDocument/2006/relationships/tags" Target="../tags/tag157.xml"/><Relationship Id="rId16" Type="http://schemas.openxmlformats.org/officeDocument/2006/relationships/image" Target="../media/image17.png"/><Relationship Id="rId20" Type="http://schemas.openxmlformats.org/officeDocument/2006/relationships/image" Target="../media/image31.png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5" Type="http://schemas.openxmlformats.org/officeDocument/2006/relationships/tags" Target="../tags/tag160.xml"/><Relationship Id="rId15" Type="http://schemas.openxmlformats.org/officeDocument/2006/relationships/image" Target="../media/image16.svg"/><Relationship Id="rId10" Type="http://schemas.openxmlformats.org/officeDocument/2006/relationships/tags" Target="../tags/tag165.xml"/><Relationship Id="rId19" Type="http://schemas.openxmlformats.org/officeDocument/2006/relationships/image" Target="../media/image20.svg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image" Target="../media/image15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tags" Target="../tags/tag192.xml"/><Relationship Id="rId18" Type="http://schemas.openxmlformats.org/officeDocument/2006/relationships/image" Target="../media/image17.png"/><Relationship Id="rId3" Type="http://schemas.openxmlformats.org/officeDocument/2006/relationships/tags" Target="../tags/tag182.xml"/><Relationship Id="rId21" Type="http://schemas.openxmlformats.org/officeDocument/2006/relationships/image" Target="../media/image20.svg"/><Relationship Id="rId7" Type="http://schemas.openxmlformats.org/officeDocument/2006/relationships/tags" Target="../tags/tag186.xml"/><Relationship Id="rId12" Type="http://schemas.openxmlformats.org/officeDocument/2006/relationships/tags" Target="../tags/tag191.xml"/><Relationship Id="rId17" Type="http://schemas.openxmlformats.org/officeDocument/2006/relationships/image" Target="../media/image16.svg"/><Relationship Id="rId2" Type="http://schemas.openxmlformats.org/officeDocument/2006/relationships/tags" Target="../tags/tag18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5" Type="http://schemas.openxmlformats.org/officeDocument/2006/relationships/tags" Target="../tags/tag184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189.xml"/><Relationship Id="rId19" Type="http://schemas.openxmlformats.org/officeDocument/2006/relationships/image" Target="../media/image18.svg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tags" Target="../tags/tag193.xml"/><Relationship Id="rId22" Type="http://schemas.openxmlformats.org/officeDocument/2006/relationships/image" Target="../media/image2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98.xml"/><Relationship Id="rId4" Type="http://schemas.openxmlformats.org/officeDocument/2006/relationships/tags" Target="../tags/tag197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tags" Target="../tags/tag201.xml"/><Relationship Id="rId21" Type="http://schemas.openxmlformats.org/officeDocument/2006/relationships/image" Target="../media/image25.png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image" Target="../media/image16.svg"/><Relationship Id="rId25" Type="http://schemas.openxmlformats.org/officeDocument/2006/relationships/image" Target="../media/image29.png"/><Relationship Id="rId2" Type="http://schemas.openxmlformats.org/officeDocument/2006/relationships/tags" Target="../tags/tag200.xml"/><Relationship Id="rId16" Type="http://schemas.openxmlformats.org/officeDocument/2006/relationships/image" Target="../media/image15.png"/><Relationship Id="rId20" Type="http://schemas.openxmlformats.org/officeDocument/2006/relationships/image" Target="../media/image24.sv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24" Type="http://schemas.openxmlformats.org/officeDocument/2006/relationships/image" Target="../media/image28.svg"/><Relationship Id="rId5" Type="http://schemas.openxmlformats.org/officeDocument/2006/relationships/tags" Target="../tags/tag203.xml"/><Relationship Id="rId15" Type="http://schemas.openxmlformats.org/officeDocument/2006/relationships/slideMaster" Target="../slideMasters/slideMaster3.xml"/><Relationship Id="rId23" Type="http://schemas.openxmlformats.org/officeDocument/2006/relationships/image" Target="../media/image27.png"/><Relationship Id="rId28" Type="http://schemas.openxmlformats.org/officeDocument/2006/relationships/image" Target="../media/image18.svg"/><Relationship Id="rId10" Type="http://schemas.openxmlformats.org/officeDocument/2006/relationships/tags" Target="../tags/tag208.xml"/><Relationship Id="rId19" Type="http://schemas.openxmlformats.org/officeDocument/2006/relationships/image" Target="../media/image23.png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Relationship Id="rId22" Type="http://schemas.openxmlformats.org/officeDocument/2006/relationships/image" Target="../media/image26.svg"/><Relationship Id="rId27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13" Type="http://schemas.openxmlformats.org/officeDocument/2006/relationships/tags" Target="../tags/tag225.xml"/><Relationship Id="rId18" Type="http://schemas.openxmlformats.org/officeDocument/2006/relationships/slideMaster" Target="../slideMasters/slideMaster3.xml"/><Relationship Id="rId26" Type="http://schemas.openxmlformats.org/officeDocument/2006/relationships/image" Target="../media/image25.png"/><Relationship Id="rId3" Type="http://schemas.openxmlformats.org/officeDocument/2006/relationships/tags" Target="../tags/tag215.xml"/><Relationship Id="rId21" Type="http://schemas.openxmlformats.org/officeDocument/2006/relationships/image" Target="../media/image17.png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image" Target="../media/image24.svg"/><Relationship Id="rId33" Type="http://schemas.openxmlformats.org/officeDocument/2006/relationships/image" Target="../media/image20.svg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image" Target="../media/image16.svg"/><Relationship Id="rId29" Type="http://schemas.openxmlformats.org/officeDocument/2006/relationships/image" Target="../media/image28.svg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tags" Target="../tags/tag222.xml"/><Relationship Id="rId19" Type="http://schemas.openxmlformats.org/officeDocument/2006/relationships/image" Target="../media/image15.png"/><Relationship Id="rId31" Type="http://schemas.openxmlformats.org/officeDocument/2006/relationships/image" Target="../media/image30.svg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image" Target="../media/image18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tags" Target="../tags/tag220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23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9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4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5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59.xml"/><Relationship Id="rId4" Type="http://schemas.openxmlformats.org/officeDocument/2006/relationships/tags" Target="../tags/tag258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slideMaster" Target="../slideMasters/slideMaster3.xml"/><Relationship Id="rId18" Type="http://schemas.openxmlformats.org/officeDocument/2006/relationships/image" Target="../media/image19.png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tags" Target="../tags/tag271.xml"/><Relationship Id="rId17" Type="http://schemas.openxmlformats.org/officeDocument/2006/relationships/image" Target="../media/image18.svg"/><Relationship Id="rId2" Type="http://schemas.openxmlformats.org/officeDocument/2006/relationships/tags" Target="../tags/tag261.xml"/><Relationship Id="rId16" Type="http://schemas.openxmlformats.org/officeDocument/2006/relationships/image" Target="../media/image17.png"/><Relationship Id="rId20" Type="http://schemas.openxmlformats.org/officeDocument/2006/relationships/image" Target="../media/image31.png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5" Type="http://schemas.openxmlformats.org/officeDocument/2006/relationships/image" Target="../media/image16.svg"/><Relationship Id="rId10" Type="http://schemas.openxmlformats.org/officeDocument/2006/relationships/tags" Target="../tags/tag269.xml"/><Relationship Id="rId19" Type="http://schemas.openxmlformats.org/officeDocument/2006/relationships/image" Target="../media/image20.svg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image" Target="../media/image15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tags" Target="../tags/tag296.xml"/><Relationship Id="rId18" Type="http://schemas.openxmlformats.org/officeDocument/2006/relationships/image" Target="../media/image17.png"/><Relationship Id="rId3" Type="http://schemas.openxmlformats.org/officeDocument/2006/relationships/tags" Target="../tags/tag286.xml"/><Relationship Id="rId21" Type="http://schemas.openxmlformats.org/officeDocument/2006/relationships/image" Target="../media/image20.svg"/><Relationship Id="rId7" Type="http://schemas.openxmlformats.org/officeDocument/2006/relationships/tags" Target="../tags/tag290.xml"/><Relationship Id="rId12" Type="http://schemas.openxmlformats.org/officeDocument/2006/relationships/tags" Target="../tags/tag295.xml"/><Relationship Id="rId17" Type="http://schemas.openxmlformats.org/officeDocument/2006/relationships/image" Target="../media/image16.svg"/><Relationship Id="rId2" Type="http://schemas.openxmlformats.org/officeDocument/2006/relationships/tags" Target="../tags/tag285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5" Type="http://schemas.openxmlformats.org/officeDocument/2006/relationships/slideMaster" Target="../slideMasters/slideMaster4.xml"/><Relationship Id="rId10" Type="http://schemas.openxmlformats.org/officeDocument/2006/relationships/tags" Target="../tags/tag293.xml"/><Relationship Id="rId19" Type="http://schemas.openxmlformats.org/officeDocument/2006/relationships/image" Target="../media/image18.svg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Relationship Id="rId22" Type="http://schemas.openxmlformats.org/officeDocument/2006/relationships/image" Target="../media/image2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02.xml"/><Relationship Id="rId4" Type="http://schemas.openxmlformats.org/officeDocument/2006/relationships/tags" Target="../tags/tag30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310.xml"/><Relationship Id="rId13" Type="http://schemas.openxmlformats.org/officeDocument/2006/relationships/tags" Target="../tags/tag315.xml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tags" Target="../tags/tag305.xml"/><Relationship Id="rId21" Type="http://schemas.openxmlformats.org/officeDocument/2006/relationships/image" Target="../media/image25.png"/><Relationship Id="rId7" Type="http://schemas.openxmlformats.org/officeDocument/2006/relationships/tags" Target="../tags/tag309.xml"/><Relationship Id="rId12" Type="http://schemas.openxmlformats.org/officeDocument/2006/relationships/tags" Target="../tags/tag314.xml"/><Relationship Id="rId17" Type="http://schemas.openxmlformats.org/officeDocument/2006/relationships/image" Target="../media/image16.svg"/><Relationship Id="rId25" Type="http://schemas.openxmlformats.org/officeDocument/2006/relationships/image" Target="../media/image29.png"/><Relationship Id="rId2" Type="http://schemas.openxmlformats.org/officeDocument/2006/relationships/tags" Target="../tags/tag304.xml"/><Relationship Id="rId16" Type="http://schemas.openxmlformats.org/officeDocument/2006/relationships/image" Target="../media/image15.png"/><Relationship Id="rId20" Type="http://schemas.openxmlformats.org/officeDocument/2006/relationships/image" Target="../media/image24.svg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11" Type="http://schemas.openxmlformats.org/officeDocument/2006/relationships/tags" Target="../tags/tag313.xml"/><Relationship Id="rId24" Type="http://schemas.openxmlformats.org/officeDocument/2006/relationships/image" Target="../media/image28.svg"/><Relationship Id="rId5" Type="http://schemas.openxmlformats.org/officeDocument/2006/relationships/tags" Target="../tags/tag307.xml"/><Relationship Id="rId15" Type="http://schemas.openxmlformats.org/officeDocument/2006/relationships/slideMaster" Target="../slideMasters/slideMaster4.xml"/><Relationship Id="rId23" Type="http://schemas.openxmlformats.org/officeDocument/2006/relationships/image" Target="../media/image27.png"/><Relationship Id="rId28" Type="http://schemas.openxmlformats.org/officeDocument/2006/relationships/image" Target="../media/image18.svg"/><Relationship Id="rId10" Type="http://schemas.openxmlformats.org/officeDocument/2006/relationships/tags" Target="../tags/tag312.xml"/><Relationship Id="rId19" Type="http://schemas.openxmlformats.org/officeDocument/2006/relationships/image" Target="../media/image23.png"/><Relationship Id="rId4" Type="http://schemas.openxmlformats.org/officeDocument/2006/relationships/tags" Target="../tags/tag306.xml"/><Relationship Id="rId9" Type="http://schemas.openxmlformats.org/officeDocument/2006/relationships/tags" Target="../tags/tag311.xml"/><Relationship Id="rId14" Type="http://schemas.openxmlformats.org/officeDocument/2006/relationships/tags" Target="../tags/tag316.xml"/><Relationship Id="rId22" Type="http://schemas.openxmlformats.org/officeDocument/2006/relationships/image" Target="../media/image26.svg"/><Relationship Id="rId27" Type="http://schemas.openxmlformats.org/officeDocument/2006/relationships/image" Target="../media/image17.png"/></Relationships>
</file>

<file path=ppt/slideLayouts/_rels/slideLayout37.xml.rels><?xml version="1.0" encoding="UTF-8" standalone="yes"?>
<Relationships xmlns="http://schemas.openxmlformats.org/package/2006/relationships"><Relationship Id="rId13" Type="http://schemas.openxmlformats.org/officeDocument/2006/relationships/tags" Target="../tags/tag329.xml"/><Relationship Id="rId18" Type="http://schemas.openxmlformats.org/officeDocument/2006/relationships/slideMaster" Target="../slideMasters/slideMaster4.xml"/><Relationship Id="rId26" Type="http://schemas.openxmlformats.org/officeDocument/2006/relationships/image" Target="../media/image25.png"/><Relationship Id="rId3" Type="http://schemas.openxmlformats.org/officeDocument/2006/relationships/tags" Target="../tags/tag319.xml"/><Relationship Id="rId21" Type="http://schemas.openxmlformats.org/officeDocument/2006/relationships/image" Target="../media/image17.png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5" Type="http://schemas.openxmlformats.org/officeDocument/2006/relationships/image" Target="../media/image24.svg"/><Relationship Id="rId33" Type="http://schemas.openxmlformats.org/officeDocument/2006/relationships/image" Target="../media/image20.svg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0" Type="http://schemas.openxmlformats.org/officeDocument/2006/relationships/image" Target="../media/image16.svg"/><Relationship Id="rId29" Type="http://schemas.openxmlformats.org/officeDocument/2006/relationships/image" Target="../media/image28.svg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tags" Target="../tags/tag326.xml"/><Relationship Id="rId19" Type="http://schemas.openxmlformats.org/officeDocument/2006/relationships/image" Target="../media/image15.png"/><Relationship Id="rId31" Type="http://schemas.openxmlformats.org/officeDocument/2006/relationships/image" Target="../media/image30.svg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Relationship Id="rId22" Type="http://schemas.openxmlformats.org/officeDocument/2006/relationships/image" Target="../media/image18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tags" Target="../tags/tag32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336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347.xml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9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5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358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tags" Target="../tags/tag35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63.xml"/><Relationship Id="rId4" Type="http://schemas.openxmlformats.org/officeDocument/2006/relationships/tags" Target="../tags/tag36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slideMaster" Target="../slideMasters/slideMaster4.xml"/><Relationship Id="rId18" Type="http://schemas.openxmlformats.org/officeDocument/2006/relationships/image" Target="../media/image19.png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17" Type="http://schemas.openxmlformats.org/officeDocument/2006/relationships/image" Target="../media/image18.svg"/><Relationship Id="rId2" Type="http://schemas.openxmlformats.org/officeDocument/2006/relationships/tags" Target="../tags/tag365.xml"/><Relationship Id="rId16" Type="http://schemas.openxmlformats.org/officeDocument/2006/relationships/image" Target="../media/image17.png"/><Relationship Id="rId20" Type="http://schemas.openxmlformats.org/officeDocument/2006/relationships/image" Target="../media/image31.png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5" Type="http://schemas.openxmlformats.org/officeDocument/2006/relationships/tags" Target="../tags/tag368.xml"/><Relationship Id="rId15" Type="http://schemas.openxmlformats.org/officeDocument/2006/relationships/image" Target="../media/image16.svg"/><Relationship Id="rId10" Type="http://schemas.openxmlformats.org/officeDocument/2006/relationships/tags" Target="../tags/tag373.xml"/><Relationship Id="rId19" Type="http://schemas.openxmlformats.org/officeDocument/2006/relationships/image" Target="../media/image20.svg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image" Target="../media/image15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tags" Target="../tags/tag400.xml"/><Relationship Id="rId18" Type="http://schemas.openxmlformats.org/officeDocument/2006/relationships/image" Target="../media/image17.png"/><Relationship Id="rId3" Type="http://schemas.openxmlformats.org/officeDocument/2006/relationships/tags" Target="../tags/tag390.xml"/><Relationship Id="rId21" Type="http://schemas.openxmlformats.org/officeDocument/2006/relationships/image" Target="../media/image20.svg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image" Target="../media/image16.svg"/><Relationship Id="rId2" Type="http://schemas.openxmlformats.org/officeDocument/2006/relationships/tags" Target="../tags/tag389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5" Type="http://schemas.openxmlformats.org/officeDocument/2006/relationships/tags" Target="../tags/tag392.xml"/><Relationship Id="rId15" Type="http://schemas.openxmlformats.org/officeDocument/2006/relationships/slideMaster" Target="../slideMasters/slideMaster5.xml"/><Relationship Id="rId10" Type="http://schemas.openxmlformats.org/officeDocument/2006/relationships/tags" Target="../tags/tag397.xml"/><Relationship Id="rId19" Type="http://schemas.openxmlformats.org/officeDocument/2006/relationships/image" Target="../media/image18.svg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Relationship Id="rId22" Type="http://schemas.openxmlformats.org/officeDocument/2006/relationships/image" Target="../media/image21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" Type="http://schemas.openxmlformats.org/officeDocument/2006/relationships/tags" Target="../tags/tag402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06.xml"/><Relationship Id="rId4" Type="http://schemas.openxmlformats.org/officeDocument/2006/relationships/tags" Target="../tags/tag405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13" Type="http://schemas.openxmlformats.org/officeDocument/2006/relationships/tags" Target="../tags/tag419.xml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tags" Target="../tags/tag409.xml"/><Relationship Id="rId21" Type="http://schemas.openxmlformats.org/officeDocument/2006/relationships/image" Target="../media/image25.png"/><Relationship Id="rId7" Type="http://schemas.openxmlformats.org/officeDocument/2006/relationships/tags" Target="../tags/tag413.xml"/><Relationship Id="rId12" Type="http://schemas.openxmlformats.org/officeDocument/2006/relationships/tags" Target="../tags/tag418.xml"/><Relationship Id="rId17" Type="http://schemas.openxmlformats.org/officeDocument/2006/relationships/image" Target="../media/image16.svg"/><Relationship Id="rId25" Type="http://schemas.openxmlformats.org/officeDocument/2006/relationships/image" Target="../media/image29.png"/><Relationship Id="rId2" Type="http://schemas.openxmlformats.org/officeDocument/2006/relationships/tags" Target="../tags/tag408.xml"/><Relationship Id="rId16" Type="http://schemas.openxmlformats.org/officeDocument/2006/relationships/image" Target="../media/image15.png"/><Relationship Id="rId20" Type="http://schemas.openxmlformats.org/officeDocument/2006/relationships/image" Target="../media/image24.svg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11" Type="http://schemas.openxmlformats.org/officeDocument/2006/relationships/tags" Target="../tags/tag417.xml"/><Relationship Id="rId24" Type="http://schemas.openxmlformats.org/officeDocument/2006/relationships/image" Target="../media/image28.svg"/><Relationship Id="rId5" Type="http://schemas.openxmlformats.org/officeDocument/2006/relationships/tags" Target="../tags/tag411.xml"/><Relationship Id="rId15" Type="http://schemas.openxmlformats.org/officeDocument/2006/relationships/slideMaster" Target="../slideMasters/slideMaster5.xml"/><Relationship Id="rId23" Type="http://schemas.openxmlformats.org/officeDocument/2006/relationships/image" Target="../media/image27.png"/><Relationship Id="rId28" Type="http://schemas.openxmlformats.org/officeDocument/2006/relationships/image" Target="../media/image18.svg"/><Relationship Id="rId10" Type="http://schemas.openxmlformats.org/officeDocument/2006/relationships/tags" Target="../tags/tag416.xml"/><Relationship Id="rId19" Type="http://schemas.openxmlformats.org/officeDocument/2006/relationships/image" Target="../media/image23.png"/><Relationship Id="rId4" Type="http://schemas.openxmlformats.org/officeDocument/2006/relationships/tags" Target="../tags/tag410.xml"/><Relationship Id="rId9" Type="http://schemas.openxmlformats.org/officeDocument/2006/relationships/tags" Target="../tags/tag415.xml"/><Relationship Id="rId14" Type="http://schemas.openxmlformats.org/officeDocument/2006/relationships/tags" Target="../tags/tag420.xml"/><Relationship Id="rId22" Type="http://schemas.openxmlformats.org/officeDocument/2006/relationships/image" Target="../media/image26.svg"/><Relationship Id="rId27" Type="http://schemas.openxmlformats.org/officeDocument/2006/relationships/image" Target="../media/image17.png"/></Relationships>
</file>

<file path=ppt/slideLayouts/_rels/slideLayout48.xml.rels><?xml version="1.0" encoding="UTF-8" standalone="yes"?>
<Relationships xmlns="http://schemas.openxmlformats.org/package/2006/relationships"><Relationship Id="rId13" Type="http://schemas.openxmlformats.org/officeDocument/2006/relationships/tags" Target="../tags/tag433.xml"/><Relationship Id="rId18" Type="http://schemas.openxmlformats.org/officeDocument/2006/relationships/slideMaster" Target="../slideMasters/slideMaster5.xml"/><Relationship Id="rId26" Type="http://schemas.openxmlformats.org/officeDocument/2006/relationships/image" Target="../media/image25.png"/><Relationship Id="rId3" Type="http://schemas.openxmlformats.org/officeDocument/2006/relationships/tags" Target="../tags/tag423.xml"/><Relationship Id="rId21" Type="http://schemas.openxmlformats.org/officeDocument/2006/relationships/image" Target="../media/image17.png"/><Relationship Id="rId7" Type="http://schemas.openxmlformats.org/officeDocument/2006/relationships/tags" Target="../tags/tag427.xml"/><Relationship Id="rId12" Type="http://schemas.openxmlformats.org/officeDocument/2006/relationships/tags" Target="../tags/tag432.xml"/><Relationship Id="rId17" Type="http://schemas.openxmlformats.org/officeDocument/2006/relationships/tags" Target="../tags/tag437.xml"/><Relationship Id="rId25" Type="http://schemas.openxmlformats.org/officeDocument/2006/relationships/image" Target="../media/image24.svg"/><Relationship Id="rId33" Type="http://schemas.openxmlformats.org/officeDocument/2006/relationships/image" Target="../media/image20.svg"/><Relationship Id="rId2" Type="http://schemas.openxmlformats.org/officeDocument/2006/relationships/tags" Target="../tags/tag422.xml"/><Relationship Id="rId16" Type="http://schemas.openxmlformats.org/officeDocument/2006/relationships/tags" Target="../tags/tag436.xml"/><Relationship Id="rId20" Type="http://schemas.openxmlformats.org/officeDocument/2006/relationships/image" Target="../media/image16.svg"/><Relationship Id="rId29" Type="http://schemas.openxmlformats.org/officeDocument/2006/relationships/image" Target="../media/image28.svg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11" Type="http://schemas.openxmlformats.org/officeDocument/2006/relationships/tags" Target="../tags/tag431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425.xml"/><Relationship Id="rId15" Type="http://schemas.openxmlformats.org/officeDocument/2006/relationships/tags" Target="../tags/tag435.xml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tags" Target="../tags/tag430.xml"/><Relationship Id="rId19" Type="http://schemas.openxmlformats.org/officeDocument/2006/relationships/image" Target="../media/image15.png"/><Relationship Id="rId31" Type="http://schemas.openxmlformats.org/officeDocument/2006/relationships/image" Target="../media/image30.svg"/><Relationship Id="rId4" Type="http://schemas.openxmlformats.org/officeDocument/2006/relationships/tags" Target="../tags/tag424.xml"/><Relationship Id="rId9" Type="http://schemas.openxmlformats.org/officeDocument/2006/relationships/tags" Target="../tags/tag429.xml"/><Relationship Id="rId14" Type="http://schemas.openxmlformats.org/officeDocument/2006/relationships/tags" Target="../tags/tag434.xml"/><Relationship Id="rId22" Type="http://schemas.openxmlformats.org/officeDocument/2006/relationships/image" Target="../media/image18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tags" Target="../tags/tag42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440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39.xml"/><Relationship Id="rId1" Type="http://schemas.openxmlformats.org/officeDocument/2006/relationships/tags" Target="../tags/tag438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tags" Target="../tags/tag44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451.xml"/><Relationship Id="rId3" Type="http://schemas.openxmlformats.org/officeDocument/2006/relationships/tags" Target="../tags/tag446.xml"/><Relationship Id="rId7" Type="http://schemas.openxmlformats.org/officeDocument/2006/relationships/tags" Target="../tags/tag450.xml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9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5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" Type="http://schemas.openxmlformats.org/officeDocument/2006/relationships/tags" Target="../tags/tag456.xml"/><Relationship Id="rId4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" Type="http://schemas.openxmlformats.org/officeDocument/2006/relationships/tags" Target="../tags/tag459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46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" Type="http://schemas.openxmlformats.org/officeDocument/2006/relationships/tags" Target="../tags/tag46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67.xml"/><Relationship Id="rId4" Type="http://schemas.openxmlformats.org/officeDocument/2006/relationships/tags" Target="../tags/tag466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slideMaster" Target="../slideMasters/slideMaster5.xml"/><Relationship Id="rId18" Type="http://schemas.openxmlformats.org/officeDocument/2006/relationships/image" Target="../media/image19.png"/><Relationship Id="rId3" Type="http://schemas.openxmlformats.org/officeDocument/2006/relationships/tags" Target="../tags/tag470.xml"/><Relationship Id="rId7" Type="http://schemas.openxmlformats.org/officeDocument/2006/relationships/tags" Target="../tags/tag474.xml"/><Relationship Id="rId12" Type="http://schemas.openxmlformats.org/officeDocument/2006/relationships/tags" Target="../tags/tag479.xml"/><Relationship Id="rId17" Type="http://schemas.openxmlformats.org/officeDocument/2006/relationships/image" Target="../media/image18.svg"/><Relationship Id="rId2" Type="http://schemas.openxmlformats.org/officeDocument/2006/relationships/tags" Target="../tags/tag469.xml"/><Relationship Id="rId16" Type="http://schemas.openxmlformats.org/officeDocument/2006/relationships/image" Target="../media/image17.png"/><Relationship Id="rId20" Type="http://schemas.openxmlformats.org/officeDocument/2006/relationships/image" Target="../media/image31.png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tags" Target="../tags/tag478.xml"/><Relationship Id="rId5" Type="http://schemas.openxmlformats.org/officeDocument/2006/relationships/tags" Target="../tags/tag472.xml"/><Relationship Id="rId15" Type="http://schemas.openxmlformats.org/officeDocument/2006/relationships/image" Target="../media/image16.svg"/><Relationship Id="rId10" Type="http://schemas.openxmlformats.org/officeDocument/2006/relationships/tags" Target="../tags/tag477.xml"/><Relationship Id="rId19" Type="http://schemas.openxmlformats.org/officeDocument/2006/relationships/image" Target="../media/image20.svg"/><Relationship Id="rId4" Type="http://schemas.openxmlformats.org/officeDocument/2006/relationships/tags" Target="../tags/tag471.xml"/><Relationship Id="rId9" Type="http://schemas.openxmlformats.org/officeDocument/2006/relationships/tags" Target="../tags/tag476.xml"/><Relationship Id="rId14" Type="http://schemas.openxmlformats.org/officeDocument/2006/relationships/image" Target="../media/image15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499.xml"/><Relationship Id="rId13" Type="http://schemas.openxmlformats.org/officeDocument/2006/relationships/tags" Target="../tags/tag504.xml"/><Relationship Id="rId18" Type="http://schemas.openxmlformats.org/officeDocument/2006/relationships/image" Target="../media/image17.png"/><Relationship Id="rId3" Type="http://schemas.openxmlformats.org/officeDocument/2006/relationships/tags" Target="../tags/tag494.xml"/><Relationship Id="rId21" Type="http://schemas.openxmlformats.org/officeDocument/2006/relationships/image" Target="../media/image20.svg"/><Relationship Id="rId7" Type="http://schemas.openxmlformats.org/officeDocument/2006/relationships/tags" Target="../tags/tag498.xml"/><Relationship Id="rId12" Type="http://schemas.openxmlformats.org/officeDocument/2006/relationships/tags" Target="../tags/tag503.xml"/><Relationship Id="rId17" Type="http://schemas.openxmlformats.org/officeDocument/2006/relationships/image" Target="../media/image16.svg"/><Relationship Id="rId2" Type="http://schemas.openxmlformats.org/officeDocument/2006/relationships/tags" Target="../tags/tag493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tags" Target="../tags/tag492.xml"/><Relationship Id="rId6" Type="http://schemas.openxmlformats.org/officeDocument/2006/relationships/tags" Target="../tags/tag497.xml"/><Relationship Id="rId11" Type="http://schemas.openxmlformats.org/officeDocument/2006/relationships/tags" Target="../tags/tag502.xml"/><Relationship Id="rId5" Type="http://schemas.openxmlformats.org/officeDocument/2006/relationships/tags" Target="../tags/tag496.xml"/><Relationship Id="rId15" Type="http://schemas.openxmlformats.org/officeDocument/2006/relationships/slideMaster" Target="../slideMasters/slideMaster6.xml"/><Relationship Id="rId10" Type="http://schemas.openxmlformats.org/officeDocument/2006/relationships/tags" Target="../tags/tag501.xml"/><Relationship Id="rId19" Type="http://schemas.openxmlformats.org/officeDocument/2006/relationships/image" Target="../media/image18.svg"/><Relationship Id="rId4" Type="http://schemas.openxmlformats.org/officeDocument/2006/relationships/tags" Target="../tags/tag495.xml"/><Relationship Id="rId9" Type="http://schemas.openxmlformats.org/officeDocument/2006/relationships/tags" Target="../tags/tag500.xml"/><Relationship Id="rId14" Type="http://schemas.openxmlformats.org/officeDocument/2006/relationships/tags" Target="../tags/tag505.xml"/><Relationship Id="rId22" Type="http://schemas.openxmlformats.org/officeDocument/2006/relationships/image" Target="../media/image2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tags" Target="../tags/tag506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510.xml"/><Relationship Id="rId4" Type="http://schemas.openxmlformats.org/officeDocument/2006/relationships/tags" Target="../tags/tag509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518.xml"/><Relationship Id="rId13" Type="http://schemas.openxmlformats.org/officeDocument/2006/relationships/tags" Target="../tags/tag523.xml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tags" Target="../tags/tag513.xml"/><Relationship Id="rId21" Type="http://schemas.openxmlformats.org/officeDocument/2006/relationships/image" Target="../media/image25.png"/><Relationship Id="rId7" Type="http://schemas.openxmlformats.org/officeDocument/2006/relationships/tags" Target="../tags/tag517.xml"/><Relationship Id="rId12" Type="http://schemas.openxmlformats.org/officeDocument/2006/relationships/tags" Target="../tags/tag522.xml"/><Relationship Id="rId17" Type="http://schemas.openxmlformats.org/officeDocument/2006/relationships/image" Target="../media/image16.svg"/><Relationship Id="rId25" Type="http://schemas.openxmlformats.org/officeDocument/2006/relationships/image" Target="../media/image29.png"/><Relationship Id="rId2" Type="http://schemas.openxmlformats.org/officeDocument/2006/relationships/tags" Target="../tags/tag512.xml"/><Relationship Id="rId16" Type="http://schemas.openxmlformats.org/officeDocument/2006/relationships/image" Target="../media/image15.png"/><Relationship Id="rId20" Type="http://schemas.openxmlformats.org/officeDocument/2006/relationships/image" Target="../media/image24.svg"/><Relationship Id="rId1" Type="http://schemas.openxmlformats.org/officeDocument/2006/relationships/tags" Target="../tags/tag511.xml"/><Relationship Id="rId6" Type="http://schemas.openxmlformats.org/officeDocument/2006/relationships/tags" Target="../tags/tag516.xml"/><Relationship Id="rId11" Type="http://schemas.openxmlformats.org/officeDocument/2006/relationships/tags" Target="../tags/tag521.xml"/><Relationship Id="rId24" Type="http://schemas.openxmlformats.org/officeDocument/2006/relationships/image" Target="../media/image28.svg"/><Relationship Id="rId5" Type="http://schemas.openxmlformats.org/officeDocument/2006/relationships/tags" Target="../tags/tag515.xml"/><Relationship Id="rId15" Type="http://schemas.openxmlformats.org/officeDocument/2006/relationships/slideMaster" Target="../slideMasters/slideMaster6.xml"/><Relationship Id="rId23" Type="http://schemas.openxmlformats.org/officeDocument/2006/relationships/image" Target="../media/image27.png"/><Relationship Id="rId28" Type="http://schemas.openxmlformats.org/officeDocument/2006/relationships/image" Target="../media/image18.svg"/><Relationship Id="rId10" Type="http://schemas.openxmlformats.org/officeDocument/2006/relationships/tags" Target="../tags/tag520.xml"/><Relationship Id="rId19" Type="http://schemas.openxmlformats.org/officeDocument/2006/relationships/image" Target="../media/image23.png"/><Relationship Id="rId4" Type="http://schemas.openxmlformats.org/officeDocument/2006/relationships/tags" Target="../tags/tag514.xml"/><Relationship Id="rId9" Type="http://schemas.openxmlformats.org/officeDocument/2006/relationships/tags" Target="../tags/tag519.xml"/><Relationship Id="rId14" Type="http://schemas.openxmlformats.org/officeDocument/2006/relationships/tags" Target="../tags/tag524.xml"/><Relationship Id="rId22" Type="http://schemas.openxmlformats.org/officeDocument/2006/relationships/image" Target="../media/image26.svg"/><Relationship Id="rId27" Type="http://schemas.openxmlformats.org/officeDocument/2006/relationships/image" Target="../media/image17.png"/></Relationships>
</file>

<file path=ppt/slideLayouts/_rels/slideLayout59.xml.rels><?xml version="1.0" encoding="UTF-8" standalone="yes"?>
<Relationships xmlns="http://schemas.openxmlformats.org/package/2006/relationships"><Relationship Id="rId13" Type="http://schemas.openxmlformats.org/officeDocument/2006/relationships/tags" Target="../tags/tag537.xml"/><Relationship Id="rId18" Type="http://schemas.openxmlformats.org/officeDocument/2006/relationships/slideMaster" Target="../slideMasters/slideMaster6.xml"/><Relationship Id="rId26" Type="http://schemas.openxmlformats.org/officeDocument/2006/relationships/image" Target="../media/image25.png"/><Relationship Id="rId3" Type="http://schemas.openxmlformats.org/officeDocument/2006/relationships/tags" Target="../tags/tag527.xml"/><Relationship Id="rId21" Type="http://schemas.openxmlformats.org/officeDocument/2006/relationships/image" Target="../media/image17.png"/><Relationship Id="rId7" Type="http://schemas.openxmlformats.org/officeDocument/2006/relationships/tags" Target="../tags/tag531.xml"/><Relationship Id="rId12" Type="http://schemas.openxmlformats.org/officeDocument/2006/relationships/tags" Target="../tags/tag536.xml"/><Relationship Id="rId17" Type="http://schemas.openxmlformats.org/officeDocument/2006/relationships/tags" Target="../tags/tag541.xml"/><Relationship Id="rId25" Type="http://schemas.openxmlformats.org/officeDocument/2006/relationships/image" Target="../media/image24.svg"/><Relationship Id="rId33" Type="http://schemas.openxmlformats.org/officeDocument/2006/relationships/image" Target="../media/image20.svg"/><Relationship Id="rId2" Type="http://schemas.openxmlformats.org/officeDocument/2006/relationships/tags" Target="../tags/tag526.xml"/><Relationship Id="rId16" Type="http://schemas.openxmlformats.org/officeDocument/2006/relationships/tags" Target="../tags/tag540.xml"/><Relationship Id="rId20" Type="http://schemas.openxmlformats.org/officeDocument/2006/relationships/image" Target="../media/image16.svg"/><Relationship Id="rId29" Type="http://schemas.openxmlformats.org/officeDocument/2006/relationships/image" Target="../media/image28.svg"/><Relationship Id="rId1" Type="http://schemas.openxmlformats.org/officeDocument/2006/relationships/tags" Target="../tags/tag525.xml"/><Relationship Id="rId6" Type="http://schemas.openxmlformats.org/officeDocument/2006/relationships/tags" Target="../tags/tag530.xml"/><Relationship Id="rId11" Type="http://schemas.openxmlformats.org/officeDocument/2006/relationships/tags" Target="../tags/tag535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529.xml"/><Relationship Id="rId15" Type="http://schemas.openxmlformats.org/officeDocument/2006/relationships/tags" Target="../tags/tag539.xml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tags" Target="../tags/tag534.xml"/><Relationship Id="rId19" Type="http://schemas.openxmlformats.org/officeDocument/2006/relationships/image" Target="../media/image15.png"/><Relationship Id="rId31" Type="http://schemas.openxmlformats.org/officeDocument/2006/relationships/image" Target="../media/image30.svg"/><Relationship Id="rId4" Type="http://schemas.openxmlformats.org/officeDocument/2006/relationships/tags" Target="../tags/tag528.xml"/><Relationship Id="rId9" Type="http://schemas.openxmlformats.org/officeDocument/2006/relationships/tags" Target="../tags/tag533.xml"/><Relationship Id="rId14" Type="http://schemas.openxmlformats.org/officeDocument/2006/relationships/tags" Target="../tags/tag538.xml"/><Relationship Id="rId22" Type="http://schemas.openxmlformats.org/officeDocument/2006/relationships/image" Target="../media/image18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tags" Target="../tags/tag53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544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543.xml"/><Relationship Id="rId1" Type="http://schemas.openxmlformats.org/officeDocument/2006/relationships/tags" Target="../tags/tag542.xml"/><Relationship Id="rId6" Type="http://schemas.openxmlformats.org/officeDocument/2006/relationships/tags" Target="../tags/tag547.xml"/><Relationship Id="rId5" Type="http://schemas.openxmlformats.org/officeDocument/2006/relationships/tags" Target="../tags/tag546.xml"/><Relationship Id="rId4" Type="http://schemas.openxmlformats.org/officeDocument/2006/relationships/tags" Target="../tags/tag545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555.xml"/><Relationship Id="rId3" Type="http://schemas.openxmlformats.org/officeDocument/2006/relationships/tags" Target="../tags/tag550.xml"/><Relationship Id="rId7" Type="http://schemas.openxmlformats.org/officeDocument/2006/relationships/tags" Target="../tags/tag554.xml"/><Relationship Id="rId2" Type="http://schemas.openxmlformats.org/officeDocument/2006/relationships/tags" Target="../tags/tag549.xml"/><Relationship Id="rId1" Type="http://schemas.openxmlformats.org/officeDocument/2006/relationships/tags" Target="../tags/tag548.xml"/><Relationship Id="rId6" Type="http://schemas.openxmlformats.org/officeDocument/2006/relationships/tags" Target="../tags/tag553.xml"/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9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tags" Target="../tags/tag556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559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4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565.xml"/><Relationship Id="rId2" Type="http://schemas.openxmlformats.org/officeDocument/2006/relationships/tags" Target="../tags/tag564.xml"/><Relationship Id="rId1" Type="http://schemas.openxmlformats.org/officeDocument/2006/relationships/tags" Target="../tags/tag563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56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569.xml"/><Relationship Id="rId2" Type="http://schemas.openxmlformats.org/officeDocument/2006/relationships/tags" Target="../tags/tag568.xml"/><Relationship Id="rId1" Type="http://schemas.openxmlformats.org/officeDocument/2006/relationships/tags" Target="../tags/tag567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571.xml"/><Relationship Id="rId4" Type="http://schemas.openxmlformats.org/officeDocument/2006/relationships/tags" Target="../tags/tag570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579.xml"/><Relationship Id="rId13" Type="http://schemas.openxmlformats.org/officeDocument/2006/relationships/slideMaster" Target="../slideMasters/slideMaster6.xml"/><Relationship Id="rId18" Type="http://schemas.openxmlformats.org/officeDocument/2006/relationships/image" Target="../media/image19.png"/><Relationship Id="rId3" Type="http://schemas.openxmlformats.org/officeDocument/2006/relationships/tags" Target="../tags/tag574.xml"/><Relationship Id="rId7" Type="http://schemas.openxmlformats.org/officeDocument/2006/relationships/tags" Target="../tags/tag578.xml"/><Relationship Id="rId12" Type="http://schemas.openxmlformats.org/officeDocument/2006/relationships/tags" Target="../tags/tag583.xml"/><Relationship Id="rId17" Type="http://schemas.openxmlformats.org/officeDocument/2006/relationships/image" Target="../media/image18.svg"/><Relationship Id="rId2" Type="http://schemas.openxmlformats.org/officeDocument/2006/relationships/tags" Target="../tags/tag573.xml"/><Relationship Id="rId16" Type="http://schemas.openxmlformats.org/officeDocument/2006/relationships/image" Target="../media/image17.png"/><Relationship Id="rId20" Type="http://schemas.openxmlformats.org/officeDocument/2006/relationships/image" Target="../media/image31.png"/><Relationship Id="rId1" Type="http://schemas.openxmlformats.org/officeDocument/2006/relationships/tags" Target="../tags/tag572.xml"/><Relationship Id="rId6" Type="http://schemas.openxmlformats.org/officeDocument/2006/relationships/tags" Target="../tags/tag577.xml"/><Relationship Id="rId11" Type="http://schemas.openxmlformats.org/officeDocument/2006/relationships/tags" Target="../tags/tag582.xml"/><Relationship Id="rId5" Type="http://schemas.openxmlformats.org/officeDocument/2006/relationships/tags" Target="../tags/tag576.xml"/><Relationship Id="rId15" Type="http://schemas.openxmlformats.org/officeDocument/2006/relationships/image" Target="../media/image16.svg"/><Relationship Id="rId10" Type="http://schemas.openxmlformats.org/officeDocument/2006/relationships/tags" Target="../tags/tag581.xml"/><Relationship Id="rId19" Type="http://schemas.openxmlformats.org/officeDocument/2006/relationships/image" Target="../media/image20.svg"/><Relationship Id="rId4" Type="http://schemas.openxmlformats.org/officeDocument/2006/relationships/tags" Target="../tags/tag575.xml"/><Relationship Id="rId9" Type="http://schemas.openxmlformats.org/officeDocument/2006/relationships/tags" Target="../tags/tag580.xml"/><Relationship Id="rId1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@svg_clou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" y="14439"/>
            <a:ext cx="12193524" cy="6858000"/>
          </a:xfrm>
          <a:prstGeom prst="rect">
            <a:avLst/>
          </a:prstGeom>
        </p:spPr>
      </p:pic>
      <p:sp>
        <p:nvSpPr>
          <p:cNvPr id="14" name="@svg_GBtop"/>
          <p:cNvSpPr/>
          <p:nvPr>
            <p:custDataLst>
              <p:tags r:id="rId3"/>
            </p:custDataLst>
          </p:nvPr>
        </p:nvSpPr>
        <p:spPr>
          <a:xfrm>
            <a:off x="-12192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8" name="@svg_装饰点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30306" y="679450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68484" y="1708531"/>
            <a:ext cx="5466962" cy="238633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600" b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68484" y="4101846"/>
            <a:ext cx="5466962" cy="44577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768484" y="523906"/>
            <a:ext cx="2743199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68484" y="4767326"/>
            <a:ext cx="5466962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sp>
        <p:nvSpPr>
          <p:cNvPr id="18" name="@svg_GBtop"/>
          <p:cNvSpPr/>
          <p:nvPr>
            <p:custDataLst>
              <p:tags r:id="rId9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9" name="@svg_印章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8322" y="6083300"/>
            <a:ext cx="278892" cy="278892"/>
          </a:xfrm>
          <a:prstGeom prst="rect">
            <a:avLst/>
          </a:prstGeom>
        </p:spPr>
      </p:pic>
      <p:sp>
        <p:nvSpPr>
          <p:cNvPr id="20" name="日期占位符 19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59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842002" y="1798178"/>
            <a:ext cx="5803895" cy="3261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@svg_clou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334" y="14439"/>
            <a:ext cx="12193524" cy="6858000"/>
          </a:xfrm>
          <a:prstGeom prst="rect">
            <a:avLst/>
          </a:prstGeom>
        </p:spPr>
      </p:pic>
      <p:sp>
        <p:nvSpPr>
          <p:cNvPr id="9" name="@svg_GBtop"/>
          <p:cNvSpPr/>
          <p:nvPr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@svg_GBtop"/>
          <p:cNvSpPr/>
          <p:nvPr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9" name="@png_0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0" name="@svg_云边框0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1" name="@svg_云填充0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2" name="@svg_云边框0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3" name="@svg_云填充0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1" name="@svg_装饰点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29714" y="786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928688" y="246171"/>
            <a:ext cx="4101180" cy="1081088"/>
          </a:xfrm>
        </p:spPr>
        <p:txBody>
          <a:bodyPr anchor="ctr">
            <a:normAutofit/>
          </a:bodyPr>
          <a:lstStyle>
            <a:lvl1pPr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@svg_clou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5334" y="0"/>
            <a:ext cx="12193524" cy="6858000"/>
          </a:xfrm>
          <a:prstGeom prst="rect">
            <a:avLst/>
          </a:prstGeom>
        </p:spPr>
      </p:pic>
      <p:sp>
        <p:nvSpPr>
          <p:cNvPr id="19" name="@svg_GBtop"/>
          <p:cNvSpPr/>
          <p:nvPr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@svg_GBtop"/>
          <p:cNvSpPr/>
          <p:nvPr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@svg_装饰点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pic>
        <p:nvPicPr>
          <p:cNvPr id="22" name="@png_0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3" name="@svg_云边框0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4" name="@svg_云填充0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5" name="@svg_云边框0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6" name="@svg_云填充0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2" name="@svg_印章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526400" y="2825364"/>
            <a:ext cx="9144000" cy="864888"/>
          </a:xfrm>
        </p:spPr>
        <p:txBody>
          <a:bodyPr anchor="t">
            <a:normAutofit/>
          </a:bodyPr>
          <a:lstStyle>
            <a:lvl1pPr algn="ctr"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526400" y="3766051"/>
            <a:ext cx="9144000" cy="936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524000" y="1598220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6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77495"/>
            <a:ext cx="1051750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283800"/>
            <a:ext cx="10515600" cy="864000"/>
          </a:xfrm>
        </p:spPr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@svg_clou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4439"/>
            <a:ext cx="12193524" cy="6858000"/>
          </a:xfrm>
          <a:prstGeom prst="rect">
            <a:avLst/>
          </a:prstGeom>
        </p:spPr>
      </p:pic>
      <p:sp>
        <p:nvSpPr>
          <p:cNvPr id="6" name="@svg_GBtop"/>
          <p:cNvSpPr/>
          <p:nvPr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@svg_GBtop"/>
          <p:cNvSpPr/>
          <p:nvPr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@svg_装饰点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838200" y="1768295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4724100" y="3779368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63" name="@svg_印章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79130" y="4441529"/>
            <a:ext cx="3212870" cy="2402032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" y="14439"/>
            <a:ext cx="12193524" cy="6858000"/>
          </a:xfrm>
          <a:prstGeom prst="rect">
            <a:avLst/>
          </a:prstGeom>
        </p:spPr>
      </p:pic>
      <p:sp>
        <p:nvSpPr>
          <p:cNvPr id="14" name="@svg_GBtop"/>
          <p:cNvSpPr/>
          <p:nvPr>
            <p:custDataLst>
              <p:tags r:id="rId3"/>
            </p:custDataLst>
          </p:nvPr>
        </p:nvSpPr>
        <p:spPr>
          <a:xfrm>
            <a:off x="-12192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8" name="@svg_装饰点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30306" y="679450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68484" y="1708531"/>
            <a:ext cx="5466962" cy="238633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600" b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68484" y="4101846"/>
            <a:ext cx="5466962" cy="44577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768484" y="523906"/>
            <a:ext cx="2743199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68484" y="4767326"/>
            <a:ext cx="5466962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sp>
        <p:nvSpPr>
          <p:cNvPr id="18" name="@svg_GBtop"/>
          <p:cNvSpPr/>
          <p:nvPr userDrawn="1">
            <p:custDataLst>
              <p:tags r:id="rId9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9" name="@svg_印章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8322" y="6083300"/>
            <a:ext cx="278892" cy="278892"/>
          </a:xfrm>
          <a:prstGeom prst="rect">
            <a:avLst/>
          </a:prstGeom>
        </p:spPr>
      </p:pic>
      <p:sp>
        <p:nvSpPr>
          <p:cNvPr id="20" name="日期占位符 19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59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842002" y="1798178"/>
            <a:ext cx="5803895" cy="3261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334" y="14439"/>
            <a:ext cx="12193524" cy="6858000"/>
          </a:xfrm>
          <a:prstGeom prst="rect">
            <a:avLst/>
          </a:prstGeom>
        </p:spPr>
      </p:pic>
      <p:sp>
        <p:nvSpPr>
          <p:cNvPr id="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9" name="@png_0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0" name="@svg_云边框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1" name="@svg_云填充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2" name="@svg_云边框0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3" name="@svg_云填充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1" name="@svg_装饰点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29714" y="786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928688" y="246171"/>
            <a:ext cx="4101180" cy="1081088"/>
          </a:xfrm>
        </p:spPr>
        <p:txBody>
          <a:bodyPr anchor="ctr">
            <a:normAutofit/>
          </a:bodyPr>
          <a:lstStyle>
            <a:lvl1pPr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5334" y="0"/>
            <a:ext cx="12193524" cy="6858000"/>
          </a:xfrm>
          <a:prstGeom prst="rect">
            <a:avLst/>
          </a:prstGeom>
        </p:spPr>
      </p:pic>
      <p:sp>
        <p:nvSpPr>
          <p:cNvPr id="1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pic>
        <p:nvPicPr>
          <p:cNvPr id="22" name="@png_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3" name="@svg_云边框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4" name="@svg_云填充0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5" name="@svg_云边框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6" name="@svg_云填充0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2" name="@svg_印章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12"/>
            </p:custDataLst>
          </p:nvPr>
        </p:nvSpPr>
        <p:spPr>
          <a:xfrm>
            <a:off x="1526400" y="2825364"/>
            <a:ext cx="9144000" cy="864888"/>
          </a:xfrm>
        </p:spPr>
        <p:txBody>
          <a:bodyPr anchor="t">
            <a:normAutofit/>
          </a:bodyPr>
          <a:lstStyle>
            <a:lvl1pPr algn="ctr"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3"/>
            </p:custDataLst>
          </p:nvPr>
        </p:nvSpPr>
        <p:spPr>
          <a:xfrm>
            <a:off x="1526400" y="3766051"/>
            <a:ext cx="9144000" cy="936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4"/>
            </p:custDataLst>
          </p:nvPr>
        </p:nvSpPr>
        <p:spPr>
          <a:xfrm>
            <a:off x="1524000" y="1598220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6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77495"/>
            <a:ext cx="1051750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 userDrawn="1"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 userDrawn="1"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 userDrawn="1"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 userDrawn="1"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283800"/>
            <a:ext cx="10515600" cy="864000"/>
          </a:xfrm>
        </p:spPr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4439"/>
            <a:ext cx="12193524" cy="6858000"/>
          </a:xfrm>
          <a:prstGeom prst="rect">
            <a:avLst/>
          </a:prstGeom>
        </p:spPr>
      </p:pic>
      <p:sp>
        <p:nvSpPr>
          <p:cNvPr id="6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6"/>
            </p:custDataLst>
          </p:nvPr>
        </p:nvSpPr>
        <p:spPr>
          <a:xfrm>
            <a:off x="838200" y="1768295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4724100" y="3779368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63" name="@svg_印章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79130" y="4441529"/>
            <a:ext cx="3212870" cy="2402032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" y="14439"/>
            <a:ext cx="12193524" cy="6858000"/>
          </a:xfrm>
          <a:prstGeom prst="rect">
            <a:avLst/>
          </a:prstGeom>
        </p:spPr>
      </p:pic>
      <p:sp>
        <p:nvSpPr>
          <p:cNvPr id="14" name="@svg_GBtop"/>
          <p:cNvSpPr/>
          <p:nvPr>
            <p:custDataLst>
              <p:tags r:id="rId3"/>
            </p:custDataLst>
          </p:nvPr>
        </p:nvSpPr>
        <p:spPr>
          <a:xfrm>
            <a:off x="-12192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8" name="@svg_装饰点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30306" y="679450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68484" y="1708531"/>
            <a:ext cx="5466962" cy="238633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600" b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68484" y="4101846"/>
            <a:ext cx="5466962" cy="44577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768484" y="523906"/>
            <a:ext cx="2743199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68484" y="4767326"/>
            <a:ext cx="5466962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sp>
        <p:nvSpPr>
          <p:cNvPr id="18" name="@svg_GBtop"/>
          <p:cNvSpPr/>
          <p:nvPr userDrawn="1">
            <p:custDataLst>
              <p:tags r:id="rId9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9" name="@svg_印章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8322" y="6083300"/>
            <a:ext cx="278892" cy="278892"/>
          </a:xfrm>
          <a:prstGeom prst="rect">
            <a:avLst/>
          </a:prstGeom>
        </p:spPr>
      </p:pic>
      <p:sp>
        <p:nvSpPr>
          <p:cNvPr id="20" name="日期占位符 19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59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842002" y="1798178"/>
            <a:ext cx="5803895" cy="3261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334" y="14439"/>
            <a:ext cx="12193524" cy="6858000"/>
          </a:xfrm>
          <a:prstGeom prst="rect">
            <a:avLst/>
          </a:prstGeom>
        </p:spPr>
      </p:pic>
      <p:sp>
        <p:nvSpPr>
          <p:cNvPr id="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9" name="@png_0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0" name="@svg_云边框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1" name="@svg_云填充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2" name="@svg_云边框0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3" name="@svg_云填充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1" name="@svg_装饰点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29714" y="786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928688" y="246171"/>
            <a:ext cx="4101180" cy="1081088"/>
          </a:xfrm>
        </p:spPr>
        <p:txBody>
          <a:bodyPr anchor="ctr">
            <a:normAutofit/>
          </a:bodyPr>
          <a:lstStyle>
            <a:lvl1pPr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5334" y="0"/>
            <a:ext cx="12193524" cy="6858000"/>
          </a:xfrm>
          <a:prstGeom prst="rect">
            <a:avLst/>
          </a:prstGeom>
        </p:spPr>
      </p:pic>
      <p:sp>
        <p:nvSpPr>
          <p:cNvPr id="1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pic>
        <p:nvPicPr>
          <p:cNvPr id="22" name="@png_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3" name="@svg_云边框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4" name="@svg_云填充0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5" name="@svg_云边框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6" name="@svg_云填充0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2" name="@svg_印章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12"/>
            </p:custDataLst>
          </p:nvPr>
        </p:nvSpPr>
        <p:spPr>
          <a:xfrm>
            <a:off x="1526400" y="2825364"/>
            <a:ext cx="9144000" cy="864888"/>
          </a:xfrm>
        </p:spPr>
        <p:txBody>
          <a:bodyPr anchor="t">
            <a:normAutofit/>
          </a:bodyPr>
          <a:lstStyle>
            <a:lvl1pPr algn="ctr"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3"/>
            </p:custDataLst>
          </p:nvPr>
        </p:nvSpPr>
        <p:spPr>
          <a:xfrm>
            <a:off x="1526400" y="3766051"/>
            <a:ext cx="9144000" cy="936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4"/>
            </p:custDataLst>
          </p:nvPr>
        </p:nvSpPr>
        <p:spPr>
          <a:xfrm>
            <a:off x="1524000" y="1598220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6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77495"/>
            <a:ext cx="1051750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 userDrawn="1"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 userDrawn="1"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 userDrawn="1"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 userDrawn="1"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283800"/>
            <a:ext cx="10515600" cy="864000"/>
          </a:xfrm>
        </p:spPr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4439"/>
            <a:ext cx="12193524" cy="6858000"/>
          </a:xfrm>
          <a:prstGeom prst="rect">
            <a:avLst/>
          </a:prstGeom>
        </p:spPr>
      </p:pic>
      <p:sp>
        <p:nvSpPr>
          <p:cNvPr id="6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6"/>
            </p:custDataLst>
          </p:nvPr>
        </p:nvSpPr>
        <p:spPr>
          <a:xfrm>
            <a:off x="838200" y="1768295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4724100" y="3779368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63" name="@svg_印章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79130" y="4441529"/>
            <a:ext cx="3212870" cy="2402032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" y="14439"/>
            <a:ext cx="12193524" cy="6858000"/>
          </a:xfrm>
          <a:prstGeom prst="rect">
            <a:avLst/>
          </a:prstGeom>
        </p:spPr>
      </p:pic>
      <p:sp>
        <p:nvSpPr>
          <p:cNvPr id="14" name="@svg_GBtop"/>
          <p:cNvSpPr/>
          <p:nvPr>
            <p:custDataLst>
              <p:tags r:id="rId3"/>
            </p:custDataLst>
          </p:nvPr>
        </p:nvSpPr>
        <p:spPr>
          <a:xfrm>
            <a:off x="-12192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8" name="@svg_装饰点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30306" y="679450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68484" y="1708531"/>
            <a:ext cx="5466962" cy="238633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600" b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68484" y="4101846"/>
            <a:ext cx="5466962" cy="44577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768484" y="523906"/>
            <a:ext cx="2743199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68484" y="4767326"/>
            <a:ext cx="5466962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sp>
        <p:nvSpPr>
          <p:cNvPr id="18" name="@svg_GBtop"/>
          <p:cNvSpPr/>
          <p:nvPr userDrawn="1">
            <p:custDataLst>
              <p:tags r:id="rId9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9" name="@svg_印章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8322" y="6083300"/>
            <a:ext cx="278892" cy="278892"/>
          </a:xfrm>
          <a:prstGeom prst="rect">
            <a:avLst/>
          </a:prstGeom>
        </p:spPr>
      </p:pic>
      <p:sp>
        <p:nvSpPr>
          <p:cNvPr id="20" name="日期占位符 19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59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842002" y="1798178"/>
            <a:ext cx="5803895" cy="3261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334" y="14439"/>
            <a:ext cx="12193524" cy="6858000"/>
          </a:xfrm>
          <a:prstGeom prst="rect">
            <a:avLst/>
          </a:prstGeom>
        </p:spPr>
      </p:pic>
      <p:sp>
        <p:nvSpPr>
          <p:cNvPr id="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9" name="@png_0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0" name="@svg_云边框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1" name="@svg_云填充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2" name="@svg_云边框0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3" name="@svg_云填充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1" name="@svg_装饰点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29714" y="786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928688" y="246171"/>
            <a:ext cx="4101180" cy="1081088"/>
          </a:xfrm>
        </p:spPr>
        <p:txBody>
          <a:bodyPr anchor="ctr">
            <a:normAutofit/>
          </a:bodyPr>
          <a:lstStyle>
            <a:lvl1pPr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5334" y="0"/>
            <a:ext cx="12193524" cy="6858000"/>
          </a:xfrm>
          <a:prstGeom prst="rect">
            <a:avLst/>
          </a:prstGeom>
        </p:spPr>
      </p:pic>
      <p:sp>
        <p:nvSpPr>
          <p:cNvPr id="1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pic>
        <p:nvPicPr>
          <p:cNvPr id="22" name="@png_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3" name="@svg_云边框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4" name="@svg_云填充0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5" name="@svg_云边框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6" name="@svg_云填充0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2" name="@svg_印章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12"/>
            </p:custDataLst>
          </p:nvPr>
        </p:nvSpPr>
        <p:spPr>
          <a:xfrm>
            <a:off x="1526400" y="2825364"/>
            <a:ext cx="9144000" cy="864888"/>
          </a:xfrm>
        </p:spPr>
        <p:txBody>
          <a:bodyPr anchor="t">
            <a:normAutofit/>
          </a:bodyPr>
          <a:lstStyle>
            <a:lvl1pPr algn="ctr">
              <a:defRPr sz="4400" b="0">
                <a:solidFill>
                  <a:schemeClr val="accent6"/>
                </a:solidFill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3"/>
            </p:custDataLst>
          </p:nvPr>
        </p:nvSpPr>
        <p:spPr>
          <a:xfrm>
            <a:off x="1526400" y="3766051"/>
            <a:ext cx="9144000" cy="936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4"/>
            </p:custDataLst>
          </p:nvPr>
        </p:nvSpPr>
        <p:spPr>
          <a:xfrm>
            <a:off x="1524000" y="1598220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6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77495"/>
            <a:ext cx="1051750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 userDrawn="1"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 userDrawn="1"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 userDrawn="1"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 userDrawn="1"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283800"/>
            <a:ext cx="10515600" cy="864000"/>
          </a:xfrm>
        </p:spPr>
        <p:txBody>
          <a:bodyPr/>
          <a:lstStyle>
            <a:lvl1pPr>
              <a:defRPr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4439"/>
            <a:ext cx="12193524" cy="6858000"/>
          </a:xfrm>
          <a:prstGeom prst="rect">
            <a:avLst/>
          </a:prstGeom>
        </p:spPr>
      </p:pic>
      <p:sp>
        <p:nvSpPr>
          <p:cNvPr id="6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6"/>
            </p:custDataLst>
          </p:nvPr>
        </p:nvSpPr>
        <p:spPr>
          <a:xfrm>
            <a:off x="838200" y="1768295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latin typeface="汉仪北魏写经W" panose="00020600040101010101" charset="-122"/>
                <a:ea typeface="汉仪北魏写经W" panose="00020600040101010101" charset="-122"/>
                <a:sym typeface="汉仪北魏写经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4724100" y="3779368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63" name="@svg_印章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79130" y="4441529"/>
            <a:ext cx="3212870" cy="2402032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" y="14439"/>
            <a:ext cx="12193524" cy="6858000"/>
          </a:xfrm>
          <a:prstGeom prst="rect">
            <a:avLst/>
          </a:prstGeom>
        </p:spPr>
      </p:pic>
      <p:sp>
        <p:nvSpPr>
          <p:cNvPr id="14" name="@svg_GBtop"/>
          <p:cNvSpPr/>
          <p:nvPr>
            <p:custDataLst>
              <p:tags r:id="rId3"/>
            </p:custDataLst>
          </p:nvPr>
        </p:nvSpPr>
        <p:spPr>
          <a:xfrm>
            <a:off x="-12192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8" name="@svg_装饰点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30306" y="679450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68484" y="1708531"/>
            <a:ext cx="5466962" cy="238633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6600" b="0"/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768484" y="4101846"/>
            <a:ext cx="5466962" cy="44577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768484" y="523906"/>
            <a:ext cx="2743199" cy="504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68484" y="4767326"/>
            <a:ext cx="5466962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sp>
        <p:nvSpPr>
          <p:cNvPr id="18" name="@svg_GBtop"/>
          <p:cNvSpPr/>
          <p:nvPr userDrawn="1">
            <p:custDataLst>
              <p:tags r:id="rId9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9" name="@svg_印章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58322" y="6083300"/>
            <a:ext cx="278892" cy="278892"/>
          </a:xfrm>
          <a:prstGeom prst="rect">
            <a:avLst/>
          </a:prstGeom>
        </p:spPr>
      </p:pic>
      <p:sp>
        <p:nvSpPr>
          <p:cNvPr id="20" name="日期占位符 19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0" name="灯片编号占位符 59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842002" y="1798178"/>
            <a:ext cx="5803895" cy="32616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334" y="14439"/>
            <a:ext cx="12193524" cy="6858000"/>
          </a:xfrm>
          <a:prstGeom prst="rect">
            <a:avLst/>
          </a:prstGeom>
        </p:spPr>
      </p:pic>
      <p:sp>
        <p:nvSpPr>
          <p:cNvPr id="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9" name="@png_0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0" name="@svg_云边框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1" name="@svg_云填充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2" name="@svg_云边框0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3" name="@svg_云填充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1" name="@svg_装饰点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829714" y="786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928688" y="246171"/>
            <a:ext cx="4101180" cy="1081088"/>
          </a:xfrm>
        </p:spPr>
        <p:txBody>
          <a:bodyPr anchor="ctr">
            <a:normAutofit/>
          </a:bodyPr>
          <a:lstStyle>
            <a:lvl1pPr>
              <a:defRPr sz="4400" b="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5334" y="0"/>
            <a:ext cx="12193524" cy="6858000"/>
          </a:xfrm>
          <a:prstGeom prst="rect">
            <a:avLst/>
          </a:prstGeom>
        </p:spPr>
      </p:pic>
      <p:sp>
        <p:nvSpPr>
          <p:cNvPr id="19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pic>
        <p:nvPicPr>
          <p:cNvPr id="22" name="@png_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983218" y="4453128"/>
            <a:ext cx="3204972" cy="2404872"/>
          </a:xfrm>
          <a:prstGeom prst="rect">
            <a:avLst/>
          </a:prstGeom>
        </p:spPr>
      </p:pic>
      <p:pic>
        <p:nvPicPr>
          <p:cNvPr id="23" name="@svg_云边框0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4" name="@svg_云填充0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31474" y="5385816"/>
            <a:ext cx="1161288" cy="859536"/>
          </a:xfrm>
          <a:prstGeom prst="rect">
            <a:avLst/>
          </a:prstGeom>
        </p:spPr>
      </p:pic>
      <p:pic>
        <p:nvPicPr>
          <p:cNvPr id="25" name="@svg_云边框0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26" name="@svg_云填充0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78646" y="5888736"/>
            <a:ext cx="877824" cy="402336"/>
          </a:xfrm>
          <a:prstGeom prst="rect">
            <a:avLst/>
          </a:prstGeom>
        </p:spPr>
      </p:pic>
      <p:pic>
        <p:nvPicPr>
          <p:cNvPr id="12" name="@svg_印章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12"/>
            </p:custDataLst>
          </p:nvPr>
        </p:nvSpPr>
        <p:spPr>
          <a:xfrm>
            <a:off x="1526400" y="2825364"/>
            <a:ext cx="9144000" cy="864888"/>
          </a:xfrm>
        </p:spPr>
        <p:txBody>
          <a:bodyPr anchor="t">
            <a:normAutofit/>
          </a:bodyPr>
          <a:lstStyle>
            <a:lvl1pPr algn="ctr">
              <a:defRPr sz="4400" b="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3"/>
            </p:custDataLst>
          </p:nvPr>
        </p:nvSpPr>
        <p:spPr>
          <a:xfrm>
            <a:off x="1526400" y="3766051"/>
            <a:ext cx="9144000" cy="936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4"/>
            </p:custDataLst>
          </p:nvPr>
        </p:nvSpPr>
        <p:spPr>
          <a:xfrm>
            <a:off x="1524000" y="1598220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6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7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77495"/>
            <a:ext cx="1051750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 userDrawn="1"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 userDrawn="1"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 userDrawn="1"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 userDrawn="1"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2838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@svg_clou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4439"/>
            <a:ext cx="12193524" cy="6858000"/>
          </a:xfrm>
          <a:prstGeom prst="rect">
            <a:avLst/>
          </a:prstGeom>
        </p:spPr>
      </p:pic>
      <p:sp>
        <p:nvSpPr>
          <p:cNvPr id="6" name="@svg_GBtop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@svg_GBtop"/>
          <p:cNvSpPr/>
          <p:nvPr userDrawn="1">
            <p:custDataLst>
              <p:tags r:id="rId4"/>
            </p:custDataLst>
          </p:nvPr>
        </p:nvSpPr>
        <p:spPr>
          <a:xfrm>
            <a:off x="0" y="5499100"/>
            <a:ext cx="12193524" cy="1358900"/>
          </a:xfrm>
          <a:custGeom>
            <a:avLst/>
            <a:gdLst>
              <a:gd name="connsiteX0" fmla="*/ 12193524 w 12193524"/>
              <a:gd name="connsiteY0" fmla="*/ 1358900 h 1358900"/>
              <a:gd name="connsiteX1" fmla="*/ 0 w 12193524"/>
              <a:gd name="connsiteY1" fmla="*/ 1358900 h 1358900"/>
              <a:gd name="connsiteX2" fmla="*/ 0 w 12193524"/>
              <a:gd name="connsiteY2" fmla="*/ 0 h 1358900"/>
              <a:gd name="connsiteX3" fmla="*/ 12193524 w 12193524"/>
              <a:gd name="connsiteY3" fmla="*/ 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24" h="1358900">
                <a:moveTo>
                  <a:pt x="12193524" y="1358900"/>
                </a:moveTo>
                <a:lnTo>
                  <a:pt x="0" y="1358900"/>
                </a:lnTo>
                <a:lnTo>
                  <a:pt x="0" y="0"/>
                </a:lnTo>
                <a:lnTo>
                  <a:pt x="12193524" y="0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13" name="@svg_装饰点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6770" y="786384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6"/>
            </p:custDataLst>
          </p:nvPr>
        </p:nvSpPr>
        <p:spPr>
          <a:xfrm>
            <a:off x="838200" y="1768295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4724100" y="3779368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  <p:pic>
        <p:nvPicPr>
          <p:cNvPr id="63" name="@svg_印章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85714" y="686143"/>
            <a:ext cx="278857" cy="2788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979130" y="4441529"/>
            <a:ext cx="3212870" cy="2402032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26" Type="http://schemas.openxmlformats.org/officeDocument/2006/relationships/image" Target="../media/image2.svg"/><Relationship Id="rId21" Type="http://schemas.openxmlformats.org/officeDocument/2006/relationships/tags" Target="../tags/tag72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68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75.xml"/><Relationship Id="rId32" Type="http://schemas.openxmlformats.org/officeDocument/2006/relationships/image" Target="../media/image8.svg"/><Relationship Id="rId37" Type="http://schemas.openxmlformats.org/officeDocument/2006/relationships/image" Target="../media/image13.svg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66.xml"/><Relationship Id="rId23" Type="http://schemas.openxmlformats.org/officeDocument/2006/relationships/tags" Target="../tags/tag74.xml"/><Relationship Id="rId28" Type="http://schemas.openxmlformats.org/officeDocument/2006/relationships/image" Target="../media/image4.svg"/><Relationship Id="rId36" Type="http://schemas.openxmlformats.org/officeDocument/2006/relationships/image" Target="../media/image12.png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0.xml"/><Relationship Id="rId31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65.xml"/><Relationship Id="rId22" Type="http://schemas.openxmlformats.org/officeDocument/2006/relationships/tags" Target="../tags/tag73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image" Target="../media/image2.svg"/><Relationship Id="rId21" Type="http://schemas.openxmlformats.org/officeDocument/2006/relationships/tags" Target="../tags/tag176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172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tags" Target="../tags/tag179.xml"/><Relationship Id="rId32" Type="http://schemas.openxmlformats.org/officeDocument/2006/relationships/image" Target="../media/image8.svg"/><Relationship Id="rId37" Type="http://schemas.openxmlformats.org/officeDocument/2006/relationships/image" Target="../media/image13.svg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image" Target="../media/image4.svg"/><Relationship Id="rId36" Type="http://schemas.openxmlformats.org/officeDocument/2006/relationships/image" Target="../media/image12.png"/><Relationship Id="rId10" Type="http://schemas.openxmlformats.org/officeDocument/2006/relationships/slideLayout" Target="../slideLayouts/slideLayout32.xml"/><Relationship Id="rId19" Type="http://schemas.openxmlformats.org/officeDocument/2006/relationships/tags" Target="../tags/tag174.xml"/><Relationship Id="rId31" Type="http://schemas.openxmlformats.org/officeDocument/2006/relationships/image" Target="../media/image7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tags" Target="../tags/tag272.xml"/><Relationship Id="rId18" Type="http://schemas.openxmlformats.org/officeDocument/2006/relationships/tags" Target="../tags/tag277.xml"/><Relationship Id="rId26" Type="http://schemas.openxmlformats.org/officeDocument/2006/relationships/image" Target="../media/image2.svg"/><Relationship Id="rId21" Type="http://schemas.openxmlformats.org/officeDocument/2006/relationships/tags" Target="../tags/tag280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276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275.xml"/><Relationship Id="rId20" Type="http://schemas.openxmlformats.org/officeDocument/2006/relationships/tags" Target="../tags/tag279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tags" Target="../tags/tag283.xml"/><Relationship Id="rId32" Type="http://schemas.openxmlformats.org/officeDocument/2006/relationships/image" Target="../media/image8.svg"/><Relationship Id="rId37" Type="http://schemas.openxmlformats.org/officeDocument/2006/relationships/image" Target="../media/image13.svg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274.xml"/><Relationship Id="rId23" Type="http://schemas.openxmlformats.org/officeDocument/2006/relationships/tags" Target="../tags/tag282.xml"/><Relationship Id="rId28" Type="http://schemas.openxmlformats.org/officeDocument/2006/relationships/image" Target="../media/image4.svg"/><Relationship Id="rId36" Type="http://schemas.openxmlformats.org/officeDocument/2006/relationships/image" Target="../media/image12.png"/><Relationship Id="rId10" Type="http://schemas.openxmlformats.org/officeDocument/2006/relationships/slideLayout" Target="../slideLayouts/slideLayout43.xml"/><Relationship Id="rId19" Type="http://schemas.openxmlformats.org/officeDocument/2006/relationships/tags" Target="../tags/tag278.xml"/><Relationship Id="rId31" Type="http://schemas.openxmlformats.org/officeDocument/2006/relationships/image" Target="../media/image7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273.xml"/><Relationship Id="rId22" Type="http://schemas.openxmlformats.org/officeDocument/2006/relationships/tags" Target="../tags/tag281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tags" Target="../tags/tag376.xml"/><Relationship Id="rId18" Type="http://schemas.openxmlformats.org/officeDocument/2006/relationships/tags" Target="../tags/tag381.xml"/><Relationship Id="rId26" Type="http://schemas.openxmlformats.org/officeDocument/2006/relationships/image" Target="../media/image2.svg"/><Relationship Id="rId21" Type="http://schemas.openxmlformats.org/officeDocument/2006/relationships/tags" Target="../tags/tag384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tags" Target="../tags/tag380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slideLayout" Target="../slideLayouts/slideLayout46.xml"/><Relationship Id="rId16" Type="http://schemas.openxmlformats.org/officeDocument/2006/relationships/tags" Target="../tags/tag379.xml"/><Relationship Id="rId20" Type="http://schemas.openxmlformats.org/officeDocument/2006/relationships/tags" Target="../tags/tag383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tags" Target="../tags/tag387.xml"/><Relationship Id="rId32" Type="http://schemas.openxmlformats.org/officeDocument/2006/relationships/image" Target="../media/image8.svg"/><Relationship Id="rId37" Type="http://schemas.openxmlformats.org/officeDocument/2006/relationships/image" Target="../media/image13.svg"/><Relationship Id="rId5" Type="http://schemas.openxmlformats.org/officeDocument/2006/relationships/slideLayout" Target="../slideLayouts/slideLayout49.xml"/><Relationship Id="rId15" Type="http://schemas.openxmlformats.org/officeDocument/2006/relationships/tags" Target="../tags/tag378.xml"/><Relationship Id="rId23" Type="http://schemas.openxmlformats.org/officeDocument/2006/relationships/tags" Target="../tags/tag386.xml"/><Relationship Id="rId28" Type="http://schemas.openxmlformats.org/officeDocument/2006/relationships/image" Target="../media/image4.svg"/><Relationship Id="rId36" Type="http://schemas.openxmlformats.org/officeDocument/2006/relationships/image" Target="../media/image12.png"/><Relationship Id="rId10" Type="http://schemas.openxmlformats.org/officeDocument/2006/relationships/slideLayout" Target="../slideLayouts/slideLayout54.xml"/><Relationship Id="rId19" Type="http://schemas.openxmlformats.org/officeDocument/2006/relationships/tags" Target="../tags/tag382.xml"/><Relationship Id="rId31" Type="http://schemas.openxmlformats.org/officeDocument/2006/relationships/image" Target="../media/image7.png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ags" Target="../tags/tag377.xml"/><Relationship Id="rId22" Type="http://schemas.openxmlformats.org/officeDocument/2006/relationships/tags" Target="../tags/tag385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tags" Target="../tags/tag480.xml"/><Relationship Id="rId18" Type="http://schemas.openxmlformats.org/officeDocument/2006/relationships/tags" Target="../tags/tag485.xml"/><Relationship Id="rId26" Type="http://schemas.openxmlformats.org/officeDocument/2006/relationships/image" Target="../media/image2.svg"/><Relationship Id="rId21" Type="http://schemas.openxmlformats.org/officeDocument/2006/relationships/tags" Target="../tags/tag488.xml"/><Relationship Id="rId34" Type="http://schemas.openxmlformats.org/officeDocument/2006/relationships/image" Target="../media/image10.png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tags" Target="../tags/tag484.xml"/><Relationship Id="rId25" Type="http://schemas.openxmlformats.org/officeDocument/2006/relationships/image" Target="../media/image1.png"/><Relationship Id="rId33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slideLayout" Target="../slideLayouts/slideLayout57.xml"/><Relationship Id="rId16" Type="http://schemas.openxmlformats.org/officeDocument/2006/relationships/tags" Target="../tags/tag483.xml"/><Relationship Id="rId20" Type="http://schemas.openxmlformats.org/officeDocument/2006/relationships/tags" Target="../tags/tag487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tags" Target="../tags/tag491.xml"/><Relationship Id="rId32" Type="http://schemas.openxmlformats.org/officeDocument/2006/relationships/image" Target="../media/image8.svg"/><Relationship Id="rId37" Type="http://schemas.openxmlformats.org/officeDocument/2006/relationships/image" Target="../media/image13.svg"/><Relationship Id="rId5" Type="http://schemas.openxmlformats.org/officeDocument/2006/relationships/slideLayout" Target="../slideLayouts/slideLayout60.xml"/><Relationship Id="rId15" Type="http://schemas.openxmlformats.org/officeDocument/2006/relationships/tags" Target="../tags/tag482.xml"/><Relationship Id="rId23" Type="http://schemas.openxmlformats.org/officeDocument/2006/relationships/tags" Target="../tags/tag490.xml"/><Relationship Id="rId28" Type="http://schemas.openxmlformats.org/officeDocument/2006/relationships/image" Target="../media/image4.svg"/><Relationship Id="rId36" Type="http://schemas.openxmlformats.org/officeDocument/2006/relationships/image" Target="../media/image12.png"/><Relationship Id="rId10" Type="http://schemas.openxmlformats.org/officeDocument/2006/relationships/slideLayout" Target="../slideLayouts/slideLayout65.xml"/><Relationship Id="rId19" Type="http://schemas.openxmlformats.org/officeDocument/2006/relationships/tags" Target="../tags/tag486.xml"/><Relationship Id="rId31" Type="http://schemas.openxmlformats.org/officeDocument/2006/relationships/image" Target="../media/image7.png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ags" Target="../tags/tag481.xml"/><Relationship Id="rId22" Type="http://schemas.openxmlformats.org/officeDocument/2006/relationships/tags" Target="../tags/tag489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1.svg"/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" name="@svg_cloud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524" y="-2552"/>
            <a:ext cx="12193524" cy="6865059"/>
          </a:xfrm>
          <a:prstGeom prst="rect">
            <a:avLst/>
          </a:prstGeom>
        </p:spPr>
      </p:pic>
      <p:pic>
        <p:nvPicPr>
          <p:cNvPr id="56" name="@svg_GBtop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62" y="0"/>
            <a:ext cx="12193524" cy="864000"/>
          </a:xfrm>
          <a:prstGeom prst="rect">
            <a:avLst/>
          </a:prstGeom>
        </p:spPr>
      </p:pic>
      <p:pic>
        <p:nvPicPr>
          <p:cNvPr id="57" name="@svg_GBcentr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286" y="863999"/>
            <a:ext cx="12193524" cy="5348115"/>
          </a:xfrm>
          <a:prstGeom prst="rect">
            <a:avLst/>
          </a:prstGeom>
        </p:spPr>
      </p:pic>
      <p:pic>
        <p:nvPicPr>
          <p:cNvPr id="58" name="@svg_GBdown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62" y="6212114"/>
            <a:ext cx="12193524" cy="645886"/>
          </a:xfrm>
          <a:prstGeom prst="rect">
            <a:avLst/>
          </a:prstGeom>
        </p:spPr>
      </p:pic>
      <p:pic>
        <p:nvPicPr>
          <p:cNvPr id="59" name="@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12568" y="30806"/>
            <a:ext cx="2175393" cy="840727"/>
          </a:xfrm>
          <a:prstGeom prst="rect">
            <a:avLst/>
          </a:prstGeom>
        </p:spPr>
      </p:pic>
      <p:pic>
        <p:nvPicPr>
          <p:cNvPr id="60" name="@svg_云边框0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pic>
        <p:nvPicPr>
          <p:cNvPr id="61" name="@svg_云填充0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815674" y="5599101"/>
            <a:ext cx="1969179" cy="969348"/>
          </a:xfrm>
          <a:prstGeom prst="rect">
            <a:avLst/>
          </a:prstGeom>
        </p:spPr>
      </p:pic>
      <p:sp>
        <p:nvSpPr>
          <p:cNvPr id="6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/>
          </a:solidFill>
          <a:latin typeface="汉仪北魏写经W" panose="00020600040101010101" charset="-122"/>
          <a:ea typeface="汉仪北魏写经W" panose="00020600040101010101" charset="-122"/>
          <a:cs typeface="汉仪楷体简" panose="02010600000101010101" charset="-128"/>
          <a:sym typeface="汉仪北魏写经W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" name="@svg_cloud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524" y="-2552"/>
            <a:ext cx="12193524" cy="6865059"/>
          </a:xfrm>
          <a:prstGeom prst="rect">
            <a:avLst/>
          </a:prstGeom>
        </p:spPr>
      </p:pic>
      <p:pic>
        <p:nvPicPr>
          <p:cNvPr id="56" name="@svg_GBtop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62" y="0"/>
            <a:ext cx="12193524" cy="864000"/>
          </a:xfrm>
          <a:prstGeom prst="rect">
            <a:avLst/>
          </a:prstGeom>
        </p:spPr>
      </p:pic>
      <p:pic>
        <p:nvPicPr>
          <p:cNvPr id="57" name="@svg_GBcentre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286" y="863999"/>
            <a:ext cx="12193524" cy="5348115"/>
          </a:xfrm>
          <a:prstGeom prst="rect">
            <a:avLst/>
          </a:prstGeom>
        </p:spPr>
      </p:pic>
      <p:pic>
        <p:nvPicPr>
          <p:cNvPr id="58" name="@svg_GBdown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62" y="6212114"/>
            <a:ext cx="12193524" cy="645886"/>
          </a:xfrm>
          <a:prstGeom prst="rect">
            <a:avLst/>
          </a:prstGeom>
        </p:spPr>
      </p:pic>
      <p:pic>
        <p:nvPicPr>
          <p:cNvPr id="59" name="@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12568" y="30806"/>
            <a:ext cx="2175393" cy="840727"/>
          </a:xfrm>
          <a:prstGeom prst="rect">
            <a:avLst/>
          </a:prstGeom>
        </p:spPr>
      </p:pic>
      <p:pic>
        <p:nvPicPr>
          <p:cNvPr id="60" name="@svg_云边框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pic>
        <p:nvPicPr>
          <p:cNvPr id="61" name="@svg_云填充01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815674" y="5599101"/>
            <a:ext cx="1969179" cy="969348"/>
          </a:xfrm>
          <a:prstGeom prst="rect">
            <a:avLst/>
          </a:prstGeom>
        </p:spPr>
      </p:pic>
      <p:sp>
        <p:nvSpPr>
          <p:cNvPr id="6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/>
          </a:solidFill>
          <a:latin typeface="汉仪北魏写经W" panose="00020600040101010101" charset="-122"/>
          <a:ea typeface="汉仪北魏写经W" panose="00020600040101010101" charset="-122"/>
          <a:cs typeface="汉仪楷体简" panose="02010600000101010101" charset="-128"/>
          <a:sym typeface="汉仪北魏写经W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" name="@svg_cloud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524" y="-2552"/>
            <a:ext cx="12193524" cy="6865059"/>
          </a:xfrm>
          <a:prstGeom prst="rect">
            <a:avLst/>
          </a:prstGeom>
        </p:spPr>
      </p:pic>
      <p:pic>
        <p:nvPicPr>
          <p:cNvPr id="56" name="@svg_GBtop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62" y="0"/>
            <a:ext cx="12193524" cy="864000"/>
          </a:xfrm>
          <a:prstGeom prst="rect">
            <a:avLst/>
          </a:prstGeom>
        </p:spPr>
      </p:pic>
      <p:pic>
        <p:nvPicPr>
          <p:cNvPr id="57" name="@svg_GBcentre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286" y="863999"/>
            <a:ext cx="12193524" cy="5348115"/>
          </a:xfrm>
          <a:prstGeom prst="rect">
            <a:avLst/>
          </a:prstGeom>
        </p:spPr>
      </p:pic>
      <p:pic>
        <p:nvPicPr>
          <p:cNvPr id="58" name="@svg_GBdown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62" y="6212114"/>
            <a:ext cx="12193524" cy="645886"/>
          </a:xfrm>
          <a:prstGeom prst="rect">
            <a:avLst/>
          </a:prstGeom>
        </p:spPr>
      </p:pic>
      <p:pic>
        <p:nvPicPr>
          <p:cNvPr id="59" name="@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12568" y="30806"/>
            <a:ext cx="2175393" cy="840727"/>
          </a:xfrm>
          <a:prstGeom prst="rect">
            <a:avLst/>
          </a:prstGeom>
        </p:spPr>
      </p:pic>
      <p:pic>
        <p:nvPicPr>
          <p:cNvPr id="60" name="@svg_云边框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pic>
        <p:nvPicPr>
          <p:cNvPr id="61" name="@svg_云填充01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815674" y="5599101"/>
            <a:ext cx="1969179" cy="969348"/>
          </a:xfrm>
          <a:prstGeom prst="rect">
            <a:avLst/>
          </a:prstGeom>
        </p:spPr>
      </p:pic>
      <p:sp>
        <p:nvSpPr>
          <p:cNvPr id="6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/>
          </a:solidFill>
          <a:latin typeface="汉仪北魏写经W" panose="00020600040101010101" charset="-122"/>
          <a:ea typeface="汉仪北魏写经W" panose="00020600040101010101" charset="-122"/>
          <a:cs typeface="汉仪楷体简" panose="02010600000101010101" charset="-128"/>
          <a:sym typeface="汉仪北魏写经W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" name="@svg_cloud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524" y="-2552"/>
            <a:ext cx="12193524" cy="6865059"/>
          </a:xfrm>
          <a:prstGeom prst="rect">
            <a:avLst/>
          </a:prstGeom>
        </p:spPr>
      </p:pic>
      <p:pic>
        <p:nvPicPr>
          <p:cNvPr id="56" name="@svg_GBtop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62" y="0"/>
            <a:ext cx="12193524" cy="864000"/>
          </a:xfrm>
          <a:prstGeom prst="rect">
            <a:avLst/>
          </a:prstGeom>
        </p:spPr>
      </p:pic>
      <p:pic>
        <p:nvPicPr>
          <p:cNvPr id="57" name="@svg_GBcentre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286" y="863999"/>
            <a:ext cx="12193524" cy="5348115"/>
          </a:xfrm>
          <a:prstGeom prst="rect">
            <a:avLst/>
          </a:prstGeom>
        </p:spPr>
      </p:pic>
      <p:pic>
        <p:nvPicPr>
          <p:cNvPr id="58" name="@svg_GBdown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62" y="6212114"/>
            <a:ext cx="12193524" cy="645886"/>
          </a:xfrm>
          <a:prstGeom prst="rect">
            <a:avLst/>
          </a:prstGeom>
        </p:spPr>
      </p:pic>
      <p:pic>
        <p:nvPicPr>
          <p:cNvPr id="59" name="@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12568" y="30806"/>
            <a:ext cx="2175393" cy="840727"/>
          </a:xfrm>
          <a:prstGeom prst="rect">
            <a:avLst/>
          </a:prstGeom>
        </p:spPr>
      </p:pic>
      <p:pic>
        <p:nvPicPr>
          <p:cNvPr id="60" name="@svg_云边框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pic>
        <p:nvPicPr>
          <p:cNvPr id="61" name="@svg_云填充01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815674" y="5599101"/>
            <a:ext cx="1969179" cy="969348"/>
          </a:xfrm>
          <a:prstGeom prst="rect">
            <a:avLst/>
          </a:prstGeom>
        </p:spPr>
      </p:pic>
      <p:sp>
        <p:nvSpPr>
          <p:cNvPr id="6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/>
          </a:solidFill>
          <a:latin typeface="汉仪北魏写经W" panose="00020600040101010101" charset="-122"/>
          <a:ea typeface="汉仪北魏写经W" panose="00020600040101010101" charset="-122"/>
          <a:cs typeface="汉仪楷体简" panose="02010600000101010101" charset="-128"/>
          <a:sym typeface="汉仪北魏写经W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" name="@svg_cloud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524" y="-2552"/>
            <a:ext cx="12193524" cy="6865059"/>
          </a:xfrm>
          <a:prstGeom prst="rect">
            <a:avLst/>
          </a:prstGeom>
        </p:spPr>
      </p:pic>
      <p:pic>
        <p:nvPicPr>
          <p:cNvPr id="56" name="@svg_GBtop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762" y="0"/>
            <a:ext cx="12193524" cy="864000"/>
          </a:xfrm>
          <a:prstGeom prst="rect">
            <a:avLst/>
          </a:prstGeom>
        </p:spPr>
      </p:pic>
      <p:pic>
        <p:nvPicPr>
          <p:cNvPr id="57" name="@svg_GBcentre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286" y="863999"/>
            <a:ext cx="12193524" cy="5348115"/>
          </a:xfrm>
          <a:prstGeom prst="rect">
            <a:avLst/>
          </a:prstGeom>
        </p:spPr>
      </p:pic>
      <p:pic>
        <p:nvPicPr>
          <p:cNvPr id="58" name="@svg_GBdown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762" y="6212114"/>
            <a:ext cx="12193524" cy="645886"/>
          </a:xfrm>
          <a:prstGeom prst="rect">
            <a:avLst/>
          </a:prstGeom>
        </p:spPr>
      </p:pic>
      <p:pic>
        <p:nvPicPr>
          <p:cNvPr id="59" name="@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12568" y="30806"/>
            <a:ext cx="2175393" cy="840727"/>
          </a:xfrm>
          <a:prstGeom prst="rect">
            <a:avLst/>
          </a:prstGeom>
        </p:spPr>
      </p:pic>
      <p:pic>
        <p:nvPicPr>
          <p:cNvPr id="60" name="@svg_云边框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pic>
        <p:nvPicPr>
          <p:cNvPr id="61" name="@svg_云填充01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63028" y="437714"/>
            <a:ext cx="826585" cy="311273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815674" y="5599101"/>
            <a:ext cx="1969179" cy="969348"/>
          </a:xfrm>
          <a:prstGeom prst="rect">
            <a:avLst/>
          </a:prstGeom>
        </p:spPr>
      </p:pic>
      <p:sp>
        <p:nvSpPr>
          <p:cNvPr id="6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/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86.xml"/><Relationship Id="rId2" Type="http://schemas.openxmlformats.org/officeDocument/2006/relationships/tags" Target="../tags/tag585.xml"/><Relationship Id="rId1" Type="http://schemas.openxmlformats.org/officeDocument/2006/relationships/tags" Target="../tags/tag584.xml"/><Relationship Id="rId4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94.xml"/><Relationship Id="rId13" Type="http://schemas.openxmlformats.org/officeDocument/2006/relationships/tags" Target="../tags/tag599.xml"/><Relationship Id="rId18" Type="http://schemas.openxmlformats.org/officeDocument/2006/relationships/tags" Target="../tags/tag604.xml"/><Relationship Id="rId3" Type="http://schemas.openxmlformats.org/officeDocument/2006/relationships/tags" Target="../tags/tag589.xml"/><Relationship Id="rId21" Type="http://schemas.openxmlformats.org/officeDocument/2006/relationships/image" Target="../media/image33.svg"/><Relationship Id="rId7" Type="http://schemas.openxmlformats.org/officeDocument/2006/relationships/tags" Target="../tags/tag593.xml"/><Relationship Id="rId12" Type="http://schemas.openxmlformats.org/officeDocument/2006/relationships/tags" Target="../tags/tag598.xml"/><Relationship Id="rId17" Type="http://schemas.openxmlformats.org/officeDocument/2006/relationships/tags" Target="../tags/tag603.xml"/><Relationship Id="rId2" Type="http://schemas.openxmlformats.org/officeDocument/2006/relationships/tags" Target="../tags/tag588.xml"/><Relationship Id="rId16" Type="http://schemas.openxmlformats.org/officeDocument/2006/relationships/tags" Target="../tags/tag602.xml"/><Relationship Id="rId20" Type="http://schemas.openxmlformats.org/officeDocument/2006/relationships/image" Target="../media/image32.png"/><Relationship Id="rId1" Type="http://schemas.openxmlformats.org/officeDocument/2006/relationships/tags" Target="../tags/tag587.xml"/><Relationship Id="rId6" Type="http://schemas.openxmlformats.org/officeDocument/2006/relationships/tags" Target="../tags/tag592.xml"/><Relationship Id="rId11" Type="http://schemas.openxmlformats.org/officeDocument/2006/relationships/tags" Target="../tags/tag597.xml"/><Relationship Id="rId5" Type="http://schemas.openxmlformats.org/officeDocument/2006/relationships/tags" Target="../tags/tag591.xml"/><Relationship Id="rId15" Type="http://schemas.openxmlformats.org/officeDocument/2006/relationships/tags" Target="../tags/tag601.xml"/><Relationship Id="rId10" Type="http://schemas.openxmlformats.org/officeDocument/2006/relationships/tags" Target="../tags/tag596.xml"/><Relationship Id="rId19" Type="http://schemas.openxmlformats.org/officeDocument/2006/relationships/slideLayout" Target="../slideLayouts/slideLayout58.xml"/><Relationship Id="rId4" Type="http://schemas.openxmlformats.org/officeDocument/2006/relationships/tags" Target="../tags/tag590.xml"/><Relationship Id="rId9" Type="http://schemas.openxmlformats.org/officeDocument/2006/relationships/tags" Target="../tags/tag595.xml"/><Relationship Id="rId14" Type="http://schemas.openxmlformats.org/officeDocument/2006/relationships/tags" Target="../tags/tag60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" Type="http://schemas.openxmlformats.org/officeDocument/2006/relationships/tags" Target="../tags/tag605.xml"/><Relationship Id="rId4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15.xml"/><Relationship Id="rId13" Type="http://schemas.openxmlformats.org/officeDocument/2006/relationships/tags" Target="../tags/tag620.xml"/><Relationship Id="rId18" Type="http://schemas.openxmlformats.org/officeDocument/2006/relationships/image" Target="../media/image35.jpeg"/><Relationship Id="rId3" Type="http://schemas.openxmlformats.org/officeDocument/2006/relationships/tags" Target="../tags/tag610.xml"/><Relationship Id="rId7" Type="http://schemas.openxmlformats.org/officeDocument/2006/relationships/tags" Target="../tags/tag614.xml"/><Relationship Id="rId12" Type="http://schemas.openxmlformats.org/officeDocument/2006/relationships/tags" Target="../tags/tag619.xml"/><Relationship Id="rId17" Type="http://schemas.openxmlformats.org/officeDocument/2006/relationships/image" Target="../media/image34.jpeg"/><Relationship Id="rId2" Type="http://schemas.openxmlformats.org/officeDocument/2006/relationships/tags" Target="../tags/tag609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608.xml"/><Relationship Id="rId6" Type="http://schemas.openxmlformats.org/officeDocument/2006/relationships/tags" Target="../tags/tag613.xml"/><Relationship Id="rId11" Type="http://schemas.openxmlformats.org/officeDocument/2006/relationships/tags" Target="../tags/tag618.xml"/><Relationship Id="rId5" Type="http://schemas.openxmlformats.org/officeDocument/2006/relationships/tags" Target="../tags/tag612.xml"/><Relationship Id="rId15" Type="http://schemas.openxmlformats.org/officeDocument/2006/relationships/slideLayout" Target="../slideLayouts/slideLayout18.xml"/><Relationship Id="rId10" Type="http://schemas.openxmlformats.org/officeDocument/2006/relationships/tags" Target="../tags/tag617.xml"/><Relationship Id="rId4" Type="http://schemas.openxmlformats.org/officeDocument/2006/relationships/tags" Target="../tags/tag611.xml"/><Relationship Id="rId9" Type="http://schemas.openxmlformats.org/officeDocument/2006/relationships/tags" Target="../tags/tag616.xml"/><Relationship Id="rId14" Type="http://schemas.openxmlformats.org/officeDocument/2006/relationships/tags" Target="../tags/tag6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29.xml"/><Relationship Id="rId13" Type="http://schemas.openxmlformats.org/officeDocument/2006/relationships/slideLayout" Target="../slideLayouts/slideLayout18.xml"/><Relationship Id="rId3" Type="http://schemas.openxmlformats.org/officeDocument/2006/relationships/tags" Target="../tags/tag624.xml"/><Relationship Id="rId7" Type="http://schemas.openxmlformats.org/officeDocument/2006/relationships/tags" Target="../tags/tag628.xml"/><Relationship Id="rId12" Type="http://schemas.openxmlformats.org/officeDocument/2006/relationships/tags" Target="../tags/tag633.xml"/><Relationship Id="rId2" Type="http://schemas.openxmlformats.org/officeDocument/2006/relationships/tags" Target="../tags/tag623.xml"/><Relationship Id="rId1" Type="http://schemas.openxmlformats.org/officeDocument/2006/relationships/tags" Target="../tags/tag622.xml"/><Relationship Id="rId6" Type="http://schemas.openxmlformats.org/officeDocument/2006/relationships/tags" Target="../tags/tag627.xml"/><Relationship Id="rId11" Type="http://schemas.openxmlformats.org/officeDocument/2006/relationships/tags" Target="../tags/tag632.xml"/><Relationship Id="rId5" Type="http://schemas.openxmlformats.org/officeDocument/2006/relationships/tags" Target="../tags/tag626.xml"/><Relationship Id="rId15" Type="http://schemas.openxmlformats.org/officeDocument/2006/relationships/image" Target="../media/image36.jpeg"/><Relationship Id="rId10" Type="http://schemas.openxmlformats.org/officeDocument/2006/relationships/tags" Target="../tags/tag631.xml"/><Relationship Id="rId4" Type="http://schemas.openxmlformats.org/officeDocument/2006/relationships/tags" Target="../tags/tag625.xml"/><Relationship Id="rId9" Type="http://schemas.openxmlformats.org/officeDocument/2006/relationships/tags" Target="../tags/tag630.xml"/><Relationship Id="rId1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1.xml"/><Relationship Id="rId13" Type="http://schemas.openxmlformats.org/officeDocument/2006/relationships/image" Target="../media/image38.jpeg"/><Relationship Id="rId3" Type="http://schemas.openxmlformats.org/officeDocument/2006/relationships/tags" Target="../tags/tag636.xml"/><Relationship Id="rId7" Type="http://schemas.openxmlformats.org/officeDocument/2006/relationships/tags" Target="../tags/tag640.xml"/><Relationship Id="rId12" Type="http://schemas.openxmlformats.org/officeDocument/2006/relationships/image" Target="../media/image37.jpeg"/><Relationship Id="rId2" Type="http://schemas.openxmlformats.org/officeDocument/2006/relationships/tags" Target="../tags/tag635.xml"/><Relationship Id="rId1" Type="http://schemas.openxmlformats.org/officeDocument/2006/relationships/tags" Target="../tags/tag634.xml"/><Relationship Id="rId6" Type="http://schemas.openxmlformats.org/officeDocument/2006/relationships/tags" Target="../tags/tag639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638.xml"/><Relationship Id="rId10" Type="http://schemas.openxmlformats.org/officeDocument/2006/relationships/tags" Target="../tags/tag643.xml"/><Relationship Id="rId4" Type="http://schemas.openxmlformats.org/officeDocument/2006/relationships/tags" Target="../tags/tag637.xml"/><Relationship Id="rId9" Type="http://schemas.openxmlformats.org/officeDocument/2006/relationships/tags" Target="../tags/tag64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51.xml"/><Relationship Id="rId3" Type="http://schemas.openxmlformats.org/officeDocument/2006/relationships/tags" Target="../tags/tag646.xml"/><Relationship Id="rId7" Type="http://schemas.openxmlformats.org/officeDocument/2006/relationships/tags" Target="../tags/tag650.xml"/><Relationship Id="rId12" Type="http://schemas.openxmlformats.org/officeDocument/2006/relationships/image" Target="../media/image39.jpeg"/><Relationship Id="rId2" Type="http://schemas.openxmlformats.org/officeDocument/2006/relationships/tags" Target="../tags/tag645.xml"/><Relationship Id="rId1" Type="http://schemas.openxmlformats.org/officeDocument/2006/relationships/tags" Target="../tags/tag644.xml"/><Relationship Id="rId6" Type="http://schemas.openxmlformats.org/officeDocument/2006/relationships/tags" Target="../tags/tag649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648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647.xml"/><Relationship Id="rId9" Type="http://schemas.openxmlformats.org/officeDocument/2006/relationships/tags" Target="../tags/tag65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60.xml"/><Relationship Id="rId13" Type="http://schemas.openxmlformats.org/officeDocument/2006/relationships/image" Target="../media/image40.jpeg"/><Relationship Id="rId3" Type="http://schemas.openxmlformats.org/officeDocument/2006/relationships/tags" Target="../tags/tag655.xml"/><Relationship Id="rId7" Type="http://schemas.openxmlformats.org/officeDocument/2006/relationships/tags" Target="../tags/tag659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654.xml"/><Relationship Id="rId1" Type="http://schemas.openxmlformats.org/officeDocument/2006/relationships/tags" Target="../tags/tag653.xml"/><Relationship Id="rId6" Type="http://schemas.openxmlformats.org/officeDocument/2006/relationships/tags" Target="../tags/tag658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657.xml"/><Relationship Id="rId10" Type="http://schemas.openxmlformats.org/officeDocument/2006/relationships/tags" Target="../tags/tag662.xml"/><Relationship Id="rId4" Type="http://schemas.openxmlformats.org/officeDocument/2006/relationships/tags" Target="../tags/tag656.xml"/><Relationship Id="rId9" Type="http://schemas.openxmlformats.org/officeDocument/2006/relationships/tags" Target="../tags/tag661.xml"/><Relationship Id="rId14" Type="http://schemas.openxmlformats.org/officeDocument/2006/relationships/image" Target="../media/image4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65.xml"/><Relationship Id="rId2" Type="http://schemas.openxmlformats.org/officeDocument/2006/relationships/tags" Target="../tags/tag664.xml"/><Relationship Id="rId1" Type="http://schemas.openxmlformats.org/officeDocument/2006/relationships/tags" Target="../tags/tag663.xml"/><Relationship Id="rId4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73.xml"/><Relationship Id="rId13" Type="http://schemas.openxmlformats.org/officeDocument/2006/relationships/tags" Target="../tags/tag678.xml"/><Relationship Id="rId3" Type="http://schemas.openxmlformats.org/officeDocument/2006/relationships/tags" Target="../tags/tag668.xml"/><Relationship Id="rId7" Type="http://schemas.openxmlformats.org/officeDocument/2006/relationships/tags" Target="../tags/tag672.xml"/><Relationship Id="rId12" Type="http://schemas.openxmlformats.org/officeDocument/2006/relationships/tags" Target="../tags/tag677.xml"/><Relationship Id="rId2" Type="http://schemas.openxmlformats.org/officeDocument/2006/relationships/tags" Target="../tags/tag667.xml"/><Relationship Id="rId16" Type="http://schemas.openxmlformats.org/officeDocument/2006/relationships/slideLayout" Target="../slideLayouts/slideLayout18.xml"/><Relationship Id="rId1" Type="http://schemas.openxmlformats.org/officeDocument/2006/relationships/tags" Target="../tags/tag666.xml"/><Relationship Id="rId6" Type="http://schemas.openxmlformats.org/officeDocument/2006/relationships/tags" Target="../tags/tag671.xml"/><Relationship Id="rId11" Type="http://schemas.openxmlformats.org/officeDocument/2006/relationships/tags" Target="../tags/tag676.xml"/><Relationship Id="rId5" Type="http://schemas.openxmlformats.org/officeDocument/2006/relationships/tags" Target="../tags/tag670.xml"/><Relationship Id="rId15" Type="http://schemas.openxmlformats.org/officeDocument/2006/relationships/tags" Target="../tags/tag680.xml"/><Relationship Id="rId10" Type="http://schemas.openxmlformats.org/officeDocument/2006/relationships/tags" Target="../tags/tag675.xml"/><Relationship Id="rId4" Type="http://schemas.openxmlformats.org/officeDocument/2006/relationships/tags" Target="../tags/tag669.xml"/><Relationship Id="rId9" Type="http://schemas.openxmlformats.org/officeDocument/2006/relationships/tags" Target="../tags/tag674.xml"/><Relationship Id="rId14" Type="http://schemas.openxmlformats.org/officeDocument/2006/relationships/tags" Target="../tags/tag67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88.xml"/><Relationship Id="rId3" Type="http://schemas.openxmlformats.org/officeDocument/2006/relationships/tags" Target="../tags/tag683.xml"/><Relationship Id="rId7" Type="http://schemas.openxmlformats.org/officeDocument/2006/relationships/tags" Target="../tags/tag687.xml"/><Relationship Id="rId12" Type="http://schemas.openxmlformats.org/officeDocument/2006/relationships/image" Target="../media/image43.jpeg"/><Relationship Id="rId2" Type="http://schemas.openxmlformats.org/officeDocument/2006/relationships/tags" Target="../tags/tag682.xml"/><Relationship Id="rId1" Type="http://schemas.openxmlformats.org/officeDocument/2006/relationships/tags" Target="../tags/tag681.xml"/><Relationship Id="rId6" Type="http://schemas.openxmlformats.org/officeDocument/2006/relationships/tags" Target="../tags/tag686.xml"/><Relationship Id="rId11" Type="http://schemas.openxmlformats.org/officeDocument/2006/relationships/image" Target="../media/image42.jpeg"/><Relationship Id="rId5" Type="http://schemas.openxmlformats.org/officeDocument/2006/relationships/tags" Target="../tags/tag685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684.xml"/><Relationship Id="rId9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96.xml"/><Relationship Id="rId3" Type="http://schemas.openxmlformats.org/officeDocument/2006/relationships/tags" Target="../tags/tag691.xml"/><Relationship Id="rId7" Type="http://schemas.openxmlformats.org/officeDocument/2006/relationships/tags" Target="../tags/tag695.xml"/><Relationship Id="rId12" Type="http://schemas.openxmlformats.org/officeDocument/2006/relationships/image" Target="../media/image45.jpeg"/><Relationship Id="rId2" Type="http://schemas.openxmlformats.org/officeDocument/2006/relationships/tags" Target="../tags/tag690.xml"/><Relationship Id="rId1" Type="http://schemas.openxmlformats.org/officeDocument/2006/relationships/tags" Target="../tags/tag689.xml"/><Relationship Id="rId6" Type="http://schemas.openxmlformats.org/officeDocument/2006/relationships/tags" Target="../tags/tag694.xml"/><Relationship Id="rId11" Type="http://schemas.openxmlformats.org/officeDocument/2006/relationships/image" Target="../media/image44.jpeg"/><Relationship Id="rId5" Type="http://schemas.openxmlformats.org/officeDocument/2006/relationships/tags" Target="../tags/tag693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692.xml"/><Relationship Id="rId9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04.xml"/><Relationship Id="rId3" Type="http://schemas.openxmlformats.org/officeDocument/2006/relationships/tags" Target="../tags/tag699.xml"/><Relationship Id="rId7" Type="http://schemas.openxmlformats.org/officeDocument/2006/relationships/tags" Target="../tags/tag703.xml"/><Relationship Id="rId12" Type="http://schemas.openxmlformats.org/officeDocument/2006/relationships/image" Target="../media/image47.jpeg"/><Relationship Id="rId2" Type="http://schemas.openxmlformats.org/officeDocument/2006/relationships/tags" Target="../tags/tag698.xml"/><Relationship Id="rId1" Type="http://schemas.openxmlformats.org/officeDocument/2006/relationships/tags" Target="../tags/tag697.xml"/><Relationship Id="rId6" Type="http://schemas.openxmlformats.org/officeDocument/2006/relationships/tags" Target="../tags/tag702.xml"/><Relationship Id="rId11" Type="http://schemas.openxmlformats.org/officeDocument/2006/relationships/image" Target="../media/image46.jpeg"/><Relationship Id="rId5" Type="http://schemas.openxmlformats.org/officeDocument/2006/relationships/tags" Target="../tags/tag701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700.xml"/><Relationship Id="rId9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12.xml"/><Relationship Id="rId3" Type="http://schemas.openxmlformats.org/officeDocument/2006/relationships/tags" Target="../tags/tag707.xml"/><Relationship Id="rId7" Type="http://schemas.openxmlformats.org/officeDocument/2006/relationships/tags" Target="../tags/tag711.xml"/><Relationship Id="rId12" Type="http://schemas.openxmlformats.org/officeDocument/2006/relationships/image" Target="../media/image48.jpeg"/><Relationship Id="rId2" Type="http://schemas.openxmlformats.org/officeDocument/2006/relationships/tags" Target="../tags/tag706.xml"/><Relationship Id="rId1" Type="http://schemas.openxmlformats.org/officeDocument/2006/relationships/tags" Target="../tags/tag705.xml"/><Relationship Id="rId6" Type="http://schemas.openxmlformats.org/officeDocument/2006/relationships/tags" Target="../tags/tag710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709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708.xml"/><Relationship Id="rId9" Type="http://schemas.openxmlformats.org/officeDocument/2006/relationships/tags" Target="../tags/tag7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" Type="http://schemas.openxmlformats.org/officeDocument/2006/relationships/tags" Target="../tags/tag714.xml"/><Relationship Id="rId4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24.xml"/><Relationship Id="rId3" Type="http://schemas.openxmlformats.org/officeDocument/2006/relationships/tags" Target="../tags/tag719.xml"/><Relationship Id="rId7" Type="http://schemas.openxmlformats.org/officeDocument/2006/relationships/tags" Target="../tags/tag723.xml"/><Relationship Id="rId2" Type="http://schemas.openxmlformats.org/officeDocument/2006/relationships/tags" Target="../tags/tag718.xml"/><Relationship Id="rId1" Type="http://schemas.openxmlformats.org/officeDocument/2006/relationships/tags" Target="../tags/tag717.xml"/><Relationship Id="rId6" Type="http://schemas.openxmlformats.org/officeDocument/2006/relationships/tags" Target="../tags/tag722.xml"/><Relationship Id="rId5" Type="http://schemas.openxmlformats.org/officeDocument/2006/relationships/tags" Target="../tags/tag721.xml"/><Relationship Id="rId10" Type="http://schemas.openxmlformats.org/officeDocument/2006/relationships/image" Target="../media/image49.jpeg"/><Relationship Id="rId4" Type="http://schemas.openxmlformats.org/officeDocument/2006/relationships/tags" Target="../tags/tag720.xml"/><Relationship Id="rId9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32.xml"/><Relationship Id="rId3" Type="http://schemas.openxmlformats.org/officeDocument/2006/relationships/tags" Target="../tags/tag727.xml"/><Relationship Id="rId7" Type="http://schemas.openxmlformats.org/officeDocument/2006/relationships/tags" Target="../tags/tag731.xml"/><Relationship Id="rId12" Type="http://schemas.openxmlformats.org/officeDocument/2006/relationships/image" Target="../media/image50.jpeg"/><Relationship Id="rId2" Type="http://schemas.openxmlformats.org/officeDocument/2006/relationships/tags" Target="../tags/tag726.xml"/><Relationship Id="rId1" Type="http://schemas.openxmlformats.org/officeDocument/2006/relationships/tags" Target="../tags/tag725.xml"/><Relationship Id="rId6" Type="http://schemas.openxmlformats.org/officeDocument/2006/relationships/tags" Target="../tags/tag730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729.xml"/><Relationship Id="rId10" Type="http://schemas.openxmlformats.org/officeDocument/2006/relationships/tags" Target="../tags/tag734.xml"/><Relationship Id="rId4" Type="http://schemas.openxmlformats.org/officeDocument/2006/relationships/tags" Target="../tags/tag728.xml"/><Relationship Id="rId9" Type="http://schemas.openxmlformats.org/officeDocument/2006/relationships/tags" Target="../tags/tag73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tags" Target="../tags/tag737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736.xml"/><Relationship Id="rId1" Type="http://schemas.openxmlformats.org/officeDocument/2006/relationships/tags" Target="../tags/tag735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39.xml"/><Relationship Id="rId4" Type="http://schemas.openxmlformats.org/officeDocument/2006/relationships/tags" Target="../tags/tag7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42.xml"/><Relationship Id="rId7" Type="http://schemas.openxmlformats.org/officeDocument/2006/relationships/image" Target="../media/image52.jpeg"/><Relationship Id="rId2" Type="http://schemas.openxmlformats.org/officeDocument/2006/relationships/tags" Target="../tags/tag741.xml"/><Relationship Id="rId1" Type="http://schemas.openxmlformats.org/officeDocument/2006/relationships/tags" Target="../tags/tag740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4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tags" Target="../tags/tag746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745.xml"/><Relationship Id="rId1" Type="http://schemas.openxmlformats.org/officeDocument/2006/relationships/tags" Target="../tags/tag744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48.xml"/><Relationship Id="rId4" Type="http://schemas.openxmlformats.org/officeDocument/2006/relationships/tags" Target="../tags/tag74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51.xml"/><Relationship Id="rId7" Type="http://schemas.openxmlformats.org/officeDocument/2006/relationships/image" Target="../media/image54.jpeg"/><Relationship Id="rId2" Type="http://schemas.openxmlformats.org/officeDocument/2006/relationships/tags" Target="../tags/tag750.xml"/><Relationship Id="rId1" Type="http://schemas.openxmlformats.org/officeDocument/2006/relationships/tags" Target="../tags/tag749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5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755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754.xml"/><Relationship Id="rId1" Type="http://schemas.openxmlformats.org/officeDocument/2006/relationships/tags" Target="../tags/tag753.xml"/><Relationship Id="rId6" Type="http://schemas.openxmlformats.org/officeDocument/2006/relationships/tags" Target="../tags/tag758.xml"/><Relationship Id="rId5" Type="http://schemas.openxmlformats.org/officeDocument/2006/relationships/tags" Target="../tags/tag757.xml"/><Relationship Id="rId4" Type="http://schemas.openxmlformats.org/officeDocument/2006/relationships/tags" Target="../tags/tag756.xml"/><Relationship Id="rId9" Type="http://schemas.openxmlformats.org/officeDocument/2006/relationships/image" Target="../media/image5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761.xml"/><Relationship Id="rId2" Type="http://schemas.openxmlformats.org/officeDocument/2006/relationships/tags" Target="../tags/tag760.xml"/><Relationship Id="rId1" Type="http://schemas.openxmlformats.org/officeDocument/2006/relationships/tags" Target="../tags/tag759.xml"/><Relationship Id="rId4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769.xml"/><Relationship Id="rId13" Type="http://schemas.openxmlformats.org/officeDocument/2006/relationships/tags" Target="../tags/tag774.xml"/><Relationship Id="rId18" Type="http://schemas.openxmlformats.org/officeDocument/2006/relationships/image" Target="../media/image57.jpeg"/><Relationship Id="rId3" Type="http://schemas.openxmlformats.org/officeDocument/2006/relationships/tags" Target="../tags/tag764.xml"/><Relationship Id="rId7" Type="http://schemas.openxmlformats.org/officeDocument/2006/relationships/tags" Target="../tags/tag768.xml"/><Relationship Id="rId12" Type="http://schemas.openxmlformats.org/officeDocument/2006/relationships/tags" Target="../tags/tag773.xml"/><Relationship Id="rId17" Type="http://schemas.openxmlformats.org/officeDocument/2006/relationships/image" Target="../media/image56.jpeg"/><Relationship Id="rId2" Type="http://schemas.openxmlformats.org/officeDocument/2006/relationships/tags" Target="../tags/tag763.xml"/><Relationship Id="rId16" Type="http://schemas.openxmlformats.org/officeDocument/2006/relationships/notesSlide" Target="../notesSlides/notesSlide14.xml"/><Relationship Id="rId1" Type="http://schemas.openxmlformats.org/officeDocument/2006/relationships/tags" Target="../tags/tag762.xml"/><Relationship Id="rId6" Type="http://schemas.openxmlformats.org/officeDocument/2006/relationships/tags" Target="../tags/tag767.xml"/><Relationship Id="rId11" Type="http://schemas.openxmlformats.org/officeDocument/2006/relationships/tags" Target="../tags/tag772.xml"/><Relationship Id="rId5" Type="http://schemas.openxmlformats.org/officeDocument/2006/relationships/tags" Target="../tags/tag766.xml"/><Relationship Id="rId15" Type="http://schemas.openxmlformats.org/officeDocument/2006/relationships/slideLayout" Target="../slideLayouts/slideLayout18.xml"/><Relationship Id="rId10" Type="http://schemas.openxmlformats.org/officeDocument/2006/relationships/tags" Target="../tags/tag771.xml"/><Relationship Id="rId19" Type="http://schemas.openxmlformats.org/officeDocument/2006/relationships/image" Target="../media/image58.jpeg"/><Relationship Id="rId4" Type="http://schemas.openxmlformats.org/officeDocument/2006/relationships/tags" Target="../tags/tag765.xml"/><Relationship Id="rId9" Type="http://schemas.openxmlformats.org/officeDocument/2006/relationships/tags" Target="../tags/tag770.xml"/><Relationship Id="rId14" Type="http://schemas.openxmlformats.org/officeDocument/2006/relationships/tags" Target="../tags/tag77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tags" Target="../tags/tag778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777.xml"/><Relationship Id="rId1" Type="http://schemas.openxmlformats.org/officeDocument/2006/relationships/tags" Target="../tags/tag776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80.xml"/><Relationship Id="rId4" Type="http://schemas.openxmlformats.org/officeDocument/2006/relationships/tags" Target="../tags/tag77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788.xml"/><Relationship Id="rId13" Type="http://schemas.openxmlformats.org/officeDocument/2006/relationships/tags" Target="../tags/tag793.xml"/><Relationship Id="rId18" Type="http://schemas.openxmlformats.org/officeDocument/2006/relationships/image" Target="../media/image61.jpeg"/><Relationship Id="rId3" Type="http://schemas.openxmlformats.org/officeDocument/2006/relationships/tags" Target="../tags/tag783.xml"/><Relationship Id="rId7" Type="http://schemas.openxmlformats.org/officeDocument/2006/relationships/tags" Target="../tags/tag787.xml"/><Relationship Id="rId12" Type="http://schemas.openxmlformats.org/officeDocument/2006/relationships/tags" Target="../tags/tag792.xml"/><Relationship Id="rId17" Type="http://schemas.openxmlformats.org/officeDocument/2006/relationships/image" Target="../media/image60.jpeg"/><Relationship Id="rId2" Type="http://schemas.openxmlformats.org/officeDocument/2006/relationships/tags" Target="../tags/tag782.xml"/><Relationship Id="rId16" Type="http://schemas.openxmlformats.org/officeDocument/2006/relationships/notesSlide" Target="../notesSlides/notesSlide16.xml"/><Relationship Id="rId1" Type="http://schemas.openxmlformats.org/officeDocument/2006/relationships/tags" Target="../tags/tag781.xml"/><Relationship Id="rId6" Type="http://schemas.openxmlformats.org/officeDocument/2006/relationships/tags" Target="../tags/tag786.xml"/><Relationship Id="rId11" Type="http://schemas.openxmlformats.org/officeDocument/2006/relationships/tags" Target="../tags/tag791.xml"/><Relationship Id="rId5" Type="http://schemas.openxmlformats.org/officeDocument/2006/relationships/tags" Target="../tags/tag785.xml"/><Relationship Id="rId15" Type="http://schemas.openxmlformats.org/officeDocument/2006/relationships/slideLayout" Target="../slideLayouts/slideLayout18.xml"/><Relationship Id="rId10" Type="http://schemas.openxmlformats.org/officeDocument/2006/relationships/tags" Target="../tags/tag790.xml"/><Relationship Id="rId4" Type="http://schemas.openxmlformats.org/officeDocument/2006/relationships/tags" Target="../tags/tag784.xml"/><Relationship Id="rId9" Type="http://schemas.openxmlformats.org/officeDocument/2006/relationships/tags" Target="../tags/tag789.xml"/><Relationship Id="rId14" Type="http://schemas.openxmlformats.org/officeDocument/2006/relationships/tags" Target="../tags/tag79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tags" Target="../tags/tag797.xml"/><Relationship Id="rId7" Type="http://schemas.openxmlformats.org/officeDocument/2006/relationships/tags" Target="../tags/tag801.xml"/><Relationship Id="rId2" Type="http://schemas.openxmlformats.org/officeDocument/2006/relationships/tags" Target="../tags/tag796.xml"/><Relationship Id="rId1" Type="http://schemas.openxmlformats.org/officeDocument/2006/relationships/tags" Target="../tags/tag795.xml"/><Relationship Id="rId6" Type="http://schemas.openxmlformats.org/officeDocument/2006/relationships/tags" Target="../tags/tag800.xml"/><Relationship Id="rId5" Type="http://schemas.openxmlformats.org/officeDocument/2006/relationships/tags" Target="../tags/tag799.xml"/><Relationship Id="rId10" Type="http://schemas.openxmlformats.org/officeDocument/2006/relationships/image" Target="../media/image62.jpeg"/><Relationship Id="rId4" Type="http://schemas.openxmlformats.org/officeDocument/2006/relationships/tags" Target="../tags/tag798.xml"/><Relationship Id="rId9" Type="http://schemas.openxmlformats.org/officeDocument/2006/relationships/notesSlide" Target="../notesSlides/notesSlide1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09.xml"/><Relationship Id="rId13" Type="http://schemas.openxmlformats.org/officeDocument/2006/relationships/image" Target="../media/image64.jpeg"/><Relationship Id="rId3" Type="http://schemas.openxmlformats.org/officeDocument/2006/relationships/tags" Target="../tags/tag804.xml"/><Relationship Id="rId7" Type="http://schemas.openxmlformats.org/officeDocument/2006/relationships/tags" Target="../tags/tag808.xml"/><Relationship Id="rId12" Type="http://schemas.openxmlformats.org/officeDocument/2006/relationships/image" Target="../media/image63.jpeg"/><Relationship Id="rId2" Type="http://schemas.openxmlformats.org/officeDocument/2006/relationships/tags" Target="../tags/tag803.xml"/><Relationship Id="rId1" Type="http://schemas.openxmlformats.org/officeDocument/2006/relationships/tags" Target="../tags/tag802.xml"/><Relationship Id="rId6" Type="http://schemas.openxmlformats.org/officeDocument/2006/relationships/tags" Target="../tags/tag807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806.xml"/><Relationship Id="rId10" Type="http://schemas.openxmlformats.org/officeDocument/2006/relationships/tags" Target="../tags/tag811.xml"/><Relationship Id="rId4" Type="http://schemas.openxmlformats.org/officeDocument/2006/relationships/tags" Target="../tags/tag805.xml"/><Relationship Id="rId9" Type="http://schemas.openxmlformats.org/officeDocument/2006/relationships/tags" Target="../tags/tag8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813.xml"/><Relationship Id="rId1" Type="http://schemas.openxmlformats.org/officeDocument/2006/relationships/tags" Target="../tags/tag8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68484" y="1708531"/>
            <a:ext cx="5466962" cy="238633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6600" dirty="0"/>
              <a:t>建设科技强国青年人可以做些什么？</a:t>
            </a:r>
          </a:p>
        </p:txBody>
      </p:sp>
      <p:sp>
        <p:nvSpPr>
          <p:cNvPr id="8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8484" y="4767326"/>
            <a:ext cx="5466962" cy="50419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李天宇</a:t>
            </a:r>
            <a:r>
              <a:rPr lang="en-US" altLang="zh-CN" dirty="0"/>
              <a:t>	</a:t>
            </a:r>
            <a:r>
              <a:rPr lang="zh-CN" altLang="en-US" dirty="0"/>
              <a:t>周鑫悦</a:t>
            </a:r>
            <a:r>
              <a:rPr lang="en-US" altLang="zh-CN" dirty="0"/>
              <a:t>	</a:t>
            </a:r>
            <a:r>
              <a:rPr lang="zh-CN" altLang="en-US" dirty="0"/>
              <a:t>高强</a:t>
            </a:r>
            <a:r>
              <a:rPr lang="en-US" altLang="zh-CN" dirty="0"/>
              <a:t>	</a:t>
            </a:r>
            <a:r>
              <a:rPr lang="zh-CN" altLang="en-US" dirty="0"/>
              <a:t>盛曦</a:t>
            </a:r>
            <a:r>
              <a:rPr lang="en-US" altLang="zh-CN" dirty="0"/>
              <a:t>	</a:t>
            </a:r>
            <a:r>
              <a:rPr lang="zh-CN" altLang="en-US" dirty="0"/>
              <a:t>胡笳</a:t>
            </a:r>
            <a:r>
              <a:rPr lang="en-US" altLang="zh-CN" dirty="0"/>
              <a:t>	</a:t>
            </a:r>
            <a:r>
              <a:rPr lang="zh-CN" altLang="en-US" dirty="0"/>
              <a:t>鲁阳阳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pic>
        <p:nvPicPr>
          <p:cNvPr id="25" name="@svg_title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V="1">
            <a:off x="3630930" y="1790700"/>
            <a:ext cx="4932045" cy="694055"/>
          </a:xfrm>
          <a:prstGeom prst="rect">
            <a:avLst/>
          </a:prstGeom>
        </p:spPr>
      </p:pic>
      <p:sp>
        <p:nvSpPr>
          <p:cNvPr id="26" name="序号"/>
          <p:cNvSpPr txBox="1"/>
          <p:nvPr>
            <p:custDataLst>
              <p:tags r:id="rId4"/>
            </p:custDataLst>
          </p:nvPr>
        </p:nvSpPr>
        <p:spPr>
          <a:xfrm>
            <a:off x="3821430" y="191389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sz="2000" b="1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  <a:sym typeface="+mn-ea"/>
              </a:rPr>
              <a:t>01</a:t>
            </a:r>
          </a:p>
        </p:txBody>
      </p:sp>
      <p:sp>
        <p:nvSpPr>
          <p:cNvPr id="29" name="项标题"/>
          <p:cNvSpPr txBox="1"/>
          <p:nvPr>
            <p:custDataLst>
              <p:tags r:id="rId5"/>
            </p:custDataLst>
          </p:nvPr>
        </p:nvSpPr>
        <p:spPr>
          <a:xfrm>
            <a:off x="4876165" y="1913890"/>
            <a:ext cx="335724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sz="2000" b="1" spc="300" dirty="0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</a:rPr>
              <a:t>积极参与科研创新</a:t>
            </a:r>
          </a:p>
        </p:txBody>
      </p:sp>
      <p:sp>
        <p:nvSpPr>
          <p:cNvPr id="30" name="@path_Line 5"/>
          <p:cNvSpPr/>
          <p:nvPr>
            <p:custDataLst>
              <p:tags r:id="rId6"/>
            </p:custDataLst>
          </p:nvPr>
        </p:nvSpPr>
        <p:spPr>
          <a:xfrm flipV="1">
            <a:off x="4652010" y="2045335"/>
            <a:ext cx="4445" cy="252095"/>
          </a:xfrm>
          <a:prstGeom prst="roundRect">
            <a:avLst/>
          </a:prstGeom>
          <a:solidFill>
            <a:schemeClr val="accent6"/>
          </a:solidFill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31" name="@svg_title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V="1">
            <a:off x="3630930" y="2663190"/>
            <a:ext cx="4932045" cy="694055"/>
          </a:xfrm>
          <a:prstGeom prst="rect">
            <a:avLst/>
          </a:prstGeom>
        </p:spPr>
      </p:pic>
      <p:sp>
        <p:nvSpPr>
          <p:cNvPr id="34" name="序号"/>
          <p:cNvSpPr txBox="1"/>
          <p:nvPr>
            <p:custDataLst>
              <p:tags r:id="rId8"/>
            </p:custDataLst>
          </p:nvPr>
        </p:nvSpPr>
        <p:spPr>
          <a:xfrm>
            <a:off x="3821430" y="278638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sz="2000" b="1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  <a:sym typeface="+mn-ea"/>
              </a:rPr>
              <a:t>02</a:t>
            </a:r>
          </a:p>
        </p:txBody>
      </p:sp>
      <p:sp>
        <p:nvSpPr>
          <p:cNvPr id="35" name="项标题"/>
          <p:cNvSpPr txBox="1"/>
          <p:nvPr>
            <p:custDataLst>
              <p:tags r:id="rId9"/>
            </p:custDataLst>
          </p:nvPr>
        </p:nvSpPr>
        <p:spPr>
          <a:xfrm>
            <a:off x="4876165" y="2786380"/>
            <a:ext cx="335724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sz="2000" b="1" spc="300" dirty="0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</a:rPr>
              <a:t>提升专业素养与技能</a:t>
            </a:r>
          </a:p>
        </p:txBody>
      </p:sp>
      <p:sp>
        <p:nvSpPr>
          <p:cNvPr id="36" name="@path_Line 5"/>
          <p:cNvSpPr/>
          <p:nvPr>
            <p:custDataLst>
              <p:tags r:id="rId10"/>
            </p:custDataLst>
          </p:nvPr>
        </p:nvSpPr>
        <p:spPr>
          <a:xfrm flipV="1">
            <a:off x="4652010" y="2917825"/>
            <a:ext cx="4445" cy="252095"/>
          </a:xfrm>
          <a:prstGeom prst="roundRect">
            <a:avLst/>
          </a:prstGeom>
          <a:solidFill>
            <a:schemeClr val="accent6"/>
          </a:solidFill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37" name="@svg_title1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V="1">
            <a:off x="3630930" y="3535680"/>
            <a:ext cx="4932045" cy="694055"/>
          </a:xfrm>
          <a:prstGeom prst="rect">
            <a:avLst/>
          </a:prstGeom>
        </p:spPr>
      </p:pic>
      <p:sp>
        <p:nvSpPr>
          <p:cNvPr id="38" name="序号"/>
          <p:cNvSpPr txBox="1"/>
          <p:nvPr>
            <p:custDataLst>
              <p:tags r:id="rId12"/>
            </p:custDataLst>
          </p:nvPr>
        </p:nvSpPr>
        <p:spPr>
          <a:xfrm>
            <a:off x="3821430" y="365887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sz="2000" b="1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  <a:sym typeface="+mn-ea"/>
              </a:rPr>
              <a:t>03</a:t>
            </a:r>
          </a:p>
        </p:txBody>
      </p:sp>
      <p:sp>
        <p:nvSpPr>
          <p:cNvPr id="39" name="项标题"/>
          <p:cNvSpPr txBox="1"/>
          <p:nvPr>
            <p:custDataLst>
              <p:tags r:id="rId13"/>
            </p:custDataLst>
          </p:nvPr>
        </p:nvSpPr>
        <p:spPr>
          <a:xfrm>
            <a:off x="4876165" y="3658870"/>
            <a:ext cx="335724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sz="2000" b="1" spc="300" dirty="0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</a:rPr>
              <a:t>参与科普宣传与科学传播</a:t>
            </a:r>
          </a:p>
        </p:txBody>
      </p:sp>
      <p:sp>
        <p:nvSpPr>
          <p:cNvPr id="40" name="@path_Line 5"/>
          <p:cNvSpPr/>
          <p:nvPr>
            <p:custDataLst>
              <p:tags r:id="rId14"/>
            </p:custDataLst>
          </p:nvPr>
        </p:nvSpPr>
        <p:spPr>
          <a:xfrm flipV="1">
            <a:off x="4652010" y="3790315"/>
            <a:ext cx="4445" cy="252095"/>
          </a:xfrm>
          <a:prstGeom prst="roundRect">
            <a:avLst/>
          </a:prstGeom>
          <a:solidFill>
            <a:schemeClr val="accent6"/>
          </a:solidFill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  <p:pic>
        <p:nvPicPr>
          <p:cNvPr id="41" name="@svg_title1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flipV="1">
            <a:off x="3630930" y="4408170"/>
            <a:ext cx="4932045" cy="694055"/>
          </a:xfrm>
          <a:prstGeom prst="rect">
            <a:avLst/>
          </a:prstGeom>
        </p:spPr>
      </p:pic>
      <p:sp>
        <p:nvSpPr>
          <p:cNvPr id="42" name="序号"/>
          <p:cNvSpPr txBox="1"/>
          <p:nvPr>
            <p:custDataLst>
              <p:tags r:id="rId16"/>
            </p:custDataLst>
          </p:nvPr>
        </p:nvSpPr>
        <p:spPr>
          <a:xfrm>
            <a:off x="3821430" y="453136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sz="2000" b="1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  <a:sym typeface="+mn-ea"/>
              </a:rPr>
              <a:t>04</a:t>
            </a:r>
          </a:p>
        </p:txBody>
      </p:sp>
      <p:sp>
        <p:nvSpPr>
          <p:cNvPr id="43" name="项标题"/>
          <p:cNvSpPr txBox="1"/>
          <p:nvPr>
            <p:custDataLst>
              <p:tags r:id="rId17"/>
            </p:custDataLst>
          </p:nvPr>
        </p:nvSpPr>
        <p:spPr>
          <a:xfrm>
            <a:off x="4876165" y="4531360"/>
            <a:ext cx="3357245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</a:pPr>
            <a:r>
              <a:rPr lang="zh-CN" altLang="en-US" sz="2000" b="1" spc="300" dirty="0">
                <a:solidFill>
                  <a:schemeClr val="accent6"/>
                </a:solidFill>
                <a:latin typeface="+mj-ea"/>
                <a:ea typeface="+mj-ea"/>
                <a:cs typeface="汉仪楷体简" panose="02010600000101010101" charset="-128"/>
              </a:rPr>
              <a:t>关注科技动态</a:t>
            </a:r>
          </a:p>
        </p:txBody>
      </p:sp>
      <p:sp>
        <p:nvSpPr>
          <p:cNvPr id="44" name="@path_Line 5"/>
          <p:cNvSpPr/>
          <p:nvPr>
            <p:custDataLst>
              <p:tags r:id="rId18"/>
            </p:custDataLst>
          </p:nvPr>
        </p:nvSpPr>
        <p:spPr>
          <a:xfrm flipV="1">
            <a:off x="4652010" y="4662805"/>
            <a:ext cx="4445" cy="252095"/>
          </a:xfrm>
          <a:prstGeom prst="roundRect">
            <a:avLst/>
          </a:prstGeom>
          <a:solidFill>
            <a:schemeClr val="accent6"/>
          </a:solidFill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dirty="0"/>
              <a:t>积极参与科研创新</a:t>
            </a:r>
          </a:p>
        </p:txBody>
      </p:sp>
      <p:sp>
        <p:nvSpPr>
          <p:cNvPr id="8" name="节编号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1598220"/>
            <a:ext cx="9144000" cy="122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tx1"/>
                </a:solidFill>
                <a:latin typeface="+mn-ea"/>
                <a:ea typeface="+mn-ea"/>
                <a:cs typeface="汉仪楷体简" panose="02010600000101010101" charset="-128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01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dirty="0"/>
              <a:t>提升专业知识与技能</a:t>
            </a:r>
          </a:p>
        </p:txBody>
      </p:sp>
      <p:sp>
        <p:nvSpPr>
          <p:cNvPr id="9" name="圆角矩形 106"/>
          <p:cNvSpPr/>
          <p:nvPr>
            <p:custDataLst>
              <p:tags r:id="rId3"/>
            </p:custDataLst>
          </p:nvPr>
        </p:nvSpPr>
        <p:spPr>
          <a:xfrm>
            <a:off x="759244" y="2647921"/>
            <a:ext cx="4969687" cy="3271195"/>
          </a:xfrm>
          <a:prstGeom prst="roundRect">
            <a:avLst>
              <a:gd name="adj" fmla="val 8465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  <a:alpha val="10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395814" y="4323607"/>
            <a:ext cx="3696047" cy="14354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专注于所学专业，掌握相关知识和技能，为科研和创新做好准备。</a:t>
            </a: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1395814" y="3645701"/>
            <a:ext cx="3695411" cy="5341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</a:rPr>
              <a:t>深入学习</a:t>
            </a:r>
          </a:p>
        </p:txBody>
      </p:sp>
      <p:sp>
        <p:nvSpPr>
          <p:cNvPr id="35" name="圆角矩形 106"/>
          <p:cNvSpPr/>
          <p:nvPr>
            <p:custDataLst>
              <p:tags r:id="rId6"/>
            </p:custDataLst>
          </p:nvPr>
        </p:nvSpPr>
        <p:spPr>
          <a:xfrm>
            <a:off x="6463570" y="2647921"/>
            <a:ext cx="4969687" cy="3271195"/>
          </a:xfrm>
          <a:prstGeom prst="roundRect">
            <a:avLst>
              <a:gd name="adj" fmla="val 8465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  <a:alpha val="10000"/>
                </a:schemeClr>
              </a:solidFill>
            </a:endParaRPr>
          </a:p>
        </p:txBody>
      </p:sp>
      <p:pic>
        <p:nvPicPr>
          <p:cNvPr id="39" name="图片 38" descr="/data/temp/56e641b7-1416-11ef-b8ff-6ed779301bc8.jpg@base@tag=imgScale&amp;m=1&amp;w=534&amp;h=534&amp;q=9556e641b7-1416-11ef-b8ff-6ed779301bc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/>
          <a:srcRect l="23845" r="9613" b="187"/>
          <a:stretch>
            <a:fillRect/>
          </a:stretch>
        </p:blipFill>
        <p:spPr>
          <a:xfrm>
            <a:off x="2221892" y="1416118"/>
            <a:ext cx="1926448" cy="1926448"/>
          </a:xfrm>
          <a:custGeom>
            <a:avLst/>
            <a:gdLst>
              <a:gd name="connsiteX0" fmla="*/ 981734 w 1963468"/>
              <a:gd name="connsiteY0" fmla="*/ 0 h 1963468"/>
              <a:gd name="connsiteX1" fmla="*/ 1963468 w 1963468"/>
              <a:gd name="connsiteY1" fmla="*/ 981734 h 1963468"/>
              <a:gd name="connsiteX2" fmla="*/ 981734 w 1963468"/>
              <a:gd name="connsiteY2" fmla="*/ 1963468 h 1963468"/>
              <a:gd name="connsiteX3" fmla="*/ 0 w 1963468"/>
              <a:gd name="connsiteY3" fmla="*/ 981734 h 1963468"/>
              <a:gd name="connsiteX4" fmla="*/ 981734 w 1963468"/>
              <a:gd name="connsiteY4" fmla="*/ 0 h 196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7258487" y="4323607"/>
            <a:ext cx="3696047" cy="14354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了解科研动态和前沿技术，拓宽知识面和视野。</a:t>
            </a: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7258487" y="3645701"/>
            <a:ext cx="3695411" cy="5341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</a:rPr>
              <a:t>参加学术活动</a:t>
            </a:r>
          </a:p>
        </p:txBody>
      </p:sp>
      <p:sp>
        <p:nvSpPr>
          <p:cNvPr id="40" name="圆角矩形 25"/>
          <p:cNvSpPr/>
          <p:nvPr>
            <p:custDataLst>
              <p:tags r:id="rId10"/>
            </p:custDataLst>
          </p:nvPr>
        </p:nvSpPr>
        <p:spPr>
          <a:xfrm>
            <a:off x="2976745" y="3134411"/>
            <a:ext cx="416529" cy="4165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127000" dist="635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1" name="任意多边形 26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rot="8100000">
            <a:off x="3056873" y="3233616"/>
            <a:ext cx="257150" cy="15245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42" name="图片 41" descr="/data/temp/56e64228-1416-11ef-b8ff-6ed779301bc8.jpg@base@tag=imgScale&amp;m=1&amp;w=534&amp;h=534&amp;q=9556e64228-1416-11ef-b8ff-6ed779301bc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rcRect l="16677" r="16677"/>
          <a:stretch>
            <a:fillRect/>
          </a:stretch>
        </p:blipFill>
        <p:spPr>
          <a:xfrm>
            <a:off x="7926854" y="1441555"/>
            <a:ext cx="1925862" cy="1926448"/>
          </a:xfrm>
          <a:custGeom>
            <a:avLst/>
            <a:gdLst>
              <a:gd name="connsiteX0" fmla="*/ 981734 w 1963468"/>
              <a:gd name="connsiteY0" fmla="*/ 0 h 1963468"/>
              <a:gd name="connsiteX1" fmla="*/ 1963468 w 1963468"/>
              <a:gd name="connsiteY1" fmla="*/ 981734 h 1963468"/>
              <a:gd name="connsiteX2" fmla="*/ 981734 w 1963468"/>
              <a:gd name="connsiteY2" fmla="*/ 1963468 h 1963468"/>
              <a:gd name="connsiteX3" fmla="*/ 0 w 1963468"/>
              <a:gd name="connsiteY3" fmla="*/ 981734 h 1963468"/>
              <a:gd name="connsiteX4" fmla="*/ 981734 w 1963468"/>
              <a:gd name="connsiteY4" fmla="*/ 0 h 196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3" name="圆角矩形 27"/>
          <p:cNvSpPr/>
          <p:nvPr>
            <p:custDataLst>
              <p:tags r:id="rId13"/>
            </p:custDataLst>
          </p:nvPr>
        </p:nvSpPr>
        <p:spPr>
          <a:xfrm>
            <a:off x="8681707" y="3134411"/>
            <a:ext cx="416029" cy="4165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127000" dist="635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4" name="任意多边形 28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 rot="8100000">
            <a:off x="8761199" y="3233616"/>
            <a:ext cx="257150" cy="15245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主动参与科研项目和竞赛</a:t>
            </a:r>
          </a:p>
        </p:txBody>
      </p:sp>
      <p:pic>
        <p:nvPicPr>
          <p:cNvPr id="8" name="图片 7" descr="/data/temp/56ae25fc-1416-11ef-9025-2a429172e45f.jpg@base@tag=imgScale&amp;m=1&amp;w=910&amp;h=1289&amp;q=9556ae25fc-1416-11ef-9025-2a429172e45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rcRect l="14711" r="14711"/>
          <a:stretch>
            <a:fillRect/>
          </a:stretch>
        </p:blipFill>
        <p:spPr>
          <a:xfrm>
            <a:off x="8219004" y="1362905"/>
            <a:ext cx="3277671" cy="4644000"/>
          </a:xfrm>
          <a:prstGeom prst="round1Rect">
            <a:avLst>
              <a:gd name="adj" fmla="val 39814"/>
            </a:avLst>
          </a:prstGeom>
          <a:ln w="9525" cap="flat" cmpd="sng" algn="ctr">
            <a:solidFill>
              <a:schemeClr val="accent1">
                <a:lumMod val="100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1001711" y="3014741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10" name="圆角矩形 35"/>
          <p:cNvSpPr/>
          <p:nvPr>
            <p:custDataLst>
              <p:tags r:id="rId5"/>
            </p:custDataLst>
          </p:nvPr>
        </p:nvSpPr>
        <p:spPr>
          <a:xfrm>
            <a:off x="636586" y="3320176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申请加入科研项目</a:t>
            </a: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1001711" y="1358661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7"/>
            </p:custDataLst>
          </p:nvPr>
        </p:nvSpPr>
        <p:spPr>
          <a:xfrm>
            <a:off x="636586" y="1664731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关注科研项目信息</a:t>
            </a: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2970212" y="1425336"/>
            <a:ext cx="4512039" cy="11987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主动关注学校和社会科研项目信息，了解项目申请条件和流程。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2970212" y="3014106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积极申请加入相关科研项目，锻炼科研能力。</a:t>
            </a:r>
          </a:p>
        </p:txBody>
      </p:sp>
      <p:sp>
        <p:nvSpPr>
          <p:cNvPr id="16" name="圆角矩形 15"/>
          <p:cNvSpPr/>
          <p:nvPr>
            <p:custDataLst>
              <p:tags r:id="rId10"/>
            </p:custDataLst>
          </p:nvPr>
        </p:nvSpPr>
        <p:spPr>
          <a:xfrm>
            <a:off x="1001711" y="4670187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18" name="圆角矩形 35"/>
          <p:cNvSpPr/>
          <p:nvPr>
            <p:custDataLst>
              <p:tags r:id="rId11"/>
            </p:custDataLst>
          </p:nvPr>
        </p:nvSpPr>
        <p:spPr>
          <a:xfrm>
            <a:off x="636586" y="4976257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参加创新竞赛</a:t>
            </a: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2970212" y="4669552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参加各类科技创新竞赛，展示创新成果，锻炼实践能力和团队协作能力。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加入创新团队和组织</a:t>
            </a: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695960" y="1415799"/>
            <a:ext cx="5041524" cy="4644259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15" name="图片 14" descr="/data/temp/57a4647e-1416-11ef-bf46-8af0a9c5b951.jpg@base@tag=imgScale&amp;m=1&amp;w=1399&amp;h=817&amp;q=9557a4647e-1416-11ef-bf46-8af0a9c5b95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2"/>
          <a:srcRect l="16179" t="16891" r="19857" b="12240"/>
          <a:stretch>
            <a:fillRect/>
          </a:stretch>
        </p:blipFill>
        <p:spPr>
          <a:xfrm>
            <a:off x="696595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1136092" y="4536104"/>
            <a:ext cx="4173296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选择团队</a:t>
            </a: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136092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根据兴趣和专业方向，选择适合的创新团队或组织。</a:t>
            </a: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6455791" y="1415799"/>
            <a:ext cx="5040889" cy="464425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6909261" y="4536104"/>
            <a:ext cx="4171303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团队合作</a:t>
            </a: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6905450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+mn-ea"/>
                <a:cs typeface="+mn-ea"/>
              </a:rPr>
              <a:t>在团队中发挥专业优势，与成员紧密合作，共同完成科研项目和创新任务。</a:t>
            </a:r>
          </a:p>
        </p:txBody>
      </p:sp>
      <p:pic>
        <p:nvPicPr>
          <p:cNvPr id="22" name="图片 21" descr="/data/temp/57a464f1-1416-11ef-bf46-8af0a9c5b951.jpg@base@tag=imgScale&amp;m=1&amp;w=1399&amp;h=817&amp;q=9557a464f1-1416-11ef-bf46-8af0a9c5b951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 t="17869" r="6127"/>
          <a:stretch>
            <a:fillRect/>
          </a:stretch>
        </p:blipFill>
        <p:spPr>
          <a:xfrm>
            <a:off x="6455791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 descr="/data/temp/56c6e72e-1416-11ef-9025-2a429172e45f.jpg@base@tag=imgScale&amp;m=1&amp;w=3384&amp;h=952&amp;q=9556c6e72e-1416-11ef-9025-2a429172e45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rcRect t="27518" b="27518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5"/>
            </p:custDataLst>
          </p:nvPr>
        </p:nvSpPr>
        <p:spPr>
          <a:xfrm>
            <a:off x="1527175" y="3244850"/>
            <a:ext cx="9473565" cy="7791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zh-CN"/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注重科研实践和应用</a:t>
            </a: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7001828" y="4873624"/>
            <a:ext cx="395986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注重实际应用和市场需求，将科研成果转化为产品或服务，创造更多价值。</a:t>
            </a: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7001828" y="4413884"/>
            <a:ext cx="395986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关注应用</a:t>
            </a: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1487488" y="4873624"/>
            <a:ext cx="395986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参与实验设计、数据收集和分析，提升科研能力和创新思维。</a:t>
            </a:r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1487488" y="4413884"/>
            <a:ext cx="395986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亲身实践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lIns="0" tIns="0" rIns="0" bIns="0" anchor="b" anchorCtr="0"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不断尝试和探索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725846" y="3438837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探索未知领域和技术，提升专业知识与技能。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725846" y="2782213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尝试新方法和思路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8209072" y="3449632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追求新的科研目标和创新成果，注重科研实践和应用。</a:t>
            </a: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8209072" y="2782213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保持好奇心</a:t>
            </a:r>
          </a:p>
        </p:txBody>
      </p:sp>
      <p:pic>
        <p:nvPicPr>
          <p:cNvPr id="13" name="图片 12" descr="/data/temp/56f76d7f-1416-11ef-a6c9-8e10c792397c.jpg@base@tag=imgScale&amp;m=1&amp;w=450&amp;h=450&amp;q=9556f76d7f-1416-11ef-a6c9-8e10c792397c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 l="16617" r="16617"/>
          <a:stretch>
            <a:fillRect/>
          </a:stretch>
        </p:blipFill>
        <p:spPr>
          <a:xfrm>
            <a:off x="4348072" y="2883183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4" name="图片 13" descr="/data/temp/56f76f47-1416-11ef-a6c9-8e10c792397c.jpg@base@tag=imgScale&amp;m=1&amp;w=450&amp;h=450&amp;q=9556f76f47-1416-11ef-a6c9-8e10c792397c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4"/>
          <a:srcRect l="16667" r="16667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8" name="八边形 27"/>
          <p:cNvSpPr/>
          <p:nvPr>
            <p:custDataLst>
              <p:tags r:id="rId9"/>
            </p:custDataLst>
          </p:nvPr>
        </p:nvSpPr>
        <p:spPr>
          <a:xfrm>
            <a:off x="4348072" y="3996396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29" name="八边形 28"/>
          <p:cNvSpPr/>
          <p:nvPr>
            <p:custDataLst>
              <p:tags r:id="rId10"/>
            </p:custDataLst>
          </p:nvPr>
        </p:nvSpPr>
        <p:spPr>
          <a:xfrm>
            <a:off x="7391785" y="3996395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dirty="0"/>
              <a:t>提升专业素养与技能</a:t>
            </a:r>
          </a:p>
        </p:txBody>
      </p:sp>
      <p:sp>
        <p:nvSpPr>
          <p:cNvPr id="8" name="节编号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1598220"/>
            <a:ext cx="9144000" cy="122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tx1"/>
                </a:solidFill>
                <a:latin typeface="+mn-ea"/>
                <a:ea typeface="+mn-ea"/>
                <a:cs typeface="汉仪楷体简" panose="02010600000101010101" charset="-128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02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持续学习专业知识</a:t>
            </a: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7701863" y="3636196"/>
            <a:ext cx="249553" cy="249553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7762823" y="3697156"/>
            <a:ext cx="126999" cy="126999"/>
          </a:xfrm>
          <a:prstGeom prst="ellipse">
            <a:avLst/>
          </a:prstGeom>
          <a:solidFill>
            <a:schemeClr val="accent1"/>
          </a:solidFill>
          <a:ln w="63500" cap="flat" cmpd="sng" algn="ctr">
            <a:solidFill>
              <a:schemeClr val="accent1">
                <a:alpha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4241774" y="3636196"/>
            <a:ext cx="249553" cy="249553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4302733" y="3697156"/>
            <a:ext cx="126999" cy="126999"/>
          </a:xfrm>
          <a:prstGeom prst="ellipse">
            <a:avLst/>
          </a:prstGeom>
          <a:solidFill>
            <a:schemeClr val="accent1"/>
          </a:solidFill>
          <a:ln w="63500" cap="flat" cmpd="sng" algn="ctr">
            <a:solidFill>
              <a:schemeClr val="accent1">
                <a:alpha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1974841" y="1362278"/>
            <a:ext cx="4770085" cy="1979915"/>
          </a:xfrm>
          <a:prstGeom prst="rect">
            <a:avLst/>
          </a:prstGeom>
          <a:solidFill>
            <a:schemeClr val="bg1">
              <a:alpha val="0"/>
            </a:schemeClr>
          </a:solidFill>
          <a:ln w="12700" cap="flat" cmpd="sng" algn="ctr">
            <a:gradFill>
              <a:gsLst>
                <a:gs pos="0">
                  <a:schemeClr val="accent1"/>
                </a:gs>
                <a:gs pos="80000">
                  <a:schemeClr val="accent1">
                    <a:alpha val="0"/>
                  </a:schemeClr>
                </a:gs>
              </a:gsLst>
              <a:lin ang="16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 flipH="1" flipV="1">
            <a:off x="4359883" y="3342194"/>
            <a:ext cx="6668" cy="293583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27" name="矩形 26"/>
          <p:cNvSpPr/>
          <p:nvPr>
            <p:custDataLst>
              <p:tags r:id="rId9"/>
            </p:custDataLst>
          </p:nvPr>
        </p:nvSpPr>
        <p:spPr>
          <a:xfrm>
            <a:off x="2352663" y="2163642"/>
            <a:ext cx="4015075" cy="1205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阅读专业书籍，参加专业课程，听取讲座，利用互联网资源。</a:t>
            </a: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2352663" y="1394028"/>
            <a:ext cx="4015075" cy="6959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2">
                    <a:lumMod val="10000"/>
                  </a:schemeClr>
                </a:solidFill>
                <a:latin typeface="+mn-ea"/>
                <a:cs typeface="+mn-ea"/>
              </a:rPr>
              <a:t>学习方式</a:t>
            </a:r>
          </a:p>
        </p:txBody>
      </p:sp>
      <p:cxnSp>
        <p:nvCxnSpPr>
          <p:cNvPr id="32" name="直接连接符 31"/>
          <p:cNvCxnSpPr/>
          <p:nvPr>
            <p:custDataLst>
              <p:tags r:id="rId11"/>
            </p:custDataLst>
          </p:nvPr>
        </p:nvCxnSpPr>
        <p:spPr>
          <a:xfrm>
            <a:off x="7825687" y="3887020"/>
            <a:ext cx="0" cy="287998"/>
          </a:xfrm>
          <a:prstGeom prst="line">
            <a:avLst/>
          </a:prstGeom>
          <a:noFill/>
          <a:ln w="127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33" name="直接连接符 32"/>
          <p:cNvCxnSpPr/>
          <p:nvPr>
            <p:custDataLst>
              <p:tags r:id="rId12"/>
            </p:custDataLst>
          </p:nvPr>
        </p:nvCxnSpPr>
        <p:spPr>
          <a:xfrm>
            <a:off x="697865" y="3760655"/>
            <a:ext cx="10799920" cy="0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chemeClr val="accent1">
                    <a:alpha val="0"/>
                  </a:schemeClr>
                </a:gs>
                <a:gs pos="54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44" name="矩形 43"/>
          <p:cNvSpPr/>
          <p:nvPr>
            <p:custDataLst>
              <p:tags r:id="rId13"/>
            </p:custDataLst>
          </p:nvPr>
        </p:nvSpPr>
        <p:spPr>
          <a:xfrm flipV="1">
            <a:off x="5440645" y="4174672"/>
            <a:ext cx="4770085" cy="1979915"/>
          </a:xfrm>
          <a:prstGeom prst="rect">
            <a:avLst/>
          </a:prstGeom>
          <a:solidFill>
            <a:schemeClr val="bg1">
              <a:alpha val="0"/>
            </a:schemeClr>
          </a:solidFill>
          <a:ln w="12700" cap="flat" cmpd="sng" algn="ctr">
            <a:gradFill>
              <a:gsLst>
                <a:gs pos="0">
                  <a:schemeClr val="accent1"/>
                </a:gs>
                <a:gs pos="80000">
                  <a:schemeClr val="accent1">
                    <a:alpha val="0"/>
                  </a:schemeClr>
                </a:gs>
              </a:gsLst>
              <a:lin ang="1620000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14"/>
            </p:custDataLst>
          </p:nvPr>
        </p:nvSpPr>
        <p:spPr>
          <a:xfrm>
            <a:off x="5818467" y="4948732"/>
            <a:ext cx="4015075" cy="1205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更新和扩展专业知识库，获取行业动态和技术发展。</a:t>
            </a:r>
          </a:p>
        </p:txBody>
      </p:sp>
      <p:sp>
        <p:nvSpPr>
          <p:cNvPr id="46" name="矩形 45"/>
          <p:cNvSpPr/>
          <p:nvPr>
            <p:custDataLst>
              <p:tags r:id="rId15"/>
            </p:custDataLst>
          </p:nvPr>
        </p:nvSpPr>
        <p:spPr>
          <a:xfrm>
            <a:off x="5818467" y="4179117"/>
            <a:ext cx="4015075" cy="6959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2">
                    <a:lumMod val="10000"/>
                  </a:schemeClr>
                </a:solidFill>
                <a:latin typeface="+mn-ea"/>
                <a:cs typeface="+mn-ea"/>
              </a:rPr>
              <a:t>学习目的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实践操作与经验积累</a:t>
            </a:r>
          </a:p>
        </p:txBody>
      </p:sp>
      <p:sp>
        <p:nvSpPr>
          <p:cNvPr id="6" name="矩形: 圆角 2"/>
          <p:cNvSpPr/>
          <p:nvPr>
            <p:custDataLst>
              <p:tags r:id="rId3"/>
            </p:custDataLst>
          </p:nvPr>
        </p:nvSpPr>
        <p:spPr>
          <a:xfrm>
            <a:off x="692367" y="3770307"/>
            <a:ext cx="3854609" cy="2141747"/>
          </a:xfrm>
          <a:prstGeom prst="roundRect">
            <a:avLst>
              <a:gd name="adj" fmla="val 7221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0057" tIns="396082" rIns="320058" bIns="167482" rtlCol="0" anchor="ctr"/>
          <a:lstStyle/>
          <a:p>
            <a:pPr algn="just" fontAlgn="b">
              <a:lnSpc>
                <a:spcPct val="150000"/>
              </a:lnSpc>
            </a:pPr>
            <a:r>
              <a:rPr lang="zh-CN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青年人应积极参与实验、项目实践、实习实训等活动，加深专业知识理解，提升技能水平。</a:t>
            </a:r>
          </a:p>
        </p:txBody>
      </p:sp>
      <p:pic>
        <p:nvPicPr>
          <p:cNvPr id="11" name="图片 10" descr="/data/temp/5886d962-1416-11ef-a6c9-8e10c792397c.jpg@base@tag=imgScale&amp;m=1&amp;w=691&amp;h=691&amp;q=955886d962-1416-11ef-a6c9-8e10c792397c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1"/>
          <a:srcRect l="16586" r="16586"/>
          <a:stretch>
            <a:fillRect/>
          </a:stretch>
        </p:blipFill>
        <p:spPr>
          <a:xfrm>
            <a:off x="3295486" y="1736839"/>
            <a:ext cx="2491306" cy="2491306"/>
          </a:xfrm>
          <a:prstGeom prst="ellipse">
            <a:avLst/>
          </a:prstGeom>
          <a:noFill/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" name="矩形: 圆角 4"/>
          <p:cNvSpPr/>
          <p:nvPr>
            <p:custDataLst>
              <p:tags r:id="rId5"/>
            </p:custDataLst>
          </p:nvPr>
        </p:nvSpPr>
        <p:spPr>
          <a:xfrm>
            <a:off x="692367" y="3459127"/>
            <a:ext cx="2217816" cy="53980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524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实践操作</a:t>
            </a:r>
          </a:p>
        </p:txBody>
      </p:sp>
      <p:sp>
        <p:nvSpPr>
          <p:cNvPr id="16" name="矩形: 圆角 6"/>
          <p:cNvSpPr/>
          <p:nvPr>
            <p:custDataLst>
              <p:tags r:id="rId6"/>
            </p:custDataLst>
          </p:nvPr>
        </p:nvSpPr>
        <p:spPr>
          <a:xfrm>
            <a:off x="6402844" y="3770307"/>
            <a:ext cx="3854609" cy="2141747"/>
          </a:xfrm>
          <a:prstGeom prst="roundRect">
            <a:avLst>
              <a:gd name="adj" fmla="val 7221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0057" tIns="396082" rIns="320058" bIns="167482" rtlCol="0" anchor="ctr"/>
          <a:lstStyle/>
          <a:p>
            <a:pPr algn="just" fontAlgn="b">
              <a:lnSpc>
                <a:spcPct val="150000"/>
              </a:lnSpc>
            </a:pPr>
            <a:r>
              <a:rPr lang="zh-CN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不断积累经验，逐步提高专业素养。</a:t>
            </a:r>
          </a:p>
        </p:txBody>
      </p:sp>
      <p:sp>
        <p:nvSpPr>
          <p:cNvPr id="18" name="矩形: 圆角 8"/>
          <p:cNvSpPr/>
          <p:nvPr>
            <p:custDataLst>
              <p:tags r:id="rId7"/>
            </p:custDataLst>
          </p:nvPr>
        </p:nvSpPr>
        <p:spPr>
          <a:xfrm>
            <a:off x="6402844" y="3459127"/>
            <a:ext cx="2217816" cy="53980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524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经验积累</a:t>
            </a:r>
          </a:p>
        </p:txBody>
      </p:sp>
      <p:pic>
        <p:nvPicPr>
          <p:cNvPr id="20" name="图片 19" descr="/data/temp/5886da12-1416-11ef-a6c9-8e10c792397c.jpg@base@tag=imgScale&amp;m=1&amp;w=691&amp;h=691&amp;q=955886da12-1416-11ef-a6c9-8e10c792397c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2"/>
          <a:srcRect l="16683" r="16683"/>
          <a:stretch>
            <a:fillRect/>
          </a:stretch>
        </p:blipFill>
        <p:spPr>
          <a:xfrm>
            <a:off x="9005962" y="1736839"/>
            <a:ext cx="2491306" cy="2491306"/>
          </a:xfrm>
          <a:prstGeom prst="ellipse">
            <a:avLst/>
          </a:prstGeom>
          <a:noFill/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/data/temp/59a7d57f-1416-11ef-a6c9-8e10c792397c.jpg@base@tag=imgScale&amp;m=1&amp;w=1761&amp;h=1903&amp;q=9559a7d57f-1416-11ef-a6c9-8e10c792397c"/>
          <p:cNvPicPr/>
          <p:nvPr>
            <p:custDataLst>
              <p:tags r:id="rId2"/>
            </p:custDataLst>
          </p:nvPr>
        </p:nvPicPr>
        <p:blipFill rotWithShape="1">
          <a:blip r:embed="rId11"/>
          <a:srcRect l="14108" t="11770" r="68944" b="66728"/>
          <a:stretch/>
        </p:blipFill>
        <p:spPr>
          <a:xfrm>
            <a:off x="6850271" y="1704048"/>
            <a:ext cx="4310743" cy="4484914"/>
          </a:xfrm>
          <a:prstGeom prst="rect">
            <a:avLst/>
          </a:prstGeom>
          <a:blipFill rotWithShape="1">
            <a:blip r:embed="rId12"/>
            <a:stretch>
              <a:fillRect t="-1000" r="-2000" b="-1000"/>
            </a:stretch>
          </a:blipFill>
          <a:ln w="6350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21" name="Rectangle 41735_#color-850&amp;1004"/>
          <p:cNvSpPr/>
          <p:nvPr>
            <p:custDataLst>
              <p:tags r:id="rId3"/>
            </p:custDataLst>
          </p:nvPr>
        </p:nvSpPr>
        <p:spPr>
          <a:xfrm>
            <a:off x="1030986" y="1897253"/>
            <a:ext cx="5715000" cy="4169664"/>
          </a:xfrm>
          <a:prstGeom prst="roundRect">
            <a:avLst>
              <a:gd name="adj" fmla="val 4985"/>
            </a:avLst>
          </a:prstGeom>
          <a:solidFill>
            <a:schemeClr val="lt1"/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培养解决问题的能力</a:t>
            </a: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1596185" y="3048840"/>
            <a:ext cx="4699000" cy="897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青年人需具备独立分析和解决问题的能力，通过学习和实践培养。</a:t>
            </a: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596820" y="2446860"/>
            <a:ext cx="4699000" cy="51371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培养能力</a:t>
            </a: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595550" y="4624910"/>
            <a:ext cx="4699000" cy="897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敢于挑战，运用所学知识寻找解决方案，提升专业素养和技能。</a:t>
            </a: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596185" y="4022930"/>
            <a:ext cx="4699000" cy="51371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面对问题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 dirty="0"/>
              <a:t>参加行业交流与团队协作</a:t>
            </a:r>
          </a:p>
        </p:txBody>
      </p:sp>
      <p:sp>
        <p:nvSpPr>
          <p:cNvPr id="20" name="圆角矩形 19"/>
          <p:cNvSpPr/>
          <p:nvPr>
            <p:custDataLst>
              <p:tags r:id="rId3"/>
            </p:custDataLst>
          </p:nvPr>
        </p:nvSpPr>
        <p:spPr>
          <a:xfrm>
            <a:off x="1857993" y="4091524"/>
            <a:ext cx="2570872" cy="5776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uFillTx/>
                <a:latin typeface="+mn-ea"/>
                <a:cs typeface="+mn-ea"/>
                <a:sym typeface="+mn-ea"/>
              </a:rPr>
              <a:t>交流与讨论</a:t>
            </a:r>
          </a:p>
        </p:txBody>
      </p:sp>
      <p:pic>
        <p:nvPicPr>
          <p:cNvPr id="11" name="图片 10" descr="/data/temp/592d10c0-1416-11ef-8ea8-8e5c65e2ec39.jpg@base@tag=imgScale&amp;m=1&amp;w=679&amp;h=679&amp;q=95592d10c0-1416-11ef-8ea8-8e5c65e2ec39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1"/>
          <a:srcRect l="16683" r="16683"/>
          <a:stretch>
            <a:fillRect/>
          </a:stretch>
        </p:blipFill>
        <p:spPr>
          <a:xfrm>
            <a:off x="1915944" y="1447416"/>
            <a:ext cx="2455045" cy="2455045"/>
          </a:xfrm>
          <a:prstGeom prst="ellipse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7819971" y="4091524"/>
            <a:ext cx="2570236" cy="5776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uFillTx/>
                <a:latin typeface="+mn-ea"/>
                <a:cs typeface="+mn-ea"/>
                <a:sym typeface="+mn-ea"/>
              </a:rPr>
              <a:t>团队协作</a:t>
            </a:r>
          </a:p>
        </p:txBody>
      </p:sp>
      <p:pic>
        <p:nvPicPr>
          <p:cNvPr id="13" name="图片 12" descr="/data/temp/592d1100-1416-11ef-8ea8-8e5c65e2ec39.jpg@base@tag=imgScale&amp;m=1&amp;w=711&amp;h=679&amp;q=95592d1100-1416-11ef-8ea8-8e5c65e2ec39"/>
          <p:cNvPicPr/>
          <p:nvPr>
            <p:custDataLst>
              <p:tags r:id="rId6"/>
            </p:custDataLst>
          </p:nvPr>
        </p:nvPicPr>
        <p:blipFill rotWithShape="1">
          <a:blip r:embed="rId12"/>
          <a:srcRect l="15120" r="15120"/>
          <a:stretch>
            <a:fillRect/>
          </a:stretch>
        </p:blipFill>
        <p:spPr>
          <a:xfrm>
            <a:off x="7819971" y="1447416"/>
            <a:ext cx="2570236" cy="2455045"/>
          </a:xfrm>
          <a:prstGeom prst="ellipse">
            <a:avLst/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226489" y="4961620"/>
            <a:ext cx="3801148" cy="8979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了解行业动态，掌握前沿技术，提升自身能力。</a:t>
            </a: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7187831" y="4961620"/>
            <a:ext cx="3801148" cy="8979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锻炼沟通能力，培养团队精神，适应职场需求。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5105707" cy="7200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zh-CN" altLang="en-US" dirty="0"/>
              <a:t>设定目标与持续反思</a:t>
            </a:r>
          </a:p>
        </p:txBody>
      </p:sp>
      <p:pic>
        <p:nvPicPr>
          <p:cNvPr id="2" name="图片 1" descr="/data/temp/58ae6896-1416-11ef-9092-3e37ba771358.jpg@base@tag=imgScale&amp;m=1&amp;w=1469&amp;h=1436&amp;q=9558ae6896-1416-11ef-9092-3e37ba77135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rcRect l="29667" r="2196"/>
          <a:stretch>
            <a:fillRect/>
          </a:stretch>
        </p:blipFill>
        <p:spPr>
          <a:xfrm>
            <a:off x="6205775" y="990575"/>
            <a:ext cx="5290980" cy="5175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32" h="8150">
                <a:moveTo>
                  <a:pt x="4232" y="780"/>
                </a:moveTo>
                <a:lnTo>
                  <a:pt x="6216" y="780"/>
                </a:lnTo>
                <a:lnTo>
                  <a:pt x="6216" y="8150"/>
                </a:lnTo>
                <a:lnTo>
                  <a:pt x="4232" y="8150"/>
                </a:lnTo>
                <a:lnTo>
                  <a:pt x="4232" y="780"/>
                </a:lnTo>
                <a:close/>
                <a:moveTo>
                  <a:pt x="0" y="780"/>
                </a:moveTo>
                <a:lnTo>
                  <a:pt x="1984" y="780"/>
                </a:lnTo>
                <a:lnTo>
                  <a:pt x="1984" y="8150"/>
                </a:lnTo>
                <a:lnTo>
                  <a:pt x="0" y="8150"/>
                </a:lnTo>
                <a:lnTo>
                  <a:pt x="0" y="780"/>
                </a:lnTo>
                <a:close/>
                <a:moveTo>
                  <a:pt x="6348" y="0"/>
                </a:moveTo>
                <a:lnTo>
                  <a:pt x="8332" y="0"/>
                </a:lnTo>
                <a:lnTo>
                  <a:pt x="8332" y="7370"/>
                </a:lnTo>
                <a:lnTo>
                  <a:pt x="6348" y="7370"/>
                </a:lnTo>
                <a:lnTo>
                  <a:pt x="6348" y="0"/>
                </a:lnTo>
                <a:close/>
                <a:moveTo>
                  <a:pt x="2116" y="0"/>
                </a:moveTo>
                <a:lnTo>
                  <a:pt x="4100" y="0"/>
                </a:lnTo>
                <a:lnTo>
                  <a:pt x="4100" y="7370"/>
                </a:lnTo>
                <a:lnTo>
                  <a:pt x="2116" y="7370"/>
                </a:lnTo>
                <a:lnTo>
                  <a:pt x="2116" y="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90563" y="2076776"/>
            <a:ext cx="3393440" cy="7895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青年人应设定明确的专业发展目标，并制定可行的计划。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690563" y="1722379"/>
            <a:ext cx="3389628" cy="3290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设定目标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690563" y="3512779"/>
            <a:ext cx="3393440" cy="789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在实施过程中，要不断进行自我反思和调整，确保始终朝着正确方向前进。</a:t>
            </a: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690563" y="3148221"/>
            <a:ext cx="3389628" cy="3289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持续反思</a:t>
            </a: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690563" y="4948783"/>
            <a:ext cx="3393440" cy="15492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/>
            <a:r>
              <a:rPr lang="zh-CN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通过设定目标和持续反思，青年人可以更好地提升自己的专业素养和技能。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690563" y="4574063"/>
            <a:ext cx="3389628" cy="3289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提升专业素养与技能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dirty="0"/>
              <a:t>参与科普宣传与科学传播</a:t>
            </a:r>
          </a:p>
        </p:txBody>
      </p:sp>
      <p:sp>
        <p:nvSpPr>
          <p:cNvPr id="8" name="节编号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1598220"/>
            <a:ext cx="9144000" cy="122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tx1"/>
                </a:solidFill>
                <a:latin typeface="+mn-ea"/>
                <a:ea typeface="+mn-ea"/>
                <a:cs typeface="汉仪楷体简" panose="02010600000101010101" charset="-128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03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/data/temp/5982f704-1416-11ef-8ea8-8e5c65e2ec39.jpg@base@tag=imgScale&amp;m=1&amp;w=2030&amp;h=1900&amp;q=955982f704-1416-11ef-8ea8-8e5c65e2ec3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rcRect l="14278" r="14513"/>
          <a:stretch>
            <a:fillRect/>
          </a:stretch>
        </p:blipFill>
        <p:spPr>
          <a:xfrm>
            <a:off x="0" y="6660"/>
            <a:ext cx="7312142" cy="6843722"/>
          </a:xfrm>
          <a:custGeom>
            <a:avLst/>
            <a:gdLst>
              <a:gd name="connsiteX0" fmla="*/ 3588432 w 7312143"/>
              <a:gd name="connsiteY0" fmla="*/ 2 h 6843722"/>
              <a:gd name="connsiteX1" fmla="*/ 6620064 w 7312143"/>
              <a:gd name="connsiteY1" fmla="*/ 6843722 h 6843722"/>
              <a:gd name="connsiteX2" fmla="*/ 1437758 w 7312143"/>
              <a:gd name="connsiteY2" fmla="*/ 6843721 h 6843722"/>
              <a:gd name="connsiteX3" fmla="*/ 0 w 7312143"/>
              <a:gd name="connsiteY3" fmla="*/ 3598075 h 6843722"/>
              <a:gd name="connsiteX4" fmla="*/ 1 w 7312143"/>
              <a:gd name="connsiteY4" fmla="*/ 2 h 6843722"/>
              <a:gd name="connsiteX5" fmla="*/ 3663715 w 7312143"/>
              <a:gd name="connsiteY5" fmla="*/ 0 h 6843722"/>
              <a:gd name="connsiteX6" fmla="*/ 4276593 w 7312143"/>
              <a:gd name="connsiteY6" fmla="*/ 1 h 6843722"/>
              <a:gd name="connsiteX7" fmla="*/ 7312143 w 7312143"/>
              <a:gd name="connsiteY7" fmla="*/ 6843721 h 6843722"/>
              <a:gd name="connsiteX8" fmla="*/ 6699265 w 7312143"/>
              <a:gd name="connsiteY8" fmla="*/ 6843721 h 684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2143" h="6843722">
                <a:moveTo>
                  <a:pt x="3588432" y="2"/>
                </a:moveTo>
                <a:lnTo>
                  <a:pt x="6620064" y="6843722"/>
                </a:lnTo>
                <a:lnTo>
                  <a:pt x="1437758" y="6843721"/>
                </a:lnTo>
                <a:lnTo>
                  <a:pt x="0" y="3598075"/>
                </a:lnTo>
                <a:lnTo>
                  <a:pt x="1" y="2"/>
                </a:lnTo>
                <a:close/>
                <a:moveTo>
                  <a:pt x="3663715" y="0"/>
                </a:moveTo>
                <a:lnTo>
                  <a:pt x="4276593" y="1"/>
                </a:lnTo>
                <a:lnTo>
                  <a:pt x="7312143" y="6843721"/>
                </a:lnTo>
                <a:lnTo>
                  <a:pt x="6699265" y="6843721"/>
                </a:lnTo>
                <a:close/>
              </a:path>
            </a:pathLst>
          </a:custGeom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 flipH="1">
            <a:off x="4340080" y="1"/>
            <a:ext cx="1235034" cy="1998133"/>
          </a:xfrm>
          <a:custGeom>
            <a:avLst/>
            <a:gdLst>
              <a:gd name="connsiteX0" fmla="*/ 1235034 w 1235034"/>
              <a:gd name="connsiteY0" fmla="*/ 0 h 1998133"/>
              <a:gd name="connsiteX1" fmla="*/ 880359 w 1235034"/>
              <a:gd name="connsiteY1" fmla="*/ 0 h 1998133"/>
              <a:gd name="connsiteX2" fmla="*/ 0 w 1235034"/>
              <a:gd name="connsiteY2" fmla="*/ 1998133 h 1998133"/>
              <a:gd name="connsiteX3" fmla="*/ 354675 w 1235034"/>
              <a:gd name="connsiteY3" fmla="*/ 1998133 h 19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034" h="1998133">
                <a:moveTo>
                  <a:pt x="1235034" y="0"/>
                </a:moveTo>
                <a:lnTo>
                  <a:pt x="880359" y="0"/>
                </a:lnTo>
                <a:lnTo>
                  <a:pt x="0" y="1998133"/>
                </a:lnTo>
                <a:lnTo>
                  <a:pt x="354675" y="1998133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标题 1"/>
          <p:cNvSpPr txBox="1"/>
          <p:nvPr>
            <p:custDataLst>
              <p:tags r:id="rId5"/>
            </p:custDataLst>
          </p:nvPr>
        </p:nvSpPr>
        <p:spPr>
          <a:xfrm>
            <a:off x="7263214" y="983343"/>
            <a:ext cx="3934330" cy="1643279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3600"/>
              <a:t>利用社交媒体传播科学知识：</a:t>
            </a:r>
          </a:p>
        </p:txBody>
      </p:sp>
      <p:sp>
        <p:nvSpPr>
          <p:cNvPr id="9" name="任意多边形: 形状 8"/>
          <p:cNvSpPr/>
          <p:nvPr>
            <p:custDataLst>
              <p:tags r:id="rId6"/>
            </p:custDataLst>
          </p:nvPr>
        </p:nvSpPr>
        <p:spPr>
          <a:xfrm flipH="1">
            <a:off x="11451348" y="1"/>
            <a:ext cx="740653" cy="1681045"/>
          </a:xfrm>
          <a:custGeom>
            <a:avLst/>
            <a:gdLst>
              <a:gd name="connsiteX0" fmla="*/ 740653 w 740653"/>
              <a:gd name="connsiteY0" fmla="*/ 0 h 1681045"/>
              <a:gd name="connsiteX1" fmla="*/ 0 w 740653"/>
              <a:gd name="connsiteY1" fmla="*/ 0 h 1681045"/>
              <a:gd name="connsiteX2" fmla="*/ 0 w 740653"/>
              <a:gd name="connsiteY2" fmla="*/ 1681045 h 1681045"/>
              <a:gd name="connsiteX3" fmla="*/ 740653 w 740653"/>
              <a:gd name="connsiteY3" fmla="*/ 0 h 168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653" h="1681045">
                <a:moveTo>
                  <a:pt x="740653" y="0"/>
                </a:moveTo>
                <a:lnTo>
                  <a:pt x="0" y="0"/>
                </a:lnTo>
                <a:lnTo>
                  <a:pt x="0" y="1681045"/>
                </a:lnTo>
                <a:lnTo>
                  <a:pt x="740653" y="0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任意多边形: 形状 10"/>
          <p:cNvSpPr/>
          <p:nvPr>
            <p:custDataLst>
              <p:tags r:id="rId7"/>
            </p:custDataLst>
          </p:nvPr>
        </p:nvSpPr>
        <p:spPr>
          <a:xfrm>
            <a:off x="-4807" y="4883728"/>
            <a:ext cx="2031608" cy="1974273"/>
          </a:xfrm>
          <a:custGeom>
            <a:avLst/>
            <a:gdLst>
              <a:gd name="connsiteX0" fmla="*/ 0 w 2031608"/>
              <a:gd name="connsiteY0" fmla="*/ 0 h 1974273"/>
              <a:gd name="connsiteX1" fmla="*/ 1133294 w 2031608"/>
              <a:gd name="connsiteY1" fmla="*/ 0 h 1974273"/>
              <a:gd name="connsiteX2" fmla="*/ 2031608 w 2031608"/>
              <a:gd name="connsiteY2" fmla="*/ 1974273 h 1974273"/>
              <a:gd name="connsiteX3" fmla="*/ 407821 w 2031608"/>
              <a:gd name="connsiteY3" fmla="*/ 1974273 h 1974273"/>
              <a:gd name="connsiteX4" fmla="*/ 0 w 2031608"/>
              <a:gd name="connsiteY4" fmla="*/ 1077983 h 1974273"/>
              <a:gd name="connsiteX5" fmla="*/ 0 w 2031608"/>
              <a:gd name="connsiteY5" fmla="*/ 0 h 197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608" h="1974273">
                <a:moveTo>
                  <a:pt x="0" y="0"/>
                </a:moveTo>
                <a:lnTo>
                  <a:pt x="1133294" y="0"/>
                </a:lnTo>
                <a:lnTo>
                  <a:pt x="2031608" y="1974273"/>
                </a:lnTo>
                <a:lnTo>
                  <a:pt x="407821" y="1974273"/>
                </a:lnTo>
                <a:lnTo>
                  <a:pt x="0" y="10779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7353384" y="2835665"/>
            <a:ext cx="3844030" cy="263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利用社交媒体平台发布科学相关内容，制作科普短视频或图文结合的帖子，以生动有趣的方式介绍科学知识。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data/temp/59b12c9c-1416-11ef-b8ff-6ed779301bc8.jpg@base@tag=imgScale&amp;m=1&amp;w=3384&amp;h=1904&amp;q=9559b12c9c-1416-11ef-b8ff-6ed779301bc8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12"/>
          <a:srcRect t="14539" b="1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任意多边形: 形状 3"/>
          <p:cNvSpPr/>
          <p:nvPr>
            <p:custDataLst>
              <p:tags r:id="rId3"/>
            </p:custDataLst>
          </p:nvPr>
        </p:nvSpPr>
        <p:spPr>
          <a:xfrm>
            <a:off x="0" y="607060"/>
            <a:ext cx="10663767" cy="5643880"/>
          </a:xfrm>
          <a:custGeom>
            <a:avLst/>
            <a:gdLst>
              <a:gd name="connsiteX0" fmla="*/ 5268375 w 10663767"/>
              <a:gd name="connsiteY0" fmla="*/ 423545 h 5643880"/>
              <a:gd name="connsiteX1" fmla="*/ 5268375 w 10663767"/>
              <a:gd name="connsiteY1" fmla="*/ 5220335 h 5643880"/>
              <a:gd name="connsiteX2" fmla="*/ 10065165 w 10663767"/>
              <a:gd name="connsiteY2" fmla="*/ 5220335 h 5643880"/>
              <a:gd name="connsiteX3" fmla="*/ 10065165 w 10663767"/>
              <a:gd name="connsiteY3" fmla="*/ 423545 h 5643880"/>
              <a:gd name="connsiteX4" fmla="*/ 905880 w 10663767"/>
              <a:gd name="connsiteY4" fmla="*/ 0 h 5643880"/>
              <a:gd name="connsiteX5" fmla="*/ 10663767 w 10663767"/>
              <a:gd name="connsiteY5" fmla="*/ 0 h 5643880"/>
              <a:gd name="connsiteX6" fmla="*/ 10663767 w 10663767"/>
              <a:gd name="connsiteY6" fmla="*/ 5643880 h 5643880"/>
              <a:gd name="connsiteX7" fmla="*/ 905880 w 10663767"/>
              <a:gd name="connsiteY7" fmla="*/ 5643880 h 5643880"/>
              <a:gd name="connsiteX8" fmla="*/ 0 w 10663767"/>
              <a:gd name="connsiteY8" fmla="*/ 0 h 5643880"/>
              <a:gd name="connsiteX9" fmla="*/ 767080 w 10663767"/>
              <a:gd name="connsiteY9" fmla="*/ 0 h 5643880"/>
              <a:gd name="connsiteX10" fmla="*/ 767080 w 10663767"/>
              <a:gd name="connsiteY10" fmla="*/ 5643880 h 5643880"/>
              <a:gd name="connsiteX11" fmla="*/ 0 w 10663767"/>
              <a:gd name="connsiteY11" fmla="*/ 5643880 h 564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63767" h="5643880">
                <a:moveTo>
                  <a:pt x="5268375" y="423545"/>
                </a:moveTo>
                <a:lnTo>
                  <a:pt x="5268375" y="5220335"/>
                </a:lnTo>
                <a:lnTo>
                  <a:pt x="10065165" y="5220335"/>
                </a:lnTo>
                <a:lnTo>
                  <a:pt x="10065165" y="423545"/>
                </a:lnTo>
                <a:close/>
                <a:moveTo>
                  <a:pt x="905880" y="0"/>
                </a:moveTo>
                <a:lnTo>
                  <a:pt x="10663767" y="0"/>
                </a:lnTo>
                <a:lnTo>
                  <a:pt x="10663767" y="5643880"/>
                </a:lnTo>
                <a:lnTo>
                  <a:pt x="905880" y="5643880"/>
                </a:lnTo>
                <a:close/>
                <a:moveTo>
                  <a:pt x="0" y="0"/>
                </a:moveTo>
                <a:lnTo>
                  <a:pt x="767080" y="0"/>
                </a:lnTo>
                <a:lnTo>
                  <a:pt x="767080" y="5643880"/>
                </a:lnTo>
                <a:lnTo>
                  <a:pt x="0" y="564388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215265" y="1027430"/>
            <a:ext cx="336550" cy="3365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等腰三角形 8"/>
          <p:cNvSpPr/>
          <p:nvPr>
            <p:custDataLst>
              <p:tags r:id="rId5"/>
            </p:custDataLst>
          </p:nvPr>
        </p:nvSpPr>
        <p:spPr>
          <a:xfrm rot="5400000">
            <a:off x="346998" y="1151531"/>
            <a:ext cx="102484" cy="88348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6"/>
            </p:custDataLst>
          </p:nvPr>
        </p:nvCxnSpPr>
        <p:spPr>
          <a:xfrm>
            <a:off x="281940" y="5753100"/>
            <a:ext cx="203835" cy="0"/>
          </a:xfrm>
          <a:prstGeom prst="line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style>
          <a:lnRef idx="1">
            <a:srgbClr val="FF0909"/>
          </a:lnRef>
          <a:fillRef idx="0">
            <a:srgbClr val="FF0909"/>
          </a:fillRef>
          <a:effectRef idx="0">
            <a:srgbClr val="FF0909"/>
          </a:effectRef>
          <a:fontRef idx="minor">
            <a:sysClr val="windowText" lastClr="000000"/>
          </a:fontRef>
        </p:style>
      </p:cxn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>
            <a:off x="281940" y="5827395"/>
            <a:ext cx="155575" cy="0"/>
          </a:xfrm>
          <a:prstGeom prst="line">
            <a:avLst/>
          </a:prstGeom>
          <a:noFill/>
          <a:ln w="254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/>
        </p:spPr>
        <p:style>
          <a:lnRef idx="1">
            <a:srgbClr val="FF0909"/>
          </a:lnRef>
          <a:fillRef idx="0">
            <a:srgbClr val="FF0909"/>
          </a:fillRef>
          <a:effectRef idx="0">
            <a:srgbClr val="FF0909"/>
          </a:effectRef>
          <a:fontRef idx="minor">
            <a:sysClr val="windowText" lastClr="000000"/>
          </a:fontRef>
        </p:style>
      </p:cxnSp>
      <p:sp>
        <p:nvSpPr>
          <p:cNvPr id="45" name="矩形 44"/>
          <p:cNvSpPr/>
          <p:nvPr>
            <p:custDataLst>
              <p:tags r:id="rId8"/>
            </p:custDataLst>
          </p:nvPr>
        </p:nvSpPr>
        <p:spPr>
          <a:xfrm>
            <a:off x="365540" y="3276772"/>
            <a:ext cx="36000" cy="304456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1424940" y="903604"/>
            <a:ext cx="3585600" cy="426993"/>
          </a:xfrm>
        </p:spPr>
        <p:txBody>
          <a:bodyPr lIns="0" tIns="0" rIns="0" bIns="0" anchor="b" anchorCtr="0">
            <a:noAutofit/>
          </a:bodyPr>
          <a:lstStyle/>
          <a:p>
            <a:r>
              <a:rPr lang="zh-CN" altLang="en-US" sz="2000" dirty="0"/>
              <a:t>参与线下科普活动：</a:t>
            </a:r>
          </a:p>
        </p:txBody>
      </p:sp>
      <p:sp>
        <p:nvSpPr>
          <p:cNvPr id="2" name="矩形 1"/>
          <p:cNvSpPr/>
          <p:nvPr>
            <p:custDataLst>
              <p:tags r:id="rId10"/>
            </p:custDataLst>
          </p:nvPr>
        </p:nvSpPr>
        <p:spPr>
          <a:xfrm>
            <a:off x="1424912" y="1581468"/>
            <a:ext cx="3393336" cy="4060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加入当地科普志愿者团队，参与组织或协助举办科普讲座、展览等活动，担任讲解员或引导者，与公众互动，解答科学疑问。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8864600" y="728980"/>
            <a:ext cx="2510155" cy="5400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/data/temp/5d2392b2-1416-11ef-bf46-8af0a9c5b951.jpg@base@tag=imgScale&amp;m=1&amp;w=2197&amp;h=1499&amp;q=955d2392b2-1416-11ef-bf46-8af0a9c5b95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rcRect l="2293"/>
          <a:stretch>
            <a:fillRect/>
          </a:stretch>
        </p:blipFill>
        <p:spPr>
          <a:xfrm>
            <a:off x="802384" y="729213"/>
            <a:ext cx="7916004" cy="5399574"/>
          </a:xfrm>
          <a:custGeom>
            <a:avLst/>
            <a:gdLst>
              <a:gd name="connsiteX0" fmla="*/ 0 w 4063653"/>
              <a:gd name="connsiteY0" fmla="*/ 0 h 5372100"/>
              <a:gd name="connsiteX1" fmla="*/ 4063653 w 4063653"/>
              <a:gd name="connsiteY1" fmla="*/ 0 h 5372100"/>
              <a:gd name="connsiteX2" fmla="*/ 4063653 w 4063653"/>
              <a:gd name="connsiteY2" fmla="*/ 5372100 h 5372100"/>
              <a:gd name="connsiteX3" fmla="*/ 0 w 4063653"/>
              <a:gd name="connsiteY3" fmla="*/ 5372100 h 537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3653" h="5372100">
                <a:moveTo>
                  <a:pt x="0" y="0"/>
                </a:moveTo>
                <a:lnTo>
                  <a:pt x="4063653" y="0"/>
                </a:lnTo>
                <a:lnTo>
                  <a:pt x="4063653" y="5372100"/>
                </a:lnTo>
                <a:lnTo>
                  <a:pt x="0" y="53721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9238302" y="1426851"/>
            <a:ext cx="1737921" cy="1189984"/>
          </a:xfrm>
        </p:spPr>
        <p:txBody>
          <a:bodyPr lIns="0" tIns="0" rIns="0" bIns="0" anchor="b" anchorCtr="0">
            <a:normAutofit/>
          </a:bodyPr>
          <a:lstStyle/>
          <a:p>
            <a:pPr algn="ctr"/>
            <a:r>
              <a:rPr lang="zh-CN" altLang="en-US" sz="2600" spc="0" dirty="0">
                <a:solidFill>
                  <a:schemeClr val="lt1">
                    <a:lumMod val="100000"/>
                  </a:schemeClr>
                </a:solidFill>
                <a:uFillTx/>
                <a:latin typeface="+中文标题" charset="0"/>
              </a:rPr>
              <a:t>创作和分享科普内容：</a:t>
            </a: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9230800" y="3088029"/>
            <a:ext cx="1796725" cy="191853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撰写科普文章或博客，设计科普海报、宣传册，用于线上线下的宣传推广。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96423" y="2315659"/>
            <a:ext cx="5040000" cy="792163"/>
          </a:xfrm>
        </p:spPr>
        <p:txBody>
          <a:bodyPr lIns="0" tIns="0" rIns="0" bIns="0" anchor="b">
            <a:noAutofit/>
          </a:bodyPr>
          <a:lstStyle/>
          <a:p>
            <a:pPr algn="l"/>
            <a:r>
              <a:rPr lang="zh-CN" altLang="en-US" sz="3600" dirty="0"/>
              <a:t>参与科学节目和访谈：</a:t>
            </a:r>
          </a:p>
        </p:txBody>
      </p:sp>
      <p:pic>
        <p:nvPicPr>
          <p:cNvPr id="10" name="图片 9" descr="/data/temp/5a53b452-1416-11ef-9025-2a429172e45f.jpg@base@tag=imgScale&amp;m=1&amp;w=1790&amp;h=1904&amp;q=955a53b452-1416-11ef-9025-2a429172e45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rcRect r="29476"/>
          <a:stretch>
            <a:fillRect/>
          </a:stretch>
        </p:blipFill>
        <p:spPr>
          <a:xfrm>
            <a:off x="635" y="-6985"/>
            <a:ext cx="6448686" cy="6858000"/>
          </a:xfrm>
          <a:custGeom>
            <a:avLst/>
            <a:gdLst>
              <a:gd name="connsiteX0" fmla="*/ 2202905 w 6448686"/>
              <a:gd name="connsiteY0" fmla="*/ 4824730 h 6858000"/>
              <a:gd name="connsiteX1" fmla="*/ 4035589 w 6448686"/>
              <a:gd name="connsiteY1" fmla="*/ 6657340 h 6858000"/>
              <a:gd name="connsiteX2" fmla="*/ 3834305 w 6448686"/>
              <a:gd name="connsiteY2" fmla="*/ 6858000 h 6858000"/>
              <a:gd name="connsiteX3" fmla="*/ 570253 w 6448686"/>
              <a:gd name="connsiteY3" fmla="*/ 6858000 h 6858000"/>
              <a:gd name="connsiteX4" fmla="*/ 369585 w 6448686"/>
              <a:gd name="connsiteY4" fmla="*/ 6657340 h 6858000"/>
              <a:gd name="connsiteX5" fmla="*/ 189238 w 6448686"/>
              <a:gd name="connsiteY5" fmla="*/ 2811145 h 6858000"/>
              <a:gd name="connsiteX6" fmla="*/ 2021922 w 6448686"/>
              <a:gd name="connsiteY6" fmla="*/ 4643755 h 6858000"/>
              <a:gd name="connsiteX7" fmla="*/ 188603 w 6448686"/>
              <a:gd name="connsiteY7" fmla="*/ 6476365 h 6858000"/>
              <a:gd name="connsiteX8" fmla="*/ 0 w 6448686"/>
              <a:gd name="connsiteY8" fmla="*/ 6287770 h 6858000"/>
              <a:gd name="connsiteX9" fmla="*/ 0 w 6448686"/>
              <a:gd name="connsiteY9" fmla="*/ 3000375 h 6858000"/>
              <a:gd name="connsiteX10" fmla="*/ 3163063 w 6448686"/>
              <a:gd name="connsiteY10" fmla="*/ 1806575 h 6858000"/>
              <a:gd name="connsiteX11" fmla="*/ 4995747 w 6448686"/>
              <a:gd name="connsiteY11" fmla="*/ 3639185 h 6858000"/>
              <a:gd name="connsiteX12" fmla="*/ 3162428 w 6448686"/>
              <a:gd name="connsiteY12" fmla="*/ 5471795 h 6858000"/>
              <a:gd name="connsiteX13" fmla="*/ 1329744 w 6448686"/>
              <a:gd name="connsiteY13" fmla="*/ 3639185 h 6858000"/>
              <a:gd name="connsiteX14" fmla="*/ 3897153 w 6448686"/>
              <a:gd name="connsiteY14" fmla="*/ 0 h 6858000"/>
              <a:gd name="connsiteX15" fmla="*/ 5334851 w 6448686"/>
              <a:gd name="connsiteY15" fmla="*/ 0 h 6858000"/>
              <a:gd name="connsiteX16" fmla="*/ 6448686 w 6448686"/>
              <a:gd name="connsiteY16" fmla="*/ 1113790 h 6858000"/>
              <a:gd name="connsiteX17" fmla="*/ 4616002 w 6448686"/>
              <a:gd name="connsiteY17" fmla="*/ 2946400 h 6858000"/>
              <a:gd name="connsiteX18" fmla="*/ 2783318 w 6448686"/>
              <a:gd name="connsiteY18" fmla="*/ 1113790 h 6858000"/>
              <a:gd name="connsiteX19" fmla="*/ 1668848 w 6448686"/>
              <a:gd name="connsiteY19" fmla="*/ 0 h 6858000"/>
              <a:gd name="connsiteX20" fmla="*/ 3495182 w 6448686"/>
              <a:gd name="connsiteY20" fmla="*/ 0 h 6858000"/>
              <a:gd name="connsiteX21" fmla="*/ 2582015 w 6448686"/>
              <a:gd name="connsiteY21" fmla="*/ 913130 h 6858000"/>
              <a:gd name="connsiteX22" fmla="*/ 942378 w 6448686"/>
              <a:gd name="connsiteY22" fmla="*/ 0 h 6858000"/>
              <a:gd name="connsiteX23" fmla="*/ 1356415 w 6448686"/>
              <a:gd name="connsiteY23" fmla="*/ 0 h 6858000"/>
              <a:gd name="connsiteX24" fmla="*/ 2982081 w 6448686"/>
              <a:gd name="connsiteY24" fmla="*/ 1625600 h 6858000"/>
              <a:gd name="connsiteX25" fmla="*/ 1148762 w 6448686"/>
              <a:gd name="connsiteY25" fmla="*/ 3458210 h 6858000"/>
              <a:gd name="connsiteX26" fmla="*/ 0 w 6448686"/>
              <a:gd name="connsiteY26" fmla="*/ 2309495 h 6858000"/>
              <a:gd name="connsiteX27" fmla="*/ 0 w 6448686"/>
              <a:gd name="connsiteY27" fmla="*/ 942340 h 6858000"/>
              <a:gd name="connsiteX28" fmla="*/ 0 w 6448686"/>
              <a:gd name="connsiteY28" fmla="*/ 0 h 6858000"/>
              <a:gd name="connsiteX29" fmla="*/ 578509 w 6448686"/>
              <a:gd name="connsiteY29" fmla="*/ 0 h 6858000"/>
              <a:gd name="connsiteX30" fmla="*/ 0 w 6448686"/>
              <a:gd name="connsiteY30" fmla="*/ 5784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448686" h="6858000">
                <a:moveTo>
                  <a:pt x="2202905" y="4824730"/>
                </a:moveTo>
                <a:lnTo>
                  <a:pt x="4035589" y="6657340"/>
                </a:lnTo>
                <a:lnTo>
                  <a:pt x="3834305" y="6858000"/>
                </a:lnTo>
                <a:lnTo>
                  <a:pt x="570253" y="6858000"/>
                </a:lnTo>
                <a:lnTo>
                  <a:pt x="369585" y="6657340"/>
                </a:lnTo>
                <a:close/>
                <a:moveTo>
                  <a:pt x="189238" y="2811145"/>
                </a:moveTo>
                <a:lnTo>
                  <a:pt x="2021922" y="4643755"/>
                </a:lnTo>
                <a:lnTo>
                  <a:pt x="188603" y="6476365"/>
                </a:lnTo>
                <a:lnTo>
                  <a:pt x="0" y="6287770"/>
                </a:lnTo>
                <a:lnTo>
                  <a:pt x="0" y="3000375"/>
                </a:lnTo>
                <a:close/>
                <a:moveTo>
                  <a:pt x="3163063" y="1806575"/>
                </a:moveTo>
                <a:lnTo>
                  <a:pt x="4995747" y="3639185"/>
                </a:lnTo>
                <a:lnTo>
                  <a:pt x="3162428" y="5471795"/>
                </a:lnTo>
                <a:lnTo>
                  <a:pt x="1329744" y="3639185"/>
                </a:lnTo>
                <a:close/>
                <a:moveTo>
                  <a:pt x="3897153" y="0"/>
                </a:moveTo>
                <a:lnTo>
                  <a:pt x="5334851" y="0"/>
                </a:lnTo>
                <a:lnTo>
                  <a:pt x="6448686" y="1113790"/>
                </a:lnTo>
                <a:lnTo>
                  <a:pt x="4616002" y="2946400"/>
                </a:lnTo>
                <a:lnTo>
                  <a:pt x="2783318" y="1113790"/>
                </a:lnTo>
                <a:close/>
                <a:moveTo>
                  <a:pt x="1668848" y="0"/>
                </a:moveTo>
                <a:lnTo>
                  <a:pt x="3495182" y="0"/>
                </a:lnTo>
                <a:lnTo>
                  <a:pt x="2582015" y="913130"/>
                </a:lnTo>
                <a:close/>
                <a:moveTo>
                  <a:pt x="942378" y="0"/>
                </a:moveTo>
                <a:lnTo>
                  <a:pt x="1356415" y="0"/>
                </a:lnTo>
                <a:lnTo>
                  <a:pt x="2982081" y="1625600"/>
                </a:lnTo>
                <a:lnTo>
                  <a:pt x="1148762" y="3458210"/>
                </a:lnTo>
                <a:lnTo>
                  <a:pt x="0" y="2309495"/>
                </a:lnTo>
                <a:lnTo>
                  <a:pt x="0" y="942340"/>
                </a:lnTo>
                <a:close/>
                <a:moveTo>
                  <a:pt x="0" y="0"/>
                </a:moveTo>
                <a:lnTo>
                  <a:pt x="578509" y="0"/>
                </a:lnTo>
                <a:lnTo>
                  <a:pt x="0" y="57848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390003" y="3351813"/>
            <a:ext cx="5040641" cy="2410997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参与科学节目录制，分享科学知识和见解，提升公众对科学的兴趣和认识。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data/temp/5c38c738-1416-11ef-9025-2a429172e45f.jpg@base@tag=imgScale&amp;m=1&amp;w=1483&amp;h=1155&amp;q=955c38c738-1416-11ef-9025-2a429172e45f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8"/>
          <a:srcRect l="13887" r="13887"/>
          <a:stretch>
            <a:fillRect/>
          </a:stretch>
        </p:blipFill>
        <p:spPr>
          <a:xfrm>
            <a:off x="695325" y="1805553"/>
            <a:ext cx="5344505" cy="4161294"/>
          </a:xfrm>
          <a:custGeom>
            <a:avLst/>
            <a:gdLst>
              <a:gd name="connsiteX0" fmla="*/ 0 w 5198414"/>
              <a:gd name="connsiteY0" fmla="*/ 0 h 3959816"/>
              <a:gd name="connsiteX1" fmla="*/ 5198414 w 5198414"/>
              <a:gd name="connsiteY1" fmla="*/ 0 h 3959816"/>
              <a:gd name="connsiteX2" fmla="*/ 5198414 w 5198414"/>
              <a:gd name="connsiteY2" fmla="*/ 3959816 h 3959816"/>
              <a:gd name="connsiteX3" fmla="*/ 0 w 5198414"/>
              <a:gd name="connsiteY3" fmla="*/ 3959816 h 395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414" h="3959816">
                <a:moveTo>
                  <a:pt x="0" y="0"/>
                </a:moveTo>
                <a:lnTo>
                  <a:pt x="5198414" y="0"/>
                </a:lnTo>
                <a:lnTo>
                  <a:pt x="5198414" y="3959816"/>
                </a:lnTo>
                <a:lnTo>
                  <a:pt x="0" y="3959816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52168" y="1805552"/>
            <a:ext cx="5343831" cy="4161295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6000" y="392965"/>
            <a:ext cx="10800000" cy="705600"/>
          </a:xfrm>
        </p:spPr>
        <p:txBody>
          <a:bodyPr lIns="0" tIns="0" rIns="0" bIns="0">
            <a:normAutofit/>
          </a:bodyPr>
          <a:lstStyle/>
          <a:p>
            <a:r>
              <a:rPr lang="zh-CN" altLang="en-US" dirty="0"/>
              <a:t>加入科普组织或成为科学传播者：</a:t>
            </a: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6859412" y="2416125"/>
            <a:ext cx="3925987" cy="2940244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bg2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寻求与官方科普组织合作，提升科学传播专业性和影响力。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data/temp/5ffb2e5c-1416-11ef-9ce2-eea9b08a0402.jpg@base@tag=imgScale&amp;m=1&amp;w=2435&amp;h=1474&amp;q=955ffb2e5c-1416-11ef-9ce2-eea9b08a04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rcRect b="9168"/>
          <a:stretch>
            <a:fillRect/>
          </a:stretch>
        </p:blipFill>
        <p:spPr>
          <a:xfrm>
            <a:off x="0" y="0"/>
            <a:ext cx="8774430" cy="5311775"/>
          </a:xfrm>
          <a:custGeom>
            <a:avLst/>
            <a:gdLst>
              <a:gd name="connsiteX0" fmla="*/ 8148319 w 9708514"/>
              <a:gd name="connsiteY0" fmla="*/ 0 h 5876925"/>
              <a:gd name="connsiteX1" fmla="*/ 9708514 w 9708514"/>
              <a:gd name="connsiteY1" fmla="*/ 0 h 5876925"/>
              <a:gd name="connsiteX2" fmla="*/ 9708514 w 9708514"/>
              <a:gd name="connsiteY2" fmla="*/ 1470025 h 5876925"/>
              <a:gd name="connsiteX3" fmla="*/ 8928734 w 9708514"/>
              <a:gd name="connsiteY3" fmla="*/ 2249805 h 5876925"/>
              <a:gd name="connsiteX4" fmla="*/ 8148319 w 9708514"/>
              <a:gd name="connsiteY4" fmla="*/ 1470025 h 5876925"/>
              <a:gd name="connsiteX5" fmla="*/ 6529069 w 9708514"/>
              <a:gd name="connsiteY5" fmla="*/ 0 h 5876925"/>
              <a:gd name="connsiteX6" fmla="*/ 8089264 w 9708514"/>
              <a:gd name="connsiteY6" fmla="*/ 0 h 5876925"/>
              <a:gd name="connsiteX7" fmla="*/ 8089264 w 9708514"/>
              <a:gd name="connsiteY7" fmla="*/ 2303145 h 5876925"/>
              <a:gd name="connsiteX8" fmla="*/ 7309484 w 9708514"/>
              <a:gd name="connsiteY8" fmla="*/ 3082925 h 5876925"/>
              <a:gd name="connsiteX9" fmla="*/ 6529069 w 9708514"/>
              <a:gd name="connsiteY9" fmla="*/ 2303145 h 5876925"/>
              <a:gd name="connsiteX10" fmla="*/ 4909819 w 9708514"/>
              <a:gd name="connsiteY10" fmla="*/ 0 h 5876925"/>
              <a:gd name="connsiteX11" fmla="*/ 6470014 w 9708514"/>
              <a:gd name="connsiteY11" fmla="*/ 0 h 5876925"/>
              <a:gd name="connsiteX12" fmla="*/ 6470014 w 9708514"/>
              <a:gd name="connsiteY12" fmla="*/ 3298190 h 5876925"/>
              <a:gd name="connsiteX13" fmla="*/ 5690234 w 9708514"/>
              <a:gd name="connsiteY13" fmla="*/ 4077970 h 5876925"/>
              <a:gd name="connsiteX14" fmla="*/ 4909819 w 9708514"/>
              <a:gd name="connsiteY14" fmla="*/ 3298190 h 5876925"/>
              <a:gd name="connsiteX15" fmla="*/ 3290570 w 9708514"/>
              <a:gd name="connsiteY15" fmla="*/ 0 h 5876925"/>
              <a:gd name="connsiteX16" fmla="*/ 4850764 w 9708514"/>
              <a:gd name="connsiteY16" fmla="*/ 0 h 5876925"/>
              <a:gd name="connsiteX17" fmla="*/ 4850764 w 9708514"/>
              <a:gd name="connsiteY17" fmla="*/ 4404995 h 5876925"/>
              <a:gd name="connsiteX18" fmla="*/ 4070985 w 9708514"/>
              <a:gd name="connsiteY18" fmla="*/ 5184775 h 5876925"/>
              <a:gd name="connsiteX19" fmla="*/ 3290570 w 9708514"/>
              <a:gd name="connsiteY19" fmla="*/ 4404995 h 5876925"/>
              <a:gd name="connsiteX20" fmla="*/ 1630044 w 9708514"/>
              <a:gd name="connsiteY20" fmla="*/ 0 h 5876925"/>
              <a:gd name="connsiteX21" fmla="*/ 3231514 w 9708514"/>
              <a:gd name="connsiteY21" fmla="*/ 0 h 5876925"/>
              <a:gd name="connsiteX22" fmla="*/ 3231514 w 9708514"/>
              <a:gd name="connsiteY22" fmla="*/ 16510 h 5876925"/>
              <a:gd name="connsiteX23" fmla="*/ 3231514 w 9708514"/>
              <a:gd name="connsiteY23" fmla="*/ 5076190 h 5876925"/>
              <a:gd name="connsiteX24" fmla="*/ 2430780 w 9708514"/>
              <a:gd name="connsiteY24" fmla="*/ 5876925 h 5876925"/>
              <a:gd name="connsiteX25" fmla="*/ 1630044 w 9708514"/>
              <a:gd name="connsiteY25" fmla="*/ 5076190 h 5876925"/>
              <a:gd name="connsiteX26" fmla="*/ 1630044 w 9708514"/>
              <a:gd name="connsiteY26" fmla="*/ 16510 h 5876925"/>
              <a:gd name="connsiteX27" fmla="*/ 0 w 9708514"/>
              <a:gd name="connsiteY27" fmla="*/ 0 h 5876925"/>
              <a:gd name="connsiteX28" fmla="*/ 1570990 w 9708514"/>
              <a:gd name="connsiteY28" fmla="*/ 0 h 5876925"/>
              <a:gd name="connsiteX29" fmla="*/ 1570990 w 9708514"/>
              <a:gd name="connsiteY29" fmla="*/ 1270 h 5876925"/>
              <a:gd name="connsiteX30" fmla="*/ 1570990 w 9708514"/>
              <a:gd name="connsiteY30" fmla="*/ 3039745 h 5876925"/>
              <a:gd name="connsiteX31" fmla="*/ 785494 w 9708514"/>
              <a:gd name="connsiteY31" fmla="*/ 3825240 h 5876925"/>
              <a:gd name="connsiteX32" fmla="*/ 15963 w 9708514"/>
              <a:gd name="connsiteY32" fmla="*/ 3198018 h 5876925"/>
              <a:gd name="connsiteX33" fmla="*/ 0 w 9708514"/>
              <a:gd name="connsiteY33" fmla="*/ 3039747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708514" h="5876925">
                <a:moveTo>
                  <a:pt x="8148319" y="0"/>
                </a:moveTo>
                <a:lnTo>
                  <a:pt x="9708514" y="0"/>
                </a:lnTo>
                <a:lnTo>
                  <a:pt x="9708514" y="1470025"/>
                </a:lnTo>
                <a:cubicBezTo>
                  <a:pt x="9708514" y="1900555"/>
                  <a:pt x="9359264" y="2249805"/>
                  <a:pt x="8928734" y="2249805"/>
                </a:cubicBezTo>
                <a:cubicBezTo>
                  <a:pt x="8497569" y="2249805"/>
                  <a:pt x="8148319" y="1900555"/>
                  <a:pt x="8148319" y="1470025"/>
                </a:cubicBezTo>
                <a:close/>
                <a:moveTo>
                  <a:pt x="6529069" y="0"/>
                </a:moveTo>
                <a:lnTo>
                  <a:pt x="8089264" y="0"/>
                </a:lnTo>
                <a:lnTo>
                  <a:pt x="8089264" y="2303145"/>
                </a:lnTo>
                <a:cubicBezTo>
                  <a:pt x="8089264" y="2733675"/>
                  <a:pt x="7740014" y="3082925"/>
                  <a:pt x="7309484" y="3082925"/>
                </a:cubicBezTo>
                <a:cubicBezTo>
                  <a:pt x="6878319" y="3082925"/>
                  <a:pt x="6529069" y="2733675"/>
                  <a:pt x="6529069" y="2303145"/>
                </a:cubicBezTo>
                <a:close/>
                <a:moveTo>
                  <a:pt x="4909819" y="0"/>
                </a:moveTo>
                <a:lnTo>
                  <a:pt x="6470014" y="0"/>
                </a:lnTo>
                <a:lnTo>
                  <a:pt x="6470014" y="3298190"/>
                </a:lnTo>
                <a:cubicBezTo>
                  <a:pt x="6470014" y="3728720"/>
                  <a:pt x="6120764" y="4077970"/>
                  <a:pt x="5690234" y="4077970"/>
                </a:cubicBezTo>
                <a:cubicBezTo>
                  <a:pt x="5259069" y="4077970"/>
                  <a:pt x="4909819" y="3728720"/>
                  <a:pt x="4909819" y="3298190"/>
                </a:cubicBezTo>
                <a:close/>
                <a:moveTo>
                  <a:pt x="3290570" y="0"/>
                </a:moveTo>
                <a:lnTo>
                  <a:pt x="4850764" y="0"/>
                </a:lnTo>
                <a:lnTo>
                  <a:pt x="4850764" y="4404995"/>
                </a:lnTo>
                <a:cubicBezTo>
                  <a:pt x="4850764" y="4835525"/>
                  <a:pt x="4501514" y="5184775"/>
                  <a:pt x="4070985" y="5184775"/>
                </a:cubicBezTo>
                <a:cubicBezTo>
                  <a:pt x="3639820" y="5184775"/>
                  <a:pt x="3290570" y="4835525"/>
                  <a:pt x="3290570" y="4404995"/>
                </a:cubicBezTo>
                <a:close/>
                <a:moveTo>
                  <a:pt x="1630044" y="0"/>
                </a:moveTo>
                <a:lnTo>
                  <a:pt x="3231514" y="0"/>
                </a:lnTo>
                <a:lnTo>
                  <a:pt x="3231514" y="16510"/>
                </a:lnTo>
                <a:lnTo>
                  <a:pt x="3231514" y="5076190"/>
                </a:lnTo>
                <a:cubicBezTo>
                  <a:pt x="3231514" y="5518150"/>
                  <a:pt x="2872740" y="5876925"/>
                  <a:pt x="2430780" y="5876925"/>
                </a:cubicBezTo>
                <a:cubicBezTo>
                  <a:pt x="1988819" y="5876925"/>
                  <a:pt x="1630044" y="5518150"/>
                  <a:pt x="1630044" y="5076190"/>
                </a:cubicBezTo>
                <a:lnTo>
                  <a:pt x="1630044" y="16510"/>
                </a:lnTo>
                <a:close/>
                <a:moveTo>
                  <a:pt x="0" y="0"/>
                </a:moveTo>
                <a:lnTo>
                  <a:pt x="1570990" y="0"/>
                </a:lnTo>
                <a:lnTo>
                  <a:pt x="1570990" y="1270"/>
                </a:lnTo>
                <a:lnTo>
                  <a:pt x="1570990" y="3039745"/>
                </a:lnTo>
                <a:cubicBezTo>
                  <a:pt x="1570990" y="3473450"/>
                  <a:pt x="1219200" y="3825240"/>
                  <a:pt x="785494" y="3825240"/>
                </a:cubicBezTo>
                <a:cubicBezTo>
                  <a:pt x="406003" y="3825240"/>
                  <a:pt x="89228" y="3555901"/>
                  <a:pt x="15963" y="3198018"/>
                </a:cubicBezTo>
                <a:lnTo>
                  <a:pt x="0" y="3039747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3" name="标题 1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19174" y="2817495"/>
            <a:ext cx="5040000" cy="1045210"/>
          </a:xfrm>
        </p:spPr>
        <p:txBody>
          <a:bodyPr anchor="b">
            <a:normAutofit/>
          </a:bodyPr>
          <a:lstStyle/>
          <a:p>
            <a:pPr algn="l"/>
            <a:r>
              <a:rPr lang="zh-CN" altLang="en-US" sz="4000" dirty="0"/>
              <a:t>互动式科普：</a:t>
            </a: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6119173" y="4150214"/>
            <a:ext cx="5040641" cy="2410997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利用VR、AR等新技术，开发科普游戏或应用，让用户在娱乐中学习科学知识。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关注并转发官方科普内容：</a:t>
            </a:r>
          </a:p>
        </p:txBody>
      </p:sp>
      <p:sp>
        <p:nvSpPr>
          <p:cNvPr id="3" name="矩形: 圆角 2"/>
          <p:cNvSpPr/>
          <p:nvPr>
            <p:custDataLst>
              <p:tags r:id="rId3"/>
            </p:custDataLst>
          </p:nvPr>
        </p:nvSpPr>
        <p:spPr>
          <a:xfrm>
            <a:off x="1915795" y="2095085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180606" y="3328328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转发分享科普内容，扩大影响力和传播范围。</a:t>
            </a: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2183781" y="2513575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关注官方科普账号</a:t>
            </a:r>
          </a:p>
        </p:txBody>
      </p:sp>
      <p:cxnSp>
        <p:nvCxnSpPr>
          <p:cNvPr id="17" name="直接连接符 16"/>
          <p:cNvCxnSpPr/>
          <p:nvPr>
            <p:custDataLst>
              <p:tags r:id="rId6"/>
            </p:custDataLst>
          </p:nvPr>
        </p:nvCxnSpPr>
        <p:spPr>
          <a:xfrm flipV="1">
            <a:off x="2101226" y="3132736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26" name="Picture 2" descr="科普公众号图片 的图像结果">
            <a:extLst>
              <a:ext uri="{FF2B5EF4-FFF2-40B4-BE49-F238E27FC236}">
                <a16:creationId xmlns:a16="http://schemas.microsoft.com/office/drawing/2014/main" id="{FB2C970D-0200-E3A3-7239-1C5CD5233F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1" t="9531" r="21124" b="10920"/>
          <a:stretch/>
        </p:blipFill>
        <p:spPr bwMode="auto">
          <a:xfrm>
            <a:off x="6313715" y="1770071"/>
            <a:ext cx="3804557" cy="375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dirty="0"/>
              <a:t>关注科技动态</a:t>
            </a:r>
          </a:p>
        </p:txBody>
      </p:sp>
      <p:sp>
        <p:nvSpPr>
          <p:cNvPr id="8" name="节编号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1598220"/>
            <a:ext cx="9144000" cy="122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kern="1200">
                <a:solidFill>
                  <a:schemeClr val="tx1"/>
                </a:solidFill>
                <a:latin typeface="+mn-ea"/>
                <a:ea typeface="+mn-ea"/>
                <a:cs typeface="汉仪楷体简" panose="02010600000101010101" charset="-128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汉仪楷体简" panose="02010600000101010101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04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lIns="0" tIns="0" rIns="0" bIns="0">
            <a:no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定期浏览科技新闻和资讯</a:t>
            </a:r>
          </a:p>
        </p:txBody>
      </p:sp>
      <p:pic>
        <p:nvPicPr>
          <p:cNvPr id="2" name="图片 1" descr="/data/temp/5d475cbd-1416-11ef-9ce2-eea9b08a0402.jpg@base@tag=imgScale&amp;m=1&amp;w=1057&amp;h=689&amp;q=955d475cbd-1416-11ef-9ce2-eea9b08a040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rcRect l="8681" r="8681"/>
          <a:stretch>
            <a:fillRect/>
          </a:stretch>
        </p:blipFill>
        <p:spPr>
          <a:xfrm>
            <a:off x="4191108" y="1767600"/>
            <a:ext cx="3809671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/data/temp/5d475d30-1416-11ef-9ce2-eea9b08a0402.jpg@base@tag=imgScale&amp;m=1&amp;w=1115&amp;h=689&amp;q=955d475d30-1416-11ef-9ce2-eea9b08a040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8"/>
          <a:srcRect b="7425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图片 4" descr="/data/temp/5d475dc5-1416-11ef-9ce2-eea9b08a0402.jpg@base@tag=imgScale&amp;m=1&amp;w=920&amp;h=688&amp;q=955d475dc5-1416-11ef-9ce2-eea9b08a040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/>
          <a:srcRect l="5452" r="5452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浏览科技新闻网站、博客、科技媒体等渠道。</a:t>
            </a: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+mn-ea"/>
              </a:rPr>
              <a:t>科技新闻获取途径</a:t>
            </a: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报道最新科技进展、新产品发布、行业趋势等。</a:t>
            </a: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+mn-ea"/>
              </a:rPr>
              <a:t>科技新闻内容</a:t>
            </a:r>
          </a:p>
        </p:txBody>
      </p:sp>
      <p:sp>
        <p:nvSpPr>
          <p:cNvPr id="10" name="椭圆 9"/>
          <p:cNvSpPr/>
          <p:nvPr>
            <p:custDataLst>
              <p:tags r:id="rId10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02</a:t>
            </a:r>
            <a:endParaRPr lang="zh-CN" alt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01</a:t>
            </a:r>
            <a:endParaRPr lang="zh-CN" alt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帮助青年人了解科技发展的最新动态。</a:t>
            </a: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+mn-ea"/>
              </a:rPr>
              <a:t>科技新闻作用</a:t>
            </a:r>
          </a:p>
        </p:txBody>
      </p:sp>
      <p:sp>
        <p:nvSpPr>
          <p:cNvPr id="18" name="椭圆 17"/>
          <p:cNvSpPr/>
          <p:nvPr>
            <p:custDataLst>
              <p:tags r:id="rId14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03</a:t>
            </a:r>
            <a:endParaRPr lang="zh-CN" alt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61430" y="1156335"/>
            <a:ext cx="5023485" cy="971550"/>
          </a:xfrm>
        </p:spPr>
        <p:txBody>
          <a:bodyPr lIns="0" tIns="0" rIns="0" bIns="0" anchor="b">
            <a:noAutofit/>
          </a:bodyPr>
          <a:lstStyle/>
          <a:p>
            <a:pPr algn="l"/>
            <a:r>
              <a:rPr lang="zh-CN" altLang="en-US" dirty="0"/>
              <a:t>关注科技领域的专业期刊和学术论文</a:t>
            </a:r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rot="2700000">
            <a:off x="1442970" y="1835400"/>
            <a:ext cx="3492000" cy="3492000"/>
          </a:xfrm>
          <a:prstGeom prst="rect">
            <a:avLst/>
          </a:pr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/data/temp/5bed72a0-1416-11ef-bf46-8af0a9c5b951.jpg@base@tag=imgScale&amp;m=1&amp;w=981&amp;h=981&amp;q=955bed72a0-1416-11ef-bf46-8af0a9c5b95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rcRect l="11209" r="22147"/>
          <a:stretch>
            <a:fillRect/>
          </a:stretch>
        </p:blipFill>
        <p:spPr>
          <a:xfrm>
            <a:off x="1421765" y="1819910"/>
            <a:ext cx="3534410" cy="3534410"/>
          </a:xfrm>
          <a:custGeom>
            <a:avLst/>
            <a:gdLst>
              <a:gd name="connsiteX0" fmla="*/ 0 w 3534410"/>
              <a:gd name="connsiteY0" fmla="*/ 0 h 3534410"/>
              <a:gd name="connsiteX1" fmla="*/ 3534410 w 3534410"/>
              <a:gd name="connsiteY1" fmla="*/ 0 h 3534410"/>
              <a:gd name="connsiteX2" fmla="*/ 3534410 w 3534410"/>
              <a:gd name="connsiteY2" fmla="*/ 3534410 h 3534410"/>
              <a:gd name="connsiteX3" fmla="*/ 0 w 3534410"/>
              <a:gd name="connsiteY3" fmla="*/ 3534410 h 353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4410" h="3534410">
                <a:moveTo>
                  <a:pt x="0" y="0"/>
                </a:moveTo>
                <a:lnTo>
                  <a:pt x="3534410" y="0"/>
                </a:lnTo>
                <a:lnTo>
                  <a:pt x="3534410" y="3534410"/>
                </a:lnTo>
                <a:lnTo>
                  <a:pt x="0" y="353441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</a:ln>
        </p:spPr>
      </p:pic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6344057" y="2368909"/>
            <a:ext cx="5040456" cy="3048552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青年人应关注自己专业领域的学术期刊，定期阅读最新研究成果和论文，以深入了解科技发展的最新趋势和方向。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dirty="0"/>
              <a:t>参加科技会议和研讨会</a:t>
            </a:r>
          </a:p>
        </p:txBody>
      </p:sp>
      <p:sp>
        <p:nvSpPr>
          <p:cNvPr id="9" name="圆角矩形 106"/>
          <p:cNvSpPr/>
          <p:nvPr>
            <p:custDataLst>
              <p:tags r:id="rId3"/>
            </p:custDataLst>
          </p:nvPr>
        </p:nvSpPr>
        <p:spPr>
          <a:xfrm>
            <a:off x="759244" y="2647921"/>
            <a:ext cx="4969687" cy="3271195"/>
          </a:xfrm>
          <a:prstGeom prst="roundRect">
            <a:avLst>
              <a:gd name="adj" fmla="val 8465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  <a:alpha val="10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395814" y="4323607"/>
            <a:ext cx="3696047" cy="14354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参加科技会议和研讨会，获取最新的科技研究成果、技术发展和行业趋势。</a:t>
            </a: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1395814" y="3645701"/>
            <a:ext cx="3695411" cy="5341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</a:rPr>
              <a:t>了解科技前沿动态</a:t>
            </a:r>
          </a:p>
        </p:txBody>
      </p:sp>
      <p:sp>
        <p:nvSpPr>
          <p:cNvPr id="35" name="圆角矩形 106"/>
          <p:cNvSpPr/>
          <p:nvPr>
            <p:custDataLst>
              <p:tags r:id="rId6"/>
            </p:custDataLst>
          </p:nvPr>
        </p:nvSpPr>
        <p:spPr>
          <a:xfrm>
            <a:off x="6463570" y="2647921"/>
            <a:ext cx="4969687" cy="3271195"/>
          </a:xfrm>
          <a:prstGeom prst="roundRect">
            <a:avLst>
              <a:gd name="adj" fmla="val 8465"/>
            </a:avLst>
          </a:prstGeom>
          <a:solidFill>
            <a:schemeClr val="tx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  <a:alpha val="10000"/>
                </a:schemeClr>
              </a:solidFill>
            </a:endParaRPr>
          </a:p>
        </p:txBody>
      </p:sp>
      <p:pic>
        <p:nvPicPr>
          <p:cNvPr id="39" name="图片 38" descr="/data/temp/5edaf7ee-1416-11ef-8ea8-8e5c65e2ec39.jpg@base@tag=imgScale&amp;m=1&amp;w=534&amp;h=534&amp;q=955edaf7ee-1416-11ef-8ea8-8e5c65e2ec3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2221892" y="1416118"/>
            <a:ext cx="1926448" cy="1926448"/>
          </a:xfrm>
          <a:custGeom>
            <a:avLst/>
            <a:gdLst>
              <a:gd name="connsiteX0" fmla="*/ 981734 w 1963468"/>
              <a:gd name="connsiteY0" fmla="*/ 0 h 1963468"/>
              <a:gd name="connsiteX1" fmla="*/ 1963468 w 1963468"/>
              <a:gd name="connsiteY1" fmla="*/ 981734 h 1963468"/>
              <a:gd name="connsiteX2" fmla="*/ 981734 w 1963468"/>
              <a:gd name="connsiteY2" fmla="*/ 1963468 h 1963468"/>
              <a:gd name="connsiteX3" fmla="*/ 0 w 1963468"/>
              <a:gd name="connsiteY3" fmla="*/ 981734 h 1963468"/>
              <a:gd name="connsiteX4" fmla="*/ 981734 w 1963468"/>
              <a:gd name="connsiteY4" fmla="*/ 0 h 196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7258487" y="4323607"/>
            <a:ext cx="3696047" cy="14354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与业界专家和同行进行深入的交流和讨论，拓展视野，提高专业水平。</a:t>
            </a: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7258487" y="3645701"/>
            <a:ext cx="3695411" cy="5341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</a:rPr>
              <a:t>与同行交流</a:t>
            </a:r>
          </a:p>
        </p:txBody>
      </p:sp>
      <p:sp>
        <p:nvSpPr>
          <p:cNvPr id="40" name="圆角矩形 25"/>
          <p:cNvSpPr/>
          <p:nvPr>
            <p:custDataLst>
              <p:tags r:id="rId10"/>
            </p:custDataLst>
          </p:nvPr>
        </p:nvSpPr>
        <p:spPr>
          <a:xfrm>
            <a:off x="2976745" y="3134411"/>
            <a:ext cx="416529" cy="4165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127000" dist="635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1" name="任意多边形 26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 rot="8100000">
            <a:off x="3056873" y="3233616"/>
            <a:ext cx="257150" cy="15245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42" name="图片 41" descr="/data/temp/5edaf92d-1416-11ef-8ea8-8e5c65e2ec39.jpg@base@tag=imgScale&amp;m=1&amp;w=534&amp;h=534&amp;q=955edaf92d-1416-11ef-8ea8-8e5c65e2ec3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rcRect l="16677" r="16677"/>
          <a:stretch>
            <a:fillRect/>
          </a:stretch>
        </p:blipFill>
        <p:spPr>
          <a:xfrm>
            <a:off x="7926854" y="1441555"/>
            <a:ext cx="1925862" cy="1926448"/>
          </a:xfrm>
          <a:custGeom>
            <a:avLst/>
            <a:gdLst>
              <a:gd name="connsiteX0" fmla="*/ 981734 w 1963468"/>
              <a:gd name="connsiteY0" fmla="*/ 0 h 1963468"/>
              <a:gd name="connsiteX1" fmla="*/ 1963468 w 1963468"/>
              <a:gd name="connsiteY1" fmla="*/ 981734 h 1963468"/>
              <a:gd name="connsiteX2" fmla="*/ 981734 w 1963468"/>
              <a:gd name="connsiteY2" fmla="*/ 1963468 h 1963468"/>
              <a:gd name="connsiteX3" fmla="*/ 0 w 1963468"/>
              <a:gd name="connsiteY3" fmla="*/ 981734 h 1963468"/>
              <a:gd name="connsiteX4" fmla="*/ 981734 w 1963468"/>
              <a:gd name="connsiteY4" fmla="*/ 0 h 196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3" name="圆角矩形 27"/>
          <p:cNvSpPr/>
          <p:nvPr>
            <p:custDataLst>
              <p:tags r:id="rId13"/>
            </p:custDataLst>
          </p:nvPr>
        </p:nvSpPr>
        <p:spPr>
          <a:xfrm>
            <a:off x="8681707" y="3134411"/>
            <a:ext cx="416029" cy="4165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127000" dist="635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4" name="任意多边形 28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 rot="8100000">
            <a:off x="8761199" y="3233616"/>
            <a:ext cx="257150" cy="15245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 descr="/data/temp/5e6b5487-1416-11ef-9fd6-f2418488d3de.jpg@base@tag=imgScale&amp;m=1&amp;w=3384&amp;h=952&amp;q=955e6b5487-1416-11ef-9fd6-f2418488d3d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rcRect t="28516" b="29356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5"/>
            </p:custDataLst>
          </p:nvPr>
        </p:nvSpPr>
        <p:spPr>
          <a:xfrm>
            <a:off x="1527175" y="3244850"/>
            <a:ext cx="9473565" cy="7791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zh-CN"/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利用社交媒体和科技论坛</a:t>
            </a: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487488" y="4873624"/>
            <a:ext cx="947293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关注博主、专家，加入论坛和社群，探讨科技动态与趋势。</a:t>
            </a: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1487488" y="4413884"/>
            <a:ext cx="947420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获取信息与交流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保持对新技术的敏感和探索精神</a:t>
            </a: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695960" y="1415799"/>
            <a:ext cx="5041524" cy="4644259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15" name="图片 14" descr="/data/temp/5f70beb9-1416-11ef-bf46-8af0a9c5b951.jpg@base@tag=imgScale&amp;m=1&amp;w=1399&amp;h=817&amp;q=955f70beb9-1416-11ef-bf46-8af0a9c5b95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2"/>
          <a:srcRect t="245" r="6546" b="2693"/>
          <a:stretch>
            <a:fillRect/>
          </a:stretch>
        </p:blipFill>
        <p:spPr>
          <a:xfrm>
            <a:off x="696595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1136092" y="4536104"/>
            <a:ext cx="4173296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多渠道获取信息</a:t>
            </a: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136092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关注专业期刊、学术论文、科技会议、社交媒体、科技论坛等。</a:t>
            </a: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6455791" y="1415799"/>
            <a:ext cx="5040889" cy="464425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6909261" y="4536104"/>
            <a:ext cx="4171303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保持敏感和探索精神</a:t>
            </a: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6905450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+mn-ea"/>
                <a:cs typeface="+mn-ea"/>
              </a:rPr>
              <a:t>主动学习新技术、新应用，了解科技发展趋势和动态。</a:t>
            </a:r>
          </a:p>
        </p:txBody>
      </p:sp>
      <p:pic>
        <p:nvPicPr>
          <p:cNvPr id="22" name="图片 21" descr="/data/temp/5f70c672-1416-11ef-bf46-8af0a9c5b951.jpg@base@tag=imgScale&amp;m=1&amp;w=1399&amp;h=817&amp;q=955f70c672-1416-11ef-bf46-8af0a9c5b951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 r="3718"/>
          <a:stretch>
            <a:fillRect/>
          </a:stretch>
        </p:blipFill>
        <p:spPr>
          <a:xfrm>
            <a:off x="6455791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1768295"/>
            <a:ext cx="10515000" cy="18000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6000"/>
              <a:t>谢谢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FkYTAzODc1OTI4MjVhMmUxM2FjNmFjZGNmZmI0Z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2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2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21"/>
  <p:tag name="KSO_WM_TEMPLATE_THUMBS_INDEX" val="1、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1"/>
  <p:tag name="KSO_WM_UNIT_SUBTYPE" val="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"/>
  <p:tag name="KSO_WM_UNIT_NOCLEAR" val="0"/>
  <p:tag name="KSO_WM_UNIT_VALUE" val="29"/>
  <p:tag name="KSO_WM_UNIT_TYPE" val="f"/>
  <p:tag name="KSO_WM_UNIT_INDEX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2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2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21"/>
  <p:tag name="KSO_WM_TEMPLATE_THUMBS_INDEX" val="1、9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1"/>
  <p:tag name="KSO_WM_UNIT_SUBTYPE" val="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"/>
  <p:tag name="KSO_WM_UNIT_NOCLEAR" val="0"/>
  <p:tag name="KSO_WM_UNIT_VALUE" val="29"/>
  <p:tag name="KSO_WM_UNIT_TYPE" val="f"/>
  <p:tag name="KSO_WM_UNIT_INDEX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2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2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21"/>
  <p:tag name="KSO_WM_TEMPLATE_THUMBS_INDEX" val="1、9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1"/>
  <p:tag name="KSO_WM_UNIT_SUBTYPE" val="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"/>
  <p:tag name="KSO_WM_UNIT_NOCLEAR" val="0"/>
  <p:tag name="KSO_WM_UNIT_VALUE" val="29"/>
  <p:tag name="KSO_WM_UNIT_TYPE" val="f"/>
  <p:tag name="KSO_WM_UNIT_INDEX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2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2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21"/>
  <p:tag name="KSO_WM_TEMPLATE_THUMBS_INDEX" val="1、9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1"/>
  <p:tag name="KSO_WM_UNIT_SUBTYPE" val="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"/>
  <p:tag name="KSO_WM_UNIT_NOCLEAR" val="0"/>
  <p:tag name="KSO_WM_UNIT_VALUE" val="29"/>
  <p:tag name="KSO_WM_UNIT_TYPE" val="f"/>
  <p:tag name="KSO_WM_UNIT_INDEX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2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2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21"/>
  <p:tag name="KSO_WM_TEMPLATE_THUMBS_INDEX" val="1、9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1"/>
  <p:tag name="KSO_WM_UNIT_SUBTYPE" val="g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2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"/>
  <p:tag name="KSO_WM_UNIT_NOCLEAR" val="0"/>
  <p:tag name="KSO_WM_UNIT_VALUE" val="29"/>
  <p:tag name="KSO_WM_UNIT_TYPE" val="f"/>
  <p:tag name="KSO_WM_UNIT_INDEX" val="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21"/>
  <p:tag name="KSO_WM_SLIDE_LAYOUT" val="a_b_f"/>
  <p:tag name="KSO_WM_SLIDE_LAYOUT_CNT" val="1_1_2"/>
  <p:tag name="KSO_WM_SLIDE_TYPE" val="title"/>
  <p:tag name="KSO_WM_SLIDE_SUBTYPE" val="pureTxt"/>
  <p:tag name="KSO_WM_TEMPLATE_THUMBS_INDEX" val="1、9"/>
  <p:tag name="KSO_WM_SLIDE_THEME_ID" val="3314003"/>
  <p:tag name="KSO_WM_SLIDE_THEME_NAME" val="红色仙鹤祥云中国风主题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221_1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PRESET_TEXT" val="单击此处&#10;添加文档标题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1221_1*f*4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PRESET_TEXT" val="汇报人：WPS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1221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4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目录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1_1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2,&quot;rgb&quot;:&quot;#ffcb3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1221_4*l_h_i*1_1_2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0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1221_4*l_h_a*1_1_1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1_3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2_1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2,&quot;rgb&quot;:&quot;#ffcb3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1221_4*l_h_i*1_2_2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0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1221_4*l_h_a*1_2_1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2_3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3_1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2,&quot;rgb&quot;:&quot;#ffcb3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1221_4*l_h_i*1_3_2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0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1221_4*l_h_a*1_3_1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3_3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4_1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2,&quot;rgb&quot;:&quot;#ffcb3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1221_4*l_h_i*1_4_2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0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1221_4*l_h_a*1_4_1"/>
  <p:tag name="KSO_WM_TEMPLATE_CATEGORY" val="custom"/>
  <p:tag name="KSO_WM_TEMPLATE_INDEX" val="20231221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1221_4*l_h_i*1_4_3"/>
  <p:tag name="KSO_WM_TEMPLATE_CATEGORY" val="custom"/>
  <p:tag name="KSO_WM_TEMPLATE_INDEX" val="20231221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14.54998779296875,&quot;width&quot;:388.3500061035156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21"/>
  <p:tag name="KSO_WM_SLIDE_TYPE" val="sectionTitle"/>
  <p:tag name="KSO_WM_SLIDE_SUBTYPE" val="pureTxt"/>
  <p:tag name="KSO_WM_SLIDE_LAYOUT" val="a_b_e"/>
  <p:tag name="KSO_WM_SLIDE_LAYOUT_CNT" val="1_1_1"/>
  <p:tag name="KSO_WM_SLIDE_THEME_ID" val="3314003"/>
  <p:tag name="KSO_WM_SLIDE_THEME_NAME" val="红色仙鹤祥云中国风主题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7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21_7*e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90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39.328*357.763"/>
  <p:tag name="KSO_WM_SLIDE_POSITION" val="60.3362*109.909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TEMPLATE_CATEGORY" val="custom"/>
  <p:tag name="KSO_WM_TEMPLATE_INDEX" val="20231905"/>
  <p:tag name="KSO_WM_UNIT_LAYERLEVEL" val="1"/>
  <p:tag name="KSO_WM_TAG_VERSION" val="3.0"/>
  <p:tag name="KSO_WM_BEAUTIFY_FLAG" val="#wm#"/>
  <p:tag name="KSO_WM_DIAGRAM_GROUP_CODE" val="l1-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13"/>
  <p:tag name="KSO_WM_UNIT_FILL_FORE_SCHEMECOLOR_INDEX_BRIGHTNESS" val="0.6"/>
  <p:tag name="KSO_WM_UNIT_USESOURCEFORMAT_APPLY" val="0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14_1*l_h_f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14_1*l_h_a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标题"/>
  <p:tag name="KSO_WM_UNIT_USESOURCEFORMAT_APPLY" val="0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13"/>
  <p:tag name="KSO_WM_UNIT_FILL_FORE_SCHEMECOLOR_INDEX_BRIGHTNESS" val="0.6"/>
  <p:tag name="KSO_WM_UNIT_USESOURCEFORMAT_APPLY" val="0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714_1*l_h_d*1_1_1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d"/>
  <p:tag name="KSO_WM_UNIT_INDEX" val="1_1_1"/>
  <p:tag name="KSO_WM_UNIT_VALUE" val="534*534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14_1*l_h_f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14_1*l_h_a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标题"/>
  <p:tag name="KSO_WM_UNIT_USESOURCEFORMAT_APPLY" val="0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2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2,&quot;transparency&quot;:0},&quot;type&quot;:1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2"/>
  <p:tag name="KSO_WM_UNIT_USESOURCEFORMAT_APPLY" val="0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3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USESOURCEFORMAT_APPLY" val="0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714_1*l_h_d*1_2_1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d"/>
  <p:tag name="KSO_WM_UNIT_INDEX" val="1_2_1"/>
  <p:tag name="KSO_WM_UNIT_VALUE" val="534*534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2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2,&quot;transparency&quot;:0},&quot;type&quot;:1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2"/>
  <p:tag name="KSO_WM_UNIT_USESOURCEFORMAT_APPLY" val="0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3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USESOURCEFORMAT_APPLY" val="0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6387*106.98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1717_1"/>
  <p:tag name="KSO_WM_SLIDE_ITEM_CNT" val="4"/>
  <p:tag name="KSO_WM_SLIDE_THEME_ID" val="3314003"/>
  <p:tag name="KSO_WM_SLIDE_THEME_NAME" val="红色仙鹤祥云中国风主题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0"/>
  <p:tag name="KSO_WM_TEMPLATE_INDEX" val="20231717"/>
  <p:tag name="KSO_WM_UNIT_ID" val="_7*a*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289*9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17_1*d*1"/>
  <p:tag name="KSO_WM_TEMPLATE_CATEGORY" val="custom"/>
  <p:tag name="KSO_WM_TEMPLATE_INDEX" val="20231717"/>
  <p:tag name="KSO_WM_UNIT_LAYERLEVEL" val="1"/>
  <p:tag name="KSO_WM_TAG_VERSION" val="3.0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LINE_FILL_TYPE" val="2"/>
  <p:tag name="KSO_WM_UNIT_USESOURCEFORMAT_APPLY" val="0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LINE_FILL_TYPE" val="2"/>
  <p:tag name="KSO_WM_UNIT_USESOURCEFORMAT_APPLY" val="0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78_2*l_h_f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USESOURCEFORMAT_APPLY" val="0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78_2*l_h_f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USESOURCEFORMAT_APPLY" val="0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LINE_FILL_TYPE" val="2"/>
  <p:tag name="KSO_WM_UNIT_USESOURCEFORMAT_APPLY" val="0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78_2*l_h_f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USESOURCEFORMAT_APPLY" val="0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7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UNIT_PRESET_TEXT" val="单击此处编辑母版标题样式"/>
  <p:tag name="KSO_WM_UNIT_TEXT_FILL_FORE_SCHEMECOLOR_INDEX" val="5"/>
  <p:tag name="KSO_WM_UNIT_TEXT_FILL_TYPE" val="1"/>
  <p:tag name="KSO_WM_UNIT_USESOURCEFORMAT_APPLY" val="0"/>
  <p:tag name="KSO_WM_UNIT_VALUE" val="20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68_1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0968_1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1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1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USESOURCEFORMAT_APPLY" val="0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68_1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1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USESOURCEFORMAT_APPLY" val="0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1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0968_1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picTxt"/>
  <p:tag name="KSO_WM_SLIDE_SIZE" val="745.9*95.95"/>
  <p:tag name="KSO_WM_SLIDE_POSITION" val="117.125*383.72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单击此处添加标题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2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2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2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347"/>
  <p:tag name="KSO_WM_SLIDE_ID" val="diagram20233315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2"/>
  <p:tag name="KSO_WM_SLIDE_SIZE" val="850.394*297.555"/>
  <p:tag name="KSO_WM_SLIDE_POSITION" val="54.8032*139.28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HEME_ID" val="3314003"/>
  <p:tag name="KSO_WM_SLIDE_THEME_NAME" val="红色仙鹤祥云中国风主题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_7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单击此处编辑母版标题样式"/>
  <p:tag name="KSO_WM_UNIT_VALUE" val="20"/>
  <p:tag name="KSO_WM_UNIT_TEXT_FILL_FORE_SCHEMECOLOR_INDEX" val="5"/>
  <p:tag name="KSO_WM_UNIT_TEXT_FILL_TYPE" val="1"/>
  <p:tag name="KSO_WM_UNIT_USESOURCEFORMAT_APPLY" val="0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VALUE" val="12"/>
  <p:tag name="KSO_WM_UNIT_USESOURCEFORMAT_APPLY" val="0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21"/>
  <p:tag name="KSO_WM_SLIDE_TYPE" val="sectionTitle"/>
  <p:tag name="KSO_WM_SLIDE_SUBTYPE" val="pureTxt"/>
  <p:tag name="KSO_WM_SLIDE_LAYOUT" val="a_b_e"/>
  <p:tag name="KSO_WM_SLIDE_LAYOUT_CNT" val="1_1_1"/>
  <p:tag name="KSO_WM_SLIDE_THEME_ID" val="3314003"/>
  <p:tag name="KSO_WM_SLIDE_THEME_NAME" val="红色仙鹤祥云中国风主题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7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21_7*e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2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459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50.394*379.121"/>
  <p:tag name="KSO_WM_SLIDE_POSITION" val="54.95*106.379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SLIDE_THEME_ID" val="3314003"/>
  <p:tag name="KSO_WM_SLIDE_THEME_NAME" val="红色仙鹤祥云中国风主题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_7*a*1"/>
  <p:tag name="KSO_WM_TEMPLATE_CATEGORY" val="diagram"/>
  <p:tag name="KSO_WM_TEMPLATE_INDEX" val="20231459"/>
  <p:tag name="KSO_WM_UNIT_LAYERLEVEL" val="1"/>
  <p:tag name="KSO_WM_TAG_VERSION" val="3.0"/>
  <p:tag name="KSO_WM_BEAUTIFY_FLAG" val="#wm#"/>
  <p:tag name="KSO_WM_UNIT_PRESET_TEXT" val="单击此处编辑母版标题样式"/>
  <p:tag name="KSO_WM_UNIT_TEXT_FILL_FORE_SCHEMECOLOR_INDEX" val="5"/>
  <p:tag name="KSO_WM_UNIT_TEXT_FILL_TYPE" val="1"/>
  <p:tag name="KSO_WM_UNIT_USESOURCEFORMAT_APPLY" val="0"/>
  <p:tag name="KSO_WM_UNIT_VALUE" val="20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1459_1*m_h_i*1_2_1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459_1*m_h_i*1_2_2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1459_1*m_h_i*1_1_1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1459_1*m_h_i*1_1_2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1459_1*m_h_i*1_1_3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USESOURCEFORMAT_APPLY" val="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4"/>
  <p:tag name="KSO_WM_UNIT_ID" val="diagram20231459_1*m_h_i*1_1_4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9_1*m_h_f*1_1_1"/>
  <p:tag name="KSO_WM_TEMPLATE_CATEGORY" val="diagram"/>
  <p:tag name="KSO_WM_TEMPLATE_INDEX" val="2023145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您的项正文，文字是您思想的提炼，请尽量言简意赅的阐述观点"/>
  <p:tag name="KSO_WM_UNIT_USESOURCEFORMAT_APPLY" val="0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9_1*m_h_a*1_1_1"/>
  <p:tag name="KSO_WM_TEMPLATE_CATEGORY" val="diagram"/>
  <p:tag name="KSO_WM_TEMPLATE_INDEX" val="2023145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项标题"/>
  <p:tag name="KSO_WM_UNIT_USESOURCEFORMAT_APPLY" val="0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1459_1*m_h_i*1_2_3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9_1*m_i*1_1"/>
  <p:tag name="KSO_WM_TEMPLATE_CATEGORY" val="diagram"/>
  <p:tag name="KSO_WM_TEMPLATE_INDEX" val="2023145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400000214576721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4"/>
  <p:tag name="KSO_WM_UNIT_ID" val="diagram20231459_1*m_h_i*1_2_4"/>
  <p:tag name="KSO_WM_TEMPLATE_CATEGORY" val="diagram"/>
  <p:tag name="KSO_WM_TEMPLATE_INDEX" val="20231459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solid&quot;:{&quot;brightness&quot;:0,&quot;colorType&quot;:1,&quot;foreColorIndex&quot;:14,&quot;transparency&quot;:1},&quot;type&quot;:1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UNIT_USESOURCEFORMAT_APPLY" val="0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9_1*m_h_f*1_2_1"/>
  <p:tag name="KSO_WM_TEMPLATE_CATEGORY" val="diagram"/>
  <p:tag name="KSO_WM_TEMPLATE_INDEX" val="2023145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您的项正文，文字是您思想的提炼，请尽量言简意赅的阐述观点"/>
  <p:tag name="KSO_WM_UNIT_USESOURCEFORMAT_APPLY" val="0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9_1*m_h_a*1_2_1"/>
  <p:tag name="KSO_WM_TEMPLATE_CATEGORY" val="diagram"/>
  <p:tag name="KSO_WM_TEMPLATE_INDEX" val="20231459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BEAUTIFY_FLAG" val="#wm#"/>
  <p:tag name="KSO_WM_DIAGRAM_MAX_ITEMCNT" val="6"/>
  <p:tag name="KSO_WM_DIAGRAM_MIN_ITEMCNT" val="2"/>
  <p:tag name="KSO_WM_DIAGRAM_VIRTUALLY_FRAME" val="{&quot;height&quot;:380.28558349609375,&quot;width&quot;:850.39367675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添加项标题"/>
  <p:tag name="KSO_WM_UNIT_USESOURCEFORMAT_APPLY" val="0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50.267*388.25"/>
  <p:tag name="KSO_WM_SLIDE_POSITION" val="54.75*107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TEMPLATE_CATEGORY" val="diagram"/>
  <p:tag name="KSO_WM_TEMPLATE_INDEX" val="2023314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0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44_1*l_h_f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NOCLEAR" val="0"/>
  <p:tag name="KSO_WM_UNIT_VALUE" val="56"/>
  <p:tag name="KSO_WM_UNIT_PRESET_TEXT" val="单击此处添加文本具体内容，简明扼要地阐述您的观点。"/>
  <p:tag name="KSO_WM_UNIT_FILL_TYPE" val="1"/>
  <p:tag name="KSO_WM_UNIT_FILL_FORE_SCHEMECOLOR_INDEX" val="13"/>
  <p:tag name="KSO_WM_UNIT_FILL_FORE_SCHEMECOLOR_INDEX_BRIGHTNESS" val="0.6"/>
  <p:tag name="KSO_WM_UNIT_TEXT_FILL_FORE_SCHEMECOLOR_INDEX" val="1"/>
  <p:tag name="KSO_WM_UNIT_TEXT_FILL_TYPE" val="1"/>
  <p:tag name="KSO_WM_UNIT_USESOURCEFORMAT_APPLY" val="0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691*69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144_1*l_h_d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44_1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8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44_1*l_h_f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a"/>
  <p:tag name="KSO_WM_UNIT_NOCLEAR" val="0"/>
  <p:tag name="KSO_WM_UNIT_VALUE" val="56"/>
  <p:tag name="KSO_WM_UNIT_PRESET_TEXT" val="单击此处添加文本具体内容，简明扼要地阐述您的观点。"/>
  <p:tag name="KSO_WM_UNIT_FILL_TYPE" val="1"/>
  <p:tag name="KSO_WM_UNIT_FILL_FORE_SCHEMECOLOR_INDEX" val="13"/>
  <p:tag name="KSO_WM_UNIT_FILL_FORE_SCHEMECOLOR_INDEX_BRIGHTNESS" val="0.6"/>
  <p:tag name="KSO_WM_UNIT_TEXT_FILL_FORE_SCHEMECOLOR_INDEX" val="1"/>
  <p:tag name="KSO_WM_UNIT_TEXT_FILL_TYPE" val="1"/>
  <p:tag name="KSO_WM_UNIT_USESOURCEFORMAT_APPLY" val="0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44_1*l_h_a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8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691*69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144_1*l_h_d*1_2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8.25,&quot;width&quot;:850.73291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70.05*194.782"/>
  <p:tag name="KSO_WM_SLIDE_POSITION" val="125.634*240.07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2469_1"/>
  <p:tag name="KSO_WM_SLIDE_ITEM_CNT" val="2"/>
  <p:tag name="KSO_WM_SLIDE_THEME_ID" val="3314003"/>
  <p:tag name="KSO_WM_SLIDE_THEME_NAME" val="红色仙鹤祥云中国风主题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3*1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69_1*d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GROUP_CODE" val="l1-1"/>
  <p:tag name="KSO_WM_UNIT_LINE_FORE_SCHEMECOLOR_INDEX" val="13"/>
  <p:tag name="KSO_WM_UNIT_LINE_FILL_TYPE" val="2"/>
  <p:tag name="KSO_WM_UNIT_USESOURCEFORMAT_APPLY" val="0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69_1*i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2469"/>
  <p:tag name="KSO_WM_UNIT_ID" val="_7*a*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79_1*l_h_f*1_1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，请尽量言简意赅的阐述观点。"/>
  <p:tag name="KSO_WM_UNIT_USESOURCEFORMAT_APPLY" val="0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79_1*l_h_a*1_1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79_1*l_h_f*1_2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您的项正文，文字是您思想的提炼，请尽量言简意赅的阐述观点。"/>
  <p:tag name="KSO_WM_UNIT_USESOURCEFORMAT_APPLY" val="0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79_1*l_h_a*1_2_1"/>
  <p:tag name="KSO_WM_TEMPLATE_CATEGORY" val="diagram"/>
  <p:tag name="KSO_WM_TEMPLATE_INDEX" val="20231879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252.5,&quot;width&quot;:370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diag"/>
  <p:tag name="KSO_WM_SLIDE_SIZE" val="830.425*329.603"/>
  <p:tag name="KSO_WM_SLIDE_POSITION" val="63.975*169.551"/>
  <p:tag name="KSO_WM_TEMPLATE_INDEX" val="20233347"/>
  <p:tag name="KSO_WM_TEMPLATE_SUBCATEGORY" val="0"/>
  <p:tag name="KSO_WM_SLIDE_INDEX" val="1"/>
  <p:tag name="KSO_WM_TAG_VERSION" val="3.0"/>
  <p:tag name="KSO_WM_SLIDE_ID" val="custom20231902_1"/>
  <p:tag name="KSO_WM_SLIDE_ITEM_CNT" val="4"/>
  <p:tag name="KSO_WM_SLIDE_THEME_ID" val="3314003"/>
  <p:tag name="KSO_WM_SLIDE_THEME_NAME" val="红色仙鹤祥云中国风主题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custo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TEMPLATE_INDEX" val="20231902"/>
  <p:tag name="KSO_WM_UNIT_ID" val="_7*a*1"/>
  <p:tag name="KSO_WM_UNIT_TEXT_FILL_FORE_SCHEMECOLOR_INDEX" val="13"/>
  <p:tag name="KSO_WM_UNIT_TEXT_FILL_TYPE" val="1"/>
  <p:tag name="KSO_WM_UNIT_USESOURCEFORMAT_APPLY" val="0"/>
  <p:tag name="KSO_WM_UNIT_PRESET_TEXT" val="单击此处编辑母版标题样式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015_1*l_h_a*1_1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FILL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79*6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1015_1*l_h_d*1_1_1"/>
  <p:tag name="KSO_WM_TEMPLATE_CATEGORY" val="diagram"/>
  <p:tag name="KSO_WM_TEMPLATE_INDEX" val="202310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015_1*l_h_a*1_2_1"/>
  <p:tag name="KSO_WM_TEMPLATE_CATEGORY" val="diagram"/>
  <p:tag name="KSO_WM_TEMPLATE_INDEX" val="20231015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FILL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79*7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1015_1*l_h_d*1_2_1"/>
  <p:tag name="KSO_WM_TEMPLATE_CATEGORY" val="diagram"/>
  <p:tag name="KSO_WM_TEMPLATE_INDEX" val="2023101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15_1*l_h_f*1_1_1"/>
  <p:tag name="KSO_WM_TEMPLATE_CATEGORY" val="diagram"/>
  <p:tag name="KSO_WM_TEMPLATE_INDEX" val="2023101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请单击此处添加您的项正文，文字是您思想的提炼，请尽量言简意赅地阐述观点"/>
  <p:tag name="KSO_WM_UNIT_TEXT_FILL_FORE_SCHEMECOLOR_INDEX" val="1"/>
  <p:tag name="KSO_WM_UNIT_TEXT_FILL_TYPE" val="1"/>
  <p:tag name="KSO_WM_UNIT_USESOURCEFORMAT_APPLY" val="0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15_1*l_h_f*1_2_1"/>
  <p:tag name="KSO_WM_TEMPLATE_CATEGORY" val="diagram"/>
  <p:tag name="KSO_WM_TEMPLATE_INDEX" val="2023101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1.04998779296875,&quot;width&quot;:830.42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请单击此处添加您的项正文，文字是您思想的提炼，请尽量言简意赅地阐述观点"/>
  <p:tag name="KSO_WM_UNIT_TEXT_FILL_FORE_SCHEMECOLOR_INDEX" val="1"/>
  <p:tag name="KSO_WM_UNIT_TEXT_FILL_TYPE" val="1"/>
  <p:tag name="KSO_WM_UNIT_USESOURCEFORMAT_APPLY" val="0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266.85*289.778"/>
  <p:tag name="KSO_WM_SLIDE_POSITION" val="54.55*162.92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1939_1"/>
  <p:tag name="KSO_WM_SLIDE_ITEM_CNT" val="2"/>
  <p:tag name="KSO_WM_SLIDE_THEME_ID" val="3314003"/>
  <p:tag name="KSO_WM_SLIDE_THEME_NAME" val="红色仙鹤祥云中国风主题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39"/>
  <p:tag name="KSO_WM_UNIT_ID" val="_7*a*1"/>
  <p:tag name="KSO_WM_UNIT_TEXT_FILL_FORE_SCHEMECOLOR_INDEX" val="5"/>
  <p:tag name="KSO_WM_UNIT_TEXT_FILL_TYPE" val="1"/>
  <p:tag name="KSO_WM_UNIT_USESOURCEFORMAT_APPLY" val="0"/>
  <p:tag name="KSO_WM_UNIT_PRESET_TEXT" val="单击此处编辑母版标题样式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436*146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939_1*d*1"/>
  <p:tag name="KSO_WM_TEMPLATE_CATEGORY" val="custom"/>
  <p:tag name="KSO_WM_TEMPLATE_INDEX" val="20231939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0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70_3*l_h_f*1_1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  <p:tag name="KSO_WM_DIAGRAM_COLOR_TEXT_CAN_REMOVE" val="n"/>
  <p:tag name="KSO_WM_UNIT_USESOURCEFORMAT_APPLY" val="0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70_3*l_h_a*1_1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FORE_SCHEMECOLOR_INDEX" val="1"/>
  <p:tag name="KSO_WM_UNIT_TEXT_FILL_TYPE" val="1"/>
  <p:tag name="KSO_WM_UNIT_PRESET_TEXT" val="此处添加标题"/>
  <p:tag name="KSO_WM_DIAGRAM_COLOR_TEXT_CAN_REMOVE" val="n"/>
  <p:tag name="KSO_WM_UNIT_USESOURCEFORMAT_APPLY" val="0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70_3*l_h_f*1_2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  <p:tag name="KSO_WM_DIAGRAM_COLOR_TEXT_CAN_REMOVE" val="n"/>
  <p:tag name="KSO_WM_UNIT_USESOURCEFORMAT_APPLY" val="0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70_3*l_h_a*1_2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FORE_SCHEMECOLOR_INDEX" val="1"/>
  <p:tag name="KSO_WM_UNIT_TEXT_FILL_TYPE" val="1"/>
  <p:tag name="KSO_WM_UNIT_PRESET_TEXT" val="此处添加标题"/>
  <p:tag name="KSO_WM_DIAGRAM_COLOR_TEXT_CAN_REMOVE" val="n"/>
  <p:tag name="KSO_WM_UNIT_USESOURCEFORMAT_APPLY" val="0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70_3*l_h_f*1_3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，文字是您思想的提炼，请尽量言简意赅的阐述。"/>
  <p:tag name="KSO_WM_DIAGRAM_COLOR_TEXT_CAN_REMOVE" val="n"/>
  <p:tag name="KSO_WM_UNIT_USESOURCEFORMAT_APPLY" val="0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70_3*l_h_a*1_3_1"/>
  <p:tag name="KSO_WM_TEMPLATE_CATEGORY" val="diagram"/>
  <p:tag name="KSO_WM_TEMPLATE_INDEX" val="202319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GROUP_CODE" val="l1-1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FORE_SCHEMECOLOR_INDEX" val="1"/>
  <p:tag name="KSO_WM_UNIT_TEXT_FILL_TYPE" val="1"/>
  <p:tag name="KSO_WM_UNIT_PRESET_TEXT" val="此处添加标题"/>
  <p:tag name="KSO_WM_DIAGRAM_COLOR_TEXT_CAN_REMOVE" val="n"/>
  <p:tag name="KSO_WM_UNIT_USESOURCEFORMAT_APPLY" val="0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21"/>
  <p:tag name="KSO_WM_SLIDE_TYPE" val="sectionTitle"/>
  <p:tag name="KSO_WM_SLIDE_SUBTYPE" val="pureTxt"/>
  <p:tag name="KSO_WM_SLIDE_LAYOUT" val="a_b_e"/>
  <p:tag name="KSO_WM_SLIDE_LAYOUT_CNT" val="1_1_1"/>
  <p:tag name="KSO_WM_SLIDE_THEME_ID" val="3314003"/>
  <p:tag name="KSO_WM_SLIDE_THEME_NAME" val="红色仙鹤祥云中国风主题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7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21_7*e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3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619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picTxt"/>
  <p:tag name="KSO_WM_SLIDE_SIZE" val="302.69*207.137"/>
  <p:tag name="KSO_WM_SLIDE_POSITION" val="579.007*223.259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0*20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19_1*d*1"/>
  <p:tag name="KSO_WM_TEMPLATE_CATEGORY" val="custom"/>
  <p:tag name="KSO_WM_TEMPLATE_INDEX" val="20233619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619_1*i*1"/>
  <p:tag name="KSO_WM_TEMPLATE_CATEGORY" val="custom"/>
  <p:tag name="KSO_WM_TEMPLATE_INDEX" val="2023361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619_1*a*1"/>
  <p:tag name="KSO_WM_TEMPLATE_CATEGORY" val="custom"/>
  <p:tag name="KSO_WM_TEMPLATE_INDEX" val="20233619"/>
  <p:tag name="KSO_WM_UNIT_LAYERLEVEL" val="1"/>
  <p:tag name="KSO_WM_TAG_VERSION" val="3.0"/>
  <p:tag name="KSO_WM_BEAUTIFY_FLAG" val="#wm#"/>
  <p:tag name="KSO_WM_UNIT_PRESET_TEXT" val="单击此处&#10;添加标题内容"/>
  <p:tag name="KSO_WM_UNIT_TEXT_FILL_FORE_SCHEMECOLOR_INDEX" val="13"/>
  <p:tag name="KSO_WM_UNIT_TEXT_FILL_TYPE" val="1"/>
  <p:tag name="KSO_WM_UNIT_USESOURCEFORMAT_APPLY" val="0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619_1*i*2"/>
  <p:tag name="KSO_WM_TEMPLATE_CATEGORY" val="custom"/>
  <p:tag name="KSO_WM_TEMPLATE_INDEX" val="2023361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3619_1*i*3"/>
  <p:tag name="KSO_WM_TEMPLATE_CATEGORY" val="custom"/>
  <p:tag name="KSO_WM_TEMPLATE_INDEX" val="2023361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550_1*l_h_f*1_1_1"/>
  <p:tag name="KSO_WM_TEMPLATE_CATEGORY" val="diagram"/>
  <p:tag name="KSO_WM_TEMPLATE_INDEX" val="20233550"/>
  <p:tag name="KSO_WM_UNIT_LAYERLEVEL" val="1_1_1"/>
  <p:tag name="KSO_WM_TAG_VERSION" val="3.0"/>
  <p:tag name="KSO_WM_BEAUTIFY_FLAG" val="#wm#"/>
  <p:tag name="KSO_WM_UNIT_PRESET_TEXT_INDEX" val="6"/>
  <p:tag name="KSO_WM_UNIT_PRESET_TEXT_LEN" val="53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  <p:tag name="KSO_WM_DIAGRAM_MAX_ITEMCNT" val="1"/>
  <p:tag name="KSO_WM_DIAGRAM_MIN_ITEMCNT" val="1"/>
  <p:tag name="KSO_WM_DIAGRAM_VIRTUALLY_FRAME" val="{&quot;height&quot;:207.13685607910156,&quot;width&quot;:302.6897583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SLIDE_TYPE" val="text"/>
  <p:tag name="KSO_WM_SLIDE_SUBTYPE" val="picTxt"/>
  <p:tag name="KSO_WM_SLIDE_SIZE" val="267.15*319.65"/>
  <p:tag name="KSO_WM_SLIDE_POSITION" val="112.194*124.525"/>
  <p:tag name="KSO_WM_DIAGRAM_GROUP_CODE" val="l1-1"/>
  <p:tag name="KSO_WM_SLIDE_DIAGTYPE" val="l"/>
  <p:tag name="KSO_WM_BEAUTIFY_FLAG" val="#wm#"/>
  <p:tag name="KSO_WM_TEMPLATE_CATEGORY" val="custom"/>
  <p:tag name="KSO_WM_SLIDE_LAYOUT" val="a_d_l"/>
  <p:tag name="KSO_WM_SLIDE_LAYOUT_CNT" val="1_1_1"/>
  <p:tag name="KSO_WM_TEMPLATE_INDEX" val="20233347"/>
  <p:tag name="KSO_WM_TEMPLATE_SUBCATEGORY" val="0"/>
  <p:tag name="KSO_WM_SLIDE_INDEX" val="1"/>
  <p:tag name="KSO_WM_TAG_VERSION" val="3.0"/>
  <p:tag name="KSO_WM_SLIDE_ID" val="custom20231753_1"/>
  <p:tag name="KSO_WM_SLIDE_ITEM_CNT" val="1"/>
  <p:tag name="KSO_WM_SLIDE_THEME_ID" val="3314003"/>
  <p:tag name="KSO_WM_SLIDE_THEME_NAME" val="红色仙鹤祥云中国风主题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4*33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53_1*d*1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753_1*i*1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FILL_FORE_SCHEMECOLOR_INDEX" val="14"/>
  <p:tag name="KSO_WM_UNIT_FILL_TYPE" val="1"/>
  <p:tag name="KSO_WM_UNIT_USESOURCEFORMAT_APPLY" val="0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753_1*i*2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USESOURCEFORMAT_APPLY" val="0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753_1*i*3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USESOURCEFORMAT_APPLY" val="0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1753_1*i*4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LINE_FORE_SCHEMECOLOR_INDEX" val="5"/>
  <p:tag name="KSO_WM_UNIT_LINE_FILL_TYPE" val="2"/>
  <p:tag name="KSO_WM_UNIT_USESOURCEFORMAT_APPLY" val="0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1753_1*i*5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LINE_FORE_SCHEMECOLOR_INDEX" val="5"/>
  <p:tag name="KSO_WM_UNIT_LINE_FILL_TYPE" val="2"/>
  <p:tag name="KSO_WM_UNIT_USESOURCEFORMAT_APPLY" val="0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1753_1*i*6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DIAGRAM_GROUP_CODE" val="l1-1"/>
  <p:tag name="KSO_WM_UNIT_USESOURCEFORMAT_APPLY" val="0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0"/>
  <p:tag name="KSO_WM_DIAGRAM_VERSION" val="3"/>
  <p:tag name="KSO_WM_DIAGRAM_COLOR_TRICK" val="1"/>
  <p:tag name="KSO_WM_DIAGRAM_COLOR_TEXT_CAN_REMOVE" val="n"/>
  <p:tag name="KSO_WM_TEMPLATE_INDEX" val="20231753"/>
  <p:tag name="KSO_WM_UNIT_ID" val="_7*a*1"/>
  <p:tag name="KSO_WM_UNIT_TEXT_FILL_FORE_SCHEMECOLOR_INDEX" val="13"/>
  <p:tag name="KSO_WM_UNIT_TEXT_FILL_TYPE" val="1"/>
  <p:tag name="KSO_WM_UNIT_USESOURCEFORMAT_APPLY" val="0"/>
  <p:tag name="KSO_WM_UNIT_PRESET_TEXT" val="单击此处编辑母版标题样式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86_1*l_h_f*1_1_1"/>
  <p:tag name="KSO_WM_TEMPLATE_CATEGORY" val="diagram"/>
  <p:tag name="KSO_WM_TEMPLATE_INDEX" val="2023198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1"/>
  <p:tag name="KSO_WM_DIAGRAM_VIRTUALLY_FRAME" val="{&quot;height&quot;:319.6499938964844,&quot;width&quot;:267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项正文，文字是您思想的提炼，请尽量言简意赅的阐述。单击此处输入你的项正文，文字是您思想的提炼，请尽量言简意赅的阐述。单击此处输入你的项正文，文字是您思想的提炼，请尽量言简意赅的阐述观点。单击此处输入你的项正文，文字是您思想的提炼，请尽量言简意赅的阐述。单击此处输入你的项正文，文字是您思想的提炼，请尽量言简意赅的阐述。单击此处输入你的项正文，文字是您思想的提炼，请尽量言简意赅的阐述观点。单击此处输入你的项正文内容。"/>
  <p:tag name="KSO_WM_UNIT_USESOURCEFORMAT_APPLY" val="0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141.444*151.033"/>
  <p:tag name="KSO_WM_SLIDE_POSITION" val="726.828*243.15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3066_1"/>
  <p:tag name="KSO_WM_SLIDE_ITEM_CNT" val="1"/>
  <p:tag name="KSO_WM_SLIDE_THEME_ID" val="3314003"/>
  <p:tag name="KSO_WM_SLIDE_THEME_NAME" val="红色仙鹤祥云中国风主题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TEMPLATE_INDEX" val="20233066"/>
  <p:tag name="KSO_WM_UNIT_LAYERLEVEL" val="1"/>
  <p:tag name="KSO_WM_TAG_VERSION" val="3.0"/>
  <p:tag name="KSO_WM_BEAUTIFY_FLAG" val="#wm#"/>
  <p:tag name="KSO_WM_UNIT_ID" val="diagram20233066_1*i*1"/>
  <p:tag name="KSO_WM_TEMPLATE_CATEGORY" val="diagram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3066_1*d*1"/>
  <p:tag name="KSO_WM_TEMPLATE_CATEGORY" val="custom"/>
  <p:tag name="KSO_WM_TEMPLATE_INDEX" val="20233066"/>
  <p:tag name="KSO_WM_UNIT_LAYERLEVEL" val="1"/>
  <p:tag name="KSO_WM_TAG_VERSION" val="3.0"/>
  <p:tag name="KSO_WM_BEAUTIFY_FLAG" val="#wm#"/>
  <p:tag name="KSO_WM_UNIT_VALUE" val="1499*2197"/>
  <p:tag name="KSO_WM_UNIT_TYPE" val="d"/>
  <p:tag name="KSO_WM_UNIT_INDEX" val="1"/>
  <p:tag name="KSO_WM_UNIT_LINE_FORE_SCHEMECOLOR_INDEX" val="1"/>
  <p:tag name="KSO_WM_UNIT_LINE_FILL_TYPE" val="2"/>
  <p:tag name="KSO_WM_UNIT_USESOURCEFORMAT_APPLY" val="0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TEMPLATE_INDEX" val="20233066"/>
  <p:tag name="KSO_WM_UNIT_ID" val="_7*a*1"/>
  <p:tag name="KSO_WM_UNIT_PRESET_TEXT" val="单击此处编辑母版标题样式"/>
  <p:tag name="KSO_WM_UNIT_TEXT_FILL_FORE_SCHEMECOLOR_INDEX" val="2"/>
  <p:tag name="KSO_WM_UNIT_TEXT_FILL_TYPE" val="1"/>
  <p:tag name="KSO_WM_UNIT_USESOURCEFORMAT_APPLY" val="0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82_1*l_h_f*1_1_1"/>
  <p:tag name="KSO_WM_TEMPLATE_CATEGORY" val="diagram"/>
  <p:tag name="KSO_WM_TEMPLATE_INDEX" val="20231982"/>
  <p:tag name="KSO_WM_UNIT_LAYERLEVEL" val="1_1_1"/>
  <p:tag name="KSO_WM_TAG_VERSION" val="3.0"/>
  <p:tag name="KSO_WM_BEAUTIFY_FLAG" val="#wm#"/>
  <p:tag name="KSO_WM_DIAGRAM_MAX_ITEMCNT" val="1"/>
  <p:tag name="KSO_WM_DIAGRAM_MIN_ITEMCNT" val="1"/>
  <p:tag name="KSO_WM_DIAGRAM_VIRTUALLY_FRAME" val="{&quot;height&quot;:151.0328369140625,&quot;width&quot;:141.443618774414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具体内容，文字是您思想的提炼。"/>
  <p:tag name="KSO_WM_UNIT_TEXT_FILL_FORE_SCHEMECOLOR_INDEX" val="1"/>
  <p:tag name="KSO_WM_UNIT_TEXT_FILL_TYPE" val="1"/>
  <p:tag name="KSO_WM_UNIT_USESOURCEFORMAT_APPLY" val="0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189.818"/>
  <p:tag name="KSO_WM_SLIDE_POSITION" val="503.15*263.92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1837_1"/>
  <p:tag name="KSO_WM_SLIDE_ITEM_CNT" val="1"/>
  <p:tag name="KSO_WM_SLIDE_THEME_ID" val="3314003"/>
  <p:tag name="KSO_WM_SLIDE_THEME_NAME" val="红色仙鹤祥云中国风主题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37"/>
  <p:tag name="KSO_WM_UNIT_ID" val="_7*a*1"/>
  <p:tag name="KSO_WM_UNIT_PRESET_TEXT" val="单击此处编辑母版标题样式"/>
  <p:tag name="KSO_WM_UNIT_TEXT_FILL_FORE_SCHEMECOLOR_INDEX" val="5"/>
  <p:tag name="KSO_WM_UNIT_TEXT_FILL_TYPE" val="1"/>
  <p:tag name="KSO_WM_UNIT_USESOURCEFORMAT_APPLY" val="0"/>
  <p:tag name="KSO_WM_UNIT_VALUE" val="20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4*179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837_1*d*1"/>
  <p:tag name="KSO_WM_TEMPLATE_CATEGORY" val="custom"/>
  <p:tag name="KSO_WM_TEMPLATE_INDEX" val="20231837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0_1*l_h_f*1_1_1"/>
  <p:tag name="KSO_WM_TEMPLATE_CATEGORY" val="diagram"/>
  <p:tag name="KSO_WM_TEMPLATE_INDEX" val="20231780"/>
  <p:tag name="KSO_WM_UNIT_LAYERLEVEL" val="1_1_1"/>
  <p:tag name="KSO_WM_TAG_VERSION" val="3.0"/>
  <p:tag name="KSO_WM_BEAUTIFY_FLAG" val="#wm#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1"/>
  <p:tag name="KSO_WM_DIAGRAM_VIRTUALLY_FRAME" val="{&quot;height&quot;:191.34487915039062,&quot;width&quot;:396.85046386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观点。根据需要可酌情增减文字，以便观者准确地理解您传达的思想。单击此处添加文本具体内容，简明扼要地阐述您的观点"/>
  <p:tag name="KSO_WM_UNIT_USESOURCEFORMAT_APPLY" val="0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347"/>
  <p:tag name="KSO_WM_SLIDE_ID" val="custom2023317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1"/>
  <p:tag name="KSO_WM_SLIDE_INDEX" val="1"/>
  <p:tag name="KSO_WM_SLIDE_SIZE" val="309.123*231.508"/>
  <p:tag name="KSO_WM_SLIDE_POSITION" val="540.105*190.246"/>
  <p:tag name="KSO_WM_TAG_VERSION" val="3.0"/>
  <p:tag name="KSO_WM_SLIDE_LAYOUT" val="a_d_l"/>
  <p:tag name="KSO_WM_SLIDE_LAYOUT_CNT" val="1_1_1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3172_1*d*1"/>
  <p:tag name="KSO_WM_TEMPLATE_CATEGORY" val="custom"/>
  <p:tag name="KSO_WM_TEMPLATE_INDEX" val="20233172"/>
  <p:tag name="KSO_WM_UNIT_LAYERLEVEL" val="1"/>
  <p:tag name="KSO_WM_TAG_VERSION" val="3.0"/>
  <p:tag name="KSO_WM_BEAUTIFY_FLAG" val="#wm#"/>
  <p:tag name="KSO_WM_UNIT_VALUE" val="1155*1483"/>
  <p:tag name="KSO_WM_UNIT_TYPE" val="d"/>
  <p:tag name="KSO_WM_UNIT_INDEX" val="1"/>
  <p:tag name="KSO_WM_UNIT_LINE_FORE_SCHEMECOLOR_INDEX" val="1"/>
  <p:tag name="KSO_WM_UNIT_LINE_FILL_TYPE" val="2"/>
  <p:tag name="KSO_WM_UNIT_USESOURCEFORMAT_APPLY" val="0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3172_1*i*1"/>
  <p:tag name="KSO_WM_TEMPLATE_CATEGORY" val="custom"/>
  <p:tag name="KSO_WM_TEMPLATE_INDEX" val="20233172"/>
  <p:tag name="KSO_WM_UNIT_LAYERLEVEL" val="1"/>
  <p:tag name="KSO_WM_TAG_VERSION" val="3.0"/>
  <p:tag name="KSO_WM_BEAUTIFY_FLAG" val="#wm#"/>
  <p:tag name="KSO_WM_UNIT_TYPE" val="i"/>
  <p:tag name="KSO_WM_UNIT_INDEX" val="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TEMPLATE_CATEGORY" val="custom"/>
  <p:tag name="KSO_WM_TEMPLATE_INDEX" val="20233172"/>
  <p:tag name="KSO_WM_UNIT_LAYERLEVEL" val="1"/>
  <p:tag name="KSO_WM_TAG_VERSION" val="3.0"/>
  <p:tag name="KSO_WM_BEAUTIFY_FLAG" val="#wm#"/>
  <p:tag name="KSO_WM_DIAGRAM_GROUP_CODE" val="l1-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69_1*l_h_f*1_1_1"/>
  <p:tag name="KSO_WM_TEMPLATE_CATEGORY" val="diagram"/>
  <p:tag name="KSO_WM_TEMPLATE_INDEX" val="20233169"/>
  <p:tag name="KSO_WM_UNIT_LAYERLEVEL" val="1_1_1"/>
  <p:tag name="KSO_WM_TAG_VERSION" val="3.0"/>
  <p:tag name="KSO_WM_BEAUTIFY_FLAG" val="#wm#"/>
  <p:tag name="KSO_WM_UNIT_VALUE" val="152"/>
  <p:tag name="KSO_WM_DIAGRAM_GROUP_CODE" val="l1-1"/>
  <p:tag name="KSO_WM_DIAGRAM_VERSION" val="3"/>
  <p:tag name="KSO_WM_DIAGRAM_COLOR_TRICK" val="1"/>
  <p:tag name="KSO_WM_DIAGRAM_COLOR_TEXT_CAN_REMOVE" val="n"/>
  <p:tag name="KSO_WM_DIAGRAM_MAX_ITEMCNT" val="1"/>
  <p:tag name="KSO_WM_DIAGRAM_MIN_ITEMCNT" val="1"/>
  <p:tag name="KSO_WM_DIAGRAM_VIRTUALLY_FRAME" val="{&quot;height&quot;:231.5076446533203,&quot;width&quot;:309.12258911132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理解。"/>
  <p:tag name="KSO_WM_UNIT_TEXT_FILL_FORE_SCHEMECOLOR_INDEX" val="1"/>
  <p:tag name="KSO_WM_UNIT_TEXT_FILL_TYPE" val="1"/>
  <p:tag name="KSO_WM_UNIT_USESOURCEFORMAT_APPLY" val="0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189.818"/>
  <p:tag name="KSO_WM_SLIDE_POSITION" val="481.825*326.79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2396_1"/>
  <p:tag name="KSO_WM_SLIDE_ITEM_CNT" val="1"/>
  <p:tag name="KSO_WM_SLIDE_THEME_ID" val="3314003"/>
  <p:tag name="KSO_WM_SLIDE_THEME_NAME" val="红色仙鹤祥云中国风主题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474*243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2396_1*d*1"/>
  <p:tag name="KSO_WM_TEMPLATE_CATEGORY" val="custom"/>
  <p:tag name="KSO_WM_TEMPLATE_INDEX" val="20232396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TEMPLATE_INDEX" val="20232396"/>
  <p:tag name="KSO_WM_UNIT_ID" val="_7*a*1"/>
  <p:tag name="KSO_WM_UNIT_TEXT_FILL_FORE_SCHEMECOLOR_INDEX" val="13"/>
  <p:tag name="KSO_WM_UNIT_TEXT_FILL_TYPE" val="1"/>
  <p:tag name="KSO_WM_UNIT_USESOURCEFORMAT_APPLY" val="0"/>
  <p:tag name="KSO_WM_UNIT_PRESET_TEXT" val="单击此处编辑母版标题样式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80_1*l_h_f*1_1_1"/>
  <p:tag name="KSO_WM_TEMPLATE_CATEGORY" val="diagram"/>
  <p:tag name="KSO_WM_TEMPLATE_INDEX" val="20231780"/>
  <p:tag name="KSO_WM_UNIT_LAYERLEVEL" val="1_1_1"/>
  <p:tag name="KSO_WM_TAG_VERSION" val="3.0"/>
  <p:tag name="KSO_WM_BEAUTIFY_FLAG" val="#wm#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1"/>
  <p:tag name="KSO_WM_DIAGRAM_VIRTUALLY_FRAME" val="{&quot;height&quot;:191.34487915039062,&quot;width&quot;:396.85046386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具体内容，简明扼要地阐述观点。根据需要可酌情增减文字，以便观者准确地理解您传达的思想。单击此处添加文本具体内容，简明扼要地阐述您的观点"/>
  <p:tag name="KSO_WM_UNIT_USESOURCEFORMAT_APPLY" val="0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347"/>
  <p:tag name="KSO_WM_SLIDE_LAYOUT" val="a_l"/>
  <p:tag name="KSO_WM_SLIDE_LAYOUT_CNT" val="1_1"/>
  <p:tag name="KSO_WM_SPECIAL_SOURCE" val="bdnull"/>
  <p:tag name="KSO_WM_SLIDE_THEME_ID" val="3314003"/>
  <p:tag name="KSO_WM_SLIDE_THEME_NAME" val="红色仙鹤祥云中国风主题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7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  <p:tag name="KSO_WM_UNIT_USESOURCEFORMAT_APPLY" val="0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21"/>
  <p:tag name="KSO_WM_SLIDE_TYPE" val="sectionTitle"/>
  <p:tag name="KSO_WM_SLIDE_SUBTYPE" val="pureTxt"/>
  <p:tag name="KSO_WM_SLIDE_LAYOUT" val="a_b_e"/>
  <p:tag name="KSO_WM_SLIDE_LAYOUT_CNT" val="1_1_1"/>
  <p:tag name="KSO_WM_SLIDE_THEME_ID" val="3314003"/>
  <p:tag name="KSO_WM_SLIDE_THEME_NAME" val="红色仙鹤祥云中国风主题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7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21_7*e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4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446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TEMPLATE_CATEGORY" val="custom"/>
  <p:tag name="KSO_WM_TEMPLATE_INDEX" val="2023446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0"/>
  <p:tag name="KSO_WM_UNIT_PRESET_TEXT" val="单击此处编辑母版标题样式"/>
  <p:tag name="KSO_WM_UNIT_TEXT_FILL_FORE_SCHEMECOLOR_INDEX" val="13"/>
  <p:tag name="KSO_WM_UNIT_TEXT_FILL_TYPE" val="1"/>
  <p:tag name="KSO_WM_UNIT_USESOURCEFORMAT_APPLY" val="0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4459_1*l_h_d*1_2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4459_1*l_h_d*1_1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4459_1*l_h_d*1_3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459_1*l_h_f*1_1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添加文本的具体内容简明阐述您的观点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459_1*l_h_a*1_1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459_1*l_h_f*1_2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添加文本的具体内容简明阐述您的观点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4459_1*l_h_a*1_2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4459_1*l_h_i*1_2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2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USESOURCEFORMAT_APPLY" val="0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4459_1*l_h_i*1_1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1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USESOURCEFORMAT_APPLY" val="0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459_1*l_h_f*1_3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添加文本的具体内容简明阐述您的观点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4459_1*l_h_a*1_3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4459_1*l_h_i*1_3_1"/>
  <p:tag name="KSO_WM_TEMPLATE_CATEGORY" val="diagram"/>
  <p:tag name="KSO_WM_TEMPLATE_INDEX" val="2023445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3"/>
  <p:tag name="KSO_WM_UNIT_TEXT_FILL_FORE_SCHEMECOLOR_INDEX" val="1"/>
  <p:tag name="KSO_WM_UNIT_TEXT_FILL_TYPE" val="1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USESOURCEFORMAT_APPLY" val="0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240.022"/>
  <p:tag name="KSO_WM_SLIDE_POSITION" val="499.525*186.52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347"/>
  <p:tag name="KSO_WM_TEMPLATE_SUBCATEGORY" val="0"/>
  <p:tag name="KSO_WM_SLIDE_INDEX" val="1"/>
  <p:tag name="KSO_WM_TAG_VERSION" val="3.0"/>
  <p:tag name="KSO_WM_SLIDE_ID" val="custom20233282_1"/>
  <p:tag name="KSO_WM_SLIDE_ITEM_CNT" val="1"/>
  <p:tag name="KSO_WM_SLIDE_THEME_ID" val="3314003"/>
  <p:tag name="KSO_WM_SLIDE_THEME_NAME" val="红色仙鹤祥云中国风主题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282"/>
  <p:tag name="KSO_WM_UNIT_ID" val="_7*a*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82_1*i*1"/>
  <p:tag name="KSO_WM_TEMPLATE_CATEGORY" val="custom"/>
  <p:tag name="KSO_WM_TEMPLATE_INDEX" val="20233282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81*98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82_1*d*1"/>
  <p:tag name="KSO_WM_TEMPLATE_CATEGORY" val="custom"/>
  <p:tag name="KSO_WM_TEMPLATE_INDEX" val="20233282"/>
  <p:tag name="KSO_WM_UNIT_LAYERLEVEL" val="1"/>
  <p:tag name="KSO_WM_TAG_VERSION" val="3.0"/>
  <p:tag name="KSO_WM_BEAUTIFY_FLAG" val="#wm#"/>
  <p:tag name="KSO_WM_UNIT_FILL_FORE_SCHEMECOLOR_INDEX" val="14"/>
  <p:tag name="KSO_WM_UNIT_FILL_TYPE" val="1"/>
  <p:tag name="KSO_WM_UNIT_LINE_FORE_SCHEMECOLOR_INDEX" val="5"/>
  <p:tag name="KSO_WM_UNIT_LINE_FILL_TYPE" val="2"/>
  <p:tag name="KSO_WM_UNIT_USESOURCEFORMAT_APPLY" val="0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81_1*l_h_f*1_1_1"/>
  <p:tag name="KSO_WM_TEMPLATE_CATEGORY" val="diagram"/>
  <p:tag name="KSO_WM_TEMPLATE_INDEX" val="20233281"/>
  <p:tag name="KSO_WM_UNIT_LAYERLEVEL" val="1_1_1"/>
  <p:tag name="KSO_WM_TAG_VERSION" val="3.0"/>
  <p:tag name="KSO_WM_BEAUTIFY_FLAG" val="#wm#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1"/>
  <p:tag name="KSO_WM_DIAGRAM_MIN_ITEMCNT" val="1"/>
  <p:tag name="KSO_WM_DIAGRAM_VIRTUALLY_FRAME" val="{&quot;height&quot;:240.021728515625,&quot;width&quot;:396.850402832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输入项正文，文字是思想的提炼，请尽量言简意赅的阐述观点。单击输入您的项正文，文字是您思想的提炼。单击输入项正文，文字是思想的提炼，请尽量言简意赅的阐述观点。单击输入您的项正文，文字是您思想的提炼。单击输入您的项正文，文字是思想的提炼，请尽量言简意赅的阐述观点。单击输入您的项正文，文字是您思想的提炼。"/>
  <p:tag name="KSO_WM_UNIT_USESOURCEFORMAT_APPLY" val="0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90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39.328*357.763"/>
  <p:tag name="KSO_WM_SLIDE_POSITION" val="60.3362*109.909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TEMPLATE_CATEGORY" val="custom"/>
  <p:tag name="KSO_WM_TEMPLATE_INDEX" val="20231905"/>
  <p:tag name="KSO_WM_UNIT_LAYERLEVEL" val="1"/>
  <p:tag name="KSO_WM_TAG_VERSION" val="3.0"/>
  <p:tag name="KSO_WM_BEAUTIFY_FLAG" val="#wm#"/>
  <p:tag name="KSO_WM_DIAGRAM_GROUP_CODE" val="l1-1"/>
  <p:tag name="KSO_WM_UNIT_PRESET_TEXT" val="单击此处编辑母版标题样式"/>
  <p:tag name="KSO_WM_UNIT_TEXT_FILL_FORE_SCHEMECOLOR_INDEX" val="5"/>
  <p:tag name="KSO_WM_UNIT_TEXT_FILL_TYPE" val="1"/>
  <p:tag name="KSO_WM_UNIT_USESOURCEFORMAT_APPLY" val="0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13"/>
  <p:tag name="KSO_WM_UNIT_FILL_FORE_SCHEMECOLOR_INDEX_BRIGHTNESS" val="0.6"/>
  <p:tag name="KSO_WM_UNIT_USESOURCEFORMAT_APPLY" val="0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14_1*l_h_f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14_1*l_h_a*1_1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标题"/>
  <p:tag name="KSO_WM_UNIT_USESOURCEFORMAT_APPLY" val="0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13"/>
  <p:tag name="KSO_WM_UNIT_FILL_FORE_SCHEMECOLOR_INDEX_BRIGHTNESS" val="0.6"/>
  <p:tag name="KSO_WM_UNIT_USESOURCEFORMAT_APPLY" val="0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714_1*l_h_d*1_1_1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d"/>
  <p:tag name="KSO_WM_UNIT_INDEX" val="1_1_1"/>
  <p:tag name="KSO_WM_UNIT_VALUE" val="534*534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14_1*l_h_f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3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14_1*l_h_a*1_2_1"/>
  <p:tag name="KSO_WM_TEMPLATE_CATEGORY" val="diagram"/>
  <p:tag name="KSO_WM_TEMPLATE_INDEX" val="20231714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标题"/>
  <p:tag name="KSO_WM_UNIT_USESOURCEFORMAT_APPLY" val="0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2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2,&quot;transparency&quot;:0},&quot;type&quot;:1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2"/>
  <p:tag name="KSO_WM_UNIT_USESOURCEFORMAT_APPLY" val="0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1_3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USESOURCEFORMAT_APPLY" val="0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714_1*l_h_d*1_2_1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d"/>
  <p:tag name="KSO_WM_UNIT_INDEX" val="1_2_1"/>
  <p:tag name="KSO_WM_UNIT_VALUE" val="534*534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13"/>
  <p:tag name="KSO_WM_UNIT_LINE_FILL_TYPE" val="2"/>
  <p:tag name="KSO_WM_UNIT_USESOURCEFORMAT_APPLY" val="0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LINE_FORE_SCHEMECOLOR_INDEX_BRIGHTNESS" val="0"/>
  <p:tag name="KSO_WM_UNIT_LINE_FILL_TYPE" val="2"/>
  <p:tag name="KSO_WM_UNIT_SHADOW_SCHEMECOLOR_INDEX_BRIGHTNESS" val="0.4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2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2,&quot;transparency&quot;:0},&quot;type&quot;:1},&quot;shadow&quot;:{&quot;brightness&quot;:0.400000005960464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LINE_FORE_SCHEMECOLOR_INDEX" val="2"/>
  <p:tag name="KSO_WM_UNIT_USESOURCEFORMAT_APPLY" val="0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1714_1*l_h_i*1_2_3"/>
  <p:tag name="KSO_WM_TEMPLATE_CATEGORY" val="diagram"/>
  <p:tag name="KSO_WM_TEMPLATE_INDEX" val="20231714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387.8111877441406,&quot;width&quot;:840.4340209960938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USESOURCEFORMAT_APPLY" val="0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picTxt"/>
  <p:tag name="KSO_WM_SLIDE_SIZE" val="745.9*95.95"/>
  <p:tag name="KSO_WM_SLIDE_POSITION" val="117.125*383.72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单击此处添加标题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1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输入你的项正文，请尽量言简意赅的阐述观点。单击此处输入你的项正文，请尽量言简意赅的阐述观点。单击此处输入你的项正文。单击此处输入你的项正文，请尽量言简意赅的阐述观点。单击此处输入你的项正文，请尽量言简意赅的阐述观点。单击此处输入你的项正文。"/>
  <p:tag name="KSO_WM_UNIT_USESOURCEFORMAT_APPLY" val="0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1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单击此处添加项标题"/>
  <p:tag name="KSO_WM_UNIT_USESOURCEFORMAT_APPLY" val="0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3347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SLIDE_THEME_ID" val="3314003"/>
  <p:tag name="KSO_WM_SLIDE_THEME_NAME" val="红色仙鹤祥云中国风主题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7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UNIT_PRESET_TEXT" val="单击此处编辑母版标题样式"/>
  <p:tag name="KSO_WM_UNIT_TEXT_FILL_FORE_SCHEMECOLOR_INDEX" val="5"/>
  <p:tag name="KSO_WM_UNIT_TEXT_FILL_TYPE" val="1"/>
  <p:tag name="KSO_WM_UNIT_USESOURCEFORMAT_APPLY" val="0"/>
  <p:tag name="KSO_WM_UNIT_VALUE" val="20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68_1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0968_1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1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1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USESOURCEFORMAT_APPLY" val="0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68_1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1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USESOURCEFORMAT_APPLY" val="0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1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输入你的项正文，文字是您思想的提炼，请尽量言简意赅的阐述观点。"/>
  <p:tag name="KSO_WM_UNIT_USESOURCEFORMAT_APPLY" val="0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0968_1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122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21"/>
  <p:tag name="KSO_WM_SLIDE_TYPE" val="endPage"/>
  <p:tag name="KSO_WM_SLIDE_SUBTYPE" val="pureTxt"/>
  <p:tag name="KSO_WM_SLIDE_LAYOUT" val="a_f"/>
  <p:tag name="KSO_WM_SLIDE_LAYOUT_CNT" val="1_1"/>
  <p:tag name="KSO_WM_SLIDE_THEME_ID" val="3314003"/>
  <p:tag name="KSO_WM_SLIDE_THEME_NAME" val="红色仙鹤祥云中国风主题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21_9*a*1"/>
  <p:tag name="KSO_WM_TEMPLATE_CATEGORY" val="custom"/>
  <p:tag name="KSO_WM_TEMPLATE_INDEX" val="2023122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观看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75">
      <a:dk1>
        <a:srgbClr val="000000"/>
      </a:dk1>
      <a:lt1>
        <a:srgbClr val="FFFFFF"/>
      </a:lt1>
      <a:dk2>
        <a:srgbClr val="39090E"/>
      </a:dk2>
      <a:lt2>
        <a:srgbClr val="FFEBEB"/>
      </a:lt2>
      <a:accent1>
        <a:srgbClr val="D51A2D"/>
      </a:accent1>
      <a:accent2>
        <a:srgbClr val="E5297A"/>
      </a:accent2>
      <a:accent3>
        <a:srgbClr val="B13AE0"/>
      </a:accent3>
      <a:accent4>
        <a:srgbClr val="EDAA23"/>
      </a:accent4>
      <a:accent5>
        <a:srgbClr val="EC7A24"/>
      </a:accent5>
      <a:accent6>
        <a:srgbClr val="FFCB3D"/>
      </a:accent6>
      <a:hlink>
        <a:srgbClr val="304FFE"/>
      </a:hlink>
      <a:folHlink>
        <a:srgbClr val="492067"/>
      </a:folHlink>
    </a:clrScheme>
    <a:fontScheme name="自定义 19">
      <a:majorFont>
        <a:latin typeface="汉仪北魏写经W"/>
        <a:ea typeface="汉仪北魏写经W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75">
      <a:dk1>
        <a:srgbClr val="000000"/>
      </a:dk1>
      <a:lt1>
        <a:srgbClr val="FFFFFF"/>
      </a:lt1>
      <a:dk2>
        <a:srgbClr val="39090E"/>
      </a:dk2>
      <a:lt2>
        <a:srgbClr val="FFEBEB"/>
      </a:lt2>
      <a:accent1>
        <a:srgbClr val="D51A2D"/>
      </a:accent1>
      <a:accent2>
        <a:srgbClr val="E5297A"/>
      </a:accent2>
      <a:accent3>
        <a:srgbClr val="B13AE0"/>
      </a:accent3>
      <a:accent4>
        <a:srgbClr val="EDAA23"/>
      </a:accent4>
      <a:accent5>
        <a:srgbClr val="EC7A24"/>
      </a:accent5>
      <a:accent6>
        <a:srgbClr val="FFCB3D"/>
      </a:accent6>
      <a:hlink>
        <a:srgbClr val="304FFE"/>
      </a:hlink>
      <a:folHlink>
        <a:srgbClr val="492067"/>
      </a:folHlink>
    </a:clrScheme>
    <a:fontScheme name="自定义 19">
      <a:majorFont>
        <a:latin typeface="汉仪北魏写经W"/>
        <a:ea typeface="汉仪北魏写经W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175">
      <a:dk1>
        <a:srgbClr val="000000"/>
      </a:dk1>
      <a:lt1>
        <a:srgbClr val="FFFFFF"/>
      </a:lt1>
      <a:dk2>
        <a:srgbClr val="39090E"/>
      </a:dk2>
      <a:lt2>
        <a:srgbClr val="FFEBEB"/>
      </a:lt2>
      <a:accent1>
        <a:srgbClr val="D51A2D"/>
      </a:accent1>
      <a:accent2>
        <a:srgbClr val="E5297A"/>
      </a:accent2>
      <a:accent3>
        <a:srgbClr val="B13AE0"/>
      </a:accent3>
      <a:accent4>
        <a:srgbClr val="EDAA23"/>
      </a:accent4>
      <a:accent5>
        <a:srgbClr val="EC7A24"/>
      </a:accent5>
      <a:accent6>
        <a:srgbClr val="FFCB3D"/>
      </a:accent6>
      <a:hlink>
        <a:srgbClr val="304FFE"/>
      </a:hlink>
      <a:folHlink>
        <a:srgbClr val="492067"/>
      </a:folHlink>
    </a:clrScheme>
    <a:fontScheme name="自定义 19">
      <a:majorFont>
        <a:latin typeface="汉仪北魏写经W"/>
        <a:ea typeface="汉仪北魏写经W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​​">
  <a:themeElements>
    <a:clrScheme name="自定义 175">
      <a:dk1>
        <a:srgbClr val="000000"/>
      </a:dk1>
      <a:lt1>
        <a:srgbClr val="FFFFFF"/>
      </a:lt1>
      <a:dk2>
        <a:srgbClr val="39090E"/>
      </a:dk2>
      <a:lt2>
        <a:srgbClr val="FFEBEB"/>
      </a:lt2>
      <a:accent1>
        <a:srgbClr val="D51A2D"/>
      </a:accent1>
      <a:accent2>
        <a:srgbClr val="E5297A"/>
      </a:accent2>
      <a:accent3>
        <a:srgbClr val="B13AE0"/>
      </a:accent3>
      <a:accent4>
        <a:srgbClr val="EDAA23"/>
      </a:accent4>
      <a:accent5>
        <a:srgbClr val="EC7A24"/>
      </a:accent5>
      <a:accent6>
        <a:srgbClr val="FFCB3D"/>
      </a:accent6>
      <a:hlink>
        <a:srgbClr val="304FFE"/>
      </a:hlink>
      <a:folHlink>
        <a:srgbClr val="492067"/>
      </a:folHlink>
    </a:clrScheme>
    <a:fontScheme name="自定义 19">
      <a:majorFont>
        <a:latin typeface="汉仪北魏写经W"/>
        <a:ea typeface="汉仪北魏写经W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​​">
  <a:themeElements>
    <a:clrScheme name="自定义 175">
      <a:dk1>
        <a:srgbClr val="000000"/>
      </a:dk1>
      <a:lt1>
        <a:srgbClr val="FFFFFF"/>
      </a:lt1>
      <a:dk2>
        <a:srgbClr val="39090E"/>
      </a:dk2>
      <a:lt2>
        <a:srgbClr val="FFEBEB"/>
      </a:lt2>
      <a:accent1>
        <a:srgbClr val="D51A2D"/>
      </a:accent1>
      <a:accent2>
        <a:srgbClr val="E5297A"/>
      </a:accent2>
      <a:accent3>
        <a:srgbClr val="B13AE0"/>
      </a:accent3>
      <a:accent4>
        <a:srgbClr val="EDAA23"/>
      </a:accent4>
      <a:accent5>
        <a:srgbClr val="EC7A24"/>
      </a:accent5>
      <a:accent6>
        <a:srgbClr val="FFCB3D"/>
      </a:accent6>
      <a:hlink>
        <a:srgbClr val="304FFE"/>
      </a:hlink>
      <a:folHlink>
        <a:srgbClr val="492067"/>
      </a:folHlink>
    </a:clrScheme>
    <a:fontScheme name="自定义 19">
      <a:majorFont>
        <a:latin typeface="汉仪北魏写经W"/>
        <a:ea typeface="汉仪北魏写经W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943</Words>
  <Application>Microsoft Office PowerPoint</Application>
  <PresentationFormat>宽屏</PresentationFormat>
  <Paragraphs>128</Paragraphs>
  <Slides>29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+中文标题</vt:lpstr>
      <vt:lpstr>汉仪北魏写经W</vt:lpstr>
      <vt:lpstr>楷体</vt:lpstr>
      <vt:lpstr>微软雅黑</vt:lpstr>
      <vt:lpstr>Arial</vt:lpstr>
      <vt:lpstr>Calibri</vt:lpstr>
      <vt:lpstr>Wingdings</vt:lpstr>
      <vt:lpstr>WPS</vt:lpstr>
      <vt:lpstr>1_Office 主题​​</vt:lpstr>
      <vt:lpstr>3_Office 主题​​</vt:lpstr>
      <vt:lpstr>4_Office 主题​​</vt:lpstr>
      <vt:lpstr>5_Office 主题​​</vt:lpstr>
      <vt:lpstr>6_Office 主题​​</vt:lpstr>
      <vt:lpstr>建设科技强国青年人可以做些什么？</vt:lpstr>
      <vt:lpstr>目录</vt:lpstr>
      <vt:lpstr>积极参与科研创新</vt:lpstr>
      <vt:lpstr>提升专业知识与技能</vt:lpstr>
      <vt:lpstr>主动参与科研项目和竞赛</vt:lpstr>
      <vt:lpstr>加入创新团队和组织</vt:lpstr>
      <vt:lpstr>PowerPoint 演示文稿</vt:lpstr>
      <vt:lpstr>不断尝试和探索</vt:lpstr>
      <vt:lpstr>提升专业素养与技能</vt:lpstr>
      <vt:lpstr>持续学习专业知识</vt:lpstr>
      <vt:lpstr>实践操作与经验积累</vt:lpstr>
      <vt:lpstr>培养解决问题的能力</vt:lpstr>
      <vt:lpstr>参加行业交流与团队协作</vt:lpstr>
      <vt:lpstr>设定目标与持续反思</vt:lpstr>
      <vt:lpstr>参与科普宣传与科学传播</vt:lpstr>
      <vt:lpstr>PowerPoint 演示文稿</vt:lpstr>
      <vt:lpstr>参与线下科普活动：</vt:lpstr>
      <vt:lpstr>创作和分享科普内容：</vt:lpstr>
      <vt:lpstr>参与科学节目和访谈：</vt:lpstr>
      <vt:lpstr>加入科普组织或成为科学传播者：</vt:lpstr>
      <vt:lpstr>互动式科普：</vt:lpstr>
      <vt:lpstr>关注并转发官方科普内容：</vt:lpstr>
      <vt:lpstr>关注科技动态</vt:lpstr>
      <vt:lpstr>定期浏览科技新闻和资讯</vt:lpstr>
      <vt:lpstr>关注科技领域的专业期刊和学术论文</vt:lpstr>
      <vt:lpstr>参加科技会议和研讨会</vt:lpstr>
      <vt:lpstr>PowerPoint 演示文稿</vt:lpstr>
      <vt:lpstr>保持对新技术的敏感和探索精神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xi sheng</cp:lastModifiedBy>
  <cp:revision>155</cp:revision>
  <dcterms:created xsi:type="dcterms:W3CDTF">2019-06-19T02:08:00Z</dcterms:created>
  <dcterms:modified xsi:type="dcterms:W3CDTF">2024-05-17T06:45:12Z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27EB7E77A94647F7B963EFE88D8B3343_11</vt:lpwstr>
  </property>
</Properties>
</file>