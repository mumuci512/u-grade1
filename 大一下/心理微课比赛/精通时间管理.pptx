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heme/theme2.xml" ContentType="application/vnd.openxmlformats-officedocument.theme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73" r:id="rId3"/>
    <p:sldId id="260" r:id="rId4"/>
    <p:sldId id="274" r:id="rId5"/>
    <p:sldId id="277" r:id="rId6"/>
    <p:sldId id="275" r:id="rId7"/>
    <p:sldId id="269" r:id="rId8"/>
    <p:sldId id="276" r:id="rId9"/>
    <p:sldId id="278" r:id="rId10"/>
    <p:sldId id="258" r:id="rId11"/>
    <p:sldId id="261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0FB"/>
    <a:srgbClr val="A0C2F5"/>
    <a:srgbClr val="A7C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09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33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E624-3660-4035-AB45-CE49DDC2C65A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5F825-9C29-43CC-BB96-80A60E9689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6" Type="http://schemas.openxmlformats.org/officeDocument/2006/relationships/tags" Target="../tags/tag113.xml"/><Relationship Id="rId21" Type="http://schemas.openxmlformats.org/officeDocument/2006/relationships/tags" Target="../tags/tag108.xml"/><Relationship Id="rId42" Type="http://schemas.openxmlformats.org/officeDocument/2006/relationships/tags" Target="../tags/tag129.xml"/><Relationship Id="rId47" Type="http://schemas.openxmlformats.org/officeDocument/2006/relationships/tags" Target="../tags/tag134.xml"/><Relationship Id="rId63" Type="http://schemas.openxmlformats.org/officeDocument/2006/relationships/tags" Target="../tags/tag150.xml"/><Relationship Id="rId68" Type="http://schemas.openxmlformats.org/officeDocument/2006/relationships/tags" Target="../tags/tag155.xml"/><Relationship Id="rId84" Type="http://schemas.openxmlformats.org/officeDocument/2006/relationships/tags" Target="../tags/tag171.xml"/><Relationship Id="rId89" Type="http://schemas.openxmlformats.org/officeDocument/2006/relationships/tags" Target="../tags/tag176.xml"/><Relationship Id="rId16" Type="http://schemas.openxmlformats.org/officeDocument/2006/relationships/tags" Target="../tags/tag103.xml"/><Relationship Id="rId11" Type="http://schemas.openxmlformats.org/officeDocument/2006/relationships/tags" Target="../tags/tag98.xml"/><Relationship Id="rId32" Type="http://schemas.openxmlformats.org/officeDocument/2006/relationships/tags" Target="../tags/tag119.xml"/><Relationship Id="rId37" Type="http://schemas.openxmlformats.org/officeDocument/2006/relationships/tags" Target="../tags/tag124.xml"/><Relationship Id="rId53" Type="http://schemas.openxmlformats.org/officeDocument/2006/relationships/tags" Target="../tags/tag140.xml"/><Relationship Id="rId58" Type="http://schemas.openxmlformats.org/officeDocument/2006/relationships/tags" Target="../tags/tag145.xml"/><Relationship Id="rId74" Type="http://schemas.openxmlformats.org/officeDocument/2006/relationships/tags" Target="../tags/tag161.xml"/><Relationship Id="rId79" Type="http://schemas.openxmlformats.org/officeDocument/2006/relationships/tags" Target="../tags/tag166.xml"/><Relationship Id="rId5" Type="http://schemas.openxmlformats.org/officeDocument/2006/relationships/tags" Target="../tags/tag92.xml"/><Relationship Id="rId90" Type="http://schemas.openxmlformats.org/officeDocument/2006/relationships/slideMaster" Target="../slideMasters/slideMaster1.xml"/><Relationship Id="rId14" Type="http://schemas.openxmlformats.org/officeDocument/2006/relationships/tags" Target="../tags/tag101.xml"/><Relationship Id="rId22" Type="http://schemas.openxmlformats.org/officeDocument/2006/relationships/tags" Target="../tags/tag109.xml"/><Relationship Id="rId27" Type="http://schemas.openxmlformats.org/officeDocument/2006/relationships/tags" Target="../tags/tag114.xml"/><Relationship Id="rId30" Type="http://schemas.openxmlformats.org/officeDocument/2006/relationships/tags" Target="../tags/tag117.xml"/><Relationship Id="rId35" Type="http://schemas.openxmlformats.org/officeDocument/2006/relationships/tags" Target="../tags/tag122.xml"/><Relationship Id="rId43" Type="http://schemas.openxmlformats.org/officeDocument/2006/relationships/tags" Target="../tags/tag130.xml"/><Relationship Id="rId48" Type="http://schemas.openxmlformats.org/officeDocument/2006/relationships/tags" Target="../tags/tag135.xml"/><Relationship Id="rId56" Type="http://schemas.openxmlformats.org/officeDocument/2006/relationships/tags" Target="../tags/tag143.xml"/><Relationship Id="rId64" Type="http://schemas.openxmlformats.org/officeDocument/2006/relationships/tags" Target="../tags/tag151.xml"/><Relationship Id="rId69" Type="http://schemas.openxmlformats.org/officeDocument/2006/relationships/tags" Target="../tags/tag156.xml"/><Relationship Id="rId77" Type="http://schemas.openxmlformats.org/officeDocument/2006/relationships/tags" Target="../tags/tag164.xml"/><Relationship Id="rId8" Type="http://schemas.openxmlformats.org/officeDocument/2006/relationships/tags" Target="../tags/tag95.xml"/><Relationship Id="rId51" Type="http://schemas.openxmlformats.org/officeDocument/2006/relationships/tags" Target="../tags/tag138.xml"/><Relationship Id="rId72" Type="http://schemas.openxmlformats.org/officeDocument/2006/relationships/tags" Target="../tags/tag159.xml"/><Relationship Id="rId80" Type="http://schemas.openxmlformats.org/officeDocument/2006/relationships/tags" Target="../tags/tag167.xml"/><Relationship Id="rId85" Type="http://schemas.openxmlformats.org/officeDocument/2006/relationships/tags" Target="../tags/tag172.xml"/><Relationship Id="rId3" Type="http://schemas.openxmlformats.org/officeDocument/2006/relationships/tags" Target="../tags/tag90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5" Type="http://schemas.openxmlformats.org/officeDocument/2006/relationships/tags" Target="../tags/tag112.xml"/><Relationship Id="rId33" Type="http://schemas.openxmlformats.org/officeDocument/2006/relationships/tags" Target="../tags/tag120.xml"/><Relationship Id="rId38" Type="http://schemas.openxmlformats.org/officeDocument/2006/relationships/tags" Target="../tags/tag125.xml"/><Relationship Id="rId46" Type="http://schemas.openxmlformats.org/officeDocument/2006/relationships/tags" Target="../tags/tag133.xml"/><Relationship Id="rId59" Type="http://schemas.openxmlformats.org/officeDocument/2006/relationships/tags" Target="../tags/tag146.xml"/><Relationship Id="rId67" Type="http://schemas.openxmlformats.org/officeDocument/2006/relationships/tags" Target="../tags/tag154.xml"/><Relationship Id="rId20" Type="http://schemas.openxmlformats.org/officeDocument/2006/relationships/tags" Target="../tags/tag107.xml"/><Relationship Id="rId41" Type="http://schemas.openxmlformats.org/officeDocument/2006/relationships/tags" Target="../tags/tag128.xml"/><Relationship Id="rId54" Type="http://schemas.openxmlformats.org/officeDocument/2006/relationships/tags" Target="../tags/tag141.xml"/><Relationship Id="rId62" Type="http://schemas.openxmlformats.org/officeDocument/2006/relationships/tags" Target="../tags/tag149.xml"/><Relationship Id="rId70" Type="http://schemas.openxmlformats.org/officeDocument/2006/relationships/tags" Target="../tags/tag157.xml"/><Relationship Id="rId75" Type="http://schemas.openxmlformats.org/officeDocument/2006/relationships/tags" Target="../tags/tag162.xml"/><Relationship Id="rId83" Type="http://schemas.openxmlformats.org/officeDocument/2006/relationships/tags" Target="../tags/tag170.xml"/><Relationship Id="rId88" Type="http://schemas.openxmlformats.org/officeDocument/2006/relationships/tags" Target="../tags/tag175.xml"/><Relationship Id="rId91" Type="http://schemas.openxmlformats.org/officeDocument/2006/relationships/image" Target="../media/image1.png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5" Type="http://schemas.openxmlformats.org/officeDocument/2006/relationships/tags" Target="../tags/tag102.xml"/><Relationship Id="rId23" Type="http://schemas.openxmlformats.org/officeDocument/2006/relationships/tags" Target="../tags/tag110.xml"/><Relationship Id="rId28" Type="http://schemas.openxmlformats.org/officeDocument/2006/relationships/tags" Target="../tags/tag115.xml"/><Relationship Id="rId36" Type="http://schemas.openxmlformats.org/officeDocument/2006/relationships/tags" Target="../tags/tag123.xml"/><Relationship Id="rId49" Type="http://schemas.openxmlformats.org/officeDocument/2006/relationships/tags" Target="../tags/tag136.xml"/><Relationship Id="rId57" Type="http://schemas.openxmlformats.org/officeDocument/2006/relationships/tags" Target="../tags/tag144.xml"/><Relationship Id="rId10" Type="http://schemas.openxmlformats.org/officeDocument/2006/relationships/tags" Target="../tags/tag97.xml"/><Relationship Id="rId31" Type="http://schemas.openxmlformats.org/officeDocument/2006/relationships/tags" Target="../tags/tag118.xml"/><Relationship Id="rId44" Type="http://schemas.openxmlformats.org/officeDocument/2006/relationships/tags" Target="../tags/tag131.xml"/><Relationship Id="rId52" Type="http://schemas.openxmlformats.org/officeDocument/2006/relationships/tags" Target="../tags/tag139.xml"/><Relationship Id="rId60" Type="http://schemas.openxmlformats.org/officeDocument/2006/relationships/tags" Target="../tags/tag147.xml"/><Relationship Id="rId65" Type="http://schemas.openxmlformats.org/officeDocument/2006/relationships/tags" Target="../tags/tag152.xml"/><Relationship Id="rId73" Type="http://schemas.openxmlformats.org/officeDocument/2006/relationships/tags" Target="../tags/tag160.xml"/><Relationship Id="rId78" Type="http://schemas.openxmlformats.org/officeDocument/2006/relationships/tags" Target="../tags/tag165.xml"/><Relationship Id="rId81" Type="http://schemas.openxmlformats.org/officeDocument/2006/relationships/tags" Target="../tags/tag168.xml"/><Relationship Id="rId86" Type="http://schemas.openxmlformats.org/officeDocument/2006/relationships/tags" Target="../tags/tag173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39" Type="http://schemas.openxmlformats.org/officeDocument/2006/relationships/tags" Target="../tags/tag126.xml"/><Relationship Id="rId34" Type="http://schemas.openxmlformats.org/officeDocument/2006/relationships/tags" Target="../tags/tag121.xml"/><Relationship Id="rId50" Type="http://schemas.openxmlformats.org/officeDocument/2006/relationships/tags" Target="../tags/tag137.xml"/><Relationship Id="rId55" Type="http://schemas.openxmlformats.org/officeDocument/2006/relationships/tags" Target="../tags/tag142.xml"/><Relationship Id="rId76" Type="http://schemas.openxmlformats.org/officeDocument/2006/relationships/tags" Target="../tags/tag163.xml"/><Relationship Id="rId7" Type="http://schemas.openxmlformats.org/officeDocument/2006/relationships/tags" Target="../tags/tag94.xml"/><Relationship Id="rId71" Type="http://schemas.openxmlformats.org/officeDocument/2006/relationships/tags" Target="../tags/tag158.xml"/><Relationship Id="rId2" Type="http://schemas.openxmlformats.org/officeDocument/2006/relationships/tags" Target="../tags/tag89.xml"/><Relationship Id="rId29" Type="http://schemas.openxmlformats.org/officeDocument/2006/relationships/tags" Target="../tags/tag116.xml"/><Relationship Id="rId24" Type="http://schemas.openxmlformats.org/officeDocument/2006/relationships/tags" Target="../tags/tag111.xml"/><Relationship Id="rId40" Type="http://schemas.openxmlformats.org/officeDocument/2006/relationships/tags" Target="../tags/tag127.xml"/><Relationship Id="rId45" Type="http://schemas.openxmlformats.org/officeDocument/2006/relationships/tags" Target="../tags/tag132.xml"/><Relationship Id="rId66" Type="http://schemas.openxmlformats.org/officeDocument/2006/relationships/tags" Target="../tags/tag153.xml"/><Relationship Id="rId87" Type="http://schemas.openxmlformats.org/officeDocument/2006/relationships/tags" Target="../tags/tag174.xml"/><Relationship Id="rId61" Type="http://schemas.openxmlformats.org/officeDocument/2006/relationships/tags" Target="../tags/tag148.xml"/><Relationship Id="rId82" Type="http://schemas.openxmlformats.org/officeDocument/2006/relationships/tags" Target="../tags/tag169.xml"/><Relationship Id="rId19" Type="http://schemas.openxmlformats.org/officeDocument/2006/relationships/tags" Target="../tags/tag106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81.xml"/><Relationship Id="rId4" Type="http://schemas.openxmlformats.org/officeDocument/2006/relationships/tags" Target="../tags/tag180.xml"/></Relationships>
</file>

<file path=ppt/slideLayouts/_rels/slideLayout3.xml.rels><?xml version="1.0" encoding="UTF-8" standalone="yes"?>
<Relationships xmlns="http://schemas.openxmlformats.org/package/2006/relationships"><Relationship Id="rId26" Type="http://schemas.openxmlformats.org/officeDocument/2006/relationships/tags" Target="../tags/tag207.xml"/><Relationship Id="rId21" Type="http://schemas.openxmlformats.org/officeDocument/2006/relationships/tags" Target="../tags/tag202.xml"/><Relationship Id="rId42" Type="http://schemas.openxmlformats.org/officeDocument/2006/relationships/tags" Target="../tags/tag223.xml"/><Relationship Id="rId47" Type="http://schemas.openxmlformats.org/officeDocument/2006/relationships/tags" Target="../tags/tag228.xml"/><Relationship Id="rId63" Type="http://schemas.openxmlformats.org/officeDocument/2006/relationships/tags" Target="../tags/tag244.xml"/><Relationship Id="rId68" Type="http://schemas.openxmlformats.org/officeDocument/2006/relationships/tags" Target="../tags/tag249.xml"/><Relationship Id="rId84" Type="http://schemas.openxmlformats.org/officeDocument/2006/relationships/tags" Target="../tags/tag265.xml"/><Relationship Id="rId16" Type="http://schemas.openxmlformats.org/officeDocument/2006/relationships/tags" Target="../tags/tag197.xml"/><Relationship Id="rId11" Type="http://schemas.openxmlformats.org/officeDocument/2006/relationships/tags" Target="../tags/tag192.xml"/><Relationship Id="rId32" Type="http://schemas.openxmlformats.org/officeDocument/2006/relationships/tags" Target="../tags/tag213.xml"/><Relationship Id="rId37" Type="http://schemas.openxmlformats.org/officeDocument/2006/relationships/tags" Target="../tags/tag218.xml"/><Relationship Id="rId53" Type="http://schemas.openxmlformats.org/officeDocument/2006/relationships/tags" Target="../tags/tag234.xml"/><Relationship Id="rId58" Type="http://schemas.openxmlformats.org/officeDocument/2006/relationships/tags" Target="../tags/tag239.xml"/><Relationship Id="rId74" Type="http://schemas.openxmlformats.org/officeDocument/2006/relationships/tags" Target="../tags/tag255.xml"/><Relationship Id="rId79" Type="http://schemas.openxmlformats.org/officeDocument/2006/relationships/tags" Target="../tags/tag260.xml"/><Relationship Id="rId5" Type="http://schemas.openxmlformats.org/officeDocument/2006/relationships/tags" Target="../tags/tag186.xml"/><Relationship Id="rId19" Type="http://schemas.openxmlformats.org/officeDocument/2006/relationships/tags" Target="../tags/tag200.xml"/><Relationship Id="rId14" Type="http://schemas.openxmlformats.org/officeDocument/2006/relationships/tags" Target="../tags/tag195.xml"/><Relationship Id="rId22" Type="http://schemas.openxmlformats.org/officeDocument/2006/relationships/tags" Target="../tags/tag203.xml"/><Relationship Id="rId27" Type="http://schemas.openxmlformats.org/officeDocument/2006/relationships/tags" Target="../tags/tag208.xml"/><Relationship Id="rId30" Type="http://schemas.openxmlformats.org/officeDocument/2006/relationships/tags" Target="../tags/tag211.xml"/><Relationship Id="rId35" Type="http://schemas.openxmlformats.org/officeDocument/2006/relationships/tags" Target="../tags/tag216.xml"/><Relationship Id="rId43" Type="http://schemas.openxmlformats.org/officeDocument/2006/relationships/tags" Target="../tags/tag224.xml"/><Relationship Id="rId48" Type="http://schemas.openxmlformats.org/officeDocument/2006/relationships/tags" Target="../tags/tag229.xml"/><Relationship Id="rId56" Type="http://schemas.openxmlformats.org/officeDocument/2006/relationships/tags" Target="../tags/tag237.xml"/><Relationship Id="rId64" Type="http://schemas.openxmlformats.org/officeDocument/2006/relationships/tags" Target="../tags/tag245.xml"/><Relationship Id="rId69" Type="http://schemas.openxmlformats.org/officeDocument/2006/relationships/tags" Target="../tags/tag250.xml"/><Relationship Id="rId77" Type="http://schemas.openxmlformats.org/officeDocument/2006/relationships/tags" Target="../tags/tag258.xml"/><Relationship Id="rId8" Type="http://schemas.openxmlformats.org/officeDocument/2006/relationships/tags" Target="../tags/tag189.xml"/><Relationship Id="rId51" Type="http://schemas.openxmlformats.org/officeDocument/2006/relationships/tags" Target="../tags/tag232.xml"/><Relationship Id="rId72" Type="http://schemas.openxmlformats.org/officeDocument/2006/relationships/tags" Target="../tags/tag253.xml"/><Relationship Id="rId80" Type="http://schemas.openxmlformats.org/officeDocument/2006/relationships/tags" Target="../tags/tag261.xml"/><Relationship Id="rId85" Type="http://schemas.openxmlformats.org/officeDocument/2006/relationships/slideMaster" Target="../slideMasters/slideMaster1.xml"/><Relationship Id="rId3" Type="http://schemas.openxmlformats.org/officeDocument/2006/relationships/tags" Target="../tags/tag184.xml"/><Relationship Id="rId12" Type="http://schemas.openxmlformats.org/officeDocument/2006/relationships/tags" Target="../tags/tag193.xml"/><Relationship Id="rId17" Type="http://schemas.openxmlformats.org/officeDocument/2006/relationships/tags" Target="../tags/tag198.xml"/><Relationship Id="rId25" Type="http://schemas.openxmlformats.org/officeDocument/2006/relationships/tags" Target="../tags/tag206.xml"/><Relationship Id="rId33" Type="http://schemas.openxmlformats.org/officeDocument/2006/relationships/tags" Target="../tags/tag214.xml"/><Relationship Id="rId38" Type="http://schemas.openxmlformats.org/officeDocument/2006/relationships/tags" Target="../tags/tag219.xml"/><Relationship Id="rId46" Type="http://schemas.openxmlformats.org/officeDocument/2006/relationships/tags" Target="../tags/tag227.xml"/><Relationship Id="rId59" Type="http://schemas.openxmlformats.org/officeDocument/2006/relationships/tags" Target="../tags/tag240.xml"/><Relationship Id="rId67" Type="http://schemas.openxmlformats.org/officeDocument/2006/relationships/tags" Target="../tags/tag248.xml"/><Relationship Id="rId20" Type="http://schemas.openxmlformats.org/officeDocument/2006/relationships/tags" Target="../tags/tag201.xml"/><Relationship Id="rId41" Type="http://schemas.openxmlformats.org/officeDocument/2006/relationships/tags" Target="../tags/tag222.xml"/><Relationship Id="rId54" Type="http://schemas.openxmlformats.org/officeDocument/2006/relationships/tags" Target="../tags/tag235.xml"/><Relationship Id="rId62" Type="http://schemas.openxmlformats.org/officeDocument/2006/relationships/tags" Target="../tags/tag243.xml"/><Relationship Id="rId70" Type="http://schemas.openxmlformats.org/officeDocument/2006/relationships/tags" Target="../tags/tag251.xml"/><Relationship Id="rId75" Type="http://schemas.openxmlformats.org/officeDocument/2006/relationships/tags" Target="../tags/tag256.xml"/><Relationship Id="rId83" Type="http://schemas.openxmlformats.org/officeDocument/2006/relationships/tags" Target="../tags/tag264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5" Type="http://schemas.openxmlformats.org/officeDocument/2006/relationships/tags" Target="../tags/tag196.xml"/><Relationship Id="rId23" Type="http://schemas.openxmlformats.org/officeDocument/2006/relationships/tags" Target="../tags/tag204.xml"/><Relationship Id="rId28" Type="http://schemas.openxmlformats.org/officeDocument/2006/relationships/tags" Target="../tags/tag209.xml"/><Relationship Id="rId36" Type="http://schemas.openxmlformats.org/officeDocument/2006/relationships/tags" Target="../tags/tag217.xml"/><Relationship Id="rId49" Type="http://schemas.openxmlformats.org/officeDocument/2006/relationships/tags" Target="../tags/tag230.xml"/><Relationship Id="rId57" Type="http://schemas.openxmlformats.org/officeDocument/2006/relationships/tags" Target="../tags/tag238.xml"/><Relationship Id="rId10" Type="http://schemas.openxmlformats.org/officeDocument/2006/relationships/tags" Target="../tags/tag191.xml"/><Relationship Id="rId31" Type="http://schemas.openxmlformats.org/officeDocument/2006/relationships/tags" Target="../tags/tag212.xml"/><Relationship Id="rId44" Type="http://schemas.openxmlformats.org/officeDocument/2006/relationships/tags" Target="../tags/tag225.xml"/><Relationship Id="rId52" Type="http://schemas.openxmlformats.org/officeDocument/2006/relationships/tags" Target="../tags/tag233.xml"/><Relationship Id="rId60" Type="http://schemas.openxmlformats.org/officeDocument/2006/relationships/tags" Target="../tags/tag241.xml"/><Relationship Id="rId65" Type="http://schemas.openxmlformats.org/officeDocument/2006/relationships/tags" Target="../tags/tag246.xml"/><Relationship Id="rId73" Type="http://schemas.openxmlformats.org/officeDocument/2006/relationships/tags" Target="../tags/tag254.xml"/><Relationship Id="rId78" Type="http://schemas.openxmlformats.org/officeDocument/2006/relationships/tags" Target="../tags/tag259.xml"/><Relationship Id="rId81" Type="http://schemas.openxmlformats.org/officeDocument/2006/relationships/tags" Target="../tags/tag262.xml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3" Type="http://schemas.openxmlformats.org/officeDocument/2006/relationships/tags" Target="../tags/tag194.xml"/><Relationship Id="rId18" Type="http://schemas.openxmlformats.org/officeDocument/2006/relationships/tags" Target="../tags/tag199.xml"/><Relationship Id="rId39" Type="http://schemas.openxmlformats.org/officeDocument/2006/relationships/tags" Target="../tags/tag220.xml"/><Relationship Id="rId34" Type="http://schemas.openxmlformats.org/officeDocument/2006/relationships/tags" Target="../tags/tag215.xml"/><Relationship Id="rId50" Type="http://schemas.openxmlformats.org/officeDocument/2006/relationships/tags" Target="../tags/tag231.xml"/><Relationship Id="rId55" Type="http://schemas.openxmlformats.org/officeDocument/2006/relationships/tags" Target="../tags/tag236.xml"/><Relationship Id="rId76" Type="http://schemas.openxmlformats.org/officeDocument/2006/relationships/tags" Target="../tags/tag257.xml"/><Relationship Id="rId7" Type="http://schemas.openxmlformats.org/officeDocument/2006/relationships/tags" Target="../tags/tag188.xml"/><Relationship Id="rId71" Type="http://schemas.openxmlformats.org/officeDocument/2006/relationships/tags" Target="../tags/tag252.xml"/><Relationship Id="rId2" Type="http://schemas.openxmlformats.org/officeDocument/2006/relationships/tags" Target="../tags/tag183.xml"/><Relationship Id="rId29" Type="http://schemas.openxmlformats.org/officeDocument/2006/relationships/tags" Target="../tags/tag210.xml"/><Relationship Id="rId24" Type="http://schemas.openxmlformats.org/officeDocument/2006/relationships/tags" Target="../tags/tag205.xml"/><Relationship Id="rId40" Type="http://schemas.openxmlformats.org/officeDocument/2006/relationships/tags" Target="../tags/tag221.xml"/><Relationship Id="rId45" Type="http://schemas.openxmlformats.org/officeDocument/2006/relationships/tags" Target="../tags/tag226.xml"/><Relationship Id="rId66" Type="http://schemas.openxmlformats.org/officeDocument/2006/relationships/tags" Target="../tags/tag247.xml"/><Relationship Id="rId61" Type="http://schemas.openxmlformats.org/officeDocument/2006/relationships/tags" Target="../tags/tag242.xml"/><Relationship Id="rId82" Type="http://schemas.openxmlformats.org/officeDocument/2006/relationships/tags" Target="../tags/tag263.xml"/></Relationships>
</file>

<file path=ppt/slideLayouts/_rels/slideLayout4.xml.rels><?xml version="1.0" encoding="UTF-8" standalone="yes"?>
<Relationships xmlns="http://schemas.openxmlformats.org/package/2006/relationships"><Relationship Id="rId26" Type="http://schemas.openxmlformats.org/officeDocument/2006/relationships/tags" Target="../tags/tag291.xml"/><Relationship Id="rId21" Type="http://schemas.openxmlformats.org/officeDocument/2006/relationships/tags" Target="../tags/tag286.xml"/><Relationship Id="rId42" Type="http://schemas.openxmlformats.org/officeDocument/2006/relationships/tags" Target="../tags/tag307.xml"/><Relationship Id="rId47" Type="http://schemas.openxmlformats.org/officeDocument/2006/relationships/tags" Target="../tags/tag312.xml"/><Relationship Id="rId63" Type="http://schemas.openxmlformats.org/officeDocument/2006/relationships/tags" Target="../tags/tag328.xml"/><Relationship Id="rId68" Type="http://schemas.openxmlformats.org/officeDocument/2006/relationships/tags" Target="../tags/tag333.xml"/><Relationship Id="rId84" Type="http://schemas.openxmlformats.org/officeDocument/2006/relationships/tags" Target="../tags/tag349.xml"/><Relationship Id="rId16" Type="http://schemas.openxmlformats.org/officeDocument/2006/relationships/tags" Target="../tags/tag281.xml"/><Relationship Id="rId11" Type="http://schemas.openxmlformats.org/officeDocument/2006/relationships/tags" Target="../tags/tag276.xml"/><Relationship Id="rId32" Type="http://schemas.openxmlformats.org/officeDocument/2006/relationships/tags" Target="../tags/tag297.xml"/><Relationship Id="rId37" Type="http://schemas.openxmlformats.org/officeDocument/2006/relationships/tags" Target="../tags/tag302.xml"/><Relationship Id="rId53" Type="http://schemas.openxmlformats.org/officeDocument/2006/relationships/tags" Target="../tags/tag318.xml"/><Relationship Id="rId58" Type="http://schemas.openxmlformats.org/officeDocument/2006/relationships/tags" Target="../tags/tag323.xml"/><Relationship Id="rId74" Type="http://schemas.openxmlformats.org/officeDocument/2006/relationships/tags" Target="../tags/tag339.xml"/><Relationship Id="rId79" Type="http://schemas.openxmlformats.org/officeDocument/2006/relationships/tags" Target="../tags/tag344.xml"/><Relationship Id="rId5" Type="http://schemas.openxmlformats.org/officeDocument/2006/relationships/tags" Target="../tags/tag270.xml"/><Relationship Id="rId19" Type="http://schemas.openxmlformats.org/officeDocument/2006/relationships/tags" Target="../tags/tag284.xml"/><Relationship Id="rId14" Type="http://schemas.openxmlformats.org/officeDocument/2006/relationships/tags" Target="../tags/tag279.xml"/><Relationship Id="rId22" Type="http://schemas.openxmlformats.org/officeDocument/2006/relationships/tags" Target="../tags/tag287.xml"/><Relationship Id="rId27" Type="http://schemas.openxmlformats.org/officeDocument/2006/relationships/tags" Target="../tags/tag292.xml"/><Relationship Id="rId30" Type="http://schemas.openxmlformats.org/officeDocument/2006/relationships/tags" Target="../tags/tag295.xml"/><Relationship Id="rId35" Type="http://schemas.openxmlformats.org/officeDocument/2006/relationships/tags" Target="../tags/tag300.xml"/><Relationship Id="rId43" Type="http://schemas.openxmlformats.org/officeDocument/2006/relationships/tags" Target="../tags/tag308.xml"/><Relationship Id="rId48" Type="http://schemas.openxmlformats.org/officeDocument/2006/relationships/tags" Target="../tags/tag313.xml"/><Relationship Id="rId56" Type="http://schemas.openxmlformats.org/officeDocument/2006/relationships/tags" Target="../tags/tag321.xml"/><Relationship Id="rId64" Type="http://schemas.openxmlformats.org/officeDocument/2006/relationships/tags" Target="../tags/tag329.xml"/><Relationship Id="rId69" Type="http://schemas.openxmlformats.org/officeDocument/2006/relationships/tags" Target="../tags/tag334.xml"/><Relationship Id="rId77" Type="http://schemas.openxmlformats.org/officeDocument/2006/relationships/tags" Target="../tags/tag342.xml"/><Relationship Id="rId8" Type="http://schemas.openxmlformats.org/officeDocument/2006/relationships/tags" Target="../tags/tag273.xml"/><Relationship Id="rId51" Type="http://schemas.openxmlformats.org/officeDocument/2006/relationships/tags" Target="../tags/tag316.xml"/><Relationship Id="rId72" Type="http://schemas.openxmlformats.org/officeDocument/2006/relationships/tags" Target="../tags/tag337.xml"/><Relationship Id="rId80" Type="http://schemas.openxmlformats.org/officeDocument/2006/relationships/tags" Target="../tags/tag345.xml"/><Relationship Id="rId85" Type="http://schemas.openxmlformats.org/officeDocument/2006/relationships/tags" Target="../tags/tag350.xml"/><Relationship Id="rId3" Type="http://schemas.openxmlformats.org/officeDocument/2006/relationships/tags" Target="../tags/tag268.xml"/><Relationship Id="rId12" Type="http://schemas.openxmlformats.org/officeDocument/2006/relationships/tags" Target="../tags/tag277.xml"/><Relationship Id="rId17" Type="http://schemas.openxmlformats.org/officeDocument/2006/relationships/tags" Target="../tags/tag282.xml"/><Relationship Id="rId25" Type="http://schemas.openxmlformats.org/officeDocument/2006/relationships/tags" Target="../tags/tag290.xml"/><Relationship Id="rId33" Type="http://schemas.openxmlformats.org/officeDocument/2006/relationships/tags" Target="../tags/tag298.xml"/><Relationship Id="rId38" Type="http://schemas.openxmlformats.org/officeDocument/2006/relationships/tags" Target="../tags/tag303.xml"/><Relationship Id="rId46" Type="http://schemas.openxmlformats.org/officeDocument/2006/relationships/tags" Target="../tags/tag311.xml"/><Relationship Id="rId59" Type="http://schemas.openxmlformats.org/officeDocument/2006/relationships/tags" Target="../tags/tag324.xml"/><Relationship Id="rId67" Type="http://schemas.openxmlformats.org/officeDocument/2006/relationships/tags" Target="../tags/tag332.xml"/><Relationship Id="rId20" Type="http://schemas.openxmlformats.org/officeDocument/2006/relationships/tags" Target="../tags/tag285.xml"/><Relationship Id="rId41" Type="http://schemas.openxmlformats.org/officeDocument/2006/relationships/tags" Target="../tags/tag306.xml"/><Relationship Id="rId54" Type="http://schemas.openxmlformats.org/officeDocument/2006/relationships/tags" Target="../tags/tag319.xml"/><Relationship Id="rId62" Type="http://schemas.openxmlformats.org/officeDocument/2006/relationships/tags" Target="../tags/tag327.xml"/><Relationship Id="rId70" Type="http://schemas.openxmlformats.org/officeDocument/2006/relationships/tags" Target="../tags/tag335.xml"/><Relationship Id="rId75" Type="http://schemas.openxmlformats.org/officeDocument/2006/relationships/tags" Target="../tags/tag340.xml"/><Relationship Id="rId83" Type="http://schemas.openxmlformats.org/officeDocument/2006/relationships/tags" Target="../tags/tag348.xml"/><Relationship Id="rId88" Type="http://schemas.openxmlformats.org/officeDocument/2006/relationships/image" Target="../media/image2.png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5" Type="http://schemas.openxmlformats.org/officeDocument/2006/relationships/tags" Target="../tags/tag280.xml"/><Relationship Id="rId23" Type="http://schemas.openxmlformats.org/officeDocument/2006/relationships/tags" Target="../tags/tag288.xml"/><Relationship Id="rId28" Type="http://schemas.openxmlformats.org/officeDocument/2006/relationships/tags" Target="../tags/tag293.xml"/><Relationship Id="rId36" Type="http://schemas.openxmlformats.org/officeDocument/2006/relationships/tags" Target="../tags/tag301.xml"/><Relationship Id="rId49" Type="http://schemas.openxmlformats.org/officeDocument/2006/relationships/tags" Target="../tags/tag314.xml"/><Relationship Id="rId57" Type="http://schemas.openxmlformats.org/officeDocument/2006/relationships/tags" Target="../tags/tag322.xml"/><Relationship Id="rId10" Type="http://schemas.openxmlformats.org/officeDocument/2006/relationships/tags" Target="../tags/tag275.xml"/><Relationship Id="rId31" Type="http://schemas.openxmlformats.org/officeDocument/2006/relationships/tags" Target="../tags/tag296.xml"/><Relationship Id="rId44" Type="http://schemas.openxmlformats.org/officeDocument/2006/relationships/tags" Target="../tags/tag309.xml"/><Relationship Id="rId52" Type="http://schemas.openxmlformats.org/officeDocument/2006/relationships/tags" Target="../tags/tag317.xml"/><Relationship Id="rId60" Type="http://schemas.openxmlformats.org/officeDocument/2006/relationships/tags" Target="../tags/tag325.xml"/><Relationship Id="rId65" Type="http://schemas.openxmlformats.org/officeDocument/2006/relationships/tags" Target="../tags/tag330.xml"/><Relationship Id="rId73" Type="http://schemas.openxmlformats.org/officeDocument/2006/relationships/tags" Target="../tags/tag338.xml"/><Relationship Id="rId78" Type="http://schemas.openxmlformats.org/officeDocument/2006/relationships/tags" Target="../tags/tag343.xml"/><Relationship Id="rId81" Type="http://schemas.openxmlformats.org/officeDocument/2006/relationships/tags" Target="../tags/tag346.xml"/><Relationship Id="rId86" Type="http://schemas.openxmlformats.org/officeDocument/2006/relationships/tags" Target="../tags/tag351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3" Type="http://schemas.openxmlformats.org/officeDocument/2006/relationships/tags" Target="../tags/tag278.xml"/><Relationship Id="rId18" Type="http://schemas.openxmlformats.org/officeDocument/2006/relationships/tags" Target="../tags/tag283.xml"/><Relationship Id="rId39" Type="http://schemas.openxmlformats.org/officeDocument/2006/relationships/tags" Target="../tags/tag304.xml"/><Relationship Id="rId34" Type="http://schemas.openxmlformats.org/officeDocument/2006/relationships/tags" Target="../tags/tag299.xml"/><Relationship Id="rId50" Type="http://schemas.openxmlformats.org/officeDocument/2006/relationships/tags" Target="../tags/tag315.xml"/><Relationship Id="rId55" Type="http://schemas.openxmlformats.org/officeDocument/2006/relationships/tags" Target="../tags/tag320.xml"/><Relationship Id="rId76" Type="http://schemas.openxmlformats.org/officeDocument/2006/relationships/tags" Target="../tags/tag341.xml"/><Relationship Id="rId7" Type="http://schemas.openxmlformats.org/officeDocument/2006/relationships/tags" Target="../tags/tag272.xml"/><Relationship Id="rId71" Type="http://schemas.openxmlformats.org/officeDocument/2006/relationships/tags" Target="../tags/tag336.xml"/><Relationship Id="rId2" Type="http://schemas.openxmlformats.org/officeDocument/2006/relationships/tags" Target="../tags/tag267.xml"/><Relationship Id="rId29" Type="http://schemas.openxmlformats.org/officeDocument/2006/relationships/tags" Target="../tags/tag294.xml"/><Relationship Id="rId24" Type="http://schemas.openxmlformats.org/officeDocument/2006/relationships/tags" Target="../tags/tag289.xml"/><Relationship Id="rId40" Type="http://schemas.openxmlformats.org/officeDocument/2006/relationships/tags" Target="../tags/tag305.xml"/><Relationship Id="rId45" Type="http://schemas.openxmlformats.org/officeDocument/2006/relationships/tags" Target="../tags/tag310.xml"/><Relationship Id="rId66" Type="http://schemas.openxmlformats.org/officeDocument/2006/relationships/tags" Target="../tags/tag331.xml"/><Relationship Id="rId87" Type="http://schemas.openxmlformats.org/officeDocument/2006/relationships/slideMaster" Target="../slideMasters/slideMaster1.xml"/><Relationship Id="rId61" Type="http://schemas.openxmlformats.org/officeDocument/2006/relationships/tags" Target="../tags/tag326.xml"/><Relationship Id="rId82" Type="http://schemas.openxmlformats.org/officeDocument/2006/relationships/tags" Target="../tags/tag34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5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365.xml"/><Relationship Id="rId3" Type="http://schemas.openxmlformats.org/officeDocument/2006/relationships/tags" Target="../tags/tag360.xml"/><Relationship Id="rId7" Type="http://schemas.openxmlformats.org/officeDocument/2006/relationships/tags" Target="../tags/tag364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6" Type="http://schemas.openxmlformats.org/officeDocument/2006/relationships/tags" Target="../tags/tag363.xml"/><Relationship Id="rId5" Type="http://schemas.openxmlformats.org/officeDocument/2006/relationships/tags" Target="../tags/tag362.xml"/><Relationship Id="rId4" Type="http://schemas.openxmlformats.org/officeDocument/2006/relationships/tags" Target="../tags/tag361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" Type="http://schemas.openxmlformats.org/officeDocument/2006/relationships/tags" Target="../tags/tag36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6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75.xml"/><Relationship Id="rId2" Type="http://schemas.openxmlformats.org/officeDocument/2006/relationships/tags" Target="../tags/tag374.xml"/><Relationship Id="rId1" Type="http://schemas.openxmlformats.org/officeDocument/2006/relationships/tags" Target="../tags/tag37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7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81.xml"/><Relationship Id="rId4" Type="http://schemas.openxmlformats.org/officeDocument/2006/relationships/tags" Target="../tags/tag380.xml"/></Relationships>
</file>

<file path=ppt/slideLayouts/_rels/slideLayout11.xml.rels><?xml version="1.0" encoding="UTF-8" standalone="yes"?>
<Relationships xmlns="http://schemas.openxmlformats.org/package/2006/relationships"><Relationship Id="rId26" Type="http://schemas.openxmlformats.org/officeDocument/2006/relationships/tags" Target="../tags/tag407.xml"/><Relationship Id="rId21" Type="http://schemas.openxmlformats.org/officeDocument/2006/relationships/tags" Target="../tags/tag402.xml"/><Relationship Id="rId42" Type="http://schemas.openxmlformats.org/officeDocument/2006/relationships/tags" Target="../tags/tag423.xml"/><Relationship Id="rId47" Type="http://schemas.openxmlformats.org/officeDocument/2006/relationships/tags" Target="../tags/tag428.xml"/><Relationship Id="rId63" Type="http://schemas.openxmlformats.org/officeDocument/2006/relationships/tags" Target="../tags/tag444.xml"/><Relationship Id="rId68" Type="http://schemas.openxmlformats.org/officeDocument/2006/relationships/tags" Target="../tags/tag449.xml"/><Relationship Id="rId84" Type="http://schemas.openxmlformats.org/officeDocument/2006/relationships/tags" Target="../tags/tag465.xml"/><Relationship Id="rId89" Type="http://schemas.openxmlformats.org/officeDocument/2006/relationships/slideMaster" Target="../slideMasters/slideMaster1.xml"/><Relationship Id="rId16" Type="http://schemas.openxmlformats.org/officeDocument/2006/relationships/tags" Target="../tags/tag397.xml"/><Relationship Id="rId11" Type="http://schemas.openxmlformats.org/officeDocument/2006/relationships/tags" Target="../tags/tag392.xml"/><Relationship Id="rId32" Type="http://schemas.openxmlformats.org/officeDocument/2006/relationships/tags" Target="../tags/tag413.xml"/><Relationship Id="rId37" Type="http://schemas.openxmlformats.org/officeDocument/2006/relationships/tags" Target="../tags/tag418.xml"/><Relationship Id="rId53" Type="http://schemas.openxmlformats.org/officeDocument/2006/relationships/tags" Target="../tags/tag434.xml"/><Relationship Id="rId58" Type="http://schemas.openxmlformats.org/officeDocument/2006/relationships/tags" Target="../tags/tag439.xml"/><Relationship Id="rId74" Type="http://schemas.openxmlformats.org/officeDocument/2006/relationships/tags" Target="../tags/tag455.xml"/><Relationship Id="rId79" Type="http://schemas.openxmlformats.org/officeDocument/2006/relationships/tags" Target="../tags/tag460.xml"/><Relationship Id="rId5" Type="http://schemas.openxmlformats.org/officeDocument/2006/relationships/tags" Target="../tags/tag386.xml"/><Relationship Id="rId90" Type="http://schemas.openxmlformats.org/officeDocument/2006/relationships/image" Target="../media/image3.png"/><Relationship Id="rId14" Type="http://schemas.openxmlformats.org/officeDocument/2006/relationships/tags" Target="../tags/tag395.xml"/><Relationship Id="rId22" Type="http://schemas.openxmlformats.org/officeDocument/2006/relationships/tags" Target="../tags/tag403.xml"/><Relationship Id="rId27" Type="http://schemas.openxmlformats.org/officeDocument/2006/relationships/tags" Target="../tags/tag408.xml"/><Relationship Id="rId30" Type="http://schemas.openxmlformats.org/officeDocument/2006/relationships/tags" Target="../tags/tag411.xml"/><Relationship Id="rId35" Type="http://schemas.openxmlformats.org/officeDocument/2006/relationships/tags" Target="../tags/tag416.xml"/><Relationship Id="rId43" Type="http://schemas.openxmlformats.org/officeDocument/2006/relationships/tags" Target="../tags/tag424.xml"/><Relationship Id="rId48" Type="http://schemas.openxmlformats.org/officeDocument/2006/relationships/tags" Target="../tags/tag429.xml"/><Relationship Id="rId56" Type="http://schemas.openxmlformats.org/officeDocument/2006/relationships/tags" Target="../tags/tag437.xml"/><Relationship Id="rId64" Type="http://schemas.openxmlformats.org/officeDocument/2006/relationships/tags" Target="../tags/tag445.xml"/><Relationship Id="rId69" Type="http://schemas.openxmlformats.org/officeDocument/2006/relationships/tags" Target="../tags/tag450.xml"/><Relationship Id="rId77" Type="http://schemas.openxmlformats.org/officeDocument/2006/relationships/tags" Target="../tags/tag458.xml"/><Relationship Id="rId8" Type="http://schemas.openxmlformats.org/officeDocument/2006/relationships/tags" Target="../tags/tag389.xml"/><Relationship Id="rId51" Type="http://schemas.openxmlformats.org/officeDocument/2006/relationships/tags" Target="../tags/tag432.xml"/><Relationship Id="rId72" Type="http://schemas.openxmlformats.org/officeDocument/2006/relationships/tags" Target="../tags/tag453.xml"/><Relationship Id="rId80" Type="http://schemas.openxmlformats.org/officeDocument/2006/relationships/tags" Target="../tags/tag461.xml"/><Relationship Id="rId85" Type="http://schemas.openxmlformats.org/officeDocument/2006/relationships/tags" Target="../tags/tag466.xml"/><Relationship Id="rId3" Type="http://schemas.openxmlformats.org/officeDocument/2006/relationships/tags" Target="../tags/tag384.xml"/><Relationship Id="rId12" Type="http://schemas.openxmlformats.org/officeDocument/2006/relationships/tags" Target="../tags/tag393.xml"/><Relationship Id="rId17" Type="http://schemas.openxmlformats.org/officeDocument/2006/relationships/tags" Target="../tags/tag398.xml"/><Relationship Id="rId25" Type="http://schemas.openxmlformats.org/officeDocument/2006/relationships/tags" Target="../tags/tag406.xml"/><Relationship Id="rId33" Type="http://schemas.openxmlformats.org/officeDocument/2006/relationships/tags" Target="../tags/tag414.xml"/><Relationship Id="rId38" Type="http://schemas.openxmlformats.org/officeDocument/2006/relationships/tags" Target="../tags/tag419.xml"/><Relationship Id="rId46" Type="http://schemas.openxmlformats.org/officeDocument/2006/relationships/tags" Target="../tags/tag427.xml"/><Relationship Id="rId59" Type="http://schemas.openxmlformats.org/officeDocument/2006/relationships/tags" Target="../tags/tag440.xml"/><Relationship Id="rId67" Type="http://schemas.openxmlformats.org/officeDocument/2006/relationships/tags" Target="../tags/tag448.xml"/><Relationship Id="rId20" Type="http://schemas.openxmlformats.org/officeDocument/2006/relationships/tags" Target="../tags/tag401.xml"/><Relationship Id="rId41" Type="http://schemas.openxmlformats.org/officeDocument/2006/relationships/tags" Target="../tags/tag422.xml"/><Relationship Id="rId54" Type="http://schemas.openxmlformats.org/officeDocument/2006/relationships/tags" Target="../tags/tag435.xml"/><Relationship Id="rId62" Type="http://schemas.openxmlformats.org/officeDocument/2006/relationships/tags" Target="../tags/tag443.xml"/><Relationship Id="rId70" Type="http://schemas.openxmlformats.org/officeDocument/2006/relationships/tags" Target="../tags/tag451.xml"/><Relationship Id="rId75" Type="http://schemas.openxmlformats.org/officeDocument/2006/relationships/tags" Target="../tags/tag456.xml"/><Relationship Id="rId83" Type="http://schemas.openxmlformats.org/officeDocument/2006/relationships/tags" Target="../tags/tag464.xml"/><Relationship Id="rId88" Type="http://schemas.openxmlformats.org/officeDocument/2006/relationships/tags" Target="../tags/tag469.xml"/><Relationship Id="rId1" Type="http://schemas.openxmlformats.org/officeDocument/2006/relationships/tags" Target="../tags/tag382.xml"/><Relationship Id="rId6" Type="http://schemas.openxmlformats.org/officeDocument/2006/relationships/tags" Target="../tags/tag387.xml"/><Relationship Id="rId15" Type="http://schemas.openxmlformats.org/officeDocument/2006/relationships/tags" Target="../tags/tag396.xml"/><Relationship Id="rId23" Type="http://schemas.openxmlformats.org/officeDocument/2006/relationships/tags" Target="../tags/tag404.xml"/><Relationship Id="rId28" Type="http://schemas.openxmlformats.org/officeDocument/2006/relationships/tags" Target="../tags/tag409.xml"/><Relationship Id="rId36" Type="http://schemas.openxmlformats.org/officeDocument/2006/relationships/tags" Target="../tags/tag417.xml"/><Relationship Id="rId49" Type="http://schemas.openxmlformats.org/officeDocument/2006/relationships/tags" Target="../tags/tag430.xml"/><Relationship Id="rId57" Type="http://schemas.openxmlformats.org/officeDocument/2006/relationships/tags" Target="../tags/tag438.xml"/><Relationship Id="rId10" Type="http://schemas.openxmlformats.org/officeDocument/2006/relationships/tags" Target="../tags/tag391.xml"/><Relationship Id="rId31" Type="http://schemas.openxmlformats.org/officeDocument/2006/relationships/tags" Target="../tags/tag412.xml"/><Relationship Id="rId44" Type="http://schemas.openxmlformats.org/officeDocument/2006/relationships/tags" Target="../tags/tag425.xml"/><Relationship Id="rId52" Type="http://schemas.openxmlformats.org/officeDocument/2006/relationships/tags" Target="../tags/tag433.xml"/><Relationship Id="rId60" Type="http://schemas.openxmlformats.org/officeDocument/2006/relationships/tags" Target="../tags/tag441.xml"/><Relationship Id="rId65" Type="http://schemas.openxmlformats.org/officeDocument/2006/relationships/tags" Target="../tags/tag446.xml"/><Relationship Id="rId73" Type="http://schemas.openxmlformats.org/officeDocument/2006/relationships/tags" Target="../tags/tag454.xml"/><Relationship Id="rId78" Type="http://schemas.openxmlformats.org/officeDocument/2006/relationships/tags" Target="../tags/tag459.xml"/><Relationship Id="rId81" Type="http://schemas.openxmlformats.org/officeDocument/2006/relationships/tags" Target="../tags/tag462.xml"/><Relationship Id="rId86" Type="http://schemas.openxmlformats.org/officeDocument/2006/relationships/tags" Target="../tags/tag467.xml"/><Relationship Id="rId4" Type="http://schemas.openxmlformats.org/officeDocument/2006/relationships/tags" Target="../tags/tag385.xml"/><Relationship Id="rId9" Type="http://schemas.openxmlformats.org/officeDocument/2006/relationships/tags" Target="../tags/tag390.xml"/><Relationship Id="rId13" Type="http://schemas.openxmlformats.org/officeDocument/2006/relationships/tags" Target="../tags/tag394.xml"/><Relationship Id="rId18" Type="http://schemas.openxmlformats.org/officeDocument/2006/relationships/tags" Target="../tags/tag399.xml"/><Relationship Id="rId39" Type="http://schemas.openxmlformats.org/officeDocument/2006/relationships/tags" Target="../tags/tag420.xml"/><Relationship Id="rId34" Type="http://schemas.openxmlformats.org/officeDocument/2006/relationships/tags" Target="../tags/tag415.xml"/><Relationship Id="rId50" Type="http://schemas.openxmlformats.org/officeDocument/2006/relationships/tags" Target="../tags/tag431.xml"/><Relationship Id="rId55" Type="http://schemas.openxmlformats.org/officeDocument/2006/relationships/tags" Target="../tags/tag436.xml"/><Relationship Id="rId76" Type="http://schemas.openxmlformats.org/officeDocument/2006/relationships/tags" Target="../tags/tag457.xml"/><Relationship Id="rId7" Type="http://schemas.openxmlformats.org/officeDocument/2006/relationships/tags" Target="../tags/tag388.xml"/><Relationship Id="rId71" Type="http://schemas.openxmlformats.org/officeDocument/2006/relationships/tags" Target="../tags/tag452.xml"/><Relationship Id="rId2" Type="http://schemas.openxmlformats.org/officeDocument/2006/relationships/tags" Target="../tags/tag383.xml"/><Relationship Id="rId29" Type="http://schemas.openxmlformats.org/officeDocument/2006/relationships/tags" Target="../tags/tag410.xml"/><Relationship Id="rId24" Type="http://schemas.openxmlformats.org/officeDocument/2006/relationships/tags" Target="../tags/tag405.xml"/><Relationship Id="rId40" Type="http://schemas.openxmlformats.org/officeDocument/2006/relationships/tags" Target="../tags/tag421.xml"/><Relationship Id="rId45" Type="http://schemas.openxmlformats.org/officeDocument/2006/relationships/tags" Target="../tags/tag426.xml"/><Relationship Id="rId66" Type="http://schemas.openxmlformats.org/officeDocument/2006/relationships/tags" Target="../tags/tag447.xml"/><Relationship Id="rId87" Type="http://schemas.openxmlformats.org/officeDocument/2006/relationships/tags" Target="../tags/tag468.xml"/><Relationship Id="rId61" Type="http://schemas.openxmlformats.org/officeDocument/2006/relationships/tags" Target="../tags/tag442.xml"/><Relationship Id="rId82" Type="http://schemas.openxmlformats.org/officeDocument/2006/relationships/tags" Target="../tags/tag463.xml"/><Relationship Id="rId19" Type="http://schemas.openxmlformats.org/officeDocument/2006/relationships/tags" Target="../tags/tag40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149225" y="3778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2"/>
            </p:custDataLst>
          </p:nvPr>
        </p:nvCxnSpPr>
        <p:spPr>
          <a:xfrm>
            <a:off x="149225" y="59944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3"/>
            </p:custDataLst>
          </p:nvPr>
        </p:nvCxnSpPr>
        <p:spPr>
          <a:xfrm>
            <a:off x="149225" y="8204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149225" y="104203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5"/>
            </p:custDataLst>
          </p:nvPr>
        </p:nvCxnSpPr>
        <p:spPr>
          <a:xfrm>
            <a:off x="149225" y="12630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6"/>
            </p:custDataLst>
          </p:nvPr>
        </p:nvCxnSpPr>
        <p:spPr>
          <a:xfrm>
            <a:off x="149225" y="148463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7"/>
            </p:custDataLst>
          </p:nvPr>
        </p:nvCxnSpPr>
        <p:spPr>
          <a:xfrm>
            <a:off x="149225" y="17056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8"/>
            </p:custDataLst>
          </p:nvPr>
        </p:nvCxnSpPr>
        <p:spPr>
          <a:xfrm>
            <a:off x="149225" y="21482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9"/>
            </p:custDataLst>
          </p:nvPr>
        </p:nvCxnSpPr>
        <p:spPr>
          <a:xfrm>
            <a:off x="149225" y="19272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10"/>
            </p:custDataLst>
          </p:nvPr>
        </p:nvCxnSpPr>
        <p:spPr>
          <a:xfrm>
            <a:off x="149225" y="23698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1"/>
            </p:custDataLst>
          </p:nvPr>
        </p:nvCxnSpPr>
        <p:spPr>
          <a:xfrm>
            <a:off x="149225" y="25908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2"/>
            </p:custDataLst>
          </p:nvPr>
        </p:nvCxnSpPr>
        <p:spPr>
          <a:xfrm>
            <a:off x="149225" y="28124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3"/>
            </p:custDataLst>
          </p:nvPr>
        </p:nvCxnSpPr>
        <p:spPr>
          <a:xfrm>
            <a:off x="149225" y="30333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4"/>
            </p:custDataLst>
          </p:nvPr>
        </p:nvCxnSpPr>
        <p:spPr>
          <a:xfrm>
            <a:off x="149225" y="32550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5"/>
            </p:custDataLst>
          </p:nvPr>
        </p:nvCxnSpPr>
        <p:spPr>
          <a:xfrm>
            <a:off x="149225" y="34759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6"/>
            </p:custDataLst>
          </p:nvPr>
        </p:nvCxnSpPr>
        <p:spPr>
          <a:xfrm>
            <a:off x="149225" y="36976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17"/>
            </p:custDataLst>
          </p:nvPr>
        </p:nvCxnSpPr>
        <p:spPr>
          <a:xfrm>
            <a:off x="149225" y="39185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18"/>
            </p:custDataLst>
          </p:nvPr>
        </p:nvCxnSpPr>
        <p:spPr>
          <a:xfrm>
            <a:off x="149225" y="41402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19"/>
            </p:custDataLst>
          </p:nvPr>
        </p:nvCxnSpPr>
        <p:spPr>
          <a:xfrm>
            <a:off x="149225" y="43611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>
            <p:custDataLst>
              <p:tags r:id="rId20"/>
            </p:custDataLst>
          </p:nvPr>
        </p:nvCxnSpPr>
        <p:spPr>
          <a:xfrm>
            <a:off x="149225" y="45827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21"/>
            </p:custDataLst>
          </p:nvPr>
        </p:nvCxnSpPr>
        <p:spPr>
          <a:xfrm>
            <a:off x="149225" y="48037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22"/>
            </p:custDataLst>
          </p:nvPr>
        </p:nvCxnSpPr>
        <p:spPr>
          <a:xfrm>
            <a:off x="149225" y="50253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>
            <p:custDataLst>
              <p:tags r:id="rId23"/>
            </p:custDataLst>
          </p:nvPr>
        </p:nvCxnSpPr>
        <p:spPr>
          <a:xfrm>
            <a:off x="149225" y="524637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>
            <p:custDataLst>
              <p:tags r:id="rId24"/>
            </p:custDataLst>
          </p:nvPr>
        </p:nvCxnSpPr>
        <p:spPr>
          <a:xfrm>
            <a:off x="149225" y="59105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25"/>
            </p:custDataLst>
          </p:nvPr>
        </p:nvCxnSpPr>
        <p:spPr>
          <a:xfrm>
            <a:off x="149225" y="613156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26"/>
            </p:custDataLst>
          </p:nvPr>
        </p:nvCxnSpPr>
        <p:spPr>
          <a:xfrm>
            <a:off x="149225" y="63531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27"/>
            </p:custDataLst>
          </p:nvPr>
        </p:nvCxnSpPr>
        <p:spPr>
          <a:xfrm>
            <a:off x="149225" y="54679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>
            <p:custDataLst>
              <p:tags r:id="rId28"/>
            </p:custDataLst>
          </p:nvPr>
        </p:nvCxnSpPr>
        <p:spPr>
          <a:xfrm>
            <a:off x="149225" y="657415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 userDrawn="1">
            <p:custDataLst>
              <p:tags r:id="rId29"/>
            </p:custDataLst>
          </p:nvPr>
        </p:nvCxnSpPr>
        <p:spPr>
          <a:xfrm>
            <a:off x="149225" y="568896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 userDrawn="1">
            <p:custDataLst>
              <p:tags r:id="rId30"/>
            </p:custDataLst>
          </p:nvPr>
        </p:nvCxnSpPr>
        <p:spPr>
          <a:xfrm rot="5400000">
            <a:off x="3747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 userDrawn="1">
            <p:custDataLst>
              <p:tags r:id="rId31"/>
            </p:custDataLst>
          </p:nvPr>
        </p:nvCxnSpPr>
        <p:spPr>
          <a:xfrm rot="5400000">
            <a:off x="35115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 userDrawn="1">
            <p:custDataLst>
              <p:tags r:id="rId32"/>
            </p:custDataLst>
          </p:nvPr>
        </p:nvCxnSpPr>
        <p:spPr>
          <a:xfrm rot="5400000">
            <a:off x="32759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 userDrawn="1">
            <p:custDataLst>
              <p:tags r:id="rId33"/>
            </p:custDataLst>
          </p:nvPr>
        </p:nvCxnSpPr>
        <p:spPr>
          <a:xfrm rot="5400000">
            <a:off x="30403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 userDrawn="1">
            <p:custDataLst>
              <p:tags r:id="rId34"/>
            </p:custDataLst>
          </p:nvPr>
        </p:nvCxnSpPr>
        <p:spPr>
          <a:xfrm rot="5400000">
            <a:off x="28041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 userDrawn="1">
            <p:custDataLst>
              <p:tags r:id="rId35"/>
            </p:custDataLst>
          </p:nvPr>
        </p:nvCxnSpPr>
        <p:spPr>
          <a:xfrm rot="5400000">
            <a:off x="25685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 userDrawn="1">
            <p:custDataLst>
              <p:tags r:id="rId36"/>
            </p:custDataLst>
          </p:nvPr>
        </p:nvCxnSpPr>
        <p:spPr>
          <a:xfrm rot="5400000">
            <a:off x="23329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 userDrawn="1">
            <p:custDataLst>
              <p:tags r:id="rId37"/>
            </p:custDataLst>
          </p:nvPr>
        </p:nvCxnSpPr>
        <p:spPr>
          <a:xfrm rot="5400000">
            <a:off x="18611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 userDrawn="1">
            <p:custDataLst>
              <p:tags r:id="rId38"/>
            </p:custDataLst>
          </p:nvPr>
        </p:nvCxnSpPr>
        <p:spPr>
          <a:xfrm rot="5400000">
            <a:off x="20967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 userDrawn="1">
            <p:custDataLst>
              <p:tags r:id="rId39"/>
            </p:custDataLst>
          </p:nvPr>
        </p:nvCxnSpPr>
        <p:spPr>
          <a:xfrm rot="5400000">
            <a:off x="16256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 userDrawn="1">
            <p:custDataLst>
              <p:tags r:id="rId40"/>
            </p:custDataLst>
          </p:nvPr>
        </p:nvCxnSpPr>
        <p:spPr>
          <a:xfrm rot="5400000">
            <a:off x="13900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 userDrawn="1">
            <p:custDataLst>
              <p:tags r:id="rId41"/>
            </p:custDataLst>
          </p:nvPr>
        </p:nvCxnSpPr>
        <p:spPr>
          <a:xfrm rot="5400000">
            <a:off x="11537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 userDrawn="1">
            <p:custDataLst>
              <p:tags r:id="rId42"/>
            </p:custDataLst>
          </p:nvPr>
        </p:nvCxnSpPr>
        <p:spPr>
          <a:xfrm rot="5400000">
            <a:off x="9182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 userDrawn="1">
            <p:custDataLst>
              <p:tags r:id="rId43"/>
            </p:custDataLst>
          </p:nvPr>
        </p:nvCxnSpPr>
        <p:spPr>
          <a:xfrm rot="5400000">
            <a:off x="6826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 userDrawn="1">
            <p:custDataLst>
              <p:tags r:id="rId44"/>
            </p:custDataLst>
          </p:nvPr>
        </p:nvCxnSpPr>
        <p:spPr>
          <a:xfrm rot="5400000">
            <a:off x="4464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 userDrawn="1">
            <p:custDataLst>
              <p:tags r:id="rId45"/>
            </p:custDataLst>
          </p:nvPr>
        </p:nvCxnSpPr>
        <p:spPr>
          <a:xfrm rot="5400000">
            <a:off x="2108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 userDrawn="1">
            <p:custDataLst>
              <p:tags r:id="rId46"/>
            </p:custDataLst>
          </p:nvPr>
        </p:nvCxnSpPr>
        <p:spPr>
          <a:xfrm rot="5400000">
            <a:off x="-247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 userDrawn="1">
            <p:custDataLst>
              <p:tags r:id="rId47"/>
            </p:custDataLst>
          </p:nvPr>
        </p:nvCxnSpPr>
        <p:spPr>
          <a:xfrm rot="5400000">
            <a:off x="-258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 userDrawn="1">
            <p:custDataLst>
              <p:tags r:id="rId48"/>
            </p:custDataLst>
          </p:nvPr>
        </p:nvCxnSpPr>
        <p:spPr>
          <a:xfrm rot="5400000">
            <a:off x="-4946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 userDrawn="1">
            <p:custDataLst>
              <p:tags r:id="rId49"/>
            </p:custDataLst>
          </p:nvPr>
        </p:nvCxnSpPr>
        <p:spPr>
          <a:xfrm rot="5400000">
            <a:off x="-7302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 userDrawn="1">
            <p:custDataLst>
              <p:tags r:id="rId50"/>
            </p:custDataLst>
          </p:nvPr>
        </p:nvCxnSpPr>
        <p:spPr>
          <a:xfrm rot="5400000">
            <a:off x="-9658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 userDrawn="1">
            <p:custDataLst>
              <p:tags r:id="rId51"/>
            </p:custDataLst>
          </p:nvPr>
        </p:nvCxnSpPr>
        <p:spPr>
          <a:xfrm rot="5400000">
            <a:off x="-12020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 userDrawn="1">
            <p:custDataLst>
              <p:tags r:id="rId52"/>
            </p:custDataLst>
          </p:nvPr>
        </p:nvCxnSpPr>
        <p:spPr>
          <a:xfrm rot="5400000">
            <a:off x="-14376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 userDrawn="1">
            <p:custDataLst>
              <p:tags r:id="rId53"/>
            </p:custDataLst>
          </p:nvPr>
        </p:nvCxnSpPr>
        <p:spPr>
          <a:xfrm rot="5400000">
            <a:off x="-21450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 userDrawn="1">
            <p:custDataLst>
              <p:tags r:id="rId54"/>
            </p:custDataLst>
          </p:nvPr>
        </p:nvCxnSpPr>
        <p:spPr>
          <a:xfrm rot="5400000">
            <a:off x="-23806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 userDrawn="1">
            <p:custDataLst>
              <p:tags r:id="rId55"/>
            </p:custDataLst>
          </p:nvPr>
        </p:nvCxnSpPr>
        <p:spPr>
          <a:xfrm rot="5400000">
            <a:off x="-26162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 userDrawn="1">
            <p:custDataLst>
              <p:tags r:id="rId56"/>
            </p:custDataLst>
          </p:nvPr>
        </p:nvCxnSpPr>
        <p:spPr>
          <a:xfrm rot="5400000">
            <a:off x="-16732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 userDrawn="1">
            <p:custDataLst>
              <p:tags r:id="rId57"/>
            </p:custDataLst>
          </p:nvPr>
        </p:nvCxnSpPr>
        <p:spPr>
          <a:xfrm rot="5400000">
            <a:off x="-28524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 userDrawn="1">
            <p:custDataLst>
              <p:tags r:id="rId58"/>
            </p:custDataLst>
          </p:nvPr>
        </p:nvCxnSpPr>
        <p:spPr>
          <a:xfrm rot="5400000">
            <a:off x="-1909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 userDrawn="1">
            <p:custDataLst>
              <p:tags r:id="rId59"/>
            </p:custDataLst>
          </p:nvPr>
        </p:nvCxnSpPr>
        <p:spPr>
          <a:xfrm rot="5400000">
            <a:off x="8699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 userDrawn="1">
            <p:custDataLst>
              <p:tags r:id="rId60"/>
            </p:custDataLst>
          </p:nvPr>
        </p:nvCxnSpPr>
        <p:spPr>
          <a:xfrm rot="5400000">
            <a:off x="84626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 userDrawn="1">
            <p:custDataLst>
              <p:tags r:id="rId61"/>
            </p:custDataLst>
          </p:nvPr>
        </p:nvCxnSpPr>
        <p:spPr>
          <a:xfrm rot="5400000">
            <a:off x="82270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 userDrawn="1">
            <p:custDataLst>
              <p:tags r:id="rId62"/>
            </p:custDataLst>
          </p:nvPr>
        </p:nvCxnSpPr>
        <p:spPr>
          <a:xfrm rot="5400000">
            <a:off x="79914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 userDrawn="1">
            <p:custDataLst>
              <p:tags r:id="rId63"/>
            </p:custDataLst>
          </p:nvPr>
        </p:nvCxnSpPr>
        <p:spPr>
          <a:xfrm rot="5400000">
            <a:off x="77552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 userDrawn="1">
            <p:custDataLst>
              <p:tags r:id="rId64"/>
            </p:custDataLst>
          </p:nvPr>
        </p:nvCxnSpPr>
        <p:spPr>
          <a:xfrm rot="5400000">
            <a:off x="75196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 userDrawn="1">
            <p:custDataLst>
              <p:tags r:id="rId65"/>
            </p:custDataLst>
          </p:nvPr>
        </p:nvCxnSpPr>
        <p:spPr>
          <a:xfrm rot="5400000">
            <a:off x="72840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 userDrawn="1">
            <p:custDataLst>
              <p:tags r:id="rId66"/>
            </p:custDataLst>
          </p:nvPr>
        </p:nvCxnSpPr>
        <p:spPr>
          <a:xfrm rot="5400000">
            <a:off x="7048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 userDrawn="1">
            <p:custDataLst>
              <p:tags r:id="rId67"/>
            </p:custDataLst>
          </p:nvPr>
        </p:nvCxnSpPr>
        <p:spPr>
          <a:xfrm rot="5400000">
            <a:off x="68122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 userDrawn="1">
            <p:custDataLst>
              <p:tags r:id="rId68"/>
            </p:custDataLst>
          </p:nvPr>
        </p:nvCxnSpPr>
        <p:spPr>
          <a:xfrm rot="5400000">
            <a:off x="65766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 userDrawn="1">
            <p:custDataLst>
              <p:tags r:id="rId69"/>
            </p:custDataLst>
          </p:nvPr>
        </p:nvCxnSpPr>
        <p:spPr>
          <a:xfrm rot="5400000">
            <a:off x="63411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 userDrawn="1">
            <p:custDataLst>
              <p:tags r:id="rId70"/>
            </p:custDataLst>
          </p:nvPr>
        </p:nvCxnSpPr>
        <p:spPr>
          <a:xfrm rot="5400000">
            <a:off x="61048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 userDrawn="1">
            <p:custDataLst>
              <p:tags r:id="rId71"/>
            </p:custDataLst>
          </p:nvPr>
        </p:nvCxnSpPr>
        <p:spPr>
          <a:xfrm rot="5400000">
            <a:off x="58693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 userDrawn="1">
            <p:custDataLst>
              <p:tags r:id="rId72"/>
            </p:custDataLst>
          </p:nvPr>
        </p:nvCxnSpPr>
        <p:spPr>
          <a:xfrm rot="5400000">
            <a:off x="56337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 userDrawn="1">
            <p:custDataLst>
              <p:tags r:id="rId73"/>
            </p:custDataLst>
          </p:nvPr>
        </p:nvCxnSpPr>
        <p:spPr>
          <a:xfrm rot="5400000">
            <a:off x="5398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 userDrawn="1">
            <p:custDataLst>
              <p:tags r:id="rId74"/>
            </p:custDataLst>
          </p:nvPr>
        </p:nvCxnSpPr>
        <p:spPr>
          <a:xfrm rot="5400000">
            <a:off x="46907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 userDrawn="1">
            <p:custDataLst>
              <p:tags r:id="rId75"/>
            </p:custDataLst>
          </p:nvPr>
        </p:nvCxnSpPr>
        <p:spPr>
          <a:xfrm rot="5400000">
            <a:off x="44545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 userDrawn="1">
            <p:custDataLst>
              <p:tags r:id="rId76"/>
            </p:custDataLst>
          </p:nvPr>
        </p:nvCxnSpPr>
        <p:spPr>
          <a:xfrm rot="5400000">
            <a:off x="42189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 userDrawn="1">
            <p:custDataLst>
              <p:tags r:id="rId77"/>
            </p:custDataLst>
          </p:nvPr>
        </p:nvCxnSpPr>
        <p:spPr>
          <a:xfrm rot="5400000">
            <a:off x="51619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 userDrawn="1">
            <p:custDataLst>
              <p:tags r:id="rId78"/>
            </p:custDataLst>
          </p:nvPr>
        </p:nvCxnSpPr>
        <p:spPr>
          <a:xfrm rot="5400000">
            <a:off x="39833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 userDrawn="1">
            <p:custDataLst>
              <p:tags r:id="rId79"/>
            </p:custDataLst>
          </p:nvPr>
        </p:nvCxnSpPr>
        <p:spPr>
          <a:xfrm rot="5400000">
            <a:off x="49263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 userDrawn="1">
            <p:custDataLst>
              <p:tags r:id="rId80"/>
            </p:custDataLst>
          </p:nvPr>
        </p:nvSpPr>
        <p:spPr>
          <a:xfrm>
            <a:off x="0" y="0"/>
            <a:ext cx="12192000" cy="6858635"/>
          </a:xfrm>
          <a:prstGeom prst="rect">
            <a:avLst/>
          </a:prstGeom>
          <a:noFill/>
          <a:ln w="254000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/>
          <p:cNvSpPr/>
          <p:nvPr userDrawn="1">
            <p:custDataLst>
              <p:tags r:id="rId81"/>
            </p:custDataLst>
          </p:nvPr>
        </p:nvSpPr>
        <p:spPr>
          <a:xfrm>
            <a:off x="5857875" y="2632075"/>
            <a:ext cx="5534660" cy="151130"/>
          </a:xfrm>
          <a:prstGeom prst="rect">
            <a:avLst/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0">
                <a:schemeClr val="accent6">
                  <a:lumMod val="60000"/>
                  <a:lumOff val="4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z="1800" strike="noStrike" noProof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2"/>
            </p:custDataLst>
          </p:nvPr>
        </p:nvSpPr>
        <p:spPr>
          <a:xfrm>
            <a:off x="5281295" y="828040"/>
            <a:ext cx="6110605" cy="191706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3"/>
            </p:custDataLst>
          </p:nvPr>
        </p:nvSpPr>
        <p:spPr>
          <a:xfrm>
            <a:off x="5281930" y="3002915"/>
            <a:ext cx="6109970" cy="570865"/>
          </a:xfrm>
        </p:spPr>
        <p:txBody>
          <a:bodyPr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4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6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87"/>
            </p:custDataLst>
          </p:nvPr>
        </p:nvSpPr>
        <p:spPr>
          <a:xfrm>
            <a:off x="5230495" y="5377180"/>
            <a:ext cx="6110605" cy="50419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88"/>
            </p:custDataLst>
          </p:nvPr>
        </p:nvSpPr>
        <p:spPr>
          <a:xfrm>
            <a:off x="8623935" y="3806190"/>
            <a:ext cx="2742565" cy="608330"/>
          </a:xfrm>
          <a:prstGeom prst="roundRect">
            <a:avLst>
              <a:gd name="adj" fmla="val 50000"/>
            </a:avLst>
          </a:prstGeom>
          <a:ln w="47625">
            <a:solidFill>
              <a:schemeClr val="accent6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pic>
        <p:nvPicPr>
          <p:cNvPr id="10324" name="图片 167" descr="C:\Users\wps\Desktop\图片2.png图片2"/>
          <p:cNvPicPr>
            <a:picLocks noChangeAspect="1"/>
          </p:cNvPicPr>
          <p:nvPr userDrawn="1">
            <p:custDataLst>
              <p:tags r:id="rId89"/>
            </p:custDataLst>
          </p:nvPr>
        </p:nvPicPr>
        <p:blipFill>
          <a:blip r:embed="rId91"/>
          <a:srcRect l="46" r="46"/>
          <a:stretch>
            <a:fillRect/>
          </a:stretch>
        </p:blipFill>
        <p:spPr>
          <a:xfrm>
            <a:off x="871220" y="1236663"/>
            <a:ext cx="4568825" cy="4452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415880"/>
            <a:ext cx="10515600" cy="8640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>
            <p:custDataLst>
              <p:tags r:id="rId1"/>
            </p:custDataLst>
          </p:nvPr>
        </p:nvCxnSpPr>
        <p:spPr>
          <a:xfrm>
            <a:off x="149225" y="3778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2"/>
            </p:custDataLst>
          </p:nvPr>
        </p:nvCxnSpPr>
        <p:spPr>
          <a:xfrm>
            <a:off x="149225" y="59944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3"/>
            </p:custDataLst>
          </p:nvPr>
        </p:nvCxnSpPr>
        <p:spPr>
          <a:xfrm>
            <a:off x="149225" y="8204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149225" y="104203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5"/>
            </p:custDataLst>
          </p:nvPr>
        </p:nvCxnSpPr>
        <p:spPr>
          <a:xfrm>
            <a:off x="149225" y="12630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6"/>
            </p:custDataLst>
          </p:nvPr>
        </p:nvCxnSpPr>
        <p:spPr>
          <a:xfrm>
            <a:off x="149225" y="148463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7"/>
            </p:custDataLst>
          </p:nvPr>
        </p:nvCxnSpPr>
        <p:spPr>
          <a:xfrm>
            <a:off x="149225" y="17056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8"/>
            </p:custDataLst>
          </p:nvPr>
        </p:nvCxnSpPr>
        <p:spPr>
          <a:xfrm>
            <a:off x="149225" y="21482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9"/>
            </p:custDataLst>
          </p:nvPr>
        </p:nvCxnSpPr>
        <p:spPr>
          <a:xfrm>
            <a:off x="149225" y="19272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>
            <p:custDataLst>
              <p:tags r:id="rId10"/>
            </p:custDataLst>
          </p:nvPr>
        </p:nvCxnSpPr>
        <p:spPr>
          <a:xfrm>
            <a:off x="149225" y="23698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11"/>
            </p:custDataLst>
          </p:nvPr>
        </p:nvCxnSpPr>
        <p:spPr>
          <a:xfrm>
            <a:off x="149225" y="25908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>
            <p:custDataLst>
              <p:tags r:id="rId12"/>
            </p:custDataLst>
          </p:nvPr>
        </p:nvCxnSpPr>
        <p:spPr>
          <a:xfrm>
            <a:off x="149225" y="28124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13"/>
            </p:custDataLst>
          </p:nvPr>
        </p:nvCxnSpPr>
        <p:spPr>
          <a:xfrm>
            <a:off x="149225" y="30333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4"/>
            </p:custDataLst>
          </p:nvPr>
        </p:nvCxnSpPr>
        <p:spPr>
          <a:xfrm>
            <a:off x="149225" y="32550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5"/>
            </p:custDataLst>
          </p:nvPr>
        </p:nvCxnSpPr>
        <p:spPr>
          <a:xfrm>
            <a:off x="149225" y="34759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>
            <p:custDataLst>
              <p:tags r:id="rId16"/>
            </p:custDataLst>
          </p:nvPr>
        </p:nvCxnSpPr>
        <p:spPr>
          <a:xfrm>
            <a:off x="149225" y="36976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7"/>
            </p:custDataLst>
          </p:nvPr>
        </p:nvCxnSpPr>
        <p:spPr>
          <a:xfrm>
            <a:off x="149225" y="39185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8"/>
            </p:custDataLst>
          </p:nvPr>
        </p:nvCxnSpPr>
        <p:spPr>
          <a:xfrm>
            <a:off x="149225" y="41402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9"/>
            </p:custDataLst>
          </p:nvPr>
        </p:nvCxnSpPr>
        <p:spPr>
          <a:xfrm>
            <a:off x="149225" y="43611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20"/>
            </p:custDataLst>
          </p:nvPr>
        </p:nvCxnSpPr>
        <p:spPr>
          <a:xfrm>
            <a:off x="149225" y="45827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21"/>
            </p:custDataLst>
          </p:nvPr>
        </p:nvCxnSpPr>
        <p:spPr>
          <a:xfrm>
            <a:off x="149225" y="48037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22"/>
            </p:custDataLst>
          </p:nvPr>
        </p:nvCxnSpPr>
        <p:spPr>
          <a:xfrm>
            <a:off x="149225" y="50253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23"/>
            </p:custDataLst>
          </p:nvPr>
        </p:nvCxnSpPr>
        <p:spPr>
          <a:xfrm>
            <a:off x="149225" y="524637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>
            <p:custDataLst>
              <p:tags r:id="rId24"/>
            </p:custDataLst>
          </p:nvPr>
        </p:nvCxnSpPr>
        <p:spPr>
          <a:xfrm>
            <a:off x="149225" y="59105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25"/>
            </p:custDataLst>
          </p:nvPr>
        </p:nvCxnSpPr>
        <p:spPr>
          <a:xfrm>
            <a:off x="149225" y="613156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26"/>
            </p:custDataLst>
          </p:nvPr>
        </p:nvCxnSpPr>
        <p:spPr>
          <a:xfrm>
            <a:off x="149225" y="63531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>
            <p:custDataLst>
              <p:tags r:id="rId27"/>
            </p:custDataLst>
          </p:nvPr>
        </p:nvCxnSpPr>
        <p:spPr>
          <a:xfrm>
            <a:off x="149225" y="54679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>
            <p:custDataLst>
              <p:tags r:id="rId28"/>
            </p:custDataLst>
          </p:nvPr>
        </p:nvCxnSpPr>
        <p:spPr>
          <a:xfrm>
            <a:off x="149225" y="657415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29"/>
            </p:custDataLst>
          </p:nvPr>
        </p:nvCxnSpPr>
        <p:spPr>
          <a:xfrm>
            <a:off x="149225" y="568896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 userDrawn="1">
            <p:custDataLst>
              <p:tags r:id="rId30"/>
            </p:custDataLst>
          </p:nvPr>
        </p:nvCxnSpPr>
        <p:spPr>
          <a:xfrm rot="5400000">
            <a:off x="3747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 userDrawn="1">
            <p:custDataLst>
              <p:tags r:id="rId31"/>
            </p:custDataLst>
          </p:nvPr>
        </p:nvCxnSpPr>
        <p:spPr>
          <a:xfrm rot="5400000">
            <a:off x="35115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 userDrawn="1">
            <p:custDataLst>
              <p:tags r:id="rId32"/>
            </p:custDataLst>
          </p:nvPr>
        </p:nvCxnSpPr>
        <p:spPr>
          <a:xfrm rot="5400000">
            <a:off x="32759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 userDrawn="1">
            <p:custDataLst>
              <p:tags r:id="rId33"/>
            </p:custDataLst>
          </p:nvPr>
        </p:nvCxnSpPr>
        <p:spPr>
          <a:xfrm rot="5400000">
            <a:off x="30403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 userDrawn="1">
            <p:custDataLst>
              <p:tags r:id="rId34"/>
            </p:custDataLst>
          </p:nvPr>
        </p:nvCxnSpPr>
        <p:spPr>
          <a:xfrm rot="5400000">
            <a:off x="28041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 userDrawn="1">
            <p:custDataLst>
              <p:tags r:id="rId35"/>
            </p:custDataLst>
          </p:nvPr>
        </p:nvCxnSpPr>
        <p:spPr>
          <a:xfrm rot="5400000">
            <a:off x="25685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 userDrawn="1">
            <p:custDataLst>
              <p:tags r:id="rId36"/>
            </p:custDataLst>
          </p:nvPr>
        </p:nvCxnSpPr>
        <p:spPr>
          <a:xfrm rot="5400000">
            <a:off x="23329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 userDrawn="1">
            <p:custDataLst>
              <p:tags r:id="rId37"/>
            </p:custDataLst>
          </p:nvPr>
        </p:nvCxnSpPr>
        <p:spPr>
          <a:xfrm rot="5400000">
            <a:off x="18611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 userDrawn="1">
            <p:custDataLst>
              <p:tags r:id="rId38"/>
            </p:custDataLst>
          </p:nvPr>
        </p:nvCxnSpPr>
        <p:spPr>
          <a:xfrm rot="5400000">
            <a:off x="20967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 userDrawn="1">
            <p:custDataLst>
              <p:tags r:id="rId39"/>
            </p:custDataLst>
          </p:nvPr>
        </p:nvCxnSpPr>
        <p:spPr>
          <a:xfrm rot="5400000">
            <a:off x="16256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 userDrawn="1">
            <p:custDataLst>
              <p:tags r:id="rId40"/>
            </p:custDataLst>
          </p:nvPr>
        </p:nvCxnSpPr>
        <p:spPr>
          <a:xfrm rot="5400000">
            <a:off x="13900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 userDrawn="1">
            <p:custDataLst>
              <p:tags r:id="rId41"/>
            </p:custDataLst>
          </p:nvPr>
        </p:nvCxnSpPr>
        <p:spPr>
          <a:xfrm rot="5400000">
            <a:off x="11537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 userDrawn="1">
            <p:custDataLst>
              <p:tags r:id="rId42"/>
            </p:custDataLst>
          </p:nvPr>
        </p:nvCxnSpPr>
        <p:spPr>
          <a:xfrm rot="5400000">
            <a:off x="9182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 userDrawn="1">
            <p:custDataLst>
              <p:tags r:id="rId43"/>
            </p:custDataLst>
          </p:nvPr>
        </p:nvCxnSpPr>
        <p:spPr>
          <a:xfrm rot="5400000">
            <a:off x="6826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 userDrawn="1">
            <p:custDataLst>
              <p:tags r:id="rId44"/>
            </p:custDataLst>
          </p:nvPr>
        </p:nvCxnSpPr>
        <p:spPr>
          <a:xfrm rot="5400000">
            <a:off x="4464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 userDrawn="1">
            <p:custDataLst>
              <p:tags r:id="rId45"/>
            </p:custDataLst>
          </p:nvPr>
        </p:nvCxnSpPr>
        <p:spPr>
          <a:xfrm rot="5400000">
            <a:off x="2108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 userDrawn="1">
            <p:custDataLst>
              <p:tags r:id="rId46"/>
            </p:custDataLst>
          </p:nvPr>
        </p:nvCxnSpPr>
        <p:spPr>
          <a:xfrm rot="5400000">
            <a:off x="-247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 userDrawn="1">
            <p:custDataLst>
              <p:tags r:id="rId47"/>
            </p:custDataLst>
          </p:nvPr>
        </p:nvCxnSpPr>
        <p:spPr>
          <a:xfrm rot="5400000">
            <a:off x="-258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 userDrawn="1">
            <p:custDataLst>
              <p:tags r:id="rId48"/>
            </p:custDataLst>
          </p:nvPr>
        </p:nvCxnSpPr>
        <p:spPr>
          <a:xfrm rot="5400000">
            <a:off x="-4946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 userDrawn="1">
            <p:custDataLst>
              <p:tags r:id="rId49"/>
            </p:custDataLst>
          </p:nvPr>
        </p:nvCxnSpPr>
        <p:spPr>
          <a:xfrm rot="5400000">
            <a:off x="-7302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 userDrawn="1">
            <p:custDataLst>
              <p:tags r:id="rId50"/>
            </p:custDataLst>
          </p:nvPr>
        </p:nvCxnSpPr>
        <p:spPr>
          <a:xfrm rot="5400000">
            <a:off x="-9658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 userDrawn="1">
            <p:custDataLst>
              <p:tags r:id="rId51"/>
            </p:custDataLst>
          </p:nvPr>
        </p:nvCxnSpPr>
        <p:spPr>
          <a:xfrm rot="5400000">
            <a:off x="-12020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 userDrawn="1">
            <p:custDataLst>
              <p:tags r:id="rId52"/>
            </p:custDataLst>
          </p:nvPr>
        </p:nvCxnSpPr>
        <p:spPr>
          <a:xfrm rot="5400000">
            <a:off x="-14376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 userDrawn="1">
            <p:custDataLst>
              <p:tags r:id="rId53"/>
            </p:custDataLst>
          </p:nvPr>
        </p:nvCxnSpPr>
        <p:spPr>
          <a:xfrm rot="5400000">
            <a:off x="-21450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 userDrawn="1">
            <p:custDataLst>
              <p:tags r:id="rId54"/>
            </p:custDataLst>
          </p:nvPr>
        </p:nvCxnSpPr>
        <p:spPr>
          <a:xfrm rot="5400000">
            <a:off x="-23806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 userDrawn="1">
            <p:custDataLst>
              <p:tags r:id="rId55"/>
            </p:custDataLst>
          </p:nvPr>
        </p:nvCxnSpPr>
        <p:spPr>
          <a:xfrm rot="5400000">
            <a:off x="-26162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 userDrawn="1">
            <p:custDataLst>
              <p:tags r:id="rId56"/>
            </p:custDataLst>
          </p:nvPr>
        </p:nvCxnSpPr>
        <p:spPr>
          <a:xfrm rot="5400000">
            <a:off x="-16732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 userDrawn="1">
            <p:custDataLst>
              <p:tags r:id="rId57"/>
            </p:custDataLst>
          </p:nvPr>
        </p:nvCxnSpPr>
        <p:spPr>
          <a:xfrm rot="5400000">
            <a:off x="-28524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 userDrawn="1">
            <p:custDataLst>
              <p:tags r:id="rId58"/>
            </p:custDataLst>
          </p:nvPr>
        </p:nvCxnSpPr>
        <p:spPr>
          <a:xfrm rot="5400000">
            <a:off x="-1909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 userDrawn="1">
            <p:custDataLst>
              <p:tags r:id="rId59"/>
            </p:custDataLst>
          </p:nvPr>
        </p:nvCxnSpPr>
        <p:spPr>
          <a:xfrm rot="5400000">
            <a:off x="8699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 userDrawn="1">
            <p:custDataLst>
              <p:tags r:id="rId60"/>
            </p:custDataLst>
          </p:nvPr>
        </p:nvCxnSpPr>
        <p:spPr>
          <a:xfrm rot="5400000">
            <a:off x="84626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 userDrawn="1">
            <p:custDataLst>
              <p:tags r:id="rId61"/>
            </p:custDataLst>
          </p:nvPr>
        </p:nvCxnSpPr>
        <p:spPr>
          <a:xfrm rot="5400000">
            <a:off x="82270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 userDrawn="1">
            <p:custDataLst>
              <p:tags r:id="rId62"/>
            </p:custDataLst>
          </p:nvPr>
        </p:nvCxnSpPr>
        <p:spPr>
          <a:xfrm rot="5400000">
            <a:off x="79914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 userDrawn="1">
            <p:custDataLst>
              <p:tags r:id="rId63"/>
            </p:custDataLst>
          </p:nvPr>
        </p:nvCxnSpPr>
        <p:spPr>
          <a:xfrm rot="5400000">
            <a:off x="77552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 userDrawn="1">
            <p:custDataLst>
              <p:tags r:id="rId64"/>
            </p:custDataLst>
          </p:nvPr>
        </p:nvCxnSpPr>
        <p:spPr>
          <a:xfrm rot="5400000">
            <a:off x="75196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 userDrawn="1">
            <p:custDataLst>
              <p:tags r:id="rId65"/>
            </p:custDataLst>
          </p:nvPr>
        </p:nvCxnSpPr>
        <p:spPr>
          <a:xfrm rot="5400000">
            <a:off x="72840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 userDrawn="1">
            <p:custDataLst>
              <p:tags r:id="rId66"/>
            </p:custDataLst>
          </p:nvPr>
        </p:nvCxnSpPr>
        <p:spPr>
          <a:xfrm rot="5400000">
            <a:off x="7048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 userDrawn="1">
            <p:custDataLst>
              <p:tags r:id="rId67"/>
            </p:custDataLst>
          </p:nvPr>
        </p:nvCxnSpPr>
        <p:spPr>
          <a:xfrm rot="5400000">
            <a:off x="68122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 userDrawn="1">
            <p:custDataLst>
              <p:tags r:id="rId68"/>
            </p:custDataLst>
          </p:nvPr>
        </p:nvCxnSpPr>
        <p:spPr>
          <a:xfrm rot="5400000">
            <a:off x="65766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 userDrawn="1">
            <p:custDataLst>
              <p:tags r:id="rId69"/>
            </p:custDataLst>
          </p:nvPr>
        </p:nvCxnSpPr>
        <p:spPr>
          <a:xfrm rot="5400000">
            <a:off x="63411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 userDrawn="1">
            <p:custDataLst>
              <p:tags r:id="rId70"/>
            </p:custDataLst>
          </p:nvPr>
        </p:nvCxnSpPr>
        <p:spPr>
          <a:xfrm rot="5400000">
            <a:off x="61048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 userDrawn="1">
            <p:custDataLst>
              <p:tags r:id="rId71"/>
            </p:custDataLst>
          </p:nvPr>
        </p:nvCxnSpPr>
        <p:spPr>
          <a:xfrm rot="5400000">
            <a:off x="58693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 userDrawn="1">
            <p:custDataLst>
              <p:tags r:id="rId72"/>
            </p:custDataLst>
          </p:nvPr>
        </p:nvCxnSpPr>
        <p:spPr>
          <a:xfrm rot="5400000">
            <a:off x="56337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 userDrawn="1">
            <p:custDataLst>
              <p:tags r:id="rId73"/>
            </p:custDataLst>
          </p:nvPr>
        </p:nvCxnSpPr>
        <p:spPr>
          <a:xfrm rot="5400000">
            <a:off x="5398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 userDrawn="1">
            <p:custDataLst>
              <p:tags r:id="rId74"/>
            </p:custDataLst>
          </p:nvPr>
        </p:nvCxnSpPr>
        <p:spPr>
          <a:xfrm rot="5400000">
            <a:off x="46907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 userDrawn="1">
            <p:custDataLst>
              <p:tags r:id="rId75"/>
            </p:custDataLst>
          </p:nvPr>
        </p:nvCxnSpPr>
        <p:spPr>
          <a:xfrm rot="5400000">
            <a:off x="44545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 userDrawn="1">
            <p:custDataLst>
              <p:tags r:id="rId76"/>
            </p:custDataLst>
          </p:nvPr>
        </p:nvCxnSpPr>
        <p:spPr>
          <a:xfrm rot="5400000">
            <a:off x="42189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 userDrawn="1">
            <p:custDataLst>
              <p:tags r:id="rId77"/>
            </p:custDataLst>
          </p:nvPr>
        </p:nvCxnSpPr>
        <p:spPr>
          <a:xfrm rot="5400000">
            <a:off x="51619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 userDrawn="1">
            <p:custDataLst>
              <p:tags r:id="rId78"/>
            </p:custDataLst>
          </p:nvPr>
        </p:nvCxnSpPr>
        <p:spPr>
          <a:xfrm rot="5400000">
            <a:off x="39833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 userDrawn="1">
            <p:custDataLst>
              <p:tags r:id="rId79"/>
            </p:custDataLst>
          </p:nvPr>
        </p:nvCxnSpPr>
        <p:spPr>
          <a:xfrm rot="5400000">
            <a:off x="49263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 userDrawn="1">
            <p:custDataLst>
              <p:tags r:id="rId80"/>
            </p:custDataLst>
          </p:nvPr>
        </p:nvSpPr>
        <p:spPr>
          <a:xfrm>
            <a:off x="0" y="0"/>
            <a:ext cx="12192000" cy="6858635"/>
          </a:xfrm>
          <a:prstGeom prst="rect">
            <a:avLst/>
          </a:prstGeom>
          <a:noFill/>
          <a:ln w="254000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938213" y="607060"/>
            <a:ext cx="10315575" cy="1081405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CONTENTS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149225" y="3778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2"/>
            </p:custDataLst>
          </p:nvPr>
        </p:nvCxnSpPr>
        <p:spPr>
          <a:xfrm>
            <a:off x="149225" y="59944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3"/>
            </p:custDataLst>
          </p:nvPr>
        </p:nvCxnSpPr>
        <p:spPr>
          <a:xfrm>
            <a:off x="149225" y="8204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149225" y="104203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5"/>
            </p:custDataLst>
          </p:nvPr>
        </p:nvCxnSpPr>
        <p:spPr>
          <a:xfrm>
            <a:off x="149225" y="12630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6"/>
            </p:custDataLst>
          </p:nvPr>
        </p:nvCxnSpPr>
        <p:spPr>
          <a:xfrm>
            <a:off x="149225" y="148463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7"/>
            </p:custDataLst>
          </p:nvPr>
        </p:nvCxnSpPr>
        <p:spPr>
          <a:xfrm>
            <a:off x="149225" y="17056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8"/>
            </p:custDataLst>
          </p:nvPr>
        </p:nvCxnSpPr>
        <p:spPr>
          <a:xfrm>
            <a:off x="149225" y="21482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9"/>
            </p:custDataLst>
          </p:nvPr>
        </p:nvCxnSpPr>
        <p:spPr>
          <a:xfrm>
            <a:off x="149225" y="19272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>
            <p:custDataLst>
              <p:tags r:id="rId10"/>
            </p:custDataLst>
          </p:nvPr>
        </p:nvCxnSpPr>
        <p:spPr>
          <a:xfrm>
            <a:off x="149225" y="23698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11"/>
            </p:custDataLst>
          </p:nvPr>
        </p:nvCxnSpPr>
        <p:spPr>
          <a:xfrm>
            <a:off x="149225" y="25908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>
            <p:custDataLst>
              <p:tags r:id="rId12"/>
            </p:custDataLst>
          </p:nvPr>
        </p:nvCxnSpPr>
        <p:spPr>
          <a:xfrm>
            <a:off x="149225" y="28124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13"/>
            </p:custDataLst>
          </p:nvPr>
        </p:nvCxnSpPr>
        <p:spPr>
          <a:xfrm>
            <a:off x="149225" y="30333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4"/>
            </p:custDataLst>
          </p:nvPr>
        </p:nvCxnSpPr>
        <p:spPr>
          <a:xfrm>
            <a:off x="149225" y="32550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5"/>
            </p:custDataLst>
          </p:nvPr>
        </p:nvCxnSpPr>
        <p:spPr>
          <a:xfrm>
            <a:off x="149225" y="34759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>
            <p:custDataLst>
              <p:tags r:id="rId16"/>
            </p:custDataLst>
          </p:nvPr>
        </p:nvCxnSpPr>
        <p:spPr>
          <a:xfrm>
            <a:off x="149225" y="36976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7"/>
            </p:custDataLst>
          </p:nvPr>
        </p:nvCxnSpPr>
        <p:spPr>
          <a:xfrm>
            <a:off x="149225" y="39185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8"/>
            </p:custDataLst>
          </p:nvPr>
        </p:nvCxnSpPr>
        <p:spPr>
          <a:xfrm>
            <a:off x="149225" y="41402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9"/>
            </p:custDataLst>
          </p:nvPr>
        </p:nvCxnSpPr>
        <p:spPr>
          <a:xfrm>
            <a:off x="149225" y="43611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20"/>
            </p:custDataLst>
          </p:nvPr>
        </p:nvCxnSpPr>
        <p:spPr>
          <a:xfrm>
            <a:off x="149225" y="45827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21"/>
            </p:custDataLst>
          </p:nvPr>
        </p:nvCxnSpPr>
        <p:spPr>
          <a:xfrm>
            <a:off x="149225" y="48037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22"/>
            </p:custDataLst>
          </p:nvPr>
        </p:nvCxnSpPr>
        <p:spPr>
          <a:xfrm>
            <a:off x="149225" y="50253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23"/>
            </p:custDataLst>
          </p:nvPr>
        </p:nvCxnSpPr>
        <p:spPr>
          <a:xfrm>
            <a:off x="149225" y="524637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>
            <p:custDataLst>
              <p:tags r:id="rId24"/>
            </p:custDataLst>
          </p:nvPr>
        </p:nvCxnSpPr>
        <p:spPr>
          <a:xfrm>
            <a:off x="149225" y="59105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25"/>
            </p:custDataLst>
          </p:nvPr>
        </p:nvCxnSpPr>
        <p:spPr>
          <a:xfrm>
            <a:off x="149225" y="613156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26"/>
            </p:custDataLst>
          </p:nvPr>
        </p:nvCxnSpPr>
        <p:spPr>
          <a:xfrm>
            <a:off x="149225" y="63531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>
            <p:custDataLst>
              <p:tags r:id="rId27"/>
            </p:custDataLst>
          </p:nvPr>
        </p:nvCxnSpPr>
        <p:spPr>
          <a:xfrm>
            <a:off x="149225" y="54679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>
            <p:custDataLst>
              <p:tags r:id="rId28"/>
            </p:custDataLst>
          </p:nvPr>
        </p:nvCxnSpPr>
        <p:spPr>
          <a:xfrm>
            <a:off x="149225" y="657415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29"/>
            </p:custDataLst>
          </p:nvPr>
        </p:nvCxnSpPr>
        <p:spPr>
          <a:xfrm>
            <a:off x="149225" y="568896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 userDrawn="1">
            <p:custDataLst>
              <p:tags r:id="rId30"/>
            </p:custDataLst>
          </p:nvPr>
        </p:nvCxnSpPr>
        <p:spPr>
          <a:xfrm rot="5400000">
            <a:off x="3747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 userDrawn="1">
            <p:custDataLst>
              <p:tags r:id="rId31"/>
            </p:custDataLst>
          </p:nvPr>
        </p:nvCxnSpPr>
        <p:spPr>
          <a:xfrm rot="5400000">
            <a:off x="35115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 userDrawn="1">
            <p:custDataLst>
              <p:tags r:id="rId32"/>
            </p:custDataLst>
          </p:nvPr>
        </p:nvCxnSpPr>
        <p:spPr>
          <a:xfrm rot="5400000">
            <a:off x="32759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 userDrawn="1">
            <p:custDataLst>
              <p:tags r:id="rId33"/>
            </p:custDataLst>
          </p:nvPr>
        </p:nvCxnSpPr>
        <p:spPr>
          <a:xfrm rot="5400000">
            <a:off x="30403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 userDrawn="1">
            <p:custDataLst>
              <p:tags r:id="rId34"/>
            </p:custDataLst>
          </p:nvPr>
        </p:nvCxnSpPr>
        <p:spPr>
          <a:xfrm rot="5400000">
            <a:off x="28041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 userDrawn="1">
            <p:custDataLst>
              <p:tags r:id="rId35"/>
            </p:custDataLst>
          </p:nvPr>
        </p:nvCxnSpPr>
        <p:spPr>
          <a:xfrm rot="5400000">
            <a:off x="25685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 userDrawn="1">
            <p:custDataLst>
              <p:tags r:id="rId36"/>
            </p:custDataLst>
          </p:nvPr>
        </p:nvCxnSpPr>
        <p:spPr>
          <a:xfrm rot="5400000">
            <a:off x="23329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 userDrawn="1">
            <p:custDataLst>
              <p:tags r:id="rId37"/>
            </p:custDataLst>
          </p:nvPr>
        </p:nvCxnSpPr>
        <p:spPr>
          <a:xfrm rot="5400000">
            <a:off x="18611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 userDrawn="1">
            <p:custDataLst>
              <p:tags r:id="rId38"/>
            </p:custDataLst>
          </p:nvPr>
        </p:nvCxnSpPr>
        <p:spPr>
          <a:xfrm rot="5400000">
            <a:off x="20967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 userDrawn="1">
            <p:custDataLst>
              <p:tags r:id="rId39"/>
            </p:custDataLst>
          </p:nvPr>
        </p:nvCxnSpPr>
        <p:spPr>
          <a:xfrm rot="5400000">
            <a:off x="16256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 userDrawn="1">
            <p:custDataLst>
              <p:tags r:id="rId40"/>
            </p:custDataLst>
          </p:nvPr>
        </p:nvCxnSpPr>
        <p:spPr>
          <a:xfrm rot="5400000">
            <a:off x="13900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 userDrawn="1">
            <p:custDataLst>
              <p:tags r:id="rId41"/>
            </p:custDataLst>
          </p:nvPr>
        </p:nvCxnSpPr>
        <p:spPr>
          <a:xfrm rot="5400000">
            <a:off x="11537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 userDrawn="1">
            <p:custDataLst>
              <p:tags r:id="rId42"/>
            </p:custDataLst>
          </p:nvPr>
        </p:nvCxnSpPr>
        <p:spPr>
          <a:xfrm rot="5400000">
            <a:off x="9182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 userDrawn="1">
            <p:custDataLst>
              <p:tags r:id="rId43"/>
            </p:custDataLst>
          </p:nvPr>
        </p:nvCxnSpPr>
        <p:spPr>
          <a:xfrm rot="5400000">
            <a:off x="6826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 userDrawn="1">
            <p:custDataLst>
              <p:tags r:id="rId44"/>
            </p:custDataLst>
          </p:nvPr>
        </p:nvCxnSpPr>
        <p:spPr>
          <a:xfrm rot="5400000">
            <a:off x="4464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 userDrawn="1">
            <p:custDataLst>
              <p:tags r:id="rId45"/>
            </p:custDataLst>
          </p:nvPr>
        </p:nvCxnSpPr>
        <p:spPr>
          <a:xfrm rot="5400000">
            <a:off x="2108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 userDrawn="1">
            <p:custDataLst>
              <p:tags r:id="rId46"/>
            </p:custDataLst>
          </p:nvPr>
        </p:nvCxnSpPr>
        <p:spPr>
          <a:xfrm rot="5400000">
            <a:off x="-247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 userDrawn="1">
            <p:custDataLst>
              <p:tags r:id="rId47"/>
            </p:custDataLst>
          </p:nvPr>
        </p:nvCxnSpPr>
        <p:spPr>
          <a:xfrm rot="5400000">
            <a:off x="-258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 userDrawn="1">
            <p:custDataLst>
              <p:tags r:id="rId48"/>
            </p:custDataLst>
          </p:nvPr>
        </p:nvCxnSpPr>
        <p:spPr>
          <a:xfrm rot="5400000">
            <a:off x="-4946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 userDrawn="1">
            <p:custDataLst>
              <p:tags r:id="rId49"/>
            </p:custDataLst>
          </p:nvPr>
        </p:nvCxnSpPr>
        <p:spPr>
          <a:xfrm rot="5400000">
            <a:off x="-7302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 userDrawn="1">
            <p:custDataLst>
              <p:tags r:id="rId50"/>
            </p:custDataLst>
          </p:nvPr>
        </p:nvCxnSpPr>
        <p:spPr>
          <a:xfrm rot="5400000">
            <a:off x="-9658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 userDrawn="1">
            <p:custDataLst>
              <p:tags r:id="rId51"/>
            </p:custDataLst>
          </p:nvPr>
        </p:nvCxnSpPr>
        <p:spPr>
          <a:xfrm rot="5400000">
            <a:off x="-12020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 userDrawn="1">
            <p:custDataLst>
              <p:tags r:id="rId52"/>
            </p:custDataLst>
          </p:nvPr>
        </p:nvCxnSpPr>
        <p:spPr>
          <a:xfrm rot="5400000">
            <a:off x="-14376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 userDrawn="1">
            <p:custDataLst>
              <p:tags r:id="rId53"/>
            </p:custDataLst>
          </p:nvPr>
        </p:nvCxnSpPr>
        <p:spPr>
          <a:xfrm rot="5400000">
            <a:off x="-21450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 userDrawn="1">
            <p:custDataLst>
              <p:tags r:id="rId54"/>
            </p:custDataLst>
          </p:nvPr>
        </p:nvCxnSpPr>
        <p:spPr>
          <a:xfrm rot="5400000">
            <a:off x="-23806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 userDrawn="1">
            <p:custDataLst>
              <p:tags r:id="rId55"/>
            </p:custDataLst>
          </p:nvPr>
        </p:nvCxnSpPr>
        <p:spPr>
          <a:xfrm rot="5400000">
            <a:off x="-26162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 userDrawn="1">
            <p:custDataLst>
              <p:tags r:id="rId56"/>
            </p:custDataLst>
          </p:nvPr>
        </p:nvCxnSpPr>
        <p:spPr>
          <a:xfrm rot="5400000">
            <a:off x="-16732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 userDrawn="1">
            <p:custDataLst>
              <p:tags r:id="rId57"/>
            </p:custDataLst>
          </p:nvPr>
        </p:nvCxnSpPr>
        <p:spPr>
          <a:xfrm rot="5400000">
            <a:off x="-28524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 userDrawn="1">
            <p:custDataLst>
              <p:tags r:id="rId58"/>
            </p:custDataLst>
          </p:nvPr>
        </p:nvCxnSpPr>
        <p:spPr>
          <a:xfrm rot="5400000">
            <a:off x="-1909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 userDrawn="1">
            <p:custDataLst>
              <p:tags r:id="rId59"/>
            </p:custDataLst>
          </p:nvPr>
        </p:nvCxnSpPr>
        <p:spPr>
          <a:xfrm rot="5400000">
            <a:off x="8699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 userDrawn="1">
            <p:custDataLst>
              <p:tags r:id="rId60"/>
            </p:custDataLst>
          </p:nvPr>
        </p:nvCxnSpPr>
        <p:spPr>
          <a:xfrm rot="5400000">
            <a:off x="84626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 userDrawn="1">
            <p:custDataLst>
              <p:tags r:id="rId61"/>
            </p:custDataLst>
          </p:nvPr>
        </p:nvCxnSpPr>
        <p:spPr>
          <a:xfrm rot="5400000">
            <a:off x="82270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 userDrawn="1">
            <p:custDataLst>
              <p:tags r:id="rId62"/>
            </p:custDataLst>
          </p:nvPr>
        </p:nvCxnSpPr>
        <p:spPr>
          <a:xfrm rot="5400000">
            <a:off x="79914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 userDrawn="1">
            <p:custDataLst>
              <p:tags r:id="rId63"/>
            </p:custDataLst>
          </p:nvPr>
        </p:nvCxnSpPr>
        <p:spPr>
          <a:xfrm rot="5400000">
            <a:off x="77552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 userDrawn="1">
            <p:custDataLst>
              <p:tags r:id="rId64"/>
            </p:custDataLst>
          </p:nvPr>
        </p:nvCxnSpPr>
        <p:spPr>
          <a:xfrm rot="5400000">
            <a:off x="75196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 userDrawn="1">
            <p:custDataLst>
              <p:tags r:id="rId65"/>
            </p:custDataLst>
          </p:nvPr>
        </p:nvCxnSpPr>
        <p:spPr>
          <a:xfrm rot="5400000">
            <a:off x="72840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 userDrawn="1">
            <p:custDataLst>
              <p:tags r:id="rId66"/>
            </p:custDataLst>
          </p:nvPr>
        </p:nvCxnSpPr>
        <p:spPr>
          <a:xfrm rot="5400000">
            <a:off x="7048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 userDrawn="1">
            <p:custDataLst>
              <p:tags r:id="rId67"/>
            </p:custDataLst>
          </p:nvPr>
        </p:nvCxnSpPr>
        <p:spPr>
          <a:xfrm rot="5400000">
            <a:off x="68122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 userDrawn="1">
            <p:custDataLst>
              <p:tags r:id="rId68"/>
            </p:custDataLst>
          </p:nvPr>
        </p:nvCxnSpPr>
        <p:spPr>
          <a:xfrm rot="5400000">
            <a:off x="65766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 userDrawn="1">
            <p:custDataLst>
              <p:tags r:id="rId69"/>
            </p:custDataLst>
          </p:nvPr>
        </p:nvCxnSpPr>
        <p:spPr>
          <a:xfrm rot="5400000">
            <a:off x="63411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 userDrawn="1">
            <p:custDataLst>
              <p:tags r:id="rId70"/>
            </p:custDataLst>
          </p:nvPr>
        </p:nvCxnSpPr>
        <p:spPr>
          <a:xfrm rot="5400000">
            <a:off x="61048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 userDrawn="1">
            <p:custDataLst>
              <p:tags r:id="rId71"/>
            </p:custDataLst>
          </p:nvPr>
        </p:nvCxnSpPr>
        <p:spPr>
          <a:xfrm rot="5400000">
            <a:off x="58693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 userDrawn="1">
            <p:custDataLst>
              <p:tags r:id="rId72"/>
            </p:custDataLst>
          </p:nvPr>
        </p:nvCxnSpPr>
        <p:spPr>
          <a:xfrm rot="5400000">
            <a:off x="56337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 userDrawn="1">
            <p:custDataLst>
              <p:tags r:id="rId73"/>
            </p:custDataLst>
          </p:nvPr>
        </p:nvCxnSpPr>
        <p:spPr>
          <a:xfrm rot="5400000">
            <a:off x="5398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 userDrawn="1">
            <p:custDataLst>
              <p:tags r:id="rId74"/>
            </p:custDataLst>
          </p:nvPr>
        </p:nvCxnSpPr>
        <p:spPr>
          <a:xfrm rot="5400000">
            <a:off x="46907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 userDrawn="1">
            <p:custDataLst>
              <p:tags r:id="rId75"/>
            </p:custDataLst>
          </p:nvPr>
        </p:nvCxnSpPr>
        <p:spPr>
          <a:xfrm rot="5400000">
            <a:off x="44545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 userDrawn="1">
            <p:custDataLst>
              <p:tags r:id="rId76"/>
            </p:custDataLst>
          </p:nvPr>
        </p:nvCxnSpPr>
        <p:spPr>
          <a:xfrm rot="5400000">
            <a:off x="42189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 userDrawn="1">
            <p:custDataLst>
              <p:tags r:id="rId77"/>
            </p:custDataLst>
          </p:nvPr>
        </p:nvCxnSpPr>
        <p:spPr>
          <a:xfrm rot="5400000">
            <a:off x="51619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 userDrawn="1">
            <p:custDataLst>
              <p:tags r:id="rId78"/>
            </p:custDataLst>
          </p:nvPr>
        </p:nvCxnSpPr>
        <p:spPr>
          <a:xfrm rot="5400000">
            <a:off x="39833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 userDrawn="1">
            <p:custDataLst>
              <p:tags r:id="rId79"/>
            </p:custDataLst>
          </p:nvPr>
        </p:nvCxnSpPr>
        <p:spPr>
          <a:xfrm rot="5400000">
            <a:off x="49263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 userDrawn="1">
            <p:custDataLst>
              <p:tags r:id="rId80"/>
            </p:custDataLst>
          </p:nvPr>
        </p:nvSpPr>
        <p:spPr>
          <a:xfrm>
            <a:off x="0" y="0"/>
            <a:ext cx="12192000" cy="6858635"/>
          </a:xfrm>
          <a:prstGeom prst="rect">
            <a:avLst/>
          </a:prstGeom>
          <a:noFill/>
          <a:ln w="254000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788920" y="1625600"/>
            <a:ext cx="4545965" cy="3607435"/>
          </a:xfrm>
        </p:spPr>
        <p:txBody>
          <a:bodyPr anchor="ctr" anchorCtr="0"/>
          <a:lstStyle>
            <a:lvl1pPr algn="l"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85"/>
            </p:custDataLst>
          </p:nvPr>
        </p:nvSpPr>
        <p:spPr>
          <a:xfrm>
            <a:off x="641350" y="1502410"/>
            <a:ext cx="1908810" cy="3606800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8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pic>
        <p:nvPicPr>
          <p:cNvPr id="12372" name="图片 1" descr="C:\Users\wps\Desktop\图片1.png图片1"/>
          <p:cNvPicPr>
            <a:picLocks noChangeAspect="1"/>
          </p:cNvPicPr>
          <p:nvPr userDrawn="1">
            <p:custDataLst>
              <p:tags r:id="rId86"/>
            </p:custDataLst>
          </p:nvPr>
        </p:nvPicPr>
        <p:blipFill>
          <a:blip r:embed="rId88"/>
          <a:srcRect l="23" t="21648" r="23"/>
          <a:stretch>
            <a:fillRect/>
          </a:stretch>
        </p:blipFill>
        <p:spPr>
          <a:xfrm>
            <a:off x="7446645" y="1273175"/>
            <a:ext cx="3581400" cy="4286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364400"/>
            <a:ext cx="5181600" cy="4813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64400"/>
            <a:ext cx="5181600" cy="4813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9788" y="1364400"/>
            <a:ext cx="5157787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39788" y="2061275"/>
            <a:ext cx="5157787" cy="41283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64400"/>
            <a:ext cx="5183188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183188" cy="41283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38200" y="360000"/>
            <a:ext cx="10515600" cy="58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0000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838200" y="1296000"/>
            <a:ext cx="10514012" cy="576000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149225" y="3778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2"/>
            </p:custDataLst>
          </p:nvPr>
        </p:nvCxnSpPr>
        <p:spPr>
          <a:xfrm>
            <a:off x="149225" y="59944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3"/>
            </p:custDataLst>
          </p:nvPr>
        </p:nvCxnSpPr>
        <p:spPr>
          <a:xfrm>
            <a:off x="149225" y="8204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4"/>
            </p:custDataLst>
          </p:nvPr>
        </p:nvCxnSpPr>
        <p:spPr>
          <a:xfrm>
            <a:off x="149225" y="104203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5"/>
            </p:custDataLst>
          </p:nvPr>
        </p:nvCxnSpPr>
        <p:spPr>
          <a:xfrm>
            <a:off x="149225" y="12630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6"/>
            </p:custDataLst>
          </p:nvPr>
        </p:nvCxnSpPr>
        <p:spPr>
          <a:xfrm>
            <a:off x="149225" y="148463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7"/>
            </p:custDataLst>
          </p:nvPr>
        </p:nvCxnSpPr>
        <p:spPr>
          <a:xfrm>
            <a:off x="149225" y="17056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8"/>
            </p:custDataLst>
          </p:nvPr>
        </p:nvCxnSpPr>
        <p:spPr>
          <a:xfrm>
            <a:off x="149225" y="21482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9"/>
            </p:custDataLst>
          </p:nvPr>
        </p:nvCxnSpPr>
        <p:spPr>
          <a:xfrm>
            <a:off x="149225" y="19272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0"/>
            </p:custDataLst>
          </p:nvPr>
        </p:nvCxnSpPr>
        <p:spPr>
          <a:xfrm>
            <a:off x="149225" y="23698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1"/>
            </p:custDataLst>
          </p:nvPr>
        </p:nvCxnSpPr>
        <p:spPr>
          <a:xfrm>
            <a:off x="149225" y="25908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2"/>
            </p:custDataLst>
          </p:nvPr>
        </p:nvCxnSpPr>
        <p:spPr>
          <a:xfrm>
            <a:off x="149225" y="28124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49225" y="30333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49225" y="32550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49225" y="34759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16"/>
            </p:custDataLst>
          </p:nvPr>
        </p:nvCxnSpPr>
        <p:spPr>
          <a:xfrm>
            <a:off x="149225" y="36976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17"/>
            </p:custDataLst>
          </p:nvPr>
        </p:nvCxnSpPr>
        <p:spPr>
          <a:xfrm>
            <a:off x="149225" y="39185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18"/>
            </p:custDataLst>
          </p:nvPr>
        </p:nvCxnSpPr>
        <p:spPr>
          <a:xfrm>
            <a:off x="149225" y="41402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>
            <p:custDataLst>
              <p:tags r:id="rId19"/>
            </p:custDataLst>
          </p:nvPr>
        </p:nvCxnSpPr>
        <p:spPr>
          <a:xfrm>
            <a:off x="149225" y="43611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20"/>
            </p:custDataLst>
          </p:nvPr>
        </p:nvCxnSpPr>
        <p:spPr>
          <a:xfrm>
            <a:off x="149225" y="45827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21"/>
            </p:custDataLst>
          </p:nvPr>
        </p:nvCxnSpPr>
        <p:spPr>
          <a:xfrm>
            <a:off x="149225" y="48037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>
            <p:custDataLst>
              <p:tags r:id="rId22"/>
            </p:custDataLst>
          </p:nvPr>
        </p:nvCxnSpPr>
        <p:spPr>
          <a:xfrm>
            <a:off x="149225" y="50253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>
            <p:custDataLst>
              <p:tags r:id="rId23"/>
            </p:custDataLst>
          </p:nvPr>
        </p:nvCxnSpPr>
        <p:spPr>
          <a:xfrm>
            <a:off x="149225" y="524637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24"/>
            </p:custDataLst>
          </p:nvPr>
        </p:nvCxnSpPr>
        <p:spPr>
          <a:xfrm>
            <a:off x="149225" y="59105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25"/>
            </p:custDataLst>
          </p:nvPr>
        </p:nvCxnSpPr>
        <p:spPr>
          <a:xfrm>
            <a:off x="149225" y="613156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26"/>
            </p:custDataLst>
          </p:nvPr>
        </p:nvCxnSpPr>
        <p:spPr>
          <a:xfrm>
            <a:off x="149225" y="63531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>
            <p:custDataLst>
              <p:tags r:id="rId27"/>
            </p:custDataLst>
          </p:nvPr>
        </p:nvCxnSpPr>
        <p:spPr>
          <a:xfrm>
            <a:off x="149225" y="54679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 userDrawn="1">
            <p:custDataLst>
              <p:tags r:id="rId28"/>
            </p:custDataLst>
          </p:nvPr>
        </p:nvCxnSpPr>
        <p:spPr>
          <a:xfrm>
            <a:off x="149225" y="657415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 userDrawn="1">
            <p:custDataLst>
              <p:tags r:id="rId29"/>
            </p:custDataLst>
          </p:nvPr>
        </p:nvCxnSpPr>
        <p:spPr>
          <a:xfrm>
            <a:off x="149225" y="568896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 userDrawn="1">
            <p:custDataLst>
              <p:tags r:id="rId30"/>
            </p:custDataLst>
          </p:nvPr>
        </p:nvCxnSpPr>
        <p:spPr>
          <a:xfrm rot="5400000">
            <a:off x="3747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 userDrawn="1">
            <p:custDataLst>
              <p:tags r:id="rId31"/>
            </p:custDataLst>
          </p:nvPr>
        </p:nvCxnSpPr>
        <p:spPr>
          <a:xfrm rot="5400000">
            <a:off x="35115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 userDrawn="1">
            <p:custDataLst>
              <p:tags r:id="rId32"/>
            </p:custDataLst>
          </p:nvPr>
        </p:nvCxnSpPr>
        <p:spPr>
          <a:xfrm rot="5400000">
            <a:off x="32759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 userDrawn="1">
            <p:custDataLst>
              <p:tags r:id="rId33"/>
            </p:custDataLst>
          </p:nvPr>
        </p:nvCxnSpPr>
        <p:spPr>
          <a:xfrm rot="5400000">
            <a:off x="30403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 userDrawn="1">
            <p:custDataLst>
              <p:tags r:id="rId34"/>
            </p:custDataLst>
          </p:nvPr>
        </p:nvCxnSpPr>
        <p:spPr>
          <a:xfrm rot="5400000">
            <a:off x="28041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 userDrawn="1">
            <p:custDataLst>
              <p:tags r:id="rId35"/>
            </p:custDataLst>
          </p:nvPr>
        </p:nvCxnSpPr>
        <p:spPr>
          <a:xfrm rot="5400000">
            <a:off x="25685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 userDrawn="1">
            <p:custDataLst>
              <p:tags r:id="rId36"/>
            </p:custDataLst>
          </p:nvPr>
        </p:nvCxnSpPr>
        <p:spPr>
          <a:xfrm rot="5400000">
            <a:off x="23329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 userDrawn="1">
            <p:custDataLst>
              <p:tags r:id="rId37"/>
            </p:custDataLst>
          </p:nvPr>
        </p:nvCxnSpPr>
        <p:spPr>
          <a:xfrm rot="5400000">
            <a:off x="18611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 userDrawn="1">
            <p:custDataLst>
              <p:tags r:id="rId38"/>
            </p:custDataLst>
          </p:nvPr>
        </p:nvCxnSpPr>
        <p:spPr>
          <a:xfrm rot="5400000">
            <a:off x="20967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 userDrawn="1">
            <p:custDataLst>
              <p:tags r:id="rId39"/>
            </p:custDataLst>
          </p:nvPr>
        </p:nvCxnSpPr>
        <p:spPr>
          <a:xfrm rot="5400000">
            <a:off x="16256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 userDrawn="1">
            <p:custDataLst>
              <p:tags r:id="rId40"/>
            </p:custDataLst>
          </p:nvPr>
        </p:nvCxnSpPr>
        <p:spPr>
          <a:xfrm rot="5400000">
            <a:off x="13900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 userDrawn="1">
            <p:custDataLst>
              <p:tags r:id="rId41"/>
            </p:custDataLst>
          </p:nvPr>
        </p:nvCxnSpPr>
        <p:spPr>
          <a:xfrm rot="5400000">
            <a:off x="11537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 userDrawn="1">
            <p:custDataLst>
              <p:tags r:id="rId42"/>
            </p:custDataLst>
          </p:nvPr>
        </p:nvCxnSpPr>
        <p:spPr>
          <a:xfrm rot="5400000">
            <a:off x="9182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 userDrawn="1">
            <p:custDataLst>
              <p:tags r:id="rId43"/>
            </p:custDataLst>
          </p:nvPr>
        </p:nvCxnSpPr>
        <p:spPr>
          <a:xfrm rot="5400000">
            <a:off x="6826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 userDrawn="1">
            <p:custDataLst>
              <p:tags r:id="rId44"/>
            </p:custDataLst>
          </p:nvPr>
        </p:nvCxnSpPr>
        <p:spPr>
          <a:xfrm rot="5400000">
            <a:off x="4464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 userDrawn="1">
            <p:custDataLst>
              <p:tags r:id="rId45"/>
            </p:custDataLst>
          </p:nvPr>
        </p:nvCxnSpPr>
        <p:spPr>
          <a:xfrm rot="5400000">
            <a:off x="2108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 userDrawn="1">
            <p:custDataLst>
              <p:tags r:id="rId46"/>
            </p:custDataLst>
          </p:nvPr>
        </p:nvCxnSpPr>
        <p:spPr>
          <a:xfrm rot="5400000">
            <a:off x="-247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 userDrawn="1">
            <p:custDataLst>
              <p:tags r:id="rId47"/>
            </p:custDataLst>
          </p:nvPr>
        </p:nvCxnSpPr>
        <p:spPr>
          <a:xfrm rot="5400000">
            <a:off x="-258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 userDrawn="1">
            <p:custDataLst>
              <p:tags r:id="rId48"/>
            </p:custDataLst>
          </p:nvPr>
        </p:nvCxnSpPr>
        <p:spPr>
          <a:xfrm rot="5400000">
            <a:off x="-4946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 userDrawn="1">
            <p:custDataLst>
              <p:tags r:id="rId49"/>
            </p:custDataLst>
          </p:nvPr>
        </p:nvCxnSpPr>
        <p:spPr>
          <a:xfrm rot="5400000">
            <a:off x="-7302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 userDrawn="1">
            <p:custDataLst>
              <p:tags r:id="rId50"/>
            </p:custDataLst>
          </p:nvPr>
        </p:nvCxnSpPr>
        <p:spPr>
          <a:xfrm rot="5400000">
            <a:off x="-9658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 userDrawn="1">
            <p:custDataLst>
              <p:tags r:id="rId51"/>
            </p:custDataLst>
          </p:nvPr>
        </p:nvCxnSpPr>
        <p:spPr>
          <a:xfrm rot="5400000">
            <a:off x="-12020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 userDrawn="1">
            <p:custDataLst>
              <p:tags r:id="rId52"/>
            </p:custDataLst>
          </p:nvPr>
        </p:nvCxnSpPr>
        <p:spPr>
          <a:xfrm rot="5400000">
            <a:off x="-14376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 userDrawn="1">
            <p:custDataLst>
              <p:tags r:id="rId53"/>
            </p:custDataLst>
          </p:nvPr>
        </p:nvCxnSpPr>
        <p:spPr>
          <a:xfrm rot="5400000">
            <a:off x="-21450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 userDrawn="1">
            <p:custDataLst>
              <p:tags r:id="rId54"/>
            </p:custDataLst>
          </p:nvPr>
        </p:nvCxnSpPr>
        <p:spPr>
          <a:xfrm rot="5400000">
            <a:off x="-23806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 userDrawn="1">
            <p:custDataLst>
              <p:tags r:id="rId55"/>
            </p:custDataLst>
          </p:nvPr>
        </p:nvCxnSpPr>
        <p:spPr>
          <a:xfrm rot="5400000">
            <a:off x="-26162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 userDrawn="1">
            <p:custDataLst>
              <p:tags r:id="rId56"/>
            </p:custDataLst>
          </p:nvPr>
        </p:nvCxnSpPr>
        <p:spPr>
          <a:xfrm rot="5400000">
            <a:off x="-16732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 userDrawn="1">
            <p:custDataLst>
              <p:tags r:id="rId57"/>
            </p:custDataLst>
          </p:nvPr>
        </p:nvCxnSpPr>
        <p:spPr>
          <a:xfrm rot="5400000">
            <a:off x="-28524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 userDrawn="1">
            <p:custDataLst>
              <p:tags r:id="rId58"/>
            </p:custDataLst>
          </p:nvPr>
        </p:nvCxnSpPr>
        <p:spPr>
          <a:xfrm rot="5400000">
            <a:off x="-1909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 userDrawn="1">
            <p:custDataLst>
              <p:tags r:id="rId59"/>
            </p:custDataLst>
          </p:nvPr>
        </p:nvCxnSpPr>
        <p:spPr>
          <a:xfrm rot="5400000">
            <a:off x="8699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 userDrawn="1">
            <p:custDataLst>
              <p:tags r:id="rId60"/>
            </p:custDataLst>
          </p:nvPr>
        </p:nvCxnSpPr>
        <p:spPr>
          <a:xfrm rot="5400000">
            <a:off x="84626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 userDrawn="1">
            <p:custDataLst>
              <p:tags r:id="rId61"/>
            </p:custDataLst>
          </p:nvPr>
        </p:nvCxnSpPr>
        <p:spPr>
          <a:xfrm rot="5400000">
            <a:off x="82270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 userDrawn="1">
            <p:custDataLst>
              <p:tags r:id="rId62"/>
            </p:custDataLst>
          </p:nvPr>
        </p:nvCxnSpPr>
        <p:spPr>
          <a:xfrm rot="5400000">
            <a:off x="79914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 userDrawn="1">
            <p:custDataLst>
              <p:tags r:id="rId63"/>
            </p:custDataLst>
          </p:nvPr>
        </p:nvCxnSpPr>
        <p:spPr>
          <a:xfrm rot="5400000">
            <a:off x="77552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 userDrawn="1">
            <p:custDataLst>
              <p:tags r:id="rId64"/>
            </p:custDataLst>
          </p:nvPr>
        </p:nvCxnSpPr>
        <p:spPr>
          <a:xfrm rot="5400000">
            <a:off x="75196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 userDrawn="1">
            <p:custDataLst>
              <p:tags r:id="rId65"/>
            </p:custDataLst>
          </p:nvPr>
        </p:nvCxnSpPr>
        <p:spPr>
          <a:xfrm rot="5400000">
            <a:off x="72840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 userDrawn="1">
            <p:custDataLst>
              <p:tags r:id="rId66"/>
            </p:custDataLst>
          </p:nvPr>
        </p:nvCxnSpPr>
        <p:spPr>
          <a:xfrm rot="5400000">
            <a:off x="7048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 userDrawn="1">
            <p:custDataLst>
              <p:tags r:id="rId67"/>
            </p:custDataLst>
          </p:nvPr>
        </p:nvCxnSpPr>
        <p:spPr>
          <a:xfrm rot="5400000">
            <a:off x="68122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 userDrawn="1">
            <p:custDataLst>
              <p:tags r:id="rId68"/>
            </p:custDataLst>
          </p:nvPr>
        </p:nvCxnSpPr>
        <p:spPr>
          <a:xfrm rot="5400000">
            <a:off x="65766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 userDrawn="1">
            <p:custDataLst>
              <p:tags r:id="rId69"/>
            </p:custDataLst>
          </p:nvPr>
        </p:nvCxnSpPr>
        <p:spPr>
          <a:xfrm rot="5400000">
            <a:off x="63411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 userDrawn="1">
            <p:custDataLst>
              <p:tags r:id="rId70"/>
            </p:custDataLst>
          </p:nvPr>
        </p:nvCxnSpPr>
        <p:spPr>
          <a:xfrm rot="5400000">
            <a:off x="61048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 userDrawn="1">
            <p:custDataLst>
              <p:tags r:id="rId71"/>
            </p:custDataLst>
          </p:nvPr>
        </p:nvCxnSpPr>
        <p:spPr>
          <a:xfrm rot="5400000">
            <a:off x="58693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 userDrawn="1">
            <p:custDataLst>
              <p:tags r:id="rId72"/>
            </p:custDataLst>
          </p:nvPr>
        </p:nvCxnSpPr>
        <p:spPr>
          <a:xfrm rot="5400000">
            <a:off x="56337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 userDrawn="1">
            <p:custDataLst>
              <p:tags r:id="rId73"/>
            </p:custDataLst>
          </p:nvPr>
        </p:nvCxnSpPr>
        <p:spPr>
          <a:xfrm rot="5400000">
            <a:off x="5398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 userDrawn="1">
            <p:custDataLst>
              <p:tags r:id="rId74"/>
            </p:custDataLst>
          </p:nvPr>
        </p:nvCxnSpPr>
        <p:spPr>
          <a:xfrm rot="5400000">
            <a:off x="46907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 userDrawn="1">
            <p:custDataLst>
              <p:tags r:id="rId75"/>
            </p:custDataLst>
          </p:nvPr>
        </p:nvCxnSpPr>
        <p:spPr>
          <a:xfrm rot="5400000">
            <a:off x="44545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 userDrawn="1">
            <p:custDataLst>
              <p:tags r:id="rId76"/>
            </p:custDataLst>
          </p:nvPr>
        </p:nvCxnSpPr>
        <p:spPr>
          <a:xfrm rot="5400000">
            <a:off x="42189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 userDrawn="1">
            <p:custDataLst>
              <p:tags r:id="rId77"/>
            </p:custDataLst>
          </p:nvPr>
        </p:nvCxnSpPr>
        <p:spPr>
          <a:xfrm rot="5400000">
            <a:off x="51619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 userDrawn="1">
            <p:custDataLst>
              <p:tags r:id="rId78"/>
            </p:custDataLst>
          </p:nvPr>
        </p:nvCxnSpPr>
        <p:spPr>
          <a:xfrm rot="5400000">
            <a:off x="39833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 userDrawn="1">
            <p:custDataLst>
              <p:tags r:id="rId79"/>
            </p:custDataLst>
          </p:nvPr>
        </p:nvCxnSpPr>
        <p:spPr>
          <a:xfrm rot="5400000">
            <a:off x="49263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>
            <p:custDataLst>
              <p:tags r:id="rId80"/>
            </p:custDataLst>
          </p:nvPr>
        </p:nvSpPr>
        <p:spPr>
          <a:xfrm>
            <a:off x="0" y="0"/>
            <a:ext cx="12192000" cy="6858635"/>
          </a:xfrm>
          <a:prstGeom prst="rect">
            <a:avLst/>
          </a:prstGeom>
          <a:noFill/>
          <a:ln w="254000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1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84"/>
            </p:custDataLst>
          </p:nvPr>
        </p:nvSpPr>
        <p:spPr>
          <a:xfrm>
            <a:off x="1061720" y="4639945"/>
            <a:ext cx="6072505" cy="1247140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85"/>
            </p:custDataLst>
          </p:nvPr>
        </p:nvSpPr>
        <p:spPr>
          <a:xfrm>
            <a:off x="992505" y="3909510"/>
            <a:ext cx="2743200" cy="504000"/>
          </a:xfrm>
          <a:prstGeom prst="roundRect">
            <a:avLst>
              <a:gd name="adj" fmla="val 50000"/>
            </a:avLst>
          </a:prstGeom>
          <a:ln w="47625">
            <a:solidFill>
              <a:schemeClr val="accent6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署名占位符</a:t>
            </a:r>
          </a:p>
        </p:txBody>
      </p:sp>
      <p:sp>
        <p:nvSpPr>
          <p:cNvPr id="174" name="矩形 173"/>
          <p:cNvSpPr/>
          <p:nvPr userDrawn="1">
            <p:custDataLst>
              <p:tags r:id="rId86"/>
            </p:custDataLst>
          </p:nvPr>
        </p:nvSpPr>
        <p:spPr>
          <a:xfrm flipH="1">
            <a:off x="992505" y="3225165"/>
            <a:ext cx="5534660" cy="151130"/>
          </a:xfrm>
          <a:prstGeom prst="rect">
            <a:avLst/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0">
                <a:schemeClr val="accent6">
                  <a:lumMod val="60000"/>
                  <a:lumOff val="4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z="1800" strike="noStrike" noProof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 descr="C:\Users\wps\Desktop\图片1.png图片1"/>
          <p:cNvPicPr>
            <a:picLocks noChangeAspect="1"/>
          </p:cNvPicPr>
          <p:nvPr userDrawn="1">
            <p:custDataLst>
              <p:tags r:id="rId87"/>
            </p:custDataLst>
          </p:nvPr>
        </p:nvPicPr>
        <p:blipFill>
          <a:blip r:embed="rId90"/>
          <a:srcRect l="2298" r="22869"/>
          <a:stretch>
            <a:fillRect/>
          </a:stretch>
        </p:blipFill>
        <p:spPr>
          <a:xfrm>
            <a:off x="7127240" y="388620"/>
            <a:ext cx="4248150" cy="55327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8"/>
            </p:custDataLst>
          </p:nvPr>
        </p:nvSpPr>
        <p:spPr>
          <a:xfrm>
            <a:off x="991870" y="977900"/>
            <a:ext cx="6128385" cy="2492375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6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15.xml"/><Relationship Id="rId21" Type="http://schemas.openxmlformats.org/officeDocument/2006/relationships/tags" Target="../tags/tag10.xml"/><Relationship Id="rId42" Type="http://schemas.openxmlformats.org/officeDocument/2006/relationships/tags" Target="../tags/tag31.xml"/><Relationship Id="rId47" Type="http://schemas.openxmlformats.org/officeDocument/2006/relationships/tags" Target="../tags/tag36.xml"/><Relationship Id="rId63" Type="http://schemas.openxmlformats.org/officeDocument/2006/relationships/tags" Target="../tags/tag52.xml"/><Relationship Id="rId68" Type="http://schemas.openxmlformats.org/officeDocument/2006/relationships/tags" Target="../tags/tag57.xml"/><Relationship Id="rId84" Type="http://schemas.openxmlformats.org/officeDocument/2006/relationships/tags" Target="../tags/tag73.xml"/><Relationship Id="rId89" Type="http://schemas.openxmlformats.org/officeDocument/2006/relationships/tags" Target="../tags/tag78.xml"/><Relationship Id="rId16" Type="http://schemas.openxmlformats.org/officeDocument/2006/relationships/tags" Target="../tags/tag5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21.xml"/><Relationship Id="rId37" Type="http://schemas.openxmlformats.org/officeDocument/2006/relationships/tags" Target="../tags/tag26.xml"/><Relationship Id="rId53" Type="http://schemas.openxmlformats.org/officeDocument/2006/relationships/tags" Target="../tags/tag42.xml"/><Relationship Id="rId58" Type="http://schemas.openxmlformats.org/officeDocument/2006/relationships/tags" Target="../tags/tag47.xml"/><Relationship Id="rId74" Type="http://schemas.openxmlformats.org/officeDocument/2006/relationships/tags" Target="../tags/tag63.xml"/><Relationship Id="rId79" Type="http://schemas.openxmlformats.org/officeDocument/2006/relationships/tags" Target="../tags/tag68.xml"/><Relationship Id="rId5" Type="http://schemas.openxmlformats.org/officeDocument/2006/relationships/slideLayout" Target="../slideLayouts/slideLayout5.xml"/><Relationship Id="rId90" Type="http://schemas.openxmlformats.org/officeDocument/2006/relationships/tags" Target="../tags/tag79.xml"/><Relationship Id="rId95" Type="http://schemas.openxmlformats.org/officeDocument/2006/relationships/tags" Target="../tags/tag84.xml"/><Relationship Id="rId22" Type="http://schemas.openxmlformats.org/officeDocument/2006/relationships/tags" Target="../tags/tag11.xml"/><Relationship Id="rId27" Type="http://schemas.openxmlformats.org/officeDocument/2006/relationships/tags" Target="../tags/tag16.xml"/><Relationship Id="rId43" Type="http://schemas.openxmlformats.org/officeDocument/2006/relationships/tags" Target="../tags/tag32.xml"/><Relationship Id="rId48" Type="http://schemas.openxmlformats.org/officeDocument/2006/relationships/tags" Target="../tags/tag37.xml"/><Relationship Id="rId64" Type="http://schemas.openxmlformats.org/officeDocument/2006/relationships/tags" Target="../tags/tag53.xml"/><Relationship Id="rId69" Type="http://schemas.openxmlformats.org/officeDocument/2006/relationships/tags" Target="../tags/tag58.xml"/><Relationship Id="rId80" Type="http://schemas.openxmlformats.org/officeDocument/2006/relationships/tags" Target="../tags/tag69.xml"/><Relationship Id="rId85" Type="http://schemas.openxmlformats.org/officeDocument/2006/relationships/tags" Target="../tags/tag74.xml"/><Relationship Id="rId3" Type="http://schemas.openxmlformats.org/officeDocument/2006/relationships/slideLayout" Target="../slideLayouts/slideLayout3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5" Type="http://schemas.openxmlformats.org/officeDocument/2006/relationships/tags" Target="../tags/tag14.xml"/><Relationship Id="rId33" Type="http://schemas.openxmlformats.org/officeDocument/2006/relationships/tags" Target="../tags/tag22.xml"/><Relationship Id="rId38" Type="http://schemas.openxmlformats.org/officeDocument/2006/relationships/tags" Target="../tags/tag27.xml"/><Relationship Id="rId46" Type="http://schemas.openxmlformats.org/officeDocument/2006/relationships/tags" Target="../tags/tag35.xml"/><Relationship Id="rId59" Type="http://schemas.openxmlformats.org/officeDocument/2006/relationships/tags" Target="../tags/tag48.xml"/><Relationship Id="rId67" Type="http://schemas.openxmlformats.org/officeDocument/2006/relationships/tags" Target="../tags/tag56.xml"/><Relationship Id="rId20" Type="http://schemas.openxmlformats.org/officeDocument/2006/relationships/tags" Target="../tags/tag9.xml"/><Relationship Id="rId41" Type="http://schemas.openxmlformats.org/officeDocument/2006/relationships/tags" Target="../tags/tag30.xml"/><Relationship Id="rId54" Type="http://schemas.openxmlformats.org/officeDocument/2006/relationships/tags" Target="../tags/tag43.xml"/><Relationship Id="rId62" Type="http://schemas.openxmlformats.org/officeDocument/2006/relationships/tags" Target="../tags/tag51.xml"/><Relationship Id="rId70" Type="http://schemas.openxmlformats.org/officeDocument/2006/relationships/tags" Target="../tags/tag59.xml"/><Relationship Id="rId75" Type="http://schemas.openxmlformats.org/officeDocument/2006/relationships/tags" Target="../tags/tag64.xml"/><Relationship Id="rId83" Type="http://schemas.openxmlformats.org/officeDocument/2006/relationships/tags" Target="../tags/tag72.xml"/><Relationship Id="rId88" Type="http://schemas.openxmlformats.org/officeDocument/2006/relationships/tags" Target="../tags/tag77.xml"/><Relationship Id="rId91" Type="http://schemas.openxmlformats.org/officeDocument/2006/relationships/tags" Target="../tags/tag80.xml"/><Relationship Id="rId96" Type="http://schemas.openxmlformats.org/officeDocument/2006/relationships/tags" Target="../tags/tag8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tags" Target="../tags/tag4.xml"/><Relationship Id="rId23" Type="http://schemas.openxmlformats.org/officeDocument/2006/relationships/tags" Target="../tags/tag12.xml"/><Relationship Id="rId28" Type="http://schemas.openxmlformats.org/officeDocument/2006/relationships/tags" Target="../tags/tag17.xml"/><Relationship Id="rId36" Type="http://schemas.openxmlformats.org/officeDocument/2006/relationships/tags" Target="../tags/tag25.xml"/><Relationship Id="rId49" Type="http://schemas.openxmlformats.org/officeDocument/2006/relationships/tags" Target="../tags/tag38.xml"/><Relationship Id="rId57" Type="http://schemas.openxmlformats.org/officeDocument/2006/relationships/tags" Target="../tags/tag46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0.xml"/><Relationship Id="rId44" Type="http://schemas.openxmlformats.org/officeDocument/2006/relationships/tags" Target="../tags/tag33.xml"/><Relationship Id="rId52" Type="http://schemas.openxmlformats.org/officeDocument/2006/relationships/tags" Target="../tags/tag41.xml"/><Relationship Id="rId60" Type="http://schemas.openxmlformats.org/officeDocument/2006/relationships/tags" Target="../tags/tag49.xml"/><Relationship Id="rId65" Type="http://schemas.openxmlformats.org/officeDocument/2006/relationships/tags" Target="../tags/tag54.xml"/><Relationship Id="rId73" Type="http://schemas.openxmlformats.org/officeDocument/2006/relationships/tags" Target="../tags/tag62.xml"/><Relationship Id="rId78" Type="http://schemas.openxmlformats.org/officeDocument/2006/relationships/tags" Target="../tags/tag67.xml"/><Relationship Id="rId81" Type="http://schemas.openxmlformats.org/officeDocument/2006/relationships/tags" Target="../tags/tag70.xml"/><Relationship Id="rId86" Type="http://schemas.openxmlformats.org/officeDocument/2006/relationships/tags" Target="../tags/tag75.xml"/><Relationship Id="rId94" Type="http://schemas.openxmlformats.org/officeDocument/2006/relationships/tags" Target="../tags/tag8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9" Type="http://schemas.openxmlformats.org/officeDocument/2006/relationships/tags" Target="../tags/tag28.xml"/><Relationship Id="rId34" Type="http://schemas.openxmlformats.org/officeDocument/2006/relationships/tags" Target="../tags/tag23.xml"/><Relationship Id="rId50" Type="http://schemas.openxmlformats.org/officeDocument/2006/relationships/tags" Target="../tags/tag39.xml"/><Relationship Id="rId55" Type="http://schemas.openxmlformats.org/officeDocument/2006/relationships/tags" Target="../tags/tag44.xml"/><Relationship Id="rId76" Type="http://schemas.openxmlformats.org/officeDocument/2006/relationships/tags" Target="../tags/tag65.xml"/><Relationship Id="rId97" Type="http://schemas.openxmlformats.org/officeDocument/2006/relationships/tags" Target="../tags/tag86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60.xml"/><Relationship Id="rId92" Type="http://schemas.openxmlformats.org/officeDocument/2006/relationships/tags" Target="../tags/tag81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18.xml"/><Relationship Id="rId24" Type="http://schemas.openxmlformats.org/officeDocument/2006/relationships/tags" Target="../tags/tag13.xml"/><Relationship Id="rId40" Type="http://schemas.openxmlformats.org/officeDocument/2006/relationships/tags" Target="../tags/tag29.xml"/><Relationship Id="rId45" Type="http://schemas.openxmlformats.org/officeDocument/2006/relationships/tags" Target="../tags/tag34.xml"/><Relationship Id="rId66" Type="http://schemas.openxmlformats.org/officeDocument/2006/relationships/tags" Target="../tags/tag55.xml"/><Relationship Id="rId87" Type="http://schemas.openxmlformats.org/officeDocument/2006/relationships/tags" Target="../tags/tag76.xml"/><Relationship Id="rId61" Type="http://schemas.openxmlformats.org/officeDocument/2006/relationships/tags" Target="../tags/tag50.xml"/><Relationship Id="rId82" Type="http://schemas.openxmlformats.org/officeDocument/2006/relationships/tags" Target="../tags/tag71.xml"/><Relationship Id="rId19" Type="http://schemas.openxmlformats.org/officeDocument/2006/relationships/tags" Target="../tags/tag8.xml"/><Relationship Id="rId14" Type="http://schemas.openxmlformats.org/officeDocument/2006/relationships/tags" Target="../tags/tag3.xml"/><Relationship Id="rId30" Type="http://schemas.openxmlformats.org/officeDocument/2006/relationships/tags" Target="../tags/tag19.xml"/><Relationship Id="rId35" Type="http://schemas.openxmlformats.org/officeDocument/2006/relationships/tags" Target="../tags/tag24.xml"/><Relationship Id="rId56" Type="http://schemas.openxmlformats.org/officeDocument/2006/relationships/tags" Target="../tags/tag45.xml"/><Relationship Id="rId77" Type="http://schemas.openxmlformats.org/officeDocument/2006/relationships/tags" Target="../tags/tag66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40.xml"/><Relationship Id="rId72" Type="http://schemas.openxmlformats.org/officeDocument/2006/relationships/tags" Target="../tags/tag61.xml"/><Relationship Id="rId93" Type="http://schemas.openxmlformats.org/officeDocument/2006/relationships/tags" Target="../tags/tag82.xml"/><Relationship Id="rId98" Type="http://schemas.openxmlformats.org/officeDocument/2006/relationships/tags" Target="../tags/tag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635"/>
          </a:xfrm>
          <a:prstGeom prst="rect">
            <a:avLst/>
          </a:prstGeom>
          <a:noFill/>
          <a:ln w="254000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838200" y="45779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2024/4/26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>
            <p:custDataLst>
              <p:tags r:id="rId19"/>
            </p:custDataLst>
          </p:nvPr>
        </p:nvCxnSpPr>
        <p:spPr>
          <a:xfrm>
            <a:off x="149225" y="3778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20"/>
            </p:custDataLst>
          </p:nvPr>
        </p:nvCxnSpPr>
        <p:spPr>
          <a:xfrm>
            <a:off x="149225" y="59944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21"/>
            </p:custDataLst>
          </p:nvPr>
        </p:nvCxnSpPr>
        <p:spPr>
          <a:xfrm>
            <a:off x="149225" y="8204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22"/>
            </p:custDataLst>
          </p:nvPr>
        </p:nvCxnSpPr>
        <p:spPr>
          <a:xfrm>
            <a:off x="149225" y="104203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23"/>
            </p:custDataLst>
          </p:nvPr>
        </p:nvCxnSpPr>
        <p:spPr>
          <a:xfrm>
            <a:off x="149225" y="12630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24"/>
            </p:custDataLst>
          </p:nvPr>
        </p:nvCxnSpPr>
        <p:spPr>
          <a:xfrm>
            <a:off x="149225" y="148463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25"/>
            </p:custDataLst>
          </p:nvPr>
        </p:nvCxnSpPr>
        <p:spPr>
          <a:xfrm>
            <a:off x="149225" y="17056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26"/>
            </p:custDataLst>
          </p:nvPr>
        </p:nvCxnSpPr>
        <p:spPr>
          <a:xfrm>
            <a:off x="149225" y="21482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27"/>
            </p:custDataLst>
          </p:nvPr>
        </p:nvCxnSpPr>
        <p:spPr>
          <a:xfrm>
            <a:off x="149225" y="192722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>
            <p:custDataLst>
              <p:tags r:id="rId28"/>
            </p:custDataLst>
          </p:nvPr>
        </p:nvCxnSpPr>
        <p:spPr>
          <a:xfrm>
            <a:off x="149225" y="236982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29"/>
            </p:custDataLst>
          </p:nvPr>
        </p:nvCxnSpPr>
        <p:spPr>
          <a:xfrm>
            <a:off x="149225" y="25908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>
            <p:custDataLst>
              <p:tags r:id="rId30"/>
            </p:custDataLst>
          </p:nvPr>
        </p:nvCxnSpPr>
        <p:spPr>
          <a:xfrm>
            <a:off x="149225" y="281241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31"/>
            </p:custDataLst>
          </p:nvPr>
        </p:nvCxnSpPr>
        <p:spPr>
          <a:xfrm>
            <a:off x="149225" y="30333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32"/>
            </p:custDataLst>
          </p:nvPr>
        </p:nvCxnSpPr>
        <p:spPr>
          <a:xfrm>
            <a:off x="149225" y="325501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33"/>
            </p:custDataLst>
          </p:nvPr>
        </p:nvCxnSpPr>
        <p:spPr>
          <a:xfrm>
            <a:off x="149225" y="34759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>
            <p:custDataLst>
              <p:tags r:id="rId34"/>
            </p:custDataLst>
          </p:nvPr>
        </p:nvCxnSpPr>
        <p:spPr>
          <a:xfrm>
            <a:off x="149225" y="369760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35"/>
            </p:custDataLst>
          </p:nvPr>
        </p:nvCxnSpPr>
        <p:spPr>
          <a:xfrm>
            <a:off x="149225" y="39185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36"/>
            </p:custDataLst>
          </p:nvPr>
        </p:nvCxnSpPr>
        <p:spPr>
          <a:xfrm>
            <a:off x="149225" y="414020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37"/>
            </p:custDataLst>
          </p:nvPr>
        </p:nvCxnSpPr>
        <p:spPr>
          <a:xfrm>
            <a:off x="149225" y="43611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38"/>
            </p:custDataLst>
          </p:nvPr>
        </p:nvCxnSpPr>
        <p:spPr>
          <a:xfrm>
            <a:off x="149225" y="458279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39"/>
            </p:custDataLst>
          </p:nvPr>
        </p:nvCxnSpPr>
        <p:spPr>
          <a:xfrm>
            <a:off x="149225" y="48037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40"/>
            </p:custDataLst>
          </p:nvPr>
        </p:nvCxnSpPr>
        <p:spPr>
          <a:xfrm>
            <a:off x="149225" y="502539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41"/>
            </p:custDataLst>
          </p:nvPr>
        </p:nvCxnSpPr>
        <p:spPr>
          <a:xfrm>
            <a:off x="149225" y="524637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>
            <p:custDataLst>
              <p:tags r:id="rId42"/>
            </p:custDataLst>
          </p:nvPr>
        </p:nvCxnSpPr>
        <p:spPr>
          <a:xfrm>
            <a:off x="149225" y="591058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43"/>
            </p:custDataLst>
          </p:nvPr>
        </p:nvCxnSpPr>
        <p:spPr>
          <a:xfrm>
            <a:off x="149225" y="6131560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44"/>
            </p:custDataLst>
          </p:nvPr>
        </p:nvCxnSpPr>
        <p:spPr>
          <a:xfrm>
            <a:off x="149225" y="635317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>
            <p:custDataLst>
              <p:tags r:id="rId45"/>
            </p:custDataLst>
          </p:nvPr>
        </p:nvCxnSpPr>
        <p:spPr>
          <a:xfrm>
            <a:off x="149225" y="546798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>
            <p:custDataLst>
              <p:tags r:id="rId46"/>
            </p:custDataLst>
          </p:nvPr>
        </p:nvCxnSpPr>
        <p:spPr>
          <a:xfrm>
            <a:off x="149225" y="657415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47"/>
            </p:custDataLst>
          </p:nvPr>
        </p:nvCxnSpPr>
        <p:spPr>
          <a:xfrm>
            <a:off x="149225" y="5688965"/>
            <a:ext cx="11827510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 userDrawn="1">
            <p:custDataLst>
              <p:tags r:id="rId48"/>
            </p:custDataLst>
          </p:nvPr>
        </p:nvCxnSpPr>
        <p:spPr>
          <a:xfrm rot="5400000">
            <a:off x="3747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 userDrawn="1">
            <p:custDataLst>
              <p:tags r:id="rId49"/>
            </p:custDataLst>
          </p:nvPr>
        </p:nvCxnSpPr>
        <p:spPr>
          <a:xfrm rot="5400000">
            <a:off x="35115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 userDrawn="1">
            <p:custDataLst>
              <p:tags r:id="rId50"/>
            </p:custDataLst>
          </p:nvPr>
        </p:nvCxnSpPr>
        <p:spPr>
          <a:xfrm rot="5400000">
            <a:off x="32759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 userDrawn="1">
            <p:custDataLst>
              <p:tags r:id="rId51"/>
            </p:custDataLst>
          </p:nvPr>
        </p:nvCxnSpPr>
        <p:spPr>
          <a:xfrm rot="5400000">
            <a:off x="30403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 userDrawn="1">
            <p:custDataLst>
              <p:tags r:id="rId52"/>
            </p:custDataLst>
          </p:nvPr>
        </p:nvCxnSpPr>
        <p:spPr>
          <a:xfrm rot="5400000">
            <a:off x="28041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 userDrawn="1">
            <p:custDataLst>
              <p:tags r:id="rId53"/>
            </p:custDataLst>
          </p:nvPr>
        </p:nvCxnSpPr>
        <p:spPr>
          <a:xfrm rot="5400000">
            <a:off x="25685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 userDrawn="1">
            <p:custDataLst>
              <p:tags r:id="rId54"/>
            </p:custDataLst>
          </p:nvPr>
        </p:nvCxnSpPr>
        <p:spPr>
          <a:xfrm rot="5400000">
            <a:off x="23329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 userDrawn="1">
            <p:custDataLst>
              <p:tags r:id="rId55"/>
            </p:custDataLst>
          </p:nvPr>
        </p:nvCxnSpPr>
        <p:spPr>
          <a:xfrm rot="5400000">
            <a:off x="18611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 userDrawn="1">
            <p:custDataLst>
              <p:tags r:id="rId56"/>
            </p:custDataLst>
          </p:nvPr>
        </p:nvCxnSpPr>
        <p:spPr>
          <a:xfrm rot="5400000">
            <a:off x="20967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 userDrawn="1">
            <p:custDataLst>
              <p:tags r:id="rId57"/>
            </p:custDataLst>
          </p:nvPr>
        </p:nvCxnSpPr>
        <p:spPr>
          <a:xfrm rot="5400000">
            <a:off x="16256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 userDrawn="1">
            <p:custDataLst>
              <p:tags r:id="rId58"/>
            </p:custDataLst>
          </p:nvPr>
        </p:nvCxnSpPr>
        <p:spPr>
          <a:xfrm rot="5400000">
            <a:off x="13900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 userDrawn="1">
            <p:custDataLst>
              <p:tags r:id="rId59"/>
            </p:custDataLst>
          </p:nvPr>
        </p:nvCxnSpPr>
        <p:spPr>
          <a:xfrm rot="5400000">
            <a:off x="11537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 userDrawn="1">
            <p:custDataLst>
              <p:tags r:id="rId60"/>
            </p:custDataLst>
          </p:nvPr>
        </p:nvCxnSpPr>
        <p:spPr>
          <a:xfrm rot="5400000">
            <a:off x="9182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 userDrawn="1">
            <p:custDataLst>
              <p:tags r:id="rId61"/>
            </p:custDataLst>
          </p:nvPr>
        </p:nvCxnSpPr>
        <p:spPr>
          <a:xfrm rot="5400000">
            <a:off x="6826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 userDrawn="1">
            <p:custDataLst>
              <p:tags r:id="rId62"/>
            </p:custDataLst>
          </p:nvPr>
        </p:nvCxnSpPr>
        <p:spPr>
          <a:xfrm rot="5400000">
            <a:off x="4464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 userDrawn="1">
            <p:custDataLst>
              <p:tags r:id="rId63"/>
            </p:custDataLst>
          </p:nvPr>
        </p:nvCxnSpPr>
        <p:spPr>
          <a:xfrm rot="5400000">
            <a:off x="2108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 userDrawn="1">
            <p:custDataLst>
              <p:tags r:id="rId64"/>
            </p:custDataLst>
          </p:nvPr>
        </p:nvCxnSpPr>
        <p:spPr>
          <a:xfrm rot="5400000">
            <a:off x="-247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 userDrawn="1">
            <p:custDataLst>
              <p:tags r:id="rId65"/>
            </p:custDataLst>
          </p:nvPr>
        </p:nvCxnSpPr>
        <p:spPr>
          <a:xfrm rot="5400000">
            <a:off x="-258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 userDrawn="1">
            <p:custDataLst>
              <p:tags r:id="rId66"/>
            </p:custDataLst>
          </p:nvPr>
        </p:nvCxnSpPr>
        <p:spPr>
          <a:xfrm rot="5400000">
            <a:off x="-49466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 userDrawn="1">
            <p:custDataLst>
              <p:tags r:id="rId67"/>
            </p:custDataLst>
          </p:nvPr>
        </p:nvCxnSpPr>
        <p:spPr>
          <a:xfrm rot="5400000">
            <a:off x="-73025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 userDrawn="1">
            <p:custDataLst>
              <p:tags r:id="rId68"/>
            </p:custDataLst>
          </p:nvPr>
        </p:nvCxnSpPr>
        <p:spPr>
          <a:xfrm rot="5400000">
            <a:off x="-9658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 userDrawn="1">
            <p:custDataLst>
              <p:tags r:id="rId69"/>
            </p:custDataLst>
          </p:nvPr>
        </p:nvCxnSpPr>
        <p:spPr>
          <a:xfrm rot="5400000">
            <a:off x="-12020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 userDrawn="1">
            <p:custDataLst>
              <p:tags r:id="rId70"/>
            </p:custDataLst>
          </p:nvPr>
        </p:nvCxnSpPr>
        <p:spPr>
          <a:xfrm rot="5400000">
            <a:off x="-14376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 userDrawn="1">
            <p:custDataLst>
              <p:tags r:id="rId71"/>
            </p:custDataLst>
          </p:nvPr>
        </p:nvCxnSpPr>
        <p:spPr>
          <a:xfrm rot="5400000">
            <a:off x="-21450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 userDrawn="1">
            <p:custDataLst>
              <p:tags r:id="rId72"/>
            </p:custDataLst>
          </p:nvPr>
        </p:nvCxnSpPr>
        <p:spPr>
          <a:xfrm rot="5400000">
            <a:off x="-23806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 userDrawn="1">
            <p:custDataLst>
              <p:tags r:id="rId73"/>
            </p:custDataLst>
          </p:nvPr>
        </p:nvCxnSpPr>
        <p:spPr>
          <a:xfrm rot="5400000">
            <a:off x="-26162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 userDrawn="1">
            <p:custDataLst>
              <p:tags r:id="rId74"/>
            </p:custDataLst>
          </p:nvPr>
        </p:nvCxnSpPr>
        <p:spPr>
          <a:xfrm rot="5400000">
            <a:off x="-16732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 userDrawn="1">
            <p:custDataLst>
              <p:tags r:id="rId75"/>
            </p:custDataLst>
          </p:nvPr>
        </p:nvCxnSpPr>
        <p:spPr>
          <a:xfrm rot="5400000">
            <a:off x="-28524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 userDrawn="1">
            <p:custDataLst>
              <p:tags r:id="rId76"/>
            </p:custDataLst>
          </p:nvPr>
        </p:nvCxnSpPr>
        <p:spPr>
          <a:xfrm rot="5400000">
            <a:off x="-19094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 userDrawn="1">
            <p:custDataLst>
              <p:tags r:id="rId77"/>
            </p:custDataLst>
          </p:nvPr>
        </p:nvCxnSpPr>
        <p:spPr>
          <a:xfrm rot="5400000">
            <a:off x="8699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 userDrawn="1">
            <p:custDataLst>
              <p:tags r:id="rId78"/>
            </p:custDataLst>
          </p:nvPr>
        </p:nvCxnSpPr>
        <p:spPr>
          <a:xfrm rot="5400000">
            <a:off x="84626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 userDrawn="1">
            <p:custDataLst>
              <p:tags r:id="rId79"/>
            </p:custDataLst>
          </p:nvPr>
        </p:nvCxnSpPr>
        <p:spPr>
          <a:xfrm rot="5400000">
            <a:off x="822706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 userDrawn="1">
            <p:custDataLst>
              <p:tags r:id="rId80"/>
            </p:custDataLst>
          </p:nvPr>
        </p:nvCxnSpPr>
        <p:spPr>
          <a:xfrm rot="5400000">
            <a:off x="799147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 userDrawn="1">
            <p:custDataLst>
              <p:tags r:id="rId81"/>
            </p:custDataLst>
          </p:nvPr>
        </p:nvCxnSpPr>
        <p:spPr>
          <a:xfrm rot="5400000">
            <a:off x="77552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 userDrawn="1">
            <p:custDataLst>
              <p:tags r:id="rId82"/>
            </p:custDataLst>
          </p:nvPr>
        </p:nvCxnSpPr>
        <p:spPr>
          <a:xfrm rot="5400000">
            <a:off x="751967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 userDrawn="1">
            <p:custDataLst>
              <p:tags r:id="rId83"/>
            </p:custDataLst>
          </p:nvPr>
        </p:nvCxnSpPr>
        <p:spPr>
          <a:xfrm rot="5400000">
            <a:off x="728408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 userDrawn="1">
            <p:custDataLst>
              <p:tags r:id="rId84"/>
            </p:custDataLst>
          </p:nvPr>
        </p:nvCxnSpPr>
        <p:spPr>
          <a:xfrm rot="5400000">
            <a:off x="704850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 userDrawn="1">
            <p:custDataLst>
              <p:tags r:id="rId85"/>
            </p:custDataLst>
          </p:nvPr>
        </p:nvCxnSpPr>
        <p:spPr>
          <a:xfrm rot="5400000">
            <a:off x="681228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 userDrawn="1">
            <p:custDataLst>
              <p:tags r:id="rId86"/>
            </p:custDataLst>
          </p:nvPr>
        </p:nvCxnSpPr>
        <p:spPr>
          <a:xfrm rot="5400000">
            <a:off x="657669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 userDrawn="1">
            <p:custDataLst>
              <p:tags r:id="rId87"/>
            </p:custDataLst>
          </p:nvPr>
        </p:nvCxnSpPr>
        <p:spPr>
          <a:xfrm rot="5400000">
            <a:off x="634111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 userDrawn="1">
            <p:custDataLst>
              <p:tags r:id="rId88"/>
            </p:custDataLst>
          </p:nvPr>
        </p:nvCxnSpPr>
        <p:spPr>
          <a:xfrm rot="5400000">
            <a:off x="610489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 userDrawn="1">
            <p:custDataLst>
              <p:tags r:id="rId89"/>
            </p:custDataLst>
          </p:nvPr>
        </p:nvCxnSpPr>
        <p:spPr>
          <a:xfrm rot="5400000">
            <a:off x="586930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 userDrawn="1">
            <p:custDataLst>
              <p:tags r:id="rId90"/>
            </p:custDataLst>
          </p:nvPr>
        </p:nvCxnSpPr>
        <p:spPr>
          <a:xfrm rot="5400000">
            <a:off x="563372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 userDrawn="1">
            <p:custDataLst>
              <p:tags r:id="rId91"/>
            </p:custDataLst>
          </p:nvPr>
        </p:nvCxnSpPr>
        <p:spPr>
          <a:xfrm rot="5400000">
            <a:off x="539813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 userDrawn="1">
            <p:custDataLst>
              <p:tags r:id="rId92"/>
            </p:custDataLst>
          </p:nvPr>
        </p:nvCxnSpPr>
        <p:spPr>
          <a:xfrm rot="5400000">
            <a:off x="469074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 userDrawn="1">
            <p:custDataLst>
              <p:tags r:id="rId93"/>
            </p:custDataLst>
          </p:nvPr>
        </p:nvCxnSpPr>
        <p:spPr>
          <a:xfrm rot="5400000">
            <a:off x="445452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 userDrawn="1">
            <p:custDataLst>
              <p:tags r:id="rId94"/>
            </p:custDataLst>
          </p:nvPr>
        </p:nvCxnSpPr>
        <p:spPr>
          <a:xfrm rot="5400000">
            <a:off x="421894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 userDrawn="1">
            <p:custDataLst>
              <p:tags r:id="rId95"/>
            </p:custDataLst>
          </p:nvPr>
        </p:nvCxnSpPr>
        <p:spPr>
          <a:xfrm rot="5400000">
            <a:off x="516191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 userDrawn="1">
            <p:custDataLst>
              <p:tags r:id="rId96"/>
            </p:custDataLst>
          </p:nvPr>
        </p:nvCxnSpPr>
        <p:spPr>
          <a:xfrm rot="5400000">
            <a:off x="3983355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 userDrawn="1">
            <p:custDataLst>
              <p:tags r:id="rId97"/>
            </p:custDataLst>
          </p:nvPr>
        </p:nvCxnSpPr>
        <p:spPr>
          <a:xfrm rot="5400000">
            <a:off x="4926330" y="3435350"/>
            <a:ext cx="6477635" cy="0"/>
          </a:xfrm>
          <a:prstGeom prst="line">
            <a:avLst/>
          </a:prstGeom>
          <a:ln>
            <a:solidFill>
              <a:schemeClr val="accent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KSO_TEMPLATE" hidden="1"/>
          <p:cNvSpPr/>
          <p:nvPr userDrawn="1">
            <p:custDataLst>
              <p:tags r:id="rId9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tags" Target="../tags/tag47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76.xml"/><Relationship Id="rId2" Type="http://schemas.openxmlformats.org/officeDocument/2006/relationships/tags" Target="../tags/tag475.xml"/><Relationship Id="rId1" Type="http://schemas.openxmlformats.org/officeDocument/2006/relationships/tags" Target="../tags/tag474.xml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" Type="http://schemas.openxmlformats.org/officeDocument/2006/relationships/tags" Target="../tags/tag479.xml"/><Relationship Id="rId4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89.xml"/><Relationship Id="rId3" Type="http://schemas.openxmlformats.org/officeDocument/2006/relationships/tags" Target="../tags/tag484.xml"/><Relationship Id="rId7" Type="http://schemas.openxmlformats.org/officeDocument/2006/relationships/tags" Target="../tags/tag488.xml"/><Relationship Id="rId2" Type="http://schemas.openxmlformats.org/officeDocument/2006/relationships/tags" Target="../tags/tag483.xml"/><Relationship Id="rId1" Type="http://schemas.openxmlformats.org/officeDocument/2006/relationships/tags" Target="../tags/tag482.xml"/><Relationship Id="rId6" Type="http://schemas.openxmlformats.org/officeDocument/2006/relationships/tags" Target="../tags/tag487.xml"/><Relationship Id="rId5" Type="http://schemas.openxmlformats.org/officeDocument/2006/relationships/tags" Target="../tags/tag486.xml"/><Relationship Id="rId4" Type="http://schemas.openxmlformats.org/officeDocument/2006/relationships/tags" Target="../tags/tag485.xml"/><Relationship Id="rId9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tags" Target="../tags/tag493.xml"/><Relationship Id="rId1" Type="http://schemas.openxmlformats.org/officeDocument/2006/relationships/tags" Target="../tags/tag49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495.xml"/><Relationship Id="rId1" Type="http://schemas.openxmlformats.org/officeDocument/2006/relationships/tags" Target="../tags/tag4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0" dirty="0"/>
              <a:t>精通时间管理 </a:t>
            </a:r>
            <a:r>
              <a:rPr lang="en-US" altLang="zh-CN" b="0" dirty="0"/>
              <a:t>——</a:t>
            </a:r>
            <a:r>
              <a:rPr lang="zh-CN" altLang="en-US" b="0" dirty="0"/>
              <a:t> </a:t>
            </a:r>
            <a:br>
              <a:rPr lang="zh-CN" altLang="en-US" b="0" dirty="0"/>
            </a:br>
            <a:r>
              <a:rPr lang="zh-CN" altLang="en-US" b="0" dirty="0"/>
              <a:t>走向高效的大学生活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盛曦</a:t>
            </a:r>
            <a:r>
              <a:rPr lang="en-US" altLang="zh-CN"/>
              <a:t> </a:t>
            </a:r>
            <a:r>
              <a:rPr lang="zh-CN" altLang="en-US"/>
              <a:t>郑淑涵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为什么时间管理如此重要？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64615"/>
            <a:ext cx="6177915" cy="4813300"/>
          </a:xfrm>
        </p:spPr>
        <p:txBody>
          <a:bodyPr/>
          <a:lstStyle/>
          <a:p>
            <a:r>
              <a:rPr lang="zh-CN" altLang="en-US"/>
              <a:t>时间管理：有效利用时间以提高生产力和生活质量。</a:t>
            </a:r>
          </a:p>
          <a:p>
            <a:r>
              <a:rPr lang="zh-CN" altLang="en-US"/>
              <a:t>良好的时间管理可以达到事半功倍的效果。</a:t>
            </a:r>
          </a:p>
          <a:p>
            <a:r>
              <a:rPr lang="zh-CN" altLang="en-US"/>
              <a:t>对无论学业成功、职业发展或个人福祉都有着巨大的影响。</a:t>
            </a:r>
          </a:p>
          <a:p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7172960" y="1364615"/>
            <a:ext cx="4028440" cy="53930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2246630" y="4166235"/>
            <a:ext cx="3361690" cy="25355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时间管理为何失败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/>
        </p:nvPicPr>
        <p:blipFill>
          <a:blip r:embed="rId3"/>
          <a:stretch>
            <a:fillRect/>
          </a:stretch>
        </p:blipFill>
        <p:spPr>
          <a:xfrm>
            <a:off x="1472565" y="2125345"/>
            <a:ext cx="8653780" cy="43980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844165" y="81089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400" b="1">
                <a:sym typeface="+mn-ea"/>
              </a:rPr>
              <a:t>决策疲劳</a:t>
            </a:r>
            <a:endParaRPr lang="zh-CN" altLang="en-US" sz="2400" b="1"/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个人在连续做出多个决策后，其决策质量和意愿逐渐下降的现象。</a:t>
            </a:r>
            <a:endParaRPr lang="zh-CN" altLang="en-US" dirty="0" err="1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/>
        </p:nvSpPr>
        <p:spPr>
          <a:xfrm>
            <a:off x="713740" y="1885315"/>
            <a:ext cx="5471160" cy="31991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/>
              <a:t>奖励延迟</a:t>
            </a:r>
          </a:p>
          <a:p>
            <a:pPr marL="457200" lvl="1" indent="457200">
              <a:buNone/>
            </a:pPr>
            <a:r>
              <a:rPr lang="zh-CN" altLang="en-US"/>
              <a:t>即时奖励：在行为完成后立即给予的奖励。能够立即满足个体的需求，激发积极的情绪和行为。</a:t>
            </a:r>
          </a:p>
          <a:p>
            <a:pPr marL="457200" lvl="1" indent="457200">
              <a:buNone/>
            </a:pPr>
            <a:r>
              <a:rPr lang="zh-CN" altLang="en-US"/>
              <a:t>延迟奖励：较长时间后才能得到的奖励。它需要个体具有较强的自制力和耐心，愿意为了未来的回报做付出。</a:t>
            </a:r>
          </a:p>
        </p:txBody>
      </p:sp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515100" y="1772920"/>
            <a:ext cx="5471160" cy="414210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时间管理方法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/>
              <a:t>02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如何有效管理时间？</a:t>
            </a:r>
          </a:p>
        </p:txBody>
      </p:sp>
      <p:sp>
        <p:nvSpPr>
          <p:cNvPr id="6" name="序号"/>
          <p:cNvSpPr txBox="1"/>
          <p:nvPr>
            <p:custDataLst>
              <p:tags r:id="rId3"/>
            </p:custDataLst>
          </p:nvPr>
        </p:nvSpPr>
        <p:spPr>
          <a:xfrm>
            <a:off x="1360805" y="2183130"/>
            <a:ext cx="4208145" cy="791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75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5600" b="1">
                <a:solidFill>
                  <a:schemeClr val="accent1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1360805" y="2986405"/>
            <a:ext cx="4208780" cy="11817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SMART原则</a:t>
            </a:r>
          </a:p>
        </p:txBody>
      </p:sp>
      <p:sp>
        <p:nvSpPr>
          <p:cNvPr id="36" name="序号"/>
          <p:cNvSpPr txBox="1"/>
          <p:nvPr>
            <p:custDataLst>
              <p:tags r:id="rId5"/>
            </p:custDataLst>
          </p:nvPr>
        </p:nvSpPr>
        <p:spPr>
          <a:xfrm>
            <a:off x="6623050" y="2183130"/>
            <a:ext cx="4208145" cy="791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75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5600" b="1">
                <a:solidFill>
                  <a:schemeClr val="accent1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37" name="项标题"/>
          <p:cNvSpPr txBox="1"/>
          <p:nvPr>
            <p:custDataLst>
              <p:tags r:id="rId6"/>
            </p:custDataLst>
          </p:nvPr>
        </p:nvSpPr>
        <p:spPr>
          <a:xfrm>
            <a:off x="6623050" y="2986405"/>
            <a:ext cx="4208780" cy="11817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柳比歇夫时间管理法</a:t>
            </a:r>
          </a:p>
        </p:txBody>
      </p:sp>
      <p:sp>
        <p:nvSpPr>
          <p:cNvPr id="39" name="序号"/>
          <p:cNvSpPr txBox="1"/>
          <p:nvPr>
            <p:custDataLst>
              <p:tags r:id="rId7"/>
            </p:custDataLst>
          </p:nvPr>
        </p:nvSpPr>
        <p:spPr>
          <a:xfrm>
            <a:off x="3926205" y="4243705"/>
            <a:ext cx="4208145" cy="791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75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5600" b="1">
                <a:solidFill>
                  <a:schemeClr val="accent1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40" name="项标题"/>
          <p:cNvSpPr txBox="1"/>
          <p:nvPr>
            <p:custDataLst>
              <p:tags r:id="rId8"/>
            </p:custDataLst>
          </p:nvPr>
        </p:nvSpPr>
        <p:spPr>
          <a:xfrm>
            <a:off x="3926205" y="5046980"/>
            <a:ext cx="4208780" cy="11817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番茄工作法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01</a:t>
            </a:r>
            <a:r>
              <a:rPr lang="en-US" altLang="zh-CN"/>
              <a:t> SMART</a:t>
            </a:r>
            <a:r>
              <a:rPr lang="zh-CN" altLang="en-US"/>
              <a:t>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/>
              <a:t>具体（Specific）</a:t>
            </a:r>
          </a:p>
          <a:p>
            <a:pPr marL="457200" lvl="1" indent="457200">
              <a:buNone/>
            </a:pPr>
            <a:r>
              <a:rPr lang="zh-CN" altLang="en-US"/>
              <a:t>明确具体的目标</a:t>
            </a:r>
          </a:p>
          <a:p>
            <a:r>
              <a:rPr lang="zh-CN" altLang="en-US"/>
              <a:t>可衡量（Measurable）</a:t>
            </a:r>
          </a:p>
          <a:p>
            <a:pPr marL="457200" lvl="1" indent="457200">
              <a:buNone/>
            </a:pPr>
            <a:r>
              <a:rPr lang="zh-CN" altLang="en-US"/>
              <a:t>设定可以量化的目标</a:t>
            </a:r>
          </a:p>
          <a:p>
            <a:r>
              <a:rPr lang="zh-CN" altLang="en-US"/>
              <a:t>可实现（Achievable）</a:t>
            </a:r>
          </a:p>
          <a:p>
            <a:pPr marL="457200" lvl="1" indent="457200">
              <a:buNone/>
            </a:pPr>
            <a:r>
              <a:rPr lang="zh-CN" altLang="en-US"/>
              <a:t>确保目标在你的能力范围内</a:t>
            </a:r>
            <a:r>
              <a:rPr lang="en-US" altLang="zh-CN"/>
              <a:t>		</a:t>
            </a:r>
            <a:endParaRPr lang="zh-CN" altLang="en-US"/>
          </a:p>
          <a:p>
            <a:r>
              <a:rPr lang="zh-CN" altLang="en-US"/>
              <a:t>相关（Relevant）</a:t>
            </a:r>
          </a:p>
          <a:p>
            <a:pPr marL="457200" lvl="1" indent="457200">
              <a:buNone/>
            </a:pPr>
            <a:r>
              <a:rPr lang="zh-CN" altLang="en-US"/>
              <a:t>确保目标与你的长期学业或职业目标相符</a:t>
            </a:r>
          </a:p>
          <a:p>
            <a:r>
              <a:rPr lang="zh-CN" altLang="en-US"/>
              <a:t>时限性（Time-bound）</a:t>
            </a:r>
          </a:p>
          <a:p>
            <a:pPr marL="457200" lvl="1" indent="457200">
              <a:buNone/>
            </a:pPr>
            <a:r>
              <a:rPr lang="zh-CN" altLang="en-US"/>
              <a:t>给目标设定一个明确的完成日期</a:t>
            </a:r>
          </a:p>
        </p:txBody>
      </p:sp>
      <p:pic>
        <p:nvPicPr>
          <p:cNvPr id="105" name="图片 104"/>
          <p:cNvPicPr/>
          <p:nvPr/>
        </p:nvPicPr>
        <p:blipFill>
          <a:blip r:embed="rId3"/>
          <a:stretch>
            <a:fillRect/>
          </a:stretch>
        </p:blipFill>
        <p:spPr>
          <a:xfrm>
            <a:off x="5658485" y="1528445"/>
            <a:ext cx="7052310" cy="42583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02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柳比歇夫时间管理法</a:t>
            </a:r>
            <a:endParaRPr lang="en-US" altLang="zh-CN"/>
          </a:p>
        </p:txBody>
      </p:sp>
      <p:pic>
        <p:nvPicPr>
          <p:cNvPr id="106" name="图片 105"/>
          <p:cNvPicPr/>
          <p:nvPr/>
        </p:nvPicPr>
        <p:blipFill>
          <a:blip r:embed="rId3"/>
          <a:stretch>
            <a:fillRect/>
          </a:stretch>
        </p:blipFill>
        <p:spPr>
          <a:xfrm>
            <a:off x="2907030" y="1652270"/>
            <a:ext cx="6735445" cy="358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235710" y="1470025"/>
            <a:ext cx="22567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>
                <a:sym typeface="+mn-ea"/>
              </a:rPr>
              <a:t>重要且紧急：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这些任务需要立即关注和处理。</a:t>
            </a:r>
            <a:endParaRPr lang="zh-CN" altLang="en-US" dirty="0" err="1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70595" y="1608455"/>
            <a:ext cx="28232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>
                <a:sym typeface="+mn-ea"/>
              </a:rPr>
              <a:t>重要但不紧急：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这些任务对长期目标至关重要。</a:t>
            </a:r>
            <a:endParaRPr lang="zh-CN" altLang="en-US" dirty="0" err="1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9990" y="4041140"/>
            <a:ext cx="31349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>
                <a:sym typeface="+mn-ea"/>
              </a:rPr>
              <a:t>紧急但不重要：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这类任务可能会干扰你的日常生活，但对你的长期目标帮助不大。</a:t>
            </a:r>
            <a:endParaRPr lang="zh-CN" altLang="en-US" dirty="0" err="1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3145" y="4179570"/>
            <a:ext cx="33496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>
                <a:sym typeface="+mn-ea"/>
              </a:rPr>
              <a:t>既不紧急也不重要：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这些任务通常是时间消耗者，应尽可能减少。</a:t>
            </a:r>
            <a:endParaRPr lang="zh-CN" altLang="en-US" dirty="0" err="1">
              <a:solidFill>
                <a:schemeClr val="accent6"/>
              </a:solidFill>
              <a:sym typeface="+mn-ea"/>
            </a:endParaRPr>
          </a:p>
        </p:txBody>
      </p:sp>
      <p:pic>
        <p:nvPicPr>
          <p:cNvPr id="10" name="图片 9" descr="内容确认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025" y="1153795"/>
            <a:ext cx="914400" cy="914400"/>
          </a:xfrm>
          <a:prstGeom prst="rect">
            <a:avLst/>
          </a:prstGeom>
        </p:spPr>
      </p:pic>
      <p:pic>
        <p:nvPicPr>
          <p:cNvPr id="11" name="图片 10" descr="内容确认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8745" y="1280160"/>
            <a:ext cx="914400" cy="914400"/>
          </a:xfrm>
          <a:prstGeom prst="rect">
            <a:avLst/>
          </a:prstGeom>
        </p:spPr>
      </p:pic>
      <p:pic>
        <p:nvPicPr>
          <p:cNvPr id="12" name="图片 11" descr="内容确认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300" y="3659505"/>
            <a:ext cx="914400" cy="914400"/>
          </a:xfrm>
          <a:prstGeom prst="rect">
            <a:avLst/>
          </a:prstGeom>
        </p:spPr>
      </p:pic>
      <p:pic>
        <p:nvPicPr>
          <p:cNvPr id="13" name="图片 12" descr="内容确认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8745" y="3659505"/>
            <a:ext cx="914400" cy="914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03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番茄工作</a:t>
            </a:r>
            <a:r>
              <a:rPr lang="en-US" altLang="zh-CN">
                <a:sym typeface="+mn-ea"/>
              </a:rPr>
              <a:t>法</a:t>
            </a:r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6814820" y="1280160"/>
            <a:ext cx="4857115" cy="35712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 descr="灯泡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225" y="574675"/>
            <a:ext cx="914400" cy="91440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316990" y="1565275"/>
            <a:ext cx="2533650" cy="73723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选择一个具体任务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316990" y="3060065"/>
            <a:ext cx="2533650" cy="73723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设定25分钟专心工作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316990" y="4552950"/>
            <a:ext cx="2533650" cy="73723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休息5分钟</a:t>
            </a:r>
          </a:p>
        </p:txBody>
      </p:sp>
      <p:sp>
        <p:nvSpPr>
          <p:cNvPr id="8" name="下箭头 7"/>
          <p:cNvSpPr/>
          <p:nvPr/>
        </p:nvSpPr>
        <p:spPr>
          <a:xfrm>
            <a:off x="2259330" y="2465705"/>
            <a:ext cx="628650" cy="574675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2259330" y="3888105"/>
            <a:ext cx="628650" cy="574675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形标注 10"/>
          <p:cNvSpPr/>
          <p:nvPr/>
        </p:nvSpPr>
        <p:spPr>
          <a:xfrm>
            <a:off x="3900170" y="4010660"/>
            <a:ext cx="1902460" cy="659130"/>
          </a:xfrm>
          <a:prstGeom prst="wedgeEllipseCallou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即时奖励</a:t>
            </a:r>
            <a:r>
              <a:rPr lang="en-US" altLang="zh-CN"/>
              <a:t>get</a:t>
            </a:r>
            <a:r>
              <a:rPr lang="zh-CN" altLang="en-US"/>
              <a:t>！</a:t>
            </a:r>
          </a:p>
        </p:txBody>
      </p:sp>
      <p:sp>
        <p:nvSpPr>
          <p:cNvPr id="14" name="椭圆形标注 13"/>
          <p:cNvSpPr/>
          <p:nvPr/>
        </p:nvSpPr>
        <p:spPr>
          <a:xfrm>
            <a:off x="4102100" y="1536700"/>
            <a:ext cx="2034540" cy="892810"/>
          </a:xfrm>
          <a:prstGeom prst="wedgeEllipseCallou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解决三个微积分问题！</a:t>
            </a:r>
          </a:p>
        </p:txBody>
      </p:sp>
      <p:sp>
        <p:nvSpPr>
          <p:cNvPr id="16" name="椭圆 15"/>
          <p:cNvSpPr/>
          <p:nvPr/>
        </p:nvSpPr>
        <p:spPr>
          <a:xfrm>
            <a:off x="1637665" y="873760"/>
            <a:ext cx="1933575" cy="528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一个周期：</a:t>
            </a:r>
          </a:p>
        </p:txBody>
      </p:sp>
      <p:sp>
        <p:nvSpPr>
          <p:cNvPr id="17" name="椭圆 16"/>
          <p:cNvSpPr/>
          <p:nvPr/>
        </p:nvSpPr>
        <p:spPr>
          <a:xfrm>
            <a:off x="1749425" y="5831205"/>
            <a:ext cx="1980565" cy="528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四个周期后：</a:t>
            </a:r>
          </a:p>
        </p:txBody>
      </p:sp>
      <p:sp>
        <p:nvSpPr>
          <p:cNvPr id="18" name="椭圆形标注 17"/>
          <p:cNvSpPr/>
          <p:nvPr/>
        </p:nvSpPr>
        <p:spPr>
          <a:xfrm>
            <a:off x="3729990" y="5290185"/>
            <a:ext cx="1948815" cy="659130"/>
          </a:xfrm>
          <a:prstGeom prst="wedgeEllipseCallou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更大的奖励！</a:t>
            </a:r>
          </a:p>
        </p:txBody>
      </p:sp>
      <p:pic>
        <p:nvPicPr>
          <p:cNvPr id="20" name="图片 19" descr="稿定抠图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360" y="4732655"/>
            <a:ext cx="2125345" cy="21253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THANK YOU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U1ZGQwYWM0YzMwZTY5YjNmODZkYjk3Y2I4N2Y2Mj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98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g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1.0"/>
  <p:tag name="KSO_WM_UNIT_TYPE" val="i"/>
  <p:tag name="KSO_WM_UNIT_INDEX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1.0"/>
  <p:tag name="KSO_WM_UNIT_TYPE" val="i"/>
  <p:tag name="KSO_WM_UNIT_INDEX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1.0"/>
  <p:tag name="KSO_WM_UNIT_TYPE" val="i"/>
  <p:tag name="KSO_WM_UNIT_INDEX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1.0"/>
  <p:tag name="KSO_WM_UNIT_TYPE" val="i"/>
  <p:tag name="KSO_WM_UNIT_INDEX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1.0"/>
  <p:tag name="KSO_WM_UNIT_TYPE" val="i"/>
  <p:tag name="KSO_WM_UNIT_INDEX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1.0"/>
  <p:tag name="KSO_WM_UNIT_TYPE" val="i"/>
  <p:tag name="KSO_WM_UNIT_INDEX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1.0"/>
  <p:tag name="KSO_WM_UNIT_TYPE" val="i"/>
  <p:tag name="KSO_WM_UNIT_INDEX" val="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1.0"/>
  <p:tag name="KSO_WM_UNIT_TYPE" val="i"/>
  <p:tag name="KSO_WM_UNIT_INDEX" val="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0"/>
  <p:tag name="KSO_WM_UNIT_LAYERLEVEL" val="1"/>
  <p:tag name="KSO_WM_TAG_VERSION" val="1.0"/>
  <p:tag name="KSO_WM_UNIT_TYPE" val="i"/>
  <p:tag name="KSO_WM_UNIT_INDEX" val="1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1"/>
  <p:tag name="KSO_WM_UNIT_LAYERLEVEL" val="1"/>
  <p:tag name="KSO_WM_TAG_VERSION" val="1.0"/>
  <p:tag name="KSO_WM_UNIT_TYPE" val="i"/>
  <p:tag name="KSO_WM_UNIT_INDEX" val="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2"/>
  <p:tag name="KSO_WM_UNIT_LAYERLEVEL" val="1"/>
  <p:tag name="KSO_WM_TAG_VERSION" val="1.0"/>
  <p:tag name="KSO_WM_UNIT_TYPE" val="i"/>
  <p:tag name="KSO_WM_UNIT_INDEX" val="1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3"/>
  <p:tag name="KSO_WM_UNIT_LAYERLEVEL" val="1"/>
  <p:tag name="KSO_WM_TAG_VERSION" val="1.0"/>
  <p:tag name="KSO_WM_UNIT_TYPE" val="i"/>
  <p:tag name="KSO_WM_UNIT_INDEX" val="1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4"/>
  <p:tag name="KSO_WM_UNIT_LAYERLEVEL" val="1"/>
  <p:tag name="KSO_WM_TAG_VERSION" val="1.0"/>
  <p:tag name="KSO_WM_UNIT_TYPE" val="i"/>
  <p:tag name="KSO_WM_UNIT_INDEX" val="1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5"/>
  <p:tag name="KSO_WM_UNIT_LAYERLEVEL" val="1"/>
  <p:tag name="KSO_WM_TAG_VERSION" val="1.0"/>
  <p:tag name="KSO_WM_UNIT_TYPE" val="i"/>
  <p:tag name="KSO_WM_UNIT_INDEX" val="1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6"/>
  <p:tag name="KSO_WM_UNIT_LAYERLEVEL" val="1"/>
  <p:tag name="KSO_WM_TAG_VERSION" val="1.0"/>
  <p:tag name="KSO_WM_UNIT_TYPE" val="i"/>
  <p:tag name="KSO_WM_UNIT_INDEX" val="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7"/>
  <p:tag name="KSO_WM_UNIT_LAYERLEVEL" val="1"/>
  <p:tag name="KSO_WM_TAG_VERSION" val="1.0"/>
  <p:tag name="KSO_WM_UNIT_TYPE" val="i"/>
  <p:tag name="KSO_WM_UNIT_INDEX" val="1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8"/>
  <p:tag name="KSO_WM_UNIT_LAYERLEVEL" val="1"/>
  <p:tag name="KSO_WM_TAG_VERSION" val="1.0"/>
  <p:tag name="KSO_WM_UNIT_TYPE" val="i"/>
  <p:tag name="KSO_WM_UNIT_INDEX" val="1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9"/>
  <p:tag name="KSO_WM_UNIT_LAYERLEVEL" val="1"/>
  <p:tag name="KSO_WM_TAG_VERSION" val="1.0"/>
  <p:tag name="KSO_WM_UNIT_TYPE" val="i"/>
  <p:tag name="KSO_WM_UNIT_INDEX" val="1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0"/>
  <p:tag name="KSO_WM_UNIT_LAYERLEVEL" val="1"/>
  <p:tag name="KSO_WM_TAG_VERSION" val="1.0"/>
  <p:tag name="KSO_WM_UNIT_TYPE" val="i"/>
  <p:tag name="KSO_WM_UNIT_INDEX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1"/>
  <p:tag name="KSO_WM_UNIT_LAYERLEVEL" val="1"/>
  <p:tag name="KSO_WM_TAG_VERSION" val="1.0"/>
  <p:tag name="KSO_WM_UNIT_TYPE" val="i"/>
  <p:tag name="KSO_WM_UNIT_INDEX" val="2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2"/>
  <p:tag name="KSO_WM_UNIT_LAYERLEVEL" val="1"/>
  <p:tag name="KSO_WM_TAG_VERSION" val="1.0"/>
  <p:tag name="KSO_WM_UNIT_TYPE" val="i"/>
  <p:tag name="KSO_WM_UNIT_INDEX" val="2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3"/>
  <p:tag name="KSO_WM_UNIT_LAYERLEVEL" val="1"/>
  <p:tag name="KSO_WM_TAG_VERSION" val="1.0"/>
  <p:tag name="KSO_WM_UNIT_TYPE" val="i"/>
  <p:tag name="KSO_WM_UNIT_INDEX" val="2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4"/>
  <p:tag name="KSO_WM_UNIT_LAYERLEVEL" val="1"/>
  <p:tag name="KSO_WM_TAG_VERSION" val="1.0"/>
  <p:tag name="KSO_WM_UNIT_TYPE" val="i"/>
  <p:tag name="KSO_WM_UNIT_INDEX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5"/>
  <p:tag name="KSO_WM_UNIT_LAYERLEVEL" val="1"/>
  <p:tag name="KSO_WM_TAG_VERSION" val="1.0"/>
  <p:tag name="KSO_WM_UNIT_TYPE" val="i"/>
  <p:tag name="KSO_WM_UNIT_INDEX" val="2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6"/>
  <p:tag name="KSO_WM_UNIT_LAYERLEVEL" val="1"/>
  <p:tag name="KSO_WM_TAG_VERSION" val="1.0"/>
  <p:tag name="KSO_WM_UNIT_TYPE" val="i"/>
  <p:tag name="KSO_WM_UNIT_INDEX" val="2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7"/>
  <p:tag name="KSO_WM_UNIT_LAYERLEVEL" val="1"/>
  <p:tag name="KSO_WM_TAG_VERSION" val="1.0"/>
  <p:tag name="KSO_WM_UNIT_TYPE" val="i"/>
  <p:tag name="KSO_WM_UNIT_INDEX" val="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8"/>
  <p:tag name="KSO_WM_UNIT_LAYERLEVEL" val="1"/>
  <p:tag name="KSO_WM_TAG_VERSION" val="1.0"/>
  <p:tag name="KSO_WM_UNIT_TYPE" val="i"/>
  <p:tag name="KSO_WM_UNIT_INDEX" val="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9"/>
  <p:tag name="KSO_WM_UNIT_LAYERLEVEL" val="1"/>
  <p:tag name="KSO_WM_TAG_VERSION" val="1.0"/>
  <p:tag name="KSO_WM_UNIT_TYPE" val="i"/>
  <p:tag name="KSO_WM_UNIT_INDEX" val="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0"/>
  <p:tag name="KSO_WM_UNIT_LAYERLEVEL" val="1"/>
  <p:tag name="KSO_WM_TAG_VERSION" val="1.0"/>
  <p:tag name="KSO_WM_UNIT_TYPE" val="i"/>
  <p:tag name="KSO_WM_UNIT_INDEX" val="3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1"/>
  <p:tag name="KSO_WM_UNIT_LAYERLEVEL" val="1"/>
  <p:tag name="KSO_WM_TAG_VERSION" val="1.0"/>
  <p:tag name="KSO_WM_UNIT_TYPE" val="i"/>
  <p:tag name="KSO_WM_UNIT_INDEX" val="3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2"/>
  <p:tag name="KSO_WM_UNIT_LAYERLEVEL" val="1"/>
  <p:tag name="KSO_WM_TAG_VERSION" val="1.0"/>
  <p:tag name="KSO_WM_UNIT_TYPE" val="i"/>
  <p:tag name="KSO_WM_UNIT_INDEX" val="3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3"/>
  <p:tag name="KSO_WM_UNIT_LAYERLEVEL" val="1"/>
  <p:tag name="KSO_WM_TAG_VERSION" val="1.0"/>
  <p:tag name="KSO_WM_UNIT_TYPE" val="i"/>
  <p:tag name="KSO_WM_UNIT_INDEX" val="3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4"/>
  <p:tag name="KSO_WM_UNIT_LAYERLEVEL" val="1"/>
  <p:tag name="KSO_WM_TAG_VERSION" val="1.0"/>
  <p:tag name="KSO_WM_UNIT_TYPE" val="i"/>
  <p:tag name="KSO_WM_UNIT_INDEX" val="3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5"/>
  <p:tag name="KSO_WM_UNIT_LAYERLEVEL" val="1"/>
  <p:tag name="KSO_WM_TAG_VERSION" val="1.0"/>
  <p:tag name="KSO_WM_UNIT_TYPE" val="i"/>
  <p:tag name="KSO_WM_UNIT_INDEX" val="3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6"/>
  <p:tag name="KSO_WM_UNIT_LAYERLEVEL" val="1"/>
  <p:tag name="KSO_WM_TAG_VERSION" val="1.0"/>
  <p:tag name="KSO_WM_UNIT_TYPE" val="i"/>
  <p:tag name="KSO_WM_UNIT_INDEX" val="3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7"/>
  <p:tag name="KSO_WM_UNIT_LAYERLEVEL" val="1"/>
  <p:tag name="KSO_WM_TAG_VERSION" val="1.0"/>
  <p:tag name="KSO_WM_UNIT_TYPE" val="i"/>
  <p:tag name="KSO_WM_UNIT_INDEX" val="3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8"/>
  <p:tag name="KSO_WM_UNIT_LAYERLEVEL" val="1"/>
  <p:tag name="KSO_WM_TAG_VERSION" val="1.0"/>
  <p:tag name="KSO_WM_UNIT_TYPE" val="i"/>
  <p:tag name="KSO_WM_UNIT_INDEX" val="3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9"/>
  <p:tag name="KSO_WM_UNIT_LAYERLEVEL" val="1"/>
  <p:tag name="KSO_WM_TAG_VERSION" val="1.0"/>
  <p:tag name="KSO_WM_UNIT_TYPE" val="i"/>
  <p:tag name="KSO_WM_UNIT_INDEX" val="3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0"/>
  <p:tag name="KSO_WM_UNIT_LAYERLEVEL" val="1"/>
  <p:tag name="KSO_WM_TAG_VERSION" val="1.0"/>
  <p:tag name="KSO_WM_UNIT_TYPE" val="i"/>
  <p:tag name="KSO_WM_UNIT_INDEX" val="4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1"/>
  <p:tag name="KSO_WM_UNIT_LAYERLEVEL" val="1"/>
  <p:tag name="KSO_WM_TAG_VERSION" val="1.0"/>
  <p:tag name="KSO_WM_UNIT_TYPE" val="i"/>
  <p:tag name="KSO_WM_UNIT_INDEX" val="4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2"/>
  <p:tag name="KSO_WM_UNIT_LAYERLEVEL" val="1"/>
  <p:tag name="KSO_WM_TAG_VERSION" val="1.0"/>
  <p:tag name="KSO_WM_UNIT_TYPE" val="i"/>
  <p:tag name="KSO_WM_UNIT_INDEX" val="4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3"/>
  <p:tag name="KSO_WM_UNIT_LAYERLEVEL" val="1"/>
  <p:tag name="KSO_WM_TAG_VERSION" val="1.0"/>
  <p:tag name="KSO_WM_UNIT_TYPE" val="i"/>
  <p:tag name="KSO_WM_UNIT_INDEX" val="4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4"/>
  <p:tag name="KSO_WM_UNIT_LAYERLEVEL" val="1"/>
  <p:tag name="KSO_WM_TAG_VERSION" val="1.0"/>
  <p:tag name="KSO_WM_UNIT_TYPE" val="i"/>
  <p:tag name="KSO_WM_UNIT_INDEX" val="4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5"/>
  <p:tag name="KSO_WM_UNIT_LAYERLEVEL" val="1"/>
  <p:tag name="KSO_WM_TAG_VERSION" val="1.0"/>
  <p:tag name="KSO_WM_UNIT_TYPE" val="i"/>
  <p:tag name="KSO_WM_UNIT_INDEX" val="4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6"/>
  <p:tag name="KSO_WM_UNIT_LAYERLEVEL" val="1"/>
  <p:tag name="KSO_WM_TAG_VERSION" val="1.0"/>
  <p:tag name="KSO_WM_UNIT_TYPE" val="i"/>
  <p:tag name="KSO_WM_UNIT_INDEX" val="4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7"/>
  <p:tag name="KSO_WM_UNIT_LAYERLEVEL" val="1"/>
  <p:tag name="KSO_WM_TAG_VERSION" val="1.0"/>
  <p:tag name="KSO_WM_UNIT_TYPE" val="i"/>
  <p:tag name="KSO_WM_UNIT_INDEX" val="4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8"/>
  <p:tag name="KSO_WM_UNIT_LAYERLEVEL" val="1"/>
  <p:tag name="KSO_WM_TAG_VERSION" val="1.0"/>
  <p:tag name="KSO_WM_UNIT_TYPE" val="i"/>
  <p:tag name="KSO_WM_UNIT_INDEX" val="4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9"/>
  <p:tag name="KSO_WM_UNIT_LAYERLEVEL" val="1"/>
  <p:tag name="KSO_WM_TAG_VERSION" val="1.0"/>
  <p:tag name="KSO_WM_UNIT_TYPE" val="i"/>
  <p:tag name="KSO_WM_UNIT_INDEX" val="4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0"/>
  <p:tag name="KSO_WM_UNIT_LAYERLEVEL" val="1"/>
  <p:tag name="KSO_WM_TAG_VERSION" val="1.0"/>
  <p:tag name="KSO_WM_UNIT_TYPE" val="i"/>
  <p:tag name="KSO_WM_UNIT_INDEX" val="5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1"/>
  <p:tag name="KSO_WM_UNIT_LAYERLEVEL" val="1"/>
  <p:tag name="KSO_WM_TAG_VERSION" val="1.0"/>
  <p:tag name="KSO_WM_UNIT_TYPE" val="i"/>
  <p:tag name="KSO_WM_UNIT_INDEX" val="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2"/>
  <p:tag name="KSO_WM_UNIT_LAYERLEVEL" val="1"/>
  <p:tag name="KSO_WM_TAG_VERSION" val="1.0"/>
  <p:tag name="KSO_WM_UNIT_TYPE" val="i"/>
  <p:tag name="KSO_WM_UNIT_INDEX" val="5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3"/>
  <p:tag name="KSO_WM_UNIT_LAYERLEVEL" val="1"/>
  <p:tag name="KSO_WM_TAG_VERSION" val="1.0"/>
  <p:tag name="KSO_WM_UNIT_TYPE" val="i"/>
  <p:tag name="KSO_WM_UNIT_INDEX" val="5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4"/>
  <p:tag name="KSO_WM_UNIT_LAYERLEVEL" val="1"/>
  <p:tag name="KSO_WM_TAG_VERSION" val="1.0"/>
  <p:tag name="KSO_WM_UNIT_TYPE" val="i"/>
  <p:tag name="KSO_WM_UNIT_INDEX" val="5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5"/>
  <p:tag name="KSO_WM_UNIT_LAYERLEVEL" val="1"/>
  <p:tag name="KSO_WM_TAG_VERSION" val="1.0"/>
  <p:tag name="KSO_WM_UNIT_TYPE" val="i"/>
  <p:tag name="KSO_WM_UNIT_INDEX" val="5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6"/>
  <p:tag name="KSO_WM_UNIT_LAYERLEVEL" val="1"/>
  <p:tag name="KSO_WM_TAG_VERSION" val="1.0"/>
  <p:tag name="KSO_WM_UNIT_TYPE" val="i"/>
  <p:tag name="KSO_WM_UNIT_INDEX" val="5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7"/>
  <p:tag name="KSO_WM_UNIT_LAYERLEVEL" val="1"/>
  <p:tag name="KSO_WM_TAG_VERSION" val="1.0"/>
  <p:tag name="KSO_WM_UNIT_TYPE" val="i"/>
  <p:tag name="KSO_WM_UNIT_INDEX" val="5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8"/>
  <p:tag name="KSO_WM_UNIT_LAYERLEVEL" val="1"/>
  <p:tag name="KSO_WM_TAG_VERSION" val="1.0"/>
  <p:tag name="KSO_WM_UNIT_TYPE" val="i"/>
  <p:tag name="KSO_WM_UNIT_INDEX" val="5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9"/>
  <p:tag name="KSO_WM_UNIT_LAYERLEVEL" val="1"/>
  <p:tag name="KSO_WM_TAG_VERSION" val="1.0"/>
  <p:tag name="KSO_WM_UNIT_TYPE" val="i"/>
  <p:tag name="KSO_WM_UNIT_INDEX" val="5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0"/>
  <p:tag name="KSO_WM_UNIT_LAYERLEVEL" val="1"/>
  <p:tag name="KSO_WM_TAG_VERSION" val="1.0"/>
  <p:tag name="KSO_WM_UNIT_TYPE" val="i"/>
  <p:tag name="KSO_WM_UNIT_INDEX" val="6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1"/>
  <p:tag name="KSO_WM_UNIT_LAYERLEVEL" val="1"/>
  <p:tag name="KSO_WM_TAG_VERSION" val="1.0"/>
  <p:tag name="KSO_WM_UNIT_TYPE" val="i"/>
  <p:tag name="KSO_WM_UNIT_INDEX" val="6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2"/>
  <p:tag name="KSO_WM_UNIT_LAYERLEVEL" val="1"/>
  <p:tag name="KSO_WM_TAG_VERSION" val="1.0"/>
  <p:tag name="KSO_WM_UNIT_TYPE" val="i"/>
  <p:tag name="KSO_WM_UNIT_INDEX" val="6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3"/>
  <p:tag name="KSO_WM_UNIT_LAYERLEVEL" val="1"/>
  <p:tag name="KSO_WM_TAG_VERSION" val="1.0"/>
  <p:tag name="KSO_WM_UNIT_TYPE" val="i"/>
  <p:tag name="KSO_WM_UNIT_INDEX" val="6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4"/>
  <p:tag name="KSO_WM_UNIT_LAYERLEVEL" val="1"/>
  <p:tag name="KSO_WM_TAG_VERSION" val="1.0"/>
  <p:tag name="KSO_WM_UNIT_TYPE" val="i"/>
  <p:tag name="KSO_WM_UNIT_INDEX" val="6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5"/>
  <p:tag name="KSO_WM_UNIT_LAYERLEVEL" val="1"/>
  <p:tag name="KSO_WM_TAG_VERSION" val="1.0"/>
  <p:tag name="KSO_WM_UNIT_TYPE" val="i"/>
  <p:tag name="KSO_WM_UNIT_INDEX" val="6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6"/>
  <p:tag name="KSO_WM_UNIT_LAYERLEVEL" val="1"/>
  <p:tag name="KSO_WM_TAG_VERSION" val="1.0"/>
  <p:tag name="KSO_WM_UNIT_TYPE" val="i"/>
  <p:tag name="KSO_WM_UNIT_INDEX" val="6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7"/>
  <p:tag name="KSO_WM_UNIT_LAYERLEVEL" val="1"/>
  <p:tag name="KSO_WM_TAG_VERSION" val="1.0"/>
  <p:tag name="KSO_WM_UNIT_TYPE" val="i"/>
  <p:tag name="KSO_WM_UNIT_INDEX" val="6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8"/>
  <p:tag name="KSO_WM_UNIT_LAYERLEVEL" val="1"/>
  <p:tag name="KSO_WM_TAG_VERSION" val="1.0"/>
  <p:tag name="KSO_WM_UNIT_TYPE" val="i"/>
  <p:tag name="KSO_WM_UNIT_INDEX" val="6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9"/>
  <p:tag name="KSO_WM_UNIT_LAYERLEVEL" val="1"/>
  <p:tag name="KSO_WM_TAG_VERSION" val="1.0"/>
  <p:tag name="KSO_WM_UNIT_TYPE" val="i"/>
  <p:tag name="KSO_WM_UNIT_INDEX" val="6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0"/>
  <p:tag name="KSO_WM_UNIT_LAYERLEVEL" val="1"/>
  <p:tag name="KSO_WM_TAG_VERSION" val="1.0"/>
  <p:tag name="KSO_WM_UNIT_TYPE" val="i"/>
  <p:tag name="KSO_WM_UNIT_INDEX" val="7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1"/>
  <p:tag name="KSO_WM_UNIT_LAYERLEVEL" val="1"/>
  <p:tag name="KSO_WM_TAG_VERSION" val="1.0"/>
  <p:tag name="KSO_WM_UNIT_TYPE" val="i"/>
  <p:tag name="KSO_WM_UNIT_INDEX" val="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2"/>
  <p:tag name="KSO_WM_UNIT_LAYERLEVEL" val="1"/>
  <p:tag name="KSO_WM_TAG_VERSION" val="1.0"/>
  <p:tag name="KSO_WM_UNIT_TYPE" val="i"/>
  <p:tag name="KSO_WM_UNIT_INDEX" val="7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3"/>
  <p:tag name="KSO_WM_UNIT_LAYERLEVEL" val="1"/>
  <p:tag name="KSO_WM_TAG_VERSION" val="1.0"/>
  <p:tag name="KSO_WM_UNIT_TYPE" val="i"/>
  <p:tag name="KSO_WM_UNIT_INDEX" val="7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4"/>
  <p:tag name="KSO_WM_UNIT_LAYERLEVEL" val="1"/>
  <p:tag name="KSO_WM_TAG_VERSION" val="1.0"/>
  <p:tag name="KSO_WM_UNIT_TYPE" val="i"/>
  <p:tag name="KSO_WM_UNIT_INDEX" val="7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5"/>
  <p:tag name="KSO_WM_UNIT_LAYERLEVEL" val="1"/>
  <p:tag name="KSO_WM_TAG_VERSION" val="1.0"/>
  <p:tag name="KSO_WM_UNIT_TYPE" val="i"/>
  <p:tag name="KSO_WM_UNIT_INDEX" val="7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6"/>
  <p:tag name="KSO_WM_UNIT_LAYERLEVEL" val="1"/>
  <p:tag name="KSO_WM_TAG_VERSION" val="1.0"/>
  <p:tag name="KSO_WM_UNIT_TYPE" val="i"/>
  <p:tag name="KSO_WM_UNIT_INDEX" val="7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7"/>
  <p:tag name="KSO_WM_UNIT_LAYERLEVEL" val="1"/>
  <p:tag name="KSO_WM_TAG_VERSION" val="1.0"/>
  <p:tag name="KSO_WM_UNIT_TYPE" val="i"/>
  <p:tag name="KSO_WM_UNIT_INDEX" val="7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8"/>
  <p:tag name="KSO_WM_UNIT_LAYERLEVEL" val="1"/>
  <p:tag name="KSO_WM_TAG_VERSION" val="1.0"/>
  <p:tag name="KSO_WM_UNIT_TYPE" val="i"/>
  <p:tag name="KSO_WM_UNIT_INDEX" val="7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9"/>
  <p:tag name="KSO_WM_UNIT_LAYERLEVEL" val="1"/>
  <p:tag name="KSO_WM_TAG_VERSION" val="1.0"/>
  <p:tag name="KSO_WM_UNIT_TYPE" val="i"/>
  <p:tag name="KSO_WM_UNIT_INDEX" val="79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85"/>
  <p:tag name="KSO_WM_SPECIAL_SOURCE" val="bdnull"/>
  <p:tag name="KSO_WM_TEMPLATE_THUMBS_INDEX" val="1、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UNIT_TYPE" val="i"/>
  <p:tag name="KSO_WM_UNIT_INDEX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UNIT_TYPE" val="i"/>
  <p:tag name="KSO_WM_UNIT_INDEX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UNIT_TYPE" val="i"/>
  <p:tag name="KSO_WM_UNIT_INDEX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UNIT_TYPE" val="i"/>
  <p:tag name="KSO_WM_UNIT_INDEX" val="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UNIT_TYPE" val="i"/>
  <p:tag name="KSO_WM_UNIT_INDEX" val="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UNIT_TYPE" val="i"/>
  <p:tag name="KSO_WM_UNIT_INDEX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UNIT_TYPE" val="i"/>
  <p:tag name="KSO_WM_UNIT_INDEX" val="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UNIT_TYPE" val="i"/>
  <p:tag name="KSO_WM_UNIT_INDEX" val="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UNIT_TYPE" val="i"/>
  <p:tag name="KSO_WM_UNIT_INDEX" val="9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UNIT_TYPE" val="i"/>
  <p:tag name="KSO_WM_UNIT_INDEX" val="1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UNIT_TYPE" val="i"/>
  <p:tag name="KSO_WM_UNIT_INDEX" val="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UNIT_TYPE" val="i"/>
  <p:tag name="KSO_WM_UNIT_INDEX" val="1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UNIT_TYPE" val="i"/>
  <p:tag name="KSO_WM_UNIT_INDEX" val="1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UNIT_TYPE" val="i"/>
  <p:tag name="KSO_WM_UNIT_INDEX" val="1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UNIT_TYPE" val="i"/>
  <p:tag name="KSO_WM_UNIT_INDEX" val="1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UNIT_TYPE" val="i"/>
  <p:tag name="KSO_WM_UNIT_INDEX" val="1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UNIT_TYPE" val="i"/>
  <p:tag name="KSO_WM_UNIT_INDEX" val="1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UNIT_TYPE" val="i"/>
  <p:tag name="KSO_WM_UNIT_INDEX" val="18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UNIT_TYPE" val="i"/>
  <p:tag name="KSO_WM_UNIT_INDEX" val="19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UNIT_TYPE" val="i"/>
  <p:tag name="KSO_WM_UNIT_INDEX" val="2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UNIT_TYPE" val="i"/>
  <p:tag name="KSO_WM_UNIT_INDEX" val="2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UNIT_TYPE" val="i"/>
  <p:tag name="KSO_WM_UNIT_INDEX" val="2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UNIT_TYPE" val="i"/>
  <p:tag name="KSO_WM_UNIT_INDEX" val="23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UNIT_TYPE" val="i"/>
  <p:tag name="KSO_WM_UNIT_INDEX" val="2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UNIT_TYPE" val="i"/>
  <p:tag name="KSO_WM_UNIT_INDEX" val="25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UNIT_TYPE" val="i"/>
  <p:tag name="KSO_WM_UNIT_INDEX" val="26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UNIT_TYPE" val="i"/>
  <p:tag name="KSO_WM_UNIT_INDEX" val="2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UNIT_TYPE" val="i"/>
  <p:tag name="KSO_WM_UNIT_INDEX" val="2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UNIT_TYPE" val="i"/>
  <p:tag name="KSO_WM_UNIT_INDEX" val="29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0"/>
  <p:tag name="KSO_WM_UNIT_LAYERLEVEL" val="1"/>
  <p:tag name="KSO_WM_TAG_VERSION" val="1.0"/>
  <p:tag name="KSO_WM_UNIT_TYPE" val="i"/>
  <p:tag name="KSO_WM_UNIT_INDEX" val="3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UNIT_TYPE" val="i"/>
  <p:tag name="KSO_WM_UNIT_INDEX" val="3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7"/>
  <p:tag name="KSO_WM_UNIT_LAYERLEVEL" val="1"/>
  <p:tag name="KSO_WM_TAG_VERSION" val="1.0"/>
  <p:tag name="KSO_WM_UNIT_TYPE" val="i"/>
  <p:tag name="KSO_WM_UNIT_INDEX" val="5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8"/>
  <p:tag name="KSO_WM_UNIT_LAYERLEVEL" val="1"/>
  <p:tag name="KSO_WM_TAG_VERSION" val="1.0"/>
  <p:tag name="KSO_WM_UNIT_TYPE" val="i"/>
  <p:tag name="KSO_WM_UNIT_INDEX" val="58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9"/>
  <p:tag name="KSO_WM_UNIT_LAYERLEVEL" val="1"/>
  <p:tag name="KSO_WM_TAG_VERSION" val="1.0"/>
  <p:tag name="KSO_WM_UNIT_TYPE" val="i"/>
  <p:tag name="KSO_WM_UNIT_INDEX" val="59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0"/>
  <p:tag name="KSO_WM_UNIT_LAYERLEVEL" val="1"/>
  <p:tag name="KSO_WM_TAG_VERSION" val="1.0"/>
  <p:tag name="KSO_WM_UNIT_TYPE" val="i"/>
  <p:tag name="KSO_WM_UNIT_INDEX" val="6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1"/>
  <p:tag name="KSO_WM_UNIT_LAYERLEVEL" val="1"/>
  <p:tag name="KSO_WM_TAG_VERSION" val="1.0"/>
  <p:tag name="KSO_WM_UNIT_TYPE" val="i"/>
  <p:tag name="KSO_WM_UNIT_INDEX" val="6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2"/>
  <p:tag name="KSO_WM_UNIT_LAYERLEVEL" val="1"/>
  <p:tag name="KSO_WM_TAG_VERSION" val="1.0"/>
  <p:tag name="KSO_WM_UNIT_TYPE" val="i"/>
  <p:tag name="KSO_WM_UNIT_INDEX" val="6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3"/>
  <p:tag name="KSO_WM_UNIT_LAYERLEVEL" val="1"/>
  <p:tag name="KSO_WM_TAG_VERSION" val="1.0"/>
  <p:tag name="KSO_WM_UNIT_TYPE" val="i"/>
  <p:tag name="KSO_WM_UNIT_INDEX" val="6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4"/>
  <p:tag name="KSO_WM_UNIT_LAYERLEVEL" val="1"/>
  <p:tag name="KSO_WM_TAG_VERSION" val="1.0"/>
  <p:tag name="KSO_WM_UNIT_TYPE" val="i"/>
  <p:tag name="KSO_WM_UNIT_INDEX" val="6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5"/>
  <p:tag name="KSO_WM_UNIT_LAYERLEVEL" val="1"/>
  <p:tag name="KSO_WM_TAG_VERSION" val="1.0"/>
  <p:tag name="KSO_WM_UNIT_TYPE" val="i"/>
  <p:tag name="KSO_WM_UNIT_INDEX" val="6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6"/>
  <p:tag name="KSO_WM_UNIT_LAYERLEVEL" val="1"/>
  <p:tag name="KSO_WM_TAG_VERSION" val="1.0"/>
  <p:tag name="KSO_WM_UNIT_TYPE" val="i"/>
  <p:tag name="KSO_WM_UNIT_INDEX" val="66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7"/>
  <p:tag name="KSO_WM_UNIT_LAYERLEVEL" val="1"/>
  <p:tag name="KSO_WM_TAG_VERSION" val="1.0"/>
  <p:tag name="KSO_WM_UNIT_TYPE" val="i"/>
  <p:tag name="KSO_WM_UNIT_INDEX" val="6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8"/>
  <p:tag name="KSO_WM_UNIT_LAYERLEVEL" val="1"/>
  <p:tag name="KSO_WM_TAG_VERSION" val="1.0"/>
  <p:tag name="KSO_WM_UNIT_TYPE" val="i"/>
  <p:tag name="KSO_WM_UNIT_INDEX" val="6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9"/>
  <p:tag name="KSO_WM_UNIT_LAYERLEVEL" val="1"/>
  <p:tag name="KSO_WM_TAG_VERSION" val="1.0"/>
  <p:tag name="KSO_WM_UNIT_TYPE" val="i"/>
  <p:tag name="KSO_WM_UNIT_INDEX" val="6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0"/>
  <p:tag name="KSO_WM_UNIT_LAYERLEVEL" val="1"/>
  <p:tag name="KSO_WM_TAG_VERSION" val="1.0"/>
  <p:tag name="KSO_WM_UNIT_TYPE" val="i"/>
  <p:tag name="KSO_WM_UNIT_INDEX" val="7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1"/>
  <p:tag name="KSO_WM_UNIT_LAYERLEVEL" val="1"/>
  <p:tag name="KSO_WM_TAG_VERSION" val="1.0"/>
  <p:tag name="KSO_WM_UNIT_TYPE" val="i"/>
  <p:tag name="KSO_WM_UNIT_INDEX" val="7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2"/>
  <p:tag name="KSO_WM_UNIT_LAYERLEVEL" val="1"/>
  <p:tag name="KSO_WM_TAG_VERSION" val="1.0"/>
  <p:tag name="KSO_WM_UNIT_TYPE" val="i"/>
  <p:tag name="KSO_WM_UNIT_INDEX" val="7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3"/>
  <p:tag name="KSO_WM_UNIT_LAYERLEVEL" val="1"/>
  <p:tag name="KSO_WM_TAG_VERSION" val="1.0"/>
  <p:tag name="KSO_WM_UNIT_TYPE" val="i"/>
  <p:tag name="KSO_WM_UNIT_INDEX" val="73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4"/>
  <p:tag name="KSO_WM_UNIT_LAYERLEVEL" val="1"/>
  <p:tag name="KSO_WM_TAG_VERSION" val="1.0"/>
  <p:tag name="KSO_WM_UNIT_TYPE" val="i"/>
  <p:tag name="KSO_WM_UNIT_INDEX" val="7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5"/>
  <p:tag name="KSO_WM_UNIT_LAYERLEVEL" val="1"/>
  <p:tag name="KSO_WM_TAG_VERSION" val="1.0"/>
  <p:tag name="KSO_WM_UNIT_TYPE" val="i"/>
  <p:tag name="KSO_WM_UNIT_INDEX" val="7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6"/>
  <p:tag name="KSO_WM_UNIT_LAYERLEVEL" val="1"/>
  <p:tag name="KSO_WM_TAG_VERSION" val="1.0"/>
  <p:tag name="KSO_WM_UNIT_TYPE" val="i"/>
  <p:tag name="KSO_WM_UNIT_INDEX" val="76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7"/>
  <p:tag name="KSO_WM_UNIT_LAYERLEVEL" val="1"/>
  <p:tag name="KSO_WM_TAG_VERSION" val="1.0"/>
  <p:tag name="KSO_WM_UNIT_TYPE" val="i"/>
  <p:tag name="KSO_WM_UNIT_INDEX" val="77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8"/>
  <p:tag name="KSO_WM_UNIT_LAYERLEVEL" val="1"/>
  <p:tag name="KSO_WM_TAG_VERSION" val="1.0"/>
  <p:tag name="KSO_WM_UNIT_TYPE" val="i"/>
  <p:tag name="KSO_WM_UNIT_INDEX" val="78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9"/>
  <p:tag name="KSO_WM_UNIT_LAYERLEVEL" val="1"/>
  <p:tag name="KSO_WM_TAG_VERSION" val="1.0"/>
  <p:tag name="KSO_WM_UNIT_TYPE" val="i"/>
  <p:tag name="KSO_WM_UNIT_INDEX" val="79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0"/>
  <p:tag name="KSO_WM_UNIT_LAYERLEVEL" val="1"/>
  <p:tag name="KSO_WM_TAG_VERSION" val="1.0"/>
  <p:tag name="KSO_WM_UNIT_TYPE" val="i"/>
  <p:tag name="KSO_WM_UNIT_INDEX" val="8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1"/>
  <p:tag name="KSO_WM_UNIT_LAYERLEVEL" val="1"/>
  <p:tag name="KSO_WM_TAG_VERSION" val="1.0"/>
  <p:tag name="KSO_WM_UNIT_TYPE" val="i"/>
  <p:tag name="KSO_WM_UNIT_INDEX" val="8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23"/>
  <p:tag name="KSO_WM_UNIT_TYPE" val="f"/>
  <p:tag name="KSO_WM_UNIT_INDEX" val="2"/>
  <p:tag name="KSO_WM_UNIT_SUBTYPE" val="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2"/>
  <p:tag name="KSO_WM_UNIT_LAYERLEVEL" val="1"/>
  <p:tag name="KSO_WM_TAG_VERSION" val="1.0"/>
  <p:tag name="KSO_WM_UNIT_TYPE" val="i"/>
  <p:tag name="KSO_WM_UNIT_INDEX" val="8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UNIT_TYPE" val="i"/>
  <p:tag name="KSO_WM_UNIT_INDEX" val="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UNIT_TYPE" val="i"/>
  <p:tag name="KSO_WM_UNIT_INDEX" val="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UNIT_TYPE" val="i"/>
  <p:tag name="KSO_WM_UNIT_INDEX" val="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UNIT_TYPE" val="i"/>
  <p:tag name="KSO_WM_UNIT_INDEX" val="6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UNIT_TYPE" val="i"/>
  <p:tag name="KSO_WM_UNIT_INDEX" val="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UNIT_TYPE" val="i"/>
  <p:tag name="KSO_WM_UNIT_INDEX" val="8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UNIT_TYPE" val="i"/>
  <p:tag name="KSO_WM_UNIT_INDEX" val="9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UNIT_TYPE" val="i"/>
  <p:tag name="KSO_WM_UNIT_INDEX" val="1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UNIT_TYPE" val="i"/>
  <p:tag name="KSO_WM_UNIT_INDEX" val="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UNIT_TYPE" val="i"/>
  <p:tag name="KSO_WM_UNIT_INDEX" val="1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UNIT_TYPE" val="i"/>
  <p:tag name="KSO_WM_UNIT_INDEX" val="1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UNIT_TYPE" val="i"/>
  <p:tag name="KSO_WM_UNIT_INDEX" val="1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UNIT_TYPE" val="i"/>
  <p:tag name="KSO_WM_UNIT_INDEX" val="15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UNIT_TYPE" val="i"/>
  <p:tag name="KSO_WM_UNIT_INDEX" val="16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UNIT_TYPE" val="i"/>
  <p:tag name="KSO_WM_UNIT_INDEX" val="17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UNIT_TYPE" val="i"/>
  <p:tag name="KSO_WM_UNIT_INDEX" val="18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UNIT_TYPE" val="i"/>
  <p:tag name="KSO_WM_UNIT_INDEX" val="19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UNIT_TYPE" val="i"/>
  <p:tag name="KSO_WM_UNIT_INDEX" val="2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UNIT_TYPE" val="i"/>
  <p:tag name="KSO_WM_UNIT_INDEX" val="2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UNIT_TYPE" val="i"/>
  <p:tag name="KSO_WM_UNIT_INDEX" val="2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UNIT_TYPE" val="i"/>
  <p:tag name="KSO_WM_UNIT_INDEX" val="23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UNIT_TYPE" val="i"/>
  <p:tag name="KSO_WM_UNIT_INDEX" val="24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UNIT_TYPE" val="i"/>
  <p:tag name="KSO_WM_UNIT_INDEX" val="2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UNIT_TYPE" val="i"/>
  <p:tag name="KSO_WM_UNIT_INDEX" val="26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UNIT_TYPE" val="i"/>
  <p:tag name="KSO_WM_UNIT_INDEX" val="27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UNIT_TYPE" val="i"/>
  <p:tag name="KSO_WM_UNIT_INDEX" val="28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9"/>
  <p:tag name="KSO_WM_UNIT_LAYERLEVEL" val="1"/>
  <p:tag name="KSO_WM_TAG_VERSION" val="1.0"/>
  <p:tag name="KSO_WM_UNIT_TYPE" val="i"/>
  <p:tag name="KSO_WM_UNIT_INDEX" val="29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0"/>
  <p:tag name="KSO_WM_UNIT_LAYERLEVEL" val="1"/>
  <p:tag name="KSO_WM_TAG_VERSION" val="1.0"/>
  <p:tag name="KSO_WM_UNIT_TYPE" val="i"/>
  <p:tag name="KSO_WM_UNIT_INDEX" val="3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1"/>
  <p:tag name="KSO_WM_UNIT_LAYERLEVEL" val="1"/>
  <p:tag name="KSO_WM_TAG_VERSION" val="1.0"/>
  <p:tag name="KSO_WM_UNIT_TYPE" val="i"/>
  <p:tag name="KSO_WM_UNIT_INDEX" val="3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2"/>
  <p:tag name="KSO_WM_UNIT_LAYERLEVEL" val="1"/>
  <p:tag name="KSO_WM_TAG_VERSION" val="1.0"/>
  <p:tag name="KSO_WM_UNIT_TYPE" val="i"/>
  <p:tag name="KSO_WM_UNIT_INDEX" val="3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3"/>
  <p:tag name="KSO_WM_UNIT_LAYERLEVEL" val="1"/>
  <p:tag name="KSO_WM_TAG_VERSION" val="1.0"/>
  <p:tag name="KSO_WM_UNIT_TYPE" val="i"/>
  <p:tag name="KSO_WM_UNIT_INDEX" val="33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4"/>
  <p:tag name="KSO_WM_UNIT_LAYERLEVEL" val="1"/>
  <p:tag name="KSO_WM_TAG_VERSION" val="1.0"/>
  <p:tag name="KSO_WM_UNIT_TYPE" val="i"/>
  <p:tag name="KSO_WM_UNIT_INDEX" val="34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5"/>
  <p:tag name="KSO_WM_UNIT_LAYERLEVEL" val="1"/>
  <p:tag name="KSO_WM_TAG_VERSION" val="1.0"/>
  <p:tag name="KSO_WM_UNIT_TYPE" val="i"/>
  <p:tag name="KSO_WM_UNIT_INDEX" val="3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6"/>
  <p:tag name="KSO_WM_UNIT_LAYERLEVEL" val="1"/>
  <p:tag name="KSO_WM_TAG_VERSION" val="1.0"/>
  <p:tag name="KSO_WM_UNIT_TYPE" val="i"/>
  <p:tag name="KSO_WM_UNIT_INDEX" val="36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7"/>
  <p:tag name="KSO_WM_UNIT_LAYERLEVEL" val="1"/>
  <p:tag name="KSO_WM_TAG_VERSION" val="1.0"/>
  <p:tag name="KSO_WM_UNIT_TYPE" val="i"/>
  <p:tag name="KSO_WM_UNIT_INDEX" val="37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8"/>
  <p:tag name="KSO_WM_UNIT_LAYERLEVEL" val="1"/>
  <p:tag name="KSO_WM_TAG_VERSION" val="1.0"/>
  <p:tag name="KSO_WM_UNIT_TYPE" val="i"/>
  <p:tag name="KSO_WM_UNIT_INDEX" val="38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9"/>
  <p:tag name="KSO_WM_UNIT_LAYERLEVEL" val="1"/>
  <p:tag name="KSO_WM_TAG_VERSION" val="1.0"/>
  <p:tag name="KSO_WM_UNIT_TYPE" val="i"/>
  <p:tag name="KSO_WM_UNIT_INDEX" val="39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0"/>
  <p:tag name="KSO_WM_UNIT_LAYERLEVEL" val="1"/>
  <p:tag name="KSO_WM_TAG_VERSION" val="1.0"/>
  <p:tag name="KSO_WM_UNIT_TYPE" val="i"/>
  <p:tag name="KSO_WM_UNIT_INDEX" val="4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1"/>
  <p:tag name="KSO_WM_UNIT_LAYERLEVEL" val="1"/>
  <p:tag name="KSO_WM_TAG_VERSION" val="1.0"/>
  <p:tag name="KSO_WM_UNIT_TYPE" val="i"/>
  <p:tag name="KSO_WM_UNIT_INDEX" val="4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2"/>
  <p:tag name="KSO_WM_UNIT_LAYERLEVEL" val="1"/>
  <p:tag name="KSO_WM_TAG_VERSION" val="1.0"/>
  <p:tag name="KSO_WM_UNIT_TYPE" val="i"/>
  <p:tag name="KSO_WM_UNIT_INDEX" val="4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3"/>
  <p:tag name="KSO_WM_UNIT_LAYERLEVEL" val="1"/>
  <p:tag name="KSO_WM_TAG_VERSION" val="1.0"/>
  <p:tag name="KSO_WM_UNIT_TYPE" val="i"/>
  <p:tag name="KSO_WM_UNIT_INDEX" val="43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4"/>
  <p:tag name="KSO_WM_UNIT_LAYERLEVEL" val="1"/>
  <p:tag name="KSO_WM_TAG_VERSION" val="1.0"/>
  <p:tag name="KSO_WM_UNIT_TYPE" val="i"/>
  <p:tag name="KSO_WM_UNIT_INDEX" val="44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5"/>
  <p:tag name="KSO_WM_UNIT_LAYERLEVEL" val="1"/>
  <p:tag name="KSO_WM_TAG_VERSION" val="1.0"/>
  <p:tag name="KSO_WM_UNIT_TYPE" val="i"/>
  <p:tag name="KSO_WM_UNIT_INDEX" val="45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6"/>
  <p:tag name="KSO_WM_UNIT_LAYERLEVEL" val="1"/>
  <p:tag name="KSO_WM_TAG_VERSION" val="1.0"/>
  <p:tag name="KSO_WM_UNIT_TYPE" val="i"/>
  <p:tag name="KSO_WM_UNIT_INDEX" val="46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7"/>
  <p:tag name="KSO_WM_UNIT_LAYERLEVEL" val="1"/>
  <p:tag name="KSO_WM_TAG_VERSION" val="1.0"/>
  <p:tag name="KSO_WM_UNIT_TYPE" val="i"/>
  <p:tag name="KSO_WM_UNIT_INDEX" val="47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8"/>
  <p:tag name="KSO_WM_UNIT_LAYERLEVEL" val="1"/>
  <p:tag name="KSO_WM_TAG_VERSION" val="1.0"/>
  <p:tag name="KSO_WM_UNIT_TYPE" val="i"/>
  <p:tag name="KSO_WM_UNIT_INDEX" val="48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9"/>
  <p:tag name="KSO_WM_UNIT_LAYERLEVEL" val="1"/>
  <p:tag name="KSO_WM_TAG_VERSION" val="1.0"/>
  <p:tag name="KSO_WM_UNIT_TYPE" val="i"/>
  <p:tag name="KSO_WM_UNIT_INDEX" val="49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0"/>
  <p:tag name="KSO_WM_UNIT_LAYERLEVEL" val="1"/>
  <p:tag name="KSO_WM_TAG_VERSION" val="1.0"/>
  <p:tag name="KSO_WM_UNIT_TYPE" val="i"/>
  <p:tag name="KSO_WM_UNIT_INDEX" val="5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1"/>
  <p:tag name="KSO_WM_UNIT_LAYERLEVEL" val="1"/>
  <p:tag name="KSO_WM_TAG_VERSION" val="1.0"/>
  <p:tag name="KSO_WM_UNIT_TYPE" val="i"/>
  <p:tag name="KSO_WM_UNIT_INDEX" val="5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2"/>
  <p:tag name="KSO_WM_UNIT_LAYERLEVEL" val="1"/>
  <p:tag name="KSO_WM_TAG_VERSION" val="1.0"/>
  <p:tag name="KSO_WM_UNIT_TYPE" val="i"/>
  <p:tag name="KSO_WM_UNIT_INDEX" val="5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3"/>
  <p:tag name="KSO_WM_UNIT_LAYERLEVEL" val="1"/>
  <p:tag name="KSO_WM_TAG_VERSION" val="1.0"/>
  <p:tag name="KSO_WM_UNIT_TYPE" val="i"/>
  <p:tag name="KSO_WM_UNIT_INDEX" val="53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4"/>
  <p:tag name="KSO_WM_UNIT_LAYERLEVEL" val="1"/>
  <p:tag name="KSO_WM_TAG_VERSION" val="1.0"/>
  <p:tag name="KSO_WM_UNIT_TYPE" val="i"/>
  <p:tag name="KSO_WM_UNIT_INDEX" val="54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5"/>
  <p:tag name="KSO_WM_UNIT_LAYERLEVEL" val="1"/>
  <p:tag name="KSO_WM_TAG_VERSION" val="1.0"/>
  <p:tag name="KSO_WM_UNIT_TYPE" val="i"/>
  <p:tag name="KSO_WM_UNIT_INDEX" val="55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6"/>
  <p:tag name="KSO_WM_UNIT_LAYERLEVEL" val="1"/>
  <p:tag name="KSO_WM_TAG_VERSION" val="1.0"/>
  <p:tag name="KSO_WM_UNIT_TYPE" val="i"/>
  <p:tag name="KSO_WM_UNIT_INDEX" val="56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7"/>
  <p:tag name="KSO_WM_UNIT_LAYERLEVEL" val="1"/>
  <p:tag name="KSO_WM_TAG_VERSION" val="1.0"/>
  <p:tag name="KSO_WM_UNIT_TYPE" val="i"/>
  <p:tag name="KSO_WM_UNIT_INDEX" val="57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8"/>
  <p:tag name="KSO_WM_UNIT_LAYERLEVEL" val="1"/>
  <p:tag name="KSO_WM_TAG_VERSION" val="1.0"/>
  <p:tag name="KSO_WM_UNIT_TYPE" val="i"/>
  <p:tag name="KSO_WM_UNIT_INDEX" val="58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9"/>
  <p:tag name="KSO_WM_UNIT_LAYERLEVEL" val="1"/>
  <p:tag name="KSO_WM_TAG_VERSION" val="1.0"/>
  <p:tag name="KSO_WM_UNIT_TYPE" val="i"/>
  <p:tag name="KSO_WM_UNIT_INDEX" val="59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0"/>
  <p:tag name="KSO_WM_UNIT_LAYERLEVEL" val="1"/>
  <p:tag name="KSO_WM_TAG_VERSION" val="1.0"/>
  <p:tag name="KSO_WM_UNIT_TYPE" val="i"/>
  <p:tag name="KSO_WM_UNIT_INDEX" val="6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1"/>
  <p:tag name="KSO_WM_UNIT_LAYERLEVEL" val="1"/>
  <p:tag name="KSO_WM_TAG_VERSION" val="1.0"/>
  <p:tag name="KSO_WM_UNIT_TYPE" val="i"/>
  <p:tag name="KSO_WM_UNIT_INDEX" val="6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2"/>
  <p:tag name="KSO_WM_UNIT_LAYERLEVEL" val="1"/>
  <p:tag name="KSO_WM_TAG_VERSION" val="1.0"/>
  <p:tag name="KSO_WM_UNIT_TYPE" val="i"/>
  <p:tag name="KSO_WM_UNIT_INDEX" val="6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3"/>
  <p:tag name="KSO_WM_UNIT_LAYERLEVEL" val="1"/>
  <p:tag name="KSO_WM_TAG_VERSION" val="1.0"/>
  <p:tag name="KSO_WM_UNIT_TYPE" val="i"/>
  <p:tag name="KSO_WM_UNIT_INDEX" val="6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4"/>
  <p:tag name="KSO_WM_UNIT_LAYERLEVEL" val="1"/>
  <p:tag name="KSO_WM_TAG_VERSION" val="1.0"/>
  <p:tag name="KSO_WM_UNIT_TYPE" val="i"/>
  <p:tag name="KSO_WM_UNIT_INDEX" val="64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5"/>
  <p:tag name="KSO_WM_UNIT_LAYERLEVEL" val="1"/>
  <p:tag name="KSO_WM_TAG_VERSION" val="1.0"/>
  <p:tag name="KSO_WM_UNIT_TYPE" val="i"/>
  <p:tag name="KSO_WM_UNIT_INDEX" val="6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6"/>
  <p:tag name="KSO_WM_UNIT_LAYERLEVEL" val="1"/>
  <p:tag name="KSO_WM_TAG_VERSION" val="1.0"/>
  <p:tag name="KSO_WM_UNIT_TYPE" val="i"/>
  <p:tag name="KSO_WM_UNIT_INDEX" val="66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7"/>
  <p:tag name="KSO_WM_UNIT_LAYERLEVEL" val="1"/>
  <p:tag name="KSO_WM_TAG_VERSION" val="1.0"/>
  <p:tag name="KSO_WM_UNIT_TYPE" val="i"/>
  <p:tag name="KSO_WM_UNIT_INDEX" val="67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8"/>
  <p:tag name="KSO_WM_UNIT_LAYERLEVEL" val="1"/>
  <p:tag name="KSO_WM_TAG_VERSION" val="1.0"/>
  <p:tag name="KSO_WM_UNIT_TYPE" val="i"/>
  <p:tag name="KSO_WM_UNIT_INDEX" val="68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9"/>
  <p:tag name="KSO_WM_UNIT_LAYERLEVEL" val="1"/>
  <p:tag name="KSO_WM_TAG_VERSION" val="1.0"/>
  <p:tag name="KSO_WM_UNIT_TYPE" val="i"/>
  <p:tag name="KSO_WM_UNIT_INDEX" val="69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0"/>
  <p:tag name="KSO_WM_UNIT_LAYERLEVEL" val="1"/>
  <p:tag name="KSO_WM_TAG_VERSION" val="1.0"/>
  <p:tag name="KSO_WM_UNIT_TYPE" val="i"/>
  <p:tag name="KSO_WM_UNIT_INDEX" val="7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1"/>
  <p:tag name="KSO_WM_UNIT_LAYERLEVEL" val="1"/>
  <p:tag name="KSO_WM_TAG_VERSION" val="1.0"/>
  <p:tag name="KSO_WM_UNIT_TYPE" val="i"/>
  <p:tag name="KSO_WM_UNIT_INDEX" val="7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2"/>
  <p:tag name="KSO_WM_UNIT_LAYERLEVEL" val="1"/>
  <p:tag name="KSO_WM_TAG_VERSION" val="1.0"/>
  <p:tag name="KSO_WM_UNIT_TYPE" val="i"/>
  <p:tag name="KSO_WM_UNIT_INDEX" val="7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3"/>
  <p:tag name="KSO_WM_UNIT_LAYERLEVEL" val="1"/>
  <p:tag name="KSO_WM_TAG_VERSION" val="1.0"/>
  <p:tag name="KSO_WM_UNIT_TYPE" val="i"/>
  <p:tag name="KSO_WM_UNIT_INDEX" val="7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4"/>
  <p:tag name="KSO_WM_UNIT_LAYERLEVEL" val="1"/>
  <p:tag name="KSO_WM_TAG_VERSION" val="1.0"/>
  <p:tag name="KSO_WM_UNIT_TYPE" val="i"/>
  <p:tag name="KSO_WM_UNIT_INDEX" val="74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5"/>
  <p:tag name="KSO_WM_UNIT_LAYERLEVEL" val="1"/>
  <p:tag name="KSO_WM_TAG_VERSION" val="1.0"/>
  <p:tag name="KSO_WM_UNIT_TYPE" val="i"/>
  <p:tag name="KSO_WM_UNIT_INDEX" val="7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6"/>
  <p:tag name="KSO_WM_UNIT_LAYERLEVEL" val="1"/>
  <p:tag name="KSO_WM_TAG_VERSION" val="1.0"/>
  <p:tag name="KSO_WM_UNIT_TYPE" val="i"/>
  <p:tag name="KSO_WM_UNIT_INDEX" val="76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7"/>
  <p:tag name="KSO_WM_UNIT_LAYERLEVEL" val="1"/>
  <p:tag name="KSO_WM_TAG_VERSION" val="1.0"/>
  <p:tag name="KSO_WM_UNIT_TYPE" val="i"/>
  <p:tag name="KSO_WM_UNIT_INDEX" val="77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8"/>
  <p:tag name="KSO_WM_UNIT_LAYERLEVEL" val="1"/>
  <p:tag name="KSO_WM_TAG_VERSION" val="1.0"/>
  <p:tag name="KSO_WM_UNIT_TYPE" val="i"/>
  <p:tag name="KSO_WM_UNIT_INDEX" val="78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9"/>
  <p:tag name="KSO_WM_UNIT_LAYERLEVEL" val="1"/>
  <p:tag name="KSO_WM_TAG_VERSION" val="1.0"/>
  <p:tag name="KSO_WM_UNIT_TYPE" val="i"/>
  <p:tag name="KSO_WM_UNIT_INDEX" val="79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80"/>
  <p:tag name="KSO_WM_UNIT_LAYERLEVEL" val="1"/>
  <p:tag name="KSO_WM_TAG_VERSION" val="1.0"/>
  <p:tag name="KSO_WM_UNIT_TYPE" val="i"/>
  <p:tag name="KSO_WM_UNIT_INDEX" val="8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TYPE" val="i"/>
  <p:tag name="KSO_WM_UNIT_INDEX" val="4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UNIT_TYPE" val="i"/>
  <p:tag name="KSO_WM_UNIT_INDEX" val="6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UNIT_TYPE" val="i"/>
  <p:tag name="KSO_WM_UNIT_INDEX" val="7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UNIT_TYPE" val="i"/>
  <p:tag name="KSO_WM_UNIT_INDEX" val="8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UNIT_TYPE" val="i"/>
  <p:tag name="KSO_WM_UNIT_INDEX" val="9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UNIT_TYPE" val="i"/>
  <p:tag name="KSO_WM_UNIT_INDEX" val="1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UNIT_TYPE" val="i"/>
  <p:tag name="KSO_WM_UNIT_INDEX" val="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UNIT_TYPE" val="i"/>
  <p:tag name="KSO_WM_UNIT_INDEX" val="1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UNIT_TYPE" val="i"/>
  <p:tag name="KSO_WM_UNIT_INDEX" val="1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UNIT_TYPE" val="i"/>
  <p:tag name="KSO_WM_UNIT_INDEX" val="14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UNIT_TYPE" val="i"/>
  <p:tag name="KSO_WM_UNIT_INDEX" val="15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UNIT_TYPE" val="i"/>
  <p:tag name="KSO_WM_UNIT_INDEX" val="16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UNIT_TYPE" val="i"/>
  <p:tag name="KSO_WM_UNIT_INDEX" val="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UNIT_TYPE" val="i"/>
  <p:tag name="KSO_WM_UNIT_INDEX" val="18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UNIT_TYPE" val="i"/>
  <p:tag name="KSO_WM_UNIT_INDEX" val="19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UNIT_TYPE" val="i"/>
  <p:tag name="KSO_WM_UNIT_INDEX" val="2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UNIT_TYPE" val="i"/>
  <p:tag name="KSO_WM_UNIT_INDEX" val="2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UNIT_TYPE" val="i"/>
  <p:tag name="KSO_WM_UNIT_INDEX" val="2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UNIT_TYPE" val="i"/>
  <p:tag name="KSO_WM_UNIT_INDEX" val="2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UNIT_TYPE" val="i"/>
  <p:tag name="KSO_WM_UNIT_INDEX" val="24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UNIT_TYPE" val="i"/>
  <p:tag name="KSO_WM_UNIT_INDEX" val="25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UNIT_TYPE" val="i"/>
  <p:tag name="KSO_WM_UNIT_INDEX" val="26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UNIT_TYPE" val="i"/>
  <p:tag name="KSO_WM_UNIT_INDEX" val="2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UNIT_TYPE" val="i"/>
  <p:tag name="KSO_WM_UNIT_INDEX" val="28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9"/>
  <p:tag name="KSO_WM_UNIT_LAYERLEVEL" val="1"/>
  <p:tag name="KSO_WM_TAG_VERSION" val="1.0"/>
  <p:tag name="KSO_WM_UNIT_TYPE" val="i"/>
  <p:tag name="KSO_WM_UNIT_INDEX" val="29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0"/>
  <p:tag name="KSO_WM_UNIT_LAYERLEVEL" val="1"/>
  <p:tag name="KSO_WM_TAG_VERSION" val="1.0"/>
  <p:tag name="KSO_WM_UNIT_TYPE" val="i"/>
  <p:tag name="KSO_WM_UNIT_INDEX" val="3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1"/>
  <p:tag name="KSO_WM_UNIT_LAYERLEVEL" val="1"/>
  <p:tag name="KSO_WM_TAG_VERSION" val="1.0"/>
  <p:tag name="KSO_WM_UNIT_TYPE" val="i"/>
  <p:tag name="KSO_WM_UNIT_INDEX" val="3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2"/>
  <p:tag name="KSO_WM_UNIT_LAYERLEVEL" val="1"/>
  <p:tag name="KSO_WM_TAG_VERSION" val="1.0"/>
  <p:tag name="KSO_WM_UNIT_TYPE" val="i"/>
  <p:tag name="KSO_WM_UNIT_INDEX" val="32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3"/>
  <p:tag name="KSO_WM_UNIT_LAYERLEVEL" val="1"/>
  <p:tag name="KSO_WM_TAG_VERSION" val="1.0"/>
  <p:tag name="KSO_WM_UNIT_TYPE" val="i"/>
  <p:tag name="KSO_WM_UNIT_INDEX" val="33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4"/>
  <p:tag name="KSO_WM_UNIT_LAYERLEVEL" val="1"/>
  <p:tag name="KSO_WM_TAG_VERSION" val="1.0"/>
  <p:tag name="KSO_WM_UNIT_TYPE" val="i"/>
  <p:tag name="KSO_WM_UNIT_INDEX" val="34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5"/>
  <p:tag name="KSO_WM_UNIT_LAYERLEVEL" val="1"/>
  <p:tag name="KSO_WM_TAG_VERSION" val="1.0"/>
  <p:tag name="KSO_WM_UNIT_TYPE" val="i"/>
  <p:tag name="KSO_WM_UNIT_INDEX" val="35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6"/>
  <p:tag name="KSO_WM_UNIT_LAYERLEVEL" val="1"/>
  <p:tag name="KSO_WM_TAG_VERSION" val="1.0"/>
  <p:tag name="KSO_WM_UNIT_TYPE" val="i"/>
  <p:tag name="KSO_WM_UNIT_INDEX" val="36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7"/>
  <p:tag name="KSO_WM_UNIT_LAYERLEVEL" val="1"/>
  <p:tag name="KSO_WM_TAG_VERSION" val="1.0"/>
  <p:tag name="KSO_WM_UNIT_TYPE" val="i"/>
  <p:tag name="KSO_WM_UNIT_INDEX" val="37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8"/>
  <p:tag name="KSO_WM_UNIT_LAYERLEVEL" val="1"/>
  <p:tag name="KSO_WM_TAG_VERSION" val="1.0"/>
  <p:tag name="KSO_WM_UNIT_TYPE" val="i"/>
  <p:tag name="KSO_WM_UNIT_INDEX" val="38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9"/>
  <p:tag name="KSO_WM_UNIT_LAYERLEVEL" val="1"/>
  <p:tag name="KSO_WM_TAG_VERSION" val="1.0"/>
  <p:tag name="KSO_WM_UNIT_TYPE" val="i"/>
  <p:tag name="KSO_WM_UNIT_INDEX" val="39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0"/>
  <p:tag name="KSO_WM_UNIT_LAYERLEVEL" val="1"/>
  <p:tag name="KSO_WM_TAG_VERSION" val="1.0"/>
  <p:tag name="KSO_WM_UNIT_TYPE" val="i"/>
  <p:tag name="KSO_WM_UNIT_INDEX" val="4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1"/>
  <p:tag name="KSO_WM_UNIT_LAYERLEVEL" val="1"/>
  <p:tag name="KSO_WM_TAG_VERSION" val="1.0"/>
  <p:tag name="KSO_WM_UNIT_TYPE" val="i"/>
  <p:tag name="KSO_WM_UNIT_INDEX" val="4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2"/>
  <p:tag name="KSO_WM_UNIT_LAYERLEVEL" val="1"/>
  <p:tag name="KSO_WM_TAG_VERSION" val="1.0"/>
  <p:tag name="KSO_WM_UNIT_TYPE" val="i"/>
  <p:tag name="KSO_WM_UNIT_INDEX" val="4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3"/>
  <p:tag name="KSO_WM_UNIT_LAYERLEVEL" val="1"/>
  <p:tag name="KSO_WM_TAG_VERSION" val="1.0"/>
  <p:tag name="KSO_WM_UNIT_TYPE" val="i"/>
  <p:tag name="KSO_WM_UNIT_INDEX" val="43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4"/>
  <p:tag name="KSO_WM_UNIT_LAYERLEVEL" val="1"/>
  <p:tag name="KSO_WM_TAG_VERSION" val="1.0"/>
  <p:tag name="KSO_WM_UNIT_TYPE" val="i"/>
  <p:tag name="KSO_WM_UNIT_INDEX" val="4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5"/>
  <p:tag name="KSO_WM_UNIT_LAYERLEVEL" val="1"/>
  <p:tag name="KSO_WM_TAG_VERSION" val="1.0"/>
  <p:tag name="KSO_WM_UNIT_TYPE" val="i"/>
  <p:tag name="KSO_WM_UNIT_INDEX" val="45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6"/>
  <p:tag name="KSO_WM_UNIT_LAYERLEVEL" val="1"/>
  <p:tag name="KSO_WM_TAG_VERSION" val="1.0"/>
  <p:tag name="KSO_WM_UNIT_TYPE" val="i"/>
  <p:tag name="KSO_WM_UNIT_INDEX" val="46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7"/>
  <p:tag name="KSO_WM_UNIT_LAYERLEVEL" val="1"/>
  <p:tag name="KSO_WM_TAG_VERSION" val="1.0"/>
  <p:tag name="KSO_WM_UNIT_TYPE" val="i"/>
  <p:tag name="KSO_WM_UNIT_INDEX" val="47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8"/>
  <p:tag name="KSO_WM_UNIT_LAYERLEVEL" val="1"/>
  <p:tag name="KSO_WM_TAG_VERSION" val="1.0"/>
  <p:tag name="KSO_WM_UNIT_TYPE" val="i"/>
  <p:tag name="KSO_WM_UNIT_INDEX" val="48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9"/>
  <p:tag name="KSO_WM_UNIT_LAYERLEVEL" val="1"/>
  <p:tag name="KSO_WM_TAG_VERSION" val="1.0"/>
  <p:tag name="KSO_WM_UNIT_TYPE" val="i"/>
  <p:tag name="KSO_WM_UNIT_INDEX" val="49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0"/>
  <p:tag name="KSO_WM_UNIT_LAYERLEVEL" val="1"/>
  <p:tag name="KSO_WM_TAG_VERSION" val="1.0"/>
  <p:tag name="KSO_WM_UNIT_TYPE" val="i"/>
  <p:tag name="KSO_WM_UNIT_INDEX" val="5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1"/>
  <p:tag name="KSO_WM_UNIT_LAYERLEVEL" val="1"/>
  <p:tag name="KSO_WM_TAG_VERSION" val="1.0"/>
  <p:tag name="KSO_WM_UNIT_TYPE" val="i"/>
  <p:tag name="KSO_WM_UNIT_INDEX" val="5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2"/>
  <p:tag name="KSO_WM_UNIT_LAYERLEVEL" val="1"/>
  <p:tag name="KSO_WM_TAG_VERSION" val="1.0"/>
  <p:tag name="KSO_WM_UNIT_TYPE" val="i"/>
  <p:tag name="KSO_WM_UNIT_INDEX" val="52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3"/>
  <p:tag name="KSO_WM_UNIT_LAYERLEVEL" val="1"/>
  <p:tag name="KSO_WM_TAG_VERSION" val="1.0"/>
  <p:tag name="KSO_WM_UNIT_TYPE" val="i"/>
  <p:tag name="KSO_WM_UNIT_INDEX" val="53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4"/>
  <p:tag name="KSO_WM_UNIT_LAYERLEVEL" val="1"/>
  <p:tag name="KSO_WM_TAG_VERSION" val="1.0"/>
  <p:tag name="KSO_WM_UNIT_TYPE" val="i"/>
  <p:tag name="KSO_WM_UNIT_INDEX" val="54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5"/>
  <p:tag name="KSO_WM_UNIT_LAYERLEVEL" val="1"/>
  <p:tag name="KSO_WM_TAG_VERSION" val="1.0"/>
  <p:tag name="KSO_WM_UNIT_TYPE" val="i"/>
  <p:tag name="KSO_WM_UNIT_INDEX" val="55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6"/>
  <p:tag name="KSO_WM_UNIT_LAYERLEVEL" val="1"/>
  <p:tag name="KSO_WM_TAG_VERSION" val="1.0"/>
  <p:tag name="KSO_WM_UNIT_TYPE" val="i"/>
  <p:tag name="KSO_WM_UNIT_INDEX" val="56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7"/>
  <p:tag name="KSO_WM_UNIT_LAYERLEVEL" val="1"/>
  <p:tag name="KSO_WM_TAG_VERSION" val="1.0"/>
  <p:tag name="KSO_WM_UNIT_TYPE" val="i"/>
  <p:tag name="KSO_WM_UNIT_INDEX" val="57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8"/>
  <p:tag name="KSO_WM_UNIT_LAYERLEVEL" val="1"/>
  <p:tag name="KSO_WM_TAG_VERSION" val="1.0"/>
  <p:tag name="KSO_WM_UNIT_TYPE" val="i"/>
  <p:tag name="KSO_WM_UNIT_INDEX" val="58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9"/>
  <p:tag name="KSO_WM_UNIT_LAYERLEVEL" val="1"/>
  <p:tag name="KSO_WM_TAG_VERSION" val="1.0"/>
  <p:tag name="KSO_WM_UNIT_TYPE" val="i"/>
  <p:tag name="KSO_WM_UNIT_INDEX" val="59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0"/>
  <p:tag name="KSO_WM_UNIT_LAYERLEVEL" val="1"/>
  <p:tag name="KSO_WM_TAG_VERSION" val="1.0"/>
  <p:tag name="KSO_WM_UNIT_TYPE" val="i"/>
  <p:tag name="KSO_WM_UNIT_INDEX" val="6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1"/>
  <p:tag name="KSO_WM_UNIT_LAYERLEVEL" val="1"/>
  <p:tag name="KSO_WM_TAG_VERSION" val="1.0"/>
  <p:tag name="KSO_WM_UNIT_TYPE" val="i"/>
  <p:tag name="KSO_WM_UNIT_INDEX" val="6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2"/>
  <p:tag name="KSO_WM_UNIT_LAYERLEVEL" val="1"/>
  <p:tag name="KSO_WM_TAG_VERSION" val="1.0"/>
  <p:tag name="KSO_WM_UNIT_TYPE" val="i"/>
  <p:tag name="KSO_WM_UNIT_INDEX" val="6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3"/>
  <p:tag name="KSO_WM_UNIT_LAYERLEVEL" val="1"/>
  <p:tag name="KSO_WM_TAG_VERSION" val="1.0"/>
  <p:tag name="KSO_WM_UNIT_TYPE" val="i"/>
  <p:tag name="KSO_WM_UNIT_INDEX" val="63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4"/>
  <p:tag name="KSO_WM_UNIT_LAYERLEVEL" val="1"/>
  <p:tag name="KSO_WM_TAG_VERSION" val="1.0"/>
  <p:tag name="KSO_WM_UNIT_TYPE" val="i"/>
  <p:tag name="KSO_WM_UNIT_INDEX" val="64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5"/>
  <p:tag name="KSO_WM_UNIT_LAYERLEVEL" val="1"/>
  <p:tag name="KSO_WM_TAG_VERSION" val="1.0"/>
  <p:tag name="KSO_WM_UNIT_TYPE" val="i"/>
  <p:tag name="KSO_WM_UNIT_INDEX" val="6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6"/>
  <p:tag name="KSO_WM_UNIT_LAYERLEVEL" val="1"/>
  <p:tag name="KSO_WM_TAG_VERSION" val="1.0"/>
  <p:tag name="KSO_WM_UNIT_TYPE" val="i"/>
  <p:tag name="KSO_WM_UNIT_INDEX" val="66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7"/>
  <p:tag name="KSO_WM_UNIT_LAYERLEVEL" val="1"/>
  <p:tag name="KSO_WM_TAG_VERSION" val="1.0"/>
  <p:tag name="KSO_WM_UNIT_TYPE" val="i"/>
  <p:tag name="KSO_WM_UNIT_INDEX" val="67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8"/>
  <p:tag name="KSO_WM_UNIT_LAYERLEVEL" val="1"/>
  <p:tag name="KSO_WM_TAG_VERSION" val="1.0"/>
  <p:tag name="KSO_WM_UNIT_TYPE" val="i"/>
  <p:tag name="KSO_WM_UNIT_INDEX" val="68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9"/>
  <p:tag name="KSO_WM_UNIT_LAYERLEVEL" val="1"/>
  <p:tag name="KSO_WM_TAG_VERSION" val="1.0"/>
  <p:tag name="KSO_WM_UNIT_TYPE" val="i"/>
  <p:tag name="KSO_WM_UNIT_INDEX" val="69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0"/>
  <p:tag name="KSO_WM_UNIT_LAYERLEVEL" val="1"/>
  <p:tag name="KSO_WM_TAG_VERSION" val="1.0"/>
  <p:tag name="KSO_WM_UNIT_TYPE" val="i"/>
  <p:tag name="KSO_WM_UNIT_INDEX" val="7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1"/>
  <p:tag name="KSO_WM_UNIT_LAYERLEVEL" val="1"/>
  <p:tag name="KSO_WM_TAG_VERSION" val="1.0"/>
  <p:tag name="KSO_WM_UNIT_TYPE" val="i"/>
  <p:tag name="KSO_WM_UNIT_INDEX" val="7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2"/>
  <p:tag name="KSO_WM_UNIT_LAYERLEVEL" val="1"/>
  <p:tag name="KSO_WM_TAG_VERSION" val="1.0"/>
  <p:tag name="KSO_WM_UNIT_TYPE" val="i"/>
  <p:tag name="KSO_WM_UNIT_INDEX" val="7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3"/>
  <p:tag name="KSO_WM_UNIT_LAYERLEVEL" val="1"/>
  <p:tag name="KSO_WM_TAG_VERSION" val="1.0"/>
  <p:tag name="KSO_WM_UNIT_TYPE" val="i"/>
  <p:tag name="KSO_WM_UNIT_INDEX" val="73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4"/>
  <p:tag name="KSO_WM_UNIT_LAYERLEVEL" val="1"/>
  <p:tag name="KSO_WM_TAG_VERSION" val="1.0"/>
  <p:tag name="KSO_WM_UNIT_TYPE" val="i"/>
  <p:tag name="KSO_WM_UNIT_INDEX" val="74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5"/>
  <p:tag name="KSO_WM_UNIT_LAYERLEVEL" val="1"/>
  <p:tag name="KSO_WM_TAG_VERSION" val="1.0"/>
  <p:tag name="KSO_WM_UNIT_TYPE" val="i"/>
  <p:tag name="KSO_WM_UNIT_INDEX" val="75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6"/>
  <p:tag name="KSO_WM_UNIT_LAYERLEVEL" val="1"/>
  <p:tag name="KSO_WM_TAG_VERSION" val="1.0"/>
  <p:tag name="KSO_WM_UNIT_TYPE" val="i"/>
  <p:tag name="KSO_WM_UNIT_INDEX" val="76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7"/>
  <p:tag name="KSO_WM_UNIT_LAYERLEVEL" val="1"/>
  <p:tag name="KSO_WM_TAG_VERSION" val="1.0"/>
  <p:tag name="KSO_WM_UNIT_TYPE" val="i"/>
  <p:tag name="KSO_WM_UNIT_INDEX" val="77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8"/>
  <p:tag name="KSO_WM_UNIT_LAYERLEVEL" val="1"/>
  <p:tag name="KSO_WM_TAG_VERSION" val="1.0"/>
  <p:tag name="KSO_WM_UNIT_TYPE" val="i"/>
  <p:tag name="KSO_WM_UNIT_INDEX" val="78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9"/>
  <p:tag name="KSO_WM_UNIT_LAYERLEVEL" val="1"/>
  <p:tag name="KSO_WM_TAG_VERSION" val="1.0"/>
  <p:tag name="KSO_WM_UNIT_TYPE" val="i"/>
  <p:tag name="KSO_WM_UNIT_INDEX" val="79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0"/>
  <p:tag name="KSO_WM_UNIT_LAYERLEVEL" val="1"/>
  <p:tag name="KSO_WM_TAG_VERSION" val="1.0"/>
  <p:tag name="KSO_WM_UNIT_TYPE" val="i"/>
  <p:tag name="KSO_WM_UNIT_INDEX" val="8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1"/>
  <p:tag name="KSO_WM_UNIT_LAYERLEVEL" val="1"/>
  <p:tag name="KSO_WM_TAG_VERSION" val="1.0"/>
  <p:tag name="KSO_WM_UNIT_TYPE" val="i"/>
  <p:tag name="KSO_WM_UNIT_INDEX" val="8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h_f"/>
  <p:tag name="KSO_WM_UNIT_INDEX" val="1_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h_f"/>
  <p:tag name="KSO_WM_UNIT_INDEX" val="2_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TYPE" val="i"/>
  <p:tag name="KSO_WM_UNIT_INDEX" val="4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TYPE" val="i"/>
  <p:tag name="KSO_WM_UNIT_INDEX" val="8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TYPE" val="i"/>
  <p:tag name="KSO_WM_UNIT_INDEX" val="9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TYPE" val="i"/>
  <p:tag name="KSO_WM_UNIT_INDEX" val="1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UNIT_TYPE" val="i"/>
  <p:tag name="KSO_WM_UNIT_INDEX" val="12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UNIT_TYPE" val="i"/>
  <p:tag name="KSO_WM_UNIT_INDEX" val="13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UNIT_TYPE" val="i"/>
  <p:tag name="KSO_WM_UNIT_INDEX" val="14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UNIT_TYPE" val="i"/>
  <p:tag name="KSO_WM_UNIT_INDEX" val="1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UNIT_TYPE" val="i"/>
  <p:tag name="KSO_WM_UNIT_INDEX" val="16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UNIT_TYPE" val="i"/>
  <p:tag name="KSO_WM_UNIT_INDEX" val="17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UNIT_TYPE" val="i"/>
  <p:tag name="KSO_WM_UNIT_INDEX" val="18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UNIT_TYPE" val="i"/>
  <p:tag name="KSO_WM_UNIT_INDEX" val="19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UNIT_TYPE" val="i"/>
  <p:tag name="KSO_WM_UNIT_INDEX" val="20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UNIT_TYPE" val="i"/>
  <p:tag name="KSO_WM_UNIT_INDEX" val="2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UNIT_TYPE" val="i"/>
  <p:tag name="KSO_WM_UNIT_INDEX" val="22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UNIT_TYPE" val="i"/>
  <p:tag name="KSO_WM_UNIT_INDEX" val="23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UNIT_TYPE" val="i"/>
  <p:tag name="KSO_WM_UNIT_INDEX" val="24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UNIT_TYPE" val="i"/>
  <p:tag name="KSO_WM_UNIT_INDEX" val="25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UNIT_TYPE" val="i"/>
  <p:tag name="KSO_WM_UNIT_INDEX" val="26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UNIT_TYPE" val="i"/>
  <p:tag name="KSO_WM_UNIT_INDEX" val="27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UNIT_TYPE" val="i"/>
  <p:tag name="KSO_WM_UNIT_INDEX" val="28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UNIT_TYPE" val="i"/>
  <p:tag name="KSO_WM_UNIT_INDEX" val="29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1.0"/>
  <p:tag name="KSO_WM_UNIT_TYPE" val="i"/>
  <p:tag name="KSO_WM_UNIT_INDEX" val="3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UNIT_TYPE" val="i"/>
  <p:tag name="KSO_WM_UNIT_INDEX" val="3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2"/>
  <p:tag name="KSO_WM_UNIT_LAYERLEVEL" val="1"/>
  <p:tag name="KSO_WM_TAG_VERSION" val="1.0"/>
  <p:tag name="KSO_WM_UNIT_TYPE" val="i"/>
  <p:tag name="KSO_WM_UNIT_INDEX" val="3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3"/>
  <p:tag name="KSO_WM_UNIT_LAYERLEVEL" val="1"/>
  <p:tag name="KSO_WM_TAG_VERSION" val="1.0"/>
  <p:tag name="KSO_WM_UNIT_TYPE" val="i"/>
  <p:tag name="KSO_WM_UNIT_INDEX" val="33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4"/>
  <p:tag name="KSO_WM_UNIT_LAYERLEVEL" val="1"/>
  <p:tag name="KSO_WM_TAG_VERSION" val="1.0"/>
  <p:tag name="KSO_WM_UNIT_TYPE" val="i"/>
  <p:tag name="KSO_WM_UNIT_INDEX" val="34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5"/>
  <p:tag name="KSO_WM_UNIT_LAYERLEVEL" val="1"/>
  <p:tag name="KSO_WM_TAG_VERSION" val="1.0"/>
  <p:tag name="KSO_WM_UNIT_TYPE" val="i"/>
  <p:tag name="KSO_WM_UNIT_INDEX" val="35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6"/>
  <p:tag name="KSO_WM_UNIT_LAYERLEVEL" val="1"/>
  <p:tag name="KSO_WM_TAG_VERSION" val="1.0"/>
  <p:tag name="KSO_WM_UNIT_TYPE" val="i"/>
  <p:tag name="KSO_WM_UNIT_INDEX" val="36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7"/>
  <p:tag name="KSO_WM_UNIT_LAYERLEVEL" val="1"/>
  <p:tag name="KSO_WM_TAG_VERSION" val="1.0"/>
  <p:tag name="KSO_WM_UNIT_TYPE" val="i"/>
  <p:tag name="KSO_WM_UNIT_INDEX" val="37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8"/>
  <p:tag name="KSO_WM_UNIT_LAYERLEVEL" val="1"/>
  <p:tag name="KSO_WM_TAG_VERSION" val="1.0"/>
  <p:tag name="KSO_WM_UNIT_TYPE" val="i"/>
  <p:tag name="KSO_WM_UNIT_INDEX" val="38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9"/>
  <p:tag name="KSO_WM_UNIT_LAYERLEVEL" val="1"/>
  <p:tag name="KSO_WM_TAG_VERSION" val="1.0"/>
  <p:tag name="KSO_WM_UNIT_TYPE" val="i"/>
  <p:tag name="KSO_WM_UNIT_INDEX" val="39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0"/>
  <p:tag name="KSO_WM_UNIT_LAYERLEVEL" val="1"/>
  <p:tag name="KSO_WM_TAG_VERSION" val="1.0"/>
  <p:tag name="KSO_WM_UNIT_TYPE" val="i"/>
  <p:tag name="KSO_WM_UNIT_INDEX" val="40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1"/>
  <p:tag name="KSO_WM_UNIT_LAYERLEVEL" val="1"/>
  <p:tag name="KSO_WM_TAG_VERSION" val="1.0"/>
  <p:tag name="KSO_WM_UNIT_TYPE" val="i"/>
  <p:tag name="KSO_WM_UNIT_INDEX" val="4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2"/>
  <p:tag name="KSO_WM_UNIT_LAYERLEVEL" val="1"/>
  <p:tag name="KSO_WM_TAG_VERSION" val="1.0"/>
  <p:tag name="KSO_WM_UNIT_TYPE" val="i"/>
  <p:tag name="KSO_WM_UNIT_INDEX" val="4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3"/>
  <p:tag name="KSO_WM_UNIT_LAYERLEVEL" val="1"/>
  <p:tag name="KSO_WM_TAG_VERSION" val="1.0"/>
  <p:tag name="KSO_WM_UNIT_TYPE" val="i"/>
  <p:tag name="KSO_WM_UNIT_INDEX" val="4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4"/>
  <p:tag name="KSO_WM_UNIT_LAYERLEVEL" val="1"/>
  <p:tag name="KSO_WM_TAG_VERSION" val="1.0"/>
  <p:tag name="KSO_WM_UNIT_TYPE" val="i"/>
  <p:tag name="KSO_WM_UNIT_INDEX" val="44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5"/>
  <p:tag name="KSO_WM_UNIT_LAYERLEVEL" val="1"/>
  <p:tag name="KSO_WM_TAG_VERSION" val="1.0"/>
  <p:tag name="KSO_WM_UNIT_TYPE" val="i"/>
  <p:tag name="KSO_WM_UNIT_INDEX" val="45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6"/>
  <p:tag name="KSO_WM_UNIT_LAYERLEVEL" val="1"/>
  <p:tag name="KSO_WM_TAG_VERSION" val="1.0"/>
  <p:tag name="KSO_WM_UNIT_TYPE" val="i"/>
  <p:tag name="KSO_WM_UNIT_INDEX" val="46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7"/>
  <p:tag name="KSO_WM_UNIT_LAYERLEVEL" val="1"/>
  <p:tag name="KSO_WM_TAG_VERSION" val="1.0"/>
  <p:tag name="KSO_WM_UNIT_TYPE" val="i"/>
  <p:tag name="KSO_WM_UNIT_INDEX" val="47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8"/>
  <p:tag name="KSO_WM_UNIT_LAYERLEVEL" val="1"/>
  <p:tag name="KSO_WM_TAG_VERSION" val="1.0"/>
  <p:tag name="KSO_WM_UNIT_TYPE" val="i"/>
  <p:tag name="KSO_WM_UNIT_INDEX" val="48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9"/>
  <p:tag name="KSO_WM_UNIT_LAYERLEVEL" val="1"/>
  <p:tag name="KSO_WM_TAG_VERSION" val="1.0"/>
  <p:tag name="KSO_WM_UNIT_TYPE" val="i"/>
  <p:tag name="KSO_WM_UNIT_INDEX" val="49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0"/>
  <p:tag name="KSO_WM_UNIT_LAYERLEVEL" val="1"/>
  <p:tag name="KSO_WM_TAG_VERSION" val="1.0"/>
  <p:tag name="KSO_WM_UNIT_TYPE" val="i"/>
  <p:tag name="KSO_WM_UNIT_INDEX" val="5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1"/>
  <p:tag name="KSO_WM_UNIT_LAYERLEVEL" val="1"/>
  <p:tag name="KSO_WM_TAG_VERSION" val="1.0"/>
  <p:tag name="KSO_WM_UNIT_TYPE" val="i"/>
  <p:tag name="KSO_WM_UNIT_INDEX" val="5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2"/>
  <p:tag name="KSO_WM_UNIT_LAYERLEVEL" val="1"/>
  <p:tag name="KSO_WM_TAG_VERSION" val="1.0"/>
  <p:tag name="KSO_WM_UNIT_TYPE" val="i"/>
  <p:tag name="KSO_WM_UNIT_INDEX" val="52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3"/>
  <p:tag name="KSO_WM_UNIT_LAYERLEVEL" val="1"/>
  <p:tag name="KSO_WM_TAG_VERSION" val="1.0"/>
  <p:tag name="KSO_WM_UNIT_TYPE" val="i"/>
  <p:tag name="KSO_WM_UNIT_INDEX" val="53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4"/>
  <p:tag name="KSO_WM_UNIT_LAYERLEVEL" val="1"/>
  <p:tag name="KSO_WM_TAG_VERSION" val="1.0"/>
  <p:tag name="KSO_WM_UNIT_TYPE" val="i"/>
  <p:tag name="KSO_WM_UNIT_INDEX" val="54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5"/>
  <p:tag name="KSO_WM_UNIT_LAYERLEVEL" val="1"/>
  <p:tag name="KSO_WM_TAG_VERSION" val="1.0"/>
  <p:tag name="KSO_WM_UNIT_TYPE" val="i"/>
  <p:tag name="KSO_WM_UNIT_INDEX" val="55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6"/>
  <p:tag name="KSO_WM_UNIT_LAYERLEVEL" val="1"/>
  <p:tag name="KSO_WM_TAG_VERSION" val="1.0"/>
  <p:tag name="KSO_WM_UNIT_TYPE" val="i"/>
  <p:tag name="KSO_WM_UNIT_INDEX" val="56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7"/>
  <p:tag name="KSO_WM_UNIT_LAYERLEVEL" val="1"/>
  <p:tag name="KSO_WM_TAG_VERSION" val="1.0"/>
  <p:tag name="KSO_WM_UNIT_TYPE" val="i"/>
  <p:tag name="KSO_WM_UNIT_INDEX" val="57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8"/>
  <p:tag name="KSO_WM_UNIT_LAYERLEVEL" val="1"/>
  <p:tag name="KSO_WM_TAG_VERSION" val="1.0"/>
  <p:tag name="KSO_WM_UNIT_TYPE" val="i"/>
  <p:tag name="KSO_WM_UNIT_INDEX" val="58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9"/>
  <p:tag name="KSO_WM_UNIT_LAYERLEVEL" val="1"/>
  <p:tag name="KSO_WM_TAG_VERSION" val="1.0"/>
  <p:tag name="KSO_WM_UNIT_TYPE" val="i"/>
  <p:tag name="KSO_WM_UNIT_INDEX" val="59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0"/>
  <p:tag name="KSO_WM_UNIT_LAYERLEVEL" val="1"/>
  <p:tag name="KSO_WM_TAG_VERSION" val="1.0"/>
  <p:tag name="KSO_WM_UNIT_TYPE" val="i"/>
  <p:tag name="KSO_WM_UNIT_INDEX" val="60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1"/>
  <p:tag name="KSO_WM_UNIT_LAYERLEVEL" val="1"/>
  <p:tag name="KSO_WM_TAG_VERSION" val="1.0"/>
  <p:tag name="KSO_WM_UNIT_TYPE" val="i"/>
  <p:tag name="KSO_WM_UNIT_INDEX" val="6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2"/>
  <p:tag name="KSO_WM_UNIT_LAYERLEVEL" val="1"/>
  <p:tag name="KSO_WM_TAG_VERSION" val="1.0"/>
  <p:tag name="KSO_WM_UNIT_TYPE" val="i"/>
  <p:tag name="KSO_WM_UNIT_INDEX" val="62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3"/>
  <p:tag name="KSO_WM_UNIT_LAYERLEVEL" val="1"/>
  <p:tag name="KSO_WM_TAG_VERSION" val="1.0"/>
  <p:tag name="KSO_WM_UNIT_TYPE" val="i"/>
  <p:tag name="KSO_WM_UNIT_INDEX" val="63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4"/>
  <p:tag name="KSO_WM_UNIT_LAYERLEVEL" val="1"/>
  <p:tag name="KSO_WM_TAG_VERSION" val="1.0"/>
  <p:tag name="KSO_WM_UNIT_TYPE" val="i"/>
  <p:tag name="KSO_WM_UNIT_INDEX" val="64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5"/>
  <p:tag name="KSO_WM_UNIT_LAYERLEVEL" val="1"/>
  <p:tag name="KSO_WM_TAG_VERSION" val="1.0"/>
  <p:tag name="KSO_WM_UNIT_TYPE" val="i"/>
  <p:tag name="KSO_WM_UNIT_INDEX" val="65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6"/>
  <p:tag name="KSO_WM_UNIT_LAYERLEVEL" val="1"/>
  <p:tag name="KSO_WM_TAG_VERSION" val="1.0"/>
  <p:tag name="KSO_WM_UNIT_TYPE" val="i"/>
  <p:tag name="KSO_WM_UNIT_INDEX" val="66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7"/>
  <p:tag name="KSO_WM_UNIT_LAYERLEVEL" val="1"/>
  <p:tag name="KSO_WM_TAG_VERSION" val="1.0"/>
  <p:tag name="KSO_WM_UNIT_TYPE" val="i"/>
  <p:tag name="KSO_WM_UNIT_INDEX" val="67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8"/>
  <p:tag name="KSO_WM_UNIT_LAYERLEVEL" val="1"/>
  <p:tag name="KSO_WM_TAG_VERSION" val="1.0"/>
  <p:tag name="KSO_WM_UNIT_TYPE" val="i"/>
  <p:tag name="KSO_WM_UNIT_INDEX" val="68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9"/>
  <p:tag name="KSO_WM_UNIT_LAYERLEVEL" val="1"/>
  <p:tag name="KSO_WM_TAG_VERSION" val="1.0"/>
  <p:tag name="KSO_WM_UNIT_TYPE" val="i"/>
  <p:tag name="KSO_WM_UNIT_INDEX" val="69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0"/>
  <p:tag name="KSO_WM_UNIT_LAYERLEVEL" val="1"/>
  <p:tag name="KSO_WM_TAG_VERSION" val="1.0"/>
  <p:tag name="KSO_WM_UNIT_TYPE" val="i"/>
  <p:tag name="KSO_WM_UNIT_INDEX" val="70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1"/>
  <p:tag name="KSO_WM_UNIT_LAYERLEVEL" val="1"/>
  <p:tag name="KSO_WM_TAG_VERSION" val="1.0"/>
  <p:tag name="KSO_WM_UNIT_TYPE" val="i"/>
  <p:tag name="KSO_WM_UNIT_INDEX" val="7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2"/>
  <p:tag name="KSO_WM_UNIT_LAYERLEVEL" val="1"/>
  <p:tag name="KSO_WM_TAG_VERSION" val="1.0"/>
  <p:tag name="KSO_WM_UNIT_TYPE" val="i"/>
  <p:tag name="KSO_WM_UNIT_INDEX" val="7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3"/>
  <p:tag name="KSO_WM_UNIT_LAYERLEVEL" val="1"/>
  <p:tag name="KSO_WM_TAG_VERSION" val="1.0"/>
  <p:tag name="KSO_WM_UNIT_TYPE" val="i"/>
  <p:tag name="KSO_WM_UNIT_INDEX" val="73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4"/>
  <p:tag name="KSO_WM_UNIT_LAYERLEVEL" val="1"/>
  <p:tag name="KSO_WM_TAG_VERSION" val="1.0"/>
  <p:tag name="KSO_WM_UNIT_TYPE" val="i"/>
  <p:tag name="KSO_WM_UNIT_INDEX" val="74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5"/>
  <p:tag name="KSO_WM_UNIT_LAYERLEVEL" val="1"/>
  <p:tag name="KSO_WM_TAG_VERSION" val="1.0"/>
  <p:tag name="KSO_WM_UNIT_TYPE" val="i"/>
  <p:tag name="KSO_WM_UNIT_INDEX" val="75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6"/>
  <p:tag name="KSO_WM_UNIT_LAYERLEVEL" val="1"/>
  <p:tag name="KSO_WM_TAG_VERSION" val="1.0"/>
  <p:tag name="KSO_WM_UNIT_TYPE" val="i"/>
  <p:tag name="KSO_WM_UNIT_INDEX" val="76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7"/>
  <p:tag name="KSO_WM_UNIT_LAYERLEVEL" val="1"/>
  <p:tag name="KSO_WM_TAG_VERSION" val="1.0"/>
  <p:tag name="KSO_WM_UNIT_TYPE" val="i"/>
  <p:tag name="KSO_WM_UNIT_INDEX" val="77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8"/>
  <p:tag name="KSO_WM_UNIT_LAYERLEVEL" val="1"/>
  <p:tag name="KSO_WM_TAG_VERSION" val="1.0"/>
  <p:tag name="KSO_WM_UNIT_TYPE" val="i"/>
  <p:tag name="KSO_WM_UNIT_INDEX" val="78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9"/>
  <p:tag name="KSO_WM_UNIT_LAYERLEVEL" val="1"/>
  <p:tag name="KSO_WM_TAG_VERSION" val="1.0"/>
  <p:tag name="KSO_WM_UNIT_TYPE" val="i"/>
  <p:tag name="KSO_WM_UNIT_INDEX" val="79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0"/>
  <p:tag name="KSO_WM_UNIT_LAYERLEVEL" val="1"/>
  <p:tag name="KSO_WM_TAG_VERSION" val="1.0"/>
  <p:tag name="KSO_WM_UNIT_TYPE" val="i"/>
  <p:tag name="KSO_WM_UNIT_INDEX" val="80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1.0"/>
  <p:tag name="KSO_WM_BEAUTIFY_FLAG" val="#wm#"/>
  <p:tag name="KSO_WM_UNIT_SUBTYPE" val="c"/>
  <p:tag name="KSO_WM_UNIT_PRESET_TEXT" val="2023-7-18"/>
  <p:tag name="KSO_WM_UNIT_NOCLEAR" val="0"/>
  <p:tag name="KSO_WM_UNIT_VALUE" val="16"/>
  <p:tag name="KSO_WM_UNIT_TYPE" val="f"/>
  <p:tag name="KSO_WM_UNIT_INDEX" val="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1"/>
  <p:tag name="KSO_WM_UNIT_LAYERLEVEL" val="1"/>
  <p:tag name="KSO_WM_TAG_VERSION" val="1.0"/>
  <p:tag name="KSO_WM_UNIT_TYPE" val="i"/>
  <p:tag name="KSO_WM_UNIT_INDEX" val="8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2"/>
  <p:tag name="KSO_WM_UNIT_LAYERLEVEL" val="1"/>
  <p:tag name="KSO_WM_TAG_VERSION" val="1.0"/>
  <p:tag name="KSO_WM_BEAUTIFY_FLAG" val="#wm#"/>
  <p:tag name="KSO_WM_UNIT_TYPE" val="i"/>
  <p:tag name="KSO_WM_UNIT_INDEX" val="8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5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985"/>
  <p:tag name="KSO_WM_SLIDE_LAYOUT" val="a_b_f"/>
  <p:tag name="KSO_WM_SLIDE_LAYOUT_CNT" val="1_1_2"/>
  <p:tag name="KSO_WM_SLIDE_TYPE" val="title"/>
  <p:tag name="KSO_WM_SLIDE_SUBTYPE" val="pureTxt"/>
  <p:tag name="KSO_WM_SPECIAL_SOURCE" val="bdnull"/>
  <p:tag name="KSO_WM_TEMPLATE_THUMBS_INDEX" val="1、9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85_1*a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PRESET_TEXT" val="单击添加文档标题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0985_1*f*2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PRESET_TEXT" val="汇报人：WPS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985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985"/>
  <p:tag name="KSO_WM_SLIDE_TYPE" val="sectionTitle"/>
  <p:tag name="KSO_WM_SLIDE_SUBTYPE" val="pureTxt"/>
  <p:tag name="KSO_WM_SLIDE_LAYOUT" val="a_e"/>
  <p:tag name="KSO_WM_SLIDE_LAYOUT_CNT" val="1_1"/>
  <p:tag name="KSO_WM_SPECIAL_SOURCE" val="bdnull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5_7*a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5_7*e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985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985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985"/>
  <p:tag name="KSO_WM_SLIDE_TYPE" val="sectionTitle"/>
  <p:tag name="KSO_WM_SLIDE_SUBTYPE" val="pureTxt"/>
  <p:tag name="KSO_WM_SLIDE_LAYOUT" val="a_e"/>
  <p:tag name="KSO_WM_SLIDE_LAYOUT_CNT" val="1_1"/>
  <p:tag name="KSO_WM_SPECIAL_SOURCE" val="bdnull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5_7*a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5_7*e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985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5_4*a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" val="CONTENTS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85_4*l_h_i*1_1_1"/>
  <p:tag name="KSO_WM_TEMPLATE_CATEGORY" val="custom"/>
  <p:tag name="KSO_WM_TEMPLATE_INDEX" val="20230985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01"/>
  <p:tag name="KSO_WM_DIAGRAM_MAX_ITEMCNT" val="6"/>
  <p:tag name="KSO_WM_DIAGRAM_MIN_ITEMCNT" val="2"/>
  <p:tag name="KSO_WM_DIAGRAM_VIRTUALLY_FRAME" val="{&quot;height&quot;:326.79998779296875,&quot;left&quot;:66.35001220703126,&quot;top&quot;:170.3000061035156,&quot;width&quot;:827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85_4*l_h_a*1_1_1"/>
  <p:tag name="KSO_WM_TEMPLATE_CATEGORY" val="custom"/>
  <p:tag name="KSO_WM_TEMPLATE_INDEX" val="20230985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目录项标题"/>
  <p:tag name="KSO_WM_DIAGRAM_MAX_ITEMCNT" val="6"/>
  <p:tag name="KSO_WM_DIAGRAM_MIN_ITEMCNT" val="2"/>
  <p:tag name="KSO_WM_DIAGRAM_VIRTUALLY_FRAME" val="{&quot;height&quot;:326.79998779296875,&quot;left&quot;:66.35001220703126,&quot;top&quot;:170.3000061035156,&quot;width&quot;:827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85_4*l_h_i*1_2_1"/>
  <p:tag name="KSO_WM_TEMPLATE_CATEGORY" val="custom"/>
  <p:tag name="KSO_WM_TEMPLATE_INDEX" val="20230985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02"/>
  <p:tag name="KSO_WM_DIAGRAM_MAX_ITEMCNT" val="6"/>
  <p:tag name="KSO_WM_DIAGRAM_MIN_ITEMCNT" val="2"/>
  <p:tag name="KSO_WM_DIAGRAM_VIRTUALLY_FRAME" val="{&quot;height&quot;:326.79998779296875,&quot;left&quot;:66.35001220703126,&quot;top&quot;:170.3000061035156,&quot;width&quot;:827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85_4*l_h_a*1_2_1"/>
  <p:tag name="KSO_WM_TEMPLATE_CATEGORY" val="custom"/>
  <p:tag name="KSO_WM_TEMPLATE_INDEX" val="20230985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目录项标题"/>
  <p:tag name="KSO_WM_DIAGRAM_MAX_ITEMCNT" val="6"/>
  <p:tag name="KSO_WM_DIAGRAM_MIN_ITEMCNT" val="2"/>
  <p:tag name="KSO_WM_DIAGRAM_VIRTUALLY_FRAME" val="{&quot;height&quot;:326.79998779296875,&quot;left&quot;:66.35001220703126,&quot;top&quot;:170.3000061035156,&quot;width&quot;:827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85_4*l_h_i*1_3_1"/>
  <p:tag name="KSO_WM_TEMPLATE_CATEGORY" val="custom"/>
  <p:tag name="KSO_WM_TEMPLATE_INDEX" val="20230985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03"/>
  <p:tag name="KSO_WM_DIAGRAM_MAX_ITEMCNT" val="6"/>
  <p:tag name="KSO_WM_DIAGRAM_MIN_ITEMCNT" val="2"/>
  <p:tag name="KSO_WM_DIAGRAM_VIRTUALLY_FRAME" val="{&quot;height&quot;:326.79998779296875,&quot;left&quot;:66.35001220703126,&quot;top&quot;:170.3000061035156,&quot;width&quot;:827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85_4*l_h_a*1_3_1"/>
  <p:tag name="KSO_WM_TEMPLATE_CATEGORY" val="custom"/>
  <p:tag name="KSO_WM_TEMPLATE_INDEX" val="20230985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目录项标题"/>
  <p:tag name="KSO_WM_DIAGRAM_MAX_ITEMCNT" val="6"/>
  <p:tag name="KSO_WM_DIAGRAM_MIN_ITEMCNT" val="2"/>
  <p:tag name="KSO_WM_DIAGRAM_VIRTUALLY_FRAME" val="{&quot;height&quot;:326.79998779296875,&quot;left&quot;:66.35001220703126,&quot;top&quot;:170.3000061035156,&quot;width&quot;:827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985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985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985"/>
  <p:tag name="KSO_WM_SLIDE_TYPE" val="text"/>
  <p:tag name="KSO_WM_SLIDE_SUBTYPE" val="pureTxt"/>
  <p:tag name="KSO_WM_SLIDE_SIZE" val="828*453"/>
  <p:tag name="KSO_WM_SLIDE_POSITION" val="66*32"/>
  <p:tag name="KSO_WM_SLIDE_LAYOUT" val="a_f"/>
  <p:tag name="KSO_WM_SLIDE_LAYOUT_CNT" val="1_1"/>
  <p:tag name="KSO_WM_SPECIAL_SOURCE" val="bdnull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5_8*a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985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985"/>
  <p:tag name="KSO_WM_SLIDE_TYPE" val="endPage"/>
  <p:tag name="KSO_WM_SLIDE_SUBTYPE" val="pureTxt"/>
  <p:tag name="KSO_WM_SLIDE_LAYOUT" val="a_f"/>
  <p:tag name="KSO_WM_SLIDE_LAYOUT_CNT" val="1_2"/>
  <p:tag name="KSO_WM_SPECIAL_SOURCE" val="bdnull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5_9*a*1"/>
  <p:tag name="KSO_WM_TEMPLATE_CATEGORY" val="custom"/>
  <p:tag name="KSO_WM_TEMPLATE_INDEX" val="2023098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 YOU"/>
</p:tagLst>
</file>

<file path=ppt/theme/theme1.xml><?xml version="1.0" encoding="utf-8"?>
<a:theme xmlns:a="http://schemas.openxmlformats.org/drawingml/2006/main" name="Office 主题​​">
  <a:themeElements>
    <a:clrScheme name="红色-蓝色">
      <a:dk1>
        <a:srgbClr val="000000"/>
      </a:dk1>
      <a:lt1>
        <a:srgbClr val="FFFFFF"/>
      </a:lt1>
      <a:dk2>
        <a:srgbClr val="182F40"/>
      </a:dk2>
      <a:lt2>
        <a:srgbClr val="DBECF9"/>
      </a:lt2>
      <a:accent1>
        <a:srgbClr val="F47171"/>
      </a:accent1>
      <a:accent2>
        <a:srgbClr val="D67B85"/>
      </a:accent2>
      <a:accent3>
        <a:srgbClr val="B9859A"/>
      </a:accent3>
      <a:accent4>
        <a:srgbClr val="9B90AE"/>
      </a:accent4>
      <a:accent5>
        <a:srgbClr val="7E9AC3"/>
      </a:accent5>
      <a:accent6>
        <a:srgbClr val="60A4D7"/>
      </a:accent6>
      <a:hlink>
        <a:srgbClr val="0563C1"/>
      </a:hlink>
      <a:folHlink>
        <a:srgbClr val="954D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6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346</Words>
  <Application>Microsoft Office PowerPoint</Application>
  <PresentationFormat>宽屏</PresentationFormat>
  <Paragraphs>52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微软雅黑</vt:lpstr>
      <vt:lpstr>Arial</vt:lpstr>
      <vt:lpstr>Office 主题​​</vt:lpstr>
      <vt:lpstr>精通时间管理 ——  走向高效的大学生活</vt:lpstr>
      <vt:lpstr>为什么时间管理如此重要？</vt:lpstr>
      <vt:lpstr>时间管理为何失败</vt:lpstr>
      <vt:lpstr>PowerPoint 演示文稿</vt:lpstr>
      <vt:lpstr>PowerPoint 演示文稿</vt:lpstr>
      <vt:lpstr>时间管理方法</vt:lpstr>
      <vt:lpstr>如何有效管理时间？</vt:lpstr>
      <vt:lpstr>01 SMART原则</vt:lpstr>
      <vt:lpstr>02 柳比歇夫时间管理法</vt:lpstr>
      <vt:lpstr>03 番茄工作法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单击此处添加文档标题</dc:title>
  <dc:creator>O365</dc:creator>
  <cp:lastModifiedBy>xi sheng</cp:lastModifiedBy>
  <cp:revision>292</cp:revision>
  <dcterms:created xsi:type="dcterms:W3CDTF">2023-07-18T08:08:00Z</dcterms:created>
  <dcterms:modified xsi:type="dcterms:W3CDTF">2024-04-25T23:59:09Z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98F7BAFFF7D64D9AA815B8F18ACE061E_11</vt:lpwstr>
  </property>
  <property fmtid="{D5CDD505-2E9C-101B-9397-08002B2CF9AE}" pid="3" name="KSOProductBuildVer">
    <vt:lpwstr>2052-12.1.0.16729</vt:lpwstr>
  </property>
</Properties>
</file>