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8"/>
  </p:notesMasterIdLst>
  <p:sldIdLst>
    <p:sldId id="643" r:id="rId2"/>
    <p:sldId id="558" r:id="rId3"/>
    <p:sldId id="1238" r:id="rId4"/>
    <p:sldId id="1251" r:id="rId5"/>
    <p:sldId id="1239" r:id="rId6"/>
    <p:sldId id="1244" r:id="rId7"/>
    <p:sldId id="1240" r:id="rId8"/>
    <p:sldId id="1241" r:id="rId9"/>
    <p:sldId id="1242" r:id="rId10"/>
    <p:sldId id="1243" r:id="rId11"/>
    <p:sldId id="1246" r:id="rId12"/>
    <p:sldId id="1247" r:id="rId13"/>
    <p:sldId id="1245" r:id="rId14"/>
    <p:sldId id="1248" r:id="rId15"/>
    <p:sldId id="1250" r:id="rId16"/>
    <p:sldId id="124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037E36AB-AE67-4093-A9B9-EAB13E1DD27E}"/>
    <pc:docChg chg="modSld sldOrd">
      <pc:chgData name="xi sheng" userId="b3919e0d8ca6a452" providerId="LiveId" clId="{037E36AB-AE67-4093-A9B9-EAB13E1DD27E}" dt="2024-06-25T03:49:49.284" v="1"/>
      <pc:docMkLst>
        <pc:docMk/>
      </pc:docMkLst>
      <pc:sldChg chg="ord">
        <pc:chgData name="xi sheng" userId="b3919e0d8ca6a452" providerId="LiveId" clId="{037E36AB-AE67-4093-A9B9-EAB13E1DD27E}" dt="2024-06-25T03:49:49.284" v="1"/>
        <pc:sldMkLst>
          <pc:docMk/>
          <pc:sldMk cId="2531999264" sldId="5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2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68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6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0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19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4F3C42-5715-4F86-8B48-9F106AD4D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2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功能：向标准输出设备输出一个字符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字符串常量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变量，输出长度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功能：向标准输出设备输出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超过串长，则输出串长）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73985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706551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str[] = "Hello";</a:t>
            </a:r>
          </a:p>
          <a:p>
            <a:r>
              <a:rPr lang="en-US" altLang="zh-CN" sz="1600" b="1" dirty="0">
                <a:latin typeface="+mn-ea"/>
              </a:rPr>
              <a:t>    int 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nn-NO" altLang="zh-CN" sz="1600" b="1" dirty="0">
                <a:latin typeface="+mn-ea"/>
              </a:rPr>
              <a:t>    for (i = 0; i &lt; 5; i++)</a:t>
            </a:r>
          </a:p>
          <a:p>
            <a:r>
              <a:rPr lang="en-US" altLang="zh-CN" sz="1600" b="1" dirty="0">
                <a:latin typeface="+mn-ea"/>
              </a:rPr>
              <a:t>    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(str[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]);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('H').put('e').put('l').put('l').put('o').put(0x0A);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运行结果：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1BCC49-0D8C-3C80-6E85-5F6198A4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00" y="4951576"/>
            <a:ext cx="185763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9926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(s1, 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(s1, 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s2[] = { 'H', 'e', 'l', 'l', 'o' };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(s2, 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(s2, 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当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的参数是字符串</a:t>
            </a:r>
            <a:r>
              <a:rPr lang="en-US" altLang="zh-CN" sz="1600" b="1" dirty="0">
                <a:latin typeface="+mn-ea"/>
              </a:rPr>
              <a:t>(s1)</a:t>
            </a:r>
            <a:r>
              <a:rPr lang="zh-CN" altLang="en-US" sz="1600" b="1" dirty="0">
                <a:latin typeface="+mn-ea"/>
              </a:rPr>
              <a:t>，且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要写的长度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超过字符串长度时的表现：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继续输入下去，不管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s1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中的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\0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？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当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的参数非字符串</a:t>
            </a:r>
            <a:r>
              <a:rPr lang="en-US" altLang="zh-CN" sz="1600" b="1" dirty="0">
                <a:latin typeface="+mn-ea"/>
              </a:rPr>
              <a:t>(s2)</a:t>
            </a:r>
            <a:r>
              <a:rPr lang="zh-CN" altLang="en-US" sz="1600" b="1" dirty="0">
                <a:latin typeface="+mn-ea"/>
              </a:rPr>
              <a:t>，且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要写的长度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超过字符串长度时的表现：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同上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结论：用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向标准输出设备输出指定个数的字符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时，输出缓冲区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不要求？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要求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不要求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是字符串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FD616E-0236-E517-9A00-824BE2F2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807" y="444945"/>
            <a:ext cx="2200582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4323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与</a:t>
            </a:r>
            <a:r>
              <a:rPr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控制标记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功能：设置指定的控制标记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右表为常用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cout.unsetf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控制标记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功能：清除指定的控制标记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右表为常用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宽度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setw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功能：设置指定的输出宽度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	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setfill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功能：设置填充字节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精度</a:t>
            </a:r>
            <a:r>
              <a:rPr lang="en-US" altLang="zh-CN" sz="1600" b="1" dirty="0">
                <a:latin typeface="+mn-ea"/>
              </a:rPr>
              <a:t>)	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setprecision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功能：设置浮点数的输出精度</a:t>
            </a:r>
          </a:p>
        </p:txBody>
      </p:sp>
      <p:graphicFrame>
        <p:nvGraphicFramePr>
          <p:cNvPr id="5" name="表格 11">
            <a:extLst>
              <a:ext uri="{FF2B5EF4-FFF2-40B4-BE49-F238E27FC236}">
                <a16:creationId xmlns:a16="http://schemas.microsoft.com/office/drawing/2014/main" id="{0AC3E673-0432-47AA-8DB1-BDD0A1D802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0041660"/>
              </p:ext>
            </p:extLst>
          </p:nvPr>
        </p:nvGraphicFramePr>
        <p:xfrm>
          <a:off x="4566084" y="1278106"/>
          <a:ext cx="7253585" cy="2398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67185">
                  <a:extLst>
                    <a:ext uri="{9D8B030D-6E8A-4147-A177-3AD203B41FA5}">
                      <a16:colId xmlns:a16="http://schemas.microsoft.com/office/drawing/2014/main" val="2298219816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624764447"/>
                    </a:ext>
                  </a:extLst>
                </a:gridCol>
              </a:tblGrid>
              <a:tr h="2998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控制标记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作用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85855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::fixed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设置浮点数以固定的小数位数显示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69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::scientific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设置浮点数以科学计数法（即指数形式）显示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85425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::left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输出数据左对齐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189258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::right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输出数据右对齐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62864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skipws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忽略前导的空格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适用于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cin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，不适用于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cout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43108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::uppercase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以科学计数法输出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和十六进制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输出字母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时，以大写表示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2321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showpos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输出正数时，给出“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+”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号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9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65234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setw</a:t>
            </a:r>
            <a:r>
              <a:rPr lang="en-US" altLang="zh-CN" sz="1600" b="1" dirty="0">
                <a:latin typeface="+mn-ea"/>
              </a:rPr>
              <a:t>(10)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仅一次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0F9D7E-E848-FA8B-F4AF-47739C33C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594" y="856795"/>
            <a:ext cx="4210638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3532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('$');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(12);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(' 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（）</a:t>
            </a:r>
            <a:r>
              <a:rPr lang="en-US" altLang="zh-CN" sz="1600" b="1" dirty="0">
                <a:latin typeface="+mn-ea"/>
              </a:rPr>
              <a:t>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、默认的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设置是哪个字符？空格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EB08C2-89FC-8F45-5F4A-79C8E4F5F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916" y="644578"/>
            <a:ext cx="3953427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6877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setiosflags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始终（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也是，而且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一定要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reset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一下才能解除）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28703D-D8B7-2CA4-72E6-9D87147F8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07" y="931556"/>
            <a:ext cx="4410691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978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略</a:t>
            </a:r>
            <a:r>
              <a:rPr lang="en-US" altLang="zh-CN" sz="1600" b="1" dirty="0">
                <a:latin typeface="+mn-ea"/>
              </a:rPr>
              <a:t>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</a:t>
            </a:r>
            <a:r>
              <a:rPr lang="zh-CN" altLang="en-US" sz="1600" b="1" dirty="0">
                <a:latin typeface="+mn-ea"/>
              </a:rPr>
              <a:t>略</a:t>
            </a:r>
            <a:r>
              <a:rPr lang="en-US" altLang="zh-CN" sz="1600" b="1" dirty="0">
                <a:latin typeface="+mn-ea"/>
              </a:rPr>
              <a:t>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、不设置默认是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右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右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对齐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left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后设置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right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是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有效（与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相同）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___(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有效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无效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right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后设置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left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是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无效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（与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相同） 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__(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有效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无效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C0B744-402B-5634-0F50-A153F0663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773" y="536323"/>
            <a:ext cx="4077269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6257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cont.unsetf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cout.unsetf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::right)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所用的</a:t>
            </a:r>
            <a:r>
              <a:rPr lang="en-US" altLang="zh-CN" sz="1600" b="1" dirty="0" err="1">
                <a:latin typeface="+mn-ea"/>
              </a:rPr>
              <a:t>cout.unsetf</a:t>
            </a:r>
            <a:r>
              <a:rPr lang="en-US" altLang="zh-CN" sz="1600" b="1" dirty="0">
                <a:latin typeface="+mn-ea"/>
              </a:rPr>
              <a:t>()_______</a:t>
            </a:r>
            <a:r>
              <a:rPr lang="zh-CN" altLang="en-US" sz="1600" b="1" dirty="0">
                <a:latin typeface="+mn-ea"/>
              </a:rPr>
              <a:t>等价于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_______</a:t>
            </a:r>
            <a:r>
              <a:rPr lang="en-US" altLang="zh-CN" sz="1600" b="1" dirty="0" err="1">
                <a:latin typeface="+mn-ea"/>
              </a:rPr>
              <a:t>resetiosflags</a:t>
            </a:r>
            <a:r>
              <a:rPr lang="en-US" altLang="zh-CN" sz="1600" b="1" dirty="0">
                <a:latin typeface="+mn-ea"/>
              </a:rPr>
              <a:t>()___________;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C9A3C5-52A6-4CFD-9F43-CA2AA3C0F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158" y="1681535"/>
            <a:ext cx="1609524" cy="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6415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、不做任何设置的情况下，浮点数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默认为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小数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小数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指数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方式；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不设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的输出宽度默认为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六位（包含整数位，不包含小数点）</a:t>
            </a:r>
            <a:r>
              <a:rPr lang="en-US" altLang="zh-CN" sz="1600" b="1" dirty="0">
                <a:latin typeface="+mn-ea"/>
              </a:rPr>
              <a:t>___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、默认情况下，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设定的宽度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B0839F-07E8-9F1F-5D39-185ACB617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52" y="454703"/>
            <a:ext cx="4602816" cy="175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001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cout.setf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后，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默认的宽度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为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，设定的宽度是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____</a:t>
            </a:r>
          </a:p>
          <a:p>
            <a:r>
              <a:rPr lang="en-US" altLang="zh-CN" sz="1600" b="1" dirty="0">
                <a:latin typeface="+mn-ea"/>
              </a:rPr>
              <a:t>  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26BA8C-1588-0AF8-522D-0CBFBD1C6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435" y="558757"/>
            <a:ext cx="3684829" cy="165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6958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cout.setf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后，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默认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的宽度为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，设定的宽度是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变为科学计数法后的小数部分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458B5D-F424-471D-3F8E-24CACCD48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237" y="814922"/>
            <a:ext cx="3350220" cy="126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6403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先设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后，再设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，则输出显示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与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相同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DD9912-EAB8-B476-1651-224540C72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193" y="1078578"/>
            <a:ext cx="422969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5489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先设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后，再设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，则输出显示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E01134-6D9C-E5DC-CC53-0ADE1B5C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337" y="1134522"/>
            <a:ext cx="4572638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61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cout.unsetf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::fixed)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428F6D-22F5-4B60-9808-2A760C8F0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714" y="1586576"/>
            <a:ext cx="1333333" cy="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9957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cout.unsetf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::scientific)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4A12F9-6882-42BD-BE3B-C4B61636B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550" y="1564695"/>
            <a:ext cx="1352381" cy="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084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</TotalTime>
  <Words>2933</Words>
  <Application>Microsoft Office PowerPoint</Application>
  <PresentationFormat>宽屏</PresentationFormat>
  <Paragraphs>468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等线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69</cp:revision>
  <dcterms:created xsi:type="dcterms:W3CDTF">2020-08-13T13:39:53Z</dcterms:created>
  <dcterms:modified xsi:type="dcterms:W3CDTF">2024-06-25T03:49:58Z</dcterms:modified>
</cp:coreProperties>
</file>