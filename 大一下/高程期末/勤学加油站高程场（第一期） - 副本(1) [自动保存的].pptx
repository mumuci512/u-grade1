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3" r:id="rId2"/>
  </p:sldMasterIdLst>
  <p:notesMasterIdLst>
    <p:notesMasterId r:id="rId32"/>
  </p:notesMasterIdLst>
  <p:sldIdLst>
    <p:sldId id="618" r:id="rId3"/>
    <p:sldId id="1285" r:id="rId4"/>
    <p:sldId id="1326" r:id="rId5"/>
    <p:sldId id="1355" r:id="rId6"/>
    <p:sldId id="1344" r:id="rId7"/>
    <p:sldId id="1345" r:id="rId8"/>
    <p:sldId id="1346" r:id="rId9"/>
    <p:sldId id="1328" r:id="rId10"/>
    <p:sldId id="1348" r:id="rId11"/>
    <p:sldId id="1352" r:id="rId12"/>
    <p:sldId id="1353" r:id="rId13"/>
    <p:sldId id="1354" r:id="rId14"/>
    <p:sldId id="1327" r:id="rId15"/>
    <p:sldId id="1358" r:id="rId16"/>
    <p:sldId id="1330" r:id="rId17"/>
    <p:sldId id="1357" r:id="rId18"/>
    <p:sldId id="1333" r:id="rId19"/>
    <p:sldId id="1334" r:id="rId20"/>
    <p:sldId id="1335" r:id="rId21"/>
    <p:sldId id="1360" r:id="rId22"/>
    <p:sldId id="1336" r:id="rId23"/>
    <p:sldId id="1337" r:id="rId24"/>
    <p:sldId id="1340" r:id="rId25"/>
    <p:sldId id="1362" r:id="rId26"/>
    <p:sldId id="1363" r:id="rId27"/>
    <p:sldId id="1339" r:id="rId28"/>
    <p:sldId id="619" r:id="rId29"/>
    <p:sldId id="1218" r:id="rId30"/>
    <p:sldId id="616" r:id="rId31"/>
  </p:sldIdLst>
  <p:sldSz cx="12192000" cy="6858000"/>
  <p:notesSz cx="6858000" cy="9144000"/>
  <p:embeddedFontLst>
    <p:embeddedFont>
      <p:font typeface="钉钉进步体" panose="02010600030101010101" charset="-122"/>
      <p:regular r:id="rId33"/>
    </p:embeddedFont>
    <p:embeddedFont>
      <p:font typeface="方正小标宋简体" panose="02010600030101010101" charset="-122"/>
      <p:regular r:id="rId34"/>
    </p:embeddedFont>
    <p:embeddedFont>
      <p:font typeface="等线" panose="02010600030101010101" pitchFamily="2" charset="-122"/>
      <p:regular r:id="rId35"/>
      <p:bold r:id="rId36"/>
    </p:embeddedFont>
    <p:embeddedFont>
      <p:font typeface="等线 Light" panose="02010600030101010101" pitchFamily="2" charset="-122"/>
      <p:regular r:id="rId37"/>
    </p:embeddedFont>
    <p:embeddedFont>
      <p:font typeface="微软雅黑" panose="020B0503020204020204" pitchFamily="34" charset="-122"/>
      <p:regular r:id="rId38"/>
      <p:bold r:id="rId39"/>
    </p:embeddedFont>
  </p:embeddedFontLst>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AB5FF"/>
    <a:srgbClr val="002060"/>
    <a:srgbClr val="0D1116"/>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4660"/>
  </p:normalViewPr>
  <p:slideViewPr>
    <p:cSldViewPr snapToGrid="0">
      <p:cViewPr varScale="1">
        <p:scale>
          <a:sx n="84" d="100"/>
          <a:sy n="84" d="100"/>
        </p:scale>
        <p:origin x="351" y="45"/>
      </p:cViewPr>
      <p:guideLst/>
    </p:cSldViewPr>
  </p:slideViewPr>
  <p:notesTextViewPr>
    <p:cViewPr>
      <p:scale>
        <a:sx n="1" d="1"/>
        <a:sy n="1" d="1"/>
      </p:scale>
      <p:origin x="0" y="0"/>
    </p:cViewPr>
  </p:notesTextViewPr>
  <p:sorterViewPr>
    <p:cViewPr>
      <p:scale>
        <a:sx n="75" d="100"/>
        <a:sy n="75" d="100"/>
      </p:scale>
      <p:origin x="0" y="-360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7.fntdata"/><Relationship Id="rId21" Type="http://schemas.openxmlformats.org/officeDocument/2006/relationships/slide" Target="slides/slide19.xml"/><Relationship Id="rId34"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3.fntdata"/><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69B611-EB01-429C-A2B5-D63CE428CCF9}" type="datetimeFigureOut">
              <a:rPr lang="zh-CN" altLang="en-US" smtClean="0"/>
              <a:t>2024/6/23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68DBD7-E06B-480A-ADE9-1B3DDE453CE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6" name="矩形 5"/>
          <p:cNvSpPr/>
          <p:nvPr userDrawn="1"/>
        </p:nvSpPr>
        <p:spPr>
          <a:xfrm flipV="1">
            <a:off x="11582400" y="6764020"/>
            <a:ext cx="609600" cy="10414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sp>
        <p:nvSpPr>
          <p:cNvPr id="6" name="文本框 5"/>
          <p:cNvSpPr txBox="1"/>
          <p:nvPr userDrawn="1"/>
        </p:nvSpPr>
        <p:spPr>
          <a:xfrm>
            <a:off x="11276365" y="1774276"/>
            <a:ext cx="915635" cy="923330"/>
          </a:xfrm>
          <a:prstGeom prst="rect">
            <a:avLst/>
          </a:prstGeom>
          <a:solidFill>
            <a:schemeClr val="accent5">
              <a:lumMod val="40000"/>
              <a:lumOff val="60000"/>
            </a:schemeClr>
          </a:solidFill>
        </p:spPr>
        <p:txBody>
          <a:bodyPr wrap="square" rtlCol="0">
            <a:spAutoFit/>
          </a:bodyPr>
          <a:lstStyle/>
          <a:p>
            <a:endParaRPr lang="zh-CN" altLang="en-US" sz="5400" dirty="0">
              <a:solidFill>
                <a:schemeClr val="bg1"/>
              </a:solidFill>
              <a:latin typeface="+mj-ea"/>
              <a:ea typeface="+mj-e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页">
    <p:spTree>
      <p:nvGrpSpPr>
        <p:cNvPr id="1" name=""/>
        <p:cNvGrpSpPr/>
        <p:nvPr/>
      </p:nvGrpSpPr>
      <p:grpSpPr>
        <a:xfrm>
          <a:off x="0" y="0"/>
          <a:ext cx="0" cy="0"/>
          <a:chOff x="0" y="0"/>
          <a:chExt cx="0" cy="0"/>
        </a:xfrm>
      </p:grpSpPr>
      <p:sp>
        <p:nvSpPr>
          <p:cNvPr id="6" name="矩形 5"/>
          <p:cNvSpPr/>
          <p:nvPr userDrawn="1"/>
        </p:nvSpPr>
        <p:spPr>
          <a:xfrm flipV="1">
            <a:off x="0" y="1052513"/>
            <a:ext cx="609600" cy="10414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flipV="1">
            <a:off x="11582400" y="0"/>
            <a:ext cx="609600" cy="10414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rot="16200000" flipV="1">
            <a:off x="-252730" y="6501130"/>
            <a:ext cx="609600" cy="10414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grpSp>
        <p:nvGrpSpPr>
          <p:cNvPr id="7" name="组合 6"/>
          <p:cNvGrpSpPr/>
          <p:nvPr userDrawn="1"/>
        </p:nvGrpSpPr>
        <p:grpSpPr>
          <a:xfrm>
            <a:off x="6531078" y="-5714"/>
            <a:ext cx="5679972" cy="6234611"/>
            <a:chOff x="6531078" y="-5714"/>
            <a:chExt cx="5679972" cy="6234611"/>
          </a:xfrm>
        </p:grpSpPr>
        <p:sp>
          <p:nvSpPr>
            <p:cNvPr id="8" name="任意多边形: 形状 7"/>
            <p:cNvSpPr/>
            <p:nvPr/>
          </p:nvSpPr>
          <p:spPr bwMode="auto">
            <a:xfrm>
              <a:off x="10262095" y="5209309"/>
              <a:ext cx="1652363" cy="1019588"/>
            </a:xfrm>
            <a:custGeom>
              <a:avLst/>
              <a:gdLst>
                <a:gd name="T0" fmla="*/ 48 w 784"/>
                <a:gd name="T1" fmla="*/ 324 h 484"/>
                <a:gd name="T2" fmla="*/ 564 w 784"/>
                <a:gd name="T3" fmla="*/ 88 h 484"/>
                <a:gd name="T4" fmla="*/ 764 w 784"/>
                <a:gd name="T5" fmla="*/ 304 h 484"/>
                <a:gd name="T6" fmla="*/ 520 w 784"/>
                <a:gd name="T7" fmla="*/ 376 h 484"/>
                <a:gd name="T8" fmla="*/ 236 w 784"/>
                <a:gd name="T9" fmla="*/ 484 h 484"/>
                <a:gd name="T10" fmla="*/ 48 w 784"/>
                <a:gd name="T11" fmla="*/ 324 h 484"/>
              </a:gdLst>
              <a:ahLst/>
              <a:cxnLst>
                <a:cxn ang="0">
                  <a:pos x="T0" y="T1"/>
                </a:cxn>
                <a:cxn ang="0">
                  <a:pos x="T2" y="T3"/>
                </a:cxn>
                <a:cxn ang="0">
                  <a:pos x="T4" y="T5"/>
                </a:cxn>
                <a:cxn ang="0">
                  <a:pos x="T6" y="T7"/>
                </a:cxn>
                <a:cxn ang="0">
                  <a:pos x="T8" y="T9"/>
                </a:cxn>
                <a:cxn ang="0">
                  <a:pos x="T10" y="T11"/>
                </a:cxn>
              </a:cxnLst>
              <a:rect l="0" t="0" r="r" b="b"/>
              <a:pathLst>
                <a:path w="784" h="484">
                  <a:moveTo>
                    <a:pt x="48" y="324"/>
                  </a:moveTo>
                  <a:cubicBezTo>
                    <a:pt x="0" y="120"/>
                    <a:pt x="344" y="0"/>
                    <a:pt x="564" y="88"/>
                  </a:cubicBezTo>
                  <a:cubicBezTo>
                    <a:pt x="784" y="176"/>
                    <a:pt x="772" y="256"/>
                    <a:pt x="764" y="304"/>
                  </a:cubicBezTo>
                  <a:cubicBezTo>
                    <a:pt x="756" y="352"/>
                    <a:pt x="648" y="428"/>
                    <a:pt x="520" y="376"/>
                  </a:cubicBezTo>
                  <a:cubicBezTo>
                    <a:pt x="392" y="324"/>
                    <a:pt x="352" y="484"/>
                    <a:pt x="236" y="484"/>
                  </a:cubicBezTo>
                  <a:cubicBezTo>
                    <a:pt x="120" y="484"/>
                    <a:pt x="64" y="391"/>
                    <a:pt x="48" y="324"/>
                  </a:cubicBezTo>
                  <a:close/>
                </a:path>
              </a:pathLst>
            </a:custGeom>
            <a:solidFill>
              <a:schemeClr val="bg1">
                <a:lumMod val="95000"/>
              </a:schemeClr>
            </a:solidFill>
            <a:ln>
              <a:noFill/>
            </a:ln>
            <a:effectLst>
              <a:innerShdw blurRad="317500" dist="50800" dir="13500000">
                <a:prstClr val="black">
                  <a:alpha val="26000"/>
                </a:prstClr>
              </a:innerShdw>
            </a:effectLst>
          </p:spPr>
          <p:txBody>
            <a:bodyPr vert="horz" wrap="square" lIns="91440" tIns="45720" rIns="91440" bIns="45720" numCol="1" anchor="t" anchorCtr="0" compatLnSpc="1"/>
            <a:lstStyle/>
            <a:p>
              <a:endParaRPr lang="zh-CN" altLang="en-US"/>
            </a:p>
          </p:txBody>
        </p:sp>
        <p:grpSp>
          <p:nvGrpSpPr>
            <p:cNvPr id="9" name="组合 8"/>
            <p:cNvGrpSpPr/>
            <p:nvPr/>
          </p:nvGrpSpPr>
          <p:grpSpPr>
            <a:xfrm>
              <a:off x="6531078" y="-5714"/>
              <a:ext cx="5679972" cy="5825944"/>
              <a:chOff x="6355080" y="-5715"/>
              <a:chExt cx="5855970" cy="6006465"/>
            </a:xfrm>
          </p:grpSpPr>
          <p:sp>
            <p:nvSpPr>
              <p:cNvPr id="38" name="任意多边形: 形状 37"/>
              <p:cNvSpPr/>
              <p:nvPr/>
            </p:nvSpPr>
            <p:spPr>
              <a:xfrm>
                <a:off x="6355080" y="-5715"/>
                <a:ext cx="5855970" cy="6006465"/>
              </a:xfrm>
              <a:custGeom>
                <a:avLst/>
                <a:gdLst>
                  <a:gd name="connsiteX0" fmla="*/ 25 w 10158"/>
                  <a:gd name="connsiteY0" fmla="*/ 0 h 11117"/>
                  <a:gd name="connsiteX1" fmla="*/ 10135 w 10158"/>
                  <a:gd name="connsiteY1" fmla="*/ 0 h 11117"/>
                  <a:gd name="connsiteX2" fmla="*/ 10159 w 10158"/>
                  <a:gd name="connsiteY2" fmla="*/ 9060 h 11117"/>
                  <a:gd name="connsiteX3" fmla="*/ 7387 w 10158"/>
                  <a:gd name="connsiteY3" fmla="*/ 9197 h 11117"/>
                  <a:gd name="connsiteX4" fmla="*/ 4327 w 10158"/>
                  <a:gd name="connsiteY4" fmla="*/ 11117 h 11117"/>
                  <a:gd name="connsiteX5" fmla="*/ 1914 w 10158"/>
                  <a:gd name="connsiteY5" fmla="*/ 8357 h 11117"/>
                  <a:gd name="connsiteX6" fmla="*/ 3397 w 10158"/>
                  <a:gd name="connsiteY6" fmla="*/ 5057 h 11117"/>
                  <a:gd name="connsiteX7" fmla="*/ 715 w 10158"/>
                  <a:gd name="connsiteY7" fmla="*/ 2747 h 11117"/>
                  <a:gd name="connsiteX8" fmla="*/ 25 w 10158"/>
                  <a:gd name="connsiteY8" fmla="*/ 0 h 1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159" h="11118">
                    <a:moveTo>
                      <a:pt x="25" y="0"/>
                    </a:moveTo>
                    <a:lnTo>
                      <a:pt x="10135" y="0"/>
                    </a:lnTo>
                    <a:lnTo>
                      <a:pt x="10159" y="9060"/>
                    </a:lnTo>
                    <a:cubicBezTo>
                      <a:pt x="9259" y="9110"/>
                      <a:pt x="8725" y="8327"/>
                      <a:pt x="7387" y="9197"/>
                    </a:cubicBezTo>
                    <a:cubicBezTo>
                      <a:pt x="6049" y="10067"/>
                      <a:pt x="6109" y="11147"/>
                      <a:pt x="4327" y="11117"/>
                    </a:cubicBezTo>
                    <a:cubicBezTo>
                      <a:pt x="2545" y="11087"/>
                      <a:pt x="1763" y="9707"/>
                      <a:pt x="1914" y="8357"/>
                    </a:cubicBezTo>
                    <a:cubicBezTo>
                      <a:pt x="2065" y="7007"/>
                      <a:pt x="3830" y="6047"/>
                      <a:pt x="3397" y="5057"/>
                    </a:cubicBezTo>
                    <a:cubicBezTo>
                      <a:pt x="2964" y="4067"/>
                      <a:pt x="1441" y="3509"/>
                      <a:pt x="715" y="2747"/>
                    </a:cubicBezTo>
                    <a:cubicBezTo>
                      <a:pt x="-11" y="1985"/>
                      <a:pt x="-45" y="359"/>
                      <a:pt x="25" y="0"/>
                    </a:cubicBezTo>
                    <a:close/>
                  </a:path>
                </a:pathLst>
              </a:custGeom>
              <a:solidFill>
                <a:schemeClr val="bg1">
                  <a:lumMod val="95000"/>
                </a:schemeClr>
              </a:solidFill>
              <a:ln>
                <a:noFill/>
              </a:ln>
              <a:effectLst>
                <a:outerShdw blurRad="381000" dist="38100" dir="18900000" algn="bl"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solidFill>
                  <a:sym typeface="+mn-ea"/>
                </a:endParaRPr>
              </a:p>
            </p:txBody>
          </p:sp>
          <p:sp>
            <p:nvSpPr>
              <p:cNvPr id="39" name="任意多边形: 形状 38"/>
              <p:cNvSpPr/>
              <p:nvPr/>
            </p:nvSpPr>
            <p:spPr>
              <a:xfrm>
                <a:off x="6795421" y="-5715"/>
                <a:ext cx="5415629" cy="5550079"/>
              </a:xfrm>
              <a:custGeom>
                <a:avLst/>
                <a:gdLst>
                  <a:gd name="connsiteX0" fmla="*/ 25 w 10158"/>
                  <a:gd name="connsiteY0" fmla="*/ 0 h 11117"/>
                  <a:gd name="connsiteX1" fmla="*/ 10135 w 10158"/>
                  <a:gd name="connsiteY1" fmla="*/ 0 h 11117"/>
                  <a:gd name="connsiteX2" fmla="*/ 10159 w 10158"/>
                  <a:gd name="connsiteY2" fmla="*/ 9060 h 11117"/>
                  <a:gd name="connsiteX3" fmla="*/ 7387 w 10158"/>
                  <a:gd name="connsiteY3" fmla="*/ 9197 h 11117"/>
                  <a:gd name="connsiteX4" fmla="*/ 4327 w 10158"/>
                  <a:gd name="connsiteY4" fmla="*/ 11117 h 11117"/>
                  <a:gd name="connsiteX5" fmla="*/ 1914 w 10158"/>
                  <a:gd name="connsiteY5" fmla="*/ 8357 h 11117"/>
                  <a:gd name="connsiteX6" fmla="*/ 3397 w 10158"/>
                  <a:gd name="connsiteY6" fmla="*/ 5057 h 11117"/>
                  <a:gd name="connsiteX7" fmla="*/ 715 w 10158"/>
                  <a:gd name="connsiteY7" fmla="*/ 2747 h 11117"/>
                  <a:gd name="connsiteX8" fmla="*/ 25 w 10158"/>
                  <a:gd name="connsiteY8" fmla="*/ 0 h 11117"/>
                  <a:gd name="connsiteX0-1" fmla="*/ 25 w 10159"/>
                  <a:gd name="connsiteY0-2" fmla="*/ 0 h 11122"/>
                  <a:gd name="connsiteX1-3" fmla="*/ 10135 w 10159"/>
                  <a:gd name="connsiteY1-4" fmla="*/ 0 h 11122"/>
                  <a:gd name="connsiteX2-5" fmla="*/ 10159 w 10159"/>
                  <a:gd name="connsiteY2-6" fmla="*/ 9060 h 11122"/>
                  <a:gd name="connsiteX3-7" fmla="*/ 7387 w 10159"/>
                  <a:gd name="connsiteY3-8" fmla="*/ 9197 h 11122"/>
                  <a:gd name="connsiteX4-9" fmla="*/ 4327 w 10159"/>
                  <a:gd name="connsiteY4-10" fmla="*/ 11117 h 11122"/>
                  <a:gd name="connsiteX5-11" fmla="*/ 2149 w 10159"/>
                  <a:gd name="connsiteY5-12" fmla="*/ 8615 h 11122"/>
                  <a:gd name="connsiteX6-13" fmla="*/ 3397 w 10159"/>
                  <a:gd name="connsiteY6-14" fmla="*/ 5057 h 11122"/>
                  <a:gd name="connsiteX7-15" fmla="*/ 715 w 10159"/>
                  <a:gd name="connsiteY7-16" fmla="*/ 2747 h 11122"/>
                  <a:gd name="connsiteX8-17" fmla="*/ 25 w 10159"/>
                  <a:gd name="connsiteY8-18" fmla="*/ 0 h 11122"/>
                  <a:gd name="connsiteX0-19" fmla="*/ 25 w 10159"/>
                  <a:gd name="connsiteY0-20" fmla="*/ 0 h 11122"/>
                  <a:gd name="connsiteX1-21" fmla="*/ 10135 w 10159"/>
                  <a:gd name="connsiteY1-22" fmla="*/ 0 h 11122"/>
                  <a:gd name="connsiteX2-23" fmla="*/ 10159 w 10159"/>
                  <a:gd name="connsiteY2-24" fmla="*/ 9060 h 11122"/>
                  <a:gd name="connsiteX3-25" fmla="*/ 7387 w 10159"/>
                  <a:gd name="connsiteY3-26" fmla="*/ 9197 h 11122"/>
                  <a:gd name="connsiteX4-27" fmla="*/ 4327 w 10159"/>
                  <a:gd name="connsiteY4-28" fmla="*/ 11117 h 11122"/>
                  <a:gd name="connsiteX5-29" fmla="*/ 2149 w 10159"/>
                  <a:gd name="connsiteY5-30" fmla="*/ 8615 h 11122"/>
                  <a:gd name="connsiteX6-31" fmla="*/ 3397 w 10159"/>
                  <a:gd name="connsiteY6-32" fmla="*/ 5057 h 11122"/>
                  <a:gd name="connsiteX7-33" fmla="*/ 715 w 10159"/>
                  <a:gd name="connsiteY7-34" fmla="*/ 2747 h 11122"/>
                  <a:gd name="connsiteX8-35" fmla="*/ 25 w 10159"/>
                  <a:gd name="connsiteY8-36" fmla="*/ 0 h 11122"/>
                  <a:gd name="connsiteX0-37" fmla="*/ 25 w 10159"/>
                  <a:gd name="connsiteY0-38" fmla="*/ 0 h 11267"/>
                  <a:gd name="connsiteX1-39" fmla="*/ 10135 w 10159"/>
                  <a:gd name="connsiteY1-40" fmla="*/ 0 h 11267"/>
                  <a:gd name="connsiteX2-41" fmla="*/ 10159 w 10159"/>
                  <a:gd name="connsiteY2-42" fmla="*/ 9060 h 11267"/>
                  <a:gd name="connsiteX3-43" fmla="*/ 7387 w 10159"/>
                  <a:gd name="connsiteY3-44" fmla="*/ 9197 h 11267"/>
                  <a:gd name="connsiteX4-45" fmla="*/ 4327 w 10159"/>
                  <a:gd name="connsiteY4-46" fmla="*/ 11117 h 11267"/>
                  <a:gd name="connsiteX5-47" fmla="*/ 2787 w 10159"/>
                  <a:gd name="connsiteY5-48" fmla="*/ 10861 h 11267"/>
                  <a:gd name="connsiteX6-49" fmla="*/ 2149 w 10159"/>
                  <a:gd name="connsiteY6-50" fmla="*/ 8615 h 11267"/>
                  <a:gd name="connsiteX7-51" fmla="*/ 3397 w 10159"/>
                  <a:gd name="connsiteY7-52" fmla="*/ 5057 h 11267"/>
                  <a:gd name="connsiteX8-53" fmla="*/ 715 w 10159"/>
                  <a:gd name="connsiteY8-54" fmla="*/ 2747 h 11267"/>
                  <a:gd name="connsiteX9" fmla="*/ 25 w 10159"/>
                  <a:gd name="connsiteY9" fmla="*/ 0 h 11267"/>
                  <a:gd name="connsiteX0-55" fmla="*/ 25 w 10159"/>
                  <a:gd name="connsiteY0-56" fmla="*/ 0 h 11416"/>
                  <a:gd name="connsiteX1-57" fmla="*/ 10135 w 10159"/>
                  <a:gd name="connsiteY1-58" fmla="*/ 0 h 11416"/>
                  <a:gd name="connsiteX2-59" fmla="*/ 10159 w 10159"/>
                  <a:gd name="connsiteY2-60" fmla="*/ 9060 h 11416"/>
                  <a:gd name="connsiteX3-61" fmla="*/ 7387 w 10159"/>
                  <a:gd name="connsiteY3-62" fmla="*/ 9197 h 11416"/>
                  <a:gd name="connsiteX4-63" fmla="*/ 4362 w 10159"/>
                  <a:gd name="connsiteY4-64" fmla="*/ 11311 h 11416"/>
                  <a:gd name="connsiteX5-65" fmla="*/ 2787 w 10159"/>
                  <a:gd name="connsiteY5-66" fmla="*/ 10861 h 11416"/>
                  <a:gd name="connsiteX6-67" fmla="*/ 2149 w 10159"/>
                  <a:gd name="connsiteY6-68" fmla="*/ 8615 h 11416"/>
                  <a:gd name="connsiteX7-69" fmla="*/ 3397 w 10159"/>
                  <a:gd name="connsiteY7-70" fmla="*/ 5057 h 11416"/>
                  <a:gd name="connsiteX8-71" fmla="*/ 715 w 10159"/>
                  <a:gd name="connsiteY8-72" fmla="*/ 2747 h 11416"/>
                  <a:gd name="connsiteX9-73" fmla="*/ 25 w 10159"/>
                  <a:gd name="connsiteY9-74" fmla="*/ 0 h 11416"/>
                  <a:gd name="connsiteX0-75" fmla="*/ 25 w 10159"/>
                  <a:gd name="connsiteY0-76" fmla="*/ 0 h 11416"/>
                  <a:gd name="connsiteX1-77" fmla="*/ 10135 w 10159"/>
                  <a:gd name="connsiteY1-78" fmla="*/ 0 h 11416"/>
                  <a:gd name="connsiteX2-79" fmla="*/ 10159 w 10159"/>
                  <a:gd name="connsiteY2-80" fmla="*/ 9060 h 11416"/>
                  <a:gd name="connsiteX3-81" fmla="*/ 7387 w 10159"/>
                  <a:gd name="connsiteY3-82" fmla="*/ 9197 h 11416"/>
                  <a:gd name="connsiteX4-83" fmla="*/ 4362 w 10159"/>
                  <a:gd name="connsiteY4-84" fmla="*/ 11311 h 11416"/>
                  <a:gd name="connsiteX5-85" fmla="*/ 2787 w 10159"/>
                  <a:gd name="connsiteY5-86" fmla="*/ 10861 h 11416"/>
                  <a:gd name="connsiteX6-87" fmla="*/ 2149 w 10159"/>
                  <a:gd name="connsiteY6-88" fmla="*/ 8615 h 11416"/>
                  <a:gd name="connsiteX7-89" fmla="*/ 3397 w 10159"/>
                  <a:gd name="connsiteY7-90" fmla="*/ 5057 h 11416"/>
                  <a:gd name="connsiteX8-91" fmla="*/ 715 w 10159"/>
                  <a:gd name="connsiteY8-92" fmla="*/ 2747 h 11416"/>
                  <a:gd name="connsiteX9-93" fmla="*/ 25 w 10159"/>
                  <a:gd name="connsiteY9-94" fmla="*/ 0 h 11416"/>
                  <a:gd name="connsiteX0-95" fmla="*/ 25 w 10159"/>
                  <a:gd name="connsiteY0-96" fmla="*/ 0 h 11437"/>
                  <a:gd name="connsiteX1-97" fmla="*/ 10135 w 10159"/>
                  <a:gd name="connsiteY1-98" fmla="*/ 0 h 11437"/>
                  <a:gd name="connsiteX2-99" fmla="*/ 10159 w 10159"/>
                  <a:gd name="connsiteY2-100" fmla="*/ 9060 h 11437"/>
                  <a:gd name="connsiteX3-101" fmla="*/ 7387 w 10159"/>
                  <a:gd name="connsiteY3-102" fmla="*/ 9197 h 11437"/>
                  <a:gd name="connsiteX4-103" fmla="*/ 4362 w 10159"/>
                  <a:gd name="connsiteY4-104" fmla="*/ 11311 h 11437"/>
                  <a:gd name="connsiteX5-105" fmla="*/ 2611 w 10159"/>
                  <a:gd name="connsiteY5-106" fmla="*/ 10939 h 11437"/>
                  <a:gd name="connsiteX6-107" fmla="*/ 2149 w 10159"/>
                  <a:gd name="connsiteY6-108" fmla="*/ 8615 h 11437"/>
                  <a:gd name="connsiteX7-109" fmla="*/ 3397 w 10159"/>
                  <a:gd name="connsiteY7-110" fmla="*/ 5057 h 11437"/>
                  <a:gd name="connsiteX8-111" fmla="*/ 715 w 10159"/>
                  <a:gd name="connsiteY8-112" fmla="*/ 2747 h 11437"/>
                  <a:gd name="connsiteX9-113" fmla="*/ 25 w 10159"/>
                  <a:gd name="connsiteY9-114" fmla="*/ 0 h 11437"/>
                  <a:gd name="connsiteX0-115" fmla="*/ 25 w 10159"/>
                  <a:gd name="connsiteY0-116" fmla="*/ 0 h 11437"/>
                  <a:gd name="connsiteX1-117" fmla="*/ 10135 w 10159"/>
                  <a:gd name="connsiteY1-118" fmla="*/ 0 h 11437"/>
                  <a:gd name="connsiteX2-119" fmla="*/ 10159 w 10159"/>
                  <a:gd name="connsiteY2-120" fmla="*/ 9060 h 11437"/>
                  <a:gd name="connsiteX3-121" fmla="*/ 7387 w 10159"/>
                  <a:gd name="connsiteY3-122" fmla="*/ 9197 h 11437"/>
                  <a:gd name="connsiteX4-123" fmla="*/ 4362 w 10159"/>
                  <a:gd name="connsiteY4-124" fmla="*/ 11311 h 11437"/>
                  <a:gd name="connsiteX5-125" fmla="*/ 2611 w 10159"/>
                  <a:gd name="connsiteY5-126" fmla="*/ 10939 h 11437"/>
                  <a:gd name="connsiteX6-127" fmla="*/ 2149 w 10159"/>
                  <a:gd name="connsiteY6-128" fmla="*/ 8615 h 11437"/>
                  <a:gd name="connsiteX7-129" fmla="*/ 3397 w 10159"/>
                  <a:gd name="connsiteY7-130" fmla="*/ 5057 h 11437"/>
                  <a:gd name="connsiteX8-131" fmla="*/ 715 w 10159"/>
                  <a:gd name="connsiteY8-132" fmla="*/ 2747 h 11437"/>
                  <a:gd name="connsiteX9-133" fmla="*/ 25 w 10159"/>
                  <a:gd name="connsiteY9-134" fmla="*/ 0 h 114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73" y="connsiteY9-74"/>
                  </a:cxn>
                </a:cxnLst>
                <a:rect l="l" t="t" r="r" b="b"/>
                <a:pathLst>
                  <a:path w="10159" h="11437">
                    <a:moveTo>
                      <a:pt x="25" y="0"/>
                    </a:moveTo>
                    <a:lnTo>
                      <a:pt x="10135" y="0"/>
                    </a:lnTo>
                    <a:lnTo>
                      <a:pt x="10159" y="9060"/>
                    </a:lnTo>
                    <a:cubicBezTo>
                      <a:pt x="9259" y="9110"/>
                      <a:pt x="8353" y="8822"/>
                      <a:pt x="7387" y="9197"/>
                    </a:cubicBezTo>
                    <a:cubicBezTo>
                      <a:pt x="6421" y="9572"/>
                      <a:pt x="5158" y="11021"/>
                      <a:pt x="4362" y="11311"/>
                    </a:cubicBezTo>
                    <a:cubicBezTo>
                      <a:pt x="3566" y="11601"/>
                      <a:pt x="2974" y="11356"/>
                      <a:pt x="2611" y="10939"/>
                    </a:cubicBezTo>
                    <a:cubicBezTo>
                      <a:pt x="2248" y="10522"/>
                      <a:pt x="1765" y="9718"/>
                      <a:pt x="2149" y="8615"/>
                    </a:cubicBezTo>
                    <a:cubicBezTo>
                      <a:pt x="2533" y="7512"/>
                      <a:pt x="3830" y="6047"/>
                      <a:pt x="3397" y="5057"/>
                    </a:cubicBezTo>
                    <a:cubicBezTo>
                      <a:pt x="2964" y="4067"/>
                      <a:pt x="1441" y="3509"/>
                      <a:pt x="715" y="2747"/>
                    </a:cubicBezTo>
                    <a:cubicBezTo>
                      <a:pt x="-11" y="1985"/>
                      <a:pt x="-45" y="359"/>
                      <a:pt x="25" y="0"/>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sym typeface="+mn-ea"/>
                </a:endParaRPr>
              </a:p>
            </p:txBody>
          </p:sp>
          <p:sp>
            <p:nvSpPr>
              <p:cNvPr id="40" name="任意多边形: 形状 39"/>
              <p:cNvSpPr/>
              <p:nvPr/>
            </p:nvSpPr>
            <p:spPr>
              <a:xfrm>
                <a:off x="7868247" y="-5715"/>
                <a:ext cx="4342803" cy="4450619"/>
              </a:xfrm>
              <a:custGeom>
                <a:avLst/>
                <a:gdLst>
                  <a:gd name="connsiteX0" fmla="*/ 25 w 10158"/>
                  <a:gd name="connsiteY0" fmla="*/ 0 h 11117"/>
                  <a:gd name="connsiteX1" fmla="*/ 10135 w 10158"/>
                  <a:gd name="connsiteY1" fmla="*/ 0 h 11117"/>
                  <a:gd name="connsiteX2" fmla="*/ 10159 w 10158"/>
                  <a:gd name="connsiteY2" fmla="*/ 9060 h 11117"/>
                  <a:gd name="connsiteX3" fmla="*/ 7387 w 10158"/>
                  <a:gd name="connsiteY3" fmla="*/ 9197 h 11117"/>
                  <a:gd name="connsiteX4" fmla="*/ 4327 w 10158"/>
                  <a:gd name="connsiteY4" fmla="*/ 11117 h 11117"/>
                  <a:gd name="connsiteX5" fmla="*/ 1914 w 10158"/>
                  <a:gd name="connsiteY5" fmla="*/ 8357 h 11117"/>
                  <a:gd name="connsiteX6" fmla="*/ 3397 w 10158"/>
                  <a:gd name="connsiteY6" fmla="*/ 5057 h 11117"/>
                  <a:gd name="connsiteX7" fmla="*/ 715 w 10158"/>
                  <a:gd name="connsiteY7" fmla="*/ 2747 h 11117"/>
                  <a:gd name="connsiteX8" fmla="*/ 25 w 10158"/>
                  <a:gd name="connsiteY8" fmla="*/ 0 h 11117"/>
                  <a:gd name="connsiteX0-1" fmla="*/ 25 w 10159"/>
                  <a:gd name="connsiteY0-2" fmla="*/ 0 h 11122"/>
                  <a:gd name="connsiteX1-3" fmla="*/ 10135 w 10159"/>
                  <a:gd name="connsiteY1-4" fmla="*/ 0 h 11122"/>
                  <a:gd name="connsiteX2-5" fmla="*/ 10159 w 10159"/>
                  <a:gd name="connsiteY2-6" fmla="*/ 9060 h 11122"/>
                  <a:gd name="connsiteX3-7" fmla="*/ 7387 w 10159"/>
                  <a:gd name="connsiteY3-8" fmla="*/ 9197 h 11122"/>
                  <a:gd name="connsiteX4-9" fmla="*/ 4327 w 10159"/>
                  <a:gd name="connsiteY4-10" fmla="*/ 11117 h 11122"/>
                  <a:gd name="connsiteX5-11" fmla="*/ 2149 w 10159"/>
                  <a:gd name="connsiteY5-12" fmla="*/ 8615 h 11122"/>
                  <a:gd name="connsiteX6-13" fmla="*/ 3397 w 10159"/>
                  <a:gd name="connsiteY6-14" fmla="*/ 5057 h 11122"/>
                  <a:gd name="connsiteX7-15" fmla="*/ 715 w 10159"/>
                  <a:gd name="connsiteY7-16" fmla="*/ 2747 h 11122"/>
                  <a:gd name="connsiteX8-17" fmla="*/ 25 w 10159"/>
                  <a:gd name="connsiteY8-18" fmla="*/ 0 h 11122"/>
                  <a:gd name="connsiteX0-19" fmla="*/ 25 w 10159"/>
                  <a:gd name="connsiteY0-20" fmla="*/ 0 h 11122"/>
                  <a:gd name="connsiteX1-21" fmla="*/ 10135 w 10159"/>
                  <a:gd name="connsiteY1-22" fmla="*/ 0 h 11122"/>
                  <a:gd name="connsiteX2-23" fmla="*/ 10159 w 10159"/>
                  <a:gd name="connsiteY2-24" fmla="*/ 9060 h 11122"/>
                  <a:gd name="connsiteX3-25" fmla="*/ 7387 w 10159"/>
                  <a:gd name="connsiteY3-26" fmla="*/ 9197 h 11122"/>
                  <a:gd name="connsiteX4-27" fmla="*/ 4327 w 10159"/>
                  <a:gd name="connsiteY4-28" fmla="*/ 11117 h 11122"/>
                  <a:gd name="connsiteX5-29" fmla="*/ 2149 w 10159"/>
                  <a:gd name="connsiteY5-30" fmla="*/ 8615 h 11122"/>
                  <a:gd name="connsiteX6-31" fmla="*/ 3397 w 10159"/>
                  <a:gd name="connsiteY6-32" fmla="*/ 5057 h 11122"/>
                  <a:gd name="connsiteX7-33" fmla="*/ 715 w 10159"/>
                  <a:gd name="connsiteY7-34" fmla="*/ 2747 h 11122"/>
                  <a:gd name="connsiteX8-35" fmla="*/ 25 w 10159"/>
                  <a:gd name="connsiteY8-36" fmla="*/ 0 h 11122"/>
                  <a:gd name="connsiteX0-37" fmla="*/ 25 w 10159"/>
                  <a:gd name="connsiteY0-38" fmla="*/ 0 h 11267"/>
                  <a:gd name="connsiteX1-39" fmla="*/ 10135 w 10159"/>
                  <a:gd name="connsiteY1-40" fmla="*/ 0 h 11267"/>
                  <a:gd name="connsiteX2-41" fmla="*/ 10159 w 10159"/>
                  <a:gd name="connsiteY2-42" fmla="*/ 9060 h 11267"/>
                  <a:gd name="connsiteX3-43" fmla="*/ 7387 w 10159"/>
                  <a:gd name="connsiteY3-44" fmla="*/ 9197 h 11267"/>
                  <a:gd name="connsiteX4-45" fmla="*/ 4327 w 10159"/>
                  <a:gd name="connsiteY4-46" fmla="*/ 11117 h 11267"/>
                  <a:gd name="connsiteX5-47" fmla="*/ 2787 w 10159"/>
                  <a:gd name="connsiteY5-48" fmla="*/ 10861 h 11267"/>
                  <a:gd name="connsiteX6-49" fmla="*/ 2149 w 10159"/>
                  <a:gd name="connsiteY6-50" fmla="*/ 8615 h 11267"/>
                  <a:gd name="connsiteX7-51" fmla="*/ 3397 w 10159"/>
                  <a:gd name="connsiteY7-52" fmla="*/ 5057 h 11267"/>
                  <a:gd name="connsiteX8-53" fmla="*/ 715 w 10159"/>
                  <a:gd name="connsiteY8-54" fmla="*/ 2747 h 11267"/>
                  <a:gd name="connsiteX9" fmla="*/ 25 w 10159"/>
                  <a:gd name="connsiteY9" fmla="*/ 0 h 11267"/>
                  <a:gd name="connsiteX0-55" fmla="*/ 25 w 10159"/>
                  <a:gd name="connsiteY0-56" fmla="*/ 0 h 11416"/>
                  <a:gd name="connsiteX1-57" fmla="*/ 10135 w 10159"/>
                  <a:gd name="connsiteY1-58" fmla="*/ 0 h 11416"/>
                  <a:gd name="connsiteX2-59" fmla="*/ 10159 w 10159"/>
                  <a:gd name="connsiteY2-60" fmla="*/ 9060 h 11416"/>
                  <a:gd name="connsiteX3-61" fmla="*/ 7387 w 10159"/>
                  <a:gd name="connsiteY3-62" fmla="*/ 9197 h 11416"/>
                  <a:gd name="connsiteX4-63" fmla="*/ 4362 w 10159"/>
                  <a:gd name="connsiteY4-64" fmla="*/ 11311 h 11416"/>
                  <a:gd name="connsiteX5-65" fmla="*/ 2787 w 10159"/>
                  <a:gd name="connsiteY5-66" fmla="*/ 10861 h 11416"/>
                  <a:gd name="connsiteX6-67" fmla="*/ 2149 w 10159"/>
                  <a:gd name="connsiteY6-68" fmla="*/ 8615 h 11416"/>
                  <a:gd name="connsiteX7-69" fmla="*/ 3397 w 10159"/>
                  <a:gd name="connsiteY7-70" fmla="*/ 5057 h 11416"/>
                  <a:gd name="connsiteX8-71" fmla="*/ 715 w 10159"/>
                  <a:gd name="connsiteY8-72" fmla="*/ 2747 h 11416"/>
                  <a:gd name="connsiteX9-73" fmla="*/ 25 w 10159"/>
                  <a:gd name="connsiteY9-74" fmla="*/ 0 h 11416"/>
                  <a:gd name="connsiteX0-75" fmla="*/ 25 w 10159"/>
                  <a:gd name="connsiteY0-76" fmla="*/ 0 h 11416"/>
                  <a:gd name="connsiteX1-77" fmla="*/ 10135 w 10159"/>
                  <a:gd name="connsiteY1-78" fmla="*/ 0 h 11416"/>
                  <a:gd name="connsiteX2-79" fmla="*/ 10159 w 10159"/>
                  <a:gd name="connsiteY2-80" fmla="*/ 9060 h 11416"/>
                  <a:gd name="connsiteX3-81" fmla="*/ 7387 w 10159"/>
                  <a:gd name="connsiteY3-82" fmla="*/ 9197 h 11416"/>
                  <a:gd name="connsiteX4-83" fmla="*/ 4362 w 10159"/>
                  <a:gd name="connsiteY4-84" fmla="*/ 11311 h 11416"/>
                  <a:gd name="connsiteX5-85" fmla="*/ 2787 w 10159"/>
                  <a:gd name="connsiteY5-86" fmla="*/ 10861 h 11416"/>
                  <a:gd name="connsiteX6-87" fmla="*/ 2149 w 10159"/>
                  <a:gd name="connsiteY6-88" fmla="*/ 8615 h 11416"/>
                  <a:gd name="connsiteX7-89" fmla="*/ 3397 w 10159"/>
                  <a:gd name="connsiteY7-90" fmla="*/ 5057 h 11416"/>
                  <a:gd name="connsiteX8-91" fmla="*/ 715 w 10159"/>
                  <a:gd name="connsiteY8-92" fmla="*/ 2747 h 11416"/>
                  <a:gd name="connsiteX9-93" fmla="*/ 25 w 10159"/>
                  <a:gd name="connsiteY9-94" fmla="*/ 0 h 11416"/>
                  <a:gd name="connsiteX0-95" fmla="*/ 25 w 10159"/>
                  <a:gd name="connsiteY0-96" fmla="*/ 0 h 11437"/>
                  <a:gd name="connsiteX1-97" fmla="*/ 10135 w 10159"/>
                  <a:gd name="connsiteY1-98" fmla="*/ 0 h 11437"/>
                  <a:gd name="connsiteX2-99" fmla="*/ 10159 w 10159"/>
                  <a:gd name="connsiteY2-100" fmla="*/ 9060 h 11437"/>
                  <a:gd name="connsiteX3-101" fmla="*/ 7387 w 10159"/>
                  <a:gd name="connsiteY3-102" fmla="*/ 9197 h 11437"/>
                  <a:gd name="connsiteX4-103" fmla="*/ 4362 w 10159"/>
                  <a:gd name="connsiteY4-104" fmla="*/ 11311 h 11437"/>
                  <a:gd name="connsiteX5-105" fmla="*/ 2611 w 10159"/>
                  <a:gd name="connsiteY5-106" fmla="*/ 10939 h 11437"/>
                  <a:gd name="connsiteX6-107" fmla="*/ 2149 w 10159"/>
                  <a:gd name="connsiteY6-108" fmla="*/ 8615 h 11437"/>
                  <a:gd name="connsiteX7-109" fmla="*/ 3397 w 10159"/>
                  <a:gd name="connsiteY7-110" fmla="*/ 5057 h 11437"/>
                  <a:gd name="connsiteX8-111" fmla="*/ 715 w 10159"/>
                  <a:gd name="connsiteY8-112" fmla="*/ 2747 h 11437"/>
                  <a:gd name="connsiteX9-113" fmla="*/ 25 w 10159"/>
                  <a:gd name="connsiteY9-114" fmla="*/ 0 h 114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73" y="connsiteY9-74"/>
                  </a:cxn>
                </a:cxnLst>
                <a:rect l="l" t="t" r="r" b="b"/>
                <a:pathLst>
                  <a:path w="10159" h="11437">
                    <a:moveTo>
                      <a:pt x="25" y="0"/>
                    </a:moveTo>
                    <a:lnTo>
                      <a:pt x="10135" y="0"/>
                    </a:lnTo>
                    <a:lnTo>
                      <a:pt x="10159" y="9060"/>
                    </a:lnTo>
                    <a:cubicBezTo>
                      <a:pt x="9259" y="9110"/>
                      <a:pt x="8353" y="8822"/>
                      <a:pt x="7387" y="9197"/>
                    </a:cubicBezTo>
                    <a:cubicBezTo>
                      <a:pt x="6421" y="9572"/>
                      <a:pt x="5158" y="11021"/>
                      <a:pt x="4362" y="11311"/>
                    </a:cubicBezTo>
                    <a:cubicBezTo>
                      <a:pt x="3566" y="11601"/>
                      <a:pt x="2974" y="11356"/>
                      <a:pt x="2611" y="10939"/>
                    </a:cubicBezTo>
                    <a:cubicBezTo>
                      <a:pt x="2248" y="10522"/>
                      <a:pt x="2018" y="9595"/>
                      <a:pt x="2149" y="8615"/>
                    </a:cubicBezTo>
                    <a:cubicBezTo>
                      <a:pt x="2280" y="7635"/>
                      <a:pt x="3830" y="6047"/>
                      <a:pt x="3397" y="5057"/>
                    </a:cubicBezTo>
                    <a:cubicBezTo>
                      <a:pt x="2964" y="4067"/>
                      <a:pt x="1441" y="3509"/>
                      <a:pt x="715" y="2747"/>
                    </a:cubicBezTo>
                    <a:cubicBezTo>
                      <a:pt x="-11" y="1985"/>
                      <a:pt x="-45" y="359"/>
                      <a:pt x="25" y="0"/>
                    </a:cubicBezTo>
                    <a:close/>
                  </a:path>
                </a:pathLst>
              </a:custGeom>
              <a:solidFill>
                <a:schemeClr val="accent2"/>
              </a:solidFill>
              <a:ln>
                <a:noFill/>
              </a:ln>
              <a:effectLst>
                <a:innerShdw blurRad="444500" dist="50800" dir="13500000">
                  <a:prstClr val="black">
                    <a:alpha val="50000"/>
                  </a:prstClr>
                </a:innerShdw>
              </a:effectLst>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ym typeface="+mn-ea"/>
                </a:endParaRPr>
              </a:p>
            </p:txBody>
          </p:sp>
          <p:sp>
            <p:nvSpPr>
              <p:cNvPr id="41" name="任意多边形: 形状 40"/>
              <p:cNvSpPr/>
              <p:nvPr/>
            </p:nvSpPr>
            <p:spPr>
              <a:xfrm>
                <a:off x="9008249" y="-5715"/>
                <a:ext cx="3202801" cy="3282315"/>
              </a:xfrm>
              <a:custGeom>
                <a:avLst/>
                <a:gdLst>
                  <a:gd name="connsiteX0" fmla="*/ 25 w 10158"/>
                  <a:gd name="connsiteY0" fmla="*/ 0 h 11117"/>
                  <a:gd name="connsiteX1" fmla="*/ 10135 w 10158"/>
                  <a:gd name="connsiteY1" fmla="*/ 0 h 11117"/>
                  <a:gd name="connsiteX2" fmla="*/ 10159 w 10158"/>
                  <a:gd name="connsiteY2" fmla="*/ 9060 h 11117"/>
                  <a:gd name="connsiteX3" fmla="*/ 7387 w 10158"/>
                  <a:gd name="connsiteY3" fmla="*/ 9197 h 11117"/>
                  <a:gd name="connsiteX4" fmla="*/ 4327 w 10158"/>
                  <a:gd name="connsiteY4" fmla="*/ 11117 h 11117"/>
                  <a:gd name="connsiteX5" fmla="*/ 1914 w 10158"/>
                  <a:gd name="connsiteY5" fmla="*/ 8357 h 11117"/>
                  <a:gd name="connsiteX6" fmla="*/ 3397 w 10158"/>
                  <a:gd name="connsiteY6" fmla="*/ 5057 h 11117"/>
                  <a:gd name="connsiteX7" fmla="*/ 715 w 10158"/>
                  <a:gd name="connsiteY7" fmla="*/ 2747 h 11117"/>
                  <a:gd name="connsiteX8" fmla="*/ 25 w 10158"/>
                  <a:gd name="connsiteY8" fmla="*/ 0 h 11117"/>
                  <a:gd name="connsiteX0-1" fmla="*/ 25 w 10159"/>
                  <a:gd name="connsiteY0-2" fmla="*/ 0 h 11122"/>
                  <a:gd name="connsiteX1-3" fmla="*/ 10135 w 10159"/>
                  <a:gd name="connsiteY1-4" fmla="*/ 0 h 11122"/>
                  <a:gd name="connsiteX2-5" fmla="*/ 10159 w 10159"/>
                  <a:gd name="connsiteY2-6" fmla="*/ 9060 h 11122"/>
                  <a:gd name="connsiteX3-7" fmla="*/ 7387 w 10159"/>
                  <a:gd name="connsiteY3-8" fmla="*/ 9197 h 11122"/>
                  <a:gd name="connsiteX4-9" fmla="*/ 4327 w 10159"/>
                  <a:gd name="connsiteY4-10" fmla="*/ 11117 h 11122"/>
                  <a:gd name="connsiteX5-11" fmla="*/ 2149 w 10159"/>
                  <a:gd name="connsiteY5-12" fmla="*/ 8615 h 11122"/>
                  <a:gd name="connsiteX6-13" fmla="*/ 3397 w 10159"/>
                  <a:gd name="connsiteY6-14" fmla="*/ 5057 h 11122"/>
                  <a:gd name="connsiteX7-15" fmla="*/ 715 w 10159"/>
                  <a:gd name="connsiteY7-16" fmla="*/ 2747 h 11122"/>
                  <a:gd name="connsiteX8-17" fmla="*/ 25 w 10159"/>
                  <a:gd name="connsiteY8-18" fmla="*/ 0 h 11122"/>
                  <a:gd name="connsiteX0-19" fmla="*/ 25 w 10159"/>
                  <a:gd name="connsiteY0-20" fmla="*/ 0 h 11122"/>
                  <a:gd name="connsiteX1-21" fmla="*/ 10135 w 10159"/>
                  <a:gd name="connsiteY1-22" fmla="*/ 0 h 11122"/>
                  <a:gd name="connsiteX2-23" fmla="*/ 10159 w 10159"/>
                  <a:gd name="connsiteY2-24" fmla="*/ 9060 h 11122"/>
                  <a:gd name="connsiteX3-25" fmla="*/ 7387 w 10159"/>
                  <a:gd name="connsiteY3-26" fmla="*/ 9197 h 11122"/>
                  <a:gd name="connsiteX4-27" fmla="*/ 4327 w 10159"/>
                  <a:gd name="connsiteY4-28" fmla="*/ 11117 h 11122"/>
                  <a:gd name="connsiteX5-29" fmla="*/ 2149 w 10159"/>
                  <a:gd name="connsiteY5-30" fmla="*/ 8615 h 11122"/>
                  <a:gd name="connsiteX6-31" fmla="*/ 3397 w 10159"/>
                  <a:gd name="connsiteY6-32" fmla="*/ 5057 h 11122"/>
                  <a:gd name="connsiteX7-33" fmla="*/ 715 w 10159"/>
                  <a:gd name="connsiteY7-34" fmla="*/ 2747 h 11122"/>
                  <a:gd name="connsiteX8-35" fmla="*/ 25 w 10159"/>
                  <a:gd name="connsiteY8-36" fmla="*/ 0 h 11122"/>
                  <a:gd name="connsiteX0-37" fmla="*/ 25 w 10159"/>
                  <a:gd name="connsiteY0-38" fmla="*/ 0 h 11267"/>
                  <a:gd name="connsiteX1-39" fmla="*/ 10135 w 10159"/>
                  <a:gd name="connsiteY1-40" fmla="*/ 0 h 11267"/>
                  <a:gd name="connsiteX2-41" fmla="*/ 10159 w 10159"/>
                  <a:gd name="connsiteY2-42" fmla="*/ 9060 h 11267"/>
                  <a:gd name="connsiteX3-43" fmla="*/ 7387 w 10159"/>
                  <a:gd name="connsiteY3-44" fmla="*/ 9197 h 11267"/>
                  <a:gd name="connsiteX4-45" fmla="*/ 4327 w 10159"/>
                  <a:gd name="connsiteY4-46" fmla="*/ 11117 h 11267"/>
                  <a:gd name="connsiteX5-47" fmla="*/ 2787 w 10159"/>
                  <a:gd name="connsiteY5-48" fmla="*/ 10861 h 11267"/>
                  <a:gd name="connsiteX6-49" fmla="*/ 2149 w 10159"/>
                  <a:gd name="connsiteY6-50" fmla="*/ 8615 h 11267"/>
                  <a:gd name="connsiteX7-51" fmla="*/ 3397 w 10159"/>
                  <a:gd name="connsiteY7-52" fmla="*/ 5057 h 11267"/>
                  <a:gd name="connsiteX8-53" fmla="*/ 715 w 10159"/>
                  <a:gd name="connsiteY8-54" fmla="*/ 2747 h 11267"/>
                  <a:gd name="connsiteX9" fmla="*/ 25 w 10159"/>
                  <a:gd name="connsiteY9" fmla="*/ 0 h 11267"/>
                  <a:gd name="connsiteX0-55" fmla="*/ 25 w 10159"/>
                  <a:gd name="connsiteY0-56" fmla="*/ 0 h 11416"/>
                  <a:gd name="connsiteX1-57" fmla="*/ 10135 w 10159"/>
                  <a:gd name="connsiteY1-58" fmla="*/ 0 h 11416"/>
                  <a:gd name="connsiteX2-59" fmla="*/ 10159 w 10159"/>
                  <a:gd name="connsiteY2-60" fmla="*/ 9060 h 11416"/>
                  <a:gd name="connsiteX3-61" fmla="*/ 7387 w 10159"/>
                  <a:gd name="connsiteY3-62" fmla="*/ 9197 h 11416"/>
                  <a:gd name="connsiteX4-63" fmla="*/ 4362 w 10159"/>
                  <a:gd name="connsiteY4-64" fmla="*/ 11311 h 11416"/>
                  <a:gd name="connsiteX5-65" fmla="*/ 2787 w 10159"/>
                  <a:gd name="connsiteY5-66" fmla="*/ 10861 h 11416"/>
                  <a:gd name="connsiteX6-67" fmla="*/ 2149 w 10159"/>
                  <a:gd name="connsiteY6-68" fmla="*/ 8615 h 11416"/>
                  <a:gd name="connsiteX7-69" fmla="*/ 3397 w 10159"/>
                  <a:gd name="connsiteY7-70" fmla="*/ 5057 h 11416"/>
                  <a:gd name="connsiteX8-71" fmla="*/ 715 w 10159"/>
                  <a:gd name="connsiteY8-72" fmla="*/ 2747 h 11416"/>
                  <a:gd name="connsiteX9-73" fmla="*/ 25 w 10159"/>
                  <a:gd name="connsiteY9-74" fmla="*/ 0 h 11416"/>
                  <a:gd name="connsiteX0-75" fmla="*/ 25 w 10159"/>
                  <a:gd name="connsiteY0-76" fmla="*/ 0 h 11416"/>
                  <a:gd name="connsiteX1-77" fmla="*/ 10135 w 10159"/>
                  <a:gd name="connsiteY1-78" fmla="*/ 0 h 11416"/>
                  <a:gd name="connsiteX2-79" fmla="*/ 10159 w 10159"/>
                  <a:gd name="connsiteY2-80" fmla="*/ 9060 h 11416"/>
                  <a:gd name="connsiteX3-81" fmla="*/ 7387 w 10159"/>
                  <a:gd name="connsiteY3-82" fmla="*/ 9197 h 11416"/>
                  <a:gd name="connsiteX4-83" fmla="*/ 4362 w 10159"/>
                  <a:gd name="connsiteY4-84" fmla="*/ 11311 h 11416"/>
                  <a:gd name="connsiteX5-85" fmla="*/ 2787 w 10159"/>
                  <a:gd name="connsiteY5-86" fmla="*/ 10861 h 11416"/>
                  <a:gd name="connsiteX6-87" fmla="*/ 2149 w 10159"/>
                  <a:gd name="connsiteY6-88" fmla="*/ 8615 h 11416"/>
                  <a:gd name="connsiteX7-89" fmla="*/ 3397 w 10159"/>
                  <a:gd name="connsiteY7-90" fmla="*/ 5057 h 11416"/>
                  <a:gd name="connsiteX8-91" fmla="*/ 715 w 10159"/>
                  <a:gd name="connsiteY8-92" fmla="*/ 2747 h 11416"/>
                  <a:gd name="connsiteX9-93" fmla="*/ 25 w 10159"/>
                  <a:gd name="connsiteY9-94" fmla="*/ 0 h 11416"/>
                  <a:gd name="connsiteX0-95" fmla="*/ 25 w 10159"/>
                  <a:gd name="connsiteY0-96" fmla="*/ 0 h 11437"/>
                  <a:gd name="connsiteX1-97" fmla="*/ 10135 w 10159"/>
                  <a:gd name="connsiteY1-98" fmla="*/ 0 h 11437"/>
                  <a:gd name="connsiteX2-99" fmla="*/ 10159 w 10159"/>
                  <a:gd name="connsiteY2-100" fmla="*/ 9060 h 11437"/>
                  <a:gd name="connsiteX3-101" fmla="*/ 7387 w 10159"/>
                  <a:gd name="connsiteY3-102" fmla="*/ 9197 h 11437"/>
                  <a:gd name="connsiteX4-103" fmla="*/ 4362 w 10159"/>
                  <a:gd name="connsiteY4-104" fmla="*/ 11311 h 11437"/>
                  <a:gd name="connsiteX5-105" fmla="*/ 2611 w 10159"/>
                  <a:gd name="connsiteY5-106" fmla="*/ 10939 h 11437"/>
                  <a:gd name="connsiteX6-107" fmla="*/ 2149 w 10159"/>
                  <a:gd name="connsiteY6-108" fmla="*/ 8615 h 11437"/>
                  <a:gd name="connsiteX7-109" fmla="*/ 3397 w 10159"/>
                  <a:gd name="connsiteY7-110" fmla="*/ 5057 h 11437"/>
                  <a:gd name="connsiteX8-111" fmla="*/ 715 w 10159"/>
                  <a:gd name="connsiteY8-112" fmla="*/ 2747 h 11437"/>
                  <a:gd name="connsiteX9-113" fmla="*/ 25 w 10159"/>
                  <a:gd name="connsiteY9-114" fmla="*/ 0 h 114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73" y="connsiteY9-74"/>
                  </a:cxn>
                </a:cxnLst>
                <a:rect l="l" t="t" r="r" b="b"/>
                <a:pathLst>
                  <a:path w="10159" h="11437">
                    <a:moveTo>
                      <a:pt x="25" y="0"/>
                    </a:moveTo>
                    <a:lnTo>
                      <a:pt x="10135" y="0"/>
                    </a:lnTo>
                    <a:lnTo>
                      <a:pt x="10159" y="9060"/>
                    </a:lnTo>
                    <a:cubicBezTo>
                      <a:pt x="9259" y="9110"/>
                      <a:pt x="8353" y="8822"/>
                      <a:pt x="7387" y="9197"/>
                    </a:cubicBezTo>
                    <a:cubicBezTo>
                      <a:pt x="6421" y="9572"/>
                      <a:pt x="5158" y="11021"/>
                      <a:pt x="4362" y="11311"/>
                    </a:cubicBezTo>
                    <a:cubicBezTo>
                      <a:pt x="3566" y="11601"/>
                      <a:pt x="2974" y="11356"/>
                      <a:pt x="2611" y="10939"/>
                    </a:cubicBezTo>
                    <a:cubicBezTo>
                      <a:pt x="2248" y="10522"/>
                      <a:pt x="2018" y="9595"/>
                      <a:pt x="2149" y="8615"/>
                    </a:cubicBezTo>
                    <a:cubicBezTo>
                      <a:pt x="2280" y="7635"/>
                      <a:pt x="3830" y="6047"/>
                      <a:pt x="3397" y="5057"/>
                    </a:cubicBezTo>
                    <a:cubicBezTo>
                      <a:pt x="2964" y="4067"/>
                      <a:pt x="1441" y="3509"/>
                      <a:pt x="715" y="2747"/>
                    </a:cubicBezTo>
                    <a:cubicBezTo>
                      <a:pt x="-11" y="1985"/>
                      <a:pt x="-45" y="359"/>
                      <a:pt x="25" y="0"/>
                    </a:cubicBezTo>
                    <a:close/>
                  </a:path>
                </a:pathLst>
              </a:custGeom>
              <a:solidFill>
                <a:schemeClr val="accent1"/>
              </a:solidFill>
              <a:ln>
                <a:noFill/>
              </a:ln>
              <a:effectLst>
                <a:innerShdw blurRad="292100">
                  <a:schemeClr val="tx1">
                    <a:lumMod val="95000"/>
                    <a:lumOff val="5000"/>
                    <a:alpha val="52000"/>
                  </a:schemeClr>
                </a:innerShdw>
              </a:effectLst>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ym typeface="+mn-ea"/>
                </a:endParaRPr>
              </a:p>
            </p:txBody>
          </p:sp>
        </p:grpSp>
        <p:grpSp>
          <p:nvGrpSpPr>
            <p:cNvPr id="10" name="组合 9"/>
            <p:cNvGrpSpPr/>
            <p:nvPr/>
          </p:nvGrpSpPr>
          <p:grpSpPr>
            <a:xfrm>
              <a:off x="8936612" y="2095366"/>
              <a:ext cx="1296009" cy="2165174"/>
              <a:chOff x="5016672" y="7030749"/>
              <a:chExt cx="2260600" cy="3776663"/>
            </a:xfrm>
          </p:grpSpPr>
          <p:sp>
            <p:nvSpPr>
              <p:cNvPr id="23" name="任意多边形: 形状 22"/>
              <p:cNvSpPr/>
              <p:nvPr/>
            </p:nvSpPr>
            <p:spPr bwMode="auto">
              <a:xfrm>
                <a:off x="6213647" y="7718137"/>
                <a:ext cx="328613" cy="368300"/>
              </a:xfrm>
              <a:custGeom>
                <a:avLst/>
                <a:gdLst>
                  <a:gd name="T0" fmla="*/ 28 w 196"/>
                  <a:gd name="T1" fmla="*/ 0 h 220"/>
                  <a:gd name="T2" fmla="*/ 0 w 196"/>
                  <a:gd name="T3" fmla="*/ 168 h 220"/>
                  <a:gd name="T4" fmla="*/ 148 w 196"/>
                  <a:gd name="T5" fmla="*/ 208 h 220"/>
                  <a:gd name="T6" fmla="*/ 196 w 196"/>
                  <a:gd name="T7" fmla="*/ 160 h 220"/>
                  <a:gd name="T8" fmla="*/ 168 w 196"/>
                  <a:gd name="T9" fmla="*/ 148 h 220"/>
                  <a:gd name="T10" fmla="*/ 156 w 196"/>
                  <a:gd name="T11" fmla="*/ 20 h 220"/>
                  <a:gd name="T12" fmla="*/ 28 w 196"/>
                  <a:gd name="T13" fmla="*/ 0 h 220"/>
                </a:gdLst>
                <a:ahLst/>
                <a:cxnLst>
                  <a:cxn ang="0">
                    <a:pos x="T0" y="T1"/>
                  </a:cxn>
                  <a:cxn ang="0">
                    <a:pos x="T2" y="T3"/>
                  </a:cxn>
                  <a:cxn ang="0">
                    <a:pos x="T4" y="T5"/>
                  </a:cxn>
                  <a:cxn ang="0">
                    <a:pos x="T6" y="T7"/>
                  </a:cxn>
                  <a:cxn ang="0">
                    <a:pos x="T8" y="T9"/>
                  </a:cxn>
                  <a:cxn ang="0">
                    <a:pos x="T10" y="T11"/>
                  </a:cxn>
                  <a:cxn ang="0">
                    <a:pos x="T12" y="T13"/>
                  </a:cxn>
                </a:cxnLst>
                <a:rect l="0" t="0" r="r" b="b"/>
                <a:pathLst>
                  <a:path w="196" h="220">
                    <a:moveTo>
                      <a:pt x="28" y="0"/>
                    </a:moveTo>
                    <a:cubicBezTo>
                      <a:pt x="28" y="0"/>
                      <a:pt x="84" y="136"/>
                      <a:pt x="0" y="168"/>
                    </a:cubicBezTo>
                    <a:cubicBezTo>
                      <a:pt x="0" y="168"/>
                      <a:pt x="120" y="220"/>
                      <a:pt x="148" y="208"/>
                    </a:cubicBezTo>
                    <a:cubicBezTo>
                      <a:pt x="176" y="196"/>
                      <a:pt x="196" y="168"/>
                      <a:pt x="196" y="160"/>
                    </a:cubicBezTo>
                    <a:cubicBezTo>
                      <a:pt x="196" y="152"/>
                      <a:pt x="168" y="148"/>
                      <a:pt x="168" y="148"/>
                    </a:cubicBezTo>
                    <a:cubicBezTo>
                      <a:pt x="168" y="148"/>
                      <a:pt x="116" y="152"/>
                      <a:pt x="156" y="20"/>
                    </a:cubicBezTo>
                    <a:lnTo>
                      <a:pt x="28" y="0"/>
                    </a:lnTo>
                    <a:close/>
                  </a:path>
                </a:pathLst>
              </a:custGeom>
              <a:solidFill>
                <a:srgbClr val="FBBE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4" name="椭圆 23"/>
              <p:cNvSpPr/>
              <p:nvPr/>
            </p:nvSpPr>
            <p:spPr bwMode="auto">
              <a:xfrm>
                <a:off x="6200947" y="7503824"/>
                <a:ext cx="333375" cy="334963"/>
              </a:xfrm>
              <a:prstGeom prst="ellipse">
                <a:avLst/>
              </a:prstGeom>
              <a:solidFill>
                <a:srgbClr val="FBBE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 name="椭圆 24"/>
              <p:cNvSpPr/>
              <p:nvPr/>
            </p:nvSpPr>
            <p:spPr bwMode="auto">
              <a:xfrm>
                <a:off x="6110460" y="7427624"/>
                <a:ext cx="293688" cy="414338"/>
              </a:xfrm>
              <a:prstGeom prst="ellipse">
                <a:avLst/>
              </a:prstGeom>
              <a:solidFill>
                <a:srgbClr val="FF65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 name="椭圆 25"/>
              <p:cNvSpPr/>
              <p:nvPr/>
            </p:nvSpPr>
            <p:spPr bwMode="auto">
              <a:xfrm>
                <a:off x="6004097" y="7360949"/>
                <a:ext cx="293688" cy="414338"/>
              </a:xfrm>
              <a:prstGeom prst="ellipse">
                <a:avLst/>
              </a:prstGeom>
              <a:solidFill>
                <a:srgbClr val="FF65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7" name="椭圆 26"/>
              <p:cNvSpPr/>
              <p:nvPr/>
            </p:nvSpPr>
            <p:spPr bwMode="auto">
              <a:xfrm>
                <a:off x="5929485" y="7313324"/>
                <a:ext cx="147638" cy="207963"/>
              </a:xfrm>
              <a:prstGeom prst="ellipse">
                <a:avLst/>
              </a:prstGeom>
              <a:solidFill>
                <a:srgbClr val="FF65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 name="任意多边形: 形状 27"/>
              <p:cNvSpPr/>
              <p:nvPr/>
            </p:nvSpPr>
            <p:spPr bwMode="auto">
              <a:xfrm>
                <a:off x="6534322" y="7030749"/>
                <a:ext cx="742950" cy="1068388"/>
              </a:xfrm>
              <a:custGeom>
                <a:avLst/>
                <a:gdLst>
                  <a:gd name="T0" fmla="*/ 0 w 444"/>
                  <a:gd name="T1" fmla="*/ 556 h 640"/>
                  <a:gd name="T2" fmla="*/ 112 w 444"/>
                  <a:gd name="T3" fmla="*/ 484 h 640"/>
                  <a:gd name="T4" fmla="*/ 372 w 444"/>
                  <a:gd name="T5" fmla="*/ 172 h 640"/>
                  <a:gd name="T6" fmla="*/ 404 w 444"/>
                  <a:gd name="T7" fmla="*/ 52 h 640"/>
                  <a:gd name="T8" fmla="*/ 412 w 444"/>
                  <a:gd name="T9" fmla="*/ 208 h 640"/>
                  <a:gd name="T10" fmla="*/ 309 w 444"/>
                  <a:gd name="T11" fmla="*/ 386 h 640"/>
                  <a:gd name="T12" fmla="*/ 237 w 444"/>
                  <a:gd name="T13" fmla="*/ 476 h 640"/>
                  <a:gd name="T14" fmla="*/ 48 w 444"/>
                  <a:gd name="T15" fmla="*/ 640 h 640"/>
                  <a:gd name="T16" fmla="*/ 0 w 444"/>
                  <a:gd name="T17" fmla="*/ 556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4" h="640">
                    <a:moveTo>
                      <a:pt x="0" y="556"/>
                    </a:moveTo>
                    <a:cubicBezTo>
                      <a:pt x="0" y="556"/>
                      <a:pt x="24" y="508"/>
                      <a:pt x="112" y="484"/>
                    </a:cubicBezTo>
                    <a:cubicBezTo>
                      <a:pt x="200" y="460"/>
                      <a:pt x="372" y="172"/>
                      <a:pt x="372" y="172"/>
                    </a:cubicBezTo>
                    <a:cubicBezTo>
                      <a:pt x="372" y="172"/>
                      <a:pt x="364" y="0"/>
                      <a:pt x="404" y="52"/>
                    </a:cubicBezTo>
                    <a:cubicBezTo>
                      <a:pt x="444" y="104"/>
                      <a:pt x="412" y="208"/>
                      <a:pt x="412" y="208"/>
                    </a:cubicBezTo>
                    <a:cubicBezTo>
                      <a:pt x="309" y="386"/>
                      <a:pt x="309" y="386"/>
                      <a:pt x="309" y="386"/>
                    </a:cubicBezTo>
                    <a:cubicBezTo>
                      <a:pt x="290" y="419"/>
                      <a:pt x="266" y="450"/>
                      <a:pt x="237" y="476"/>
                    </a:cubicBezTo>
                    <a:cubicBezTo>
                      <a:pt x="174" y="535"/>
                      <a:pt x="60" y="640"/>
                      <a:pt x="48" y="640"/>
                    </a:cubicBezTo>
                    <a:cubicBezTo>
                      <a:pt x="32" y="640"/>
                      <a:pt x="0" y="556"/>
                      <a:pt x="0" y="556"/>
                    </a:cubicBezTo>
                    <a:close/>
                  </a:path>
                </a:pathLst>
              </a:custGeom>
              <a:solidFill>
                <a:srgbClr val="FBBE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 name="任意多边形: 形状 28"/>
              <p:cNvSpPr/>
              <p:nvPr/>
            </p:nvSpPr>
            <p:spPr bwMode="auto">
              <a:xfrm>
                <a:off x="6280322" y="9100849"/>
                <a:ext cx="301625" cy="1482725"/>
              </a:xfrm>
              <a:custGeom>
                <a:avLst/>
                <a:gdLst>
                  <a:gd name="T0" fmla="*/ 12 w 180"/>
                  <a:gd name="T1" fmla="*/ 0 h 888"/>
                  <a:gd name="T2" fmla="*/ 32 w 180"/>
                  <a:gd name="T3" fmla="*/ 372 h 888"/>
                  <a:gd name="T4" fmla="*/ 40 w 180"/>
                  <a:gd name="T5" fmla="*/ 656 h 888"/>
                  <a:gd name="T6" fmla="*/ 32 w 180"/>
                  <a:gd name="T7" fmla="*/ 832 h 888"/>
                  <a:gd name="T8" fmla="*/ 160 w 180"/>
                  <a:gd name="T9" fmla="*/ 888 h 888"/>
                  <a:gd name="T10" fmla="*/ 124 w 180"/>
                  <a:gd name="T11" fmla="*/ 612 h 888"/>
                  <a:gd name="T12" fmla="*/ 152 w 180"/>
                  <a:gd name="T13" fmla="*/ 344 h 888"/>
                  <a:gd name="T14" fmla="*/ 180 w 180"/>
                  <a:gd name="T15" fmla="*/ 24 h 888"/>
                  <a:gd name="T16" fmla="*/ 12 w 180"/>
                  <a:gd name="T17"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0" h="888">
                    <a:moveTo>
                      <a:pt x="12" y="0"/>
                    </a:moveTo>
                    <a:cubicBezTo>
                      <a:pt x="12" y="0"/>
                      <a:pt x="40" y="340"/>
                      <a:pt x="32" y="372"/>
                    </a:cubicBezTo>
                    <a:cubicBezTo>
                      <a:pt x="24" y="404"/>
                      <a:pt x="0" y="468"/>
                      <a:pt x="40" y="656"/>
                    </a:cubicBezTo>
                    <a:cubicBezTo>
                      <a:pt x="80" y="844"/>
                      <a:pt x="32" y="832"/>
                      <a:pt x="32" y="832"/>
                    </a:cubicBezTo>
                    <a:cubicBezTo>
                      <a:pt x="160" y="888"/>
                      <a:pt x="160" y="888"/>
                      <a:pt x="160" y="888"/>
                    </a:cubicBezTo>
                    <a:cubicBezTo>
                      <a:pt x="160" y="888"/>
                      <a:pt x="116" y="672"/>
                      <a:pt x="124" y="612"/>
                    </a:cubicBezTo>
                    <a:cubicBezTo>
                      <a:pt x="132" y="552"/>
                      <a:pt x="128" y="428"/>
                      <a:pt x="152" y="344"/>
                    </a:cubicBezTo>
                    <a:cubicBezTo>
                      <a:pt x="176" y="260"/>
                      <a:pt x="180" y="24"/>
                      <a:pt x="180" y="24"/>
                    </a:cubicBezTo>
                    <a:cubicBezTo>
                      <a:pt x="12" y="0"/>
                      <a:pt x="12" y="0"/>
                      <a:pt x="12" y="0"/>
                    </a:cubicBezTo>
                  </a:path>
                </a:pathLst>
              </a:custGeom>
              <a:solidFill>
                <a:srgbClr val="FBBE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 name="任意多边形: 形状 29"/>
              <p:cNvSpPr/>
              <p:nvPr/>
            </p:nvSpPr>
            <p:spPr bwMode="auto">
              <a:xfrm>
                <a:off x="6300960" y="9100849"/>
                <a:ext cx="280988" cy="1482725"/>
              </a:xfrm>
              <a:custGeom>
                <a:avLst/>
                <a:gdLst>
                  <a:gd name="T0" fmla="*/ 0 w 168"/>
                  <a:gd name="T1" fmla="*/ 0 h 888"/>
                  <a:gd name="T2" fmla="*/ 22 w 168"/>
                  <a:gd name="T3" fmla="*/ 347 h 888"/>
                  <a:gd name="T4" fmla="*/ 20 w 168"/>
                  <a:gd name="T5" fmla="*/ 372 h 888"/>
                  <a:gd name="T6" fmla="*/ 6 w 168"/>
                  <a:gd name="T7" fmla="*/ 476 h 888"/>
                  <a:gd name="T8" fmla="*/ 28 w 168"/>
                  <a:gd name="T9" fmla="*/ 656 h 888"/>
                  <a:gd name="T10" fmla="*/ 44 w 168"/>
                  <a:gd name="T11" fmla="*/ 775 h 888"/>
                  <a:gd name="T12" fmla="*/ 22 w 168"/>
                  <a:gd name="T13" fmla="*/ 832 h 888"/>
                  <a:gd name="T14" fmla="*/ 20 w 168"/>
                  <a:gd name="T15" fmla="*/ 832 h 888"/>
                  <a:gd name="T16" fmla="*/ 148 w 168"/>
                  <a:gd name="T17" fmla="*/ 888 h 888"/>
                  <a:gd name="T18" fmla="*/ 111 w 168"/>
                  <a:gd name="T19" fmla="*/ 630 h 888"/>
                  <a:gd name="T20" fmla="*/ 112 w 168"/>
                  <a:gd name="T21" fmla="*/ 612 h 888"/>
                  <a:gd name="T22" fmla="*/ 140 w 168"/>
                  <a:gd name="T23" fmla="*/ 344 h 888"/>
                  <a:gd name="T24" fmla="*/ 168 w 168"/>
                  <a:gd name="T25" fmla="*/ 24 h 888"/>
                  <a:gd name="T26" fmla="*/ 0 w 168"/>
                  <a:gd name="T27"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8" h="888">
                    <a:moveTo>
                      <a:pt x="0" y="0"/>
                    </a:moveTo>
                    <a:cubicBezTo>
                      <a:pt x="0" y="0"/>
                      <a:pt x="22" y="260"/>
                      <a:pt x="22" y="347"/>
                    </a:cubicBezTo>
                    <a:cubicBezTo>
                      <a:pt x="22" y="359"/>
                      <a:pt x="21" y="368"/>
                      <a:pt x="20" y="372"/>
                    </a:cubicBezTo>
                    <a:cubicBezTo>
                      <a:pt x="16" y="390"/>
                      <a:pt x="6" y="419"/>
                      <a:pt x="6" y="476"/>
                    </a:cubicBezTo>
                    <a:cubicBezTo>
                      <a:pt x="6" y="518"/>
                      <a:pt x="11" y="576"/>
                      <a:pt x="28" y="656"/>
                    </a:cubicBezTo>
                    <a:cubicBezTo>
                      <a:pt x="40" y="711"/>
                      <a:pt x="44" y="749"/>
                      <a:pt x="44" y="775"/>
                    </a:cubicBezTo>
                    <a:cubicBezTo>
                      <a:pt x="44" y="828"/>
                      <a:pt x="27" y="832"/>
                      <a:pt x="22" y="832"/>
                    </a:cubicBezTo>
                    <a:cubicBezTo>
                      <a:pt x="21" y="832"/>
                      <a:pt x="20" y="832"/>
                      <a:pt x="20" y="832"/>
                    </a:cubicBezTo>
                    <a:cubicBezTo>
                      <a:pt x="148" y="888"/>
                      <a:pt x="148" y="888"/>
                      <a:pt x="148" y="888"/>
                    </a:cubicBezTo>
                    <a:cubicBezTo>
                      <a:pt x="148" y="888"/>
                      <a:pt x="111" y="706"/>
                      <a:pt x="111" y="630"/>
                    </a:cubicBezTo>
                    <a:cubicBezTo>
                      <a:pt x="111" y="623"/>
                      <a:pt x="111" y="617"/>
                      <a:pt x="112" y="612"/>
                    </a:cubicBezTo>
                    <a:cubicBezTo>
                      <a:pt x="120" y="552"/>
                      <a:pt x="116" y="428"/>
                      <a:pt x="140" y="344"/>
                    </a:cubicBezTo>
                    <a:cubicBezTo>
                      <a:pt x="164" y="260"/>
                      <a:pt x="168" y="24"/>
                      <a:pt x="168" y="24"/>
                    </a:cubicBezTo>
                    <a:cubicBezTo>
                      <a:pt x="0" y="0"/>
                      <a:pt x="0" y="0"/>
                      <a:pt x="0" y="0"/>
                    </a:cubicBezTo>
                  </a:path>
                </a:pathLst>
              </a:custGeom>
              <a:solidFill>
                <a:srgbClr val="E1ABA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 name="任意多边形: 形状 30"/>
              <p:cNvSpPr/>
              <p:nvPr/>
            </p:nvSpPr>
            <p:spPr bwMode="auto">
              <a:xfrm>
                <a:off x="6273972" y="10383549"/>
                <a:ext cx="461963" cy="423863"/>
              </a:xfrm>
              <a:custGeom>
                <a:avLst/>
                <a:gdLst>
                  <a:gd name="T0" fmla="*/ 159 w 276"/>
                  <a:gd name="T1" fmla="*/ 76 h 254"/>
                  <a:gd name="T2" fmla="*/ 76 w 276"/>
                  <a:gd name="T3" fmla="*/ 40 h 254"/>
                  <a:gd name="T4" fmla="*/ 24 w 276"/>
                  <a:gd name="T5" fmla="*/ 40 h 254"/>
                  <a:gd name="T6" fmla="*/ 32 w 276"/>
                  <a:gd name="T7" fmla="*/ 104 h 254"/>
                  <a:gd name="T8" fmla="*/ 223 w 276"/>
                  <a:gd name="T9" fmla="*/ 249 h 254"/>
                  <a:gd name="T10" fmla="*/ 228 w 276"/>
                  <a:gd name="T11" fmla="*/ 248 h 254"/>
                  <a:gd name="T12" fmla="*/ 208 w 276"/>
                  <a:gd name="T13" fmla="*/ 180 h 254"/>
                  <a:gd name="T14" fmla="*/ 163 w 276"/>
                  <a:gd name="T15" fmla="*/ 79 h 254"/>
                  <a:gd name="T16" fmla="*/ 161 w 276"/>
                  <a:gd name="T17" fmla="*/ 76 h 254"/>
                  <a:gd name="T18" fmla="*/ 159 w 276"/>
                  <a:gd name="T19" fmla="*/ 76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6" h="254">
                    <a:moveTo>
                      <a:pt x="159" y="76"/>
                    </a:moveTo>
                    <a:cubicBezTo>
                      <a:pt x="149" y="83"/>
                      <a:pt x="124" y="90"/>
                      <a:pt x="76" y="40"/>
                    </a:cubicBezTo>
                    <a:cubicBezTo>
                      <a:pt x="76" y="40"/>
                      <a:pt x="48" y="0"/>
                      <a:pt x="24" y="40"/>
                    </a:cubicBezTo>
                    <a:cubicBezTo>
                      <a:pt x="0" y="80"/>
                      <a:pt x="16" y="84"/>
                      <a:pt x="32" y="104"/>
                    </a:cubicBezTo>
                    <a:cubicBezTo>
                      <a:pt x="48" y="123"/>
                      <a:pt x="171" y="254"/>
                      <a:pt x="223" y="249"/>
                    </a:cubicBezTo>
                    <a:cubicBezTo>
                      <a:pt x="225" y="249"/>
                      <a:pt x="226" y="248"/>
                      <a:pt x="228" y="248"/>
                    </a:cubicBezTo>
                    <a:cubicBezTo>
                      <a:pt x="276" y="232"/>
                      <a:pt x="208" y="180"/>
                      <a:pt x="208" y="180"/>
                    </a:cubicBezTo>
                    <a:cubicBezTo>
                      <a:pt x="208" y="180"/>
                      <a:pt x="164" y="111"/>
                      <a:pt x="163" y="79"/>
                    </a:cubicBezTo>
                    <a:cubicBezTo>
                      <a:pt x="163" y="77"/>
                      <a:pt x="162" y="76"/>
                      <a:pt x="161" y="76"/>
                    </a:cubicBezTo>
                    <a:cubicBezTo>
                      <a:pt x="160" y="76"/>
                      <a:pt x="160" y="76"/>
                      <a:pt x="159" y="76"/>
                    </a:cubicBezTo>
                    <a:close/>
                  </a:path>
                </a:pathLst>
              </a:custGeom>
              <a:solidFill>
                <a:srgbClr val="3F3D5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 name="任意多边形: 形状 31"/>
              <p:cNvSpPr/>
              <p:nvPr/>
            </p:nvSpPr>
            <p:spPr bwMode="auto">
              <a:xfrm>
                <a:off x="5143672" y="9034174"/>
                <a:ext cx="1331913" cy="862013"/>
              </a:xfrm>
              <a:custGeom>
                <a:avLst/>
                <a:gdLst>
                  <a:gd name="T0" fmla="*/ 596 w 796"/>
                  <a:gd name="T1" fmla="*/ 0 h 516"/>
                  <a:gd name="T2" fmla="*/ 500 w 796"/>
                  <a:gd name="T3" fmla="*/ 236 h 516"/>
                  <a:gd name="T4" fmla="*/ 402 w 796"/>
                  <a:gd name="T5" fmla="*/ 294 h 516"/>
                  <a:gd name="T6" fmla="*/ 265 w 796"/>
                  <a:gd name="T7" fmla="*/ 336 h 516"/>
                  <a:gd name="T8" fmla="*/ 84 w 796"/>
                  <a:gd name="T9" fmla="*/ 396 h 516"/>
                  <a:gd name="T10" fmla="*/ 68 w 796"/>
                  <a:gd name="T11" fmla="*/ 516 h 516"/>
                  <a:gd name="T12" fmla="*/ 308 w 796"/>
                  <a:gd name="T13" fmla="*/ 432 h 516"/>
                  <a:gd name="T14" fmla="*/ 604 w 796"/>
                  <a:gd name="T15" fmla="*/ 340 h 516"/>
                  <a:gd name="T16" fmla="*/ 796 w 796"/>
                  <a:gd name="T17" fmla="*/ 40 h 516"/>
                  <a:gd name="T18" fmla="*/ 596 w 796"/>
                  <a:gd name="T19" fmla="*/ 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6" h="516">
                    <a:moveTo>
                      <a:pt x="596" y="0"/>
                    </a:moveTo>
                    <a:cubicBezTo>
                      <a:pt x="596" y="0"/>
                      <a:pt x="528" y="156"/>
                      <a:pt x="500" y="236"/>
                    </a:cubicBezTo>
                    <a:cubicBezTo>
                      <a:pt x="485" y="278"/>
                      <a:pt x="441" y="291"/>
                      <a:pt x="402" y="294"/>
                    </a:cubicBezTo>
                    <a:cubicBezTo>
                      <a:pt x="354" y="298"/>
                      <a:pt x="307" y="312"/>
                      <a:pt x="265" y="336"/>
                    </a:cubicBezTo>
                    <a:cubicBezTo>
                      <a:pt x="209" y="367"/>
                      <a:pt x="133" y="403"/>
                      <a:pt x="84" y="396"/>
                    </a:cubicBezTo>
                    <a:cubicBezTo>
                      <a:pt x="0" y="384"/>
                      <a:pt x="68" y="516"/>
                      <a:pt x="68" y="516"/>
                    </a:cubicBezTo>
                    <a:cubicBezTo>
                      <a:pt x="68" y="516"/>
                      <a:pt x="192" y="440"/>
                      <a:pt x="308" y="432"/>
                    </a:cubicBezTo>
                    <a:cubicBezTo>
                      <a:pt x="424" y="424"/>
                      <a:pt x="548" y="412"/>
                      <a:pt x="604" y="340"/>
                    </a:cubicBezTo>
                    <a:cubicBezTo>
                      <a:pt x="660" y="268"/>
                      <a:pt x="796" y="40"/>
                      <a:pt x="796" y="40"/>
                    </a:cubicBezTo>
                    <a:lnTo>
                      <a:pt x="596" y="0"/>
                    </a:lnTo>
                    <a:close/>
                  </a:path>
                </a:pathLst>
              </a:custGeom>
              <a:solidFill>
                <a:srgbClr val="FBBE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 name="任意多边形: 形状 32"/>
              <p:cNvSpPr/>
              <p:nvPr/>
            </p:nvSpPr>
            <p:spPr bwMode="auto">
              <a:xfrm>
                <a:off x="5016672" y="9581862"/>
                <a:ext cx="307975" cy="514350"/>
              </a:xfrm>
              <a:custGeom>
                <a:avLst/>
                <a:gdLst>
                  <a:gd name="T0" fmla="*/ 148 w 184"/>
                  <a:gd name="T1" fmla="*/ 168 h 308"/>
                  <a:gd name="T2" fmla="*/ 140 w 184"/>
                  <a:gd name="T3" fmla="*/ 112 h 308"/>
                  <a:gd name="T4" fmla="*/ 184 w 184"/>
                  <a:gd name="T5" fmla="*/ 60 h 308"/>
                  <a:gd name="T6" fmla="*/ 108 w 184"/>
                  <a:gd name="T7" fmla="*/ 32 h 308"/>
                  <a:gd name="T8" fmla="*/ 20 w 184"/>
                  <a:gd name="T9" fmla="*/ 252 h 308"/>
                  <a:gd name="T10" fmla="*/ 84 w 184"/>
                  <a:gd name="T11" fmla="*/ 260 h 308"/>
                  <a:gd name="T12" fmla="*/ 169 w 184"/>
                  <a:gd name="T13" fmla="*/ 174 h 308"/>
                  <a:gd name="T14" fmla="*/ 148 w 184"/>
                  <a:gd name="T15" fmla="*/ 168 h 3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4" h="308">
                    <a:moveTo>
                      <a:pt x="148" y="168"/>
                    </a:moveTo>
                    <a:cubicBezTo>
                      <a:pt x="148" y="168"/>
                      <a:pt x="108" y="140"/>
                      <a:pt x="140" y="112"/>
                    </a:cubicBezTo>
                    <a:cubicBezTo>
                      <a:pt x="172" y="84"/>
                      <a:pt x="184" y="60"/>
                      <a:pt x="184" y="60"/>
                    </a:cubicBezTo>
                    <a:cubicBezTo>
                      <a:pt x="184" y="60"/>
                      <a:pt x="128" y="0"/>
                      <a:pt x="108" y="32"/>
                    </a:cubicBezTo>
                    <a:cubicBezTo>
                      <a:pt x="88" y="64"/>
                      <a:pt x="0" y="208"/>
                      <a:pt x="20" y="252"/>
                    </a:cubicBezTo>
                    <a:cubicBezTo>
                      <a:pt x="40" y="296"/>
                      <a:pt x="60" y="308"/>
                      <a:pt x="84" y="260"/>
                    </a:cubicBezTo>
                    <a:cubicBezTo>
                      <a:pt x="108" y="212"/>
                      <a:pt x="169" y="174"/>
                      <a:pt x="169" y="174"/>
                    </a:cubicBezTo>
                    <a:lnTo>
                      <a:pt x="148" y="168"/>
                    </a:lnTo>
                    <a:close/>
                  </a:path>
                </a:pathLst>
              </a:custGeom>
              <a:solidFill>
                <a:srgbClr val="3F3D5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4" name="任意多边形: 形状 33"/>
              <p:cNvSpPr/>
              <p:nvPr/>
            </p:nvSpPr>
            <p:spPr bwMode="auto">
              <a:xfrm>
                <a:off x="6110460" y="7941974"/>
                <a:ext cx="587375" cy="665163"/>
              </a:xfrm>
              <a:custGeom>
                <a:avLst/>
                <a:gdLst>
                  <a:gd name="T0" fmla="*/ 238 w 351"/>
                  <a:gd name="T1" fmla="*/ 30 h 398"/>
                  <a:gd name="T2" fmla="*/ 101 w 351"/>
                  <a:gd name="T3" fmla="*/ 31 h 398"/>
                  <a:gd name="T4" fmla="*/ 18 w 351"/>
                  <a:gd name="T5" fmla="*/ 70 h 398"/>
                  <a:gd name="T6" fmla="*/ 54 w 351"/>
                  <a:gd name="T7" fmla="*/ 202 h 398"/>
                  <a:gd name="T8" fmla="*/ 102 w 351"/>
                  <a:gd name="T9" fmla="*/ 354 h 398"/>
                  <a:gd name="T10" fmla="*/ 330 w 351"/>
                  <a:gd name="T11" fmla="*/ 326 h 398"/>
                  <a:gd name="T12" fmla="*/ 326 w 351"/>
                  <a:gd name="T13" fmla="*/ 230 h 398"/>
                  <a:gd name="T14" fmla="*/ 330 w 351"/>
                  <a:gd name="T15" fmla="*/ 117 h 398"/>
                  <a:gd name="T16" fmla="*/ 306 w 351"/>
                  <a:gd name="T17" fmla="*/ 64 h 398"/>
                  <a:gd name="T18" fmla="*/ 254 w 351"/>
                  <a:gd name="T19" fmla="*/ 2 h 398"/>
                  <a:gd name="T20" fmla="*/ 217 w 351"/>
                  <a:gd name="T21" fmla="*/ 9 h 398"/>
                  <a:gd name="T22" fmla="*/ 238 w 351"/>
                  <a:gd name="T23" fmla="*/ 3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1" h="398">
                    <a:moveTo>
                      <a:pt x="238" y="30"/>
                    </a:moveTo>
                    <a:cubicBezTo>
                      <a:pt x="238" y="30"/>
                      <a:pt x="225" y="56"/>
                      <a:pt x="101" y="31"/>
                    </a:cubicBezTo>
                    <a:cubicBezTo>
                      <a:pt x="68" y="23"/>
                      <a:pt x="33" y="39"/>
                      <a:pt x="18" y="70"/>
                    </a:cubicBezTo>
                    <a:cubicBezTo>
                      <a:pt x="2" y="101"/>
                      <a:pt x="0" y="146"/>
                      <a:pt x="54" y="202"/>
                    </a:cubicBezTo>
                    <a:cubicBezTo>
                      <a:pt x="54" y="202"/>
                      <a:pt x="150" y="310"/>
                      <a:pt x="102" y="354"/>
                    </a:cubicBezTo>
                    <a:cubicBezTo>
                      <a:pt x="54" y="398"/>
                      <a:pt x="330" y="326"/>
                      <a:pt x="330" y="326"/>
                    </a:cubicBezTo>
                    <a:cubicBezTo>
                      <a:pt x="330" y="326"/>
                      <a:pt x="294" y="302"/>
                      <a:pt x="326" y="230"/>
                    </a:cubicBezTo>
                    <a:cubicBezTo>
                      <a:pt x="351" y="173"/>
                      <a:pt x="349" y="141"/>
                      <a:pt x="330" y="117"/>
                    </a:cubicBezTo>
                    <a:cubicBezTo>
                      <a:pt x="318" y="101"/>
                      <a:pt x="310" y="83"/>
                      <a:pt x="306" y="64"/>
                    </a:cubicBezTo>
                    <a:cubicBezTo>
                      <a:pt x="301" y="38"/>
                      <a:pt x="287" y="4"/>
                      <a:pt x="254" y="2"/>
                    </a:cubicBezTo>
                    <a:cubicBezTo>
                      <a:pt x="254" y="2"/>
                      <a:pt x="219" y="0"/>
                      <a:pt x="217" y="9"/>
                    </a:cubicBezTo>
                    <a:cubicBezTo>
                      <a:pt x="214" y="18"/>
                      <a:pt x="246" y="26"/>
                      <a:pt x="238" y="30"/>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5" name="任意多边形: 形状 34"/>
              <p:cNvSpPr/>
              <p:nvPr/>
            </p:nvSpPr>
            <p:spPr bwMode="auto">
              <a:xfrm>
                <a:off x="5370685" y="7995949"/>
                <a:ext cx="896938" cy="877888"/>
              </a:xfrm>
              <a:custGeom>
                <a:avLst/>
                <a:gdLst>
                  <a:gd name="T0" fmla="*/ 534 w 536"/>
                  <a:gd name="T1" fmla="*/ 83 h 526"/>
                  <a:gd name="T2" fmla="*/ 531 w 536"/>
                  <a:gd name="T3" fmla="*/ 66 h 526"/>
                  <a:gd name="T4" fmla="*/ 488 w 536"/>
                  <a:gd name="T5" fmla="*/ 8 h 526"/>
                  <a:gd name="T6" fmla="*/ 404 w 536"/>
                  <a:gd name="T7" fmla="*/ 118 h 526"/>
                  <a:gd name="T8" fmla="*/ 316 w 536"/>
                  <a:gd name="T9" fmla="*/ 258 h 526"/>
                  <a:gd name="T10" fmla="*/ 120 w 536"/>
                  <a:gd name="T11" fmla="*/ 430 h 526"/>
                  <a:gd name="T12" fmla="*/ 44 w 536"/>
                  <a:gd name="T13" fmla="*/ 494 h 526"/>
                  <a:gd name="T14" fmla="*/ 144 w 536"/>
                  <a:gd name="T15" fmla="*/ 474 h 526"/>
                  <a:gd name="T16" fmla="*/ 286 w 536"/>
                  <a:gd name="T17" fmla="*/ 389 h 526"/>
                  <a:gd name="T18" fmla="*/ 410 w 536"/>
                  <a:gd name="T19" fmla="*/ 272 h 526"/>
                  <a:gd name="T20" fmla="*/ 500 w 536"/>
                  <a:gd name="T21" fmla="*/ 163 h 526"/>
                  <a:gd name="T22" fmla="*/ 530 w 536"/>
                  <a:gd name="T23" fmla="*/ 124 h 526"/>
                  <a:gd name="T24" fmla="*/ 534 w 536"/>
                  <a:gd name="T25" fmla="*/ 83 h 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26">
                    <a:moveTo>
                      <a:pt x="534" y="83"/>
                    </a:moveTo>
                    <a:cubicBezTo>
                      <a:pt x="533" y="77"/>
                      <a:pt x="532" y="71"/>
                      <a:pt x="531" y="66"/>
                    </a:cubicBezTo>
                    <a:cubicBezTo>
                      <a:pt x="529" y="46"/>
                      <a:pt x="520" y="0"/>
                      <a:pt x="488" y="8"/>
                    </a:cubicBezTo>
                    <a:cubicBezTo>
                      <a:pt x="448" y="18"/>
                      <a:pt x="404" y="118"/>
                      <a:pt x="404" y="118"/>
                    </a:cubicBezTo>
                    <a:cubicBezTo>
                      <a:pt x="404" y="118"/>
                      <a:pt x="368" y="230"/>
                      <a:pt x="316" y="258"/>
                    </a:cubicBezTo>
                    <a:cubicBezTo>
                      <a:pt x="264" y="286"/>
                      <a:pt x="120" y="430"/>
                      <a:pt x="120" y="430"/>
                    </a:cubicBezTo>
                    <a:cubicBezTo>
                      <a:pt x="120" y="430"/>
                      <a:pt x="0" y="462"/>
                      <a:pt x="44" y="494"/>
                    </a:cubicBezTo>
                    <a:cubicBezTo>
                      <a:pt x="88" y="526"/>
                      <a:pt x="144" y="474"/>
                      <a:pt x="144" y="474"/>
                    </a:cubicBezTo>
                    <a:cubicBezTo>
                      <a:pt x="286" y="389"/>
                      <a:pt x="286" y="389"/>
                      <a:pt x="286" y="389"/>
                    </a:cubicBezTo>
                    <a:cubicBezTo>
                      <a:pt x="335" y="359"/>
                      <a:pt x="378" y="319"/>
                      <a:pt x="410" y="272"/>
                    </a:cubicBezTo>
                    <a:cubicBezTo>
                      <a:pt x="440" y="229"/>
                      <a:pt x="477" y="180"/>
                      <a:pt x="500" y="163"/>
                    </a:cubicBezTo>
                    <a:cubicBezTo>
                      <a:pt x="514" y="154"/>
                      <a:pt x="525" y="140"/>
                      <a:pt x="530" y="124"/>
                    </a:cubicBezTo>
                    <a:cubicBezTo>
                      <a:pt x="535" y="110"/>
                      <a:pt x="536" y="96"/>
                      <a:pt x="534" y="83"/>
                    </a:cubicBezTo>
                    <a:close/>
                  </a:path>
                </a:pathLst>
              </a:custGeom>
              <a:solidFill>
                <a:srgbClr val="FBBE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6" name="任意多边形: 形状 35"/>
              <p:cNvSpPr/>
              <p:nvPr/>
            </p:nvSpPr>
            <p:spPr bwMode="auto">
              <a:xfrm>
                <a:off x="5538960" y="8440449"/>
                <a:ext cx="1584325" cy="854075"/>
              </a:xfrm>
              <a:custGeom>
                <a:avLst/>
                <a:gdLst>
                  <a:gd name="T0" fmla="*/ 468 w 948"/>
                  <a:gd name="T1" fmla="*/ 48 h 512"/>
                  <a:gd name="T2" fmla="*/ 180 w 948"/>
                  <a:gd name="T3" fmla="*/ 148 h 512"/>
                  <a:gd name="T4" fmla="*/ 8 w 948"/>
                  <a:gd name="T5" fmla="*/ 256 h 512"/>
                  <a:gd name="T6" fmla="*/ 624 w 948"/>
                  <a:gd name="T7" fmla="*/ 484 h 512"/>
                  <a:gd name="T8" fmla="*/ 869 w 948"/>
                  <a:gd name="T9" fmla="*/ 442 h 512"/>
                  <a:gd name="T10" fmla="*/ 908 w 948"/>
                  <a:gd name="T11" fmla="*/ 416 h 512"/>
                  <a:gd name="T12" fmla="*/ 927 w 948"/>
                  <a:gd name="T13" fmla="*/ 398 h 512"/>
                  <a:gd name="T14" fmla="*/ 937 w 948"/>
                  <a:gd name="T15" fmla="*/ 350 h 512"/>
                  <a:gd name="T16" fmla="*/ 936 w 948"/>
                  <a:gd name="T17" fmla="*/ 349 h 512"/>
                  <a:gd name="T18" fmla="*/ 652 w 948"/>
                  <a:gd name="T19" fmla="*/ 8 h 512"/>
                  <a:gd name="T20" fmla="*/ 468 w 948"/>
                  <a:gd name="T21" fmla="*/ 4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8" h="512">
                    <a:moveTo>
                      <a:pt x="468" y="48"/>
                    </a:moveTo>
                    <a:cubicBezTo>
                      <a:pt x="468" y="48"/>
                      <a:pt x="284" y="24"/>
                      <a:pt x="180" y="148"/>
                    </a:cubicBezTo>
                    <a:cubicBezTo>
                      <a:pt x="76" y="272"/>
                      <a:pt x="0" y="236"/>
                      <a:pt x="8" y="256"/>
                    </a:cubicBezTo>
                    <a:cubicBezTo>
                      <a:pt x="16" y="276"/>
                      <a:pt x="400" y="512"/>
                      <a:pt x="624" y="484"/>
                    </a:cubicBezTo>
                    <a:cubicBezTo>
                      <a:pt x="760" y="467"/>
                      <a:pt x="833" y="451"/>
                      <a:pt x="869" y="442"/>
                    </a:cubicBezTo>
                    <a:cubicBezTo>
                      <a:pt x="884" y="438"/>
                      <a:pt x="898" y="428"/>
                      <a:pt x="908" y="416"/>
                    </a:cubicBezTo>
                    <a:cubicBezTo>
                      <a:pt x="913" y="409"/>
                      <a:pt x="920" y="403"/>
                      <a:pt x="927" y="398"/>
                    </a:cubicBezTo>
                    <a:cubicBezTo>
                      <a:pt x="943" y="387"/>
                      <a:pt x="948" y="366"/>
                      <a:pt x="937" y="350"/>
                    </a:cubicBezTo>
                    <a:cubicBezTo>
                      <a:pt x="936" y="349"/>
                      <a:pt x="936" y="349"/>
                      <a:pt x="936" y="349"/>
                    </a:cubicBezTo>
                    <a:cubicBezTo>
                      <a:pt x="873" y="257"/>
                      <a:pt x="701" y="14"/>
                      <a:pt x="652" y="8"/>
                    </a:cubicBezTo>
                    <a:cubicBezTo>
                      <a:pt x="592" y="0"/>
                      <a:pt x="468" y="48"/>
                      <a:pt x="468" y="48"/>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7" name="椭圆 36"/>
              <p:cNvSpPr/>
              <p:nvPr/>
            </p:nvSpPr>
            <p:spPr bwMode="auto">
              <a:xfrm>
                <a:off x="6264447" y="7414924"/>
                <a:ext cx="214313" cy="152400"/>
              </a:xfrm>
              <a:prstGeom prst="ellipse">
                <a:avLst/>
              </a:prstGeom>
              <a:solidFill>
                <a:srgbClr val="FF65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11" name="组合 10"/>
            <p:cNvGrpSpPr/>
            <p:nvPr/>
          </p:nvGrpSpPr>
          <p:grpSpPr>
            <a:xfrm rot="552067">
              <a:off x="9522505" y="775639"/>
              <a:ext cx="419101" cy="678269"/>
              <a:chOff x="6308743" y="5908512"/>
              <a:chExt cx="690563" cy="1117600"/>
            </a:xfrm>
          </p:grpSpPr>
          <p:sp>
            <p:nvSpPr>
              <p:cNvPr id="21" name="任意多边形: 形状 20"/>
              <p:cNvSpPr/>
              <p:nvPr/>
            </p:nvSpPr>
            <p:spPr bwMode="auto">
              <a:xfrm>
                <a:off x="6308743" y="5908512"/>
                <a:ext cx="690563" cy="1117600"/>
              </a:xfrm>
              <a:custGeom>
                <a:avLst/>
                <a:gdLst>
                  <a:gd name="T0" fmla="*/ 398 w 469"/>
                  <a:gd name="T1" fmla="*/ 213 h 759"/>
                  <a:gd name="T2" fmla="*/ 363 w 469"/>
                  <a:gd name="T3" fmla="*/ 179 h 759"/>
                  <a:gd name="T4" fmla="*/ 340 w 469"/>
                  <a:gd name="T5" fmla="*/ 154 h 759"/>
                  <a:gd name="T6" fmla="*/ 310 w 469"/>
                  <a:gd name="T7" fmla="*/ 100 h 759"/>
                  <a:gd name="T8" fmla="*/ 296 w 469"/>
                  <a:gd name="T9" fmla="*/ 14 h 759"/>
                  <a:gd name="T10" fmla="*/ 296 w 469"/>
                  <a:gd name="T11" fmla="*/ 9 h 759"/>
                  <a:gd name="T12" fmla="*/ 285 w 469"/>
                  <a:gd name="T13" fmla="*/ 0 h 759"/>
                  <a:gd name="T14" fmla="*/ 285 w 469"/>
                  <a:gd name="T15" fmla="*/ 0 h 759"/>
                  <a:gd name="T16" fmla="*/ 221 w 469"/>
                  <a:gd name="T17" fmla="*/ 0 h 759"/>
                  <a:gd name="T18" fmla="*/ 209 w 469"/>
                  <a:gd name="T19" fmla="*/ 13 h 759"/>
                  <a:gd name="T20" fmla="*/ 209 w 469"/>
                  <a:gd name="T21" fmla="*/ 517 h 759"/>
                  <a:gd name="T22" fmla="*/ 195 w 469"/>
                  <a:gd name="T23" fmla="*/ 529 h 759"/>
                  <a:gd name="T24" fmla="*/ 112 w 469"/>
                  <a:gd name="T25" fmla="*/ 542 h 759"/>
                  <a:gd name="T26" fmla="*/ 22 w 469"/>
                  <a:gd name="T27" fmla="*/ 698 h 759"/>
                  <a:gd name="T28" fmla="*/ 128 w 469"/>
                  <a:gd name="T29" fmla="*/ 759 h 759"/>
                  <a:gd name="T30" fmla="*/ 194 w 469"/>
                  <a:gd name="T31" fmla="*/ 746 h 759"/>
                  <a:gd name="T32" fmla="*/ 291 w 469"/>
                  <a:gd name="T33" fmla="*/ 629 h 759"/>
                  <a:gd name="T34" fmla="*/ 291 w 469"/>
                  <a:gd name="T35" fmla="*/ 627 h 759"/>
                  <a:gd name="T36" fmla="*/ 291 w 469"/>
                  <a:gd name="T37" fmla="*/ 239 h 759"/>
                  <a:gd name="T38" fmla="*/ 296 w 469"/>
                  <a:gd name="T39" fmla="*/ 241 h 759"/>
                  <a:gd name="T40" fmla="*/ 330 w 469"/>
                  <a:gd name="T41" fmla="*/ 259 h 759"/>
                  <a:gd name="T42" fmla="*/ 362 w 469"/>
                  <a:gd name="T43" fmla="*/ 289 h 759"/>
                  <a:gd name="T44" fmla="*/ 384 w 469"/>
                  <a:gd name="T45" fmla="*/ 548 h 759"/>
                  <a:gd name="T46" fmla="*/ 384 w 469"/>
                  <a:gd name="T47" fmla="*/ 548 h 759"/>
                  <a:gd name="T48" fmla="*/ 392 w 469"/>
                  <a:gd name="T49" fmla="*/ 562 h 759"/>
                  <a:gd name="T50" fmla="*/ 401 w 469"/>
                  <a:gd name="T51" fmla="*/ 560 h 759"/>
                  <a:gd name="T52" fmla="*/ 405 w 469"/>
                  <a:gd name="T53" fmla="*/ 554 h 759"/>
                  <a:gd name="T54" fmla="*/ 406 w 469"/>
                  <a:gd name="T55" fmla="*/ 554 h 759"/>
                  <a:gd name="T56" fmla="*/ 411 w 469"/>
                  <a:gd name="T57" fmla="*/ 546 h 759"/>
                  <a:gd name="T58" fmla="*/ 447 w 469"/>
                  <a:gd name="T59" fmla="*/ 472 h 759"/>
                  <a:gd name="T60" fmla="*/ 465 w 469"/>
                  <a:gd name="T61" fmla="*/ 396 h 759"/>
                  <a:gd name="T62" fmla="*/ 453 w 469"/>
                  <a:gd name="T63" fmla="*/ 291 h 759"/>
                  <a:gd name="T64" fmla="*/ 398 w 469"/>
                  <a:gd name="T65" fmla="*/ 213 h 759"/>
                  <a:gd name="T66" fmla="*/ 286 w 469"/>
                  <a:gd name="T67" fmla="*/ 23 h 759"/>
                  <a:gd name="T68" fmla="*/ 286 w 469"/>
                  <a:gd name="T69" fmla="*/ 23 h 759"/>
                  <a:gd name="T70" fmla="*/ 286 w 469"/>
                  <a:gd name="T71" fmla="*/ 23 h 759"/>
                  <a:gd name="T72" fmla="*/ 286 w 469"/>
                  <a:gd name="T73" fmla="*/ 23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69" h="759">
                    <a:moveTo>
                      <a:pt x="398" y="213"/>
                    </a:moveTo>
                    <a:cubicBezTo>
                      <a:pt x="387" y="202"/>
                      <a:pt x="376" y="190"/>
                      <a:pt x="363" y="179"/>
                    </a:cubicBezTo>
                    <a:cubicBezTo>
                      <a:pt x="355" y="171"/>
                      <a:pt x="347" y="163"/>
                      <a:pt x="340" y="154"/>
                    </a:cubicBezTo>
                    <a:cubicBezTo>
                      <a:pt x="329" y="139"/>
                      <a:pt x="319" y="122"/>
                      <a:pt x="310" y="100"/>
                    </a:cubicBezTo>
                    <a:cubicBezTo>
                      <a:pt x="301" y="76"/>
                      <a:pt x="296" y="24"/>
                      <a:pt x="296" y="14"/>
                    </a:cubicBezTo>
                    <a:cubicBezTo>
                      <a:pt x="296" y="12"/>
                      <a:pt x="296" y="10"/>
                      <a:pt x="296" y="9"/>
                    </a:cubicBezTo>
                    <a:cubicBezTo>
                      <a:pt x="294" y="4"/>
                      <a:pt x="290" y="0"/>
                      <a:pt x="285" y="0"/>
                    </a:cubicBezTo>
                    <a:cubicBezTo>
                      <a:pt x="285" y="0"/>
                      <a:pt x="285" y="0"/>
                      <a:pt x="285" y="0"/>
                    </a:cubicBezTo>
                    <a:cubicBezTo>
                      <a:pt x="221" y="0"/>
                      <a:pt x="221" y="0"/>
                      <a:pt x="221" y="0"/>
                    </a:cubicBezTo>
                    <a:cubicBezTo>
                      <a:pt x="214" y="0"/>
                      <a:pt x="209" y="6"/>
                      <a:pt x="209" y="13"/>
                    </a:cubicBezTo>
                    <a:cubicBezTo>
                      <a:pt x="209" y="517"/>
                      <a:pt x="209" y="517"/>
                      <a:pt x="209" y="517"/>
                    </a:cubicBezTo>
                    <a:cubicBezTo>
                      <a:pt x="209" y="524"/>
                      <a:pt x="202" y="530"/>
                      <a:pt x="195" y="529"/>
                    </a:cubicBezTo>
                    <a:cubicBezTo>
                      <a:pt x="169" y="527"/>
                      <a:pt x="140" y="531"/>
                      <a:pt x="112" y="542"/>
                    </a:cubicBezTo>
                    <a:cubicBezTo>
                      <a:pt x="40" y="572"/>
                      <a:pt x="0" y="642"/>
                      <a:pt x="22" y="698"/>
                    </a:cubicBezTo>
                    <a:cubicBezTo>
                      <a:pt x="38" y="737"/>
                      <a:pt x="80" y="759"/>
                      <a:pt x="128" y="759"/>
                    </a:cubicBezTo>
                    <a:cubicBezTo>
                      <a:pt x="149" y="759"/>
                      <a:pt x="172" y="755"/>
                      <a:pt x="194" y="746"/>
                    </a:cubicBezTo>
                    <a:cubicBezTo>
                      <a:pt x="249" y="723"/>
                      <a:pt x="287" y="676"/>
                      <a:pt x="291" y="629"/>
                    </a:cubicBezTo>
                    <a:cubicBezTo>
                      <a:pt x="291" y="628"/>
                      <a:pt x="291" y="627"/>
                      <a:pt x="291" y="627"/>
                    </a:cubicBezTo>
                    <a:cubicBezTo>
                      <a:pt x="291" y="239"/>
                      <a:pt x="291" y="239"/>
                      <a:pt x="291" y="239"/>
                    </a:cubicBezTo>
                    <a:cubicBezTo>
                      <a:pt x="293" y="240"/>
                      <a:pt x="295" y="240"/>
                      <a:pt x="296" y="241"/>
                    </a:cubicBezTo>
                    <a:cubicBezTo>
                      <a:pt x="308" y="244"/>
                      <a:pt x="319" y="251"/>
                      <a:pt x="330" y="259"/>
                    </a:cubicBezTo>
                    <a:cubicBezTo>
                      <a:pt x="341" y="267"/>
                      <a:pt x="352" y="277"/>
                      <a:pt x="362" y="289"/>
                    </a:cubicBezTo>
                    <a:cubicBezTo>
                      <a:pt x="434" y="376"/>
                      <a:pt x="385" y="546"/>
                      <a:pt x="384" y="548"/>
                    </a:cubicBezTo>
                    <a:cubicBezTo>
                      <a:pt x="384" y="548"/>
                      <a:pt x="384" y="548"/>
                      <a:pt x="384" y="548"/>
                    </a:cubicBezTo>
                    <a:cubicBezTo>
                      <a:pt x="383" y="553"/>
                      <a:pt x="386" y="560"/>
                      <a:pt x="392" y="562"/>
                    </a:cubicBezTo>
                    <a:cubicBezTo>
                      <a:pt x="395" y="563"/>
                      <a:pt x="399" y="562"/>
                      <a:pt x="401" y="560"/>
                    </a:cubicBezTo>
                    <a:cubicBezTo>
                      <a:pt x="403" y="559"/>
                      <a:pt x="404" y="558"/>
                      <a:pt x="405" y="554"/>
                    </a:cubicBezTo>
                    <a:cubicBezTo>
                      <a:pt x="406" y="554"/>
                      <a:pt x="406" y="554"/>
                      <a:pt x="406" y="554"/>
                    </a:cubicBezTo>
                    <a:cubicBezTo>
                      <a:pt x="406" y="553"/>
                      <a:pt x="408" y="549"/>
                      <a:pt x="411" y="546"/>
                    </a:cubicBezTo>
                    <a:cubicBezTo>
                      <a:pt x="418" y="533"/>
                      <a:pt x="433" y="510"/>
                      <a:pt x="447" y="472"/>
                    </a:cubicBezTo>
                    <a:cubicBezTo>
                      <a:pt x="457" y="447"/>
                      <a:pt x="463" y="421"/>
                      <a:pt x="465" y="396"/>
                    </a:cubicBezTo>
                    <a:cubicBezTo>
                      <a:pt x="469" y="360"/>
                      <a:pt x="465" y="324"/>
                      <a:pt x="453" y="291"/>
                    </a:cubicBezTo>
                    <a:cubicBezTo>
                      <a:pt x="441" y="257"/>
                      <a:pt x="419" y="234"/>
                      <a:pt x="398" y="213"/>
                    </a:cubicBezTo>
                    <a:moveTo>
                      <a:pt x="286" y="23"/>
                    </a:moveTo>
                    <a:cubicBezTo>
                      <a:pt x="286" y="23"/>
                      <a:pt x="286" y="23"/>
                      <a:pt x="286" y="23"/>
                    </a:cubicBezTo>
                    <a:cubicBezTo>
                      <a:pt x="286" y="23"/>
                      <a:pt x="286" y="23"/>
                      <a:pt x="286" y="23"/>
                    </a:cubicBezTo>
                    <a:cubicBezTo>
                      <a:pt x="286" y="23"/>
                      <a:pt x="286" y="23"/>
                      <a:pt x="286" y="23"/>
                    </a:cubicBezTo>
                  </a:path>
                </a:pathLst>
              </a:custGeom>
              <a:solidFill>
                <a:schemeClr val="accent1">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2" name="任意多边形: 形状 21"/>
              <p:cNvSpPr/>
              <p:nvPr/>
            </p:nvSpPr>
            <p:spPr bwMode="auto">
              <a:xfrm>
                <a:off x="6383356" y="6678449"/>
                <a:ext cx="354013" cy="347663"/>
              </a:xfrm>
              <a:custGeom>
                <a:avLst/>
                <a:gdLst>
                  <a:gd name="T0" fmla="*/ 240 w 240"/>
                  <a:gd name="T1" fmla="*/ 0 h 236"/>
                  <a:gd name="T2" fmla="*/ 0 w 240"/>
                  <a:gd name="T3" fmla="*/ 212 h 236"/>
                  <a:gd name="T4" fmla="*/ 74 w 240"/>
                  <a:gd name="T5" fmla="*/ 236 h 236"/>
                  <a:gd name="T6" fmla="*/ 74 w 240"/>
                  <a:gd name="T7" fmla="*/ 236 h 236"/>
                  <a:gd name="T8" fmla="*/ 75 w 240"/>
                  <a:gd name="T9" fmla="*/ 236 h 236"/>
                  <a:gd name="T10" fmla="*/ 75 w 240"/>
                  <a:gd name="T11" fmla="*/ 236 h 236"/>
                  <a:gd name="T12" fmla="*/ 75 w 240"/>
                  <a:gd name="T13" fmla="*/ 236 h 236"/>
                  <a:gd name="T14" fmla="*/ 75 w 240"/>
                  <a:gd name="T15" fmla="*/ 236 h 236"/>
                  <a:gd name="T16" fmla="*/ 75 w 240"/>
                  <a:gd name="T17" fmla="*/ 236 h 236"/>
                  <a:gd name="T18" fmla="*/ 75 w 240"/>
                  <a:gd name="T19" fmla="*/ 236 h 236"/>
                  <a:gd name="T20" fmla="*/ 76 w 240"/>
                  <a:gd name="T21" fmla="*/ 236 h 236"/>
                  <a:gd name="T22" fmla="*/ 76 w 240"/>
                  <a:gd name="T23" fmla="*/ 236 h 236"/>
                  <a:gd name="T24" fmla="*/ 76 w 240"/>
                  <a:gd name="T25" fmla="*/ 236 h 236"/>
                  <a:gd name="T26" fmla="*/ 76 w 240"/>
                  <a:gd name="T27" fmla="*/ 236 h 236"/>
                  <a:gd name="T28" fmla="*/ 76 w 240"/>
                  <a:gd name="T29" fmla="*/ 236 h 236"/>
                  <a:gd name="T30" fmla="*/ 76 w 240"/>
                  <a:gd name="T31" fmla="*/ 236 h 236"/>
                  <a:gd name="T32" fmla="*/ 77 w 240"/>
                  <a:gd name="T33" fmla="*/ 236 h 236"/>
                  <a:gd name="T34" fmla="*/ 77 w 240"/>
                  <a:gd name="T35" fmla="*/ 236 h 236"/>
                  <a:gd name="T36" fmla="*/ 77 w 240"/>
                  <a:gd name="T37" fmla="*/ 236 h 236"/>
                  <a:gd name="T38" fmla="*/ 77 w 240"/>
                  <a:gd name="T39" fmla="*/ 236 h 236"/>
                  <a:gd name="T40" fmla="*/ 77 w 240"/>
                  <a:gd name="T41" fmla="*/ 236 h 236"/>
                  <a:gd name="T42" fmla="*/ 143 w 240"/>
                  <a:gd name="T43" fmla="*/ 223 h 236"/>
                  <a:gd name="T44" fmla="*/ 240 w 240"/>
                  <a:gd name="T45" fmla="*/ 106 h 236"/>
                  <a:gd name="T46" fmla="*/ 240 w 240"/>
                  <a:gd name="T47" fmla="*/ 104 h 236"/>
                  <a:gd name="T48" fmla="*/ 240 w 240"/>
                  <a:gd name="T49" fmla="*/ 0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236">
                    <a:moveTo>
                      <a:pt x="240" y="0"/>
                    </a:moveTo>
                    <a:cubicBezTo>
                      <a:pt x="167" y="146"/>
                      <a:pt x="64" y="196"/>
                      <a:pt x="0" y="212"/>
                    </a:cubicBezTo>
                    <a:cubicBezTo>
                      <a:pt x="20" y="227"/>
                      <a:pt x="46" y="236"/>
                      <a:pt x="74" y="236"/>
                    </a:cubicBezTo>
                    <a:cubicBezTo>
                      <a:pt x="74" y="236"/>
                      <a:pt x="74" y="236"/>
                      <a:pt x="74" y="236"/>
                    </a:cubicBezTo>
                    <a:cubicBezTo>
                      <a:pt x="74" y="236"/>
                      <a:pt x="75" y="236"/>
                      <a:pt x="75" y="236"/>
                    </a:cubicBezTo>
                    <a:cubicBezTo>
                      <a:pt x="75" y="236"/>
                      <a:pt x="75" y="236"/>
                      <a:pt x="75" y="236"/>
                    </a:cubicBezTo>
                    <a:cubicBezTo>
                      <a:pt x="75" y="236"/>
                      <a:pt x="75" y="236"/>
                      <a:pt x="75" y="236"/>
                    </a:cubicBezTo>
                    <a:cubicBezTo>
                      <a:pt x="75" y="236"/>
                      <a:pt x="75" y="236"/>
                      <a:pt x="75" y="236"/>
                    </a:cubicBezTo>
                    <a:cubicBezTo>
                      <a:pt x="75" y="236"/>
                      <a:pt x="75" y="236"/>
                      <a:pt x="75" y="236"/>
                    </a:cubicBezTo>
                    <a:cubicBezTo>
                      <a:pt x="75" y="236"/>
                      <a:pt x="75" y="236"/>
                      <a:pt x="75" y="236"/>
                    </a:cubicBezTo>
                    <a:cubicBezTo>
                      <a:pt x="75" y="236"/>
                      <a:pt x="76" y="236"/>
                      <a:pt x="76" y="236"/>
                    </a:cubicBezTo>
                    <a:cubicBezTo>
                      <a:pt x="76" y="236"/>
                      <a:pt x="76" y="236"/>
                      <a:pt x="76" y="236"/>
                    </a:cubicBezTo>
                    <a:cubicBezTo>
                      <a:pt x="76" y="236"/>
                      <a:pt x="76" y="236"/>
                      <a:pt x="76" y="236"/>
                    </a:cubicBezTo>
                    <a:cubicBezTo>
                      <a:pt x="76" y="236"/>
                      <a:pt x="76" y="236"/>
                      <a:pt x="76" y="236"/>
                    </a:cubicBezTo>
                    <a:cubicBezTo>
                      <a:pt x="76" y="236"/>
                      <a:pt x="76" y="236"/>
                      <a:pt x="76" y="236"/>
                    </a:cubicBezTo>
                    <a:cubicBezTo>
                      <a:pt x="76" y="236"/>
                      <a:pt x="76" y="236"/>
                      <a:pt x="76" y="236"/>
                    </a:cubicBezTo>
                    <a:cubicBezTo>
                      <a:pt x="77" y="236"/>
                      <a:pt x="77" y="236"/>
                      <a:pt x="77" y="236"/>
                    </a:cubicBezTo>
                    <a:cubicBezTo>
                      <a:pt x="77" y="236"/>
                      <a:pt x="77" y="236"/>
                      <a:pt x="77" y="236"/>
                    </a:cubicBezTo>
                    <a:cubicBezTo>
                      <a:pt x="77" y="236"/>
                      <a:pt x="77" y="236"/>
                      <a:pt x="77" y="236"/>
                    </a:cubicBezTo>
                    <a:cubicBezTo>
                      <a:pt x="77" y="236"/>
                      <a:pt x="77" y="236"/>
                      <a:pt x="77" y="236"/>
                    </a:cubicBezTo>
                    <a:cubicBezTo>
                      <a:pt x="77" y="236"/>
                      <a:pt x="77" y="236"/>
                      <a:pt x="77" y="236"/>
                    </a:cubicBezTo>
                    <a:cubicBezTo>
                      <a:pt x="98" y="236"/>
                      <a:pt x="121" y="232"/>
                      <a:pt x="143" y="223"/>
                    </a:cubicBezTo>
                    <a:cubicBezTo>
                      <a:pt x="198" y="200"/>
                      <a:pt x="236" y="153"/>
                      <a:pt x="240" y="106"/>
                    </a:cubicBezTo>
                    <a:cubicBezTo>
                      <a:pt x="240" y="105"/>
                      <a:pt x="240" y="104"/>
                      <a:pt x="240" y="104"/>
                    </a:cubicBezTo>
                    <a:cubicBezTo>
                      <a:pt x="240" y="0"/>
                      <a:pt x="240" y="0"/>
                      <a:pt x="240" y="0"/>
                    </a:cubicBezTo>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14" name="组合 13"/>
            <p:cNvGrpSpPr/>
            <p:nvPr/>
          </p:nvGrpSpPr>
          <p:grpSpPr>
            <a:xfrm>
              <a:off x="10890487" y="638118"/>
              <a:ext cx="457907" cy="713948"/>
              <a:chOff x="4732356" y="5914862"/>
              <a:chExt cx="979488" cy="1527175"/>
            </a:xfrm>
          </p:grpSpPr>
          <p:sp>
            <p:nvSpPr>
              <p:cNvPr id="18" name="任意多边形: 形状 17"/>
              <p:cNvSpPr/>
              <p:nvPr/>
            </p:nvSpPr>
            <p:spPr bwMode="auto">
              <a:xfrm>
                <a:off x="4732356" y="5914862"/>
                <a:ext cx="979488" cy="1527175"/>
              </a:xfrm>
              <a:custGeom>
                <a:avLst/>
                <a:gdLst>
                  <a:gd name="T0" fmla="*/ 450 w 664"/>
                  <a:gd name="T1" fmla="*/ 1 h 1038"/>
                  <a:gd name="T2" fmla="*/ 440 w 664"/>
                  <a:gd name="T3" fmla="*/ 3 h 1038"/>
                  <a:gd name="T4" fmla="*/ 23 w 664"/>
                  <a:gd name="T5" fmla="*/ 279 h 1038"/>
                  <a:gd name="T6" fmla="*/ 18 w 664"/>
                  <a:gd name="T7" fmla="*/ 282 h 1038"/>
                  <a:gd name="T8" fmla="*/ 16 w 664"/>
                  <a:gd name="T9" fmla="*/ 293 h 1038"/>
                  <a:gd name="T10" fmla="*/ 166 w 664"/>
                  <a:gd name="T11" fmla="*/ 777 h 1038"/>
                  <a:gd name="T12" fmla="*/ 158 w 664"/>
                  <a:gd name="T13" fmla="*/ 790 h 1038"/>
                  <a:gd name="T14" fmla="*/ 79 w 664"/>
                  <a:gd name="T15" fmla="*/ 827 h 1038"/>
                  <a:gd name="T16" fmla="*/ 38 w 664"/>
                  <a:gd name="T17" fmla="*/ 1003 h 1038"/>
                  <a:gd name="T18" fmla="*/ 121 w 664"/>
                  <a:gd name="T19" fmla="*/ 1036 h 1038"/>
                  <a:gd name="T20" fmla="*/ 159 w 664"/>
                  <a:gd name="T21" fmla="*/ 1030 h 1038"/>
                  <a:gd name="T22" fmla="*/ 219 w 664"/>
                  <a:gd name="T23" fmla="*/ 997 h 1038"/>
                  <a:gd name="T24" fmla="*/ 277 w 664"/>
                  <a:gd name="T25" fmla="*/ 853 h 1038"/>
                  <a:gd name="T26" fmla="*/ 277 w 664"/>
                  <a:gd name="T27" fmla="*/ 852 h 1038"/>
                  <a:gd name="T28" fmla="*/ 158 w 664"/>
                  <a:gd name="T29" fmla="*/ 470 h 1038"/>
                  <a:gd name="T30" fmla="*/ 162 w 664"/>
                  <a:gd name="T31" fmla="*/ 458 h 1038"/>
                  <a:gd name="T32" fmla="*/ 438 w 664"/>
                  <a:gd name="T33" fmla="*/ 275 h 1038"/>
                  <a:gd name="T34" fmla="*/ 454 w 664"/>
                  <a:gd name="T35" fmla="*/ 280 h 1038"/>
                  <a:gd name="T36" fmla="*/ 539 w 664"/>
                  <a:gd name="T37" fmla="*/ 556 h 1038"/>
                  <a:gd name="T38" fmla="*/ 531 w 664"/>
                  <a:gd name="T39" fmla="*/ 569 h 1038"/>
                  <a:gd name="T40" fmla="*/ 453 w 664"/>
                  <a:gd name="T41" fmla="*/ 606 h 1038"/>
                  <a:gd name="T42" fmla="*/ 395 w 664"/>
                  <a:gd name="T43" fmla="*/ 694 h 1038"/>
                  <a:gd name="T44" fmla="*/ 411 w 664"/>
                  <a:gd name="T45" fmla="*/ 782 h 1038"/>
                  <a:gd name="T46" fmla="*/ 495 w 664"/>
                  <a:gd name="T47" fmla="*/ 815 h 1038"/>
                  <a:gd name="T48" fmla="*/ 592 w 664"/>
                  <a:gd name="T49" fmla="*/ 776 h 1038"/>
                  <a:gd name="T50" fmla="*/ 650 w 664"/>
                  <a:gd name="T51" fmla="*/ 631 h 1038"/>
                  <a:gd name="T52" fmla="*/ 650 w 664"/>
                  <a:gd name="T53" fmla="*/ 630 h 1038"/>
                  <a:gd name="T54" fmla="*/ 457 w 664"/>
                  <a:gd name="T55" fmla="*/ 9 h 1038"/>
                  <a:gd name="T56" fmla="*/ 450 w 664"/>
                  <a:gd name="T57" fmla="*/ 1 h 1038"/>
                  <a:gd name="T58" fmla="*/ 416 w 664"/>
                  <a:gd name="T59" fmla="*/ 158 h 1038"/>
                  <a:gd name="T60" fmla="*/ 422 w 664"/>
                  <a:gd name="T61" fmla="*/ 178 h 1038"/>
                  <a:gd name="T62" fmla="*/ 418 w 664"/>
                  <a:gd name="T63" fmla="*/ 190 h 1038"/>
                  <a:gd name="T64" fmla="*/ 142 w 664"/>
                  <a:gd name="T65" fmla="*/ 374 h 1038"/>
                  <a:gd name="T66" fmla="*/ 127 w 664"/>
                  <a:gd name="T67" fmla="*/ 368 h 1038"/>
                  <a:gd name="T68" fmla="*/ 120 w 664"/>
                  <a:gd name="T69" fmla="*/ 348 h 1038"/>
                  <a:gd name="T70" fmla="*/ 124 w 664"/>
                  <a:gd name="T71" fmla="*/ 336 h 1038"/>
                  <a:gd name="T72" fmla="*/ 400 w 664"/>
                  <a:gd name="T73" fmla="*/ 153 h 1038"/>
                  <a:gd name="T74" fmla="*/ 416 w 664"/>
                  <a:gd name="T75" fmla="*/ 158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64" h="1038">
                    <a:moveTo>
                      <a:pt x="450" y="1"/>
                    </a:moveTo>
                    <a:cubicBezTo>
                      <a:pt x="446" y="0"/>
                      <a:pt x="443" y="1"/>
                      <a:pt x="440" y="3"/>
                    </a:cubicBezTo>
                    <a:cubicBezTo>
                      <a:pt x="440" y="3"/>
                      <a:pt x="32" y="273"/>
                      <a:pt x="23" y="279"/>
                    </a:cubicBezTo>
                    <a:cubicBezTo>
                      <a:pt x="21" y="280"/>
                      <a:pt x="19" y="281"/>
                      <a:pt x="18" y="282"/>
                    </a:cubicBezTo>
                    <a:cubicBezTo>
                      <a:pt x="16" y="285"/>
                      <a:pt x="15" y="289"/>
                      <a:pt x="16" y="293"/>
                    </a:cubicBezTo>
                    <a:cubicBezTo>
                      <a:pt x="166" y="777"/>
                      <a:pt x="166" y="777"/>
                      <a:pt x="166" y="777"/>
                    </a:cubicBezTo>
                    <a:cubicBezTo>
                      <a:pt x="168" y="783"/>
                      <a:pt x="164" y="789"/>
                      <a:pt x="158" y="790"/>
                    </a:cubicBezTo>
                    <a:cubicBezTo>
                      <a:pt x="131" y="795"/>
                      <a:pt x="103" y="808"/>
                      <a:pt x="79" y="827"/>
                    </a:cubicBezTo>
                    <a:cubicBezTo>
                      <a:pt x="18" y="877"/>
                      <a:pt x="0" y="956"/>
                      <a:pt x="38" y="1003"/>
                    </a:cubicBezTo>
                    <a:cubicBezTo>
                      <a:pt x="57" y="1026"/>
                      <a:pt x="87" y="1038"/>
                      <a:pt x="121" y="1036"/>
                    </a:cubicBezTo>
                    <a:cubicBezTo>
                      <a:pt x="134" y="1036"/>
                      <a:pt x="146" y="1033"/>
                      <a:pt x="159" y="1030"/>
                    </a:cubicBezTo>
                    <a:cubicBezTo>
                      <a:pt x="180" y="1023"/>
                      <a:pt x="200" y="1012"/>
                      <a:pt x="219" y="997"/>
                    </a:cubicBezTo>
                    <a:cubicBezTo>
                      <a:pt x="267" y="958"/>
                      <a:pt x="290" y="900"/>
                      <a:pt x="277" y="853"/>
                    </a:cubicBezTo>
                    <a:cubicBezTo>
                      <a:pt x="277" y="852"/>
                      <a:pt x="277" y="852"/>
                      <a:pt x="277" y="852"/>
                    </a:cubicBezTo>
                    <a:cubicBezTo>
                      <a:pt x="158" y="470"/>
                      <a:pt x="158" y="470"/>
                      <a:pt x="158" y="470"/>
                    </a:cubicBezTo>
                    <a:cubicBezTo>
                      <a:pt x="157" y="465"/>
                      <a:pt x="158" y="461"/>
                      <a:pt x="162" y="458"/>
                    </a:cubicBezTo>
                    <a:cubicBezTo>
                      <a:pt x="438" y="275"/>
                      <a:pt x="438" y="275"/>
                      <a:pt x="438" y="275"/>
                    </a:cubicBezTo>
                    <a:cubicBezTo>
                      <a:pt x="444" y="271"/>
                      <a:pt x="452" y="274"/>
                      <a:pt x="454" y="280"/>
                    </a:cubicBezTo>
                    <a:cubicBezTo>
                      <a:pt x="539" y="556"/>
                      <a:pt x="539" y="556"/>
                      <a:pt x="539" y="556"/>
                    </a:cubicBezTo>
                    <a:cubicBezTo>
                      <a:pt x="541" y="562"/>
                      <a:pt x="537" y="568"/>
                      <a:pt x="531" y="569"/>
                    </a:cubicBezTo>
                    <a:cubicBezTo>
                      <a:pt x="504" y="574"/>
                      <a:pt x="476" y="587"/>
                      <a:pt x="453" y="606"/>
                    </a:cubicBezTo>
                    <a:cubicBezTo>
                      <a:pt x="424" y="630"/>
                      <a:pt x="403" y="661"/>
                      <a:pt x="395" y="694"/>
                    </a:cubicBezTo>
                    <a:cubicBezTo>
                      <a:pt x="386" y="728"/>
                      <a:pt x="392" y="759"/>
                      <a:pt x="411" y="782"/>
                    </a:cubicBezTo>
                    <a:cubicBezTo>
                      <a:pt x="430" y="805"/>
                      <a:pt x="460" y="817"/>
                      <a:pt x="495" y="815"/>
                    </a:cubicBezTo>
                    <a:cubicBezTo>
                      <a:pt x="528" y="814"/>
                      <a:pt x="563" y="800"/>
                      <a:pt x="592" y="776"/>
                    </a:cubicBezTo>
                    <a:cubicBezTo>
                      <a:pt x="641" y="736"/>
                      <a:pt x="664" y="678"/>
                      <a:pt x="650" y="631"/>
                    </a:cubicBezTo>
                    <a:cubicBezTo>
                      <a:pt x="650" y="630"/>
                      <a:pt x="650" y="630"/>
                      <a:pt x="650" y="630"/>
                    </a:cubicBezTo>
                    <a:cubicBezTo>
                      <a:pt x="457" y="9"/>
                      <a:pt x="457" y="9"/>
                      <a:pt x="457" y="9"/>
                    </a:cubicBezTo>
                    <a:cubicBezTo>
                      <a:pt x="456" y="5"/>
                      <a:pt x="453" y="2"/>
                      <a:pt x="450" y="1"/>
                    </a:cubicBezTo>
                    <a:moveTo>
                      <a:pt x="416" y="158"/>
                    </a:moveTo>
                    <a:cubicBezTo>
                      <a:pt x="422" y="178"/>
                      <a:pt x="422" y="178"/>
                      <a:pt x="422" y="178"/>
                    </a:cubicBezTo>
                    <a:cubicBezTo>
                      <a:pt x="423" y="182"/>
                      <a:pt x="422" y="187"/>
                      <a:pt x="418" y="190"/>
                    </a:cubicBezTo>
                    <a:cubicBezTo>
                      <a:pt x="142" y="374"/>
                      <a:pt x="142" y="374"/>
                      <a:pt x="142" y="374"/>
                    </a:cubicBezTo>
                    <a:cubicBezTo>
                      <a:pt x="136" y="378"/>
                      <a:pt x="129" y="375"/>
                      <a:pt x="127" y="368"/>
                    </a:cubicBezTo>
                    <a:cubicBezTo>
                      <a:pt x="120" y="348"/>
                      <a:pt x="120" y="348"/>
                      <a:pt x="120" y="348"/>
                    </a:cubicBezTo>
                    <a:cubicBezTo>
                      <a:pt x="119" y="343"/>
                      <a:pt x="120" y="338"/>
                      <a:pt x="124" y="336"/>
                    </a:cubicBezTo>
                    <a:cubicBezTo>
                      <a:pt x="400" y="153"/>
                      <a:pt x="400" y="153"/>
                      <a:pt x="400" y="153"/>
                    </a:cubicBezTo>
                    <a:cubicBezTo>
                      <a:pt x="406" y="149"/>
                      <a:pt x="414" y="152"/>
                      <a:pt x="416" y="158"/>
                    </a:cubicBezTo>
                  </a:path>
                </a:pathLst>
              </a:custGeom>
              <a:solidFill>
                <a:schemeClr val="accent1">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 name="任意多边形: 形状 18"/>
              <p:cNvSpPr/>
              <p:nvPr/>
            </p:nvSpPr>
            <p:spPr bwMode="auto">
              <a:xfrm>
                <a:off x="4843481" y="7011824"/>
                <a:ext cx="303213" cy="428625"/>
              </a:xfrm>
              <a:custGeom>
                <a:avLst/>
                <a:gdLst>
                  <a:gd name="T0" fmla="*/ 169 w 206"/>
                  <a:gd name="T1" fmla="*/ 0 h 291"/>
                  <a:gd name="T2" fmla="*/ 0 w 206"/>
                  <a:gd name="T3" fmla="*/ 284 h 291"/>
                  <a:gd name="T4" fmla="*/ 40 w 206"/>
                  <a:gd name="T5" fmla="*/ 291 h 291"/>
                  <a:gd name="T6" fmla="*/ 45 w 206"/>
                  <a:gd name="T7" fmla="*/ 291 h 291"/>
                  <a:gd name="T8" fmla="*/ 46 w 206"/>
                  <a:gd name="T9" fmla="*/ 291 h 291"/>
                  <a:gd name="T10" fmla="*/ 46 w 206"/>
                  <a:gd name="T11" fmla="*/ 291 h 291"/>
                  <a:gd name="T12" fmla="*/ 46 w 206"/>
                  <a:gd name="T13" fmla="*/ 291 h 291"/>
                  <a:gd name="T14" fmla="*/ 46 w 206"/>
                  <a:gd name="T15" fmla="*/ 291 h 291"/>
                  <a:gd name="T16" fmla="*/ 84 w 206"/>
                  <a:gd name="T17" fmla="*/ 285 h 291"/>
                  <a:gd name="T18" fmla="*/ 144 w 206"/>
                  <a:gd name="T19" fmla="*/ 252 h 291"/>
                  <a:gd name="T20" fmla="*/ 206 w 206"/>
                  <a:gd name="T21" fmla="*/ 135 h 291"/>
                  <a:gd name="T22" fmla="*/ 202 w 206"/>
                  <a:gd name="T23" fmla="*/ 108 h 291"/>
                  <a:gd name="T24" fmla="*/ 202 w 206"/>
                  <a:gd name="T25" fmla="*/ 107 h 291"/>
                  <a:gd name="T26" fmla="*/ 169 w 206"/>
                  <a:gd name="T27" fmla="*/ 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6" h="291">
                    <a:moveTo>
                      <a:pt x="169" y="0"/>
                    </a:moveTo>
                    <a:cubicBezTo>
                      <a:pt x="144" y="166"/>
                      <a:pt x="59" y="247"/>
                      <a:pt x="0" y="284"/>
                    </a:cubicBezTo>
                    <a:cubicBezTo>
                      <a:pt x="12" y="289"/>
                      <a:pt x="26" y="291"/>
                      <a:pt x="40" y="291"/>
                    </a:cubicBezTo>
                    <a:cubicBezTo>
                      <a:pt x="42" y="291"/>
                      <a:pt x="44" y="291"/>
                      <a:pt x="45" y="291"/>
                    </a:cubicBezTo>
                    <a:cubicBezTo>
                      <a:pt x="45" y="291"/>
                      <a:pt x="45" y="291"/>
                      <a:pt x="46" y="291"/>
                    </a:cubicBezTo>
                    <a:cubicBezTo>
                      <a:pt x="46" y="291"/>
                      <a:pt x="46" y="291"/>
                      <a:pt x="46" y="291"/>
                    </a:cubicBezTo>
                    <a:cubicBezTo>
                      <a:pt x="46" y="291"/>
                      <a:pt x="46" y="291"/>
                      <a:pt x="46" y="291"/>
                    </a:cubicBezTo>
                    <a:cubicBezTo>
                      <a:pt x="46" y="291"/>
                      <a:pt x="46" y="291"/>
                      <a:pt x="46" y="291"/>
                    </a:cubicBezTo>
                    <a:cubicBezTo>
                      <a:pt x="59" y="291"/>
                      <a:pt x="71" y="288"/>
                      <a:pt x="84" y="285"/>
                    </a:cubicBezTo>
                    <a:cubicBezTo>
                      <a:pt x="105" y="278"/>
                      <a:pt x="125" y="267"/>
                      <a:pt x="144" y="252"/>
                    </a:cubicBezTo>
                    <a:cubicBezTo>
                      <a:pt x="183" y="220"/>
                      <a:pt x="206" y="176"/>
                      <a:pt x="206" y="135"/>
                    </a:cubicBezTo>
                    <a:cubicBezTo>
                      <a:pt x="206" y="126"/>
                      <a:pt x="204" y="117"/>
                      <a:pt x="202" y="108"/>
                    </a:cubicBezTo>
                    <a:cubicBezTo>
                      <a:pt x="202" y="107"/>
                      <a:pt x="202" y="107"/>
                      <a:pt x="202" y="107"/>
                    </a:cubicBezTo>
                    <a:cubicBezTo>
                      <a:pt x="169" y="0"/>
                      <a:pt x="169" y="0"/>
                      <a:pt x="169" y="0"/>
                    </a:cubicBezTo>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 name="任意多边形: 形状 19"/>
              <p:cNvSpPr/>
              <p:nvPr/>
            </p:nvSpPr>
            <p:spPr bwMode="auto">
              <a:xfrm>
                <a:off x="5391168" y="6716549"/>
                <a:ext cx="304800" cy="400050"/>
              </a:xfrm>
              <a:custGeom>
                <a:avLst/>
                <a:gdLst>
                  <a:gd name="T0" fmla="*/ 176 w 207"/>
                  <a:gd name="T1" fmla="*/ 0 h 271"/>
                  <a:gd name="T2" fmla="*/ 0 w 207"/>
                  <a:gd name="T3" fmla="*/ 263 h 271"/>
                  <a:gd name="T4" fmla="*/ 41 w 207"/>
                  <a:gd name="T5" fmla="*/ 271 h 271"/>
                  <a:gd name="T6" fmla="*/ 48 w 207"/>
                  <a:gd name="T7" fmla="*/ 270 h 271"/>
                  <a:gd name="T8" fmla="*/ 145 w 207"/>
                  <a:gd name="T9" fmla="*/ 231 h 271"/>
                  <a:gd name="T10" fmla="*/ 207 w 207"/>
                  <a:gd name="T11" fmla="*/ 114 h 271"/>
                  <a:gd name="T12" fmla="*/ 207 w 207"/>
                  <a:gd name="T13" fmla="*/ 112 h 271"/>
                  <a:gd name="T14" fmla="*/ 203 w 207"/>
                  <a:gd name="T15" fmla="*/ 86 h 271"/>
                  <a:gd name="T16" fmla="*/ 203 w 207"/>
                  <a:gd name="T17" fmla="*/ 85 h 271"/>
                  <a:gd name="T18" fmla="*/ 180 w 207"/>
                  <a:gd name="T19" fmla="*/ 13 h 271"/>
                  <a:gd name="T20" fmla="*/ 178 w 207"/>
                  <a:gd name="T21" fmla="*/ 5 h 271"/>
                  <a:gd name="T22" fmla="*/ 176 w 207"/>
                  <a:gd name="T23"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271">
                    <a:moveTo>
                      <a:pt x="176" y="0"/>
                    </a:moveTo>
                    <a:cubicBezTo>
                      <a:pt x="144" y="159"/>
                      <a:pt x="54" y="232"/>
                      <a:pt x="0" y="263"/>
                    </a:cubicBezTo>
                    <a:cubicBezTo>
                      <a:pt x="12" y="268"/>
                      <a:pt x="26" y="271"/>
                      <a:pt x="41" y="271"/>
                    </a:cubicBezTo>
                    <a:cubicBezTo>
                      <a:pt x="44" y="271"/>
                      <a:pt x="46" y="271"/>
                      <a:pt x="48" y="270"/>
                    </a:cubicBezTo>
                    <a:cubicBezTo>
                      <a:pt x="81" y="269"/>
                      <a:pt x="116" y="255"/>
                      <a:pt x="145" y="231"/>
                    </a:cubicBezTo>
                    <a:cubicBezTo>
                      <a:pt x="184" y="199"/>
                      <a:pt x="207" y="155"/>
                      <a:pt x="207" y="114"/>
                    </a:cubicBezTo>
                    <a:cubicBezTo>
                      <a:pt x="207" y="114"/>
                      <a:pt x="207" y="113"/>
                      <a:pt x="207" y="112"/>
                    </a:cubicBezTo>
                    <a:cubicBezTo>
                      <a:pt x="207" y="103"/>
                      <a:pt x="205" y="94"/>
                      <a:pt x="203" y="86"/>
                    </a:cubicBezTo>
                    <a:cubicBezTo>
                      <a:pt x="203" y="85"/>
                      <a:pt x="203" y="85"/>
                      <a:pt x="203" y="85"/>
                    </a:cubicBezTo>
                    <a:cubicBezTo>
                      <a:pt x="180" y="13"/>
                      <a:pt x="180" y="13"/>
                      <a:pt x="180" y="13"/>
                    </a:cubicBezTo>
                    <a:cubicBezTo>
                      <a:pt x="178" y="5"/>
                      <a:pt x="178" y="5"/>
                      <a:pt x="178" y="5"/>
                    </a:cubicBezTo>
                    <a:cubicBezTo>
                      <a:pt x="176" y="0"/>
                      <a:pt x="176" y="0"/>
                      <a:pt x="176" y="0"/>
                    </a:cubicBezTo>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15" name="组合 14"/>
            <p:cNvGrpSpPr/>
            <p:nvPr/>
          </p:nvGrpSpPr>
          <p:grpSpPr>
            <a:xfrm rot="21095048">
              <a:off x="10570804" y="1772858"/>
              <a:ext cx="275123" cy="616655"/>
              <a:chOff x="7258068" y="6646699"/>
              <a:chExt cx="460375" cy="1031875"/>
            </a:xfrm>
          </p:grpSpPr>
          <p:sp>
            <p:nvSpPr>
              <p:cNvPr id="16" name="任意多边形: 形状 15"/>
              <p:cNvSpPr/>
              <p:nvPr/>
            </p:nvSpPr>
            <p:spPr bwMode="auto">
              <a:xfrm>
                <a:off x="7258068" y="6646699"/>
                <a:ext cx="460375" cy="1031875"/>
              </a:xfrm>
              <a:custGeom>
                <a:avLst/>
                <a:gdLst>
                  <a:gd name="T0" fmla="*/ 303 w 313"/>
                  <a:gd name="T1" fmla="*/ 5 h 701"/>
                  <a:gd name="T2" fmla="*/ 246 w 313"/>
                  <a:gd name="T3" fmla="*/ 0 h 701"/>
                  <a:gd name="T4" fmla="*/ 235 w 313"/>
                  <a:gd name="T5" fmla="*/ 10 h 701"/>
                  <a:gd name="T6" fmla="*/ 198 w 313"/>
                  <a:gd name="T7" fmla="*/ 479 h 701"/>
                  <a:gd name="T8" fmla="*/ 183 w 313"/>
                  <a:gd name="T9" fmla="*/ 490 h 701"/>
                  <a:gd name="T10" fmla="*/ 105 w 313"/>
                  <a:gd name="T11" fmla="*/ 496 h 701"/>
                  <a:gd name="T12" fmla="*/ 25 w 313"/>
                  <a:gd name="T13" fmla="*/ 552 h 701"/>
                  <a:gd name="T14" fmla="*/ 8 w 313"/>
                  <a:gd name="T15" fmla="*/ 635 h 701"/>
                  <a:gd name="T16" fmla="*/ 104 w 313"/>
                  <a:gd name="T17" fmla="*/ 700 h 701"/>
                  <a:gd name="T18" fmla="*/ 168 w 313"/>
                  <a:gd name="T19" fmla="*/ 692 h 701"/>
                  <a:gd name="T20" fmla="*/ 268 w 313"/>
                  <a:gd name="T21" fmla="*/ 587 h 701"/>
                  <a:gd name="T22" fmla="*/ 268 w 313"/>
                  <a:gd name="T23" fmla="*/ 586 h 701"/>
                  <a:gd name="T24" fmla="*/ 313 w 313"/>
                  <a:gd name="T25" fmla="*/ 16 h 701"/>
                  <a:gd name="T26" fmla="*/ 303 w 313"/>
                  <a:gd name="T27" fmla="*/ 5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3" h="701">
                    <a:moveTo>
                      <a:pt x="303" y="5"/>
                    </a:moveTo>
                    <a:cubicBezTo>
                      <a:pt x="246" y="0"/>
                      <a:pt x="246" y="0"/>
                      <a:pt x="246" y="0"/>
                    </a:cubicBezTo>
                    <a:cubicBezTo>
                      <a:pt x="240" y="0"/>
                      <a:pt x="235" y="4"/>
                      <a:pt x="235" y="10"/>
                    </a:cubicBezTo>
                    <a:cubicBezTo>
                      <a:pt x="198" y="479"/>
                      <a:pt x="198" y="479"/>
                      <a:pt x="198" y="479"/>
                    </a:cubicBezTo>
                    <a:cubicBezTo>
                      <a:pt x="198" y="486"/>
                      <a:pt x="191" y="492"/>
                      <a:pt x="183" y="490"/>
                    </a:cubicBezTo>
                    <a:cubicBezTo>
                      <a:pt x="159" y="486"/>
                      <a:pt x="131" y="488"/>
                      <a:pt x="105" y="496"/>
                    </a:cubicBezTo>
                    <a:cubicBezTo>
                      <a:pt x="72" y="507"/>
                      <a:pt x="43" y="527"/>
                      <a:pt x="25" y="552"/>
                    </a:cubicBezTo>
                    <a:cubicBezTo>
                      <a:pt x="6" y="579"/>
                      <a:pt x="0" y="608"/>
                      <a:pt x="8" y="635"/>
                    </a:cubicBezTo>
                    <a:cubicBezTo>
                      <a:pt x="20" y="672"/>
                      <a:pt x="59" y="696"/>
                      <a:pt x="104" y="700"/>
                    </a:cubicBezTo>
                    <a:cubicBezTo>
                      <a:pt x="125" y="701"/>
                      <a:pt x="146" y="699"/>
                      <a:pt x="168" y="692"/>
                    </a:cubicBezTo>
                    <a:cubicBezTo>
                      <a:pt x="223" y="674"/>
                      <a:pt x="263" y="632"/>
                      <a:pt x="268" y="587"/>
                    </a:cubicBezTo>
                    <a:cubicBezTo>
                      <a:pt x="268" y="586"/>
                      <a:pt x="268" y="586"/>
                      <a:pt x="268" y="586"/>
                    </a:cubicBezTo>
                    <a:cubicBezTo>
                      <a:pt x="313" y="16"/>
                      <a:pt x="313" y="16"/>
                      <a:pt x="313" y="16"/>
                    </a:cubicBezTo>
                    <a:cubicBezTo>
                      <a:pt x="313" y="10"/>
                      <a:pt x="309" y="5"/>
                      <a:pt x="303" y="5"/>
                    </a:cubicBezTo>
                  </a:path>
                </a:pathLst>
              </a:custGeom>
              <a:solidFill>
                <a:schemeClr val="accent1">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7" name="任意多边形: 形状 16"/>
              <p:cNvSpPr/>
              <p:nvPr/>
            </p:nvSpPr>
            <p:spPr bwMode="auto">
              <a:xfrm>
                <a:off x="7310456" y="7407112"/>
                <a:ext cx="350838" cy="269875"/>
              </a:xfrm>
              <a:custGeom>
                <a:avLst/>
                <a:gdLst>
                  <a:gd name="T0" fmla="*/ 238 w 238"/>
                  <a:gd name="T1" fmla="*/ 0 h 183"/>
                  <a:gd name="T2" fmla="*/ 0 w 238"/>
                  <a:gd name="T3" fmla="*/ 157 h 183"/>
                  <a:gd name="T4" fmla="*/ 66 w 238"/>
                  <a:gd name="T5" fmla="*/ 182 h 183"/>
                  <a:gd name="T6" fmla="*/ 66 w 238"/>
                  <a:gd name="T7" fmla="*/ 182 h 183"/>
                  <a:gd name="T8" fmla="*/ 66 w 238"/>
                  <a:gd name="T9" fmla="*/ 182 h 183"/>
                  <a:gd name="T10" fmla="*/ 66 w 238"/>
                  <a:gd name="T11" fmla="*/ 182 h 183"/>
                  <a:gd name="T12" fmla="*/ 67 w 238"/>
                  <a:gd name="T13" fmla="*/ 182 h 183"/>
                  <a:gd name="T14" fmla="*/ 67 w 238"/>
                  <a:gd name="T15" fmla="*/ 182 h 183"/>
                  <a:gd name="T16" fmla="*/ 67 w 238"/>
                  <a:gd name="T17" fmla="*/ 182 h 183"/>
                  <a:gd name="T18" fmla="*/ 67 w 238"/>
                  <a:gd name="T19" fmla="*/ 182 h 183"/>
                  <a:gd name="T20" fmla="*/ 67 w 238"/>
                  <a:gd name="T21" fmla="*/ 182 h 183"/>
                  <a:gd name="T22" fmla="*/ 67 w 238"/>
                  <a:gd name="T23" fmla="*/ 182 h 183"/>
                  <a:gd name="T24" fmla="*/ 67 w 238"/>
                  <a:gd name="T25" fmla="*/ 182 h 183"/>
                  <a:gd name="T26" fmla="*/ 68 w 238"/>
                  <a:gd name="T27" fmla="*/ 183 h 183"/>
                  <a:gd name="T28" fmla="*/ 68 w 238"/>
                  <a:gd name="T29" fmla="*/ 183 h 183"/>
                  <a:gd name="T30" fmla="*/ 68 w 238"/>
                  <a:gd name="T31" fmla="*/ 183 h 183"/>
                  <a:gd name="T32" fmla="*/ 68 w 238"/>
                  <a:gd name="T33" fmla="*/ 183 h 183"/>
                  <a:gd name="T34" fmla="*/ 68 w 238"/>
                  <a:gd name="T35" fmla="*/ 183 h 183"/>
                  <a:gd name="T36" fmla="*/ 68 w 238"/>
                  <a:gd name="T37" fmla="*/ 183 h 183"/>
                  <a:gd name="T38" fmla="*/ 80 w 238"/>
                  <a:gd name="T39" fmla="*/ 183 h 183"/>
                  <a:gd name="T40" fmla="*/ 132 w 238"/>
                  <a:gd name="T41" fmla="*/ 175 h 183"/>
                  <a:gd name="T42" fmla="*/ 232 w 238"/>
                  <a:gd name="T43" fmla="*/ 70 h 183"/>
                  <a:gd name="T44" fmla="*/ 232 w 238"/>
                  <a:gd name="T45" fmla="*/ 69 h 183"/>
                  <a:gd name="T46" fmla="*/ 238 w 238"/>
                  <a:gd name="T4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8" h="183">
                    <a:moveTo>
                      <a:pt x="238" y="0"/>
                    </a:moveTo>
                    <a:cubicBezTo>
                      <a:pt x="156" y="118"/>
                      <a:pt x="57" y="150"/>
                      <a:pt x="0" y="157"/>
                    </a:cubicBezTo>
                    <a:cubicBezTo>
                      <a:pt x="17" y="171"/>
                      <a:pt x="40" y="180"/>
                      <a:pt x="66" y="182"/>
                    </a:cubicBezTo>
                    <a:cubicBezTo>
                      <a:pt x="66" y="182"/>
                      <a:pt x="66" y="182"/>
                      <a:pt x="66" y="182"/>
                    </a:cubicBezTo>
                    <a:cubicBezTo>
                      <a:pt x="66" y="182"/>
                      <a:pt x="66" y="182"/>
                      <a:pt x="66" y="182"/>
                    </a:cubicBezTo>
                    <a:cubicBezTo>
                      <a:pt x="66" y="182"/>
                      <a:pt x="66" y="182"/>
                      <a:pt x="66" y="182"/>
                    </a:cubicBezTo>
                    <a:cubicBezTo>
                      <a:pt x="66" y="182"/>
                      <a:pt x="66" y="182"/>
                      <a:pt x="67" y="182"/>
                    </a:cubicBezTo>
                    <a:cubicBezTo>
                      <a:pt x="67" y="182"/>
                      <a:pt x="67" y="182"/>
                      <a:pt x="67" y="182"/>
                    </a:cubicBezTo>
                    <a:cubicBezTo>
                      <a:pt x="67" y="182"/>
                      <a:pt x="67" y="182"/>
                      <a:pt x="67" y="182"/>
                    </a:cubicBezTo>
                    <a:cubicBezTo>
                      <a:pt x="67" y="182"/>
                      <a:pt x="67" y="182"/>
                      <a:pt x="67" y="182"/>
                    </a:cubicBezTo>
                    <a:cubicBezTo>
                      <a:pt x="67" y="182"/>
                      <a:pt x="67" y="182"/>
                      <a:pt x="67" y="182"/>
                    </a:cubicBezTo>
                    <a:cubicBezTo>
                      <a:pt x="67" y="182"/>
                      <a:pt x="67" y="182"/>
                      <a:pt x="67" y="182"/>
                    </a:cubicBezTo>
                    <a:cubicBezTo>
                      <a:pt x="67" y="182"/>
                      <a:pt x="67" y="182"/>
                      <a:pt x="67" y="182"/>
                    </a:cubicBezTo>
                    <a:cubicBezTo>
                      <a:pt x="67" y="182"/>
                      <a:pt x="67" y="183"/>
                      <a:pt x="68" y="183"/>
                    </a:cubicBezTo>
                    <a:cubicBezTo>
                      <a:pt x="68" y="183"/>
                      <a:pt x="68" y="183"/>
                      <a:pt x="68" y="183"/>
                    </a:cubicBezTo>
                    <a:cubicBezTo>
                      <a:pt x="68" y="183"/>
                      <a:pt x="68" y="183"/>
                      <a:pt x="68" y="183"/>
                    </a:cubicBezTo>
                    <a:cubicBezTo>
                      <a:pt x="68" y="183"/>
                      <a:pt x="68" y="183"/>
                      <a:pt x="68" y="183"/>
                    </a:cubicBezTo>
                    <a:cubicBezTo>
                      <a:pt x="68" y="183"/>
                      <a:pt x="68" y="183"/>
                      <a:pt x="68" y="183"/>
                    </a:cubicBezTo>
                    <a:cubicBezTo>
                      <a:pt x="68" y="183"/>
                      <a:pt x="68" y="183"/>
                      <a:pt x="68" y="183"/>
                    </a:cubicBezTo>
                    <a:cubicBezTo>
                      <a:pt x="72" y="183"/>
                      <a:pt x="76" y="183"/>
                      <a:pt x="80" y="183"/>
                    </a:cubicBezTo>
                    <a:cubicBezTo>
                      <a:pt x="97" y="183"/>
                      <a:pt x="115" y="180"/>
                      <a:pt x="132" y="175"/>
                    </a:cubicBezTo>
                    <a:cubicBezTo>
                      <a:pt x="187" y="157"/>
                      <a:pt x="227" y="115"/>
                      <a:pt x="232" y="70"/>
                    </a:cubicBezTo>
                    <a:cubicBezTo>
                      <a:pt x="232" y="69"/>
                      <a:pt x="232" y="69"/>
                      <a:pt x="232" y="69"/>
                    </a:cubicBezTo>
                    <a:cubicBezTo>
                      <a:pt x="238" y="0"/>
                      <a:pt x="238" y="0"/>
                      <a:pt x="238" y="0"/>
                    </a:cubicBezTo>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sp>
        <p:nvSpPr>
          <p:cNvPr id="9801" name="副标题 9800"/>
          <p:cNvSpPr>
            <a:spLocks noGrp="1"/>
          </p:cNvSpPr>
          <p:nvPr userDrawn="1">
            <p:ph type="subTitle" idx="1"/>
          </p:nvPr>
        </p:nvSpPr>
        <p:spPr>
          <a:xfrm>
            <a:off x="673100" y="3587890"/>
            <a:ext cx="3480918" cy="395454"/>
          </a:xfrm>
          <a:prstGeom prst="roundRect">
            <a:avLst>
              <a:gd name="adj" fmla="val 34330"/>
            </a:avLst>
          </a:prstGeom>
          <a:solidFill>
            <a:schemeClr val="accent4"/>
          </a:solidFill>
        </p:spPr>
        <p:txBody>
          <a:bodyPr anchor="ctr">
            <a:norm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802" name="标题 9801"/>
          <p:cNvSpPr>
            <a:spLocks noGrp="1"/>
          </p:cNvSpPr>
          <p:nvPr userDrawn="1">
            <p:ph type="ctrTitle"/>
          </p:nvPr>
        </p:nvSpPr>
        <p:spPr>
          <a:xfrm>
            <a:off x="673099" y="1650842"/>
            <a:ext cx="5893069" cy="1848148"/>
          </a:xfrm>
        </p:spPr>
        <p:txBody>
          <a:bodyPr anchor="b">
            <a:normAutofit/>
          </a:bodyPr>
          <a:lstStyle>
            <a:lvl1pPr algn="l">
              <a:defRPr sz="4000">
                <a:solidFill>
                  <a:schemeClr val="tx1"/>
                </a:solidFill>
              </a:defRPr>
            </a:lvl1pPr>
          </a:lstStyle>
          <a:p>
            <a:r>
              <a:rPr lang="en-US" dirty="0"/>
              <a:t>Click to edit Master title style</a:t>
            </a:r>
            <a:endParaRPr lang="zh-CN" altLang="en-US" dirty="0"/>
          </a:p>
        </p:txBody>
      </p:sp>
      <p:sp>
        <p:nvSpPr>
          <p:cNvPr id="12" name="文本占位符 11"/>
          <p:cNvSpPr>
            <a:spLocks noGrp="1"/>
          </p:cNvSpPr>
          <p:nvPr userDrawn="1">
            <p:ph type="body" sz="quarter" idx="10" hasCustomPrompt="1"/>
          </p:nvPr>
        </p:nvSpPr>
        <p:spPr>
          <a:xfrm>
            <a:off x="673099" y="5356817"/>
            <a:ext cx="5893069" cy="296271"/>
          </a:xfrm>
        </p:spPr>
        <p:txBody>
          <a:bodyPr vert="horz" anchor="ctr">
            <a:noAutofit/>
          </a:bodyPr>
          <a:lstStyle>
            <a:lvl1pPr marL="0" indent="0" algn="l">
              <a:buNone/>
              <a:defRPr sz="14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3" name="文本占位符 12"/>
          <p:cNvSpPr>
            <a:spLocks noGrp="1"/>
          </p:cNvSpPr>
          <p:nvPr userDrawn="1">
            <p:ph type="body" sz="quarter" idx="11" hasCustomPrompt="1"/>
          </p:nvPr>
        </p:nvSpPr>
        <p:spPr>
          <a:xfrm>
            <a:off x="673099" y="5653088"/>
            <a:ext cx="5893069" cy="296271"/>
          </a:xfrm>
        </p:spPr>
        <p:txBody>
          <a:bodyPr vert="horz" anchor="ctr">
            <a:noAutofit/>
          </a:bodyPr>
          <a:lstStyle>
            <a:lvl1pPr marL="0" indent="0" algn="l">
              <a:buNone/>
              <a:defRPr sz="14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20" name="标题 19"/>
          <p:cNvSpPr>
            <a:spLocks noGrp="1"/>
          </p:cNvSpPr>
          <p:nvPr userDrawn="1">
            <p:ph type="title"/>
          </p:nvPr>
        </p:nvSpPr>
        <p:spPr>
          <a:xfrm>
            <a:off x="5933497" y="2933741"/>
            <a:ext cx="4493202" cy="895350"/>
          </a:xfrm>
        </p:spPr>
        <p:txBody>
          <a:bodyPr anchor="b">
            <a:normAutofit/>
          </a:bodyPr>
          <a:lstStyle>
            <a:lvl1pPr algn="l">
              <a:defRPr sz="2400" b="1">
                <a:solidFill>
                  <a:schemeClr val="tx1"/>
                </a:solidFill>
              </a:defRPr>
            </a:lvl1pPr>
          </a:lstStyle>
          <a:p>
            <a:r>
              <a:rPr lang="en-US" dirty="0"/>
              <a:t>Click to edit Master title style</a:t>
            </a:r>
            <a:endParaRPr lang="zh-CN" altLang="en-US" dirty="0"/>
          </a:p>
        </p:txBody>
      </p:sp>
      <p:sp>
        <p:nvSpPr>
          <p:cNvPr id="21" name="文本占位符 20"/>
          <p:cNvSpPr>
            <a:spLocks noGrp="1"/>
          </p:cNvSpPr>
          <p:nvPr userDrawn="1">
            <p:ph type="body" idx="1"/>
          </p:nvPr>
        </p:nvSpPr>
        <p:spPr>
          <a:xfrm>
            <a:off x="5934613" y="3829091"/>
            <a:ext cx="4493202" cy="1015623"/>
          </a:xfrm>
        </p:spPr>
        <p:txBody>
          <a:bodyPr anchor="t">
            <a:normAutofit/>
          </a:bodyPr>
          <a:lstStyle>
            <a:lvl1pPr marL="0" indent="0" algn="l">
              <a:lnSpc>
                <a:spcPct val="150000"/>
              </a:lnSpc>
              <a:spcBef>
                <a:spcPts val="0"/>
              </a:spcBef>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grpSp>
        <p:nvGrpSpPr>
          <p:cNvPr id="2" name="组合 1"/>
          <p:cNvGrpSpPr/>
          <p:nvPr userDrawn="1"/>
        </p:nvGrpSpPr>
        <p:grpSpPr>
          <a:xfrm flipV="1">
            <a:off x="1971716" y="2331177"/>
            <a:ext cx="3689870" cy="2995828"/>
            <a:chOff x="796060" y="1896470"/>
            <a:chExt cx="4109768" cy="3336746"/>
          </a:xfrm>
        </p:grpSpPr>
        <p:sp>
          <p:nvSpPr>
            <p:cNvPr id="4" name="任意多边形: 形状 3"/>
            <p:cNvSpPr/>
            <p:nvPr userDrawn="1"/>
          </p:nvSpPr>
          <p:spPr bwMode="auto">
            <a:xfrm>
              <a:off x="796060" y="1896470"/>
              <a:ext cx="4109768" cy="3336746"/>
            </a:xfrm>
            <a:custGeom>
              <a:avLst/>
              <a:gdLst>
                <a:gd name="T0" fmla="*/ 48 w 784"/>
                <a:gd name="T1" fmla="*/ 324 h 484"/>
                <a:gd name="T2" fmla="*/ 564 w 784"/>
                <a:gd name="T3" fmla="*/ 88 h 484"/>
                <a:gd name="T4" fmla="*/ 764 w 784"/>
                <a:gd name="T5" fmla="*/ 304 h 484"/>
                <a:gd name="T6" fmla="*/ 520 w 784"/>
                <a:gd name="T7" fmla="*/ 376 h 484"/>
                <a:gd name="T8" fmla="*/ 236 w 784"/>
                <a:gd name="T9" fmla="*/ 484 h 484"/>
                <a:gd name="T10" fmla="*/ 48 w 784"/>
                <a:gd name="T11" fmla="*/ 324 h 484"/>
              </a:gdLst>
              <a:ahLst/>
              <a:cxnLst>
                <a:cxn ang="0">
                  <a:pos x="T0" y="T1"/>
                </a:cxn>
                <a:cxn ang="0">
                  <a:pos x="T2" y="T3"/>
                </a:cxn>
                <a:cxn ang="0">
                  <a:pos x="T4" y="T5"/>
                </a:cxn>
                <a:cxn ang="0">
                  <a:pos x="T6" y="T7"/>
                </a:cxn>
                <a:cxn ang="0">
                  <a:pos x="T8" y="T9"/>
                </a:cxn>
                <a:cxn ang="0">
                  <a:pos x="T10" y="T11"/>
                </a:cxn>
              </a:cxnLst>
              <a:rect l="0" t="0" r="r" b="b"/>
              <a:pathLst>
                <a:path w="784" h="484">
                  <a:moveTo>
                    <a:pt x="48" y="324"/>
                  </a:moveTo>
                  <a:cubicBezTo>
                    <a:pt x="0" y="120"/>
                    <a:pt x="344" y="0"/>
                    <a:pt x="564" y="88"/>
                  </a:cubicBezTo>
                  <a:cubicBezTo>
                    <a:pt x="784" y="176"/>
                    <a:pt x="772" y="256"/>
                    <a:pt x="764" y="304"/>
                  </a:cubicBezTo>
                  <a:cubicBezTo>
                    <a:pt x="756" y="352"/>
                    <a:pt x="648" y="428"/>
                    <a:pt x="520" y="376"/>
                  </a:cubicBezTo>
                  <a:cubicBezTo>
                    <a:pt x="392" y="324"/>
                    <a:pt x="352" y="484"/>
                    <a:pt x="236" y="484"/>
                  </a:cubicBezTo>
                  <a:cubicBezTo>
                    <a:pt x="120" y="484"/>
                    <a:pt x="64" y="391"/>
                    <a:pt x="48" y="324"/>
                  </a:cubicBezTo>
                  <a:close/>
                </a:path>
              </a:pathLst>
            </a:custGeom>
            <a:solidFill>
              <a:schemeClr val="bg1">
                <a:lumMod val="95000"/>
              </a:schemeClr>
            </a:solidFill>
            <a:ln>
              <a:noFill/>
            </a:ln>
            <a:effectLst>
              <a:outerShdw blurRad="381000" dist="38100" dir="18900000" algn="bl" rotWithShape="0">
                <a:prstClr val="black">
                  <a:alpha val="16000"/>
                </a:prstClr>
              </a:outerShdw>
            </a:effectLst>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lvl="0"/>
              <a:endParaRPr lang="zh-CN" altLang="en-US"/>
            </a:p>
          </p:txBody>
        </p:sp>
        <p:sp>
          <p:nvSpPr>
            <p:cNvPr id="43" name="任意多边形: 形状 42"/>
            <p:cNvSpPr/>
            <p:nvPr userDrawn="1"/>
          </p:nvSpPr>
          <p:spPr bwMode="auto">
            <a:xfrm>
              <a:off x="954115" y="2326626"/>
              <a:ext cx="3295658" cy="2675765"/>
            </a:xfrm>
            <a:custGeom>
              <a:avLst/>
              <a:gdLst>
                <a:gd name="T0" fmla="*/ 48 w 784"/>
                <a:gd name="T1" fmla="*/ 324 h 484"/>
                <a:gd name="T2" fmla="*/ 564 w 784"/>
                <a:gd name="T3" fmla="*/ 88 h 484"/>
                <a:gd name="T4" fmla="*/ 764 w 784"/>
                <a:gd name="T5" fmla="*/ 304 h 484"/>
                <a:gd name="T6" fmla="*/ 520 w 784"/>
                <a:gd name="T7" fmla="*/ 376 h 484"/>
                <a:gd name="T8" fmla="*/ 236 w 784"/>
                <a:gd name="T9" fmla="*/ 484 h 484"/>
                <a:gd name="T10" fmla="*/ 48 w 784"/>
                <a:gd name="T11" fmla="*/ 324 h 484"/>
              </a:gdLst>
              <a:ahLst/>
              <a:cxnLst>
                <a:cxn ang="0">
                  <a:pos x="T0" y="T1"/>
                </a:cxn>
                <a:cxn ang="0">
                  <a:pos x="T2" y="T3"/>
                </a:cxn>
                <a:cxn ang="0">
                  <a:pos x="T4" y="T5"/>
                </a:cxn>
                <a:cxn ang="0">
                  <a:pos x="T6" y="T7"/>
                </a:cxn>
                <a:cxn ang="0">
                  <a:pos x="T8" y="T9"/>
                </a:cxn>
                <a:cxn ang="0">
                  <a:pos x="T10" y="T11"/>
                </a:cxn>
              </a:cxnLst>
              <a:rect l="0" t="0" r="r" b="b"/>
              <a:pathLst>
                <a:path w="784" h="484">
                  <a:moveTo>
                    <a:pt x="48" y="324"/>
                  </a:moveTo>
                  <a:cubicBezTo>
                    <a:pt x="0" y="120"/>
                    <a:pt x="344" y="0"/>
                    <a:pt x="564" y="88"/>
                  </a:cubicBezTo>
                  <a:cubicBezTo>
                    <a:pt x="784" y="176"/>
                    <a:pt x="772" y="256"/>
                    <a:pt x="764" y="304"/>
                  </a:cubicBezTo>
                  <a:cubicBezTo>
                    <a:pt x="756" y="352"/>
                    <a:pt x="648" y="428"/>
                    <a:pt x="520" y="376"/>
                  </a:cubicBezTo>
                  <a:cubicBezTo>
                    <a:pt x="392" y="324"/>
                    <a:pt x="352" y="484"/>
                    <a:pt x="236" y="484"/>
                  </a:cubicBezTo>
                  <a:cubicBezTo>
                    <a:pt x="120" y="484"/>
                    <a:pt x="64" y="391"/>
                    <a:pt x="48" y="324"/>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pPr lvl="0"/>
              <a:endParaRPr lang="zh-CN" altLang="en-US"/>
            </a:p>
          </p:txBody>
        </p:sp>
        <p:sp>
          <p:nvSpPr>
            <p:cNvPr id="44" name="任意多边形: 形状 43"/>
            <p:cNvSpPr/>
            <p:nvPr userDrawn="1"/>
          </p:nvSpPr>
          <p:spPr bwMode="auto">
            <a:xfrm>
              <a:off x="1019688" y="2575572"/>
              <a:ext cx="2681332" cy="2176990"/>
            </a:xfrm>
            <a:custGeom>
              <a:avLst/>
              <a:gdLst>
                <a:gd name="T0" fmla="*/ 48 w 784"/>
                <a:gd name="T1" fmla="*/ 324 h 484"/>
                <a:gd name="T2" fmla="*/ 564 w 784"/>
                <a:gd name="T3" fmla="*/ 88 h 484"/>
                <a:gd name="T4" fmla="*/ 764 w 784"/>
                <a:gd name="T5" fmla="*/ 304 h 484"/>
                <a:gd name="T6" fmla="*/ 520 w 784"/>
                <a:gd name="T7" fmla="*/ 376 h 484"/>
                <a:gd name="T8" fmla="*/ 236 w 784"/>
                <a:gd name="T9" fmla="*/ 484 h 484"/>
                <a:gd name="T10" fmla="*/ 48 w 784"/>
                <a:gd name="T11" fmla="*/ 324 h 484"/>
              </a:gdLst>
              <a:ahLst/>
              <a:cxnLst>
                <a:cxn ang="0">
                  <a:pos x="T0" y="T1"/>
                </a:cxn>
                <a:cxn ang="0">
                  <a:pos x="T2" y="T3"/>
                </a:cxn>
                <a:cxn ang="0">
                  <a:pos x="T4" y="T5"/>
                </a:cxn>
                <a:cxn ang="0">
                  <a:pos x="T6" y="T7"/>
                </a:cxn>
                <a:cxn ang="0">
                  <a:pos x="T8" y="T9"/>
                </a:cxn>
                <a:cxn ang="0">
                  <a:pos x="T10" y="T11"/>
                </a:cxn>
              </a:cxnLst>
              <a:rect l="0" t="0" r="r" b="b"/>
              <a:pathLst>
                <a:path w="784" h="484">
                  <a:moveTo>
                    <a:pt x="48" y="324"/>
                  </a:moveTo>
                  <a:cubicBezTo>
                    <a:pt x="0" y="120"/>
                    <a:pt x="344" y="0"/>
                    <a:pt x="564" y="88"/>
                  </a:cubicBezTo>
                  <a:cubicBezTo>
                    <a:pt x="784" y="176"/>
                    <a:pt x="772" y="256"/>
                    <a:pt x="764" y="304"/>
                  </a:cubicBezTo>
                  <a:cubicBezTo>
                    <a:pt x="756" y="352"/>
                    <a:pt x="648" y="428"/>
                    <a:pt x="520" y="376"/>
                  </a:cubicBezTo>
                  <a:cubicBezTo>
                    <a:pt x="392" y="324"/>
                    <a:pt x="352" y="484"/>
                    <a:pt x="236" y="484"/>
                  </a:cubicBezTo>
                  <a:cubicBezTo>
                    <a:pt x="120" y="484"/>
                    <a:pt x="64" y="391"/>
                    <a:pt x="48" y="324"/>
                  </a:cubicBezTo>
                  <a:close/>
                </a:path>
              </a:pathLst>
            </a:custGeom>
            <a:solidFill>
              <a:schemeClr val="accent2"/>
            </a:solidFill>
            <a:ln>
              <a:noFill/>
            </a:ln>
            <a:effectLst>
              <a:innerShdw blurRad="444500" dist="50800" dir="13500000">
                <a:prstClr val="black">
                  <a:alpha val="50000"/>
                </a:prstClr>
              </a:innerShdw>
            </a:effectLst>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lvl="0"/>
              <a:endParaRPr lang="zh-CN" altLang="en-US"/>
            </a:p>
          </p:txBody>
        </p:sp>
        <p:sp>
          <p:nvSpPr>
            <p:cNvPr id="45" name="任意多边形: 形状 44"/>
            <p:cNvSpPr/>
            <p:nvPr userDrawn="1"/>
          </p:nvSpPr>
          <p:spPr bwMode="auto">
            <a:xfrm>
              <a:off x="1335117" y="3037563"/>
              <a:ext cx="1816873" cy="1475130"/>
            </a:xfrm>
            <a:custGeom>
              <a:avLst/>
              <a:gdLst>
                <a:gd name="T0" fmla="*/ 48 w 784"/>
                <a:gd name="T1" fmla="*/ 324 h 484"/>
                <a:gd name="T2" fmla="*/ 564 w 784"/>
                <a:gd name="T3" fmla="*/ 88 h 484"/>
                <a:gd name="T4" fmla="*/ 764 w 784"/>
                <a:gd name="T5" fmla="*/ 304 h 484"/>
                <a:gd name="T6" fmla="*/ 520 w 784"/>
                <a:gd name="T7" fmla="*/ 376 h 484"/>
                <a:gd name="T8" fmla="*/ 236 w 784"/>
                <a:gd name="T9" fmla="*/ 484 h 484"/>
                <a:gd name="T10" fmla="*/ 48 w 784"/>
                <a:gd name="T11" fmla="*/ 324 h 484"/>
              </a:gdLst>
              <a:ahLst/>
              <a:cxnLst>
                <a:cxn ang="0">
                  <a:pos x="T0" y="T1"/>
                </a:cxn>
                <a:cxn ang="0">
                  <a:pos x="T2" y="T3"/>
                </a:cxn>
                <a:cxn ang="0">
                  <a:pos x="T4" y="T5"/>
                </a:cxn>
                <a:cxn ang="0">
                  <a:pos x="T6" y="T7"/>
                </a:cxn>
                <a:cxn ang="0">
                  <a:pos x="T8" y="T9"/>
                </a:cxn>
                <a:cxn ang="0">
                  <a:pos x="T10" y="T11"/>
                </a:cxn>
              </a:cxnLst>
              <a:rect l="0" t="0" r="r" b="b"/>
              <a:pathLst>
                <a:path w="784" h="484">
                  <a:moveTo>
                    <a:pt x="48" y="324"/>
                  </a:moveTo>
                  <a:cubicBezTo>
                    <a:pt x="0" y="120"/>
                    <a:pt x="344" y="0"/>
                    <a:pt x="564" y="88"/>
                  </a:cubicBezTo>
                  <a:cubicBezTo>
                    <a:pt x="784" y="176"/>
                    <a:pt x="772" y="256"/>
                    <a:pt x="764" y="304"/>
                  </a:cubicBezTo>
                  <a:cubicBezTo>
                    <a:pt x="756" y="352"/>
                    <a:pt x="648" y="428"/>
                    <a:pt x="520" y="376"/>
                  </a:cubicBezTo>
                  <a:cubicBezTo>
                    <a:pt x="392" y="324"/>
                    <a:pt x="352" y="484"/>
                    <a:pt x="236" y="484"/>
                  </a:cubicBezTo>
                  <a:cubicBezTo>
                    <a:pt x="120" y="484"/>
                    <a:pt x="64" y="391"/>
                    <a:pt x="48" y="324"/>
                  </a:cubicBezTo>
                  <a:close/>
                </a:path>
              </a:pathLst>
            </a:custGeom>
            <a:solidFill>
              <a:schemeClr val="accent1"/>
            </a:solidFill>
            <a:ln>
              <a:noFill/>
            </a:ln>
            <a:effectLst>
              <a:innerShdw blurRad="292100">
                <a:schemeClr val="tx1">
                  <a:lumMod val="95000"/>
                  <a:lumOff val="5000"/>
                  <a:alpha val="52000"/>
                </a:schemeClr>
              </a:innerShdw>
            </a:effectLst>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lvl="0"/>
              <a:endParaRPr lang="zh-CN" altLang="en-US"/>
            </a:p>
          </p:txBody>
        </p:sp>
      </p:grpSp>
      <p:grpSp>
        <p:nvGrpSpPr>
          <p:cNvPr id="3" name="组合 2"/>
          <p:cNvGrpSpPr/>
          <p:nvPr userDrawn="1"/>
        </p:nvGrpSpPr>
        <p:grpSpPr>
          <a:xfrm>
            <a:off x="2913906" y="1651735"/>
            <a:ext cx="1631242" cy="2450075"/>
            <a:chOff x="2265348" y="736289"/>
            <a:chExt cx="2411782" cy="3622422"/>
          </a:xfrm>
        </p:grpSpPr>
        <p:grpSp>
          <p:nvGrpSpPr>
            <p:cNvPr id="46" name="组合 45"/>
            <p:cNvGrpSpPr/>
            <p:nvPr userDrawn="1"/>
          </p:nvGrpSpPr>
          <p:grpSpPr>
            <a:xfrm>
              <a:off x="2265348" y="2193537"/>
              <a:ext cx="1296009" cy="2165174"/>
              <a:chOff x="5016672" y="7030749"/>
              <a:chExt cx="2260600" cy="3776663"/>
            </a:xfrm>
          </p:grpSpPr>
          <p:sp>
            <p:nvSpPr>
              <p:cNvPr id="47" name="任意多边形: 形状 46"/>
              <p:cNvSpPr/>
              <p:nvPr/>
            </p:nvSpPr>
            <p:spPr bwMode="auto">
              <a:xfrm>
                <a:off x="6213647" y="7718137"/>
                <a:ext cx="328613" cy="368300"/>
              </a:xfrm>
              <a:custGeom>
                <a:avLst/>
                <a:gdLst>
                  <a:gd name="T0" fmla="*/ 28 w 196"/>
                  <a:gd name="T1" fmla="*/ 0 h 220"/>
                  <a:gd name="T2" fmla="*/ 0 w 196"/>
                  <a:gd name="T3" fmla="*/ 168 h 220"/>
                  <a:gd name="T4" fmla="*/ 148 w 196"/>
                  <a:gd name="T5" fmla="*/ 208 h 220"/>
                  <a:gd name="T6" fmla="*/ 196 w 196"/>
                  <a:gd name="T7" fmla="*/ 160 h 220"/>
                  <a:gd name="T8" fmla="*/ 168 w 196"/>
                  <a:gd name="T9" fmla="*/ 148 h 220"/>
                  <a:gd name="T10" fmla="*/ 156 w 196"/>
                  <a:gd name="T11" fmla="*/ 20 h 220"/>
                  <a:gd name="T12" fmla="*/ 28 w 196"/>
                  <a:gd name="T13" fmla="*/ 0 h 220"/>
                </a:gdLst>
                <a:ahLst/>
                <a:cxnLst>
                  <a:cxn ang="0">
                    <a:pos x="T0" y="T1"/>
                  </a:cxn>
                  <a:cxn ang="0">
                    <a:pos x="T2" y="T3"/>
                  </a:cxn>
                  <a:cxn ang="0">
                    <a:pos x="T4" y="T5"/>
                  </a:cxn>
                  <a:cxn ang="0">
                    <a:pos x="T6" y="T7"/>
                  </a:cxn>
                  <a:cxn ang="0">
                    <a:pos x="T8" y="T9"/>
                  </a:cxn>
                  <a:cxn ang="0">
                    <a:pos x="T10" y="T11"/>
                  </a:cxn>
                  <a:cxn ang="0">
                    <a:pos x="T12" y="T13"/>
                  </a:cxn>
                </a:cxnLst>
                <a:rect l="0" t="0" r="r" b="b"/>
                <a:pathLst>
                  <a:path w="196" h="220">
                    <a:moveTo>
                      <a:pt x="28" y="0"/>
                    </a:moveTo>
                    <a:cubicBezTo>
                      <a:pt x="28" y="0"/>
                      <a:pt x="84" y="136"/>
                      <a:pt x="0" y="168"/>
                    </a:cubicBezTo>
                    <a:cubicBezTo>
                      <a:pt x="0" y="168"/>
                      <a:pt x="120" y="220"/>
                      <a:pt x="148" y="208"/>
                    </a:cubicBezTo>
                    <a:cubicBezTo>
                      <a:pt x="176" y="196"/>
                      <a:pt x="196" y="168"/>
                      <a:pt x="196" y="160"/>
                    </a:cubicBezTo>
                    <a:cubicBezTo>
                      <a:pt x="196" y="152"/>
                      <a:pt x="168" y="148"/>
                      <a:pt x="168" y="148"/>
                    </a:cubicBezTo>
                    <a:cubicBezTo>
                      <a:pt x="168" y="148"/>
                      <a:pt x="116" y="152"/>
                      <a:pt x="156" y="20"/>
                    </a:cubicBezTo>
                    <a:lnTo>
                      <a:pt x="28" y="0"/>
                    </a:lnTo>
                    <a:close/>
                  </a:path>
                </a:pathLst>
              </a:custGeom>
              <a:solidFill>
                <a:srgbClr val="FBBE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8" name="椭圆 47"/>
              <p:cNvSpPr/>
              <p:nvPr/>
            </p:nvSpPr>
            <p:spPr bwMode="auto">
              <a:xfrm>
                <a:off x="6200947" y="7503824"/>
                <a:ext cx="333375" cy="334963"/>
              </a:xfrm>
              <a:prstGeom prst="ellipse">
                <a:avLst/>
              </a:prstGeom>
              <a:solidFill>
                <a:srgbClr val="FBBE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9" name="椭圆 48"/>
              <p:cNvSpPr/>
              <p:nvPr/>
            </p:nvSpPr>
            <p:spPr bwMode="auto">
              <a:xfrm>
                <a:off x="6110460" y="7427624"/>
                <a:ext cx="293688" cy="414338"/>
              </a:xfrm>
              <a:prstGeom prst="ellipse">
                <a:avLst/>
              </a:prstGeom>
              <a:solidFill>
                <a:srgbClr val="FF65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0" name="椭圆 49"/>
              <p:cNvSpPr/>
              <p:nvPr/>
            </p:nvSpPr>
            <p:spPr bwMode="auto">
              <a:xfrm>
                <a:off x="6004097" y="7360949"/>
                <a:ext cx="293688" cy="414338"/>
              </a:xfrm>
              <a:prstGeom prst="ellipse">
                <a:avLst/>
              </a:prstGeom>
              <a:solidFill>
                <a:srgbClr val="FF65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1" name="椭圆 50"/>
              <p:cNvSpPr/>
              <p:nvPr/>
            </p:nvSpPr>
            <p:spPr bwMode="auto">
              <a:xfrm>
                <a:off x="5929485" y="7313324"/>
                <a:ext cx="147638" cy="207963"/>
              </a:xfrm>
              <a:prstGeom prst="ellipse">
                <a:avLst/>
              </a:prstGeom>
              <a:solidFill>
                <a:srgbClr val="FF65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2" name="任意多边形: 形状 51"/>
              <p:cNvSpPr/>
              <p:nvPr/>
            </p:nvSpPr>
            <p:spPr bwMode="auto">
              <a:xfrm>
                <a:off x="6534322" y="7030749"/>
                <a:ext cx="742950" cy="1068388"/>
              </a:xfrm>
              <a:custGeom>
                <a:avLst/>
                <a:gdLst>
                  <a:gd name="T0" fmla="*/ 0 w 444"/>
                  <a:gd name="T1" fmla="*/ 556 h 640"/>
                  <a:gd name="T2" fmla="*/ 112 w 444"/>
                  <a:gd name="T3" fmla="*/ 484 h 640"/>
                  <a:gd name="T4" fmla="*/ 372 w 444"/>
                  <a:gd name="T5" fmla="*/ 172 h 640"/>
                  <a:gd name="T6" fmla="*/ 404 w 444"/>
                  <a:gd name="T7" fmla="*/ 52 h 640"/>
                  <a:gd name="T8" fmla="*/ 412 w 444"/>
                  <a:gd name="T9" fmla="*/ 208 h 640"/>
                  <a:gd name="T10" fmla="*/ 309 w 444"/>
                  <a:gd name="T11" fmla="*/ 386 h 640"/>
                  <a:gd name="T12" fmla="*/ 237 w 444"/>
                  <a:gd name="T13" fmla="*/ 476 h 640"/>
                  <a:gd name="T14" fmla="*/ 48 w 444"/>
                  <a:gd name="T15" fmla="*/ 640 h 640"/>
                  <a:gd name="T16" fmla="*/ 0 w 444"/>
                  <a:gd name="T17" fmla="*/ 556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4" h="640">
                    <a:moveTo>
                      <a:pt x="0" y="556"/>
                    </a:moveTo>
                    <a:cubicBezTo>
                      <a:pt x="0" y="556"/>
                      <a:pt x="24" y="508"/>
                      <a:pt x="112" y="484"/>
                    </a:cubicBezTo>
                    <a:cubicBezTo>
                      <a:pt x="200" y="460"/>
                      <a:pt x="372" y="172"/>
                      <a:pt x="372" y="172"/>
                    </a:cubicBezTo>
                    <a:cubicBezTo>
                      <a:pt x="372" y="172"/>
                      <a:pt x="364" y="0"/>
                      <a:pt x="404" y="52"/>
                    </a:cubicBezTo>
                    <a:cubicBezTo>
                      <a:pt x="444" y="104"/>
                      <a:pt x="412" y="208"/>
                      <a:pt x="412" y="208"/>
                    </a:cubicBezTo>
                    <a:cubicBezTo>
                      <a:pt x="309" y="386"/>
                      <a:pt x="309" y="386"/>
                      <a:pt x="309" y="386"/>
                    </a:cubicBezTo>
                    <a:cubicBezTo>
                      <a:pt x="290" y="419"/>
                      <a:pt x="266" y="450"/>
                      <a:pt x="237" y="476"/>
                    </a:cubicBezTo>
                    <a:cubicBezTo>
                      <a:pt x="174" y="535"/>
                      <a:pt x="60" y="640"/>
                      <a:pt x="48" y="640"/>
                    </a:cubicBezTo>
                    <a:cubicBezTo>
                      <a:pt x="32" y="640"/>
                      <a:pt x="0" y="556"/>
                      <a:pt x="0" y="556"/>
                    </a:cubicBezTo>
                    <a:close/>
                  </a:path>
                </a:pathLst>
              </a:custGeom>
              <a:solidFill>
                <a:srgbClr val="FBBE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3" name="任意多边形: 形状 52"/>
              <p:cNvSpPr/>
              <p:nvPr/>
            </p:nvSpPr>
            <p:spPr bwMode="auto">
              <a:xfrm>
                <a:off x="6280322" y="9100849"/>
                <a:ext cx="301625" cy="1482725"/>
              </a:xfrm>
              <a:custGeom>
                <a:avLst/>
                <a:gdLst>
                  <a:gd name="T0" fmla="*/ 12 w 180"/>
                  <a:gd name="T1" fmla="*/ 0 h 888"/>
                  <a:gd name="T2" fmla="*/ 32 w 180"/>
                  <a:gd name="T3" fmla="*/ 372 h 888"/>
                  <a:gd name="T4" fmla="*/ 40 w 180"/>
                  <a:gd name="T5" fmla="*/ 656 h 888"/>
                  <a:gd name="T6" fmla="*/ 32 w 180"/>
                  <a:gd name="T7" fmla="*/ 832 h 888"/>
                  <a:gd name="T8" fmla="*/ 160 w 180"/>
                  <a:gd name="T9" fmla="*/ 888 h 888"/>
                  <a:gd name="T10" fmla="*/ 124 w 180"/>
                  <a:gd name="T11" fmla="*/ 612 h 888"/>
                  <a:gd name="T12" fmla="*/ 152 w 180"/>
                  <a:gd name="T13" fmla="*/ 344 h 888"/>
                  <a:gd name="T14" fmla="*/ 180 w 180"/>
                  <a:gd name="T15" fmla="*/ 24 h 888"/>
                  <a:gd name="T16" fmla="*/ 12 w 180"/>
                  <a:gd name="T17"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0" h="888">
                    <a:moveTo>
                      <a:pt x="12" y="0"/>
                    </a:moveTo>
                    <a:cubicBezTo>
                      <a:pt x="12" y="0"/>
                      <a:pt x="40" y="340"/>
                      <a:pt x="32" y="372"/>
                    </a:cubicBezTo>
                    <a:cubicBezTo>
                      <a:pt x="24" y="404"/>
                      <a:pt x="0" y="468"/>
                      <a:pt x="40" y="656"/>
                    </a:cubicBezTo>
                    <a:cubicBezTo>
                      <a:pt x="80" y="844"/>
                      <a:pt x="32" y="832"/>
                      <a:pt x="32" y="832"/>
                    </a:cubicBezTo>
                    <a:cubicBezTo>
                      <a:pt x="160" y="888"/>
                      <a:pt x="160" y="888"/>
                      <a:pt x="160" y="888"/>
                    </a:cubicBezTo>
                    <a:cubicBezTo>
                      <a:pt x="160" y="888"/>
                      <a:pt x="116" y="672"/>
                      <a:pt x="124" y="612"/>
                    </a:cubicBezTo>
                    <a:cubicBezTo>
                      <a:pt x="132" y="552"/>
                      <a:pt x="128" y="428"/>
                      <a:pt x="152" y="344"/>
                    </a:cubicBezTo>
                    <a:cubicBezTo>
                      <a:pt x="176" y="260"/>
                      <a:pt x="180" y="24"/>
                      <a:pt x="180" y="24"/>
                    </a:cubicBezTo>
                    <a:cubicBezTo>
                      <a:pt x="12" y="0"/>
                      <a:pt x="12" y="0"/>
                      <a:pt x="12" y="0"/>
                    </a:cubicBezTo>
                  </a:path>
                </a:pathLst>
              </a:custGeom>
              <a:solidFill>
                <a:srgbClr val="FBBE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4" name="任意多边形: 形状 53"/>
              <p:cNvSpPr/>
              <p:nvPr/>
            </p:nvSpPr>
            <p:spPr bwMode="auto">
              <a:xfrm>
                <a:off x="6300960" y="9100849"/>
                <a:ext cx="280988" cy="1482725"/>
              </a:xfrm>
              <a:custGeom>
                <a:avLst/>
                <a:gdLst>
                  <a:gd name="T0" fmla="*/ 0 w 168"/>
                  <a:gd name="T1" fmla="*/ 0 h 888"/>
                  <a:gd name="T2" fmla="*/ 22 w 168"/>
                  <a:gd name="T3" fmla="*/ 347 h 888"/>
                  <a:gd name="T4" fmla="*/ 20 w 168"/>
                  <a:gd name="T5" fmla="*/ 372 h 888"/>
                  <a:gd name="T6" fmla="*/ 6 w 168"/>
                  <a:gd name="T7" fmla="*/ 476 h 888"/>
                  <a:gd name="T8" fmla="*/ 28 w 168"/>
                  <a:gd name="T9" fmla="*/ 656 h 888"/>
                  <a:gd name="T10" fmla="*/ 44 w 168"/>
                  <a:gd name="T11" fmla="*/ 775 h 888"/>
                  <a:gd name="T12" fmla="*/ 22 w 168"/>
                  <a:gd name="T13" fmla="*/ 832 h 888"/>
                  <a:gd name="T14" fmla="*/ 20 w 168"/>
                  <a:gd name="T15" fmla="*/ 832 h 888"/>
                  <a:gd name="T16" fmla="*/ 148 w 168"/>
                  <a:gd name="T17" fmla="*/ 888 h 888"/>
                  <a:gd name="T18" fmla="*/ 111 w 168"/>
                  <a:gd name="T19" fmla="*/ 630 h 888"/>
                  <a:gd name="T20" fmla="*/ 112 w 168"/>
                  <a:gd name="T21" fmla="*/ 612 h 888"/>
                  <a:gd name="T22" fmla="*/ 140 w 168"/>
                  <a:gd name="T23" fmla="*/ 344 h 888"/>
                  <a:gd name="T24" fmla="*/ 168 w 168"/>
                  <a:gd name="T25" fmla="*/ 24 h 888"/>
                  <a:gd name="T26" fmla="*/ 0 w 168"/>
                  <a:gd name="T27"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8" h="888">
                    <a:moveTo>
                      <a:pt x="0" y="0"/>
                    </a:moveTo>
                    <a:cubicBezTo>
                      <a:pt x="0" y="0"/>
                      <a:pt x="22" y="260"/>
                      <a:pt x="22" y="347"/>
                    </a:cubicBezTo>
                    <a:cubicBezTo>
                      <a:pt x="22" y="359"/>
                      <a:pt x="21" y="368"/>
                      <a:pt x="20" y="372"/>
                    </a:cubicBezTo>
                    <a:cubicBezTo>
                      <a:pt x="16" y="390"/>
                      <a:pt x="6" y="419"/>
                      <a:pt x="6" y="476"/>
                    </a:cubicBezTo>
                    <a:cubicBezTo>
                      <a:pt x="6" y="518"/>
                      <a:pt x="11" y="576"/>
                      <a:pt x="28" y="656"/>
                    </a:cubicBezTo>
                    <a:cubicBezTo>
                      <a:pt x="40" y="711"/>
                      <a:pt x="44" y="749"/>
                      <a:pt x="44" y="775"/>
                    </a:cubicBezTo>
                    <a:cubicBezTo>
                      <a:pt x="44" y="828"/>
                      <a:pt x="27" y="832"/>
                      <a:pt x="22" y="832"/>
                    </a:cubicBezTo>
                    <a:cubicBezTo>
                      <a:pt x="21" y="832"/>
                      <a:pt x="20" y="832"/>
                      <a:pt x="20" y="832"/>
                    </a:cubicBezTo>
                    <a:cubicBezTo>
                      <a:pt x="148" y="888"/>
                      <a:pt x="148" y="888"/>
                      <a:pt x="148" y="888"/>
                    </a:cubicBezTo>
                    <a:cubicBezTo>
                      <a:pt x="148" y="888"/>
                      <a:pt x="111" y="706"/>
                      <a:pt x="111" y="630"/>
                    </a:cubicBezTo>
                    <a:cubicBezTo>
                      <a:pt x="111" y="623"/>
                      <a:pt x="111" y="617"/>
                      <a:pt x="112" y="612"/>
                    </a:cubicBezTo>
                    <a:cubicBezTo>
                      <a:pt x="120" y="552"/>
                      <a:pt x="116" y="428"/>
                      <a:pt x="140" y="344"/>
                    </a:cubicBezTo>
                    <a:cubicBezTo>
                      <a:pt x="164" y="260"/>
                      <a:pt x="168" y="24"/>
                      <a:pt x="168" y="24"/>
                    </a:cubicBezTo>
                    <a:cubicBezTo>
                      <a:pt x="0" y="0"/>
                      <a:pt x="0" y="0"/>
                      <a:pt x="0" y="0"/>
                    </a:cubicBezTo>
                  </a:path>
                </a:pathLst>
              </a:custGeom>
              <a:solidFill>
                <a:srgbClr val="E1ABA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5" name="任意多边形: 形状 54"/>
              <p:cNvSpPr/>
              <p:nvPr/>
            </p:nvSpPr>
            <p:spPr bwMode="auto">
              <a:xfrm>
                <a:off x="6273972" y="10383549"/>
                <a:ext cx="461963" cy="423863"/>
              </a:xfrm>
              <a:custGeom>
                <a:avLst/>
                <a:gdLst>
                  <a:gd name="T0" fmla="*/ 159 w 276"/>
                  <a:gd name="T1" fmla="*/ 76 h 254"/>
                  <a:gd name="T2" fmla="*/ 76 w 276"/>
                  <a:gd name="T3" fmla="*/ 40 h 254"/>
                  <a:gd name="T4" fmla="*/ 24 w 276"/>
                  <a:gd name="T5" fmla="*/ 40 h 254"/>
                  <a:gd name="T6" fmla="*/ 32 w 276"/>
                  <a:gd name="T7" fmla="*/ 104 h 254"/>
                  <a:gd name="T8" fmla="*/ 223 w 276"/>
                  <a:gd name="T9" fmla="*/ 249 h 254"/>
                  <a:gd name="T10" fmla="*/ 228 w 276"/>
                  <a:gd name="T11" fmla="*/ 248 h 254"/>
                  <a:gd name="T12" fmla="*/ 208 w 276"/>
                  <a:gd name="T13" fmla="*/ 180 h 254"/>
                  <a:gd name="T14" fmla="*/ 163 w 276"/>
                  <a:gd name="T15" fmla="*/ 79 h 254"/>
                  <a:gd name="T16" fmla="*/ 161 w 276"/>
                  <a:gd name="T17" fmla="*/ 76 h 254"/>
                  <a:gd name="T18" fmla="*/ 159 w 276"/>
                  <a:gd name="T19" fmla="*/ 76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6" h="254">
                    <a:moveTo>
                      <a:pt x="159" y="76"/>
                    </a:moveTo>
                    <a:cubicBezTo>
                      <a:pt x="149" y="83"/>
                      <a:pt x="124" y="90"/>
                      <a:pt x="76" y="40"/>
                    </a:cubicBezTo>
                    <a:cubicBezTo>
                      <a:pt x="76" y="40"/>
                      <a:pt x="48" y="0"/>
                      <a:pt x="24" y="40"/>
                    </a:cubicBezTo>
                    <a:cubicBezTo>
                      <a:pt x="0" y="80"/>
                      <a:pt x="16" y="84"/>
                      <a:pt x="32" y="104"/>
                    </a:cubicBezTo>
                    <a:cubicBezTo>
                      <a:pt x="48" y="123"/>
                      <a:pt x="171" y="254"/>
                      <a:pt x="223" y="249"/>
                    </a:cubicBezTo>
                    <a:cubicBezTo>
                      <a:pt x="225" y="249"/>
                      <a:pt x="226" y="248"/>
                      <a:pt x="228" y="248"/>
                    </a:cubicBezTo>
                    <a:cubicBezTo>
                      <a:pt x="276" y="232"/>
                      <a:pt x="208" y="180"/>
                      <a:pt x="208" y="180"/>
                    </a:cubicBezTo>
                    <a:cubicBezTo>
                      <a:pt x="208" y="180"/>
                      <a:pt x="164" y="111"/>
                      <a:pt x="163" y="79"/>
                    </a:cubicBezTo>
                    <a:cubicBezTo>
                      <a:pt x="163" y="77"/>
                      <a:pt x="162" y="76"/>
                      <a:pt x="161" y="76"/>
                    </a:cubicBezTo>
                    <a:cubicBezTo>
                      <a:pt x="160" y="76"/>
                      <a:pt x="160" y="76"/>
                      <a:pt x="159" y="76"/>
                    </a:cubicBezTo>
                    <a:close/>
                  </a:path>
                </a:pathLst>
              </a:custGeom>
              <a:solidFill>
                <a:srgbClr val="3F3D5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6" name="任意多边形: 形状 55"/>
              <p:cNvSpPr/>
              <p:nvPr/>
            </p:nvSpPr>
            <p:spPr bwMode="auto">
              <a:xfrm>
                <a:off x="5143672" y="9034174"/>
                <a:ext cx="1331913" cy="862013"/>
              </a:xfrm>
              <a:custGeom>
                <a:avLst/>
                <a:gdLst>
                  <a:gd name="T0" fmla="*/ 596 w 796"/>
                  <a:gd name="T1" fmla="*/ 0 h 516"/>
                  <a:gd name="T2" fmla="*/ 500 w 796"/>
                  <a:gd name="T3" fmla="*/ 236 h 516"/>
                  <a:gd name="T4" fmla="*/ 402 w 796"/>
                  <a:gd name="T5" fmla="*/ 294 h 516"/>
                  <a:gd name="T6" fmla="*/ 265 w 796"/>
                  <a:gd name="T7" fmla="*/ 336 h 516"/>
                  <a:gd name="T8" fmla="*/ 84 w 796"/>
                  <a:gd name="T9" fmla="*/ 396 h 516"/>
                  <a:gd name="T10" fmla="*/ 68 w 796"/>
                  <a:gd name="T11" fmla="*/ 516 h 516"/>
                  <a:gd name="T12" fmla="*/ 308 w 796"/>
                  <a:gd name="T13" fmla="*/ 432 h 516"/>
                  <a:gd name="T14" fmla="*/ 604 w 796"/>
                  <a:gd name="T15" fmla="*/ 340 h 516"/>
                  <a:gd name="T16" fmla="*/ 796 w 796"/>
                  <a:gd name="T17" fmla="*/ 40 h 516"/>
                  <a:gd name="T18" fmla="*/ 596 w 796"/>
                  <a:gd name="T19" fmla="*/ 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6" h="516">
                    <a:moveTo>
                      <a:pt x="596" y="0"/>
                    </a:moveTo>
                    <a:cubicBezTo>
                      <a:pt x="596" y="0"/>
                      <a:pt x="528" y="156"/>
                      <a:pt x="500" y="236"/>
                    </a:cubicBezTo>
                    <a:cubicBezTo>
                      <a:pt x="485" y="278"/>
                      <a:pt x="441" y="291"/>
                      <a:pt x="402" y="294"/>
                    </a:cubicBezTo>
                    <a:cubicBezTo>
                      <a:pt x="354" y="298"/>
                      <a:pt x="307" y="312"/>
                      <a:pt x="265" y="336"/>
                    </a:cubicBezTo>
                    <a:cubicBezTo>
                      <a:pt x="209" y="367"/>
                      <a:pt x="133" y="403"/>
                      <a:pt x="84" y="396"/>
                    </a:cubicBezTo>
                    <a:cubicBezTo>
                      <a:pt x="0" y="384"/>
                      <a:pt x="68" y="516"/>
                      <a:pt x="68" y="516"/>
                    </a:cubicBezTo>
                    <a:cubicBezTo>
                      <a:pt x="68" y="516"/>
                      <a:pt x="192" y="440"/>
                      <a:pt x="308" y="432"/>
                    </a:cubicBezTo>
                    <a:cubicBezTo>
                      <a:pt x="424" y="424"/>
                      <a:pt x="548" y="412"/>
                      <a:pt x="604" y="340"/>
                    </a:cubicBezTo>
                    <a:cubicBezTo>
                      <a:pt x="660" y="268"/>
                      <a:pt x="796" y="40"/>
                      <a:pt x="796" y="40"/>
                    </a:cubicBezTo>
                    <a:lnTo>
                      <a:pt x="596" y="0"/>
                    </a:lnTo>
                    <a:close/>
                  </a:path>
                </a:pathLst>
              </a:custGeom>
              <a:solidFill>
                <a:srgbClr val="FBBE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7" name="任意多边形: 形状 56"/>
              <p:cNvSpPr/>
              <p:nvPr/>
            </p:nvSpPr>
            <p:spPr bwMode="auto">
              <a:xfrm>
                <a:off x="5016672" y="9581862"/>
                <a:ext cx="307975" cy="514350"/>
              </a:xfrm>
              <a:custGeom>
                <a:avLst/>
                <a:gdLst>
                  <a:gd name="T0" fmla="*/ 148 w 184"/>
                  <a:gd name="T1" fmla="*/ 168 h 308"/>
                  <a:gd name="T2" fmla="*/ 140 w 184"/>
                  <a:gd name="T3" fmla="*/ 112 h 308"/>
                  <a:gd name="T4" fmla="*/ 184 w 184"/>
                  <a:gd name="T5" fmla="*/ 60 h 308"/>
                  <a:gd name="T6" fmla="*/ 108 w 184"/>
                  <a:gd name="T7" fmla="*/ 32 h 308"/>
                  <a:gd name="T8" fmla="*/ 20 w 184"/>
                  <a:gd name="T9" fmla="*/ 252 h 308"/>
                  <a:gd name="T10" fmla="*/ 84 w 184"/>
                  <a:gd name="T11" fmla="*/ 260 h 308"/>
                  <a:gd name="T12" fmla="*/ 169 w 184"/>
                  <a:gd name="T13" fmla="*/ 174 h 308"/>
                  <a:gd name="T14" fmla="*/ 148 w 184"/>
                  <a:gd name="T15" fmla="*/ 168 h 3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4" h="308">
                    <a:moveTo>
                      <a:pt x="148" y="168"/>
                    </a:moveTo>
                    <a:cubicBezTo>
                      <a:pt x="148" y="168"/>
                      <a:pt x="108" y="140"/>
                      <a:pt x="140" y="112"/>
                    </a:cubicBezTo>
                    <a:cubicBezTo>
                      <a:pt x="172" y="84"/>
                      <a:pt x="184" y="60"/>
                      <a:pt x="184" y="60"/>
                    </a:cubicBezTo>
                    <a:cubicBezTo>
                      <a:pt x="184" y="60"/>
                      <a:pt x="128" y="0"/>
                      <a:pt x="108" y="32"/>
                    </a:cubicBezTo>
                    <a:cubicBezTo>
                      <a:pt x="88" y="64"/>
                      <a:pt x="0" y="208"/>
                      <a:pt x="20" y="252"/>
                    </a:cubicBezTo>
                    <a:cubicBezTo>
                      <a:pt x="40" y="296"/>
                      <a:pt x="60" y="308"/>
                      <a:pt x="84" y="260"/>
                    </a:cubicBezTo>
                    <a:cubicBezTo>
                      <a:pt x="108" y="212"/>
                      <a:pt x="169" y="174"/>
                      <a:pt x="169" y="174"/>
                    </a:cubicBezTo>
                    <a:lnTo>
                      <a:pt x="148" y="168"/>
                    </a:lnTo>
                    <a:close/>
                  </a:path>
                </a:pathLst>
              </a:custGeom>
              <a:solidFill>
                <a:srgbClr val="3F3D5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8" name="任意多边形: 形状 57"/>
              <p:cNvSpPr/>
              <p:nvPr/>
            </p:nvSpPr>
            <p:spPr bwMode="auto">
              <a:xfrm>
                <a:off x="6110460" y="7941974"/>
                <a:ext cx="587375" cy="665163"/>
              </a:xfrm>
              <a:custGeom>
                <a:avLst/>
                <a:gdLst>
                  <a:gd name="T0" fmla="*/ 238 w 351"/>
                  <a:gd name="T1" fmla="*/ 30 h 398"/>
                  <a:gd name="T2" fmla="*/ 101 w 351"/>
                  <a:gd name="T3" fmla="*/ 31 h 398"/>
                  <a:gd name="T4" fmla="*/ 18 w 351"/>
                  <a:gd name="T5" fmla="*/ 70 h 398"/>
                  <a:gd name="T6" fmla="*/ 54 w 351"/>
                  <a:gd name="T7" fmla="*/ 202 h 398"/>
                  <a:gd name="T8" fmla="*/ 102 w 351"/>
                  <a:gd name="T9" fmla="*/ 354 h 398"/>
                  <a:gd name="T10" fmla="*/ 330 w 351"/>
                  <a:gd name="T11" fmla="*/ 326 h 398"/>
                  <a:gd name="T12" fmla="*/ 326 w 351"/>
                  <a:gd name="T13" fmla="*/ 230 h 398"/>
                  <a:gd name="T14" fmla="*/ 330 w 351"/>
                  <a:gd name="T15" fmla="*/ 117 h 398"/>
                  <a:gd name="T16" fmla="*/ 306 w 351"/>
                  <a:gd name="T17" fmla="*/ 64 h 398"/>
                  <a:gd name="T18" fmla="*/ 254 w 351"/>
                  <a:gd name="T19" fmla="*/ 2 h 398"/>
                  <a:gd name="T20" fmla="*/ 217 w 351"/>
                  <a:gd name="T21" fmla="*/ 9 h 398"/>
                  <a:gd name="T22" fmla="*/ 238 w 351"/>
                  <a:gd name="T23" fmla="*/ 3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1" h="398">
                    <a:moveTo>
                      <a:pt x="238" y="30"/>
                    </a:moveTo>
                    <a:cubicBezTo>
                      <a:pt x="238" y="30"/>
                      <a:pt x="225" y="56"/>
                      <a:pt x="101" y="31"/>
                    </a:cubicBezTo>
                    <a:cubicBezTo>
                      <a:pt x="68" y="23"/>
                      <a:pt x="33" y="39"/>
                      <a:pt x="18" y="70"/>
                    </a:cubicBezTo>
                    <a:cubicBezTo>
                      <a:pt x="2" y="101"/>
                      <a:pt x="0" y="146"/>
                      <a:pt x="54" y="202"/>
                    </a:cubicBezTo>
                    <a:cubicBezTo>
                      <a:pt x="54" y="202"/>
                      <a:pt x="150" y="310"/>
                      <a:pt x="102" y="354"/>
                    </a:cubicBezTo>
                    <a:cubicBezTo>
                      <a:pt x="54" y="398"/>
                      <a:pt x="330" y="326"/>
                      <a:pt x="330" y="326"/>
                    </a:cubicBezTo>
                    <a:cubicBezTo>
                      <a:pt x="330" y="326"/>
                      <a:pt x="294" y="302"/>
                      <a:pt x="326" y="230"/>
                    </a:cubicBezTo>
                    <a:cubicBezTo>
                      <a:pt x="351" y="173"/>
                      <a:pt x="349" y="141"/>
                      <a:pt x="330" y="117"/>
                    </a:cubicBezTo>
                    <a:cubicBezTo>
                      <a:pt x="318" y="101"/>
                      <a:pt x="310" y="83"/>
                      <a:pt x="306" y="64"/>
                    </a:cubicBezTo>
                    <a:cubicBezTo>
                      <a:pt x="301" y="38"/>
                      <a:pt x="287" y="4"/>
                      <a:pt x="254" y="2"/>
                    </a:cubicBezTo>
                    <a:cubicBezTo>
                      <a:pt x="254" y="2"/>
                      <a:pt x="219" y="0"/>
                      <a:pt x="217" y="9"/>
                    </a:cubicBezTo>
                    <a:cubicBezTo>
                      <a:pt x="214" y="18"/>
                      <a:pt x="246" y="26"/>
                      <a:pt x="238" y="30"/>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9" name="任意多边形: 形状 58"/>
              <p:cNvSpPr/>
              <p:nvPr/>
            </p:nvSpPr>
            <p:spPr bwMode="auto">
              <a:xfrm>
                <a:off x="5370685" y="7995949"/>
                <a:ext cx="896938" cy="877888"/>
              </a:xfrm>
              <a:custGeom>
                <a:avLst/>
                <a:gdLst>
                  <a:gd name="T0" fmla="*/ 534 w 536"/>
                  <a:gd name="T1" fmla="*/ 83 h 526"/>
                  <a:gd name="T2" fmla="*/ 531 w 536"/>
                  <a:gd name="T3" fmla="*/ 66 h 526"/>
                  <a:gd name="T4" fmla="*/ 488 w 536"/>
                  <a:gd name="T5" fmla="*/ 8 h 526"/>
                  <a:gd name="T6" fmla="*/ 404 w 536"/>
                  <a:gd name="T7" fmla="*/ 118 h 526"/>
                  <a:gd name="T8" fmla="*/ 316 w 536"/>
                  <a:gd name="T9" fmla="*/ 258 h 526"/>
                  <a:gd name="T10" fmla="*/ 120 w 536"/>
                  <a:gd name="T11" fmla="*/ 430 h 526"/>
                  <a:gd name="T12" fmla="*/ 44 w 536"/>
                  <a:gd name="T13" fmla="*/ 494 h 526"/>
                  <a:gd name="T14" fmla="*/ 144 w 536"/>
                  <a:gd name="T15" fmla="*/ 474 h 526"/>
                  <a:gd name="T16" fmla="*/ 286 w 536"/>
                  <a:gd name="T17" fmla="*/ 389 h 526"/>
                  <a:gd name="T18" fmla="*/ 410 w 536"/>
                  <a:gd name="T19" fmla="*/ 272 h 526"/>
                  <a:gd name="T20" fmla="*/ 500 w 536"/>
                  <a:gd name="T21" fmla="*/ 163 h 526"/>
                  <a:gd name="T22" fmla="*/ 530 w 536"/>
                  <a:gd name="T23" fmla="*/ 124 h 526"/>
                  <a:gd name="T24" fmla="*/ 534 w 536"/>
                  <a:gd name="T25" fmla="*/ 83 h 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26">
                    <a:moveTo>
                      <a:pt x="534" y="83"/>
                    </a:moveTo>
                    <a:cubicBezTo>
                      <a:pt x="533" y="77"/>
                      <a:pt x="532" y="71"/>
                      <a:pt x="531" y="66"/>
                    </a:cubicBezTo>
                    <a:cubicBezTo>
                      <a:pt x="529" y="46"/>
                      <a:pt x="520" y="0"/>
                      <a:pt x="488" y="8"/>
                    </a:cubicBezTo>
                    <a:cubicBezTo>
                      <a:pt x="448" y="18"/>
                      <a:pt x="404" y="118"/>
                      <a:pt x="404" y="118"/>
                    </a:cubicBezTo>
                    <a:cubicBezTo>
                      <a:pt x="404" y="118"/>
                      <a:pt x="368" y="230"/>
                      <a:pt x="316" y="258"/>
                    </a:cubicBezTo>
                    <a:cubicBezTo>
                      <a:pt x="264" y="286"/>
                      <a:pt x="120" y="430"/>
                      <a:pt x="120" y="430"/>
                    </a:cubicBezTo>
                    <a:cubicBezTo>
                      <a:pt x="120" y="430"/>
                      <a:pt x="0" y="462"/>
                      <a:pt x="44" y="494"/>
                    </a:cubicBezTo>
                    <a:cubicBezTo>
                      <a:pt x="88" y="526"/>
                      <a:pt x="144" y="474"/>
                      <a:pt x="144" y="474"/>
                    </a:cubicBezTo>
                    <a:cubicBezTo>
                      <a:pt x="286" y="389"/>
                      <a:pt x="286" y="389"/>
                      <a:pt x="286" y="389"/>
                    </a:cubicBezTo>
                    <a:cubicBezTo>
                      <a:pt x="335" y="359"/>
                      <a:pt x="378" y="319"/>
                      <a:pt x="410" y="272"/>
                    </a:cubicBezTo>
                    <a:cubicBezTo>
                      <a:pt x="440" y="229"/>
                      <a:pt x="477" y="180"/>
                      <a:pt x="500" y="163"/>
                    </a:cubicBezTo>
                    <a:cubicBezTo>
                      <a:pt x="514" y="154"/>
                      <a:pt x="525" y="140"/>
                      <a:pt x="530" y="124"/>
                    </a:cubicBezTo>
                    <a:cubicBezTo>
                      <a:pt x="535" y="110"/>
                      <a:pt x="536" y="96"/>
                      <a:pt x="534" y="83"/>
                    </a:cubicBezTo>
                    <a:close/>
                  </a:path>
                </a:pathLst>
              </a:custGeom>
              <a:solidFill>
                <a:srgbClr val="FBBE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0" name="任意多边形: 形状 59"/>
              <p:cNvSpPr/>
              <p:nvPr/>
            </p:nvSpPr>
            <p:spPr bwMode="auto">
              <a:xfrm>
                <a:off x="5538960" y="8440449"/>
                <a:ext cx="1584325" cy="854075"/>
              </a:xfrm>
              <a:custGeom>
                <a:avLst/>
                <a:gdLst>
                  <a:gd name="T0" fmla="*/ 468 w 948"/>
                  <a:gd name="T1" fmla="*/ 48 h 512"/>
                  <a:gd name="T2" fmla="*/ 180 w 948"/>
                  <a:gd name="T3" fmla="*/ 148 h 512"/>
                  <a:gd name="T4" fmla="*/ 8 w 948"/>
                  <a:gd name="T5" fmla="*/ 256 h 512"/>
                  <a:gd name="T6" fmla="*/ 624 w 948"/>
                  <a:gd name="T7" fmla="*/ 484 h 512"/>
                  <a:gd name="T8" fmla="*/ 869 w 948"/>
                  <a:gd name="T9" fmla="*/ 442 h 512"/>
                  <a:gd name="T10" fmla="*/ 908 w 948"/>
                  <a:gd name="T11" fmla="*/ 416 h 512"/>
                  <a:gd name="T12" fmla="*/ 927 w 948"/>
                  <a:gd name="T13" fmla="*/ 398 h 512"/>
                  <a:gd name="T14" fmla="*/ 937 w 948"/>
                  <a:gd name="T15" fmla="*/ 350 h 512"/>
                  <a:gd name="T16" fmla="*/ 936 w 948"/>
                  <a:gd name="T17" fmla="*/ 349 h 512"/>
                  <a:gd name="T18" fmla="*/ 652 w 948"/>
                  <a:gd name="T19" fmla="*/ 8 h 512"/>
                  <a:gd name="T20" fmla="*/ 468 w 948"/>
                  <a:gd name="T21" fmla="*/ 4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8" h="512">
                    <a:moveTo>
                      <a:pt x="468" y="48"/>
                    </a:moveTo>
                    <a:cubicBezTo>
                      <a:pt x="468" y="48"/>
                      <a:pt x="284" y="24"/>
                      <a:pt x="180" y="148"/>
                    </a:cubicBezTo>
                    <a:cubicBezTo>
                      <a:pt x="76" y="272"/>
                      <a:pt x="0" y="236"/>
                      <a:pt x="8" y="256"/>
                    </a:cubicBezTo>
                    <a:cubicBezTo>
                      <a:pt x="16" y="276"/>
                      <a:pt x="400" y="512"/>
                      <a:pt x="624" y="484"/>
                    </a:cubicBezTo>
                    <a:cubicBezTo>
                      <a:pt x="760" y="467"/>
                      <a:pt x="833" y="451"/>
                      <a:pt x="869" y="442"/>
                    </a:cubicBezTo>
                    <a:cubicBezTo>
                      <a:pt x="884" y="438"/>
                      <a:pt x="898" y="428"/>
                      <a:pt x="908" y="416"/>
                    </a:cubicBezTo>
                    <a:cubicBezTo>
                      <a:pt x="913" y="409"/>
                      <a:pt x="920" y="403"/>
                      <a:pt x="927" y="398"/>
                    </a:cubicBezTo>
                    <a:cubicBezTo>
                      <a:pt x="943" y="387"/>
                      <a:pt x="948" y="366"/>
                      <a:pt x="937" y="350"/>
                    </a:cubicBezTo>
                    <a:cubicBezTo>
                      <a:pt x="936" y="349"/>
                      <a:pt x="936" y="349"/>
                      <a:pt x="936" y="349"/>
                    </a:cubicBezTo>
                    <a:cubicBezTo>
                      <a:pt x="873" y="257"/>
                      <a:pt x="701" y="14"/>
                      <a:pt x="652" y="8"/>
                    </a:cubicBezTo>
                    <a:cubicBezTo>
                      <a:pt x="592" y="0"/>
                      <a:pt x="468" y="48"/>
                      <a:pt x="468" y="48"/>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1" name="椭圆 60"/>
              <p:cNvSpPr/>
              <p:nvPr/>
            </p:nvSpPr>
            <p:spPr bwMode="auto">
              <a:xfrm>
                <a:off x="6264447" y="7414924"/>
                <a:ext cx="214313" cy="152400"/>
              </a:xfrm>
              <a:prstGeom prst="ellipse">
                <a:avLst/>
              </a:prstGeom>
              <a:solidFill>
                <a:srgbClr val="FF65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62" name="组合 61"/>
            <p:cNvGrpSpPr/>
            <p:nvPr userDrawn="1"/>
          </p:nvGrpSpPr>
          <p:grpSpPr>
            <a:xfrm rot="552067">
              <a:off x="2851241" y="873810"/>
              <a:ext cx="419101" cy="678269"/>
              <a:chOff x="6308743" y="5908512"/>
              <a:chExt cx="690563" cy="1117600"/>
            </a:xfrm>
          </p:grpSpPr>
          <p:sp>
            <p:nvSpPr>
              <p:cNvPr id="63" name="任意多边形: 形状 62"/>
              <p:cNvSpPr/>
              <p:nvPr/>
            </p:nvSpPr>
            <p:spPr bwMode="auto">
              <a:xfrm>
                <a:off x="6308743" y="5908512"/>
                <a:ext cx="690563" cy="1117600"/>
              </a:xfrm>
              <a:custGeom>
                <a:avLst/>
                <a:gdLst>
                  <a:gd name="T0" fmla="*/ 398 w 469"/>
                  <a:gd name="T1" fmla="*/ 213 h 759"/>
                  <a:gd name="T2" fmla="*/ 363 w 469"/>
                  <a:gd name="T3" fmla="*/ 179 h 759"/>
                  <a:gd name="T4" fmla="*/ 340 w 469"/>
                  <a:gd name="T5" fmla="*/ 154 h 759"/>
                  <a:gd name="T6" fmla="*/ 310 w 469"/>
                  <a:gd name="T7" fmla="*/ 100 h 759"/>
                  <a:gd name="T8" fmla="*/ 296 w 469"/>
                  <a:gd name="T9" fmla="*/ 14 h 759"/>
                  <a:gd name="T10" fmla="*/ 296 w 469"/>
                  <a:gd name="T11" fmla="*/ 9 h 759"/>
                  <a:gd name="T12" fmla="*/ 285 w 469"/>
                  <a:gd name="T13" fmla="*/ 0 h 759"/>
                  <a:gd name="T14" fmla="*/ 285 w 469"/>
                  <a:gd name="T15" fmla="*/ 0 h 759"/>
                  <a:gd name="T16" fmla="*/ 221 w 469"/>
                  <a:gd name="T17" fmla="*/ 0 h 759"/>
                  <a:gd name="T18" fmla="*/ 209 w 469"/>
                  <a:gd name="T19" fmla="*/ 13 h 759"/>
                  <a:gd name="T20" fmla="*/ 209 w 469"/>
                  <a:gd name="T21" fmla="*/ 517 h 759"/>
                  <a:gd name="T22" fmla="*/ 195 w 469"/>
                  <a:gd name="T23" fmla="*/ 529 h 759"/>
                  <a:gd name="T24" fmla="*/ 112 w 469"/>
                  <a:gd name="T25" fmla="*/ 542 h 759"/>
                  <a:gd name="T26" fmla="*/ 22 w 469"/>
                  <a:gd name="T27" fmla="*/ 698 h 759"/>
                  <a:gd name="T28" fmla="*/ 128 w 469"/>
                  <a:gd name="T29" fmla="*/ 759 h 759"/>
                  <a:gd name="T30" fmla="*/ 194 w 469"/>
                  <a:gd name="T31" fmla="*/ 746 h 759"/>
                  <a:gd name="T32" fmla="*/ 291 w 469"/>
                  <a:gd name="T33" fmla="*/ 629 h 759"/>
                  <a:gd name="T34" fmla="*/ 291 w 469"/>
                  <a:gd name="T35" fmla="*/ 627 h 759"/>
                  <a:gd name="T36" fmla="*/ 291 w 469"/>
                  <a:gd name="T37" fmla="*/ 239 h 759"/>
                  <a:gd name="T38" fmla="*/ 296 w 469"/>
                  <a:gd name="T39" fmla="*/ 241 h 759"/>
                  <a:gd name="T40" fmla="*/ 330 w 469"/>
                  <a:gd name="T41" fmla="*/ 259 h 759"/>
                  <a:gd name="T42" fmla="*/ 362 w 469"/>
                  <a:gd name="T43" fmla="*/ 289 h 759"/>
                  <a:gd name="T44" fmla="*/ 384 w 469"/>
                  <a:gd name="T45" fmla="*/ 548 h 759"/>
                  <a:gd name="T46" fmla="*/ 384 w 469"/>
                  <a:gd name="T47" fmla="*/ 548 h 759"/>
                  <a:gd name="T48" fmla="*/ 392 w 469"/>
                  <a:gd name="T49" fmla="*/ 562 h 759"/>
                  <a:gd name="T50" fmla="*/ 401 w 469"/>
                  <a:gd name="T51" fmla="*/ 560 h 759"/>
                  <a:gd name="T52" fmla="*/ 405 w 469"/>
                  <a:gd name="T53" fmla="*/ 554 h 759"/>
                  <a:gd name="T54" fmla="*/ 406 w 469"/>
                  <a:gd name="T55" fmla="*/ 554 h 759"/>
                  <a:gd name="T56" fmla="*/ 411 w 469"/>
                  <a:gd name="T57" fmla="*/ 546 h 759"/>
                  <a:gd name="T58" fmla="*/ 447 w 469"/>
                  <a:gd name="T59" fmla="*/ 472 h 759"/>
                  <a:gd name="T60" fmla="*/ 465 w 469"/>
                  <a:gd name="T61" fmla="*/ 396 h 759"/>
                  <a:gd name="T62" fmla="*/ 453 w 469"/>
                  <a:gd name="T63" fmla="*/ 291 h 759"/>
                  <a:gd name="T64" fmla="*/ 398 w 469"/>
                  <a:gd name="T65" fmla="*/ 213 h 759"/>
                  <a:gd name="T66" fmla="*/ 286 w 469"/>
                  <a:gd name="T67" fmla="*/ 23 h 759"/>
                  <a:gd name="T68" fmla="*/ 286 w 469"/>
                  <a:gd name="T69" fmla="*/ 23 h 759"/>
                  <a:gd name="T70" fmla="*/ 286 w 469"/>
                  <a:gd name="T71" fmla="*/ 23 h 759"/>
                  <a:gd name="T72" fmla="*/ 286 w 469"/>
                  <a:gd name="T73" fmla="*/ 23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69" h="759">
                    <a:moveTo>
                      <a:pt x="398" y="213"/>
                    </a:moveTo>
                    <a:cubicBezTo>
                      <a:pt x="387" y="202"/>
                      <a:pt x="376" y="190"/>
                      <a:pt x="363" y="179"/>
                    </a:cubicBezTo>
                    <a:cubicBezTo>
                      <a:pt x="355" y="171"/>
                      <a:pt x="347" y="163"/>
                      <a:pt x="340" y="154"/>
                    </a:cubicBezTo>
                    <a:cubicBezTo>
                      <a:pt x="329" y="139"/>
                      <a:pt x="319" y="122"/>
                      <a:pt x="310" y="100"/>
                    </a:cubicBezTo>
                    <a:cubicBezTo>
                      <a:pt x="301" y="76"/>
                      <a:pt x="296" y="24"/>
                      <a:pt x="296" y="14"/>
                    </a:cubicBezTo>
                    <a:cubicBezTo>
                      <a:pt x="296" y="12"/>
                      <a:pt x="296" y="10"/>
                      <a:pt x="296" y="9"/>
                    </a:cubicBezTo>
                    <a:cubicBezTo>
                      <a:pt x="294" y="4"/>
                      <a:pt x="290" y="0"/>
                      <a:pt x="285" y="0"/>
                    </a:cubicBezTo>
                    <a:cubicBezTo>
                      <a:pt x="285" y="0"/>
                      <a:pt x="285" y="0"/>
                      <a:pt x="285" y="0"/>
                    </a:cubicBezTo>
                    <a:cubicBezTo>
                      <a:pt x="221" y="0"/>
                      <a:pt x="221" y="0"/>
                      <a:pt x="221" y="0"/>
                    </a:cubicBezTo>
                    <a:cubicBezTo>
                      <a:pt x="214" y="0"/>
                      <a:pt x="209" y="6"/>
                      <a:pt x="209" y="13"/>
                    </a:cubicBezTo>
                    <a:cubicBezTo>
                      <a:pt x="209" y="517"/>
                      <a:pt x="209" y="517"/>
                      <a:pt x="209" y="517"/>
                    </a:cubicBezTo>
                    <a:cubicBezTo>
                      <a:pt x="209" y="524"/>
                      <a:pt x="202" y="530"/>
                      <a:pt x="195" y="529"/>
                    </a:cubicBezTo>
                    <a:cubicBezTo>
                      <a:pt x="169" y="527"/>
                      <a:pt x="140" y="531"/>
                      <a:pt x="112" y="542"/>
                    </a:cubicBezTo>
                    <a:cubicBezTo>
                      <a:pt x="40" y="572"/>
                      <a:pt x="0" y="642"/>
                      <a:pt x="22" y="698"/>
                    </a:cubicBezTo>
                    <a:cubicBezTo>
                      <a:pt x="38" y="737"/>
                      <a:pt x="80" y="759"/>
                      <a:pt x="128" y="759"/>
                    </a:cubicBezTo>
                    <a:cubicBezTo>
                      <a:pt x="149" y="759"/>
                      <a:pt x="172" y="755"/>
                      <a:pt x="194" y="746"/>
                    </a:cubicBezTo>
                    <a:cubicBezTo>
                      <a:pt x="249" y="723"/>
                      <a:pt x="287" y="676"/>
                      <a:pt x="291" y="629"/>
                    </a:cubicBezTo>
                    <a:cubicBezTo>
                      <a:pt x="291" y="628"/>
                      <a:pt x="291" y="627"/>
                      <a:pt x="291" y="627"/>
                    </a:cubicBezTo>
                    <a:cubicBezTo>
                      <a:pt x="291" y="239"/>
                      <a:pt x="291" y="239"/>
                      <a:pt x="291" y="239"/>
                    </a:cubicBezTo>
                    <a:cubicBezTo>
                      <a:pt x="293" y="240"/>
                      <a:pt x="295" y="240"/>
                      <a:pt x="296" y="241"/>
                    </a:cubicBezTo>
                    <a:cubicBezTo>
                      <a:pt x="308" y="244"/>
                      <a:pt x="319" y="251"/>
                      <a:pt x="330" y="259"/>
                    </a:cubicBezTo>
                    <a:cubicBezTo>
                      <a:pt x="341" y="267"/>
                      <a:pt x="352" y="277"/>
                      <a:pt x="362" y="289"/>
                    </a:cubicBezTo>
                    <a:cubicBezTo>
                      <a:pt x="434" y="376"/>
                      <a:pt x="385" y="546"/>
                      <a:pt x="384" y="548"/>
                    </a:cubicBezTo>
                    <a:cubicBezTo>
                      <a:pt x="384" y="548"/>
                      <a:pt x="384" y="548"/>
                      <a:pt x="384" y="548"/>
                    </a:cubicBezTo>
                    <a:cubicBezTo>
                      <a:pt x="383" y="553"/>
                      <a:pt x="386" y="560"/>
                      <a:pt x="392" y="562"/>
                    </a:cubicBezTo>
                    <a:cubicBezTo>
                      <a:pt x="395" y="563"/>
                      <a:pt x="399" y="562"/>
                      <a:pt x="401" y="560"/>
                    </a:cubicBezTo>
                    <a:cubicBezTo>
                      <a:pt x="403" y="559"/>
                      <a:pt x="404" y="558"/>
                      <a:pt x="405" y="554"/>
                    </a:cubicBezTo>
                    <a:cubicBezTo>
                      <a:pt x="406" y="554"/>
                      <a:pt x="406" y="554"/>
                      <a:pt x="406" y="554"/>
                    </a:cubicBezTo>
                    <a:cubicBezTo>
                      <a:pt x="406" y="553"/>
                      <a:pt x="408" y="549"/>
                      <a:pt x="411" y="546"/>
                    </a:cubicBezTo>
                    <a:cubicBezTo>
                      <a:pt x="418" y="533"/>
                      <a:pt x="433" y="510"/>
                      <a:pt x="447" y="472"/>
                    </a:cubicBezTo>
                    <a:cubicBezTo>
                      <a:pt x="457" y="447"/>
                      <a:pt x="463" y="421"/>
                      <a:pt x="465" y="396"/>
                    </a:cubicBezTo>
                    <a:cubicBezTo>
                      <a:pt x="469" y="360"/>
                      <a:pt x="465" y="324"/>
                      <a:pt x="453" y="291"/>
                    </a:cubicBezTo>
                    <a:cubicBezTo>
                      <a:pt x="441" y="257"/>
                      <a:pt x="419" y="234"/>
                      <a:pt x="398" y="213"/>
                    </a:cubicBezTo>
                    <a:moveTo>
                      <a:pt x="286" y="23"/>
                    </a:moveTo>
                    <a:cubicBezTo>
                      <a:pt x="286" y="23"/>
                      <a:pt x="286" y="23"/>
                      <a:pt x="286" y="23"/>
                    </a:cubicBezTo>
                    <a:cubicBezTo>
                      <a:pt x="286" y="23"/>
                      <a:pt x="286" y="23"/>
                      <a:pt x="286" y="23"/>
                    </a:cubicBezTo>
                    <a:cubicBezTo>
                      <a:pt x="286" y="23"/>
                      <a:pt x="286" y="23"/>
                      <a:pt x="286" y="23"/>
                    </a:cubicBezTo>
                  </a:path>
                </a:pathLst>
              </a:custGeom>
              <a:solidFill>
                <a:schemeClr val="accent1">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4" name="任意多边形: 形状 63"/>
              <p:cNvSpPr/>
              <p:nvPr/>
            </p:nvSpPr>
            <p:spPr bwMode="auto">
              <a:xfrm>
                <a:off x="6383356" y="6678449"/>
                <a:ext cx="354013" cy="347663"/>
              </a:xfrm>
              <a:custGeom>
                <a:avLst/>
                <a:gdLst>
                  <a:gd name="T0" fmla="*/ 240 w 240"/>
                  <a:gd name="T1" fmla="*/ 0 h 236"/>
                  <a:gd name="T2" fmla="*/ 0 w 240"/>
                  <a:gd name="T3" fmla="*/ 212 h 236"/>
                  <a:gd name="T4" fmla="*/ 74 w 240"/>
                  <a:gd name="T5" fmla="*/ 236 h 236"/>
                  <a:gd name="T6" fmla="*/ 74 w 240"/>
                  <a:gd name="T7" fmla="*/ 236 h 236"/>
                  <a:gd name="T8" fmla="*/ 75 w 240"/>
                  <a:gd name="T9" fmla="*/ 236 h 236"/>
                  <a:gd name="T10" fmla="*/ 75 w 240"/>
                  <a:gd name="T11" fmla="*/ 236 h 236"/>
                  <a:gd name="T12" fmla="*/ 75 w 240"/>
                  <a:gd name="T13" fmla="*/ 236 h 236"/>
                  <a:gd name="T14" fmla="*/ 75 w 240"/>
                  <a:gd name="T15" fmla="*/ 236 h 236"/>
                  <a:gd name="T16" fmla="*/ 75 w 240"/>
                  <a:gd name="T17" fmla="*/ 236 h 236"/>
                  <a:gd name="T18" fmla="*/ 75 w 240"/>
                  <a:gd name="T19" fmla="*/ 236 h 236"/>
                  <a:gd name="T20" fmla="*/ 76 w 240"/>
                  <a:gd name="T21" fmla="*/ 236 h 236"/>
                  <a:gd name="T22" fmla="*/ 76 w 240"/>
                  <a:gd name="T23" fmla="*/ 236 h 236"/>
                  <a:gd name="T24" fmla="*/ 76 w 240"/>
                  <a:gd name="T25" fmla="*/ 236 h 236"/>
                  <a:gd name="T26" fmla="*/ 76 w 240"/>
                  <a:gd name="T27" fmla="*/ 236 h 236"/>
                  <a:gd name="T28" fmla="*/ 76 w 240"/>
                  <a:gd name="T29" fmla="*/ 236 h 236"/>
                  <a:gd name="T30" fmla="*/ 76 w 240"/>
                  <a:gd name="T31" fmla="*/ 236 h 236"/>
                  <a:gd name="T32" fmla="*/ 77 w 240"/>
                  <a:gd name="T33" fmla="*/ 236 h 236"/>
                  <a:gd name="T34" fmla="*/ 77 w 240"/>
                  <a:gd name="T35" fmla="*/ 236 h 236"/>
                  <a:gd name="T36" fmla="*/ 77 w 240"/>
                  <a:gd name="T37" fmla="*/ 236 h 236"/>
                  <a:gd name="T38" fmla="*/ 77 w 240"/>
                  <a:gd name="T39" fmla="*/ 236 h 236"/>
                  <a:gd name="T40" fmla="*/ 77 w 240"/>
                  <a:gd name="T41" fmla="*/ 236 h 236"/>
                  <a:gd name="T42" fmla="*/ 143 w 240"/>
                  <a:gd name="T43" fmla="*/ 223 h 236"/>
                  <a:gd name="T44" fmla="*/ 240 w 240"/>
                  <a:gd name="T45" fmla="*/ 106 h 236"/>
                  <a:gd name="T46" fmla="*/ 240 w 240"/>
                  <a:gd name="T47" fmla="*/ 104 h 236"/>
                  <a:gd name="T48" fmla="*/ 240 w 240"/>
                  <a:gd name="T49" fmla="*/ 0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236">
                    <a:moveTo>
                      <a:pt x="240" y="0"/>
                    </a:moveTo>
                    <a:cubicBezTo>
                      <a:pt x="167" y="146"/>
                      <a:pt x="64" y="196"/>
                      <a:pt x="0" y="212"/>
                    </a:cubicBezTo>
                    <a:cubicBezTo>
                      <a:pt x="20" y="227"/>
                      <a:pt x="46" y="236"/>
                      <a:pt x="74" y="236"/>
                    </a:cubicBezTo>
                    <a:cubicBezTo>
                      <a:pt x="74" y="236"/>
                      <a:pt x="74" y="236"/>
                      <a:pt x="74" y="236"/>
                    </a:cubicBezTo>
                    <a:cubicBezTo>
                      <a:pt x="74" y="236"/>
                      <a:pt x="75" y="236"/>
                      <a:pt x="75" y="236"/>
                    </a:cubicBezTo>
                    <a:cubicBezTo>
                      <a:pt x="75" y="236"/>
                      <a:pt x="75" y="236"/>
                      <a:pt x="75" y="236"/>
                    </a:cubicBezTo>
                    <a:cubicBezTo>
                      <a:pt x="75" y="236"/>
                      <a:pt x="75" y="236"/>
                      <a:pt x="75" y="236"/>
                    </a:cubicBezTo>
                    <a:cubicBezTo>
                      <a:pt x="75" y="236"/>
                      <a:pt x="75" y="236"/>
                      <a:pt x="75" y="236"/>
                    </a:cubicBezTo>
                    <a:cubicBezTo>
                      <a:pt x="75" y="236"/>
                      <a:pt x="75" y="236"/>
                      <a:pt x="75" y="236"/>
                    </a:cubicBezTo>
                    <a:cubicBezTo>
                      <a:pt x="75" y="236"/>
                      <a:pt x="75" y="236"/>
                      <a:pt x="75" y="236"/>
                    </a:cubicBezTo>
                    <a:cubicBezTo>
                      <a:pt x="75" y="236"/>
                      <a:pt x="76" y="236"/>
                      <a:pt x="76" y="236"/>
                    </a:cubicBezTo>
                    <a:cubicBezTo>
                      <a:pt x="76" y="236"/>
                      <a:pt x="76" y="236"/>
                      <a:pt x="76" y="236"/>
                    </a:cubicBezTo>
                    <a:cubicBezTo>
                      <a:pt x="76" y="236"/>
                      <a:pt x="76" y="236"/>
                      <a:pt x="76" y="236"/>
                    </a:cubicBezTo>
                    <a:cubicBezTo>
                      <a:pt x="76" y="236"/>
                      <a:pt x="76" y="236"/>
                      <a:pt x="76" y="236"/>
                    </a:cubicBezTo>
                    <a:cubicBezTo>
                      <a:pt x="76" y="236"/>
                      <a:pt x="76" y="236"/>
                      <a:pt x="76" y="236"/>
                    </a:cubicBezTo>
                    <a:cubicBezTo>
                      <a:pt x="76" y="236"/>
                      <a:pt x="76" y="236"/>
                      <a:pt x="76" y="236"/>
                    </a:cubicBezTo>
                    <a:cubicBezTo>
                      <a:pt x="77" y="236"/>
                      <a:pt x="77" y="236"/>
                      <a:pt x="77" y="236"/>
                    </a:cubicBezTo>
                    <a:cubicBezTo>
                      <a:pt x="77" y="236"/>
                      <a:pt x="77" y="236"/>
                      <a:pt x="77" y="236"/>
                    </a:cubicBezTo>
                    <a:cubicBezTo>
                      <a:pt x="77" y="236"/>
                      <a:pt x="77" y="236"/>
                      <a:pt x="77" y="236"/>
                    </a:cubicBezTo>
                    <a:cubicBezTo>
                      <a:pt x="77" y="236"/>
                      <a:pt x="77" y="236"/>
                      <a:pt x="77" y="236"/>
                    </a:cubicBezTo>
                    <a:cubicBezTo>
                      <a:pt x="77" y="236"/>
                      <a:pt x="77" y="236"/>
                      <a:pt x="77" y="236"/>
                    </a:cubicBezTo>
                    <a:cubicBezTo>
                      <a:pt x="98" y="236"/>
                      <a:pt x="121" y="232"/>
                      <a:pt x="143" y="223"/>
                    </a:cubicBezTo>
                    <a:cubicBezTo>
                      <a:pt x="198" y="200"/>
                      <a:pt x="236" y="153"/>
                      <a:pt x="240" y="106"/>
                    </a:cubicBezTo>
                    <a:cubicBezTo>
                      <a:pt x="240" y="105"/>
                      <a:pt x="240" y="104"/>
                      <a:pt x="240" y="104"/>
                    </a:cubicBezTo>
                    <a:cubicBezTo>
                      <a:pt x="240" y="0"/>
                      <a:pt x="240" y="0"/>
                      <a:pt x="240" y="0"/>
                    </a:cubicBezTo>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65" name="组合 64"/>
            <p:cNvGrpSpPr/>
            <p:nvPr userDrawn="1"/>
          </p:nvGrpSpPr>
          <p:grpSpPr>
            <a:xfrm>
              <a:off x="4219223" y="736289"/>
              <a:ext cx="457907" cy="713948"/>
              <a:chOff x="4732356" y="5914862"/>
              <a:chExt cx="979488" cy="1527175"/>
            </a:xfrm>
          </p:grpSpPr>
          <p:sp>
            <p:nvSpPr>
              <p:cNvPr id="66" name="任意多边形: 形状 65"/>
              <p:cNvSpPr/>
              <p:nvPr/>
            </p:nvSpPr>
            <p:spPr bwMode="auto">
              <a:xfrm>
                <a:off x="4732356" y="5914862"/>
                <a:ext cx="979488" cy="1527175"/>
              </a:xfrm>
              <a:custGeom>
                <a:avLst/>
                <a:gdLst>
                  <a:gd name="T0" fmla="*/ 450 w 664"/>
                  <a:gd name="T1" fmla="*/ 1 h 1038"/>
                  <a:gd name="T2" fmla="*/ 440 w 664"/>
                  <a:gd name="T3" fmla="*/ 3 h 1038"/>
                  <a:gd name="T4" fmla="*/ 23 w 664"/>
                  <a:gd name="T5" fmla="*/ 279 h 1038"/>
                  <a:gd name="T6" fmla="*/ 18 w 664"/>
                  <a:gd name="T7" fmla="*/ 282 h 1038"/>
                  <a:gd name="T8" fmla="*/ 16 w 664"/>
                  <a:gd name="T9" fmla="*/ 293 h 1038"/>
                  <a:gd name="T10" fmla="*/ 166 w 664"/>
                  <a:gd name="T11" fmla="*/ 777 h 1038"/>
                  <a:gd name="T12" fmla="*/ 158 w 664"/>
                  <a:gd name="T13" fmla="*/ 790 h 1038"/>
                  <a:gd name="T14" fmla="*/ 79 w 664"/>
                  <a:gd name="T15" fmla="*/ 827 h 1038"/>
                  <a:gd name="T16" fmla="*/ 38 w 664"/>
                  <a:gd name="T17" fmla="*/ 1003 h 1038"/>
                  <a:gd name="T18" fmla="*/ 121 w 664"/>
                  <a:gd name="T19" fmla="*/ 1036 h 1038"/>
                  <a:gd name="T20" fmla="*/ 159 w 664"/>
                  <a:gd name="T21" fmla="*/ 1030 h 1038"/>
                  <a:gd name="T22" fmla="*/ 219 w 664"/>
                  <a:gd name="T23" fmla="*/ 997 h 1038"/>
                  <a:gd name="T24" fmla="*/ 277 w 664"/>
                  <a:gd name="T25" fmla="*/ 853 h 1038"/>
                  <a:gd name="T26" fmla="*/ 277 w 664"/>
                  <a:gd name="T27" fmla="*/ 852 h 1038"/>
                  <a:gd name="T28" fmla="*/ 158 w 664"/>
                  <a:gd name="T29" fmla="*/ 470 h 1038"/>
                  <a:gd name="T30" fmla="*/ 162 w 664"/>
                  <a:gd name="T31" fmla="*/ 458 h 1038"/>
                  <a:gd name="T32" fmla="*/ 438 w 664"/>
                  <a:gd name="T33" fmla="*/ 275 h 1038"/>
                  <a:gd name="T34" fmla="*/ 454 w 664"/>
                  <a:gd name="T35" fmla="*/ 280 h 1038"/>
                  <a:gd name="T36" fmla="*/ 539 w 664"/>
                  <a:gd name="T37" fmla="*/ 556 h 1038"/>
                  <a:gd name="T38" fmla="*/ 531 w 664"/>
                  <a:gd name="T39" fmla="*/ 569 h 1038"/>
                  <a:gd name="T40" fmla="*/ 453 w 664"/>
                  <a:gd name="T41" fmla="*/ 606 h 1038"/>
                  <a:gd name="T42" fmla="*/ 395 w 664"/>
                  <a:gd name="T43" fmla="*/ 694 h 1038"/>
                  <a:gd name="T44" fmla="*/ 411 w 664"/>
                  <a:gd name="T45" fmla="*/ 782 h 1038"/>
                  <a:gd name="T46" fmla="*/ 495 w 664"/>
                  <a:gd name="T47" fmla="*/ 815 h 1038"/>
                  <a:gd name="T48" fmla="*/ 592 w 664"/>
                  <a:gd name="T49" fmla="*/ 776 h 1038"/>
                  <a:gd name="T50" fmla="*/ 650 w 664"/>
                  <a:gd name="T51" fmla="*/ 631 h 1038"/>
                  <a:gd name="T52" fmla="*/ 650 w 664"/>
                  <a:gd name="T53" fmla="*/ 630 h 1038"/>
                  <a:gd name="T54" fmla="*/ 457 w 664"/>
                  <a:gd name="T55" fmla="*/ 9 h 1038"/>
                  <a:gd name="T56" fmla="*/ 450 w 664"/>
                  <a:gd name="T57" fmla="*/ 1 h 1038"/>
                  <a:gd name="T58" fmla="*/ 416 w 664"/>
                  <a:gd name="T59" fmla="*/ 158 h 1038"/>
                  <a:gd name="T60" fmla="*/ 422 w 664"/>
                  <a:gd name="T61" fmla="*/ 178 h 1038"/>
                  <a:gd name="T62" fmla="*/ 418 w 664"/>
                  <a:gd name="T63" fmla="*/ 190 h 1038"/>
                  <a:gd name="T64" fmla="*/ 142 w 664"/>
                  <a:gd name="T65" fmla="*/ 374 h 1038"/>
                  <a:gd name="T66" fmla="*/ 127 w 664"/>
                  <a:gd name="T67" fmla="*/ 368 h 1038"/>
                  <a:gd name="T68" fmla="*/ 120 w 664"/>
                  <a:gd name="T69" fmla="*/ 348 h 1038"/>
                  <a:gd name="T70" fmla="*/ 124 w 664"/>
                  <a:gd name="T71" fmla="*/ 336 h 1038"/>
                  <a:gd name="T72" fmla="*/ 400 w 664"/>
                  <a:gd name="T73" fmla="*/ 153 h 1038"/>
                  <a:gd name="T74" fmla="*/ 416 w 664"/>
                  <a:gd name="T75" fmla="*/ 158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64" h="1038">
                    <a:moveTo>
                      <a:pt x="450" y="1"/>
                    </a:moveTo>
                    <a:cubicBezTo>
                      <a:pt x="446" y="0"/>
                      <a:pt x="443" y="1"/>
                      <a:pt x="440" y="3"/>
                    </a:cubicBezTo>
                    <a:cubicBezTo>
                      <a:pt x="440" y="3"/>
                      <a:pt x="32" y="273"/>
                      <a:pt x="23" y="279"/>
                    </a:cubicBezTo>
                    <a:cubicBezTo>
                      <a:pt x="21" y="280"/>
                      <a:pt x="19" y="281"/>
                      <a:pt x="18" y="282"/>
                    </a:cubicBezTo>
                    <a:cubicBezTo>
                      <a:pt x="16" y="285"/>
                      <a:pt x="15" y="289"/>
                      <a:pt x="16" y="293"/>
                    </a:cubicBezTo>
                    <a:cubicBezTo>
                      <a:pt x="166" y="777"/>
                      <a:pt x="166" y="777"/>
                      <a:pt x="166" y="777"/>
                    </a:cubicBezTo>
                    <a:cubicBezTo>
                      <a:pt x="168" y="783"/>
                      <a:pt x="164" y="789"/>
                      <a:pt x="158" y="790"/>
                    </a:cubicBezTo>
                    <a:cubicBezTo>
                      <a:pt x="131" y="795"/>
                      <a:pt x="103" y="808"/>
                      <a:pt x="79" y="827"/>
                    </a:cubicBezTo>
                    <a:cubicBezTo>
                      <a:pt x="18" y="877"/>
                      <a:pt x="0" y="956"/>
                      <a:pt x="38" y="1003"/>
                    </a:cubicBezTo>
                    <a:cubicBezTo>
                      <a:pt x="57" y="1026"/>
                      <a:pt x="87" y="1038"/>
                      <a:pt x="121" y="1036"/>
                    </a:cubicBezTo>
                    <a:cubicBezTo>
                      <a:pt x="134" y="1036"/>
                      <a:pt x="146" y="1033"/>
                      <a:pt x="159" y="1030"/>
                    </a:cubicBezTo>
                    <a:cubicBezTo>
                      <a:pt x="180" y="1023"/>
                      <a:pt x="200" y="1012"/>
                      <a:pt x="219" y="997"/>
                    </a:cubicBezTo>
                    <a:cubicBezTo>
                      <a:pt x="267" y="958"/>
                      <a:pt x="290" y="900"/>
                      <a:pt x="277" y="853"/>
                    </a:cubicBezTo>
                    <a:cubicBezTo>
                      <a:pt x="277" y="852"/>
                      <a:pt x="277" y="852"/>
                      <a:pt x="277" y="852"/>
                    </a:cubicBezTo>
                    <a:cubicBezTo>
                      <a:pt x="158" y="470"/>
                      <a:pt x="158" y="470"/>
                      <a:pt x="158" y="470"/>
                    </a:cubicBezTo>
                    <a:cubicBezTo>
                      <a:pt x="157" y="465"/>
                      <a:pt x="158" y="461"/>
                      <a:pt x="162" y="458"/>
                    </a:cubicBezTo>
                    <a:cubicBezTo>
                      <a:pt x="438" y="275"/>
                      <a:pt x="438" y="275"/>
                      <a:pt x="438" y="275"/>
                    </a:cubicBezTo>
                    <a:cubicBezTo>
                      <a:pt x="444" y="271"/>
                      <a:pt x="452" y="274"/>
                      <a:pt x="454" y="280"/>
                    </a:cubicBezTo>
                    <a:cubicBezTo>
                      <a:pt x="539" y="556"/>
                      <a:pt x="539" y="556"/>
                      <a:pt x="539" y="556"/>
                    </a:cubicBezTo>
                    <a:cubicBezTo>
                      <a:pt x="541" y="562"/>
                      <a:pt x="537" y="568"/>
                      <a:pt x="531" y="569"/>
                    </a:cubicBezTo>
                    <a:cubicBezTo>
                      <a:pt x="504" y="574"/>
                      <a:pt x="476" y="587"/>
                      <a:pt x="453" y="606"/>
                    </a:cubicBezTo>
                    <a:cubicBezTo>
                      <a:pt x="424" y="630"/>
                      <a:pt x="403" y="661"/>
                      <a:pt x="395" y="694"/>
                    </a:cubicBezTo>
                    <a:cubicBezTo>
                      <a:pt x="386" y="728"/>
                      <a:pt x="392" y="759"/>
                      <a:pt x="411" y="782"/>
                    </a:cubicBezTo>
                    <a:cubicBezTo>
                      <a:pt x="430" y="805"/>
                      <a:pt x="460" y="817"/>
                      <a:pt x="495" y="815"/>
                    </a:cubicBezTo>
                    <a:cubicBezTo>
                      <a:pt x="528" y="814"/>
                      <a:pt x="563" y="800"/>
                      <a:pt x="592" y="776"/>
                    </a:cubicBezTo>
                    <a:cubicBezTo>
                      <a:pt x="641" y="736"/>
                      <a:pt x="664" y="678"/>
                      <a:pt x="650" y="631"/>
                    </a:cubicBezTo>
                    <a:cubicBezTo>
                      <a:pt x="650" y="630"/>
                      <a:pt x="650" y="630"/>
                      <a:pt x="650" y="630"/>
                    </a:cubicBezTo>
                    <a:cubicBezTo>
                      <a:pt x="457" y="9"/>
                      <a:pt x="457" y="9"/>
                      <a:pt x="457" y="9"/>
                    </a:cubicBezTo>
                    <a:cubicBezTo>
                      <a:pt x="456" y="5"/>
                      <a:pt x="453" y="2"/>
                      <a:pt x="450" y="1"/>
                    </a:cubicBezTo>
                    <a:moveTo>
                      <a:pt x="416" y="158"/>
                    </a:moveTo>
                    <a:cubicBezTo>
                      <a:pt x="422" y="178"/>
                      <a:pt x="422" y="178"/>
                      <a:pt x="422" y="178"/>
                    </a:cubicBezTo>
                    <a:cubicBezTo>
                      <a:pt x="423" y="182"/>
                      <a:pt x="422" y="187"/>
                      <a:pt x="418" y="190"/>
                    </a:cubicBezTo>
                    <a:cubicBezTo>
                      <a:pt x="142" y="374"/>
                      <a:pt x="142" y="374"/>
                      <a:pt x="142" y="374"/>
                    </a:cubicBezTo>
                    <a:cubicBezTo>
                      <a:pt x="136" y="378"/>
                      <a:pt x="129" y="375"/>
                      <a:pt x="127" y="368"/>
                    </a:cubicBezTo>
                    <a:cubicBezTo>
                      <a:pt x="120" y="348"/>
                      <a:pt x="120" y="348"/>
                      <a:pt x="120" y="348"/>
                    </a:cubicBezTo>
                    <a:cubicBezTo>
                      <a:pt x="119" y="343"/>
                      <a:pt x="120" y="338"/>
                      <a:pt x="124" y="336"/>
                    </a:cubicBezTo>
                    <a:cubicBezTo>
                      <a:pt x="400" y="153"/>
                      <a:pt x="400" y="153"/>
                      <a:pt x="400" y="153"/>
                    </a:cubicBezTo>
                    <a:cubicBezTo>
                      <a:pt x="406" y="149"/>
                      <a:pt x="414" y="152"/>
                      <a:pt x="416" y="158"/>
                    </a:cubicBezTo>
                  </a:path>
                </a:pathLst>
              </a:custGeom>
              <a:solidFill>
                <a:schemeClr val="accent1">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7" name="任意多边形: 形状 66"/>
              <p:cNvSpPr/>
              <p:nvPr/>
            </p:nvSpPr>
            <p:spPr bwMode="auto">
              <a:xfrm>
                <a:off x="4843481" y="7011824"/>
                <a:ext cx="303213" cy="428625"/>
              </a:xfrm>
              <a:custGeom>
                <a:avLst/>
                <a:gdLst>
                  <a:gd name="T0" fmla="*/ 169 w 206"/>
                  <a:gd name="T1" fmla="*/ 0 h 291"/>
                  <a:gd name="T2" fmla="*/ 0 w 206"/>
                  <a:gd name="T3" fmla="*/ 284 h 291"/>
                  <a:gd name="T4" fmla="*/ 40 w 206"/>
                  <a:gd name="T5" fmla="*/ 291 h 291"/>
                  <a:gd name="T6" fmla="*/ 45 w 206"/>
                  <a:gd name="T7" fmla="*/ 291 h 291"/>
                  <a:gd name="T8" fmla="*/ 46 w 206"/>
                  <a:gd name="T9" fmla="*/ 291 h 291"/>
                  <a:gd name="T10" fmla="*/ 46 w 206"/>
                  <a:gd name="T11" fmla="*/ 291 h 291"/>
                  <a:gd name="T12" fmla="*/ 46 w 206"/>
                  <a:gd name="T13" fmla="*/ 291 h 291"/>
                  <a:gd name="T14" fmla="*/ 46 w 206"/>
                  <a:gd name="T15" fmla="*/ 291 h 291"/>
                  <a:gd name="T16" fmla="*/ 84 w 206"/>
                  <a:gd name="T17" fmla="*/ 285 h 291"/>
                  <a:gd name="T18" fmla="*/ 144 w 206"/>
                  <a:gd name="T19" fmla="*/ 252 h 291"/>
                  <a:gd name="T20" fmla="*/ 206 w 206"/>
                  <a:gd name="T21" fmla="*/ 135 h 291"/>
                  <a:gd name="T22" fmla="*/ 202 w 206"/>
                  <a:gd name="T23" fmla="*/ 108 h 291"/>
                  <a:gd name="T24" fmla="*/ 202 w 206"/>
                  <a:gd name="T25" fmla="*/ 107 h 291"/>
                  <a:gd name="T26" fmla="*/ 169 w 206"/>
                  <a:gd name="T27" fmla="*/ 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6" h="291">
                    <a:moveTo>
                      <a:pt x="169" y="0"/>
                    </a:moveTo>
                    <a:cubicBezTo>
                      <a:pt x="144" y="166"/>
                      <a:pt x="59" y="247"/>
                      <a:pt x="0" y="284"/>
                    </a:cubicBezTo>
                    <a:cubicBezTo>
                      <a:pt x="12" y="289"/>
                      <a:pt x="26" y="291"/>
                      <a:pt x="40" y="291"/>
                    </a:cubicBezTo>
                    <a:cubicBezTo>
                      <a:pt x="42" y="291"/>
                      <a:pt x="44" y="291"/>
                      <a:pt x="45" y="291"/>
                    </a:cubicBezTo>
                    <a:cubicBezTo>
                      <a:pt x="45" y="291"/>
                      <a:pt x="45" y="291"/>
                      <a:pt x="46" y="291"/>
                    </a:cubicBezTo>
                    <a:cubicBezTo>
                      <a:pt x="46" y="291"/>
                      <a:pt x="46" y="291"/>
                      <a:pt x="46" y="291"/>
                    </a:cubicBezTo>
                    <a:cubicBezTo>
                      <a:pt x="46" y="291"/>
                      <a:pt x="46" y="291"/>
                      <a:pt x="46" y="291"/>
                    </a:cubicBezTo>
                    <a:cubicBezTo>
                      <a:pt x="46" y="291"/>
                      <a:pt x="46" y="291"/>
                      <a:pt x="46" y="291"/>
                    </a:cubicBezTo>
                    <a:cubicBezTo>
                      <a:pt x="59" y="291"/>
                      <a:pt x="71" y="288"/>
                      <a:pt x="84" y="285"/>
                    </a:cubicBezTo>
                    <a:cubicBezTo>
                      <a:pt x="105" y="278"/>
                      <a:pt x="125" y="267"/>
                      <a:pt x="144" y="252"/>
                    </a:cubicBezTo>
                    <a:cubicBezTo>
                      <a:pt x="183" y="220"/>
                      <a:pt x="206" y="176"/>
                      <a:pt x="206" y="135"/>
                    </a:cubicBezTo>
                    <a:cubicBezTo>
                      <a:pt x="206" y="126"/>
                      <a:pt x="204" y="117"/>
                      <a:pt x="202" y="108"/>
                    </a:cubicBezTo>
                    <a:cubicBezTo>
                      <a:pt x="202" y="107"/>
                      <a:pt x="202" y="107"/>
                      <a:pt x="202" y="107"/>
                    </a:cubicBezTo>
                    <a:cubicBezTo>
                      <a:pt x="169" y="0"/>
                      <a:pt x="169" y="0"/>
                      <a:pt x="169" y="0"/>
                    </a:cubicBezTo>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8" name="任意多边形: 形状 67"/>
              <p:cNvSpPr/>
              <p:nvPr/>
            </p:nvSpPr>
            <p:spPr bwMode="auto">
              <a:xfrm>
                <a:off x="5391168" y="6716549"/>
                <a:ext cx="304800" cy="400050"/>
              </a:xfrm>
              <a:custGeom>
                <a:avLst/>
                <a:gdLst>
                  <a:gd name="T0" fmla="*/ 176 w 207"/>
                  <a:gd name="T1" fmla="*/ 0 h 271"/>
                  <a:gd name="T2" fmla="*/ 0 w 207"/>
                  <a:gd name="T3" fmla="*/ 263 h 271"/>
                  <a:gd name="T4" fmla="*/ 41 w 207"/>
                  <a:gd name="T5" fmla="*/ 271 h 271"/>
                  <a:gd name="T6" fmla="*/ 48 w 207"/>
                  <a:gd name="T7" fmla="*/ 270 h 271"/>
                  <a:gd name="T8" fmla="*/ 145 w 207"/>
                  <a:gd name="T9" fmla="*/ 231 h 271"/>
                  <a:gd name="T10" fmla="*/ 207 w 207"/>
                  <a:gd name="T11" fmla="*/ 114 h 271"/>
                  <a:gd name="T12" fmla="*/ 207 w 207"/>
                  <a:gd name="T13" fmla="*/ 112 h 271"/>
                  <a:gd name="T14" fmla="*/ 203 w 207"/>
                  <a:gd name="T15" fmla="*/ 86 h 271"/>
                  <a:gd name="T16" fmla="*/ 203 w 207"/>
                  <a:gd name="T17" fmla="*/ 85 h 271"/>
                  <a:gd name="T18" fmla="*/ 180 w 207"/>
                  <a:gd name="T19" fmla="*/ 13 h 271"/>
                  <a:gd name="T20" fmla="*/ 178 w 207"/>
                  <a:gd name="T21" fmla="*/ 5 h 271"/>
                  <a:gd name="T22" fmla="*/ 176 w 207"/>
                  <a:gd name="T23"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271">
                    <a:moveTo>
                      <a:pt x="176" y="0"/>
                    </a:moveTo>
                    <a:cubicBezTo>
                      <a:pt x="144" y="159"/>
                      <a:pt x="54" y="232"/>
                      <a:pt x="0" y="263"/>
                    </a:cubicBezTo>
                    <a:cubicBezTo>
                      <a:pt x="12" y="268"/>
                      <a:pt x="26" y="271"/>
                      <a:pt x="41" y="271"/>
                    </a:cubicBezTo>
                    <a:cubicBezTo>
                      <a:pt x="44" y="271"/>
                      <a:pt x="46" y="271"/>
                      <a:pt x="48" y="270"/>
                    </a:cubicBezTo>
                    <a:cubicBezTo>
                      <a:pt x="81" y="269"/>
                      <a:pt x="116" y="255"/>
                      <a:pt x="145" y="231"/>
                    </a:cubicBezTo>
                    <a:cubicBezTo>
                      <a:pt x="184" y="199"/>
                      <a:pt x="207" y="155"/>
                      <a:pt x="207" y="114"/>
                    </a:cubicBezTo>
                    <a:cubicBezTo>
                      <a:pt x="207" y="114"/>
                      <a:pt x="207" y="113"/>
                      <a:pt x="207" y="112"/>
                    </a:cubicBezTo>
                    <a:cubicBezTo>
                      <a:pt x="207" y="103"/>
                      <a:pt x="205" y="94"/>
                      <a:pt x="203" y="86"/>
                    </a:cubicBezTo>
                    <a:cubicBezTo>
                      <a:pt x="203" y="85"/>
                      <a:pt x="203" y="85"/>
                      <a:pt x="203" y="85"/>
                    </a:cubicBezTo>
                    <a:cubicBezTo>
                      <a:pt x="180" y="13"/>
                      <a:pt x="180" y="13"/>
                      <a:pt x="180" y="13"/>
                    </a:cubicBezTo>
                    <a:cubicBezTo>
                      <a:pt x="178" y="5"/>
                      <a:pt x="178" y="5"/>
                      <a:pt x="178" y="5"/>
                    </a:cubicBezTo>
                    <a:cubicBezTo>
                      <a:pt x="176" y="0"/>
                      <a:pt x="176" y="0"/>
                      <a:pt x="176" y="0"/>
                    </a:cubicBezTo>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69" name="组合 68"/>
            <p:cNvGrpSpPr/>
            <p:nvPr userDrawn="1"/>
          </p:nvGrpSpPr>
          <p:grpSpPr>
            <a:xfrm rot="21095048">
              <a:off x="3899540" y="1871029"/>
              <a:ext cx="275123" cy="616655"/>
              <a:chOff x="7258068" y="6646699"/>
              <a:chExt cx="460375" cy="1031875"/>
            </a:xfrm>
          </p:grpSpPr>
          <p:sp>
            <p:nvSpPr>
              <p:cNvPr id="70" name="任意多边形: 形状 69"/>
              <p:cNvSpPr/>
              <p:nvPr/>
            </p:nvSpPr>
            <p:spPr bwMode="auto">
              <a:xfrm>
                <a:off x="7258068" y="6646699"/>
                <a:ext cx="460375" cy="1031875"/>
              </a:xfrm>
              <a:custGeom>
                <a:avLst/>
                <a:gdLst>
                  <a:gd name="T0" fmla="*/ 303 w 313"/>
                  <a:gd name="T1" fmla="*/ 5 h 701"/>
                  <a:gd name="T2" fmla="*/ 246 w 313"/>
                  <a:gd name="T3" fmla="*/ 0 h 701"/>
                  <a:gd name="T4" fmla="*/ 235 w 313"/>
                  <a:gd name="T5" fmla="*/ 10 h 701"/>
                  <a:gd name="T6" fmla="*/ 198 w 313"/>
                  <a:gd name="T7" fmla="*/ 479 h 701"/>
                  <a:gd name="T8" fmla="*/ 183 w 313"/>
                  <a:gd name="T9" fmla="*/ 490 h 701"/>
                  <a:gd name="T10" fmla="*/ 105 w 313"/>
                  <a:gd name="T11" fmla="*/ 496 h 701"/>
                  <a:gd name="T12" fmla="*/ 25 w 313"/>
                  <a:gd name="T13" fmla="*/ 552 h 701"/>
                  <a:gd name="T14" fmla="*/ 8 w 313"/>
                  <a:gd name="T15" fmla="*/ 635 h 701"/>
                  <a:gd name="T16" fmla="*/ 104 w 313"/>
                  <a:gd name="T17" fmla="*/ 700 h 701"/>
                  <a:gd name="T18" fmla="*/ 168 w 313"/>
                  <a:gd name="T19" fmla="*/ 692 h 701"/>
                  <a:gd name="T20" fmla="*/ 268 w 313"/>
                  <a:gd name="T21" fmla="*/ 587 h 701"/>
                  <a:gd name="T22" fmla="*/ 268 w 313"/>
                  <a:gd name="T23" fmla="*/ 586 h 701"/>
                  <a:gd name="T24" fmla="*/ 313 w 313"/>
                  <a:gd name="T25" fmla="*/ 16 h 701"/>
                  <a:gd name="T26" fmla="*/ 303 w 313"/>
                  <a:gd name="T27" fmla="*/ 5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3" h="701">
                    <a:moveTo>
                      <a:pt x="303" y="5"/>
                    </a:moveTo>
                    <a:cubicBezTo>
                      <a:pt x="246" y="0"/>
                      <a:pt x="246" y="0"/>
                      <a:pt x="246" y="0"/>
                    </a:cubicBezTo>
                    <a:cubicBezTo>
                      <a:pt x="240" y="0"/>
                      <a:pt x="235" y="4"/>
                      <a:pt x="235" y="10"/>
                    </a:cubicBezTo>
                    <a:cubicBezTo>
                      <a:pt x="198" y="479"/>
                      <a:pt x="198" y="479"/>
                      <a:pt x="198" y="479"/>
                    </a:cubicBezTo>
                    <a:cubicBezTo>
                      <a:pt x="198" y="486"/>
                      <a:pt x="191" y="492"/>
                      <a:pt x="183" y="490"/>
                    </a:cubicBezTo>
                    <a:cubicBezTo>
                      <a:pt x="159" y="486"/>
                      <a:pt x="131" y="488"/>
                      <a:pt x="105" y="496"/>
                    </a:cubicBezTo>
                    <a:cubicBezTo>
                      <a:pt x="72" y="507"/>
                      <a:pt x="43" y="527"/>
                      <a:pt x="25" y="552"/>
                    </a:cubicBezTo>
                    <a:cubicBezTo>
                      <a:pt x="6" y="579"/>
                      <a:pt x="0" y="608"/>
                      <a:pt x="8" y="635"/>
                    </a:cubicBezTo>
                    <a:cubicBezTo>
                      <a:pt x="20" y="672"/>
                      <a:pt x="59" y="696"/>
                      <a:pt x="104" y="700"/>
                    </a:cubicBezTo>
                    <a:cubicBezTo>
                      <a:pt x="125" y="701"/>
                      <a:pt x="146" y="699"/>
                      <a:pt x="168" y="692"/>
                    </a:cubicBezTo>
                    <a:cubicBezTo>
                      <a:pt x="223" y="674"/>
                      <a:pt x="263" y="632"/>
                      <a:pt x="268" y="587"/>
                    </a:cubicBezTo>
                    <a:cubicBezTo>
                      <a:pt x="268" y="586"/>
                      <a:pt x="268" y="586"/>
                      <a:pt x="268" y="586"/>
                    </a:cubicBezTo>
                    <a:cubicBezTo>
                      <a:pt x="313" y="16"/>
                      <a:pt x="313" y="16"/>
                      <a:pt x="313" y="16"/>
                    </a:cubicBezTo>
                    <a:cubicBezTo>
                      <a:pt x="313" y="10"/>
                      <a:pt x="309" y="5"/>
                      <a:pt x="303" y="5"/>
                    </a:cubicBezTo>
                  </a:path>
                </a:pathLst>
              </a:custGeom>
              <a:solidFill>
                <a:schemeClr val="accent1">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1" name="任意多边形: 形状 70"/>
              <p:cNvSpPr/>
              <p:nvPr/>
            </p:nvSpPr>
            <p:spPr bwMode="auto">
              <a:xfrm>
                <a:off x="7310456" y="7407112"/>
                <a:ext cx="350838" cy="269875"/>
              </a:xfrm>
              <a:custGeom>
                <a:avLst/>
                <a:gdLst>
                  <a:gd name="T0" fmla="*/ 238 w 238"/>
                  <a:gd name="T1" fmla="*/ 0 h 183"/>
                  <a:gd name="T2" fmla="*/ 0 w 238"/>
                  <a:gd name="T3" fmla="*/ 157 h 183"/>
                  <a:gd name="T4" fmla="*/ 66 w 238"/>
                  <a:gd name="T5" fmla="*/ 182 h 183"/>
                  <a:gd name="T6" fmla="*/ 66 w 238"/>
                  <a:gd name="T7" fmla="*/ 182 h 183"/>
                  <a:gd name="T8" fmla="*/ 66 w 238"/>
                  <a:gd name="T9" fmla="*/ 182 h 183"/>
                  <a:gd name="T10" fmla="*/ 66 w 238"/>
                  <a:gd name="T11" fmla="*/ 182 h 183"/>
                  <a:gd name="T12" fmla="*/ 67 w 238"/>
                  <a:gd name="T13" fmla="*/ 182 h 183"/>
                  <a:gd name="T14" fmla="*/ 67 w 238"/>
                  <a:gd name="T15" fmla="*/ 182 h 183"/>
                  <a:gd name="T16" fmla="*/ 67 w 238"/>
                  <a:gd name="T17" fmla="*/ 182 h 183"/>
                  <a:gd name="T18" fmla="*/ 67 w 238"/>
                  <a:gd name="T19" fmla="*/ 182 h 183"/>
                  <a:gd name="T20" fmla="*/ 67 w 238"/>
                  <a:gd name="T21" fmla="*/ 182 h 183"/>
                  <a:gd name="T22" fmla="*/ 67 w 238"/>
                  <a:gd name="T23" fmla="*/ 182 h 183"/>
                  <a:gd name="T24" fmla="*/ 67 w 238"/>
                  <a:gd name="T25" fmla="*/ 182 h 183"/>
                  <a:gd name="T26" fmla="*/ 68 w 238"/>
                  <a:gd name="T27" fmla="*/ 183 h 183"/>
                  <a:gd name="T28" fmla="*/ 68 w 238"/>
                  <a:gd name="T29" fmla="*/ 183 h 183"/>
                  <a:gd name="T30" fmla="*/ 68 w 238"/>
                  <a:gd name="T31" fmla="*/ 183 h 183"/>
                  <a:gd name="T32" fmla="*/ 68 w 238"/>
                  <a:gd name="T33" fmla="*/ 183 h 183"/>
                  <a:gd name="T34" fmla="*/ 68 w 238"/>
                  <a:gd name="T35" fmla="*/ 183 h 183"/>
                  <a:gd name="T36" fmla="*/ 68 w 238"/>
                  <a:gd name="T37" fmla="*/ 183 h 183"/>
                  <a:gd name="T38" fmla="*/ 80 w 238"/>
                  <a:gd name="T39" fmla="*/ 183 h 183"/>
                  <a:gd name="T40" fmla="*/ 132 w 238"/>
                  <a:gd name="T41" fmla="*/ 175 h 183"/>
                  <a:gd name="T42" fmla="*/ 232 w 238"/>
                  <a:gd name="T43" fmla="*/ 70 h 183"/>
                  <a:gd name="T44" fmla="*/ 232 w 238"/>
                  <a:gd name="T45" fmla="*/ 69 h 183"/>
                  <a:gd name="T46" fmla="*/ 238 w 238"/>
                  <a:gd name="T4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8" h="183">
                    <a:moveTo>
                      <a:pt x="238" y="0"/>
                    </a:moveTo>
                    <a:cubicBezTo>
                      <a:pt x="156" y="118"/>
                      <a:pt x="57" y="150"/>
                      <a:pt x="0" y="157"/>
                    </a:cubicBezTo>
                    <a:cubicBezTo>
                      <a:pt x="17" y="171"/>
                      <a:pt x="40" y="180"/>
                      <a:pt x="66" y="182"/>
                    </a:cubicBezTo>
                    <a:cubicBezTo>
                      <a:pt x="66" y="182"/>
                      <a:pt x="66" y="182"/>
                      <a:pt x="66" y="182"/>
                    </a:cubicBezTo>
                    <a:cubicBezTo>
                      <a:pt x="66" y="182"/>
                      <a:pt x="66" y="182"/>
                      <a:pt x="66" y="182"/>
                    </a:cubicBezTo>
                    <a:cubicBezTo>
                      <a:pt x="66" y="182"/>
                      <a:pt x="66" y="182"/>
                      <a:pt x="66" y="182"/>
                    </a:cubicBezTo>
                    <a:cubicBezTo>
                      <a:pt x="66" y="182"/>
                      <a:pt x="66" y="182"/>
                      <a:pt x="67" y="182"/>
                    </a:cubicBezTo>
                    <a:cubicBezTo>
                      <a:pt x="67" y="182"/>
                      <a:pt x="67" y="182"/>
                      <a:pt x="67" y="182"/>
                    </a:cubicBezTo>
                    <a:cubicBezTo>
                      <a:pt x="67" y="182"/>
                      <a:pt x="67" y="182"/>
                      <a:pt x="67" y="182"/>
                    </a:cubicBezTo>
                    <a:cubicBezTo>
                      <a:pt x="67" y="182"/>
                      <a:pt x="67" y="182"/>
                      <a:pt x="67" y="182"/>
                    </a:cubicBezTo>
                    <a:cubicBezTo>
                      <a:pt x="67" y="182"/>
                      <a:pt x="67" y="182"/>
                      <a:pt x="67" y="182"/>
                    </a:cubicBezTo>
                    <a:cubicBezTo>
                      <a:pt x="67" y="182"/>
                      <a:pt x="67" y="182"/>
                      <a:pt x="67" y="182"/>
                    </a:cubicBezTo>
                    <a:cubicBezTo>
                      <a:pt x="67" y="182"/>
                      <a:pt x="67" y="182"/>
                      <a:pt x="67" y="182"/>
                    </a:cubicBezTo>
                    <a:cubicBezTo>
                      <a:pt x="67" y="182"/>
                      <a:pt x="67" y="183"/>
                      <a:pt x="68" y="183"/>
                    </a:cubicBezTo>
                    <a:cubicBezTo>
                      <a:pt x="68" y="183"/>
                      <a:pt x="68" y="183"/>
                      <a:pt x="68" y="183"/>
                    </a:cubicBezTo>
                    <a:cubicBezTo>
                      <a:pt x="68" y="183"/>
                      <a:pt x="68" y="183"/>
                      <a:pt x="68" y="183"/>
                    </a:cubicBezTo>
                    <a:cubicBezTo>
                      <a:pt x="68" y="183"/>
                      <a:pt x="68" y="183"/>
                      <a:pt x="68" y="183"/>
                    </a:cubicBezTo>
                    <a:cubicBezTo>
                      <a:pt x="68" y="183"/>
                      <a:pt x="68" y="183"/>
                      <a:pt x="68" y="183"/>
                    </a:cubicBezTo>
                    <a:cubicBezTo>
                      <a:pt x="68" y="183"/>
                      <a:pt x="68" y="183"/>
                      <a:pt x="68" y="183"/>
                    </a:cubicBezTo>
                    <a:cubicBezTo>
                      <a:pt x="72" y="183"/>
                      <a:pt x="76" y="183"/>
                      <a:pt x="80" y="183"/>
                    </a:cubicBezTo>
                    <a:cubicBezTo>
                      <a:pt x="97" y="183"/>
                      <a:pt x="115" y="180"/>
                      <a:pt x="132" y="175"/>
                    </a:cubicBezTo>
                    <a:cubicBezTo>
                      <a:pt x="187" y="157"/>
                      <a:pt x="227" y="115"/>
                      <a:pt x="232" y="70"/>
                    </a:cubicBezTo>
                    <a:cubicBezTo>
                      <a:pt x="232" y="69"/>
                      <a:pt x="232" y="69"/>
                      <a:pt x="232" y="69"/>
                    </a:cubicBezTo>
                    <a:cubicBezTo>
                      <a:pt x="238" y="0"/>
                      <a:pt x="238" y="0"/>
                      <a:pt x="238" y="0"/>
                    </a:cubicBezTo>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t>‹#›</a:t>
            </a:fld>
            <a:endParaRPr lang="zh-CN" altLang="en-US"/>
          </a:p>
        </p:txBody>
      </p:sp>
      <p:sp>
        <p:nvSpPr>
          <p:cNvPr id="6" name="标题 5"/>
          <p:cNvSpPr>
            <a:spLocks noGrp="1"/>
          </p:cNvSpPr>
          <p:nvPr>
            <p:ph type="title"/>
          </p:nvPr>
        </p:nvSpPr>
        <p:spPr/>
        <p:txBody>
          <a:bodyPr/>
          <a:lstStyle>
            <a:lvl1pPr>
              <a:defRPr/>
            </a:lvl1pPr>
          </a:lstStyle>
          <a:p>
            <a:r>
              <a:rPr lang="en-US" altLang="zh-CN" dirty="0"/>
              <a:t>Click to edit Master title style</a:t>
            </a:r>
            <a:endParaRPr lang="zh-CN" altLang="en-US" dirty="0"/>
          </a:p>
        </p:txBody>
      </p:sp>
      <p:sp>
        <p:nvSpPr>
          <p:cNvPr id="8" name="内容占位符 7"/>
          <p:cNvSpPr>
            <a:spLocks noGrp="1"/>
          </p:cNvSpPr>
          <p:nvPr>
            <p:ph sz="quarter" idx="13"/>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13" name="标题 12"/>
          <p:cNvSpPr>
            <a:spLocks noGrp="1"/>
          </p:cNvSpPr>
          <p:nvPr userDrawn="1">
            <p:ph type="ctrTitle" hasCustomPrompt="1"/>
          </p:nvPr>
        </p:nvSpPr>
        <p:spPr>
          <a:xfrm>
            <a:off x="5520068" y="1864101"/>
            <a:ext cx="5823340" cy="2170870"/>
          </a:xfrm>
        </p:spPr>
        <p:txBody>
          <a:bodyPr anchor="b">
            <a:normAutofit/>
          </a:bodyPr>
          <a:lstStyle>
            <a:lvl1pPr marL="0" indent="0" algn="l">
              <a:buFont typeface="Arial" panose="020B0604020202090204" pitchFamily="34" charset="0"/>
              <a:buNone/>
              <a:defRPr sz="3200">
                <a:solidFill>
                  <a:schemeClr val="tx1"/>
                </a:solidFill>
              </a:defRPr>
            </a:lvl1pPr>
          </a:lstStyle>
          <a:p>
            <a:r>
              <a:rPr lang="en-US" altLang="zh-CN" dirty="0"/>
              <a:t>Conclusion</a:t>
            </a:r>
            <a:endParaRPr lang="zh-CN" altLang="en-US" dirty="0"/>
          </a:p>
        </p:txBody>
      </p:sp>
      <p:sp>
        <p:nvSpPr>
          <p:cNvPr id="15" name="文本占位符 14"/>
          <p:cNvSpPr>
            <a:spLocks noGrp="1"/>
          </p:cNvSpPr>
          <p:nvPr userDrawn="1">
            <p:ph type="body" sz="quarter" idx="18" hasCustomPrompt="1"/>
          </p:nvPr>
        </p:nvSpPr>
        <p:spPr>
          <a:xfrm>
            <a:off x="5520068" y="4995837"/>
            <a:ext cx="5823340" cy="310871"/>
          </a:xfrm>
        </p:spPr>
        <p:txBody>
          <a:bodyPr vert="horz" lIns="91440" tIns="45720" rIns="91440" bIns="45720" rtlCol="0">
            <a:normAutofit/>
          </a:bodyPr>
          <a:lstStyle>
            <a:lvl1pPr marL="0" indent="0" algn="l">
              <a:buNone/>
              <a:defRPr lang="zh-CN" altLang="en-US" sz="14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p>
        </p:txBody>
      </p:sp>
      <p:sp>
        <p:nvSpPr>
          <p:cNvPr id="6" name="文本占位符 5"/>
          <p:cNvSpPr>
            <a:spLocks noGrp="1"/>
          </p:cNvSpPr>
          <p:nvPr>
            <p:ph type="body" sz="quarter" idx="10" hasCustomPrompt="1"/>
          </p:nvPr>
        </p:nvSpPr>
        <p:spPr>
          <a:xfrm>
            <a:off x="5520070" y="4699566"/>
            <a:ext cx="5823340" cy="296271"/>
          </a:xfrm>
        </p:spPr>
        <p:txBody>
          <a:bodyPr vert="horz" anchor="ctr">
            <a:noAutofit/>
          </a:bodyPr>
          <a:lstStyle>
            <a:lvl1pPr marL="0" indent="0" algn="l">
              <a:buNone/>
              <a:defRPr sz="14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grpSp>
        <p:nvGrpSpPr>
          <p:cNvPr id="35" name="组合 34"/>
          <p:cNvGrpSpPr/>
          <p:nvPr userDrawn="1"/>
        </p:nvGrpSpPr>
        <p:grpSpPr>
          <a:xfrm flipH="1">
            <a:off x="0" y="-5316"/>
            <a:ext cx="5679972" cy="5825944"/>
            <a:chOff x="6355080" y="-5715"/>
            <a:chExt cx="5855970" cy="6006465"/>
          </a:xfrm>
        </p:grpSpPr>
        <p:sp>
          <p:nvSpPr>
            <p:cNvPr id="36" name="任意多边形: 形状 35"/>
            <p:cNvSpPr/>
            <p:nvPr/>
          </p:nvSpPr>
          <p:spPr>
            <a:xfrm>
              <a:off x="6355080" y="-5715"/>
              <a:ext cx="5855970" cy="6006465"/>
            </a:xfrm>
            <a:custGeom>
              <a:avLst/>
              <a:gdLst>
                <a:gd name="connsiteX0" fmla="*/ 25 w 10158"/>
                <a:gd name="connsiteY0" fmla="*/ 0 h 11117"/>
                <a:gd name="connsiteX1" fmla="*/ 10135 w 10158"/>
                <a:gd name="connsiteY1" fmla="*/ 0 h 11117"/>
                <a:gd name="connsiteX2" fmla="*/ 10159 w 10158"/>
                <a:gd name="connsiteY2" fmla="*/ 9060 h 11117"/>
                <a:gd name="connsiteX3" fmla="*/ 7387 w 10158"/>
                <a:gd name="connsiteY3" fmla="*/ 9197 h 11117"/>
                <a:gd name="connsiteX4" fmla="*/ 4327 w 10158"/>
                <a:gd name="connsiteY4" fmla="*/ 11117 h 11117"/>
                <a:gd name="connsiteX5" fmla="*/ 1914 w 10158"/>
                <a:gd name="connsiteY5" fmla="*/ 8357 h 11117"/>
                <a:gd name="connsiteX6" fmla="*/ 3397 w 10158"/>
                <a:gd name="connsiteY6" fmla="*/ 5057 h 11117"/>
                <a:gd name="connsiteX7" fmla="*/ 715 w 10158"/>
                <a:gd name="connsiteY7" fmla="*/ 2747 h 11117"/>
                <a:gd name="connsiteX8" fmla="*/ 25 w 10158"/>
                <a:gd name="connsiteY8" fmla="*/ 0 h 1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159" h="11118">
                  <a:moveTo>
                    <a:pt x="25" y="0"/>
                  </a:moveTo>
                  <a:lnTo>
                    <a:pt x="10135" y="0"/>
                  </a:lnTo>
                  <a:lnTo>
                    <a:pt x="10159" y="9060"/>
                  </a:lnTo>
                  <a:cubicBezTo>
                    <a:pt x="9259" y="9110"/>
                    <a:pt x="8725" y="8327"/>
                    <a:pt x="7387" y="9197"/>
                  </a:cubicBezTo>
                  <a:cubicBezTo>
                    <a:pt x="6049" y="10067"/>
                    <a:pt x="6109" y="11147"/>
                    <a:pt x="4327" y="11117"/>
                  </a:cubicBezTo>
                  <a:cubicBezTo>
                    <a:pt x="2545" y="11087"/>
                    <a:pt x="1763" y="9707"/>
                    <a:pt x="1914" y="8357"/>
                  </a:cubicBezTo>
                  <a:cubicBezTo>
                    <a:pt x="2065" y="7007"/>
                    <a:pt x="3830" y="6047"/>
                    <a:pt x="3397" y="5057"/>
                  </a:cubicBezTo>
                  <a:cubicBezTo>
                    <a:pt x="2964" y="4067"/>
                    <a:pt x="1441" y="3509"/>
                    <a:pt x="715" y="2747"/>
                  </a:cubicBezTo>
                  <a:cubicBezTo>
                    <a:pt x="-11" y="1985"/>
                    <a:pt x="-45" y="359"/>
                    <a:pt x="25" y="0"/>
                  </a:cubicBezTo>
                  <a:close/>
                </a:path>
              </a:pathLst>
            </a:custGeom>
            <a:solidFill>
              <a:schemeClr val="bg1">
                <a:lumMod val="95000"/>
              </a:schemeClr>
            </a:solidFill>
            <a:ln>
              <a:noFill/>
            </a:ln>
            <a:effectLst>
              <a:outerShdw blurRad="381000" dist="38100" dir="18900000" algn="bl"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solidFill>
                <a:sym typeface="+mn-ea"/>
              </a:endParaRPr>
            </a:p>
          </p:txBody>
        </p:sp>
        <p:sp>
          <p:nvSpPr>
            <p:cNvPr id="37" name="任意多边形: 形状 36"/>
            <p:cNvSpPr/>
            <p:nvPr/>
          </p:nvSpPr>
          <p:spPr>
            <a:xfrm>
              <a:off x="6795421" y="-5715"/>
              <a:ext cx="5415629" cy="5550079"/>
            </a:xfrm>
            <a:custGeom>
              <a:avLst/>
              <a:gdLst>
                <a:gd name="connsiteX0" fmla="*/ 25 w 10158"/>
                <a:gd name="connsiteY0" fmla="*/ 0 h 11117"/>
                <a:gd name="connsiteX1" fmla="*/ 10135 w 10158"/>
                <a:gd name="connsiteY1" fmla="*/ 0 h 11117"/>
                <a:gd name="connsiteX2" fmla="*/ 10159 w 10158"/>
                <a:gd name="connsiteY2" fmla="*/ 9060 h 11117"/>
                <a:gd name="connsiteX3" fmla="*/ 7387 w 10158"/>
                <a:gd name="connsiteY3" fmla="*/ 9197 h 11117"/>
                <a:gd name="connsiteX4" fmla="*/ 4327 w 10158"/>
                <a:gd name="connsiteY4" fmla="*/ 11117 h 11117"/>
                <a:gd name="connsiteX5" fmla="*/ 1914 w 10158"/>
                <a:gd name="connsiteY5" fmla="*/ 8357 h 11117"/>
                <a:gd name="connsiteX6" fmla="*/ 3397 w 10158"/>
                <a:gd name="connsiteY6" fmla="*/ 5057 h 11117"/>
                <a:gd name="connsiteX7" fmla="*/ 715 w 10158"/>
                <a:gd name="connsiteY7" fmla="*/ 2747 h 11117"/>
                <a:gd name="connsiteX8" fmla="*/ 25 w 10158"/>
                <a:gd name="connsiteY8" fmla="*/ 0 h 11117"/>
                <a:gd name="connsiteX0-1" fmla="*/ 25 w 10159"/>
                <a:gd name="connsiteY0-2" fmla="*/ 0 h 11122"/>
                <a:gd name="connsiteX1-3" fmla="*/ 10135 w 10159"/>
                <a:gd name="connsiteY1-4" fmla="*/ 0 h 11122"/>
                <a:gd name="connsiteX2-5" fmla="*/ 10159 w 10159"/>
                <a:gd name="connsiteY2-6" fmla="*/ 9060 h 11122"/>
                <a:gd name="connsiteX3-7" fmla="*/ 7387 w 10159"/>
                <a:gd name="connsiteY3-8" fmla="*/ 9197 h 11122"/>
                <a:gd name="connsiteX4-9" fmla="*/ 4327 w 10159"/>
                <a:gd name="connsiteY4-10" fmla="*/ 11117 h 11122"/>
                <a:gd name="connsiteX5-11" fmla="*/ 2149 w 10159"/>
                <a:gd name="connsiteY5-12" fmla="*/ 8615 h 11122"/>
                <a:gd name="connsiteX6-13" fmla="*/ 3397 w 10159"/>
                <a:gd name="connsiteY6-14" fmla="*/ 5057 h 11122"/>
                <a:gd name="connsiteX7-15" fmla="*/ 715 w 10159"/>
                <a:gd name="connsiteY7-16" fmla="*/ 2747 h 11122"/>
                <a:gd name="connsiteX8-17" fmla="*/ 25 w 10159"/>
                <a:gd name="connsiteY8-18" fmla="*/ 0 h 11122"/>
                <a:gd name="connsiteX0-19" fmla="*/ 25 w 10159"/>
                <a:gd name="connsiteY0-20" fmla="*/ 0 h 11122"/>
                <a:gd name="connsiteX1-21" fmla="*/ 10135 w 10159"/>
                <a:gd name="connsiteY1-22" fmla="*/ 0 h 11122"/>
                <a:gd name="connsiteX2-23" fmla="*/ 10159 w 10159"/>
                <a:gd name="connsiteY2-24" fmla="*/ 9060 h 11122"/>
                <a:gd name="connsiteX3-25" fmla="*/ 7387 w 10159"/>
                <a:gd name="connsiteY3-26" fmla="*/ 9197 h 11122"/>
                <a:gd name="connsiteX4-27" fmla="*/ 4327 w 10159"/>
                <a:gd name="connsiteY4-28" fmla="*/ 11117 h 11122"/>
                <a:gd name="connsiteX5-29" fmla="*/ 2149 w 10159"/>
                <a:gd name="connsiteY5-30" fmla="*/ 8615 h 11122"/>
                <a:gd name="connsiteX6-31" fmla="*/ 3397 w 10159"/>
                <a:gd name="connsiteY6-32" fmla="*/ 5057 h 11122"/>
                <a:gd name="connsiteX7-33" fmla="*/ 715 w 10159"/>
                <a:gd name="connsiteY7-34" fmla="*/ 2747 h 11122"/>
                <a:gd name="connsiteX8-35" fmla="*/ 25 w 10159"/>
                <a:gd name="connsiteY8-36" fmla="*/ 0 h 11122"/>
                <a:gd name="connsiteX0-37" fmla="*/ 25 w 10159"/>
                <a:gd name="connsiteY0-38" fmla="*/ 0 h 11267"/>
                <a:gd name="connsiteX1-39" fmla="*/ 10135 w 10159"/>
                <a:gd name="connsiteY1-40" fmla="*/ 0 h 11267"/>
                <a:gd name="connsiteX2-41" fmla="*/ 10159 w 10159"/>
                <a:gd name="connsiteY2-42" fmla="*/ 9060 h 11267"/>
                <a:gd name="connsiteX3-43" fmla="*/ 7387 w 10159"/>
                <a:gd name="connsiteY3-44" fmla="*/ 9197 h 11267"/>
                <a:gd name="connsiteX4-45" fmla="*/ 4327 w 10159"/>
                <a:gd name="connsiteY4-46" fmla="*/ 11117 h 11267"/>
                <a:gd name="connsiteX5-47" fmla="*/ 2787 w 10159"/>
                <a:gd name="connsiteY5-48" fmla="*/ 10861 h 11267"/>
                <a:gd name="connsiteX6-49" fmla="*/ 2149 w 10159"/>
                <a:gd name="connsiteY6-50" fmla="*/ 8615 h 11267"/>
                <a:gd name="connsiteX7-51" fmla="*/ 3397 w 10159"/>
                <a:gd name="connsiteY7-52" fmla="*/ 5057 h 11267"/>
                <a:gd name="connsiteX8-53" fmla="*/ 715 w 10159"/>
                <a:gd name="connsiteY8-54" fmla="*/ 2747 h 11267"/>
                <a:gd name="connsiteX9" fmla="*/ 25 w 10159"/>
                <a:gd name="connsiteY9" fmla="*/ 0 h 11267"/>
                <a:gd name="connsiteX0-55" fmla="*/ 25 w 10159"/>
                <a:gd name="connsiteY0-56" fmla="*/ 0 h 11416"/>
                <a:gd name="connsiteX1-57" fmla="*/ 10135 w 10159"/>
                <a:gd name="connsiteY1-58" fmla="*/ 0 h 11416"/>
                <a:gd name="connsiteX2-59" fmla="*/ 10159 w 10159"/>
                <a:gd name="connsiteY2-60" fmla="*/ 9060 h 11416"/>
                <a:gd name="connsiteX3-61" fmla="*/ 7387 w 10159"/>
                <a:gd name="connsiteY3-62" fmla="*/ 9197 h 11416"/>
                <a:gd name="connsiteX4-63" fmla="*/ 4362 w 10159"/>
                <a:gd name="connsiteY4-64" fmla="*/ 11311 h 11416"/>
                <a:gd name="connsiteX5-65" fmla="*/ 2787 w 10159"/>
                <a:gd name="connsiteY5-66" fmla="*/ 10861 h 11416"/>
                <a:gd name="connsiteX6-67" fmla="*/ 2149 w 10159"/>
                <a:gd name="connsiteY6-68" fmla="*/ 8615 h 11416"/>
                <a:gd name="connsiteX7-69" fmla="*/ 3397 w 10159"/>
                <a:gd name="connsiteY7-70" fmla="*/ 5057 h 11416"/>
                <a:gd name="connsiteX8-71" fmla="*/ 715 w 10159"/>
                <a:gd name="connsiteY8-72" fmla="*/ 2747 h 11416"/>
                <a:gd name="connsiteX9-73" fmla="*/ 25 w 10159"/>
                <a:gd name="connsiteY9-74" fmla="*/ 0 h 11416"/>
                <a:gd name="connsiteX0-75" fmla="*/ 25 w 10159"/>
                <a:gd name="connsiteY0-76" fmla="*/ 0 h 11416"/>
                <a:gd name="connsiteX1-77" fmla="*/ 10135 w 10159"/>
                <a:gd name="connsiteY1-78" fmla="*/ 0 h 11416"/>
                <a:gd name="connsiteX2-79" fmla="*/ 10159 w 10159"/>
                <a:gd name="connsiteY2-80" fmla="*/ 9060 h 11416"/>
                <a:gd name="connsiteX3-81" fmla="*/ 7387 w 10159"/>
                <a:gd name="connsiteY3-82" fmla="*/ 9197 h 11416"/>
                <a:gd name="connsiteX4-83" fmla="*/ 4362 w 10159"/>
                <a:gd name="connsiteY4-84" fmla="*/ 11311 h 11416"/>
                <a:gd name="connsiteX5-85" fmla="*/ 2787 w 10159"/>
                <a:gd name="connsiteY5-86" fmla="*/ 10861 h 11416"/>
                <a:gd name="connsiteX6-87" fmla="*/ 2149 w 10159"/>
                <a:gd name="connsiteY6-88" fmla="*/ 8615 h 11416"/>
                <a:gd name="connsiteX7-89" fmla="*/ 3397 w 10159"/>
                <a:gd name="connsiteY7-90" fmla="*/ 5057 h 11416"/>
                <a:gd name="connsiteX8-91" fmla="*/ 715 w 10159"/>
                <a:gd name="connsiteY8-92" fmla="*/ 2747 h 11416"/>
                <a:gd name="connsiteX9-93" fmla="*/ 25 w 10159"/>
                <a:gd name="connsiteY9-94" fmla="*/ 0 h 11416"/>
                <a:gd name="connsiteX0-95" fmla="*/ 25 w 10159"/>
                <a:gd name="connsiteY0-96" fmla="*/ 0 h 11437"/>
                <a:gd name="connsiteX1-97" fmla="*/ 10135 w 10159"/>
                <a:gd name="connsiteY1-98" fmla="*/ 0 h 11437"/>
                <a:gd name="connsiteX2-99" fmla="*/ 10159 w 10159"/>
                <a:gd name="connsiteY2-100" fmla="*/ 9060 h 11437"/>
                <a:gd name="connsiteX3-101" fmla="*/ 7387 w 10159"/>
                <a:gd name="connsiteY3-102" fmla="*/ 9197 h 11437"/>
                <a:gd name="connsiteX4-103" fmla="*/ 4362 w 10159"/>
                <a:gd name="connsiteY4-104" fmla="*/ 11311 h 11437"/>
                <a:gd name="connsiteX5-105" fmla="*/ 2611 w 10159"/>
                <a:gd name="connsiteY5-106" fmla="*/ 10939 h 11437"/>
                <a:gd name="connsiteX6-107" fmla="*/ 2149 w 10159"/>
                <a:gd name="connsiteY6-108" fmla="*/ 8615 h 11437"/>
                <a:gd name="connsiteX7-109" fmla="*/ 3397 w 10159"/>
                <a:gd name="connsiteY7-110" fmla="*/ 5057 h 11437"/>
                <a:gd name="connsiteX8-111" fmla="*/ 715 w 10159"/>
                <a:gd name="connsiteY8-112" fmla="*/ 2747 h 11437"/>
                <a:gd name="connsiteX9-113" fmla="*/ 25 w 10159"/>
                <a:gd name="connsiteY9-114" fmla="*/ 0 h 11437"/>
                <a:gd name="connsiteX0-115" fmla="*/ 25 w 10159"/>
                <a:gd name="connsiteY0-116" fmla="*/ 0 h 11437"/>
                <a:gd name="connsiteX1-117" fmla="*/ 10135 w 10159"/>
                <a:gd name="connsiteY1-118" fmla="*/ 0 h 11437"/>
                <a:gd name="connsiteX2-119" fmla="*/ 10159 w 10159"/>
                <a:gd name="connsiteY2-120" fmla="*/ 9060 h 11437"/>
                <a:gd name="connsiteX3-121" fmla="*/ 7387 w 10159"/>
                <a:gd name="connsiteY3-122" fmla="*/ 9197 h 11437"/>
                <a:gd name="connsiteX4-123" fmla="*/ 4362 w 10159"/>
                <a:gd name="connsiteY4-124" fmla="*/ 11311 h 11437"/>
                <a:gd name="connsiteX5-125" fmla="*/ 2611 w 10159"/>
                <a:gd name="connsiteY5-126" fmla="*/ 10939 h 11437"/>
                <a:gd name="connsiteX6-127" fmla="*/ 2149 w 10159"/>
                <a:gd name="connsiteY6-128" fmla="*/ 8615 h 11437"/>
                <a:gd name="connsiteX7-129" fmla="*/ 3397 w 10159"/>
                <a:gd name="connsiteY7-130" fmla="*/ 5057 h 11437"/>
                <a:gd name="connsiteX8-131" fmla="*/ 715 w 10159"/>
                <a:gd name="connsiteY8-132" fmla="*/ 2747 h 11437"/>
                <a:gd name="connsiteX9-133" fmla="*/ 25 w 10159"/>
                <a:gd name="connsiteY9-134" fmla="*/ 0 h 114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73" y="connsiteY9-74"/>
                </a:cxn>
              </a:cxnLst>
              <a:rect l="l" t="t" r="r" b="b"/>
              <a:pathLst>
                <a:path w="10159" h="11437">
                  <a:moveTo>
                    <a:pt x="25" y="0"/>
                  </a:moveTo>
                  <a:lnTo>
                    <a:pt x="10135" y="0"/>
                  </a:lnTo>
                  <a:lnTo>
                    <a:pt x="10159" y="9060"/>
                  </a:lnTo>
                  <a:cubicBezTo>
                    <a:pt x="9259" y="9110"/>
                    <a:pt x="8353" y="8822"/>
                    <a:pt x="7387" y="9197"/>
                  </a:cubicBezTo>
                  <a:cubicBezTo>
                    <a:pt x="6421" y="9572"/>
                    <a:pt x="5158" y="11021"/>
                    <a:pt x="4362" y="11311"/>
                  </a:cubicBezTo>
                  <a:cubicBezTo>
                    <a:pt x="3566" y="11601"/>
                    <a:pt x="2974" y="11356"/>
                    <a:pt x="2611" y="10939"/>
                  </a:cubicBezTo>
                  <a:cubicBezTo>
                    <a:pt x="2248" y="10522"/>
                    <a:pt x="1765" y="9718"/>
                    <a:pt x="2149" y="8615"/>
                  </a:cubicBezTo>
                  <a:cubicBezTo>
                    <a:pt x="2533" y="7512"/>
                    <a:pt x="3830" y="6047"/>
                    <a:pt x="3397" y="5057"/>
                  </a:cubicBezTo>
                  <a:cubicBezTo>
                    <a:pt x="2964" y="4067"/>
                    <a:pt x="1441" y="3509"/>
                    <a:pt x="715" y="2747"/>
                  </a:cubicBezTo>
                  <a:cubicBezTo>
                    <a:pt x="-11" y="1985"/>
                    <a:pt x="-45" y="359"/>
                    <a:pt x="25" y="0"/>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sym typeface="+mn-ea"/>
              </a:endParaRPr>
            </a:p>
          </p:txBody>
        </p:sp>
        <p:sp>
          <p:nvSpPr>
            <p:cNvPr id="38" name="任意多边形: 形状 37"/>
            <p:cNvSpPr/>
            <p:nvPr/>
          </p:nvSpPr>
          <p:spPr>
            <a:xfrm>
              <a:off x="7868247" y="-5715"/>
              <a:ext cx="4342803" cy="4450619"/>
            </a:xfrm>
            <a:custGeom>
              <a:avLst/>
              <a:gdLst>
                <a:gd name="connsiteX0" fmla="*/ 25 w 10158"/>
                <a:gd name="connsiteY0" fmla="*/ 0 h 11117"/>
                <a:gd name="connsiteX1" fmla="*/ 10135 w 10158"/>
                <a:gd name="connsiteY1" fmla="*/ 0 h 11117"/>
                <a:gd name="connsiteX2" fmla="*/ 10159 w 10158"/>
                <a:gd name="connsiteY2" fmla="*/ 9060 h 11117"/>
                <a:gd name="connsiteX3" fmla="*/ 7387 w 10158"/>
                <a:gd name="connsiteY3" fmla="*/ 9197 h 11117"/>
                <a:gd name="connsiteX4" fmla="*/ 4327 w 10158"/>
                <a:gd name="connsiteY4" fmla="*/ 11117 h 11117"/>
                <a:gd name="connsiteX5" fmla="*/ 1914 w 10158"/>
                <a:gd name="connsiteY5" fmla="*/ 8357 h 11117"/>
                <a:gd name="connsiteX6" fmla="*/ 3397 w 10158"/>
                <a:gd name="connsiteY6" fmla="*/ 5057 h 11117"/>
                <a:gd name="connsiteX7" fmla="*/ 715 w 10158"/>
                <a:gd name="connsiteY7" fmla="*/ 2747 h 11117"/>
                <a:gd name="connsiteX8" fmla="*/ 25 w 10158"/>
                <a:gd name="connsiteY8" fmla="*/ 0 h 11117"/>
                <a:gd name="connsiteX0-1" fmla="*/ 25 w 10159"/>
                <a:gd name="connsiteY0-2" fmla="*/ 0 h 11122"/>
                <a:gd name="connsiteX1-3" fmla="*/ 10135 w 10159"/>
                <a:gd name="connsiteY1-4" fmla="*/ 0 h 11122"/>
                <a:gd name="connsiteX2-5" fmla="*/ 10159 w 10159"/>
                <a:gd name="connsiteY2-6" fmla="*/ 9060 h 11122"/>
                <a:gd name="connsiteX3-7" fmla="*/ 7387 w 10159"/>
                <a:gd name="connsiteY3-8" fmla="*/ 9197 h 11122"/>
                <a:gd name="connsiteX4-9" fmla="*/ 4327 w 10159"/>
                <a:gd name="connsiteY4-10" fmla="*/ 11117 h 11122"/>
                <a:gd name="connsiteX5-11" fmla="*/ 2149 w 10159"/>
                <a:gd name="connsiteY5-12" fmla="*/ 8615 h 11122"/>
                <a:gd name="connsiteX6-13" fmla="*/ 3397 w 10159"/>
                <a:gd name="connsiteY6-14" fmla="*/ 5057 h 11122"/>
                <a:gd name="connsiteX7-15" fmla="*/ 715 w 10159"/>
                <a:gd name="connsiteY7-16" fmla="*/ 2747 h 11122"/>
                <a:gd name="connsiteX8-17" fmla="*/ 25 w 10159"/>
                <a:gd name="connsiteY8-18" fmla="*/ 0 h 11122"/>
                <a:gd name="connsiteX0-19" fmla="*/ 25 w 10159"/>
                <a:gd name="connsiteY0-20" fmla="*/ 0 h 11122"/>
                <a:gd name="connsiteX1-21" fmla="*/ 10135 w 10159"/>
                <a:gd name="connsiteY1-22" fmla="*/ 0 h 11122"/>
                <a:gd name="connsiteX2-23" fmla="*/ 10159 w 10159"/>
                <a:gd name="connsiteY2-24" fmla="*/ 9060 h 11122"/>
                <a:gd name="connsiteX3-25" fmla="*/ 7387 w 10159"/>
                <a:gd name="connsiteY3-26" fmla="*/ 9197 h 11122"/>
                <a:gd name="connsiteX4-27" fmla="*/ 4327 w 10159"/>
                <a:gd name="connsiteY4-28" fmla="*/ 11117 h 11122"/>
                <a:gd name="connsiteX5-29" fmla="*/ 2149 w 10159"/>
                <a:gd name="connsiteY5-30" fmla="*/ 8615 h 11122"/>
                <a:gd name="connsiteX6-31" fmla="*/ 3397 w 10159"/>
                <a:gd name="connsiteY6-32" fmla="*/ 5057 h 11122"/>
                <a:gd name="connsiteX7-33" fmla="*/ 715 w 10159"/>
                <a:gd name="connsiteY7-34" fmla="*/ 2747 h 11122"/>
                <a:gd name="connsiteX8-35" fmla="*/ 25 w 10159"/>
                <a:gd name="connsiteY8-36" fmla="*/ 0 h 11122"/>
                <a:gd name="connsiteX0-37" fmla="*/ 25 w 10159"/>
                <a:gd name="connsiteY0-38" fmla="*/ 0 h 11267"/>
                <a:gd name="connsiteX1-39" fmla="*/ 10135 w 10159"/>
                <a:gd name="connsiteY1-40" fmla="*/ 0 h 11267"/>
                <a:gd name="connsiteX2-41" fmla="*/ 10159 w 10159"/>
                <a:gd name="connsiteY2-42" fmla="*/ 9060 h 11267"/>
                <a:gd name="connsiteX3-43" fmla="*/ 7387 w 10159"/>
                <a:gd name="connsiteY3-44" fmla="*/ 9197 h 11267"/>
                <a:gd name="connsiteX4-45" fmla="*/ 4327 w 10159"/>
                <a:gd name="connsiteY4-46" fmla="*/ 11117 h 11267"/>
                <a:gd name="connsiteX5-47" fmla="*/ 2787 w 10159"/>
                <a:gd name="connsiteY5-48" fmla="*/ 10861 h 11267"/>
                <a:gd name="connsiteX6-49" fmla="*/ 2149 w 10159"/>
                <a:gd name="connsiteY6-50" fmla="*/ 8615 h 11267"/>
                <a:gd name="connsiteX7-51" fmla="*/ 3397 w 10159"/>
                <a:gd name="connsiteY7-52" fmla="*/ 5057 h 11267"/>
                <a:gd name="connsiteX8-53" fmla="*/ 715 w 10159"/>
                <a:gd name="connsiteY8-54" fmla="*/ 2747 h 11267"/>
                <a:gd name="connsiteX9" fmla="*/ 25 w 10159"/>
                <a:gd name="connsiteY9" fmla="*/ 0 h 11267"/>
                <a:gd name="connsiteX0-55" fmla="*/ 25 w 10159"/>
                <a:gd name="connsiteY0-56" fmla="*/ 0 h 11416"/>
                <a:gd name="connsiteX1-57" fmla="*/ 10135 w 10159"/>
                <a:gd name="connsiteY1-58" fmla="*/ 0 h 11416"/>
                <a:gd name="connsiteX2-59" fmla="*/ 10159 w 10159"/>
                <a:gd name="connsiteY2-60" fmla="*/ 9060 h 11416"/>
                <a:gd name="connsiteX3-61" fmla="*/ 7387 w 10159"/>
                <a:gd name="connsiteY3-62" fmla="*/ 9197 h 11416"/>
                <a:gd name="connsiteX4-63" fmla="*/ 4362 w 10159"/>
                <a:gd name="connsiteY4-64" fmla="*/ 11311 h 11416"/>
                <a:gd name="connsiteX5-65" fmla="*/ 2787 w 10159"/>
                <a:gd name="connsiteY5-66" fmla="*/ 10861 h 11416"/>
                <a:gd name="connsiteX6-67" fmla="*/ 2149 w 10159"/>
                <a:gd name="connsiteY6-68" fmla="*/ 8615 h 11416"/>
                <a:gd name="connsiteX7-69" fmla="*/ 3397 w 10159"/>
                <a:gd name="connsiteY7-70" fmla="*/ 5057 h 11416"/>
                <a:gd name="connsiteX8-71" fmla="*/ 715 w 10159"/>
                <a:gd name="connsiteY8-72" fmla="*/ 2747 h 11416"/>
                <a:gd name="connsiteX9-73" fmla="*/ 25 w 10159"/>
                <a:gd name="connsiteY9-74" fmla="*/ 0 h 11416"/>
                <a:gd name="connsiteX0-75" fmla="*/ 25 w 10159"/>
                <a:gd name="connsiteY0-76" fmla="*/ 0 h 11416"/>
                <a:gd name="connsiteX1-77" fmla="*/ 10135 w 10159"/>
                <a:gd name="connsiteY1-78" fmla="*/ 0 h 11416"/>
                <a:gd name="connsiteX2-79" fmla="*/ 10159 w 10159"/>
                <a:gd name="connsiteY2-80" fmla="*/ 9060 h 11416"/>
                <a:gd name="connsiteX3-81" fmla="*/ 7387 w 10159"/>
                <a:gd name="connsiteY3-82" fmla="*/ 9197 h 11416"/>
                <a:gd name="connsiteX4-83" fmla="*/ 4362 w 10159"/>
                <a:gd name="connsiteY4-84" fmla="*/ 11311 h 11416"/>
                <a:gd name="connsiteX5-85" fmla="*/ 2787 w 10159"/>
                <a:gd name="connsiteY5-86" fmla="*/ 10861 h 11416"/>
                <a:gd name="connsiteX6-87" fmla="*/ 2149 w 10159"/>
                <a:gd name="connsiteY6-88" fmla="*/ 8615 h 11416"/>
                <a:gd name="connsiteX7-89" fmla="*/ 3397 w 10159"/>
                <a:gd name="connsiteY7-90" fmla="*/ 5057 h 11416"/>
                <a:gd name="connsiteX8-91" fmla="*/ 715 w 10159"/>
                <a:gd name="connsiteY8-92" fmla="*/ 2747 h 11416"/>
                <a:gd name="connsiteX9-93" fmla="*/ 25 w 10159"/>
                <a:gd name="connsiteY9-94" fmla="*/ 0 h 11416"/>
                <a:gd name="connsiteX0-95" fmla="*/ 25 w 10159"/>
                <a:gd name="connsiteY0-96" fmla="*/ 0 h 11437"/>
                <a:gd name="connsiteX1-97" fmla="*/ 10135 w 10159"/>
                <a:gd name="connsiteY1-98" fmla="*/ 0 h 11437"/>
                <a:gd name="connsiteX2-99" fmla="*/ 10159 w 10159"/>
                <a:gd name="connsiteY2-100" fmla="*/ 9060 h 11437"/>
                <a:gd name="connsiteX3-101" fmla="*/ 7387 w 10159"/>
                <a:gd name="connsiteY3-102" fmla="*/ 9197 h 11437"/>
                <a:gd name="connsiteX4-103" fmla="*/ 4362 w 10159"/>
                <a:gd name="connsiteY4-104" fmla="*/ 11311 h 11437"/>
                <a:gd name="connsiteX5-105" fmla="*/ 2611 w 10159"/>
                <a:gd name="connsiteY5-106" fmla="*/ 10939 h 11437"/>
                <a:gd name="connsiteX6-107" fmla="*/ 2149 w 10159"/>
                <a:gd name="connsiteY6-108" fmla="*/ 8615 h 11437"/>
                <a:gd name="connsiteX7-109" fmla="*/ 3397 w 10159"/>
                <a:gd name="connsiteY7-110" fmla="*/ 5057 h 11437"/>
                <a:gd name="connsiteX8-111" fmla="*/ 715 w 10159"/>
                <a:gd name="connsiteY8-112" fmla="*/ 2747 h 11437"/>
                <a:gd name="connsiteX9-113" fmla="*/ 25 w 10159"/>
                <a:gd name="connsiteY9-114" fmla="*/ 0 h 114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73" y="connsiteY9-74"/>
                </a:cxn>
              </a:cxnLst>
              <a:rect l="l" t="t" r="r" b="b"/>
              <a:pathLst>
                <a:path w="10159" h="11437">
                  <a:moveTo>
                    <a:pt x="25" y="0"/>
                  </a:moveTo>
                  <a:lnTo>
                    <a:pt x="10135" y="0"/>
                  </a:lnTo>
                  <a:lnTo>
                    <a:pt x="10159" y="9060"/>
                  </a:lnTo>
                  <a:cubicBezTo>
                    <a:pt x="9259" y="9110"/>
                    <a:pt x="8353" y="8822"/>
                    <a:pt x="7387" y="9197"/>
                  </a:cubicBezTo>
                  <a:cubicBezTo>
                    <a:pt x="6421" y="9572"/>
                    <a:pt x="5158" y="11021"/>
                    <a:pt x="4362" y="11311"/>
                  </a:cubicBezTo>
                  <a:cubicBezTo>
                    <a:pt x="3566" y="11601"/>
                    <a:pt x="2974" y="11356"/>
                    <a:pt x="2611" y="10939"/>
                  </a:cubicBezTo>
                  <a:cubicBezTo>
                    <a:pt x="2248" y="10522"/>
                    <a:pt x="2018" y="9595"/>
                    <a:pt x="2149" y="8615"/>
                  </a:cubicBezTo>
                  <a:cubicBezTo>
                    <a:pt x="2280" y="7635"/>
                    <a:pt x="3830" y="6047"/>
                    <a:pt x="3397" y="5057"/>
                  </a:cubicBezTo>
                  <a:cubicBezTo>
                    <a:pt x="2964" y="4067"/>
                    <a:pt x="1441" y="3509"/>
                    <a:pt x="715" y="2747"/>
                  </a:cubicBezTo>
                  <a:cubicBezTo>
                    <a:pt x="-11" y="1985"/>
                    <a:pt x="-45" y="359"/>
                    <a:pt x="25" y="0"/>
                  </a:cubicBezTo>
                  <a:close/>
                </a:path>
              </a:pathLst>
            </a:custGeom>
            <a:solidFill>
              <a:schemeClr val="accent2"/>
            </a:solidFill>
            <a:ln>
              <a:noFill/>
            </a:ln>
            <a:effectLst>
              <a:innerShdw blurRad="444500" dist="50800" dir="13500000">
                <a:prstClr val="black">
                  <a:alpha val="50000"/>
                </a:prstClr>
              </a:innerShdw>
            </a:effectLst>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ym typeface="+mn-ea"/>
              </a:endParaRPr>
            </a:p>
          </p:txBody>
        </p:sp>
        <p:sp>
          <p:nvSpPr>
            <p:cNvPr id="39" name="任意多边形: 形状 38"/>
            <p:cNvSpPr/>
            <p:nvPr/>
          </p:nvSpPr>
          <p:spPr>
            <a:xfrm>
              <a:off x="9008249" y="-5715"/>
              <a:ext cx="3202801" cy="3282315"/>
            </a:xfrm>
            <a:custGeom>
              <a:avLst/>
              <a:gdLst>
                <a:gd name="connsiteX0" fmla="*/ 25 w 10158"/>
                <a:gd name="connsiteY0" fmla="*/ 0 h 11117"/>
                <a:gd name="connsiteX1" fmla="*/ 10135 w 10158"/>
                <a:gd name="connsiteY1" fmla="*/ 0 h 11117"/>
                <a:gd name="connsiteX2" fmla="*/ 10159 w 10158"/>
                <a:gd name="connsiteY2" fmla="*/ 9060 h 11117"/>
                <a:gd name="connsiteX3" fmla="*/ 7387 w 10158"/>
                <a:gd name="connsiteY3" fmla="*/ 9197 h 11117"/>
                <a:gd name="connsiteX4" fmla="*/ 4327 w 10158"/>
                <a:gd name="connsiteY4" fmla="*/ 11117 h 11117"/>
                <a:gd name="connsiteX5" fmla="*/ 1914 w 10158"/>
                <a:gd name="connsiteY5" fmla="*/ 8357 h 11117"/>
                <a:gd name="connsiteX6" fmla="*/ 3397 w 10158"/>
                <a:gd name="connsiteY6" fmla="*/ 5057 h 11117"/>
                <a:gd name="connsiteX7" fmla="*/ 715 w 10158"/>
                <a:gd name="connsiteY7" fmla="*/ 2747 h 11117"/>
                <a:gd name="connsiteX8" fmla="*/ 25 w 10158"/>
                <a:gd name="connsiteY8" fmla="*/ 0 h 11117"/>
                <a:gd name="connsiteX0-1" fmla="*/ 25 w 10159"/>
                <a:gd name="connsiteY0-2" fmla="*/ 0 h 11122"/>
                <a:gd name="connsiteX1-3" fmla="*/ 10135 w 10159"/>
                <a:gd name="connsiteY1-4" fmla="*/ 0 h 11122"/>
                <a:gd name="connsiteX2-5" fmla="*/ 10159 w 10159"/>
                <a:gd name="connsiteY2-6" fmla="*/ 9060 h 11122"/>
                <a:gd name="connsiteX3-7" fmla="*/ 7387 w 10159"/>
                <a:gd name="connsiteY3-8" fmla="*/ 9197 h 11122"/>
                <a:gd name="connsiteX4-9" fmla="*/ 4327 w 10159"/>
                <a:gd name="connsiteY4-10" fmla="*/ 11117 h 11122"/>
                <a:gd name="connsiteX5-11" fmla="*/ 2149 w 10159"/>
                <a:gd name="connsiteY5-12" fmla="*/ 8615 h 11122"/>
                <a:gd name="connsiteX6-13" fmla="*/ 3397 w 10159"/>
                <a:gd name="connsiteY6-14" fmla="*/ 5057 h 11122"/>
                <a:gd name="connsiteX7-15" fmla="*/ 715 w 10159"/>
                <a:gd name="connsiteY7-16" fmla="*/ 2747 h 11122"/>
                <a:gd name="connsiteX8-17" fmla="*/ 25 w 10159"/>
                <a:gd name="connsiteY8-18" fmla="*/ 0 h 11122"/>
                <a:gd name="connsiteX0-19" fmla="*/ 25 w 10159"/>
                <a:gd name="connsiteY0-20" fmla="*/ 0 h 11122"/>
                <a:gd name="connsiteX1-21" fmla="*/ 10135 w 10159"/>
                <a:gd name="connsiteY1-22" fmla="*/ 0 h 11122"/>
                <a:gd name="connsiteX2-23" fmla="*/ 10159 w 10159"/>
                <a:gd name="connsiteY2-24" fmla="*/ 9060 h 11122"/>
                <a:gd name="connsiteX3-25" fmla="*/ 7387 w 10159"/>
                <a:gd name="connsiteY3-26" fmla="*/ 9197 h 11122"/>
                <a:gd name="connsiteX4-27" fmla="*/ 4327 w 10159"/>
                <a:gd name="connsiteY4-28" fmla="*/ 11117 h 11122"/>
                <a:gd name="connsiteX5-29" fmla="*/ 2149 w 10159"/>
                <a:gd name="connsiteY5-30" fmla="*/ 8615 h 11122"/>
                <a:gd name="connsiteX6-31" fmla="*/ 3397 w 10159"/>
                <a:gd name="connsiteY6-32" fmla="*/ 5057 h 11122"/>
                <a:gd name="connsiteX7-33" fmla="*/ 715 w 10159"/>
                <a:gd name="connsiteY7-34" fmla="*/ 2747 h 11122"/>
                <a:gd name="connsiteX8-35" fmla="*/ 25 w 10159"/>
                <a:gd name="connsiteY8-36" fmla="*/ 0 h 11122"/>
                <a:gd name="connsiteX0-37" fmla="*/ 25 w 10159"/>
                <a:gd name="connsiteY0-38" fmla="*/ 0 h 11267"/>
                <a:gd name="connsiteX1-39" fmla="*/ 10135 w 10159"/>
                <a:gd name="connsiteY1-40" fmla="*/ 0 h 11267"/>
                <a:gd name="connsiteX2-41" fmla="*/ 10159 w 10159"/>
                <a:gd name="connsiteY2-42" fmla="*/ 9060 h 11267"/>
                <a:gd name="connsiteX3-43" fmla="*/ 7387 w 10159"/>
                <a:gd name="connsiteY3-44" fmla="*/ 9197 h 11267"/>
                <a:gd name="connsiteX4-45" fmla="*/ 4327 w 10159"/>
                <a:gd name="connsiteY4-46" fmla="*/ 11117 h 11267"/>
                <a:gd name="connsiteX5-47" fmla="*/ 2787 w 10159"/>
                <a:gd name="connsiteY5-48" fmla="*/ 10861 h 11267"/>
                <a:gd name="connsiteX6-49" fmla="*/ 2149 w 10159"/>
                <a:gd name="connsiteY6-50" fmla="*/ 8615 h 11267"/>
                <a:gd name="connsiteX7-51" fmla="*/ 3397 w 10159"/>
                <a:gd name="connsiteY7-52" fmla="*/ 5057 h 11267"/>
                <a:gd name="connsiteX8-53" fmla="*/ 715 w 10159"/>
                <a:gd name="connsiteY8-54" fmla="*/ 2747 h 11267"/>
                <a:gd name="connsiteX9" fmla="*/ 25 w 10159"/>
                <a:gd name="connsiteY9" fmla="*/ 0 h 11267"/>
                <a:gd name="connsiteX0-55" fmla="*/ 25 w 10159"/>
                <a:gd name="connsiteY0-56" fmla="*/ 0 h 11416"/>
                <a:gd name="connsiteX1-57" fmla="*/ 10135 w 10159"/>
                <a:gd name="connsiteY1-58" fmla="*/ 0 h 11416"/>
                <a:gd name="connsiteX2-59" fmla="*/ 10159 w 10159"/>
                <a:gd name="connsiteY2-60" fmla="*/ 9060 h 11416"/>
                <a:gd name="connsiteX3-61" fmla="*/ 7387 w 10159"/>
                <a:gd name="connsiteY3-62" fmla="*/ 9197 h 11416"/>
                <a:gd name="connsiteX4-63" fmla="*/ 4362 w 10159"/>
                <a:gd name="connsiteY4-64" fmla="*/ 11311 h 11416"/>
                <a:gd name="connsiteX5-65" fmla="*/ 2787 w 10159"/>
                <a:gd name="connsiteY5-66" fmla="*/ 10861 h 11416"/>
                <a:gd name="connsiteX6-67" fmla="*/ 2149 w 10159"/>
                <a:gd name="connsiteY6-68" fmla="*/ 8615 h 11416"/>
                <a:gd name="connsiteX7-69" fmla="*/ 3397 w 10159"/>
                <a:gd name="connsiteY7-70" fmla="*/ 5057 h 11416"/>
                <a:gd name="connsiteX8-71" fmla="*/ 715 w 10159"/>
                <a:gd name="connsiteY8-72" fmla="*/ 2747 h 11416"/>
                <a:gd name="connsiteX9-73" fmla="*/ 25 w 10159"/>
                <a:gd name="connsiteY9-74" fmla="*/ 0 h 11416"/>
                <a:gd name="connsiteX0-75" fmla="*/ 25 w 10159"/>
                <a:gd name="connsiteY0-76" fmla="*/ 0 h 11416"/>
                <a:gd name="connsiteX1-77" fmla="*/ 10135 w 10159"/>
                <a:gd name="connsiteY1-78" fmla="*/ 0 h 11416"/>
                <a:gd name="connsiteX2-79" fmla="*/ 10159 w 10159"/>
                <a:gd name="connsiteY2-80" fmla="*/ 9060 h 11416"/>
                <a:gd name="connsiteX3-81" fmla="*/ 7387 w 10159"/>
                <a:gd name="connsiteY3-82" fmla="*/ 9197 h 11416"/>
                <a:gd name="connsiteX4-83" fmla="*/ 4362 w 10159"/>
                <a:gd name="connsiteY4-84" fmla="*/ 11311 h 11416"/>
                <a:gd name="connsiteX5-85" fmla="*/ 2787 w 10159"/>
                <a:gd name="connsiteY5-86" fmla="*/ 10861 h 11416"/>
                <a:gd name="connsiteX6-87" fmla="*/ 2149 w 10159"/>
                <a:gd name="connsiteY6-88" fmla="*/ 8615 h 11416"/>
                <a:gd name="connsiteX7-89" fmla="*/ 3397 w 10159"/>
                <a:gd name="connsiteY7-90" fmla="*/ 5057 h 11416"/>
                <a:gd name="connsiteX8-91" fmla="*/ 715 w 10159"/>
                <a:gd name="connsiteY8-92" fmla="*/ 2747 h 11416"/>
                <a:gd name="connsiteX9-93" fmla="*/ 25 w 10159"/>
                <a:gd name="connsiteY9-94" fmla="*/ 0 h 11416"/>
                <a:gd name="connsiteX0-95" fmla="*/ 25 w 10159"/>
                <a:gd name="connsiteY0-96" fmla="*/ 0 h 11437"/>
                <a:gd name="connsiteX1-97" fmla="*/ 10135 w 10159"/>
                <a:gd name="connsiteY1-98" fmla="*/ 0 h 11437"/>
                <a:gd name="connsiteX2-99" fmla="*/ 10159 w 10159"/>
                <a:gd name="connsiteY2-100" fmla="*/ 9060 h 11437"/>
                <a:gd name="connsiteX3-101" fmla="*/ 7387 w 10159"/>
                <a:gd name="connsiteY3-102" fmla="*/ 9197 h 11437"/>
                <a:gd name="connsiteX4-103" fmla="*/ 4362 w 10159"/>
                <a:gd name="connsiteY4-104" fmla="*/ 11311 h 11437"/>
                <a:gd name="connsiteX5-105" fmla="*/ 2611 w 10159"/>
                <a:gd name="connsiteY5-106" fmla="*/ 10939 h 11437"/>
                <a:gd name="connsiteX6-107" fmla="*/ 2149 w 10159"/>
                <a:gd name="connsiteY6-108" fmla="*/ 8615 h 11437"/>
                <a:gd name="connsiteX7-109" fmla="*/ 3397 w 10159"/>
                <a:gd name="connsiteY7-110" fmla="*/ 5057 h 11437"/>
                <a:gd name="connsiteX8-111" fmla="*/ 715 w 10159"/>
                <a:gd name="connsiteY8-112" fmla="*/ 2747 h 11437"/>
                <a:gd name="connsiteX9-113" fmla="*/ 25 w 10159"/>
                <a:gd name="connsiteY9-114" fmla="*/ 0 h 114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73" y="connsiteY9-74"/>
                </a:cxn>
              </a:cxnLst>
              <a:rect l="l" t="t" r="r" b="b"/>
              <a:pathLst>
                <a:path w="10159" h="11437">
                  <a:moveTo>
                    <a:pt x="25" y="0"/>
                  </a:moveTo>
                  <a:lnTo>
                    <a:pt x="10135" y="0"/>
                  </a:lnTo>
                  <a:lnTo>
                    <a:pt x="10159" y="9060"/>
                  </a:lnTo>
                  <a:cubicBezTo>
                    <a:pt x="9259" y="9110"/>
                    <a:pt x="8353" y="8822"/>
                    <a:pt x="7387" y="9197"/>
                  </a:cubicBezTo>
                  <a:cubicBezTo>
                    <a:pt x="6421" y="9572"/>
                    <a:pt x="5158" y="11021"/>
                    <a:pt x="4362" y="11311"/>
                  </a:cubicBezTo>
                  <a:cubicBezTo>
                    <a:pt x="3566" y="11601"/>
                    <a:pt x="2974" y="11356"/>
                    <a:pt x="2611" y="10939"/>
                  </a:cubicBezTo>
                  <a:cubicBezTo>
                    <a:pt x="2248" y="10522"/>
                    <a:pt x="2018" y="9595"/>
                    <a:pt x="2149" y="8615"/>
                  </a:cubicBezTo>
                  <a:cubicBezTo>
                    <a:pt x="2280" y="7635"/>
                    <a:pt x="3830" y="6047"/>
                    <a:pt x="3397" y="5057"/>
                  </a:cubicBezTo>
                  <a:cubicBezTo>
                    <a:pt x="2964" y="4067"/>
                    <a:pt x="1441" y="3509"/>
                    <a:pt x="715" y="2747"/>
                  </a:cubicBezTo>
                  <a:cubicBezTo>
                    <a:pt x="-11" y="1985"/>
                    <a:pt x="-45" y="359"/>
                    <a:pt x="25" y="0"/>
                  </a:cubicBezTo>
                  <a:close/>
                </a:path>
              </a:pathLst>
            </a:custGeom>
            <a:solidFill>
              <a:schemeClr val="accent1"/>
            </a:solidFill>
            <a:ln>
              <a:noFill/>
            </a:ln>
            <a:effectLst>
              <a:innerShdw blurRad="292100">
                <a:schemeClr val="tx1">
                  <a:lumMod val="95000"/>
                  <a:lumOff val="5000"/>
                  <a:alpha val="52000"/>
                </a:schemeClr>
              </a:innerShdw>
            </a:effectLst>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ym typeface="+mn-ea"/>
              </a:endParaRPr>
            </a:p>
          </p:txBody>
        </p:sp>
      </p:grpSp>
      <p:grpSp>
        <p:nvGrpSpPr>
          <p:cNvPr id="2" name="组合 1"/>
          <p:cNvGrpSpPr/>
          <p:nvPr userDrawn="1"/>
        </p:nvGrpSpPr>
        <p:grpSpPr>
          <a:xfrm>
            <a:off x="673098" y="639708"/>
            <a:ext cx="1966885" cy="2954200"/>
            <a:chOff x="5701067" y="1151746"/>
            <a:chExt cx="2411782" cy="3622422"/>
          </a:xfrm>
        </p:grpSpPr>
        <p:grpSp>
          <p:nvGrpSpPr>
            <p:cNvPr id="40" name="组合 39"/>
            <p:cNvGrpSpPr/>
            <p:nvPr userDrawn="1"/>
          </p:nvGrpSpPr>
          <p:grpSpPr>
            <a:xfrm>
              <a:off x="5701067" y="2608994"/>
              <a:ext cx="1296009" cy="2165174"/>
              <a:chOff x="5016672" y="7030749"/>
              <a:chExt cx="2260600" cy="3776663"/>
            </a:xfrm>
          </p:grpSpPr>
          <p:sp>
            <p:nvSpPr>
              <p:cNvPr id="41" name="任意多边形: 形状 40"/>
              <p:cNvSpPr/>
              <p:nvPr/>
            </p:nvSpPr>
            <p:spPr bwMode="auto">
              <a:xfrm>
                <a:off x="6213647" y="7718137"/>
                <a:ext cx="328613" cy="368300"/>
              </a:xfrm>
              <a:custGeom>
                <a:avLst/>
                <a:gdLst>
                  <a:gd name="T0" fmla="*/ 28 w 196"/>
                  <a:gd name="T1" fmla="*/ 0 h 220"/>
                  <a:gd name="T2" fmla="*/ 0 w 196"/>
                  <a:gd name="T3" fmla="*/ 168 h 220"/>
                  <a:gd name="T4" fmla="*/ 148 w 196"/>
                  <a:gd name="T5" fmla="*/ 208 h 220"/>
                  <a:gd name="T6" fmla="*/ 196 w 196"/>
                  <a:gd name="T7" fmla="*/ 160 h 220"/>
                  <a:gd name="T8" fmla="*/ 168 w 196"/>
                  <a:gd name="T9" fmla="*/ 148 h 220"/>
                  <a:gd name="T10" fmla="*/ 156 w 196"/>
                  <a:gd name="T11" fmla="*/ 20 h 220"/>
                  <a:gd name="T12" fmla="*/ 28 w 196"/>
                  <a:gd name="T13" fmla="*/ 0 h 220"/>
                </a:gdLst>
                <a:ahLst/>
                <a:cxnLst>
                  <a:cxn ang="0">
                    <a:pos x="T0" y="T1"/>
                  </a:cxn>
                  <a:cxn ang="0">
                    <a:pos x="T2" y="T3"/>
                  </a:cxn>
                  <a:cxn ang="0">
                    <a:pos x="T4" y="T5"/>
                  </a:cxn>
                  <a:cxn ang="0">
                    <a:pos x="T6" y="T7"/>
                  </a:cxn>
                  <a:cxn ang="0">
                    <a:pos x="T8" y="T9"/>
                  </a:cxn>
                  <a:cxn ang="0">
                    <a:pos x="T10" y="T11"/>
                  </a:cxn>
                  <a:cxn ang="0">
                    <a:pos x="T12" y="T13"/>
                  </a:cxn>
                </a:cxnLst>
                <a:rect l="0" t="0" r="r" b="b"/>
                <a:pathLst>
                  <a:path w="196" h="220">
                    <a:moveTo>
                      <a:pt x="28" y="0"/>
                    </a:moveTo>
                    <a:cubicBezTo>
                      <a:pt x="28" y="0"/>
                      <a:pt x="84" y="136"/>
                      <a:pt x="0" y="168"/>
                    </a:cubicBezTo>
                    <a:cubicBezTo>
                      <a:pt x="0" y="168"/>
                      <a:pt x="120" y="220"/>
                      <a:pt x="148" y="208"/>
                    </a:cubicBezTo>
                    <a:cubicBezTo>
                      <a:pt x="176" y="196"/>
                      <a:pt x="196" y="168"/>
                      <a:pt x="196" y="160"/>
                    </a:cubicBezTo>
                    <a:cubicBezTo>
                      <a:pt x="196" y="152"/>
                      <a:pt x="168" y="148"/>
                      <a:pt x="168" y="148"/>
                    </a:cubicBezTo>
                    <a:cubicBezTo>
                      <a:pt x="168" y="148"/>
                      <a:pt x="116" y="152"/>
                      <a:pt x="156" y="20"/>
                    </a:cubicBezTo>
                    <a:lnTo>
                      <a:pt x="28" y="0"/>
                    </a:lnTo>
                    <a:close/>
                  </a:path>
                </a:pathLst>
              </a:custGeom>
              <a:solidFill>
                <a:srgbClr val="FBBE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2" name="椭圆 41"/>
              <p:cNvSpPr/>
              <p:nvPr/>
            </p:nvSpPr>
            <p:spPr bwMode="auto">
              <a:xfrm>
                <a:off x="6200947" y="7503824"/>
                <a:ext cx="333375" cy="334963"/>
              </a:xfrm>
              <a:prstGeom prst="ellipse">
                <a:avLst/>
              </a:prstGeom>
              <a:solidFill>
                <a:srgbClr val="FBBE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3" name="椭圆 42"/>
              <p:cNvSpPr/>
              <p:nvPr/>
            </p:nvSpPr>
            <p:spPr bwMode="auto">
              <a:xfrm>
                <a:off x="6110460" y="7427624"/>
                <a:ext cx="293688" cy="414338"/>
              </a:xfrm>
              <a:prstGeom prst="ellipse">
                <a:avLst/>
              </a:prstGeom>
              <a:solidFill>
                <a:srgbClr val="FF65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4" name="椭圆 43"/>
              <p:cNvSpPr/>
              <p:nvPr/>
            </p:nvSpPr>
            <p:spPr bwMode="auto">
              <a:xfrm>
                <a:off x="6004097" y="7360949"/>
                <a:ext cx="293688" cy="414338"/>
              </a:xfrm>
              <a:prstGeom prst="ellipse">
                <a:avLst/>
              </a:prstGeom>
              <a:solidFill>
                <a:srgbClr val="FF65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5" name="椭圆 44"/>
              <p:cNvSpPr/>
              <p:nvPr/>
            </p:nvSpPr>
            <p:spPr bwMode="auto">
              <a:xfrm>
                <a:off x="5929485" y="7313324"/>
                <a:ext cx="147638" cy="207963"/>
              </a:xfrm>
              <a:prstGeom prst="ellipse">
                <a:avLst/>
              </a:prstGeom>
              <a:solidFill>
                <a:srgbClr val="FF65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6" name="任意多边形: 形状 45"/>
              <p:cNvSpPr/>
              <p:nvPr/>
            </p:nvSpPr>
            <p:spPr bwMode="auto">
              <a:xfrm>
                <a:off x="6534322" y="7030749"/>
                <a:ext cx="742950" cy="1068388"/>
              </a:xfrm>
              <a:custGeom>
                <a:avLst/>
                <a:gdLst>
                  <a:gd name="T0" fmla="*/ 0 w 444"/>
                  <a:gd name="T1" fmla="*/ 556 h 640"/>
                  <a:gd name="T2" fmla="*/ 112 w 444"/>
                  <a:gd name="T3" fmla="*/ 484 h 640"/>
                  <a:gd name="T4" fmla="*/ 372 w 444"/>
                  <a:gd name="T5" fmla="*/ 172 h 640"/>
                  <a:gd name="T6" fmla="*/ 404 w 444"/>
                  <a:gd name="T7" fmla="*/ 52 h 640"/>
                  <a:gd name="T8" fmla="*/ 412 w 444"/>
                  <a:gd name="T9" fmla="*/ 208 h 640"/>
                  <a:gd name="T10" fmla="*/ 309 w 444"/>
                  <a:gd name="T11" fmla="*/ 386 h 640"/>
                  <a:gd name="T12" fmla="*/ 237 w 444"/>
                  <a:gd name="T13" fmla="*/ 476 h 640"/>
                  <a:gd name="T14" fmla="*/ 48 w 444"/>
                  <a:gd name="T15" fmla="*/ 640 h 640"/>
                  <a:gd name="T16" fmla="*/ 0 w 444"/>
                  <a:gd name="T17" fmla="*/ 556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4" h="640">
                    <a:moveTo>
                      <a:pt x="0" y="556"/>
                    </a:moveTo>
                    <a:cubicBezTo>
                      <a:pt x="0" y="556"/>
                      <a:pt x="24" y="508"/>
                      <a:pt x="112" y="484"/>
                    </a:cubicBezTo>
                    <a:cubicBezTo>
                      <a:pt x="200" y="460"/>
                      <a:pt x="372" y="172"/>
                      <a:pt x="372" y="172"/>
                    </a:cubicBezTo>
                    <a:cubicBezTo>
                      <a:pt x="372" y="172"/>
                      <a:pt x="364" y="0"/>
                      <a:pt x="404" y="52"/>
                    </a:cubicBezTo>
                    <a:cubicBezTo>
                      <a:pt x="444" y="104"/>
                      <a:pt x="412" y="208"/>
                      <a:pt x="412" y="208"/>
                    </a:cubicBezTo>
                    <a:cubicBezTo>
                      <a:pt x="309" y="386"/>
                      <a:pt x="309" y="386"/>
                      <a:pt x="309" y="386"/>
                    </a:cubicBezTo>
                    <a:cubicBezTo>
                      <a:pt x="290" y="419"/>
                      <a:pt x="266" y="450"/>
                      <a:pt x="237" y="476"/>
                    </a:cubicBezTo>
                    <a:cubicBezTo>
                      <a:pt x="174" y="535"/>
                      <a:pt x="60" y="640"/>
                      <a:pt x="48" y="640"/>
                    </a:cubicBezTo>
                    <a:cubicBezTo>
                      <a:pt x="32" y="640"/>
                      <a:pt x="0" y="556"/>
                      <a:pt x="0" y="556"/>
                    </a:cubicBezTo>
                    <a:close/>
                  </a:path>
                </a:pathLst>
              </a:custGeom>
              <a:solidFill>
                <a:srgbClr val="FBBE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7" name="任意多边形: 形状 46"/>
              <p:cNvSpPr/>
              <p:nvPr/>
            </p:nvSpPr>
            <p:spPr bwMode="auto">
              <a:xfrm>
                <a:off x="6280322" y="9100849"/>
                <a:ext cx="301625" cy="1482725"/>
              </a:xfrm>
              <a:custGeom>
                <a:avLst/>
                <a:gdLst>
                  <a:gd name="T0" fmla="*/ 12 w 180"/>
                  <a:gd name="T1" fmla="*/ 0 h 888"/>
                  <a:gd name="T2" fmla="*/ 32 w 180"/>
                  <a:gd name="T3" fmla="*/ 372 h 888"/>
                  <a:gd name="T4" fmla="*/ 40 w 180"/>
                  <a:gd name="T5" fmla="*/ 656 h 888"/>
                  <a:gd name="T6" fmla="*/ 32 w 180"/>
                  <a:gd name="T7" fmla="*/ 832 h 888"/>
                  <a:gd name="T8" fmla="*/ 160 w 180"/>
                  <a:gd name="T9" fmla="*/ 888 h 888"/>
                  <a:gd name="T10" fmla="*/ 124 w 180"/>
                  <a:gd name="T11" fmla="*/ 612 h 888"/>
                  <a:gd name="T12" fmla="*/ 152 w 180"/>
                  <a:gd name="T13" fmla="*/ 344 h 888"/>
                  <a:gd name="T14" fmla="*/ 180 w 180"/>
                  <a:gd name="T15" fmla="*/ 24 h 888"/>
                  <a:gd name="T16" fmla="*/ 12 w 180"/>
                  <a:gd name="T17"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0" h="888">
                    <a:moveTo>
                      <a:pt x="12" y="0"/>
                    </a:moveTo>
                    <a:cubicBezTo>
                      <a:pt x="12" y="0"/>
                      <a:pt x="40" y="340"/>
                      <a:pt x="32" y="372"/>
                    </a:cubicBezTo>
                    <a:cubicBezTo>
                      <a:pt x="24" y="404"/>
                      <a:pt x="0" y="468"/>
                      <a:pt x="40" y="656"/>
                    </a:cubicBezTo>
                    <a:cubicBezTo>
                      <a:pt x="80" y="844"/>
                      <a:pt x="32" y="832"/>
                      <a:pt x="32" y="832"/>
                    </a:cubicBezTo>
                    <a:cubicBezTo>
                      <a:pt x="160" y="888"/>
                      <a:pt x="160" y="888"/>
                      <a:pt x="160" y="888"/>
                    </a:cubicBezTo>
                    <a:cubicBezTo>
                      <a:pt x="160" y="888"/>
                      <a:pt x="116" y="672"/>
                      <a:pt x="124" y="612"/>
                    </a:cubicBezTo>
                    <a:cubicBezTo>
                      <a:pt x="132" y="552"/>
                      <a:pt x="128" y="428"/>
                      <a:pt x="152" y="344"/>
                    </a:cubicBezTo>
                    <a:cubicBezTo>
                      <a:pt x="176" y="260"/>
                      <a:pt x="180" y="24"/>
                      <a:pt x="180" y="24"/>
                    </a:cubicBezTo>
                    <a:cubicBezTo>
                      <a:pt x="12" y="0"/>
                      <a:pt x="12" y="0"/>
                      <a:pt x="12" y="0"/>
                    </a:cubicBezTo>
                  </a:path>
                </a:pathLst>
              </a:custGeom>
              <a:solidFill>
                <a:srgbClr val="FBBE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8" name="任意多边形: 形状 47"/>
              <p:cNvSpPr/>
              <p:nvPr/>
            </p:nvSpPr>
            <p:spPr bwMode="auto">
              <a:xfrm>
                <a:off x="6300960" y="9100849"/>
                <a:ext cx="280988" cy="1482725"/>
              </a:xfrm>
              <a:custGeom>
                <a:avLst/>
                <a:gdLst>
                  <a:gd name="T0" fmla="*/ 0 w 168"/>
                  <a:gd name="T1" fmla="*/ 0 h 888"/>
                  <a:gd name="T2" fmla="*/ 22 w 168"/>
                  <a:gd name="T3" fmla="*/ 347 h 888"/>
                  <a:gd name="T4" fmla="*/ 20 w 168"/>
                  <a:gd name="T5" fmla="*/ 372 h 888"/>
                  <a:gd name="T6" fmla="*/ 6 w 168"/>
                  <a:gd name="T7" fmla="*/ 476 h 888"/>
                  <a:gd name="T8" fmla="*/ 28 w 168"/>
                  <a:gd name="T9" fmla="*/ 656 h 888"/>
                  <a:gd name="T10" fmla="*/ 44 w 168"/>
                  <a:gd name="T11" fmla="*/ 775 h 888"/>
                  <a:gd name="T12" fmla="*/ 22 w 168"/>
                  <a:gd name="T13" fmla="*/ 832 h 888"/>
                  <a:gd name="T14" fmla="*/ 20 w 168"/>
                  <a:gd name="T15" fmla="*/ 832 h 888"/>
                  <a:gd name="T16" fmla="*/ 148 w 168"/>
                  <a:gd name="T17" fmla="*/ 888 h 888"/>
                  <a:gd name="T18" fmla="*/ 111 w 168"/>
                  <a:gd name="T19" fmla="*/ 630 h 888"/>
                  <a:gd name="T20" fmla="*/ 112 w 168"/>
                  <a:gd name="T21" fmla="*/ 612 h 888"/>
                  <a:gd name="T22" fmla="*/ 140 w 168"/>
                  <a:gd name="T23" fmla="*/ 344 h 888"/>
                  <a:gd name="T24" fmla="*/ 168 w 168"/>
                  <a:gd name="T25" fmla="*/ 24 h 888"/>
                  <a:gd name="T26" fmla="*/ 0 w 168"/>
                  <a:gd name="T27"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8" h="888">
                    <a:moveTo>
                      <a:pt x="0" y="0"/>
                    </a:moveTo>
                    <a:cubicBezTo>
                      <a:pt x="0" y="0"/>
                      <a:pt x="22" y="260"/>
                      <a:pt x="22" y="347"/>
                    </a:cubicBezTo>
                    <a:cubicBezTo>
                      <a:pt x="22" y="359"/>
                      <a:pt x="21" y="368"/>
                      <a:pt x="20" y="372"/>
                    </a:cubicBezTo>
                    <a:cubicBezTo>
                      <a:pt x="16" y="390"/>
                      <a:pt x="6" y="419"/>
                      <a:pt x="6" y="476"/>
                    </a:cubicBezTo>
                    <a:cubicBezTo>
                      <a:pt x="6" y="518"/>
                      <a:pt x="11" y="576"/>
                      <a:pt x="28" y="656"/>
                    </a:cubicBezTo>
                    <a:cubicBezTo>
                      <a:pt x="40" y="711"/>
                      <a:pt x="44" y="749"/>
                      <a:pt x="44" y="775"/>
                    </a:cubicBezTo>
                    <a:cubicBezTo>
                      <a:pt x="44" y="828"/>
                      <a:pt x="27" y="832"/>
                      <a:pt x="22" y="832"/>
                    </a:cubicBezTo>
                    <a:cubicBezTo>
                      <a:pt x="21" y="832"/>
                      <a:pt x="20" y="832"/>
                      <a:pt x="20" y="832"/>
                    </a:cubicBezTo>
                    <a:cubicBezTo>
                      <a:pt x="148" y="888"/>
                      <a:pt x="148" y="888"/>
                      <a:pt x="148" y="888"/>
                    </a:cubicBezTo>
                    <a:cubicBezTo>
                      <a:pt x="148" y="888"/>
                      <a:pt x="111" y="706"/>
                      <a:pt x="111" y="630"/>
                    </a:cubicBezTo>
                    <a:cubicBezTo>
                      <a:pt x="111" y="623"/>
                      <a:pt x="111" y="617"/>
                      <a:pt x="112" y="612"/>
                    </a:cubicBezTo>
                    <a:cubicBezTo>
                      <a:pt x="120" y="552"/>
                      <a:pt x="116" y="428"/>
                      <a:pt x="140" y="344"/>
                    </a:cubicBezTo>
                    <a:cubicBezTo>
                      <a:pt x="164" y="260"/>
                      <a:pt x="168" y="24"/>
                      <a:pt x="168" y="24"/>
                    </a:cubicBezTo>
                    <a:cubicBezTo>
                      <a:pt x="0" y="0"/>
                      <a:pt x="0" y="0"/>
                      <a:pt x="0" y="0"/>
                    </a:cubicBezTo>
                  </a:path>
                </a:pathLst>
              </a:custGeom>
              <a:solidFill>
                <a:srgbClr val="E1ABA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9" name="任意多边形: 形状 48"/>
              <p:cNvSpPr/>
              <p:nvPr/>
            </p:nvSpPr>
            <p:spPr bwMode="auto">
              <a:xfrm>
                <a:off x="6273972" y="10383549"/>
                <a:ext cx="461963" cy="423863"/>
              </a:xfrm>
              <a:custGeom>
                <a:avLst/>
                <a:gdLst>
                  <a:gd name="T0" fmla="*/ 159 w 276"/>
                  <a:gd name="T1" fmla="*/ 76 h 254"/>
                  <a:gd name="T2" fmla="*/ 76 w 276"/>
                  <a:gd name="T3" fmla="*/ 40 h 254"/>
                  <a:gd name="T4" fmla="*/ 24 w 276"/>
                  <a:gd name="T5" fmla="*/ 40 h 254"/>
                  <a:gd name="T6" fmla="*/ 32 w 276"/>
                  <a:gd name="T7" fmla="*/ 104 h 254"/>
                  <a:gd name="T8" fmla="*/ 223 w 276"/>
                  <a:gd name="T9" fmla="*/ 249 h 254"/>
                  <a:gd name="T10" fmla="*/ 228 w 276"/>
                  <a:gd name="T11" fmla="*/ 248 h 254"/>
                  <a:gd name="T12" fmla="*/ 208 w 276"/>
                  <a:gd name="T13" fmla="*/ 180 h 254"/>
                  <a:gd name="T14" fmla="*/ 163 w 276"/>
                  <a:gd name="T15" fmla="*/ 79 h 254"/>
                  <a:gd name="T16" fmla="*/ 161 w 276"/>
                  <a:gd name="T17" fmla="*/ 76 h 254"/>
                  <a:gd name="T18" fmla="*/ 159 w 276"/>
                  <a:gd name="T19" fmla="*/ 76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6" h="254">
                    <a:moveTo>
                      <a:pt x="159" y="76"/>
                    </a:moveTo>
                    <a:cubicBezTo>
                      <a:pt x="149" y="83"/>
                      <a:pt x="124" y="90"/>
                      <a:pt x="76" y="40"/>
                    </a:cubicBezTo>
                    <a:cubicBezTo>
                      <a:pt x="76" y="40"/>
                      <a:pt x="48" y="0"/>
                      <a:pt x="24" y="40"/>
                    </a:cubicBezTo>
                    <a:cubicBezTo>
                      <a:pt x="0" y="80"/>
                      <a:pt x="16" y="84"/>
                      <a:pt x="32" y="104"/>
                    </a:cubicBezTo>
                    <a:cubicBezTo>
                      <a:pt x="48" y="123"/>
                      <a:pt x="171" y="254"/>
                      <a:pt x="223" y="249"/>
                    </a:cubicBezTo>
                    <a:cubicBezTo>
                      <a:pt x="225" y="249"/>
                      <a:pt x="226" y="248"/>
                      <a:pt x="228" y="248"/>
                    </a:cubicBezTo>
                    <a:cubicBezTo>
                      <a:pt x="276" y="232"/>
                      <a:pt x="208" y="180"/>
                      <a:pt x="208" y="180"/>
                    </a:cubicBezTo>
                    <a:cubicBezTo>
                      <a:pt x="208" y="180"/>
                      <a:pt x="164" y="111"/>
                      <a:pt x="163" y="79"/>
                    </a:cubicBezTo>
                    <a:cubicBezTo>
                      <a:pt x="163" y="77"/>
                      <a:pt x="162" y="76"/>
                      <a:pt x="161" y="76"/>
                    </a:cubicBezTo>
                    <a:cubicBezTo>
                      <a:pt x="160" y="76"/>
                      <a:pt x="160" y="76"/>
                      <a:pt x="159" y="76"/>
                    </a:cubicBezTo>
                    <a:close/>
                  </a:path>
                </a:pathLst>
              </a:custGeom>
              <a:solidFill>
                <a:srgbClr val="3F3D5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0" name="任意多边形: 形状 49"/>
              <p:cNvSpPr/>
              <p:nvPr/>
            </p:nvSpPr>
            <p:spPr bwMode="auto">
              <a:xfrm>
                <a:off x="5143672" y="9034174"/>
                <a:ext cx="1331913" cy="862013"/>
              </a:xfrm>
              <a:custGeom>
                <a:avLst/>
                <a:gdLst>
                  <a:gd name="T0" fmla="*/ 596 w 796"/>
                  <a:gd name="T1" fmla="*/ 0 h 516"/>
                  <a:gd name="T2" fmla="*/ 500 w 796"/>
                  <a:gd name="T3" fmla="*/ 236 h 516"/>
                  <a:gd name="T4" fmla="*/ 402 w 796"/>
                  <a:gd name="T5" fmla="*/ 294 h 516"/>
                  <a:gd name="T6" fmla="*/ 265 w 796"/>
                  <a:gd name="T7" fmla="*/ 336 h 516"/>
                  <a:gd name="T8" fmla="*/ 84 w 796"/>
                  <a:gd name="T9" fmla="*/ 396 h 516"/>
                  <a:gd name="T10" fmla="*/ 68 w 796"/>
                  <a:gd name="T11" fmla="*/ 516 h 516"/>
                  <a:gd name="T12" fmla="*/ 308 w 796"/>
                  <a:gd name="T13" fmla="*/ 432 h 516"/>
                  <a:gd name="T14" fmla="*/ 604 w 796"/>
                  <a:gd name="T15" fmla="*/ 340 h 516"/>
                  <a:gd name="T16" fmla="*/ 796 w 796"/>
                  <a:gd name="T17" fmla="*/ 40 h 516"/>
                  <a:gd name="T18" fmla="*/ 596 w 796"/>
                  <a:gd name="T19" fmla="*/ 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6" h="516">
                    <a:moveTo>
                      <a:pt x="596" y="0"/>
                    </a:moveTo>
                    <a:cubicBezTo>
                      <a:pt x="596" y="0"/>
                      <a:pt x="528" y="156"/>
                      <a:pt x="500" y="236"/>
                    </a:cubicBezTo>
                    <a:cubicBezTo>
                      <a:pt x="485" y="278"/>
                      <a:pt x="441" y="291"/>
                      <a:pt x="402" y="294"/>
                    </a:cubicBezTo>
                    <a:cubicBezTo>
                      <a:pt x="354" y="298"/>
                      <a:pt x="307" y="312"/>
                      <a:pt x="265" y="336"/>
                    </a:cubicBezTo>
                    <a:cubicBezTo>
                      <a:pt x="209" y="367"/>
                      <a:pt x="133" y="403"/>
                      <a:pt x="84" y="396"/>
                    </a:cubicBezTo>
                    <a:cubicBezTo>
                      <a:pt x="0" y="384"/>
                      <a:pt x="68" y="516"/>
                      <a:pt x="68" y="516"/>
                    </a:cubicBezTo>
                    <a:cubicBezTo>
                      <a:pt x="68" y="516"/>
                      <a:pt x="192" y="440"/>
                      <a:pt x="308" y="432"/>
                    </a:cubicBezTo>
                    <a:cubicBezTo>
                      <a:pt x="424" y="424"/>
                      <a:pt x="548" y="412"/>
                      <a:pt x="604" y="340"/>
                    </a:cubicBezTo>
                    <a:cubicBezTo>
                      <a:pt x="660" y="268"/>
                      <a:pt x="796" y="40"/>
                      <a:pt x="796" y="40"/>
                    </a:cubicBezTo>
                    <a:lnTo>
                      <a:pt x="596" y="0"/>
                    </a:lnTo>
                    <a:close/>
                  </a:path>
                </a:pathLst>
              </a:custGeom>
              <a:solidFill>
                <a:srgbClr val="FBBE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1" name="任意多边形: 形状 50"/>
              <p:cNvSpPr/>
              <p:nvPr/>
            </p:nvSpPr>
            <p:spPr bwMode="auto">
              <a:xfrm>
                <a:off x="5016672" y="9581862"/>
                <a:ext cx="307975" cy="514350"/>
              </a:xfrm>
              <a:custGeom>
                <a:avLst/>
                <a:gdLst>
                  <a:gd name="T0" fmla="*/ 148 w 184"/>
                  <a:gd name="T1" fmla="*/ 168 h 308"/>
                  <a:gd name="T2" fmla="*/ 140 w 184"/>
                  <a:gd name="T3" fmla="*/ 112 h 308"/>
                  <a:gd name="T4" fmla="*/ 184 w 184"/>
                  <a:gd name="T5" fmla="*/ 60 h 308"/>
                  <a:gd name="T6" fmla="*/ 108 w 184"/>
                  <a:gd name="T7" fmla="*/ 32 h 308"/>
                  <a:gd name="T8" fmla="*/ 20 w 184"/>
                  <a:gd name="T9" fmla="*/ 252 h 308"/>
                  <a:gd name="T10" fmla="*/ 84 w 184"/>
                  <a:gd name="T11" fmla="*/ 260 h 308"/>
                  <a:gd name="T12" fmla="*/ 169 w 184"/>
                  <a:gd name="T13" fmla="*/ 174 h 308"/>
                  <a:gd name="T14" fmla="*/ 148 w 184"/>
                  <a:gd name="T15" fmla="*/ 168 h 3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4" h="308">
                    <a:moveTo>
                      <a:pt x="148" y="168"/>
                    </a:moveTo>
                    <a:cubicBezTo>
                      <a:pt x="148" y="168"/>
                      <a:pt x="108" y="140"/>
                      <a:pt x="140" y="112"/>
                    </a:cubicBezTo>
                    <a:cubicBezTo>
                      <a:pt x="172" y="84"/>
                      <a:pt x="184" y="60"/>
                      <a:pt x="184" y="60"/>
                    </a:cubicBezTo>
                    <a:cubicBezTo>
                      <a:pt x="184" y="60"/>
                      <a:pt x="128" y="0"/>
                      <a:pt x="108" y="32"/>
                    </a:cubicBezTo>
                    <a:cubicBezTo>
                      <a:pt x="88" y="64"/>
                      <a:pt x="0" y="208"/>
                      <a:pt x="20" y="252"/>
                    </a:cubicBezTo>
                    <a:cubicBezTo>
                      <a:pt x="40" y="296"/>
                      <a:pt x="60" y="308"/>
                      <a:pt x="84" y="260"/>
                    </a:cubicBezTo>
                    <a:cubicBezTo>
                      <a:pt x="108" y="212"/>
                      <a:pt x="169" y="174"/>
                      <a:pt x="169" y="174"/>
                    </a:cubicBezTo>
                    <a:lnTo>
                      <a:pt x="148" y="168"/>
                    </a:lnTo>
                    <a:close/>
                  </a:path>
                </a:pathLst>
              </a:custGeom>
              <a:solidFill>
                <a:srgbClr val="3F3D5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2" name="任意多边形: 形状 51"/>
              <p:cNvSpPr/>
              <p:nvPr/>
            </p:nvSpPr>
            <p:spPr bwMode="auto">
              <a:xfrm>
                <a:off x="6110460" y="7941974"/>
                <a:ext cx="587375" cy="665163"/>
              </a:xfrm>
              <a:custGeom>
                <a:avLst/>
                <a:gdLst>
                  <a:gd name="T0" fmla="*/ 238 w 351"/>
                  <a:gd name="T1" fmla="*/ 30 h 398"/>
                  <a:gd name="T2" fmla="*/ 101 w 351"/>
                  <a:gd name="T3" fmla="*/ 31 h 398"/>
                  <a:gd name="T4" fmla="*/ 18 w 351"/>
                  <a:gd name="T5" fmla="*/ 70 h 398"/>
                  <a:gd name="T6" fmla="*/ 54 w 351"/>
                  <a:gd name="T7" fmla="*/ 202 h 398"/>
                  <a:gd name="T8" fmla="*/ 102 w 351"/>
                  <a:gd name="T9" fmla="*/ 354 h 398"/>
                  <a:gd name="T10" fmla="*/ 330 w 351"/>
                  <a:gd name="T11" fmla="*/ 326 h 398"/>
                  <a:gd name="T12" fmla="*/ 326 w 351"/>
                  <a:gd name="T13" fmla="*/ 230 h 398"/>
                  <a:gd name="T14" fmla="*/ 330 w 351"/>
                  <a:gd name="T15" fmla="*/ 117 h 398"/>
                  <a:gd name="T16" fmla="*/ 306 w 351"/>
                  <a:gd name="T17" fmla="*/ 64 h 398"/>
                  <a:gd name="T18" fmla="*/ 254 w 351"/>
                  <a:gd name="T19" fmla="*/ 2 h 398"/>
                  <a:gd name="T20" fmla="*/ 217 w 351"/>
                  <a:gd name="T21" fmla="*/ 9 h 398"/>
                  <a:gd name="T22" fmla="*/ 238 w 351"/>
                  <a:gd name="T23" fmla="*/ 3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1" h="398">
                    <a:moveTo>
                      <a:pt x="238" y="30"/>
                    </a:moveTo>
                    <a:cubicBezTo>
                      <a:pt x="238" y="30"/>
                      <a:pt x="225" y="56"/>
                      <a:pt x="101" y="31"/>
                    </a:cubicBezTo>
                    <a:cubicBezTo>
                      <a:pt x="68" y="23"/>
                      <a:pt x="33" y="39"/>
                      <a:pt x="18" y="70"/>
                    </a:cubicBezTo>
                    <a:cubicBezTo>
                      <a:pt x="2" y="101"/>
                      <a:pt x="0" y="146"/>
                      <a:pt x="54" y="202"/>
                    </a:cubicBezTo>
                    <a:cubicBezTo>
                      <a:pt x="54" y="202"/>
                      <a:pt x="150" y="310"/>
                      <a:pt x="102" y="354"/>
                    </a:cubicBezTo>
                    <a:cubicBezTo>
                      <a:pt x="54" y="398"/>
                      <a:pt x="330" y="326"/>
                      <a:pt x="330" y="326"/>
                    </a:cubicBezTo>
                    <a:cubicBezTo>
                      <a:pt x="330" y="326"/>
                      <a:pt x="294" y="302"/>
                      <a:pt x="326" y="230"/>
                    </a:cubicBezTo>
                    <a:cubicBezTo>
                      <a:pt x="351" y="173"/>
                      <a:pt x="349" y="141"/>
                      <a:pt x="330" y="117"/>
                    </a:cubicBezTo>
                    <a:cubicBezTo>
                      <a:pt x="318" y="101"/>
                      <a:pt x="310" y="83"/>
                      <a:pt x="306" y="64"/>
                    </a:cubicBezTo>
                    <a:cubicBezTo>
                      <a:pt x="301" y="38"/>
                      <a:pt x="287" y="4"/>
                      <a:pt x="254" y="2"/>
                    </a:cubicBezTo>
                    <a:cubicBezTo>
                      <a:pt x="254" y="2"/>
                      <a:pt x="219" y="0"/>
                      <a:pt x="217" y="9"/>
                    </a:cubicBezTo>
                    <a:cubicBezTo>
                      <a:pt x="214" y="18"/>
                      <a:pt x="246" y="26"/>
                      <a:pt x="238" y="30"/>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3" name="任意多边形: 形状 52"/>
              <p:cNvSpPr/>
              <p:nvPr/>
            </p:nvSpPr>
            <p:spPr bwMode="auto">
              <a:xfrm>
                <a:off x="5370685" y="7995949"/>
                <a:ext cx="896938" cy="877888"/>
              </a:xfrm>
              <a:custGeom>
                <a:avLst/>
                <a:gdLst>
                  <a:gd name="T0" fmla="*/ 534 w 536"/>
                  <a:gd name="T1" fmla="*/ 83 h 526"/>
                  <a:gd name="T2" fmla="*/ 531 w 536"/>
                  <a:gd name="T3" fmla="*/ 66 h 526"/>
                  <a:gd name="T4" fmla="*/ 488 w 536"/>
                  <a:gd name="T5" fmla="*/ 8 h 526"/>
                  <a:gd name="T6" fmla="*/ 404 w 536"/>
                  <a:gd name="T7" fmla="*/ 118 h 526"/>
                  <a:gd name="T8" fmla="*/ 316 w 536"/>
                  <a:gd name="T9" fmla="*/ 258 h 526"/>
                  <a:gd name="T10" fmla="*/ 120 w 536"/>
                  <a:gd name="T11" fmla="*/ 430 h 526"/>
                  <a:gd name="T12" fmla="*/ 44 w 536"/>
                  <a:gd name="T13" fmla="*/ 494 h 526"/>
                  <a:gd name="T14" fmla="*/ 144 w 536"/>
                  <a:gd name="T15" fmla="*/ 474 h 526"/>
                  <a:gd name="T16" fmla="*/ 286 w 536"/>
                  <a:gd name="T17" fmla="*/ 389 h 526"/>
                  <a:gd name="T18" fmla="*/ 410 w 536"/>
                  <a:gd name="T19" fmla="*/ 272 h 526"/>
                  <a:gd name="T20" fmla="*/ 500 w 536"/>
                  <a:gd name="T21" fmla="*/ 163 h 526"/>
                  <a:gd name="T22" fmla="*/ 530 w 536"/>
                  <a:gd name="T23" fmla="*/ 124 h 526"/>
                  <a:gd name="T24" fmla="*/ 534 w 536"/>
                  <a:gd name="T25" fmla="*/ 83 h 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26">
                    <a:moveTo>
                      <a:pt x="534" y="83"/>
                    </a:moveTo>
                    <a:cubicBezTo>
                      <a:pt x="533" y="77"/>
                      <a:pt x="532" y="71"/>
                      <a:pt x="531" y="66"/>
                    </a:cubicBezTo>
                    <a:cubicBezTo>
                      <a:pt x="529" y="46"/>
                      <a:pt x="520" y="0"/>
                      <a:pt x="488" y="8"/>
                    </a:cubicBezTo>
                    <a:cubicBezTo>
                      <a:pt x="448" y="18"/>
                      <a:pt x="404" y="118"/>
                      <a:pt x="404" y="118"/>
                    </a:cubicBezTo>
                    <a:cubicBezTo>
                      <a:pt x="404" y="118"/>
                      <a:pt x="368" y="230"/>
                      <a:pt x="316" y="258"/>
                    </a:cubicBezTo>
                    <a:cubicBezTo>
                      <a:pt x="264" y="286"/>
                      <a:pt x="120" y="430"/>
                      <a:pt x="120" y="430"/>
                    </a:cubicBezTo>
                    <a:cubicBezTo>
                      <a:pt x="120" y="430"/>
                      <a:pt x="0" y="462"/>
                      <a:pt x="44" y="494"/>
                    </a:cubicBezTo>
                    <a:cubicBezTo>
                      <a:pt x="88" y="526"/>
                      <a:pt x="144" y="474"/>
                      <a:pt x="144" y="474"/>
                    </a:cubicBezTo>
                    <a:cubicBezTo>
                      <a:pt x="286" y="389"/>
                      <a:pt x="286" y="389"/>
                      <a:pt x="286" y="389"/>
                    </a:cubicBezTo>
                    <a:cubicBezTo>
                      <a:pt x="335" y="359"/>
                      <a:pt x="378" y="319"/>
                      <a:pt x="410" y="272"/>
                    </a:cubicBezTo>
                    <a:cubicBezTo>
                      <a:pt x="440" y="229"/>
                      <a:pt x="477" y="180"/>
                      <a:pt x="500" y="163"/>
                    </a:cubicBezTo>
                    <a:cubicBezTo>
                      <a:pt x="514" y="154"/>
                      <a:pt x="525" y="140"/>
                      <a:pt x="530" y="124"/>
                    </a:cubicBezTo>
                    <a:cubicBezTo>
                      <a:pt x="535" y="110"/>
                      <a:pt x="536" y="96"/>
                      <a:pt x="534" y="83"/>
                    </a:cubicBezTo>
                    <a:close/>
                  </a:path>
                </a:pathLst>
              </a:custGeom>
              <a:solidFill>
                <a:srgbClr val="FBBE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4" name="任意多边形: 形状 53"/>
              <p:cNvSpPr/>
              <p:nvPr/>
            </p:nvSpPr>
            <p:spPr bwMode="auto">
              <a:xfrm>
                <a:off x="5538960" y="8440449"/>
                <a:ext cx="1584325" cy="854075"/>
              </a:xfrm>
              <a:custGeom>
                <a:avLst/>
                <a:gdLst>
                  <a:gd name="T0" fmla="*/ 468 w 948"/>
                  <a:gd name="T1" fmla="*/ 48 h 512"/>
                  <a:gd name="T2" fmla="*/ 180 w 948"/>
                  <a:gd name="T3" fmla="*/ 148 h 512"/>
                  <a:gd name="T4" fmla="*/ 8 w 948"/>
                  <a:gd name="T5" fmla="*/ 256 h 512"/>
                  <a:gd name="T6" fmla="*/ 624 w 948"/>
                  <a:gd name="T7" fmla="*/ 484 h 512"/>
                  <a:gd name="T8" fmla="*/ 869 w 948"/>
                  <a:gd name="T9" fmla="*/ 442 h 512"/>
                  <a:gd name="T10" fmla="*/ 908 w 948"/>
                  <a:gd name="T11" fmla="*/ 416 h 512"/>
                  <a:gd name="T12" fmla="*/ 927 w 948"/>
                  <a:gd name="T13" fmla="*/ 398 h 512"/>
                  <a:gd name="T14" fmla="*/ 937 w 948"/>
                  <a:gd name="T15" fmla="*/ 350 h 512"/>
                  <a:gd name="T16" fmla="*/ 936 w 948"/>
                  <a:gd name="T17" fmla="*/ 349 h 512"/>
                  <a:gd name="T18" fmla="*/ 652 w 948"/>
                  <a:gd name="T19" fmla="*/ 8 h 512"/>
                  <a:gd name="T20" fmla="*/ 468 w 948"/>
                  <a:gd name="T21" fmla="*/ 4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8" h="512">
                    <a:moveTo>
                      <a:pt x="468" y="48"/>
                    </a:moveTo>
                    <a:cubicBezTo>
                      <a:pt x="468" y="48"/>
                      <a:pt x="284" y="24"/>
                      <a:pt x="180" y="148"/>
                    </a:cubicBezTo>
                    <a:cubicBezTo>
                      <a:pt x="76" y="272"/>
                      <a:pt x="0" y="236"/>
                      <a:pt x="8" y="256"/>
                    </a:cubicBezTo>
                    <a:cubicBezTo>
                      <a:pt x="16" y="276"/>
                      <a:pt x="400" y="512"/>
                      <a:pt x="624" y="484"/>
                    </a:cubicBezTo>
                    <a:cubicBezTo>
                      <a:pt x="760" y="467"/>
                      <a:pt x="833" y="451"/>
                      <a:pt x="869" y="442"/>
                    </a:cubicBezTo>
                    <a:cubicBezTo>
                      <a:pt x="884" y="438"/>
                      <a:pt x="898" y="428"/>
                      <a:pt x="908" y="416"/>
                    </a:cubicBezTo>
                    <a:cubicBezTo>
                      <a:pt x="913" y="409"/>
                      <a:pt x="920" y="403"/>
                      <a:pt x="927" y="398"/>
                    </a:cubicBezTo>
                    <a:cubicBezTo>
                      <a:pt x="943" y="387"/>
                      <a:pt x="948" y="366"/>
                      <a:pt x="937" y="350"/>
                    </a:cubicBezTo>
                    <a:cubicBezTo>
                      <a:pt x="936" y="349"/>
                      <a:pt x="936" y="349"/>
                      <a:pt x="936" y="349"/>
                    </a:cubicBezTo>
                    <a:cubicBezTo>
                      <a:pt x="873" y="257"/>
                      <a:pt x="701" y="14"/>
                      <a:pt x="652" y="8"/>
                    </a:cubicBezTo>
                    <a:cubicBezTo>
                      <a:pt x="592" y="0"/>
                      <a:pt x="468" y="48"/>
                      <a:pt x="468" y="48"/>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5" name="椭圆 54"/>
              <p:cNvSpPr/>
              <p:nvPr/>
            </p:nvSpPr>
            <p:spPr bwMode="auto">
              <a:xfrm>
                <a:off x="6264447" y="7414924"/>
                <a:ext cx="214313" cy="152400"/>
              </a:xfrm>
              <a:prstGeom prst="ellipse">
                <a:avLst/>
              </a:prstGeom>
              <a:solidFill>
                <a:srgbClr val="FF65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56" name="组合 55"/>
            <p:cNvGrpSpPr/>
            <p:nvPr userDrawn="1"/>
          </p:nvGrpSpPr>
          <p:grpSpPr>
            <a:xfrm rot="552067">
              <a:off x="6286960" y="1289267"/>
              <a:ext cx="419101" cy="678269"/>
              <a:chOff x="6308743" y="5908512"/>
              <a:chExt cx="690563" cy="1117600"/>
            </a:xfrm>
          </p:grpSpPr>
          <p:sp>
            <p:nvSpPr>
              <p:cNvPr id="57" name="任意多边形: 形状 56"/>
              <p:cNvSpPr/>
              <p:nvPr/>
            </p:nvSpPr>
            <p:spPr bwMode="auto">
              <a:xfrm>
                <a:off x="6308743" y="5908512"/>
                <a:ext cx="690563" cy="1117600"/>
              </a:xfrm>
              <a:custGeom>
                <a:avLst/>
                <a:gdLst>
                  <a:gd name="T0" fmla="*/ 398 w 469"/>
                  <a:gd name="T1" fmla="*/ 213 h 759"/>
                  <a:gd name="T2" fmla="*/ 363 w 469"/>
                  <a:gd name="T3" fmla="*/ 179 h 759"/>
                  <a:gd name="T4" fmla="*/ 340 w 469"/>
                  <a:gd name="T5" fmla="*/ 154 h 759"/>
                  <a:gd name="T6" fmla="*/ 310 w 469"/>
                  <a:gd name="T7" fmla="*/ 100 h 759"/>
                  <a:gd name="T8" fmla="*/ 296 w 469"/>
                  <a:gd name="T9" fmla="*/ 14 h 759"/>
                  <a:gd name="T10" fmla="*/ 296 w 469"/>
                  <a:gd name="T11" fmla="*/ 9 h 759"/>
                  <a:gd name="T12" fmla="*/ 285 w 469"/>
                  <a:gd name="T13" fmla="*/ 0 h 759"/>
                  <a:gd name="T14" fmla="*/ 285 w 469"/>
                  <a:gd name="T15" fmla="*/ 0 h 759"/>
                  <a:gd name="T16" fmla="*/ 221 w 469"/>
                  <a:gd name="T17" fmla="*/ 0 h 759"/>
                  <a:gd name="T18" fmla="*/ 209 w 469"/>
                  <a:gd name="T19" fmla="*/ 13 h 759"/>
                  <a:gd name="T20" fmla="*/ 209 w 469"/>
                  <a:gd name="T21" fmla="*/ 517 h 759"/>
                  <a:gd name="T22" fmla="*/ 195 w 469"/>
                  <a:gd name="T23" fmla="*/ 529 h 759"/>
                  <a:gd name="T24" fmla="*/ 112 w 469"/>
                  <a:gd name="T25" fmla="*/ 542 h 759"/>
                  <a:gd name="T26" fmla="*/ 22 w 469"/>
                  <a:gd name="T27" fmla="*/ 698 h 759"/>
                  <a:gd name="T28" fmla="*/ 128 w 469"/>
                  <a:gd name="T29" fmla="*/ 759 h 759"/>
                  <a:gd name="T30" fmla="*/ 194 w 469"/>
                  <a:gd name="T31" fmla="*/ 746 h 759"/>
                  <a:gd name="T32" fmla="*/ 291 w 469"/>
                  <a:gd name="T33" fmla="*/ 629 h 759"/>
                  <a:gd name="T34" fmla="*/ 291 w 469"/>
                  <a:gd name="T35" fmla="*/ 627 h 759"/>
                  <a:gd name="T36" fmla="*/ 291 w 469"/>
                  <a:gd name="T37" fmla="*/ 239 h 759"/>
                  <a:gd name="T38" fmla="*/ 296 w 469"/>
                  <a:gd name="T39" fmla="*/ 241 h 759"/>
                  <a:gd name="T40" fmla="*/ 330 w 469"/>
                  <a:gd name="T41" fmla="*/ 259 h 759"/>
                  <a:gd name="T42" fmla="*/ 362 w 469"/>
                  <a:gd name="T43" fmla="*/ 289 h 759"/>
                  <a:gd name="T44" fmla="*/ 384 w 469"/>
                  <a:gd name="T45" fmla="*/ 548 h 759"/>
                  <a:gd name="T46" fmla="*/ 384 w 469"/>
                  <a:gd name="T47" fmla="*/ 548 h 759"/>
                  <a:gd name="T48" fmla="*/ 392 w 469"/>
                  <a:gd name="T49" fmla="*/ 562 h 759"/>
                  <a:gd name="T50" fmla="*/ 401 w 469"/>
                  <a:gd name="T51" fmla="*/ 560 h 759"/>
                  <a:gd name="T52" fmla="*/ 405 w 469"/>
                  <a:gd name="T53" fmla="*/ 554 h 759"/>
                  <a:gd name="T54" fmla="*/ 406 w 469"/>
                  <a:gd name="T55" fmla="*/ 554 h 759"/>
                  <a:gd name="T56" fmla="*/ 411 w 469"/>
                  <a:gd name="T57" fmla="*/ 546 h 759"/>
                  <a:gd name="T58" fmla="*/ 447 w 469"/>
                  <a:gd name="T59" fmla="*/ 472 h 759"/>
                  <a:gd name="T60" fmla="*/ 465 w 469"/>
                  <a:gd name="T61" fmla="*/ 396 h 759"/>
                  <a:gd name="T62" fmla="*/ 453 w 469"/>
                  <a:gd name="T63" fmla="*/ 291 h 759"/>
                  <a:gd name="T64" fmla="*/ 398 w 469"/>
                  <a:gd name="T65" fmla="*/ 213 h 759"/>
                  <a:gd name="T66" fmla="*/ 286 w 469"/>
                  <a:gd name="T67" fmla="*/ 23 h 759"/>
                  <a:gd name="T68" fmla="*/ 286 w 469"/>
                  <a:gd name="T69" fmla="*/ 23 h 759"/>
                  <a:gd name="T70" fmla="*/ 286 w 469"/>
                  <a:gd name="T71" fmla="*/ 23 h 759"/>
                  <a:gd name="T72" fmla="*/ 286 w 469"/>
                  <a:gd name="T73" fmla="*/ 23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69" h="759">
                    <a:moveTo>
                      <a:pt x="398" y="213"/>
                    </a:moveTo>
                    <a:cubicBezTo>
                      <a:pt x="387" y="202"/>
                      <a:pt x="376" y="190"/>
                      <a:pt x="363" y="179"/>
                    </a:cubicBezTo>
                    <a:cubicBezTo>
                      <a:pt x="355" y="171"/>
                      <a:pt x="347" y="163"/>
                      <a:pt x="340" y="154"/>
                    </a:cubicBezTo>
                    <a:cubicBezTo>
                      <a:pt x="329" y="139"/>
                      <a:pt x="319" y="122"/>
                      <a:pt x="310" y="100"/>
                    </a:cubicBezTo>
                    <a:cubicBezTo>
                      <a:pt x="301" y="76"/>
                      <a:pt x="296" y="24"/>
                      <a:pt x="296" y="14"/>
                    </a:cubicBezTo>
                    <a:cubicBezTo>
                      <a:pt x="296" y="12"/>
                      <a:pt x="296" y="10"/>
                      <a:pt x="296" y="9"/>
                    </a:cubicBezTo>
                    <a:cubicBezTo>
                      <a:pt x="294" y="4"/>
                      <a:pt x="290" y="0"/>
                      <a:pt x="285" y="0"/>
                    </a:cubicBezTo>
                    <a:cubicBezTo>
                      <a:pt x="285" y="0"/>
                      <a:pt x="285" y="0"/>
                      <a:pt x="285" y="0"/>
                    </a:cubicBezTo>
                    <a:cubicBezTo>
                      <a:pt x="221" y="0"/>
                      <a:pt x="221" y="0"/>
                      <a:pt x="221" y="0"/>
                    </a:cubicBezTo>
                    <a:cubicBezTo>
                      <a:pt x="214" y="0"/>
                      <a:pt x="209" y="6"/>
                      <a:pt x="209" y="13"/>
                    </a:cubicBezTo>
                    <a:cubicBezTo>
                      <a:pt x="209" y="517"/>
                      <a:pt x="209" y="517"/>
                      <a:pt x="209" y="517"/>
                    </a:cubicBezTo>
                    <a:cubicBezTo>
                      <a:pt x="209" y="524"/>
                      <a:pt x="202" y="530"/>
                      <a:pt x="195" y="529"/>
                    </a:cubicBezTo>
                    <a:cubicBezTo>
                      <a:pt x="169" y="527"/>
                      <a:pt x="140" y="531"/>
                      <a:pt x="112" y="542"/>
                    </a:cubicBezTo>
                    <a:cubicBezTo>
                      <a:pt x="40" y="572"/>
                      <a:pt x="0" y="642"/>
                      <a:pt x="22" y="698"/>
                    </a:cubicBezTo>
                    <a:cubicBezTo>
                      <a:pt x="38" y="737"/>
                      <a:pt x="80" y="759"/>
                      <a:pt x="128" y="759"/>
                    </a:cubicBezTo>
                    <a:cubicBezTo>
                      <a:pt x="149" y="759"/>
                      <a:pt x="172" y="755"/>
                      <a:pt x="194" y="746"/>
                    </a:cubicBezTo>
                    <a:cubicBezTo>
                      <a:pt x="249" y="723"/>
                      <a:pt x="287" y="676"/>
                      <a:pt x="291" y="629"/>
                    </a:cubicBezTo>
                    <a:cubicBezTo>
                      <a:pt x="291" y="628"/>
                      <a:pt x="291" y="627"/>
                      <a:pt x="291" y="627"/>
                    </a:cubicBezTo>
                    <a:cubicBezTo>
                      <a:pt x="291" y="239"/>
                      <a:pt x="291" y="239"/>
                      <a:pt x="291" y="239"/>
                    </a:cubicBezTo>
                    <a:cubicBezTo>
                      <a:pt x="293" y="240"/>
                      <a:pt x="295" y="240"/>
                      <a:pt x="296" y="241"/>
                    </a:cubicBezTo>
                    <a:cubicBezTo>
                      <a:pt x="308" y="244"/>
                      <a:pt x="319" y="251"/>
                      <a:pt x="330" y="259"/>
                    </a:cubicBezTo>
                    <a:cubicBezTo>
                      <a:pt x="341" y="267"/>
                      <a:pt x="352" y="277"/>
                      <a:pt x="362" y="289"/>
                    </a:cubicBezTo>
                    <a:cubicBezTo>
                      <a:pt x="434" y="376"/>
                      <a:pt x="385" y="546"/>
                      <a:pt x="384" y="548"/>
                    </a:cubicBezTo>
                    <a:cubicBezTo>
                      <a:pt x="384" y="548"/>
                      <a:pt x="384" y="548"/>
                      <a:pt x="384" y="548"/>
                    </a:cubicBezTo>
                    <a:cubicBezTo>
                      <a:pt x="383" y="553"/>
                      <a:pt x="386" y="560"/>
                      <a:pt x="392" y="562"/>
                    </a:cubicBezTo>
                    <a:cubicBezTo>
                      <a:pt x="395" y="563"/>
                      <a:pt x="399" y="562"/>
                      <a:pt x="401" y="560"/>
                    </a:cubicBezTo>
                    <a:cubicBezTo>
                      <a:pt x="403" y="559"/>
                      <a:pt x="404" y="558"/>
                      <a:pt x="405" y="554"/>
                    </a:cubicBezTo>
                    <a:cubicBezTo>
                      <a:pt x="406" y="554"/>
                      <a:pt x="406" y="554"/>
                      <a:pt x="406" y="554"/>
                    </a:cubicBezTo>
                    <a:cubicBezTo>
                      <a:pt x="406" y="553"/>
                      <a:pt x="408" y="549"/>
                      <a:pt x="411" y="546"/>
                    </a:cubicBezTo>
                    <a:cubicBezTo>
                      <a:pt x="418" y="533"/>
                      <a:pt x="433" y="510"/>
                      <a:pt x="447" y="472"/>
                    </a:cubicBezTo>
                    <a:cubicBezTo>
                      <a:pt x="457" y="447"/>
                      <a:pt x="463" y="421"/>
                      <a:pt x="465" y="396"/>
                    </a:cubicBezTo>
                    <a:cubicBezTo>
                      <a:pt x="469" y="360"/>
                      <a:pt x="465" y="324"/>
                      <a:pt x="453" y="291"/>
                    </a:cubicBezTo>
                    <a:cubicBezTo>
                      <a:pt x="441" y="257"/>
                      <a:pt x="419" y="234"/>
                      <a:pt x="398" y="213"/>
                    </a:cubicBezTo>
                    <a:moveTo>
                      <a:pt x="286" y="23"/>
                    </a:moveTo>
                    <a:cubicBezTo>
                      <a:pt x="286" y="23"/>
                      <a:pt x="286" y="23"/>
                      <a:pt x="286" y="23"/>
                    </a:cubicBezTo>
                    <a:cubicBezTo>
                      <a:pt x="286" y="23"/>
                      <a:pt x="286" y="23"/>
                      <a:pt x="286" y="23"/>
                    </a:cubicBezTo>
                    <a:cubicBezTo>
                      <a:pt x="286" y="23"/>
                      <a:pt x="286" y="23"/>
                      <a:pt x="286" y="23"/>
                    </a:cubicBezTo>
                  </a:path>
                </a:pathLst>
              </a:custGeom>
              <a:solidFill>
                <a:schemeClr val="accent1">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8" name="任意多边形: 形状 57"/>
              <p:cNvSpPr/>
              <p:nvPr/>
            </p:nvSpPr>
            <p:spPr bwMode="auto">
              <a:xfrm>
                <a:off x="6383356" y="6678449"/>
                <a:ext cx="354013" cy="347663"/>
              </a:xfrm>
              <a:custGeom>
                <a:avLst/>
                <a:gdLst>
                  <a:gd name="T0" fmla="*/ 240 w 240"/>
                  <a:gd name="T1" fmla="*/ 0 h 236"/>
                  <a:gd name="T2" fmla="*/ 0 w 240"/>
                  <a:gd name="T3" fmla="*/ 212 h 236"/>
                  <a:gd name="T4" fmla="*/ 74 w 240"/>
                  <a:gd name="T5" fmla="*/ 236 h 236"/>
                  <a:gd name="T6" fmla="*/ 74 w 240"/>
                  <a:gd name="T7" fmla="*/ 236 h 236"/>
                  <a:gd name="T8" fmla="*/ 75 w 240"/>
                  <a:gd name="T9" fmla="*/ 236 h 236"/>
                  <a:gd name="T10" fmla="*/ 75 w 240"/>
                  <a:gd name="T11" fmla="*/ 236 h 236"/>
                  <a:gd name="T12" fmla="*/ 75 w 240"/>
                  <a:gd name="T13" fmla="*/ 236 h 236"/>
                  <a:gd name="T14" fmla="*/ 75 w 240"/>
                  <a:gd name="T15" fmla="*/ 236 h 236"/>
                  <a:gd name="T16" fmla="*/ 75 w 240"/>
                  <a:gd name="T17" fmla="*/ 236 h 236"/>
                  <a:gd name="T18" fmla="*/ 75 w 240"/>
                  <a:gd name="T19" fmla="*/ 236 h 236"/>
                  <a:gd name="T20" fmla="*/ 76 w 240"/>
                  <a:gd name="T21" fmla="*/ 236 h 236"/>
                  <a:gd name="T22" fmla="*/ 76 w 240"/>
                  <a:gd name="T23" fmla="*/ 236 h 236"/>
                  <a:gd name="T24" fmla="*/ 76 w 240"/>
                  <a:gd name="T25" fmla="*/ 236 h 236"/>
                  <a:gd name="T26" fmla="*/ 76 w 240"/>
                  <a:gd name="T27" fmla="*/ 236 h 236"/>
                  <a:gd name="T28" fmla="*/ 76 w 240"/>
                  <a:gd name="T29" fmla="*/ 236 h 236"/>
                  <a:gd name="T30" fmla="*/ 76 w 240"/>
                  <a:gd name="T31" fmla="*/ 236 h 236"/>
                  <a:gd name="T32" fmla="*/ 77 w 240"/>
                  <a:gd name="T33" fmla="*/ 236 h 236"/>
                  <a:gd name="T34" fmla="*/ 77 w 240"/>
                  <a:gd name="T35" fmla="*/ 236 h 236"/>
                  <a:gd name="T36" fmla="*/ 77 w 240"/>
                  <a:gd name="T37" fmla="*/ 236 h 236"/>
                  <a:gd name="T38" fmla="*/ 77 w 240"/>
                  <a:gd name="T39" fmla="*/ 236 h 236"/>
                  <a:gd name="T40" fmla="*/ 77 w 240"/>
                  <a:gd name="T41" fmla="*/ 236 h 236"/>
                  <a:gd name="T42" fmla="*/ 143 w 240"/>
                  <a:gd name="T43" fmla="*/ 223 h 236"/>
                  <a:gd name="T44" fmla="*/ 240 w 240"/>
                  <a:gd name="T45" fmla="*/ 106 h 236"/>
                  <a:gd name="T46" fmla="*/ 240 w 240"/>
                  <a:gd name="T47" fmla="*/ 104 h 236"/>
                  <a:gd name="T48" fmla="*/ 240 w 240"/>
                  <a:gd name="T49" fmla="*/ 0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236">
                    <a:moveTo>
                      <a:pt x="240" y="0"/>
                    </a:moveTo>
                    <a:cubicBezTo>
                      <a:pt x="167" y="146"/>
                      <a:pt x="64" y="196"/>
                      <a:pt x="0" y="212"/>
                    </a:cubicBezTo>
                    <a:cubicBezTo>
                      <a:pt x="20" y="227"/>
                      <a:pt x="46" y="236"/>
                      <a:pt x="74" y="236"/>
                    </a:cubicBezTo>
                    <a:cubicBezTo>
                      <a:pt x="74" y="236"/>
                      <a:pt x="74" y="236"/>
                      <a:pt x="74" y="236"/>
                    </a:cubicBezTo>
                    <a:cubicBezTo>
                      <a:pt x="74" y="236"/>
                      <a:pt x="75" y="236"/>
                      <a:pt x="75" y="236"/>
                    </a:cubicBezTo>
                    <a:cubicBezTo>
                      <a:pt x="75" y="236"/>
                      <a:pt x="75" y="236"/>
                      <a:pt x="75" y="236"/>
                    </a:cubicBezTo>
                    <a:cubicBezTo>
                      <a:pt x="75" y="236"/>
                      <a:pt x="75" y="236"/>
                      <a:pt x="75" y="236"/>
                    </a:cubicBezTo>
                    <a:cubicBezTo>
                      <a:pt x="75" y="236"/>
                      <a:pt x="75" y="236"/>
                      <a:pt x="75" y="236"/>
                    </a:cubicBezTo>
                    <a:cubicBezTo>
                      <a:pt x="75" y="236"/>
                      <a:pt x="75" y="236"/>
                      <a:pt x="75" y="236"/>
                    </a:cubicBezTo>
                    <a:cubicBezTo>
                      <a:pt x="75" y="236"/>
                      <a:pt x="75" y="236"/>
                      <a:pt x="75" y="236"/>
                    </a:cubicBezTo>
                    <a:cubicBezTo>
                      <a:pt x="75" y="236"/>
                      <a:pt x="76" y="236"/>
                      <a:pt x="76" y="236"/>
                    </a:cubicBezTo>
                    <a:cubicBezTo>
                      <a:pt x="76" y="236"/>
                      <a:pt x="76" y="236"/>
                      <a:pt x="76" y="236"/>
                    </a:cubicBezTo>
                    <a:cubicBezTo>
                      <a:pt x="76" y="236"/>
                      <a:pt x="76" y="236"/>
                      <a:pt x="76" y="236"/>
                    </a:cubicBezTo>
                    <a:cubicBezTo>
                      <a:pt x="76" y="236"/>
                      <a:pt x="76" y="236"/>
                      <a:pt x="76" y="236"/>
                    </a:cubicBezTo>
                    <a:cubicBezTo>
                      <a:pt x="76" y="236"/>
                      <a:pt x="76" y="236"/>
                      <a:pt x="76" y="236"/>
                    </a:cubicBezTo>
                    <a:cubicBezTo>
                      <a:pt x="76" y="236"/>
                      <a:pt x="76" y="236"/>
                      <a:pt x="76" y="236"/>
                    </a:cubicBezTo>
                    <a:cubicBezTo>
                      <a:pt x="77" y="236"/>
                      <a:pt x="77" y="236"/>
                      <a:pt x="77" y="236"/>
                    </a:cubicBezTo>
                    <a:cubicBezTo>
                      <a:pt x="77" y="236"/>
                      <a:pt x="77" y="236"/>
                      <a:pt x="77" y="236"/>
                    </a:cubicBezTo>
                    <a:cubicBezTo>
                      <a:pt x="77" y="236"/>
                      <a:pt x="77" y="236"/>
                      <a:pt x="77" y="236"/>
                    </a:cubicBezTo>
                    <a:cubicBezTo>
                      <a:pt x="77" y="236"/>
                      <a:pt x="77" y="236"/>
                      <a:pt x="77" y="236"/>
                    </a:cubicBezTo>
                    <a:cubicBezTo>
                      <a:pt x="77" y="236"/>
                      <a:pt x="77" y="236"/>
                      <a:pt x="77" y="236"/>
                    </a:cubicBezTo>
                    <a:cubicBezTo>
                      <a:pt x="98" y="236"/>
                      <a:pt x="121" y="232"/>
                      <a:pt x="143" y="223"/>
                    </a:cubicBezTo>
                    <a:cubicBezTo>
                      <a:pt x="198" y="200"/>
                      <a:pt x="236" y="153"/>
                      <a:pt x="240" y="106"/>
                    </a:cubicBezTo>
                    <a:cubicBezTo>
                      <a:pt x="240" y="105"/>
                      <a:pt x="240" y="104"/>
                      <a:pt x="240" y="104"/>
                    </a:cubicBezTo>
                    <a:cubicBezTo>
                      <a:pt x="240" y="0"/>
                      <a:pt x="240" y="0"/>
                      <a:pt x="240" y="0"/>
                    </a:cubicBezTo>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59" name="组合 58"/>
            <p:cNvGrpSpPr/>
            <p:nvPr userDrawn="1"/>
          </p:nvGrpSpPr>
          <p:grpSpPr>
            <a:xfrm>
              <a:off x="7654942" y="1151746"/>
              <a:ext cx="457907" cy="713948"/>
              <a:chOff x="4732356" y="5914862"/>
              <a:chExt cx="979488" cy="1527175"/>
            </a:xfrm>
          </p:grpSpPr>
          <p:sp>
            <p:nvSpPr>
              <p:cNvPr id="60" name="任意多边形: 形状 59"/>
              <p:cNvSpPr/>
              <p:nvPr/>
            </p:nvSpPr>
            <p:spPr bwMode="auto">
              <a:xfrm>
                <a:off x="4732356" y="5914862"/>
                <a:ext cx="979488" cy="1527175"/>
              </a:xfrm>
              <a:custGeom>
                <a:avLst/>
                <a:gdLst>
                  <a:gd name="T0" fmla="*/ 450 w 664"/>
                  <a:gd name="T1" fmla="*/ 1 h 1038"/>
                  <a:gd name="T2" fmla="*/ 440 w 664"/>
                  <a:gd name="T3" fmla="*/ 3 h 1038"/>
                  <a:gd name="T4" fmla="*/ 23 w 664"/>
                  <a:gd name="T5" fmla="*/ 279 h 1038"/>
                  <a:gd name="T6" fmla="*/ 18 w 664"/>
                  <a:gd name="T7" fmla="*/ 282 h 1038"/>
                  <a:gd name="T8" fmla="*/ 16 w 664"/>
                  <a:gd name="T9" fmla="*/ 293 h 1038"/>
                  <a:gd name="T10" fmla="*/ 166 w 664"/>
                  <a:gd name="T11" fmla="*/ 777 h 1038"/>
                  <a:gd name="T12" fmla="*/ 158 w 664"/>
                  <a:gd name="T13" fmla="*/ 790 h 1038"/>
                  <a:gd name="T14" fmla="*/ 79 w 664"/>
                  <a:gd name="T15" fmla="*/ 827 h 1038"/>
                  <a:gd name="T16" fmla="*/ 38 w 664"/>
                  <a:gd name="T17" fmla="*/ 1003 h 1038"/>
                  <a:gd name="T18" fmla="*/ 121 w 664"/>
                  <a:gd name="T19" fmla="*/ 1036 h 1038"/>
                  <a:gd name="T20" fmla="*/ 159 w 664"/>
                  <a:gd name="T21" fmla="*/ 1030 h 1038"/>
                  <a:gd name="T22" fmla="*/ 219 w 664"/>
                  <a:gd name="T23" fmla="*/ 997 h 1038"/>
                  <a:gd name="T24" fmla="*/ 277 w 664"/>
                  <a:gd name="T25" fmla="*/ 853 h 1038"/>
                  <a:gd name="T26" fmla="*/ 277 w 664"/>
                  <a:gd name="T27" fmla="*/ 852 h 1038"/>
                  <a:gd name="T28" fmla="*/ 158 w 664"/>
                  <a:gd name="T29" fmla="*/ 470 h 1038"/>
                  <a:gd name="T30" fmla="*/ 162 w 664"/>
                  <a:gd name="T31" fmla="*/ 458 h 1038"/>
                  <a:gd name="T32" fmla="*/ 438 w 664"/>
                  <a:gd name="T33" fmla="*/ 275 h 1038"/>
                  <a:gd name="T34" fmla="*/ 454 w 664"/>
                  <a:gd name="T35" fmla="*/ 280 h 1038"/>
                  <a:gd name="T36" fmla="*/ 539 w 664"/>
                  <a:gd name="T37" fmla="*/ 556 h 1038"/>
                  <a:gd name="T38" fmla="*/ 531 w 664"/>
                  <a:gd name="T39" fmla="*/ 569 h 1038"/>
                  <a:gd name="T40" fmla="*/ 453 w 664"/>
                  <a:gd name="T41" fmla="*/ 606 h 1038"/>
                  <a:gd name="T42" fmla="*/ 395 w 664"/>
                  <a:gd name="T43" fmla="*/ 694 h 1038"/>
                  <a:gd name="T44" fmla="*/ 411 w 664"/>
                  <a:gd name="T45" fmla="*/ 782 h 1038"/>
                  <a:gd name="T46" fmla="*/ 495 w 664"/>
                  <a:gd name="T47" fmla="*/ 815 h 1038"/>
                  <a:gd name="T48" fmla="*/ 592 w 664"/>
                  <a:gd name="T49" fmla="*/ 776 h 1038"/>
                  <a:gd name="T50" fmla="*/ 650 w 664"/>
                  <a:gd name="T51" fmla="*/ 631 h 1038"/>
                  <a:gd name="T52" fmla="*/ 650 w 664"/>
                  <a:gd name="T53" fmla="*/ 630 h 1038"/>
                  <a:gd name="T54" fmla="*/ 457 w 664"/>
                  <a:gd name="T55" fmla="*/ 9 h 1038"/>
                  <a:gd name="T56" fmla="*/ 450 w 664"/>
                  <a:gd name="T57" fmla="*/ 1 h 1038"/>
                  <a:gd name="T58" fmla="*/ 416 w 664"/>
                  <a:gd name="T59" fmla="*/ 158 h 1038"/>
                  <a:gd name="T60" fmla="*/ 422 w 664"/>
                  <a:gd name="T61" fmla="*/ 178 h 1038"/>
                  <a:gd name="T62" fmla="*/ 418 w 664"/>
                  <a:gd name="T63" fmla="*/ 190 h 1038"/>
                  <a:gd name="T64" fmla="*/ 142 w 664"/>
                  <a:gd name="T65" fmla="*/ 374 h 1038"/>
                  <a:gd name="T66" fmla="*/ 127 w 664"/>
                  <a:gd name="T67" fmla="*/ 368 h 1038"/>
                  <a:gd name="T68" fmla="*/ 120 w 664"/>
                  <a:gd name="T69" fmla="*/ 348 h 1038"/>
                  <a:gd name="T70" fmla="*/ 124 w 664"/>
                  <a:gd name="T71" fmla="*/ 336 h 1038"/>
                  <a:gd name="T72" fmla="*/ 400 w 664"/>
                  <a:gd name="T73" fmla="*/ 153 h 1038"/>
                  <a:gd name="T74" fmla="*/ 416 w 664"/>
                  <a:gd name="T75" fmla="*/ 158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64" h="1038">
                    <a:moveTo>
                      <a:pt x="450" y="1"/>
                    </a:moveTo>
                    <a:cubicBezTo>
                      <a:pt x="446" y="0"/>
                      <a:pt x="443" y="1"/>
                      <a:pt x="440" y="3"/>
                    </a:cubicBezTo>
                    <a:cubicBezTo>
                      <a:pt x="440" y="3"/>
                      <a:pt x="32" y="273"/>
                      <a:pt x="23" y="279"/>
                    </a:cubicBezTo>
                    <a:cubicBezTo>
                      <a:pt x="21" y="280"/>
                      <a:pt x="19" y="281"/>
                      <a:pt x="18" y="282"/>
                    </a:cubicBezTo>
                    <a:cubicBezTo>
                      <a:pt x="16" y="285"/>
                      <a:pt x="15" y="289"/>
                      <a:pt x="16" y="293"/>
                    </a:cubicBezTo>
                    <a:cubicBezTo>
                      <a:pt x="166" y="777"/>
                      <a:pt x="166" y="777"/>
                      <a:pt x="166" y="777"/>
                    </a:cubicBezTo>
                    <a:cubicBezTo>
                      <a:pt x="168" y="783"/>
                      <a:pt x="164" y="789"/>
                      <a:pt x="158" y="790"/>
                    </a:cubicBezTo>
                    <a:cubicBezTo>
                      <a:pt x="131" y="795"/>
                      <a:pt x="103" y="808"/>
                      <a:pt x="79" y="827"/>
                    </a:cubicBezTo>
                    <a:cubicBezTo>
                      <a:pt x="18" y="877"/>
                      <a:pt x="0" y="956"/>
                      <a:pt x="38" y="1003"/>
                    </a:cubicBezTo>
                    <a:cubicBezTo>
                      <a:pt x="57" y="1026"/>
                      <a:pt x="87" y="1038"/>
                      <a:pt x="121" y="1036"/>
                    </a:cubicBezTo>
                    <a:cubicBezTo>
                      <a:pt x="134" y="1036"/>
                      <a:pt x="146" y="1033"/>
                      <a:pt x="159" y="1030"/>
                    </a:cubicBezTo>
                    <a:cubicBezTo>
                      <a:pt x="180" y="1023"/>
                      <a:pt x="200" y="1012"/>
                      <a:pt x="219" y="997"/>
                    </a:cubicBezTo>
                    <a:cubicBezTo>
                      <a:pt x="267" y="958"/>
                      <a:pt x="290" y="900"/>
                      <a:pt x="277" y="853"/>
                    </a:cubicBezTo>
                    <a:cubicBezTo>
                      <a:pt x="277" y="852"/>
                      <a:pt x="277" y="852"/>
                      <a:pt x="277" y="852"/>
                    </a:cubicBezTo>
                    <a:cubicBezTo>
                      <a:pt x="158" y="470"/>
                      <a:pt x="158" y="470"/>
                      <a:pt x="158" y="470"/>
                    </a:cubicBezTo>
                    <a:cubicBezTo>
                      <a:pt x="157" y="465"/>
                      <a:pt x="158" y="461"/>
                      <a:pt x="162" y="458"/>
                    </a:cubicBezTo>
                    <a:cubicBezTo>
                      <a:pt x="438" y="275"/>
                      <a:pt x="438" y="275"/>
                      <a:pt x="438" y="275"/>
                    </a:cubicBezTo>
                    <a:cubicBezTo>
                      <a:pt x="444" y="271"/>
                      <a:pt x="452" y="274"/>
                      <a:pt x="454" y="280"/>
                    </a:cubicBezTo>
                    <a:cubicBezTo>
                      <a:pt x="539" y="556"/>
                      <a:pt x="539" y="556"/>
                      <a:pt x="539" y="556"/>
                    </a:cubicBezTo>
                    <a:cubicBezTo>
                      <a:pt x="541" y="562"/>
                      <a:pt x="537" y="568"/>
                      <a:pt x="531" y="569"/>
                    </a:cubicBezTo>
                    <a:cubicBezTo>
                      <a:pt x="504" y="574"/>
                      <a:pt x="476" y="587"/>
                      <a:pt x="453" y="606"/>
                    </a:cubicBezTo>
                    <a:cubicBezTo>
                      <a:pt x="424" y="630"/>
                      <a:pt x="403" y="661"/>
                      <a:pt x="395" y="694"/>
                    </a:cubicBezTo>
                    <a:cubicBezTo>
                      <a:pt x="386" y="728"/>
                      <a:pt x="392" y="759"/>
                      <a:pt x="411" y="782"/>
                    </a:cubicBezTo>
                    <a:cubicBezTo>
                      <a:pt x="430" y="805"/>
                      <a:pt x="460" y="817"/>
                      <a:pt x="495" y="815"/>
                    </a:cubicBezTo>
                    <a:cubicBezTo>
                      <a:pt x="528" y="814"/>
                      <a:pt x="563" y="800"/>
                      <a:pt x="592" y="776"/>
                    </a:cubicBezTo>
                    <a:cubicBezTo>
                      <a:pt x="641" y="736"/>
                      <a:pt x="664" y="678"/>
                      <a:pt x="650" y="631"/>
                    </a:cubicBezTo>
                    <a:cubicBezTo>
                      <a:pt x="650" y="630"/>
                      <a:pt x="650" y="630"/>
                      <a:pt x="650" y="630"/>
                    </a:cubicBezTo>
                    <a:cubicBezTo>
                      <a:pt x="457" y="9"/>
                      <a:pt x="457" y="9"/>
                      <a:pt x="457" y="9"/>
                    </a:cubicBezTo>
                    <a:cubicBezTo>
                      <a:pt x="456" y="5"/>
                      <a:pt x="453" y="2"/>
                      <a:pt x="450" y="1"/>
                    </a:cubicBezTo>
                    <a:moveTo>
                      <a:pt x="416" y="158"/>
                    </a:moveTo>
                    <a:cubicBezTo>
                      <a:pt x="422" y="178"/>
                      <a:pt x="422" y="178"/>
                      <a:pt x="422" y="178"/>
                    </a:cubicBezTo>
                    <a:cubicBezTo>
                      <a:pt x="423" y="182"/>
                      <a:pt x="422" y="187"/>
                      <a:pt x="418" y="190"/>
                    </a:cubicBezTo>
                    <a:cubicBezTo>
                      <a:pt x="142" y="374"/>
                      <a:pt x="142" y="374"/>
                      <a:pt x="142" y="374"/>
                    </a:cubicBezTo>
                    <a:cubicBezTo>
                      <a:pt x="136" y="378"/>
                      <a:pt x="129" y="375"/>
                      <a:pt x="127" y="368"/>
                    </a:cubicBezTo>
                    <a:cubicBezTo>
                      <a:pt x="120" y="348"/>
                      <a:pt x="120" y="348"/>
                      <a:pt x="120" y="348"/>
                    </a:cubicBezTo>
                    <a:cubicBezTo>
                      <a:pt x="119" y="343"/>
                      <a:pt x="120" y="338"/>
                      <a:pt x="124" y="336"/>
                    </a:cubicBezTo>
                    <a:cubicBezTo>
                      <a:pt x="400" y="153"/>
                      <a:pt x="400" y="153"/>
                      <a:pt x="400" y="153"/>
                    </a:cubicBezTo>
                    <a:cubicBezTo>
                      <a:pt x="406" y="149"/>
                      <a:pt x="414" y="152"/>
                      <a:pt x="416" y="158"/>
                    </a:cubicBezTo>
                  </a:path>
                </a:pathLst>
              </a:custGeom>
              <a:solidFill>
                <a:schemeClr val="accent1">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1" name="任意多边形: 形状 60"/>
              <p:cNvSpPr/>
              <p:nvPr/>
            </p:nvSpPr>
            <p:spPr bwMode="auto">
              <a:xfrm>
                <a:off x="4843481" y="7011824"/>
                <a:ext cx="303213" cy="428625"/>
              </a:xfrm>
              <a:custGeom>
                <a:avLst/>
                <a:gdLst>
                  <a:gd name="T0" fmla="*/ 169 w 206"/>
                  <a:gd name="T1" fmla="*/ 0 h 291"/>
                  <a:gd name="T2" fmla="*/ 0 w 206"/>
                  <a:gd name="T3" fmla="*/ 284 h 291"/>
                  <a:gd name="T4" fmla="*/ 40 w 206"/>
                  <a:gd name="T5" fmla="*/ 291 h 291"/>
                  <a:gd name="T6" fmla="*/ 45 w 206"/>
                  <a:gd name="T7" fmla="*/ 291 h 291"/>
                  <a:gd name="T8" fmla="*/ 46 w 206"/>
                  <a:gd name="T9" fmla="*/ 291 h 291"/>
                  <a:gd name="T10" fmla="*/ 46 w 206"/>
                  <a:gd name="T11" fmla="*/ 291 h 291"/>
                  <a:gd name="T12" fmla="*/ 46 w 206"/>
                  <a:gd name="T13" fmla="*/ 291 h 291"/>
                  <a:gd name="T14" fmla="*/ 46 w 206"/>
                  <a:gd name="T15" fmla="*/ 291 h 291"/>
                  <a:gd name="T16" fmla="*/ 84 w 206"/>
                  <a:gd name="T17" fmla="*/ 285 h 291"/>
                  <a:gd name="T18" fmla="*/ 144 w 206"/>
                  <a:gd name="T19" fmla="*/ 252 h 291"/>
                  <a:gd name="T20" fmla="*/ 206 w 206"/>
                  <a:gd name="T21" fmla="*/ 135 h 291"/>
                  <a:gd name="T22" fmla="*/ 202 w 206"/>
                  <a:gd name="T23" fmla="*/ 108 h 291"/>
                  <a:gd name="T24" fmla="*/ 202 w 206"/>
                  <a:gd name="T25" fmla="*/ 107 h 291"/>
                  <a:gd name="T26" fmla="*/ 169 w 206"/>
                  <a:gd name="T27" fmla="*/ 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6" h="291">
                    <a:moveTo>
                      <a:pt x="169" y="0"/>
                    </a:moveTo>
                    <a:cubicBezTo>
                      <a:pt x="144" y="166"/>
                      <a:pt x="59" y="247"/>
                      <a:pt x="0" y="284"/>
                    </a:cubicBezTo>
                    <a:cubicBezTo>
                      <a:pt x="12" y="289"/>
                      <a:pt x="26" y="291"/>
                      <a:pt x="40" y="291"/>
                    </a:cubicBezTo>
                    <a:cubicBezTo>
                      <a:pt x="42" y="291"/>
                      <a:pt x="44" y="291"/>
                      <a:pt x="45" y="291"/>
                    </a:cubicBezTo>
                    <a:cubicBezTo>
                      <a:pt x="45" y="291"/>
                      <a:pt x="45" y="291"/>
                      <a:pt x="46" y="291"/>
                    </a:cubicBezTo>
                    <a:cubicBezTo>
                      <a:pt x="46" y="291"/>
                      <a:pt x="46" y="291"/>
                      <a:pt x="46" y="291"/>
                    </a:cubicBezTo>
                    <a:cubicBezTo>
                      <a:pt x="46" y="291"/>
                      <a:pt x="46" y="291"/>
                      <a:pt x="46" y="291"/>
                    </a:cubicBezTo>
                    <a:cubicBezTo>
                      <a:pt x="46" y="291"/>
                      <a:pt x="46" y="291"/>
                      <a:pt x="46" y="291"/>
                    </a:cubicBezTo>
                    <a:cubicBezTo>
                      <a:pt x="59" y="291"/>
                      <a:pt x="71" y="288"/>
                      <a:pt x="84" y="285"/>
                    </a:cubicBezTo>
                    <a:cubicBezTo>
                      <a:pt x="105" y="278"/>
                      <a:pt x="125" y="267"/>
                      <a:pt x="144" y="252"/>
                    </a:cubicBezTo>
                    <a:cubicBezTo>
                      <a:pt x="183" y="220"/>
                      <a:pt x="206" y="176"/>
                      <a:pt x="206" y="135"/>
                    </a:cubicBezTo>
                    <a:cubicBezTo>
                      <a:pt x="206" y="126"/>
                      <a:pt x="204" y="117"/>
                      <a:pt x="202" y="108"/>
                    </a:cubicBezTo>
                    <a:cubicBezTo>
                      <a:pt x="202" y="107"/>
                      <a:pt x="202" y="107"/>
                      <a:pt x="202" y="107"/>
                    </a:cubicBezTo>
                    <a:cubicBezTo>
                      <a:pt x="169" y="0"/>
                      <a:pt x="169" y="0"/>
                      <a:pt x="169" y="0"/>
                    </a:cubicBezTo>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2" name="任意多边形: 形状 61"/>
              <p:cNvSpPr/>
              <p:nvPr/>
            </p:nvSpPr>
            <p:spPr bwMode="auto">
              <a:xfrm>
                <a:off x="5391168" y="6716549"/>
                <a:ext cx="304800" cy="400050"/>
              </a:xfrm>
              <a:custGeom>
                <a:avLst/>
                <a:gdLst>
                  <a:gd name="T0" fmla="*/ 176 w 207"/>
                  <a:gd name="T1" fmla="*/ 0 h 271"/>
                  <a:gd name="T2" fmla="*/ 0 w 207"/>
                  <a:gd name="T3" fmla="*/ 263 h 271"/>
                  <a:gd name="T4" fmla="*/ 41 w 207"/>
                  <a:gd name="T5" fmla="*/ 271 h 271"/>
                  <a:gd name="T6" fmla="*/ 48 w 207"/>
                  <a:gd name="T7" fmla="*/ 270 h 271"/>
                  <a:gd name="T8" fmla="*/ 145 w 207"/>
                  <a:gd name="T9" fmla="*/ 231 h 271"/>
                  <a:gd name="T10" fmla="*/ 207 w 207"/>
                  <a:gd name="T11" fmla="*/ 114 h 271"/>
                  <a:gd name="T12" fmla="*/ 207 w 207"/>
                  <a:gd name="T13" fmla="*/ 112 h 271"/>
                  <a:gd name="T14" fmla="*/ 203 w 207"/>
                  <a:gd name="T15" fmla="*/ 86 h 271"/>
                  <a:gd name="T16" fmla="*/ 203 w 207"/>
                  <a:gd name="T17" fmla="*/ 85 h 271"/>
                  <a:gd name="T18" fmla="*/ 180 w 207"/>
                  <a:gd name="T19" fmla="*/ 13 h 271"/>
                  <a:gd name="T20" fmla="*/ 178 w 207"/>
                  <a:gd name="T21" fmla="*/ 5 h 271"/>
                  <a:gd name="T22" fmla="*/ 176 w 207"/>
                  <a:gd name="T23"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271">
                    <a:moveTo>
                      <a:pt x="176" y="0"/>
                    </a:moveTo>
                    <a:cubicBezTo>
                      <a:pt x="144" y="159"/>
                      <a:pt x="54" y="232"/>
                      <a:pt x="0" y="263"/>
                    </a:cubicBezTo>
                    <a:cubicBezTo>
                      <a:pt x="12" y="268"/>
                      <a:pt x="26" y="271"/>
                      <a:pt x="41" y="271"/>
                    </a:cubicBezTo>
                    <a:cubicBezTo>
                      <a:pt x="44" y="271"/>
                      <a:pt x="46" y="271"/>
                      <a:pt x="48" y="270"/>
                    </a:cubicBezTo>
                    <a:cubicBezTo>
                      <a:pt x="81" y="269"/>
                      <a:pt x="116" y="255"/>
                      <a:pt x="145" y="231"/>
                    </a:cubicBezTo>
                    <a:cubicBezTo>
                      <a:pt x="184" y="199"/>
                      <a:pt x="207" y="155"/>
                      <a:pt x="207" y="114"/>
                    </a:cubicBezTo>
                    <a:cubicBezTo>
                      <a:pt x="207" y="114"/>
                      <a:pt x="207" y="113"/>
                      <a:pt x="207" y="112"/>
                    </a:cubicBezTo>
                    <a:cubicBezTo>
                      <a:pt x="207" y="103"/>
                      <a:pt x="205" y="94"/>
                      <a:pt x="203" y="86"/>
                    </a:cubicBezTo>
                    <a:cubicBezTo>
                      <a:pt x="203" y="85"/>
                      <a:pt x="203" y="85"/>
                      <a:pt x="203" y="85"/>
                    </a:cubicBezTo>
                    <a:cubicBezTo>
                      <a:pt x="180" y="13"/>
                      <a:pt x="180" y="13"/>
                      <a:pt x="180" y="13"/>
                    </a:cubicBezTo>
                    <a:cubicBezTo>
                      <a:pt x="178" y="5"/>
                      <a:pt x="178" y="5"/>
                      <a:pt x="178" y="5"/>
                    </a:cubicBezTo>
                    <a:cubicBezTo>
                      <a:pt x="176" y="0"/>
                      <a:pt x="176" y="0"/>
                      <a:pt x="176" y="0"/>
                    </a:cubicBezTo>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63" name="组合 62"/>
            <p:cNvGrpSpPr/>
            <p:nvPr userDrawn="1"/>
          </p:nvGrpSpPr>
          <p:grpSpPr>
            <a:xfrm rot="21095048">
              <a:off x="7335259" y="2286486"/>
              <a:ext cx="275123" cy="616655"/>
              <a:chOff x="7258068" y="6646699"/>
              <a:chExt cx="460375" cy="1031875"/>
            </a:xfrm>
          </p:grpSpPr>
          <p:sp>
            <p:nvSpPr>
              <p:cNvPr id="64" name="任意多边形: 形状 63"/>
              <p:cNvSpPr/>
              <p:nvPr/>
            </p:nvSpPr>
            <p:spPr bwMode="auto">
              <a:xfrm>
                <a:off x="7258068" y="6646699"/>
                <a:ext cx="460375" cy="1031875"/>
              </a:xfrm>
              <a:custGeom>
                <a:avLst/>
                <a:gdLst>
                  <a:gd name="T0" fmla="*/ 303 w 313"/>
                  <a:gd name="T1" fmla="*/ 5 h 701"/>
                  <a:gd name="T2" fmla="*/ 246 w 313"/>
                  <a:gd name="T3" fmla="*/ 0 h 701"/>
                  <a:gd name="T4" fmla="*/ 235 w 313"/>
                  <a:gd name="T5" fmla="*/ 10 h 701"/>
                  <a:gd name="T6" fmla="*/ 198 w 313"/>
                  <a:gd name="T7" fmla="*/ 479 h 701"/>
                  <a:gd name="T8" fmla="*/ 183 w 313"/>
                  <a:gd name="T9" fmla="*/ 490 h 701"/>
                  <a:gd name="T10" fmla="*/ 105 w 313"/>
                  <a:gd name="T11" fmla="*/ 496 h 701"/>
                  <a:gd name="T12" fmla="*/ 25 w 313"/>
                  <a:gd name="T13" fmla="*/ 552 h 701"/>
                  <a:gd name="T14" fmla="*/ 8 w 313"/>
                  <a:gd name="T15" fmla="*/ 635 h 701"/>
                  <a:gd name="T16" fmla="*/ 104 w 313"/>
                  <a:gd name="T17" fmla="*/ 700 h 701"/>
                  <a:gd name="T18" fmla="*/ 168 w 313"/>
                  <a:gd name="T19" fmla="*/ 692 h 701"/>
                  <a:gd name="T20" fmla="*/ 268 w 313"/>
                  <a:gd name="T21" fmla="*/ 587 h 701"/>
                  <a:gd name="T22" fmla="*/ 268 w 313"/>
                  <a:gd name="T23" fmla="*/ 586 h 701"/>
                  <a:gd name="T24" fmla="*/ 313 w 313"/>
                  <a:gd name="T25" fmla="*/ 16 h 701"/>
                  <a:gd name="T26" fmla="*/ 303 w 313"/>
                  <a:gd name="T27" fmla="*/ 5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3" h="701">
                    <a:moveTo>
                      <a:pt x="303" y="5"/>
                    </a:moveTo>
                    <a:cubicBezTo>
                      <a:pt x="246" y="0"/>
                      <a:pt x="246" y="0"/>
                      <a:pt x="246" y="0"/>
                    </a:cubicBezTo>
                    <a:cubicBezTo>
                      <a:pt x="240" y="0"/>
                      <a:pt x="235" y="4"/>
                      <a:pt x="235" y="10"/>
                    </a:cubicBezTo>
                    <a:cubicBezTo>
                      <a:pt x="198" y="479"/>
                      <a:pt x="198" y="479"/>
                      <a:pt x="198" y="479"/>
                    </a:cubicBezTo>
                    <a:cubicBezTo>
                      <a:pt x="198" y="486"/>
                      <a:pt x="191" y="492"/>
                      <a:pt x="183" y="490"/>
                    </a:cubicBezTo>
                    <a:cubicBezTo>
                      <a:pt x="159" y="486"/>
                      <a:pt x="131" y="488"/>
                      <a:pt x="105" y="496"/>
                    </a:cubicBezTo>
                    <a:cubicBezTo>
                      <a:pt x="72" y="507"/>
                      <a:pt x="43" y="527"/>
                      <a:pt x="25" y="552"/>
                    </a:cubicBezTo>
                    <a:cubicBezTo>
                      <a:pt x="6" y="579"/>
                      <a:pt x="0" y="608"/>
                      <a:pt x="8" y="635"/>
                    </a:cubicBezTo>
                    <a:cubicBezTo>
                      <a:pt x="20" y="672"/>
                      <a:pt x="59" y="696"/>
                      <a:pt x="104" y="700"/>
                    </a:cubicBezTo>
                    <a:cubicBezTo>
                      <a:pt x="125" y="701"/>
                      <a:pt x="146" y="699"/>
                      <a:pt x="168" y="692"/>
                    </a:cubicBezTo>
                    <a:cubicBezTo>
                      <a:pt x="223" y="674"/>
                      <a:pt x="263" y="632"/>
                      <a:pt x="268" y="587"/>
                    </a:cubicBezTo>
                    <a:cubicBezTo>
                      <a:pt x="268" y="586"/>
                      <a:pt x="268" y="586"/>
                      <a:pt x="268" y="586"/>
                    </a:cubicBezTo>
                    <a:cubicBezTo>
                      <a:pt x="313" y="16"/>
                      <a:pt x="313" y="16"/>
                      <a:pt x="313" y="16"/>
                    </a:cubicBezTo>
                    <a:cubicBezTo>
                      <a:pt x="313" y="10"/>
                      <a:pt x="309" y="5"/>
                      <a:pt x="303" y="5"/>
                    </a:cubicBezTo>
                  </a:path>
                </a:pathLst>
              </a:custGeom>
              <a:solidFill>
                <a:schemeClr val="accent1">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5" name="任意多边形: 形状 64"/>
              <p:cNvSpPr/>
              <p:nvPr/>
            </p:nvSpPr>
            <p:spPr bwMode="auto">
              <a:xfrm>
                <a:off x="7310456" y="7407112"/>
                <a:ext cx="350838" cy="269875"/>
              </a:xfrm>
              <a:custGeom>
                <a:avLst/>
                <a:gdLst>
                  <a:gd name="T0" fmla="*/ 238 w 238"/>
                  <a:gd name="T1" fmla="*/ 0 h 183"/>
                  <a:gd name="T2" fmla="*/ 0 w 238"/>
                  <a:gd name="T3" fmla="*/ 157 h 183"/>
                  <a:gd name="T4" fmla="*/ 66 w 238"/>
                  <a:gd name="T5" fmla="*/ 182 h 183"/>
                  <a:gd name="T6" fmla="*/ 66 w 238"/>
                  <a:gd name="T7" fmla="*/ 182 h 183"/>
                  <a:gd name="T8" fmla="*/ 66 w 238"/>
                  <a:gd name="T9" fmla="*/ 182 h 183"/>
                  <a:gd name="T10" fmla="*/ 66 w 238"/>
                  <a:gd name="T11" fmla="*/ 182 h 183"/>
                  <a:gd name="T12" fmla="*/ 67 w 238"/>
                  <a:gd name="T13" fmla="*/ 182 h 183"/>
                  <a:gd name="T14" fmla="*/ 67 w 238"/>
                  <a:gd name="T15" fmla="*/ 182 h 183"/>
                  <a:gd name="T16" fmla="*/ 67 w 238"/>
                  <a:gd name="T17" fmla="*/ 182 h 183"/>
                  <a:gd name="T18" fmla="*/ 67 w 238"/>
                  <a:gd name="T19" fmla="*/ 182 h 183"/>
                  <a:gd name="T20" fmla="*/ 67 w 238"/>
                  <a:gd name="T21" fmla="*/ 182 h 183"/>
                  <a:gd name="T22" fmla="*/ 67 w 238"/>
                  <a:gd name="T23" fmla="*/ 182 h 183"/>
                  <a:gd name="T24" fmla="*/ 67 w 238"/>
                  <a:gd name="T25" fmla="*/ 182 h 183"/>
                  <a:gd name="T26" fmla="*/ 68 w 238"/>
                  <a:gd name="T27" fmla="*/ 183 h 183"/>
                  <a:gd name="T28" fmla="*/ 68 w 238"/>
                  <a:gd name="T29" fmla="*/ 183 h 183"/>
                  <a:gd name="T30" fmla="*/ 68 w 238"/>
                  <a:gd name="T31" fmla="*/ 183 h 183"/>
                  <a:gd name="T32" fmla="*/ 68 w 238"/>
                  <a:gd name="T33" fmla="*/ 183 h 183"/>
                  <a:gd name="T34" fmla="*/ 68 w 238"/>
                  <a:gd name="T35" fmla="*/ 183 h 183"/>
                  <a:gd name="T36" fmla="*/ 68 w 238"/>
                  <a:gd name="T37" fmla="*/ 183 h 183"/>
                  <a:gd name="T38" fmla="*/ 80 w 238"/>
                  <a:gd name="T39" fmla="*/ 183 h 183"/>
                  <a:gd name="T40" fmla="*/ 132 w 238"/>
                  <a:gd name="T41" fmla="*/ 175 h 183"/>
                  <a:gd name="T42" fmla="*/ 232 w 238"/>
                  <a:gd name="T43" fmla="*/ 70 h 183"/>
                  <a:gd name="T44" fmla="*/ 232 w 238"/>
                  <a:gd name="T45" fmla="*/ 69 h 183"/>
                  <a:gd name="T46" fmla="*/ 238 w 238"/>
                  <a:gd name="T4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8" h="183">
                    <a:moveTo>
                      <a:pt x="238" y="0"/>
                    </a:moveTo>
                    <a:cubicBezTo>
                      <a:pt x="156" y="118"/>
                      <a:pt x="57" y="150"/>
                      <a:pt x="0" y="157"/>
                    </a:cubicBezTo>
                    <a:cubicBezTo>
                      <a:pt x="17" y="171"/>
                      <a:pt x="40" y="180"/>
                      <a:pt x="66" y="182"/>
                    </a:cubicBezTo>
                    <a:cubicBezTo>
                      <a:pt x="66" y="182"/>
                      <a:pt x="66" y="182"/>
                      <a:pt x="66" y="182"/>
                    </a:cubicBezTo>
                    <a:cubicBezTo>
                      <a:pt x="66" y="182"/>
                      <a:pt x="66" y="182"/>
                      <a:pt x="66" y="182"/>
                    </a:cubicBezTo>
                    <a:cubicBezTo>
                      <a:pt x="66" y="182"/>
                      <a:pt x="66" y="182"/>
                      <a:pt x="66" y="182"/>
                    </a:cubicBezTo>
                    <a:cubicBezTo>
                      <a:pt x="66" y="182"/>
                      <a:pt x="66" y="182"/>
                      <a:pt x="67" y="182"/>
                    </a:cubicBezTo>
                    <a:cubicBezTo>
                      <a:pt x="67" y="182"/>
                      <a:pt x="67" y="182"/>
                      <a:pt x="67" y="182"/>
                    </a:cubicBezTo>
                    <a:cubicBezTo>
                      <a:pt x="67" y="182"/>
                      <a:pt x="67" y="182"/>
                      <a:pt x="67" y="182"/>
                    </a:cubicBezTo>
                    <a:cubicBezTo>
                      <a:pt x="67" y="182"/>
                      <a:pt x="67" y="182"/>
                      <a:pt x="67" y="182"/>
                    </a:cubicBezTo>
                    <a:cubicBezTo>
                      <a:pt x="67" y="182"/>
                      <a:pt x="67" y="182"/>
                      <a:pt x="67" y="182"/>
                    </a:cubicBezTo>
                    <a:cubicBezTo>
                      <a:pt x="67" y="182"/>
                      <a:pt x="67" y="182"/>
                      <a:pt x="67" y="182"/>
                    </a:cubicBezTo>
                    <a:cubicBezTo>
                      <a:pt x="67" y="182"/>
                      <a:pt x="67" y="182"/>
                      <a:pt x="67" y="182"/>
                    </a:cubicBezTo>
                    <a:cubicBezTo>
                      <a:pt x="67" y="182"/>
                      <a:pt x="67" y="183"/>
                      <a:pt x="68" y="183"/>
                    </a:cubicBezTo>
                    <a:cubicBezTo>
                      <a:pt x="68" y="183"/>
                      <a:pt x="68" y="183"/>
                      <a:pt x="68" y="183"/>
                    </a:cubicBezTo>
                    <a:cubicBezTo>
                      <a:pt x="68" y="183"/>
                      <a:pt x="68" y="183"/>
                      <a:pt x="68" y="183"/>
                    </a:cubicBezTo>
                    <a:cubicBezTo>
                      <a:pt x="68" y="183"/>
                      <a:pt x="68" y="183"/>
                      <a:pt x="68" y="183"/>
                    </a:cubicBezTo>
                    <a:cubicBezTo>
                      <a:pt x="68" y="183"/>
                      <a:pt x="68" y="183"/>
                      <a:pt x="68" y="183"/>
                    </a:cubicBezTo>
                    <a:cubicBezTo>
                      <a:pt x="68" y="183"/>
                      <a:pt x="68" y="183"/>
                      <a:pt x="68" y="183"/>
                    </a:cubicBezTo>
                    <a:cubicBezTo>
                      <a:pt x="72" y="183"/>
                      <a:pt x="76" y="183"/>
                      <a:pt x="80" y="183"/>
                    </a:cubicBezTo>
                    <a:cubicBezTo>
                      <a:pt x="97" y="183"/>
                      <a:pt x="115" y="180"/>
                      <a:pt x="132" y="175"/>
                    </a:cubicBezTo>
                    <a:cubicBezTo>
                      <a:pt x="187" y="157"/>
                      <a:pt x="227" y="115"/>
                      <a:pt x="232" y="70"/>
                    </a:cubicBezTo>
                    <a:cubicBezTo>
                      <a:pt x="232" y="69"/>
                      <a:pt x="232" y="69"/>
                      <a:pt x="232" y="69"/>
                    </a:cubicBezTo>
                    <a:cubicBezTo>
                      <a:pt x="238" y="0"/>
                      <a:pt x="238" y="0"/>
                      <a:pt x="238" y="0"/>
                    </a:cubicBezTo>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sp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sp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spAutoFit/>
          </a:bodyPr>
          <a:lstStyle>
            <a:lvl1pPr algn="l">
              <a:defRPr sz="1200">
                <a:solidFill>
                  <a:schemeClr val="tx1">
                    <a:tint val="75000"/>
                  </a:schemeClr>
                </a:solidFill>
              </a:defRPr>
            </a:lvl1pPr>
          </a:lstStyle>
          <a:p>
            <a:fld id="{4088CBC9-6096-4A2F-9590-AEA863A925BA}" type="datetimeFigureOut">
              <a:rPr lang="zh-CN" altLang="en-US" smtClean="0"/>
              <a:t>2024/6/23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sp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spAutoFit/>
          </a:bodyPr>
          <a:lstStyle>
            <a:lvl1pPr algn="r">
              <a:defRPr sz="1200">
                <a:solidFill>
                  <a:schemeClr val="tx1">
                    <a:tint val="75000"/>
                  </a:schemeClr>
                </a:solidFill>
              </a:defRPr>
            </a:lvl1pPr>
          </a:lstStyle>
          <a:p>
            <a:fld id="{68C87A08-A758-4FE9-B63C-49AED835B7D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日期占位符 7"/>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endParaRPr lang="zh-CN" altLang="en-US"/>
          </a:p>
        </p:txBody>
      </p:sp>
      <p:sp>
        <p:nvSpPr>
          <p:cNvPr id="9" name="页脚占位符 8"/>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9"/>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image" Target="../media/image1.png"/><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slideLayout" Target="../slideLayouts/slideLayout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slideLayout" Target="../slideLayouts/slideLayout8.xml"/><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tags" Target="../tags/tag24.xml"/><Relationship Id="rId2" Type="http://schemas.openxmlformats.org/officeDocument/2006/relationships/tags" Target="../tags/tag14.xml"/><Relationship Id="rId16" Type="http://schemas.openxmlformats.org/officeDocument/2006/relationships/image" Target="../media/image4.png"/><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tags" Target="../tags/tag23.xml"/><Relationship Id="rId5" Type="http://schemas.openxmlformats.org/officeDocument/2006/relationships/tags" Target="../tags/tag17.xml"/><Relationship Id="rId15" Type="http://schemas.openxmlformats.org/officeDocument/2006/relationships/image" Target="../media/image2.png"/><Relationship Id="rId10" Type="http://schemas.openxmlformats.org/officeDocument/2006/relationships/tags" Target="../tags/tag22.xml"/><Relationship Id="rId4" Type="http://schemas.openxmlformats.org/officeDocument/2006/relationships/tags" Target="../tags/tag16.xml"/><Relationship Id="rId9" Type="http://schemas.openxmlformats.org/officeDocument/2006/relationships/tags" Target="../tags/tag21.xml"/><Relationship Id="rId1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8.xml"/><Relationship Id="rId1" Type="http://schemas.openxmlformats.org/officeDocument/2006/relationships/tags" Target="../tags/tag25.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8.xml"/><Relationship Id="rId1" Type="http://schemas.openxmlformats.org/officeDocument/2006/relationships/tags" Target="../tags/tag26.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8.xml"/><Relationship Id="rId1" Type="http://schemas.openxmlformats.org/officeDocument/2006/relationships/tags" Target="../tags/tag33.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8.xml"/><Relationship Id="rId1" Type="http://schemas.openxmlformats.org/officeDocument/2006/relationships/tags" Target="../tags/tag34.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8.xml"/><Relationship Id="rId1" Type="http://schemas.openxmlformats.org/officeDocument/2006/relationships/tags" Target="../tags/tag35.xml"/><Relationship Id="rId5" Type="http://schemas.openxmlformats.org/officeDocument/2006/relationships/image" Target="../media/image5.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image" Target="../media/image2.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8.xml"/><Relationship Id="rId1" Type="http://schemas.openxmlformats.org/officeDocument/2006/relationships/tags" Target="../tags/tag44.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47.xml"/><Relationship Id="rId7" Type="http://schemas.openxmlformats.org/officeDocument/2006/relationships/image" Target="../media/image2.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1.png"/><Relationship Id="rId5" Type="http://schemas.openxmlformats.org/officeDocument/2006/relationships/slideLayout" Target="../slideLayouts/slideLayout8.xml"/><Relationship Id="rId10" Type="http://schemas.openxmlformats.org/officeDocument/2006/relationships/image" Target="../media/image11.png"/><Relationship Id="rId4" Type="http://schemas.openxmlformats.org/officeDocument/2006/relationships/tags" Target="../tags/tag48.xml"/><Relationship Id="rId9" Type="http://schemas.openxmlformats.org/officeDocument/2006/relationships/image" Target="../media/image10.png"/></Relationships>
</file>

<file path=ppt/slides/_rels/slide21.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15.svg"/><Relationship Id="rId3" Type="http://schemas.openxmlformats.org/officeDocument/2006/relationships/tags" Target="../tags/tag51.xml"/><Relationship Id="rId7" Type="http://schemas.openxmlformats.org/officeDocument/2006/relationships/slideLayout" Target="../slideLayouts/slideLayout8.xml"/><Relationship Id="rId12" Type="http://schemas.openxmlformats.org/officeDocument/2006/relationships/image" Target="../media/image14.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image" Target="../media/image13.png"/><Relationship Id="rId5" Type="http://schemas.openxmlformats.org/officeDocument/2006/relationships/tags" Target="../tags/tag53.xml"/><Relationship Id="rId10" Type="http://schemas.openxmlformats.org/officeDocument/2006/relationships/image" Target="../media/image12.png"/><Relationship Id="rId4" Type="http://schemas.openxmlformats.org/officeDocument/2006/relationships/tags" Target="../tags/tag52.xml"/><Relationship Id="rId9"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tags" Target="../tags/tag57.xml"/><Relationship Id="rId7" Type="http://schemas.openxmlformats.org/officeDocument/2006/relationships/image" Target="../media/image16.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17.png"/><Relationship Id="rId5" Type="http://schemas.openxmlformats.org/officeDocument/2006/relationships/image" Target="../media/image2.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62.xml"/><Relationship Id="rId7" Type="http://schemas.openxmlformats.org/officeDocument/2006/relationships/image" Target="../media/image18.png"/><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21.png"/><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20.png"/><Relationship Id="rId5" Type="http://schemas.openxmlformats.org/officeDocument/2006/relationships/image" Target="../media/image2.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8.xml"/><Relationship Id="rId1" Type="http://schemas.openxmlformats.org/officeDocument/2006/relationships/tags" Target="../tags/tag65.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8.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tags" Target="../tags/tag68.xml"/><Relationship Id="rId7" Type="http://schemas.openxmlformats.org/officeDocument/2006/relationships/image" Target="../media/image2.png"/><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1.png"/><Relationship Id="rId5" Type="http://schemas.openxmlformats.org/officeDocument/2006/relationships/slideLayout" Target="../slideLayouts/slideLayout1.xml"/><Relationship Id="rId10" Type="http://schemas.openxmlformats.org/officeDocument/2006/relationships/image" Target="../media/image23.jpeg"/><Relationship Id="rId4" Type="http://schemas.openxmlformats.org/officeDocument/2006/relationships/tags" Target="../tags/tag69.xml"/><Relationship Id="rId9" Type="http://schemas.openxmlformats.org/officeDocument/2006/relationships/image" Target="../media/image22.jpe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弧形 18"/>
          <p:cNvSpPr/>
          <p:nvPr/>
        </p:nvSpPr>
        <p:spPr>
          <a:xfrm rot="20217552">
            <a:off x="-836584" y="5830681"/>
            <a:ext cx="1280160" cy="1280160"/>
          </a:xfrm>
          <a:prstGeom prst="arc">
            <a:avLst>
              <a:gd name="adj1" fmla="val 18554259"/>
              <a:gd name="adj2" fmla="val 3696515"/>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sp>
        <p:nvSpPr>
          <p:cNvPr id="20" name="弧形 19"/>
          <p:cNvSpPr/>
          <p:nvPr/>
        </p:nvSpPr>
        <p:spPr>
          <a:xfrm rot="20217552">
            <a:off x="-1148710" y="5518554"/>
            <a:ext cx="1904413" cy="1904413"/>
          </a:xfrm>
          <a:prstGeom prst="arc">
            <a:avLst>
              <a:gd name="adj1" fmla="val 691350"/>
              <a:gd name="adj2" fmla="val 2846554"/>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sp>
        <p:nvSpPr>
          <p:cNvPr id="23" name="弧形 22"/>
          <p:cNvSpPr/>
          <p:nvPr/>
        </p:nvSpPr>
        <p:spPr>
          <a:xfrm rot="7089368">
            <a:off x="11444694" y="-640080"/>
            <a:ext cx="1280160" cy="1280160"/>
          </a:xfrm>
          <a:prstGeom prst="arc">
            <a:avLst>
              <a:gd name="adj1" fmla="val 19178967"/>
              <a:gd name="adj2" fmla="val 3767372"/>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sp>
        <p:nvSpPr>
          <p:cNvPr id="24" name="弧形 23"/>
          <p:cNvSpPr/>
          <p:nvPr/>
        </p:nvSpPr>
        <p:spPr>
          <a:xfrm rot="7089368">
            <a:off x="11132568" y="-952206"/>
            <a:ext cx="1904413" cy="1904413"/>
          </a:xfrm>
          <a:prstGeom prst="arc">
            <a:avLst>
              <a:gd name="adj1" fmla="val 977997"/>
              <a:gd name="adj2" fmla="val 3773178"/>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p:cNvGrpSpPr/>
          <p:nvPr/>
        </p:nvGrpSpPr>
        <p:grpSpPr>
          <a:xfrm>
            <a:off x="117963" y="57219"/>
            <a:ext cx="934460" cy="934460"/>
            <a:chOff x="113733" y="108980"/>
            <a:chExt cx="863612" cy="863612"/>
          </a:xfrm>
        </p:grpSpPr>
        <p:sp>
          <p:nvSpPr>
            <p:cNvPr id="6" name="椭圆 5"/>
            <p:cNvSpPr/>
            <p:nvPr/>
          </p:nvSpPr>
          <p:spPr>
            <a:xfrm>
              <a:off x="116981" y="112228"/>
              <a:ext cx="857117" cy="857117"/>
            </a:xfrm>
            <a:prstGeom prst="ellips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Light"/>
                <a:cs typeface="+mn-cs"/>
              </a:endParaRPr>
            </a:p>
          </p:txBody>
        </p:sp>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t="3423" b="-3423"/>
            <a:stretch>
              <a:fillRect/>
            </a:stretch>
          </p:blipFill>
          <p:spPr>
            <a:xfrm>
              <a:off x="113733" y="108980"/>
              <a:ext cx="863612" cy="863612"/>
            </a:xfrm>
            <a:prstGeom prst="ellipse">
              <a:avLst/>
            </a:prstGeom>
            <a:ln w="28575" cap="rnd">
              <a:solidFill>
                <a:schemeClr val="bg1"/>
              </a:solidFill>
              <a:prstDash val="solid"/>
            </a:ln>
            <a:effectLst/>
          </p:spPr>
        </p:pic>
      </p:grpSp>
      <p:sp>
        <p:nvSpPr>
          <p:cNvPr id="8" name="文本框 7"/>
          <p:cNvSpPr txBox="1"/>
          <p:nvPr/>
        </p:nvSpPr>
        <p:spPr>
          <a:xfrm>
            <a:off x="4630426" y="3333750"/>
            <a:ext cx="2931160" cy="1476375"/>
          </a:xfrm>
          <a:prstGeom prst="rect">
            <a:avLst/>
          </a:prstGeom>
          <a:noFill/>
        </p:spPr>
        <p:txBody>
          <a:bodyPr wrap="none" rtlCol="0">
            <a:spAutoFit/>
          </a:bodyPr>
          <a:lstStyle/>
          <a:p>
            <a:pPr algn="ctr"/>
            <a:r>
              <a:rPr lang="zh-CN" altLang="en-US" sz="5400" b="1" dirty="0">
                <a:solidFill>
                  <a:srgbClr val="002060"/>
                </a:solidFill>
                <a:latin typeface="钉钉进步体" panose="00020600040101010101" pitchFamily="18" charset="-122"/>
                <a:ea typeface="钉钉进步体" panose="00020600040101010101" pitchFamily="18" charset="-122"/>
              </a:rPr>
              <a:t>类与对象</a:t>
            </a:r>
            <a:endParaRPr lang="en-US" altLang="zh-CN" sz="5400" b="1" dirty="0">
              <a:solidFill>
                <a:srgbClr val="002060"/>
              </a:solidFill>
              <a:latin typeface="钉钉进步体" panose="00020600040101010101" pitchFamily="18" charset="-122"/>
              <a:ea typeface="钉钉进步体" panose="00020600040101010101" pitchFamily="18" charset="-122"/>
            </a:endParaRPr>
          </a:p>
          <a:p>
            <a:pPr algn="ctr">
              <a:lnSpc>
                <a:spcPct val="150000"/>
              </a:lnSpc>
            </a:pPr>
            <a:r>
              <a:rPr lang="en-US" altLang="zh-CN" sz="2400" b="1" dirty="0">
                <a:solidFill>
                  <a:schemeClr val="bg1">
                    <a:lumMod val="50000"/>
                  </a:schemeClr>
                </a:solidFill>
                <a:latin typeface="钉钉进步体" panose="00020600040101010101" pitchFamily="18" charset="-122"/>
                <a:ea typeface="钉钉进步体" panose="00020600040101010101" pitchFamily="18" charset="-122"/>
              </a:rPr>
              <a:t>class &amp; object</a:t>
            </a:r>
          </a:p>
        </p:txBody>
      </p:sp>
      <p:sp>
        <p:nvSpPr>
          <p:cNvPr id="9" name="文本框 8"/>
          <p:cNvSpPr txBox="1"/>
          <p:nvPr/>
        </p:nvSpPr>
        <p:spPr>
          <a:xfrm>
            <a:off x="5112068" y="1988457"/>
            <a:ext cx="1967865" cy="829945"/>
          </a:xfrm>
          <a:prstGeom prst="rect">
            <a:avLst/>
          </a:prstGeom>
          <a:noFill/>
        </p:spPr>
        <p:txBody>
          <a:bodyPr wrap="none" rtlCol="0">
            <a:spAutoFit/>
          </a:bodyPr>
          <a:lstStyle/>
          <a:p>
            <a:pPr algn="ctr"/>
            <a:r>
              <a:rPr lang="en-US" altLang="zh-CN" sz="4800" b="1" dirty="0">
                <a:solidFill>
                  <a:srgbClr val="002060"/>
                </a:solidFill>
                <a:latin typeface="Calibri" panose="020F0502020204030204" pitchFamily="34" charset="0"/>
                <a:ea typeface="Calibri" panose="020F0502020204030204" pitchFamily="34" charset="0"/>
                <a:cs typeface="Calibri" panose="020F0502020204030204" pitchFamily="34" charset="0"/>
              </a:rPr>
              <a:t>Part 03</a:t>
            </a:r>
            <a:endParaRPr lang="zh-CN" altLang="en-US" sz="4800" b="1" dirty="0">
              <a:solidFill>
                <a:srgbClr val="002060"/>
              </a:solidFill>
              <a:latin typeface="Calibri" panose="020F0502020204030204" pitchFamily="34" charset="0"/>
              <a:ea typeface="+mj-ea"/>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类与对象</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669925" y="1443990"/>
            <a:ext cx="10850245" cy="4123055"/>
          </a:xfrm>
          <a:prstGeom prst="rect">
            <a:avLst/>
          </a:prstGeom>
          <a:noFill/>
        </p:spPr>
        <p:txBody>
          <a:bodyPr wrap="square" rtlCol="0" anchor="t">
            <a:spAutoFit/>
          </a:bodyPr>
          <a:lstStyle/>
          <a:p>
            <a:r>
              <a:rPr lang="zh-CN" altLang="en-US" sz="2800">
                <a:latin typeface="方正小标宋简体" panose="02000000000000000000" charset="-122"/>
                <a:ea typeface="方正小标宋简体" panose="02000000000000000000" charset="-122"/>
              </a:rPr>
              <a:t>什么是类、对象</a:t>
            </a:r>
          </a:p>
          <a:p>
            <a:endParaRPr lang="zh-CN" altLang="en-US"/>
          </a:p>
          <a:p>
            <a:pPr indent="457200">
              <a:lnSpc>
                <a:spcPct val="150000"/>
              </a:lnSpc>
            </a:pPr>
            <a:r>
              <a:rPr lang="zh-CN" altLang="en-US">
                <a:latin typeface="方正小标宋简体" panose="02000000000000000000" charset="-122"/>
                <a:ea typeface="方正小标宋简体" panose="02000000000000000000" charset="-122"/>
                <a:cs typeface="方正小标宋简体" panose="02000000000000000000" charset="-122"/>
              </a:rPr>
              <a:t>类（Class）是C++中用于</a:t>
            </a:r>
            <a:r>
              <a:rPr lang="zh-CN" altLang="en-US">
                <a:solidFill>
                  <a:srgbClr val="FF0000"/>
                </a:solidFill>
                <a:latin typeface="方正小标宋简体" panose="02000000000000000000" charset="-122"/>
                <a:ea typeface="方正小标宋简体" panose="02000000000000000000" charset="-122"/>
                <a:cs typeface="方正小标宋简体" panose="02000000000000000000" charset="-122"/>
              </a:rPr>
              <a:t>定义对象的蓝图或模板</a:t>
            </a:r>
            <a:r>
              <a:rPr lang="zh-CN" altLang="en-US">
                <a:latin typeface="方正小标宋简体" panose="02000000000000000000" charset="-122"/>
                <a:ea typeface="方正小标宋简体" panose="02000000000000000000" charset="-122"/>
                <a:cs typeface="方正小标宋简体" panose="02000000000000000000" charset="-122"/>
              </a:rPr>
              <a:t>，它封装了数据（成员变量）和操作这些数据的函数（成员函数）。</a:t>
            </a:r>
            <a:r>
              <a:rPr lang="zh-CN" altLang="en-US">
                <a:solidFill>
                  <a:srgbClr val="FF0000"/>
                </a:solidFill>
                <a:latin typeface="方正小标宋简体" panose="02000000000000000000" charset="-122"/>
                <a:ea typeface="方正小标宋简体" panose="02000000000000000000" charset="-122"/>
                <a:cs typeface="方正小标宋简体" panose="02000000000000000000" charset="-122"/>
              </a:rPr>
              <a:t>通过类的定义，可以创建对象，表示具体的实体。（具有相似性的元素集合）</a:t>
            </a:r>
            <a:endParaRPr lang="zh-CN" altLang="en-US">
              <a:latin typeface="方正小标宋简体" panose="02000000000000000000" charset="-122"/>
              <a:ea typeface="方正小标宋简体" panose="02000000000000000000" charset="-122"/>
              <a:cs typeface="方正小标宋简体" panose="02000000000000000000" charset="-122"/>
            </a:endParaRPr>
          </a:p>
          <a:p>
            <a:pPr indent="457200">
              <a:lnSpc>
                <a:spcPct val="150000"/>
              </a:lnSpc>
            </a:pPr>
            <a:endParaRPr lang="zh-CN" altLang="en-US">
              <a:latin typeface="方正小标宋简体" panose="02000000000000000000" charset="-122"/>
              <a:ea typeface="方正小标宋简体" panose="02000000000000000000" charset="-122"/>
              <a:cs typeface="方正小标宋简体" panose="02000000000000000000" charset="-122"/>
            </a:endParaRPr>
          </a:p>
          <a:p>
            <a:pPr indent="457200">
              <a:lnSpc>
                <a:spcPct val="150000"/>
              </a:lnSpc>
            </a:pPr>
            <a:r>
              <a:rPr lang="zh-CN" altLang="en-US">
                <a:latin typeface="方正小标宋简体" panose="02000000000000000000" charset="-122"/>
                <a:ea typeface="方正小标宋简体" panose="02000000000000000000" charset="-122"/>
                <a:cs typeface="方正小标宋简体" panose="02000000000000000000" charset="-122"/>
              </a:rPr>
              <a:t>对象是类的实例化。在面向对象编程（OOP）中，类定义了对象的结构和行为，而对象是类的具体实现。每个对象都有类定义的属性和方法，但对象之间的属性值可以不同。</a:t>
            </a:r>
          </a:p>
          <a:p>
            <a:pPr>
              <a:lnSpc>
                <a:spcPct val="150000"/>
              </a:lnSpc>
            </a:pPr>
            <a:endParaRPr lang="zh-CN" altLang="en-US">
              <a:latin typeface="方正小标宋简体" panose="02000000000000000000" charset="-122"/>
              <a:ea typeface="方正小标宋简体" panose="02000000000000000000" charset="-122"/>
              <a:cs typeface="方正小标宋简体" panose="02000000000000000000" charset="-122"/>
            </a:endParaRPr>
          </a:p>
          <a:p>
            <a:pPr>
              <a:lnSpc>
                <a:spcPct val="150000"/>
              </a:lnSpc>
            </a:pPr>
            <a:r>
              <a:rPr lang="zh-CN" altLang="en-US">
                <a:latin typeface="方正小标宋简体" panose="02000000000000000000" charset="-122"/>
                <a:ea typeface="方正小标宋简体" panose="02000000000000000000" charset="-122"/>
                <a:cs typeface="方正小标宋简体" panose="02000000000000000000" charset="-122"/>
              </a:rPr>
              <a:t>优点：封装性（数据和接口）、隐秘性（公有和私有）、代码重用性（直接调用成员）、代码可维护性、扩展性（随时按需添加）</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类与对象入门</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882015" y="1412240"/>
            <a:ext cx="6096000" cy="2306955"/>
          </a:xfrm>
          <a:prstGeom prst="rect">
            <a:avLst/>
          </a:prstGeom>
          <a:noFill/>
        </p:spPr>
        <p:txBody>
          <a:bodyPr wrap="square" rtlCol="0" anchor="t">
            <a:spAutoFit/>
          </a:bodyPr>
          <a:lstStyle/>
          <a:p>
            <a:pPr marL="285750" indent="-285750">
              <a:lnSpc>
                <a:spcPct val="150000"/>
              </a:lnSpc>
              <a:buFont typeface="Wingdings" panose="05000000000000000000" charset="0"/>
              <a:buChar char=""/>
            </a:pPr>
            <a:r>
              <a:rPr lang="zh-CN" altLang="en-US" sz="2400">
                <a:solidFill>
                  <a:srgbClr val="FF0000"/>
                </a:solidFill>
              </a:rPr>
              <a:t>结构体与类的异同</a:t>
            </a:r>
          </a:p>
          <a:p>
            <a:pPr>
              <a:lnSpc>
                <a:spcPct val="150000"/>
              </a:lnSpc>
            </a:pPr>
            <a:r>
              <a:rPr lang="zh-CN" altLang="en-US" sz="2400"/>
              <a:t>类的定义、对象的创建（定义结构体时赋值）</a:t>
            </a:r>
          </a:p>
          <a:p>
            <a:pPr>
              <a:lnSpc>
                <a:spcPct val="150000"/>
              </a:lnSpc>
            </a:pPr>
            <a:r>
              <a:rPr lang="zh-CN" altLang="en-US" sz="2400">
                <a:sym typeface="+mn-ea"/>
              </a:rPr>
              <a:t>私有和公有成员</a:t>
            </a:r>
          </a:p>
          <a:p>
            <a:pPr>
              <a:lnSpc>
                <a:spcPct val="150000"/>
              </a:lnSpc>
            </a:pPr>
            <a:r>
              <a:rPr lang="zh-CN" altLang="en-US" sz="2400">
                <a:sym typeface="+mn-ea"/>
              </a:rPr>
              <a:t>结构体的定义位置</a:t>
            </a:r>
            <a:endParaRPr lang="zh-CN" altLang="en-US" sz="2400"/>
          </a:p>
        </p:txBody>
      </p:sp>
      <p:sp>
        <p:nvSpPr>
          <p:cNvPr id="8" name="文本框 7"/>
          <p:cNvSpPr txBox="1"/>
          <p:nvPr/>
        </p:nvSpPr>
        <p:spPr>
          <a:xfrm>
            <a:off x="7626985" y="1412240"/>
            <a:ext cx="4064000" cy="4288790"/>
          </a:xfrm>
          <a:prstGeom prst="rect">
            <a:avLst/>
          </a:prstGeom>
          <a:noFill/>
          <a:ln>
            <a:solidFill>
              <a:schemeClr val="tx1"/>
            </a:solidFill>
          </a:ln>
        </p:spPr>
        <p:txBody>
          <a:bodyPr wrap="square" rtlCol="0">
            <a:noAutofit/>
          </a:bodyPr>
          <a:lstStyle/>
          <a:p>
            <a:r>
              <a:rPr lang="zh-CN" altLang="en-US"/>
              <a:t>结构体：</a:t>
            </a:r>
          </a:p>
          <a:p>
            <a:pPr marL="285750" indent="-285750">
              <a:buFont typeface="Arial" panose="020B0604020202090204" pitchFamily="34" charset="0"/>
              <a:buChar char="•"/>
            </a:pPr>
            <a:r>
              <a:rPr lang="zh-CN" altLang="en-US"/>
              <a:t>缺省公有</a:t>
            </a:r>
          </a:p>
          <a:p>
            <a:pPr marL="285750" indent="-285750">
              <a:buFont typeface="Arial" panose="020B0604020202090204" pitchFamily="34" charset="0"/>
              <a:buChar char="•"/>
            </a:pPr>
            <a:r>
              <a:rPr lang="zh-CN" altLang="en-US"/>
              <a:t>更适合简单的数据结构封装</a:t>
            </a:r>
          </a:p>
          <a:p>
            <a:pPr marL="285750" indent="-285750">
              <a:buFont typeface="Arial" panose="020B0604020202090204" pitchFamily="34" charset="0"/>
              <a:buChar char="•"/>
            </a:pPr>
            <a:r>
              <a:rPr lang="zh-CN" altLang="en-US"/>
              <a:t>结构体在</a:t>
            </a:r>
            <a:r>
              <a:rPr lang="en-US" altLang="zh-CN"/>
              <a:t>C++</a:t>
            </a:r>
            <a:r>
              <a:rPr lang="zh-CN" altLang="en-US"/>
              <a:t>和</a:t>
            </a:r>
            <a:r>
              <a:rPr lang="en-US" altLang="zh-CN"/>
              <a:t>C</a:t>
            </a:r>
            <a:r>
              <a:rPr lang="zh-CN" altLang="en-US"/>
              <a:t>中的区别（细节）</a:t>
            </a:r>
          </a:p>
          <a:p>
            <a:pPr marL="742950" lvl="1" indent="-285750">
              <a:buFont typeface="Arial" panose="020B0604020202090204" pitchFamily="34" charset="0"/>
              <a:buChar char="•"/>
            </a:pPr>
            <a:r>
              <a:rPr lang="zh-CN" altLang="en-US"/>
              <a:t>在</a:t>
            </a:r>
            <a:r>
              <a:rPr lang="en-US" altLang="zh-CN"/>
              <a:t>C</a:t>
            </a:r>
            <a:r>
              <a:rPr lang="zh-CN" altLang="en-US"/>
              <a:t>中结构体仅有数据成员，无成员函数、构造和析构函数概念，全体成员公有</a:t>
            </a:r>
          </a:p>
          <a:p>
            <a:endParaRPr lang="zh-CN" altLang="en-US"/>
          </a:p>
          <a:p>
            <a:r>
              <a:rPr lang="zh-CN" altLang="en-US"/>
              <a:t>类：</a:t>
            </a:r>
          </a:p>
          <a:p>
            <a:pPr marL="285750" indent="-285750">
              <a:buFont typeface="Arial" panose="020B0604020202090204" pitchFamily="34" charset="0"/>
              <a:buChar char="•"/>
            </a:pPr>
            <a:r>
              <a:rPr lang="zh-CN" altLang="en-US"/>
              <a:t>缺省私有</a:t>
            </a:r>
          </a:p>
          <a:p>
            <a:pPr marL="285750" indent="-285750">
              <a:buFont typeface="Arial" panose="020B0604020202090204" pitchFamily="34" charset="0"/>
              <a:buChar char="•"/>
            </a:pPr>
            <a:r>
              <a:rPr lang="zh-CN" altLang="en-US"/>
              <a:t>更适合更复杂的对象模型和行为封装</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类与对象入门</a:t>
            </a:r>
          </a:p>
        </p:txBody>
      </p:sp>
      <p:pic>
        <p:nvPicPr>
          <p:cNvPr id="5"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882015" y="1412240"/>
            <a:ext cx="6096000" cy="2306955"/>
          </a:xfrm>
          <a:prstGeom prst="rect">
            <a:avLst/>
          </a:prstGeom>
          <a:noFill/>
        </p:spPr>
        <p:txBody>
          <a:bodyPr wrap="square" rtlCol="0" anchor="t">
            <a:spAutoFit/>
          </a:bodyPr>
          <a:lstStyle/>
          <a:p>
            <a:pPr>
              <a:lnSpc>
                <a:spcPct val="150000"/>
              </a:lnSpc>
            </a:pPr>
            <a:r>
              <a:rPr lang="zh-CN" altLang="en-US" sz="2400"/>
              <a:t>结构体与类的区别</a:t>
            </a:r>
          </a:p>
          <a:p>
            <a:pPr marL="285750" indent="-285750">
              <a:lnSpc>
                <a:spcPct val="150000"/>
              </a:lnSpc>
              <a:buFont typeface="Wingdings" panose="05000000000000000000" charset="0"/>
              <a:buChar char=""/>
            </a:pPr>
            <a:r>
              <a:rPr lang="zh-CN" altLang="en-US" sz="2400">
                <a:solidFill>
                  <a:srgbClr val="FF0000"/>
                </a:solidFill>
              </a:rPr>
              <a:t>类的声明、定义、对象的创建</a:t>
            </a:r>
          </a:p>
          <a:p>
            <a:pPr indent="0">
              <a:lnSpc>
                <a:spcPct val="150000"/>
              </a:lnSpc>
              <a:buFont typeface="Wingdings" panose="05000000000000000000" charset="0"/>
              <a:buNone/>
            </a:pPr>
            <a:r>
              <a:rPr lang="zh-CN" altLang="en-US" sz="2400">
                <a:sym typeface="+mn-ea"/>
              </a:rPr>
              <a:t>私有和公有成员</a:t>
            </a:r>
          </a:p>
          <a:p>
            <a:pPr>
              <a:lnSpc>
                <a:spcPct val="150000"/>
              </a:lnSpc>
            </a:pPr>
            <a:r>
              <a:rPr lang="zh-CN" altLang="en-US" sz="2400">
                <a:sym typeface="+mn-ea"/>
              </a:rPr>
              <a:t>结构体的定义位置</a:t>
            </a:r>
            <a:endParaRPr lang="zh-CN" altLang="en-US" sz="2400"/>
          </a:p>
        </p:txBody>
      </p:sp>
      <p:sp>
        <p:nvSpPr>
          <p:cNvPr id="8" name="文本框 7"/>
          <p:cNvSpPr txBox="1"/>
          <p:nvPr>
            <p:custDataLst>
              <p:tags r:id="rId1"/>
            </p:custDataLst>
          </p:nvPr>
        </p:nvSpPr>
        <p:spPr>
          <a:xfrm>
            <a:off x="5795645" y="1412240"/>
            <a:ext cx="3742055" cy="4288790"/>
          </a:xfrm>
          <a:prstGeom prst="rect">
            <a:avLst/>
          </a:prstGeom>
          <a:noFill/>
          <a:ln>
            <a:solidFill>
              <a:schemeClr val="tx1"/>
            </a:solidFill>
          </a:ln>
        </p:spPr>
        <p:txBody>
          <a:bodyPr wrap="square" rtlCol="0">
            <a:noAutofit/>
          </a:bodyPr>
          <a:lstStyle/>
          <a:p>
            <a:r>
              <a:rPr lang="en-US" altLang="zh-CN" sz="1200"/>
              <a:t>const int MAX_NUM = 500;</a:t>
            </a:r>
            <a:endParaRPr lang="zh-CN" altLang="en-US" sz="1200"/>
          </a:p>
          <a:p>
            <a:r>
              <a:rPr lang="en-US" altLang="zh-CN" sz="1200"/>
              <a:t>class Person; // </a:t>
            </a:r>
            <a:r>
              <a:rPr lang="zh-CN" altLang="en-US" sz="1200"/>
              <a:t>声明</a:t>
            </a:r>
          </a:p>
          <a:p>
            <a:endParaRPr lang="zh-CN" altLang="en-US" sz="1200"/>
          </a:p>
          <a:p>
            <a:r>
              <a:rPr lang="en-US" altLang="zh-CN" sz="1200"/>
              <a:t>......</a:t>
            </a:r>
            <a:endParaRPr lang="zh-CN" altLang="en-US" sz="1200"/>
          </a:p>
          <a:p>
            <a:endParaRPr lang="zh-CN" altLang="en-US" sz="1200"/>
          </a:p>
          <a:p>
            <a:r>
              <a:rPr lang="zh-CN" altLang="en-US" sz="1200"/>
              <a:t>// 定义Person类</a:t>
            </a:r>
          </a:p>
          <a:p>
            <a:r>
              <a:rPr lang="zh-CN" altLang="en-US" sz="1200"/>
              <a:t>class Person {</a:t>
            </a:r>
          </a:p>
          <a:p>
            <a:r>
              <a:rPr lang="zh-CN" altLang="en-US" sz="1200"/>
              <a:t>public:</a:t>
            </a:r>
          </a:p>
          <a:p>
            <a:r>
              <a:rPr lang="zh-CN" altLang="en-US" sz="1200"/>
              <a:t>    std::string name;</a:t>
            </a:r>
          </a:p>
          <a:p>
            <a:r>
              <a:rPr lang="zh-CN" altLang="en-US" sz="1200"/>
              <a:t>    int age;</a:t>
            </a:r>
          </a:p>
          <a:p>
            <a:r>
              <a:rPr lang="zh-CN" altLang="en-US" sz="1200"/>
              <a:t>    // 构造函数</a:t>
            </a:r>
          </a:p>
          <a:p>
            <a:r>
              <a:rPr lang="zh-CN" altLang="en-US" sz="1200"/>
              <a:t>    Person() : name("Unnamed"), age(0) {}</a:t>
            </a:r>
          </a:p>
          <a:p>
            <a:r>
              <a:rPr lang="zh-CN" altLang="en-US" sz="1200"/>
              <a:t>    // 参数化构造函数</a:t>
            </a:r>
          </a:p>
          <a:p>
            <a:r>
              <a:rPr lang="zh-CN" altLang="en-US" sz="1200"/>
              <a:t>    Person(std::string n, int a) : name(n), age(a) {}</a:t>
            </a:r>
          </a:p>
          <a:p>
            <a:r>
              <a:rPr lang="zh-CN" altLang="en-US" sz="1200"/>
              <a:t>    // 成员函数</a:t>
            </a:r>
          </a:p>
          <a:p>
            <a:r>
              <a:rPr lang="zh-CN" altLang="en-US" sz="1200"/>
              <a:t>    void introduce() const {</a:t>
            </a:r>
          </a:p>
          <a:p>
            <a:r>
              <a:rPr lang="zh-CN" altLang="en-US" sz="1200"/>
              <a:t>        cout &lt;&lt; "Name: " &lt;&lt; name &lt;&lt; ", Age: " &lt;&lt; age &lt;&lt;</a:t>
            </a:r>
            <a:r>
              <a:rPr lang="en-US" altLang="zh-CN" sz="1200"/>
              <a:t> </a:t>
            </a:r>
            <a:r>
              <a:rPr lang="zh-CN" altLang="en-US" sz="1200"/>
              <a:t>endl;</a:t>
            </a:r>
          </a:p>
          <a:p>
            <a:r>
              <a:rPr lang="zh-CN" altLang="en-US" sz="1200"/>
              <a:t>    }</a:t>
            </a:r>
          </a:p>
          <a:p>
            <a:r>
              <a:rPr lang="zh-CN" altLang="en-US" sz="1200"/>
              <a:t>}</a:t>
            </a:r>
            <a:r>
              <a:rPr lang="en-US" altLang="zh-CN" sz="1200"/>
              <a:t> p[MAX_NUM + 1]</a:t>
            </a:r>
            <a:r>
              <a:rPr lang="zh-CN" altLang="en-US" sz="1200"/>
              <a:t>;</a:t>
            </a:r>
            <a:r>
              <a:rPr lang="en-US" altLang="zh-CN" sz="1200"/>
              <a:t> // </a:t>
            </a:r>
            <a:r>
              <a:rPr lang="zh-CN" altLang="en-US" sz="1200"/>
              <a:t>在类定义时附带初始化一个类数组</a:t>
            </a:r>
          </a:p>
          <a:p>
            <a:endParaRPr lang="zh-CN" altLang="en-US" sz="1200"/>
          </a:p>
          <a:p>
            <a:endParaRPr lang="zh-CN" altLang="en-US" sz="1200"/>
          </a:p>
        </p:txBody>
      </p:sp>
      <p:sp>
        <p:nvSpPr>
          <p:cNvPr id="4" name="文本框 3"/>
          <p:cNvSpPr txBox="1"/>
          <p:nvPr>
            <p:custDataLst>
              <p:tags r:id="rId2"/>
            </p:custDataLst>
          </p:nvPr>
        </p:nvSpPr>
        <p:spPr>
          <a:xfrm>
            <a:off x="9538970" y="1412240"/>
            <a:ext cx="2369185" cy="4288790"/>
          </a:xfrm>
          <a:prstGeom prst="rect">
            <a:avLst/>
          </a:prstGeom>
          <a:noFill/>
          <a:ln>
            <a:solidFill>
              <a:schemeClr val="tx1"/>
            </a:solidFill>
          </a:ln>
        </p:spPr>
        <p:txBody>
          <a:bodyPr wrap="square" rtlCol="0">
            <a:noAutofit/>
          </a:bodyPr>
          <a:lstStyle/>
          <a:p>
            <a:r>
              <a:rPr lang="en-US" altLang="zh-CN" sz="1200"/>
              <a:t>// </a:t>
            </a:r>
            <a:r>
              <a:rPr lang="zh-CN" altLang="en-US" sz="1200"/>
              <a:t>结构体的副赋初值方式</a:t>
            </a:r>
          </a:p>
          <a:p>
            <a:endParaRPr lang="zh-CN" altLang="en-US" sz="1200"/>
          </a:p>
          <a:p>
            <a:r>
              <a:rPr lang="zh-CN" altLang="en-US" sz="1200"/>
              <a:t> </a:t>
            </a:r>
            <a:r>
              <a:rPr lang="en-US" altLang="zh-CN" sz="1200"/>
              <a:t>   </a:t>
            </a:r>
            <a:r>
              <a:rPr lang="zh-CN" altLang="en-US" sz="1200"/>
              <a:t>Person person1;</a:t>
            </a:r>
            <a:r>
              <a:rPr lang="en-US" altLang="zh-CN" sz="1200"/>
              <a:t> </a:t>
            </a:r>
            <a:r>
              <a:rPr lang="zh-CN" altLang="en-US" sz="1200">
                <a:sym typeface="+mn-ea"/>
              </a:rPr>
              <a:t>// 使用无参构造函数初始化对象</a:t>
            </a:r>
          </a:p>
          <a:p>
            <a:endParaRPr lang="zh-CN" altLang="en-US" sz="1200"/>
          </a:p>
          <a:p>
            <a:r>
              <a:rPr lang="zh-CN" altLang="en-US" sz="1200"/>
              <a:t>    Person person2("Alice", 30);</a:t>
            </a:r>
            <a:r>
              <a:rPr lang="en-US" altLang="zh-CN" sz="1200"/>
              <a:t> </a:t>
            </a:r>
            <a:r>
              <a:rPr lang="zh-CN" altLang="en-US" sz="1200">
                <a:sym typeface="+mn-ea"/>
              </a:rPr>
              <a:t>// 使用带参构造函数创建对象</a:t>
            </a:r>
          </a:p>
          <a:p>
            <a:r>
              <a:rPr lang="zh-CN" altLang="en-US" sz="1200">
                <a:sym typeface="+mn-ea"/>
              </a:rPr>
              <a:t>（</a:t>
            </a:r>
            <a:r>
              <a:rPr lang="zh-CN" altLang="en-US" sz="1200">
                <a:solidFill>
                  <a:srgbClr val="FF0000"/>
                </a:solidFill>
                <a:sym typeface="+mn-ea"/>
              </a:rPr>
              <a:t>注：构造函数可以重载</a:t>
            </a:r>
            <a:r>
              <a:rPr lang="zh-CN" altLang="en-US" sz="1200">
                <a:sym typeface="+mn-ea"/>
              </a:rPr>
              <a:t>）</a:t>
            </a:r>
            <a:endParaRPr lang="zh-CN" altLang="en-US" sz="1200"/>
          </a:p>
          <a:p>
            <a:endParaRPr lang="zh-CN" altLang="en-US" sz="1200"/>
          </a:p>
          <a:p>
            <a:r>
              <a:rPr lang="zh-CN" altLang="en-US" sz="1200"/>
              <a:t>    Person person3 = person2;</a:t>
            </a:r>
            <a:r>
              <a:rPr lang="en-US" altLang="zh-CN" sz="1200"/>
              <a:t> </a:t>
            </a:r>
            <a:r>
              <a:rPr lang="zh-CN" altLang="en-US" sz="1200">
                <a:sym typeface="+mn-ea"/>
              </a:rPr>
              <a:t>// 使用对象赋值，整体的内存拷贝</a:t>
            </a:r>
          </a:p>
          <a:p>
            <a:endParaRPr lang="zh-CN" altLang="en-US" sz="1200"/>
          </a:p>
          <a:p>
            <a:r>
              <a:rPr lang="zh-CN" altLang="en-US" sz="1200"/>
              <a:t>    Person person4{"Bob", 25};</a:t>
            </a:r>
            <a:r>
              <a:rPr lang="en-US" altLang="zh-CN" sz="1200"/>
              <a:t> </a:t>
            </a:r>
            <a:r>
              <a:rPr lang="zh-CN" altLang="en-US" sz="1200">
                <a:sym typeface="+mn-ea"/>
              </a:rPr>
              <a:t>// 使用结构体风格的初始化，也可形象地成为列表初始化</a:t>
            </a:r>
            <a:endParaRPr lang="zh-CN" altLang="en-US" sz="1200"/>
          </a:p>
        </p:txBody>
      </p:sp>
      <p:grpSp>
        <p:nvGrpSpPr>
          <p:cNvPr id="9" name="组合 8" descr="7b0a202020202274657874626f78223a20227b5c2263617465676f72795f69645c223a31303731332c5c2269645c223a32303334323131307d220a7d0a"/>
          <p:cNvGrpSpPr/>
          <p:nvPr/>
        </p:nvGrpSpPr>
        <p:grpSpPr>
          <a:xfrm>
            <a:off x="140335" y="3628390"/>
            <a:ext cx="2867025" cy="2221865"/>
            <a:chOff x="5868" y="3651"/>
            <a:chExt cx="7463" cy="3499"/>
          </a:xfrm>
        </p:grpSpPr>
        <p:grpSp>
          <p:nvGrpSpPr>
            <p:cNvPr id="140" name="图形 138"/>
            <p:cNvGrpSpPr/>
            <p:nvPr/>
          </p:nvGrpSpPr>
          <p:grpSpPr>
            <a:xfrm>
              <a:off x="5868" y="3651"/>
              <a:ext cx="7463" cy="3499"/>
              <a:chOff x="3726473" y="2318083"/>
              <a:chExt cx="4739054" cy="2221834"/>
            </a:xfrm>
          </p:grpSpPr>
          <p:grpSp>
            <p:nvGrpSpPr>
              <p:cNvPr id="141" name="图形 138"/>
              <p:cNvGrpSpPr/>
              <p:nvPr/>
            </p:nvGrpSpPr>
            <p:grpSpPr>
              <a:xfrm>
                <a:off x="3843343" y="2601912"/>
                <a:ext cx="4615761" cy="1939288"/>
                <a:chOff x="3843343" y="2601912"/>
                <a:chExt cx="4615761" cy="1939288"/>
              </a:xfrm>
            </p:grpSpPr>
            <p:sp>
              <p:nvSpPr>
                <p:cNvPr id="142" name="任意多边形: 形状 141"/>
                <p:cNvSpPr/>
                <p:nvPr>
                  <p:custDataLst>
                    <p:tags r:id="rId10"/>
                  </p:custDataLst>
                </p:nvPr>
              </p:nvSpPr>
              <p:spPr>
                <a:xfrm>
                  <a:off x="3849765" y="2608334"/>
                  <a:ext cx="4602918" cy="1926445"/>
                </a:xfrm>
                <a:custGeom>
                  <a:avLst/>
                  <a:gdLst>
                    <a:gd name="connsiteX0" fmla="*/ 0 w 4602918"/>
                    <a:gd name="connsiteY0" fmla="*/ 0 h 1926445"/>
                    <a:gd name="connsiteX1" fmla="*/ 4602919 w 4602918"/>
                    <a:gd name="connsiteY1" fmla="*/ 0 h 1926445"/>
                    <a:gd name="connsiteX2" fmla="*/ 4602919 w 4602918"/>
                    <a:gd name="connsiteY2" fmla="*/ 1926446 h 1926445"/>
                    <a:gd name="connsiteX3" fmla="*/ 0 w 4602918"/>
                    <a:gd name="connsiteY3" fmla="*/ 1926446 h 1926445"/>
                  </a:gdLst>
                  <a:ahLst/>
                  <a:cxnLst>
                    <a:cxn ang="0">
                      <a:pos x="connsiteX0" y="connsiteY0"/>
                    </a:cxn>
                    <a:cxn ang="0">
                      <a:pos x="connsiteX1" y="connsiteY1"/>
                    </a:cxn>
                    <a:cxn ang="0">
                      <a:pos x="connsiteX2" y="connsiteY2"/>
                    </a:cxn>
                    <a:cxn ang="0">
                      <a:pos x="connsiteX3" y="connsiteY3"/>
                    </a:cxn>
                  </a:cxnLst>
                  <a:rect l="l" t="t" r="r" b="b"/>
                  <a:pathLst>
                    <a:path w="4602918" h="1926445">
                      <a:moveTo>
                        <a:pt x="0" y="0"/>
                      </a:moveTo>
                      <a:lnTo>
                        <a:pt x="4602919" y="0"/>
                      </a:lnTo>
                      <a:lnTo>
                        <a:pt x="4602919" y="1926446"/>
                      </a:lnTo>
                      <a:lnTo>
                        <a:pt x="0" y="1926446"/>
                      </a:lnTo>
                      <a:close/>
                    </a:path>
                  </a:pathLst>
                </a:custGeom>
                <a:solidFill>
                  <a:srgbClr val="FFFFFF"/>
                </a:solidFill>
                <a:ln w="1282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3" name="任意多边形: 形状 142"/>
                <p:cNvSpPr/>
                <p:nvPr>
                  <p:custDataLst>
                    <p:tags r:id="rId11"/>
                  </p:custDataLst>
                </p:nvPr>
              </p:nvSpPr>
              <p:spPr>
                <a:xfrm>
                  <a:off x="3843343" y="2601912"/>
                  <a:ext cx="4615761" cy="1939288"/>
                </a:xfrm>
                <a:custGeom>
                  <a:avLst/>
                  <a:gdLst>
                    <a:gd name="connsiteX0" fmla="*/ 4615762 w 4615761"/>
                    <a:gd name="connsiteY0" fmla="*/ 1939289 h 1939288"/>
                    <a:gd name="connsiteX1" fmla="*/ 0 w 4615761"/>
                    <a:gd name="connsiteY1" fmla="*/ 1939289 h 1939288"/>
                    <a:gd name="connsiteX2" fmla="*/ 0 w 4615761"/>
                    <a:gd name="connsiteY2" fmla="*/ 0 h 1939288"/>
                    <a:gd name="connsiteX3" fmla="*/ 4615762 w 4615761"/>
                    <a:gd name="connsiteY3" fmla="*/ 0 h 1939288"/>
                    <a:gd name="connsiteX4" fmla="*/ 4615762 w 4615761"/>
                    <a:gd name="connsiteY4" fmla="*/ 1939289 h 1939288"/>
                    <a:gd name="connsiteX5" fmla="*/ 12843 w 4615761"/>
                    <a:gd name="connsiteY5" fmla="*/ 1926446 h 1939288"/>
                    <a:gd name="connsiteX6" fmla="*/ 4602919 w 4615761"/>
                    <a:gd name="connsiteY6" fmla="*/ 1926446 h 1939288"/>
                    <a:gd name="connsiteX7" fmla="*/ 4602919 w 4615761"/>
                    <a:gd name="connsiteY7" fmla="*/ 12843 h 1939288"/>
                    <a:gd name="connsiteX8" fmla="*/ 12843 w 4615761"/>
                    <a:gd name="connsiteY8" fmla="*/ 12843 h 1939288"/>
                    <a:gd name="connsiteX9" fmla="*/ 12843 w 4615761"/>
                    <a:gd name="connsiteY9" fmla="*/ 1926446 h 193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15761" h="1939288">
                      <a:moveTo>
                        <a:pt x="4615762" y="1939289"/>
                      </a:moveTo>
                      <a:lnTo>
                        <a:pt x="0" y="1939289"/>
                      </a:lnTo>
                      <a:lnTo>
                        <a:pt x="0" y="0"/>
                      </a:lnTo>
                      <a:lnTo>
                        <a:pt x="4615762" y="0"/>
                      </a:lnTo>
                      <a:lnTo>
                        <a:pt x="4615762" y="1939289"/>
                      </a:lnTo>
                      <a:close/>
                      <a:moveTo>
                        <a:pt x="12843" y="1926446"/>
                      </a:moveTo>
                      <a:lnTo>
                        <a:pt x="4602919" y="1926446"/>
                      </a:lnTo>
                      <a:lnTo>
                        <a:pt x="4602919" y="12843"/>
                      </a:lnTo>
                      <a:lnTo>
                        <a:pt x="12843" y="12843"/>
                      </a:lnTo>
                      <a:lnTo>
                        <a:pt x="12843" y="1926446"/>
                      </a:lnTo>
                      <a:close/>
                    </a:path>
                  </a:pathLst>
                </a:custGeom>
                <a:solidFill>
                  <a:srgbClr val="231815"/>
                </a:solidFill>
                <a:ln w="1282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44" name="图形 138"/>
              <p:cNvGrpSpPr/>
              <p:nvPr/>
            </p:nvGrpSpPr>
            <p:grpSpPr>
              <a:xfrm>
                <a:off x="3798393" y="2556962"/>
                <a:ext cx="4615761" cy="1939288"/>
                <a:chOff x="3798393" y="2556962"/>
                <a:chExt cx="4615761" cy="1939288"/>
              </a:xfrm>
            </p:grpSpPr>
            <p:sp>
              <p:nvSpPr>
                <p:cNvPr id="145" name="任意多边形: 形状 144"/>
                <p:cNvSpPr/>
                <p:nvPr>
                  <p:custDataLst>
                    <p:tags r:id="rId8"/>
                  </p:custDataLst>
                </p:nvPr>
              </p:nvSpPr>
              <p:spPr>
                <a:xfrm>
                  <a:off x="3804815" y="2563383"/>
                  <a:ext cx="4602918" cy="1926445"/>
                </a:xfrm>
                <a:custGeom>
                  <a:avLst/>
                  <a:gdLst>
                    <a:gd name="connsiteX0" fmla="*/ 0 w 4602918"/>
                    <a:gd name="connsiteY0" fmla="*/ 0 h 1926445"/>
                    <a:gd name="connsiteX1" fmla="*/ 4602919 w 4602918"/>
                    <a:gd name="connsiteY1" fmla="*/ 0 h 1926445"/>
                    <a:gd name="connsiteX2" fmla="*/ 4602919 w 4602918"/>
                    <a:gd name="connsiteY2" fmla="*/ 1926446 h 1926445"/>
                    <a:gd name="connsiteX3" fmla="*/ 0 w 4602918"/>
                    <a:gd name="connsiteY3" fmla="*/ 1926446 h 1926445"/>
                  </a:gdLst>
                  <a:ahLst/>
                  <a:cxnLst>
                    <a:cxn ang="0">
                      <a:pos x="connsiteX0" y="connsiteY0"/>
                    </a:cxn>
                    <a:cxn ang="0">
                      <a:pos x="connsiteX1" y="connsiteY1"/>
                    </a:cxn>
                    <a:cxn ang="0">
                      <a:pos x="connsiteX2" y="connsiteY2"/>
                    </a:cxn>
                    <a:cxn ang="0">
                      <a:pos x="connsiteX3" y="connsiteY3"/>
                    </a:cxn>
                  </a:cxnLst>
                  <a:rect l="l" t="t" r="r" b="b"/>
                  <a:pathLst>
                    <a:path w="4602918" h="1926445">
                      <a:moveTo>
                        <a:pt x="0" y="0"/>
                      </a:moveTo>
                      <a:lnTo>
                        <a:pt x="4602919" y="0"/>
                      </a:lnTo>
                      <a:lnTo>
                        <a:pt x="4602919" y="1926446"/>
                      </a:lnTo>
                      <a:lnTo>
                        <a:pt x="0" y="1926446"/>
                      </a:lnTo>
                      <a:close/>
                    </a:path>
                  </a:pathLst>
                </a:custGeom>
                <a:solidFill>
                  <a:srgbClr val="FFFFFF"/>
                </a:solidFill>
                <a:ln w="1282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6" name="任意多边形: 形状 145"/>
                <p:cNvSpPr/>
                <p:nvPr>
                  <p:custDataLst>
                    <p:tags r:id="rId9"/>
                  </p:custDataLst>
                </p:nvPr>
              </p:nvSpPr>
              <p:spPr>
                <a:xfrm>
                  <a:off x="3798393" y="2556962"/>
                  <a:ext cx="4615761" cy="1939288"/>
                </a:xfrm>
                <a:custGeom>
                  <a:avLst/>
                  <a:gdLst>
                    <a:gd name="connsiteX0" fmla="*/ 4615762 w 4615761"/>
                    <a:gd name="connsiteY0" fmla="*/ 1939289 h 1939288"/>
                    <a:gd name="connsiteX1" fmla="*/ 0 w 4615761"/>
                    <a:gd name="connsiteY1" fmla="*/ 1939289 h 1939288"/>
                    <a:gd name="connsiteX2" fmla="*/ 0 w 4615761"/>
                    <a:gd name="connsiteY2" fmla="*/ 0 h 1939288"/>
                    <a:gd name="connsiteX3" fmla="*/ 4615762 w 4615761"/>
                    <a:gd name="connsiteY3" fmla="*/ 0 h 1939288"/>
                    <a:gd name="connsiteX4" fmla="*/ 4615762 w 4615761"/>
                    <a:gd name="connsiteY4" fmla="*/ 1939289 h 1939288"/>
                    <a:gd name="connsiteX5" fmla="*/ 12843 w 4615761"/>
                    <a:gd name="connsiteY5" fmla="*/ 1926446 h 1939288"/>
                    <a:gd name="connsiteX6" fmla="*/ 4602919 w 4615761"/>
                    <a:gd name="connsiteY6" fmla="*/ 1926446 h 1939288"/>
                    <a:gd name="connsiteX7" fmla="*/ 4602919 w 4615761"/>
                    <a:gd name="connsiteY7" fmla="*/ 12843 h 1939288"/>
                    <a:gd name="connsiteX8" fmla="*/ 12843 w 4615761"/>
                    <a:gd name="connsiteY8" fmla="*/ 12843 h 1939288"/>
                    <a:gd name="connsiteX9" fmla="*/ 12843 w 4615761"/>
                    <a:gd name="connsiteY9" fmla="*/ 1926446 h 193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15761" h="1939288">
                      <a:moveTo>
                        <a:pt x="4615762" y="1939289"/>
                      </a:moveTo>
                      <a:lnTo>
                        <a:pt x="0" y="1939289"/>
                      </a:lnTo>
                      <a:lnTo>
                        <a:pt x="0" y="0"/>
                      </a:lnTo>
                      <a:lnTo>
                        <a:pt x="4615762" y="0"/>
                      </a:lnTo>
                      <a:lnTo>
                        <a:pt x="4615762" y="1939289"/>
                      </a:lnTo>
                      <a:close/>
                      <a:moveTo>
                        <a:pt x="12843" y="1926446"/>
                      </a:moveTo>
                      <a:lnTo>
                        <a:pt x="4602919" y="1926446"/>
                      </a:lnTo>
                      <a:lnTo>
                        <a:pt x="4602919" y="12843"/>
                      </a:lnTo>
                      <a:lnTo>
                        <a:pt x="12843" y="12843"/>
                      </a:lnTo>
                      <a:lnTo>
                        <a:pt x="12843" y="1926446"/>
                      </a:lnTo>
                      <a:close/>
                    </a:path>
                  </a:pathLst>
                </a:custGeom>
                <a:solidFill>
                  <a:srgbClr val="231815"/>
                </a:solidFill>
                <a:ln w="1282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47" name="图形 138"/>
              <p:cNvGrpSpPr/>
              <p:nvPr/>
            </p:nvGrpSpPr>
            <p:grpSpPr>
              <a:xfrm>
                <a:off x="3726473" y="2479904"/>
                <a:ext cx="4641447" cy="1964974"/>
                <a:chOff x="3726473" y="2479904"/>
                <a:chExt cx="4641447" cy="1964974"/>
              </a:xfrm>
            </p:grpSpPr>
            <p:sp>
              <p:nvSpPr>
                <p:cNvPr id="148" name="任意多边形: 形状 147"/>
                <p:cNvSpPr/>
                <p:nvPr>
                  <p:custDataLst>
                    <p:tags r:id="rId6"/>
                  </p:custDataLst>
                </p:nvPr>
              </p:nvSpPr>
              <p:spPr>
                <a:xfrm>
                  <a:off x="3745737" y="2499168"/>
                  <a:ext cx="4602918" cy="1926445"/>
                </a:xfrm>
                <a:custGeom>
                  <a:avLst/>
                  <a:gdLst>
                    <a:gd name="connsiteX0" fmla="*/ 0 w 4602918"/>
                    <a:gd name="connsiteY0" fmla="*/ 0 h 1926445"/>
                    <a:gd name="connsiteX1" fmla="*/ 4602919 w 4602918"/>
                    <a:gd name="connsiteY1" fmla="*/ 0 h 1926445"/>
                    <a:gd name="connsiteX2" fmla="*/ 4602919 w 4602918"/>
                    <a:gd name="connsiteY2" fmla="*/ 1926446 h 1926445"/>
                    <a:gd name="connsiteX3" fmla="*/ 0 w 4602918"/>
                    <a:gd name="connsiteY3" fmla="*/ 1926446 h 1926445"/>
                  </a:gdLst>
                  <a:ahLst/>
                  <a:cxnLst>
                    <a:cxn ang="0">
                      <a:pos x="connsiteX0" y="connsiteY0"/>
                    </a:cxn>
                    <a:cxn ang="0">
                      <a:pos x="connsiteX1" y="connsiteY1"/>
                    </a:cxn>
                    <a:cxn ang="0">
                      <a:pos x="connsiteX2" y="connsiteY2"/>
                    </a:cxn>
                    <a:cxn ang="0">
                      <a:pos x="connsiteX3" y="connsiteY3"/>
                    </a:cxn>
                  </a:cxnLst>
                  <a:rect l="l" t="t" r="r" b="b"/>
                  <a:pathLst>
                    <a:path w="4602918" h="1926445">
                      <a:moveTo>
                        <a:pt x="0" y="0"/>
                      </a:moveTo>
                      <a:lnTo>
                        <a:pt x="4602919" y="0"/>
                      </a:lnTo>
                      <a:lnTo>
                        <a:pt x="4602919" y="1926446"/>
                      </a:lnTo>
                      <a:lnTo>
                        <a:pt x="0" y="1926446"/>
                      </a:lnTo>
                      <a:close/>
                    </a:path>
                  </a:pathLst>
                </a:custGeom>
                <a:solidFill>
                  <a:srgbClr val="FFFFFF"/>
                </a:solidFill>
                <a:ln w="1282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9" name="任意多边形: 形状 148"/>
                <p:cNvSpPr/>
                <p:nvPr>
                  <p:custDataLst>
                    <p:tags r:id="rId7"/>
                  </p:custDataLst>
                </p:nvPr>
              </p:nvSpPr>
              <p:spPr>
                <a:xfrm>
                  <a:off x="3726473" y="2479904"/>
                  <a:ext cx="4641447" cy="1964974"/>
                </a:xfrm>
                <a:custGeom>
                  <a:avLst/>
                  <a:gdLst>
                    <a:gd name="connsiteX0" fmla="*/ 4641448 w 4641447"/>
                    <a:gd name="connsiteY0" fmla="*/ 1964975 h 1964974"/>
                    <a:gd name="connsiteX1" fmla="*/ 0 w 4641447"/>
                    <a:gd name="connsiteY1" fmla="*/ 1964975 h 1964974"/>
                    <a:gd name="connsiteX2" fmla="*/ 0 w 4641447"/>
                    <a:gd name="connsiteY2" fmla="*/ 0 h 1964974"/>
                    <a:gd name="connsiteX3" fmla="*/ 4641448 w 4641447"/>
                    <a:gd name="connsiteY3" fmla="*/ 0 h 1964974"/>
                    <a:gd name="connsiteX4" fmla="*/ 4641448 w 4641447"/>
                    <a:gd name="connsiteY4" fmla="*/ 1964975 h 1964974"/>
                    <a:gd name="connsiteX5" fmla="*/ 38529 w 4641447"/>
                    <a:gd name="connsiteY5" fmla="*/ 1926446 h 1964974"/>
                    <a:gd name="connsiteX6" fmla="*/ 4602919 w 4641447"/>
                    <a:gd name="connsiteY6" fmla="*/ 1926446 h 1964974"/>
                    <a:gd name="connsiteX7" fmla="*/ 4602919 w 4641447"/>
                    <a:gd name="connsiteY7" fmla="*/ 38529 h 1964974"/>
                    <a:gd name="connsiteX8" fmla="*/ 38529 w 4641447"/>
                    <a:gd name="connsiteY8" fmla="*/ 38529 h 1964974"/>
                    <a:gd name="connsiteX9" fmla="*/ 38529 w 4641447"/>
                    <a:gd name="connsiteY9" fmla="*/ 1926446 h 196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1447" h="1964974">
                      <a:moveTo>
                        <a:pt x="4641448" y="1964975"/>
                      </a:moveTo>
                      <a:lnTo>
                        <a:pt x="0" y="1964975"/>
                      </a:lnTo>
                      <a:lnTo>
                        <a:pt x="0" y="0"/>
                      </a:lnTo>
                      <a:lnTo>
                        <a:pt x="4641448" y="0"/>
                      </a:lnTo>
                      <a:lnTo>
                        <a:pt x="4641448" y="1964975"/>
                      </a:lnTo>
                      <a:close/>
                      <a:moveTo>
                        <a:pt x="38529" y="1926446"/>
                      </a:moveTo>
                      <a:lnTo>
                        <a:pt x="4602919" y="1926446"/>
                      </a:lnTo>
                      <a:lnTo>
                        <a:pt x="4602919" y="38529"/>
                      </a:lnTo>
                      <a:lnTo>
                        <a:pt x="38529" y="38529"/>
                      </a:lnTo>
                      <a:lnTo>
                        <a:pt x="38529" y="1926446"/>
                      </a:lnTo>
                      <a:close/>
                    </a:path>
                  </a:pathLst>
                </a:custGeom>
                <a:solidFill>
                  <a:srgbClr val="231815"/>
                </a:solidFill>
                <a:ln w="1282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50" name="图形 138"/>
              <p:cNvGrpSpPr/>
              <p:nvPr/>
            </p:nvGrpSpPr>
            <p:grpSpPr>
              <a:xfrm>
                <a:off x="3792167" y="2318369"/>
                <a:ext cx="415557" cy="653420"/>
                <a:chOff x="3792167" y="2318369"/>
                <a:chExt cx="415557" cy="653420"/>
              </a:xfrm>
              <a:solidFill>
                <a:srgbClr val="007BD4"/>
              </a:solidFill>
            </p:grpSpPr>
            <p:sp>
              <p:nvSpPr>
                <p:cNvPr id="151" name="任意多边形: 形状 150"/>
                <p:cNvSpPr/>
                <p:nvPr>
                  <p:custDataLst>
                    <p:tags r:id="rId4"/>
                  </p:custDataLst>
                </p:nvPr>
              </p:nvSpPr>
              <p:spPr>
                <a:xfrm>
                  <a:off x="3839491" y="2424679"/>
                  <a:ext cx="51371" cy="55224"/>
                </a:xfrm>
                <a:custGeom>
                  <a:avLst/>
                  <a:gdLst>
                    <a:gd name="connsiteX0" fmla="*/ 17980 w 51371"/>
                    <a:gd name="connsiteY0" fmla="*/ 55225 h 55224"/>
                    <a:gd name="connsiteX1" fmla="*/ 0 w 51371"/>
                    <a:gd name="connsiteY1" fmla="*/ 11559 h 55224"/>
                    <a:gd name="connsiteX2" fmla="*/ 30823 w 51371"/>
                    <a:gd name="connsiteY2" fmla="*/ 0 h 55224"/>
                    <a:gd name="connsiteX3" fmla="*/ 51372 w 51371"/>
                    <a:gd name="connsiteY3" fmla="*/ 55225 h 55224"/>
                  </a:gdLst>
                  <a:ahLst/>
                  <a:cxnLst>
                    <a:cxn ang="0">
                      <a:pos x="connsiteX0" y="connsiteY0"/>
                    </a:cxn>
                    <a:cxn ang="0">
                      <a:pos x="connsiteX1" y="connsiteY1"/>
                    </a:cxn>
                    <a:cxn ang="0">
                      <a:pos x="connsiteX2" y="connsiteY2"/>
                    </a:cxn>
                    <a:cxn ang="0">
                      <a:pos x="connsiteX3" y="connsiteY3"/>
                    </a:cxn>
                  </a:cxnLst>
                  <a:rect l="l" t="t" r="r" b="b"/>
                  <a:pathLst>
                    <a:path w="51371" h="55224">
                      <a:moveTo>
                        <a:pt x="17980" y="55225"/>
                      </a:moveTo>
                      <a:lnTo>
                        <a:pt x="0" y="11559"/>
                      </a:lnTo>
                      <a:lnTo>
                        <a:pt x="30823" y="0"/>
                      </a:lnTo>
                      <a:lnTo>
                        <a:pt x="51372" y="55225"/>
                      </a:lnTo>
                      <a:close/>
                    </a:path>
                  </a:pathLst>
                </a:custGeom>
                <a:solidFill>
                  <a:srgbClr val="007BD4"/>
                </a:solidFill>
                <a:ln w="1282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2" name="任意多边形: 形状 151"/>
                <p:cNvSpPr/>
                <p:nvPr>
                  <p:custDataLst>
                    <p:tags r:id="rId5"/>
                  </p:custDataLst>
                </p:nvPr>
              </p:nvSpPr>
              <p:spPr>
                <a:xfrm>
                  <a:off x="3792167" y="2318369"/>
                  <a:ext cx="415557" cy="653420"/>
                </a:xfrm>
                <a:custGeom>
                  <a:avLst/>
                  <a:gdLst>
                    <a:gd name="connsiteX0" fmla="*/ 287487 w 415557"/>
                    <a:gd name="connsiteY0" fmla="*/ 653420 h 653420"/>
                    <a:gd name="connsiteX1" fmla="*/ 184744 w 415557"/>
                    <a:gd name="connsiteY1" fmla="*/ 587921 h 653420"/>
                    <a:gd name="connsiteX2" fmla="*/ 4942 w 415557"/>
                    <a:gd name="connsiteY2" fmla="*/ 123006 h 653420"/>
                    <a:gd name="connsiteX3" fmla="*/ 65304 w 415557"/>
                    <a:gd name="connsiteY3" fmla="*/ 7419 h 653420"/>
                    <a:gd name="connsiteX4" fmla="*/ 137225 w 415557"/>
                    <a:gd name="connsiteY4" fmla="*/ 6135 h 653420"/>
                    <a:gd name="connsiteX5" fmla="*/ 187312 w 415557"/>
                    <a:gd name="connsiteY5" fmla="*/ 53654 h 653420"/>
                    <a:gd name="connsiteX6" fmla="*/ 228410 w 415557"/>
                    <a:gd name="connsiteY6" fmla="*/ 162819 h 653420"/>
                    <a:gd name="connsiteX7" fmla="*/ 193734 w 415557"/>
                    <a:gd name="connsiteY7" fmla="*/ 162819 h 653420"/>
                    <a:gd name="connsiteX8" fmla="*/ 157773 w 415557"/>
                    <a:gd name="connsiteY8" fmla="*/ 63928 h 653420"/>
                    <a:gd name="connsiteX9" fmla="*/ 126950 w 415557"/>
                    <a:gd name="connsiteY9" fmla="*/ 35674 h 653420"/>
                    <a:gd name="connsiteX10" fmla="*/ 76863 w 415557"/>
                    <a:gd name="connsiteY10" fmla="*/ 36958 h 653420"/>
                    <a:gd name="connsiteX11" fmla="*/ 35765 w 415557"/>
                    <a:gd name="connsiteY11" fmla="*/ 111447 h 653420"/>
                    <a:gd name="connsiteX12" fmla="*/ 214282 w 415557"/>
                    <a:gd name="connsiteY12" fmla="*/ 577647 h 653420"/>
                    <a:gd name="connsiteX13" fmla="*/ 323448 w 415557"/>
                    <a:gd name="connsiteY13" fmla="*/ 616176 h 653420"/>
                    <a:gd name="connsiteX14" fmla="*/ 379957 w 415557"/>
                    <a:gd name="connsiteY14" fmla="*/ 514716 h 653420"/>
                    <a:gd name="connsiteX15" fmla="*/ 205292 w 415557"/>
                    <a:gd name="connsiteY15" fmla="*/ 57507 h 653420"/>
                    <a:gd name="connsiteX16" fmla="*/ 234831 w 415557"/>
                    <a:gd name="connsiteY16" fmla="*/ 45948 h 653420"/>
                    <a:gd name="connsiteX17" fmla="*/ 409495 w 415557"/>
                    <a:gd name="connsiteY17" fmla="*/ 501873 h 653420"/>
                    <a:gd name="connsiteX18" fmla="*/ 335006 w 415557"/>
                    <a:gd name="connsiteY18" fmla="*/ 644430 h 653420"/>
                    <a:gd name="connsiteX19" fmla="*/ 287487 w 415557"/>
                    <a:gd name="connsiteY19" fmla="*/ 653420 h 653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15557" h="653420">
                      <a:moveTo>
                        <a:pt x="287487" y="653420"/>
                      </a:moveTo>
                      <a:cubicBezTo>
                        <a:pt x="241253" y="653420"/>
                        <a:pt x="200155" y="629019"/>
                        <a:pt x="184744" y="587921"/>
                      </a:cubicBezTo>
                      <a:lnTo>
                        <a:pt x="4942" y="123006"/>
                      </a:lnTo>
                      <a:cubicBezTo>
                        <a:pt x="-11754" y="78055"/>
                        <a:pt x="15216" y="26683"/>
                        <a:pt x="65304" y="7419"/>
                      </a:cubicBezTo>
                      <a:cubicBezTo>
                        <a:pt x="89706" y="-1571"/>
                        <a:pt x="115392" y="-2855"/>
                        <a:pt x="137225" y="6135"/>
                      </a:cubicBezTo>
                      <a:cubicBezTo>
                        <a:pt x="160342" y="15125"/>
                        <a:pt x="178322" y="31821"/>
                        <a:pt x="187312" y="53654"/>
                      </a:cubicBezTo>
                      <a:lnTo>
                        <a:pt x="228410" y="162819"/>
                      </a:lnTo>
                      <a:lnTo>
                        <a:pt x="193734" y="162819"/>
                      </a:lnTo>
                      <a:lnTo>
                        <a:pt x="157773" y="63928"/>
                      </a:lnTo>
                      <a:cubicBezTo>
                        <a:pt x="152636" y="51085"/>
                        <a:pt x="141077" y="40811"/>
                        <a:pt x="126950" y="35674"/>
                      </a:cubicBezTo>
                      <a:cubicBezTo>
                        <a:pt x="111539" y="30536"/>
                        <a:pt x="93558" y="30536"/>
                        <a:pt x="76863" y="36958"/>
                      </a:cubicBezTo>
                      <a:cubicBezTo>
                        <a:pt x="43471" y="49801"/>
                        <a:pt x="24206" y="83193"/>
                        <a:pt x="35765" y="111447"/>
                      </a:cubicBezTo>
                      <a:lnTo>
                        <a:pt x="214282" y="577647"/>
                      </a:lnTo>
                      <a:cubicBezTo>
                        <a:pt x="228410" y="616176"/>
                        <a:pt x="278497" y="632872"/>
                        <a:pt x="323448" y="616176"/>
                      </a:cubicBezTo>
                      <a:cubicBezTo>
                        <a:pt x="369682" y="598196"/>
                        <a:pt x="394084" y="553245"/>
                        <a:pt x="379957" y="514716"/>
                      </a:cubicBezTo>
                      <a:lnTo>
                        <a:pt x="205292" y="57507"/>
                      </a:lnTo>
                      <a:lnTo>
                        <a:pt x="234831" y="45948"/>
                      </a:lnTo>
                      <a:lnTo>
                        <a:pt x="409495" y="501873"/>
                      </a:lnTo>
                      <a:cubicBezTo>
                        <a:pt x="430044" y="557098"/>
                        <a:pt x="396652" y="621313"/>
                        <a:pt x="335006" y="644430"/>
                      </a:cubicBezTo>
                      <a:cubicBezTo>
                        <a:pt x="318310" y="650852"/>
                        <a:pt x="302899" y="653420"/>
                        <a:pt x="287487" y="653420"/>
                      </a:cubicBezTo>
                      <a:close/>
                    </a:path>
                  </a:pathLst>
                </a:custGeom>
                <a:solidFill>
                  <a:srgbClr val="007BD4"/>
                </a:solidFill>
                <a:ln w="1282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sp>
          <p:nvSpPr>
            <p:cNvPr id="10" name="文本框 9"/>
            <p:cNvSpPr txBox="1"/>
            <p:nvPr>
              <p:custDataLst>
                <p:tags r:id="rId3"/>
              </p:custDataLst>
            </p:nvPr>
          </p:nvSpPr>
          <p:spPr>
            <a:xfrm>
              <a:off x="6278" y="4215"/>
              <a:ext cx="6491" cy="2179"/>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40000"/>
                </a:lnSpc>
                <a:spcBef>
                  <a:spcPts val="0"/>
                </a:spcBef>
                <a:spcAft>
                  <a:spcPts val="0"/>
                </a:spcAft>
              </a:pPr>
              <a:r>
                <a:rPr lang="zh-CN" altLang="en-US" sz="1000" spc="200">
                  <a:solidFill>
                    <a:srgbClr val="FF0000"/>
                  </a:solidFill>
                  <a:uFillTx/>
                  <a:latin typeface="微软雅黑" pitchFamily="34" charset="-122"/>
                  <a:ea typeface="微软雅黑" pitchFamily="34" charset="-122"/>
                  <a:cs typeface="微软雅黑" pitchFamily="34" charset="-122"/>
                </a:rPr>
                <a:t>类的声明和定义分开的好处</a:t>
              </a:r>
            </a:p>
            <a:p>
              <a:pPr algn="just">
                <a:lnSpc>
                  <a:spcPct val="140000"/>
                </a:lnSpc>
                <a:spcBef>
                  <a:spcPts val="0"/>
                </a:spcBef>
                <a:spcAft>
                  <a:spcPts val="0"/>
                </a:spcAft>
              </a:pPr>
              <a:endParaRPr lang="zh-CN" altLang="en-US" sz="1000" spc="200">
                <a:solidFill>
                  <a:srgbClr val="FF0000"/>
                </a:solidFill>
                <a:uFillTx/>
                <a:latin typeface="微软雅黑" pitchFamily="34" charset="-122"/>
                <a:ea typeface="微软雅黑" pitchFamily="34" charset="-122"/>
                <a:cs typeface="微软雅黑" pitchFamily="34" charset="-122"/>
              </a:endParaRPr>
            </a:p>
            <a:p>
              <a:pPr marL="171450" indent="-171450" algn="just">
                <a:lnSpc>
                  <a:spcPct val="140000"/>
                </a:lnSpc>
                <a:spcBef>
                  <a:spcPts val="0"/>
                </a:spcBef>
                <a:spcAft>
                  <a:spcPts val="0"/>
                </a:spcAft>
                <a:buFont typeface="Wingdings" panose="05000000000000000000" charset="0"/>
                <a:buChar char=""/>
              </a:pPr>
              <a:r>
                <a:rPr lang="zh-CN" altLang="en-US" sz="1000" spc="200">
                  <a:solidFill>
                    <a:schemeClr val="tx1"/>
                  </a:solidFill>
                  <a:uFillTx/>
                  <a:latin typeface="微软雅黑" pitchFamily="34" charset="-122"/>
                  <a:ea typeface="微软雅黑" pitchFamily="34" charset="-122"/>
                  <a:cs typeface="微软雅黑" pitchFamily="34" charset="-122"/>
                </a:rPr>
                <a:t>在大文件中起目录作用</a:t>
              </a:r>
            </a:p>
            <a:p>
              <a:pPr marL="171450" indent="-171450" algn="just">
                <a:lnSpc>
                  <a:spcPct val="140000"/>
                </a:lnSpc>
                <a:spcBef>
                  <a:spcPts val="0"/>
                </a:spcBef>
                <a:spcAft>
                  <a:spcPts val="0"/>
                </a:spcAft>
                <a:buFont typeface="Wingdings" panose="05000000000000000000" charset="0"/>
                <a:buChar char=""/>
              </a:pPr>
              <a:r>
                <a:rPr lang="zh-CN" altLang="en-US" sz="1000" spc="200">
                  <a:solidFill>
                    <a:schemeClr val="tx1"/>
                  </a:solidFill>
                  <a:uFillTx/>
                  <a:latin typeface="微软雅黑" pitchFamily="34" charset="-122"/>
                  <a:ea typeface="微软雅黑" pitchFamily="34" charset="-122"/>
                  <a:cs typeface="微软雅黑" pitchFamily="34" charset="-122"/>
                </a:rPr>
                <a:t>先将程序（所有）所需要的类用声明形式列举出来，在后续就能够直接互相调用</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类与对象入门</a:t>
            </a:r>
          </a:p>
        </p:txBody>
      </p:sp>
      <p:pic>
        <p:nvPicPr>
          <p:cNvPr id="5"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882015" y="1412240"/>
            <a:ext cx="6096000" cy="2306955"/>
          </a:xfrm>
          <a:prstGeom prst="rect">
            <a:avLst/>
          </a:prstGeom>
          <a:noFill/>
        </p:spPr>
        <p:txBody>
          <a:bodyPr wrap="square" rtlCol="0" anchor="t">
            <a:spAutoFit/>
          </a:bodyPr>
          <a:lstStyle/>
          <a:p>
            <a:pPr>
              <a:lnSpc>
                <a:spcPct val="150000"/>
              </a:lnSpc>
            </a:pPr>
            <a:r>
              <a:rPr lang="zh-CN" altLang="en-US" sz="2400"/>
              <a:t>结构体与类的区别</a:t>
            </a:r>
          </a:p>
          <a:p>
            <a:pPr marL="285750" indent="-285750">
              <a:lnSpc>
                <a:spcPct val="150000"/>
              </a:lnSpc>
              <a:buFont typeface="Wingdings" panose="05000000000000000000" charset="0"/>
              <a:buChar char=""/>
            </a:pPr>
            <a:r>
              <a:rPr lang="zh-CN" altLang="en-US" sz="2400">
                <a:solidFill>
                  <a:srgbClr val="FF0000"/>
                </a:solidFill>
              </a:rPr>
              <a:t>类的声明、定义、对象的创建</a:t>
            </a:r>
          </a:p>
          <a:p>
            <a:pPr indent="0">
              <a:lnSpc>
                <a:spcPct val="150000"/>
              </a:lnSpc>
              <a:buFont typeface="Wingdings" panose="05000000000000000000" charset="0"/>
              <a:buNone/>
            </a:pPr>
            <a:r>
              <a:rPr lang="zh-CN" altLang="en-US" sz="2400">
                <a:sym typeface="+mn-ea"/>
              </a:rPr>
              <a:t>私有和公有成员</a:t>
            </a:r>
          </a:p>
          <a:p>
            <a:pPr>
              <a:lnSpc>
                <a:spcPct val="150000"/>
              </a:lnSpc>
            </a:pPr>
            <a:r>
              <a:rPr lang="zh-CN" altLang="en-US" sz="2400">
                <a:sym typeface="+mn-ea"/>
              </a:rPr>
              <a:t>结构体的定义位置</a:t>
            </a:r>
            <a:endParaRPr lang="zh-CN" altLang="en-US" sz="2400"/>
          </a:p>
        </p:txBody>
      </p:sp>
      <p:sp>
        <p:nvSpPr>
          <p:cNvPr id="8" name="文本框 7"/>
          <p:cNvSpPr txBox="1"/>
          <p:nvPr>
            <p:custDataLst>
              <p:tags r:id="rId1"/>
            </p:custDataLst>
          </p:nvPr>
        </p:nvSpPr>
        <p:spPr>
          <a:xfrm>
            <a:off x="5795645" y="1412240"/>
            <a:ext cx="3742055" cy="4288790"/>
          </a:xfrm>
          <a:prstGeom prst="rect">
            <a:avLst/>
          </a:prstGeom>
          <a:noFill/>
          <a:ln>
            <a:solidFill>
              <a:schemeClr val="tx1"/>
            </a:solidFill>
          </a:ln>
        </p:spPr>
        <p:txBody>
          <a:bodyPr wrap="square" rtlCol="0">
            <a:noAutofit/>
          </a:bodyPr>
          <a:lstStyle/>
          <a:p>
            <a:r>
              <a:rPr lang="en-US" altLang="zh-CN" sz="1200"/>
              <a:t>const int MAX_NUM = 500;</a:t>
            </a:r>
            <a:endParaRPr lang="zh-CN" altLang="en-US" sz="1200"/>
          </a:p>
          <a:p>
            <a:r>
              <a:rPr lang="en-US" altLang="zh-CN" sz="1200"/>
              <a:t>class Person; // </a:t>
            </a:r>
            <a:r>
              <a:rPr lang="zh-CN" altLang="en-US" sz="1200"/>
              <a:t>声明</a:t>
            </a:r>
          </a:p>
          <a:p>
            <a:endParaRPr lang="zh-CN" altLang="en-US" sz="1200"/>
          </a:p>
          <a:p>
            <a:r>
              <a:rPr lang="en-US" altLang="zh-CN" sz="1200"/>
              <a:t>......</a:t>
            </a:r>
            <a:endParaRPr lang="zh-CN" altLang="en-US" sz="1200"/>
          </a:p>
          <a:p>
            <a:endParaRPr lang="zh-CN" altLang="en-US" sz="1200"/>
          </a:p>
          <a:p>
            <a:r>
              <a:rPr lang="zh-CN" altLang="en-US" sz="1200"/>
              <a:t>// 定义Person类</a:t>
            </a:r>
          </a:p>
          <a:p>
            <a:r>
              <a:rPr lang="zh-CN" altLang="en-US" sz="1200"/>
              <a:t>class Person {</a:t>
            </a:r>
          </a:p>
          <a:p>
            <a:r>
              <a:rPr lang="zh-CN" altLang="en-US" sz="1200"/>
              <a:t>public:</a:t>
            </a:r>
          </a:p>
          <a:p>
            <a:r>
              <a:rPr lang="zh-CN" altLang="en-US" sz="1200"/>
              <a:t>    std::string name;</a:t>
            </a:r>
          </a:p>
          <a:p>
            <a:r>
              <a:rPr lang="zh-CN" altLang="en-US" sz="1200"/>
              <a:t>    int age;</a:t>
            </a:r>
          </a:p>
          <a:p>
            <a:r>
              <a:rPr lang="zh-CN" altLang="en-US" sz="1200"/>
              <a:t>    // 构造函数</a:t>
            </a:r>
          </a:p>
          <a:p>
            <a:r>
              <a:rPr lang="zh-CN" altLang="en-US" sz="1200"/>
              <a:t>    Person() : name("Unnamed"), age(0) {}</a:t>
            </a:r>
          </a:p>
          <a:p>
            <a:r>
              <a:rPr lang="zh-CN" altLang="en-US" sz="1200"/>
              <a:t>    // 参数化构造函数</a:t>
            </a:r>
          </a:p>
          <a:p>
            <a:r>
              <a:rPr lang="zh-CN" altLang="en-US" sz="1200"/>
              <a:t>    Person(std::string n, int a) : name(n), age(a) {}</a:t>
            </a:r>
          </a:p>
          <a:p>
            <a:r>
              <a:rPr lang="zh-CN" altLang="en-US" sz="1200"/>
              <a:t>    // 成员函数</a:t>
            </a:r>
          </a:p>
          <a:p>
            <a:r>
              <a:rPr lang="zh-CN" altLang="en-US" sz="1200"/>
              <a:t>    void introduce() const {</a:t>
            </a:r>
          </a:p>
          <a:p>
            <a:r>
              <a:rPr lang="zh-CN" altLang="en-US" sz="1200"/>
              <a:t>        cout &lt;&lt; "Name: " &lt;&lt; name &lt;&lt; ", Age: " &lt;&lt; age &lt;&lt;</a:t>
            </a:r>
            <a:r>
              <a:rPr lang="en-US" altLang="zh-CN" sz="1200"/>
              <a:t> </a:t>
            </a:r>
            <a:r>
              <a:rPr lang="zh-CN" altLang="en-US" sz="1200"/>
              <a:t>endl;</a:t>
            </a:r>
          </a:p>
          <a:p>
            <a:r>
              <a:rPr lang="zh-CN" altLang="en-US" sz="1200"/>
              <a:t>    }</a:t>
            </a:r>
          </a:p>
          <a:p>
            <a:r>
              <a:rPr lang="zh-CN" altLang="en-US" sz="1200"/>
              <a:t>}</a:t>
            </a:r>
            <a:r>
              <a:rPr lang="en-US" altLang="zh-CN" sz="1200"/>
              <a:t> p[MAX_NUM + 1]</a:t>
            </a:r>
            <a:r>
              <a:rPr lang="zh-CN" altLang="en-US" sz="1200"/>
              <a:t>;</a:t>
            </a:r>
            <a:r>
              <a:rPr lang="en-US" altLang="zh-CN" sz="1200"/>
              <a:t> // </a:t>
            </a:r>
            <a:r>
              <a:rPr lang="zh-CN" altLang="en-US" sz="1200"/>
              <a:t>在类定义时附带初始化一个类数组</a:t>
            </a:r>
          </a:p>
          <a:p>
            <a:endParaRPr lang="zh-CN" altLang="en-US" sz="1200"/>
          </a:p>
          <a:p>
            <a:endParaRPr lang="zh-CN" altLang="en-US" sz="1200"/>
          </a:p>
        </p:txBody>
      </p:sp>
      <p:sp>
        <p:nvSpPr>
          <p:cNvPr id="4" name="文本框 3"/>
          <p:cNvSpPr txBox="1"/>
          <p:nvPr>
            <p:custDataLst>
              <p:tags r:id="rId2"/>
            </p:custDataLst>
          </p:nvPr>
        </p:nvSpPr>
        <p:spPr>
          <a:xfrm>
            <a:off x="9538970" y="1412240"/>
            <a:ext cx="2369185" cy="4288790"/>
          </a:xfrm>
          <a:prstGeom prst="rect">
            <a:avLst/>
          </a:prstGeom>
          <a:noFill/>
          <a:ln>
            <a:solidFill>
              <a:schemeClr val="tx1"/>
            </a:solidFill>
          </a:ln>
        </p:spPr>
        <p:txBody>
          <a:bodyPr wrap="square" rtlCol="0">
            <a:noAutofit/>
          </a:bodyPr>
          <a:lstStyle/>
          <a:p>
            <a:r>
              <a:rPr lang="en-US" altLang="zh-CN" sz="1200"/>
              <a:t>// </a:t>
            </a:r>
            <a:r>
              <a:rPr lang="zh-CN" altLang="en-US" sz="1200"/>
              <a:t>结构体的副赋初值方式</a:t>
            </a:r>
          </a:p>
          <a:p>
            <a:endParaRPr lang="zh-CN" altLang="en-US" sz="1200"/>
          </a:p>
          <a:p>
            <a:r>
              <a:rPr lang="zh-CN" altLang="en-US" sz="1200"/>
              <a:t> </a:t>
            </a:r>
            <a:r>
              <a:rPr lang="en-US" altLang="zh-CN" sz="1200"/>
              <a:t>   </a:t>
            </a:r>
            <a:r>
              <a:rPr lang="zh-CN" altLang="en-US" sz="1200"/>
              <a:t>Person person1;</a:t>
            </a:r>
            <a:r>
              <a:rPr lang="en-US" altLang="zh-CN" sz="1200"/>
              <a:t> </a:t>
            </a:r>
            <a:r>
              <a:rPr lang="zh-CN" altLang="en-US" sz="1200">
                <a:sym typeface="+mn-ea"/>
              </a:rPr>
              <a:t>// 使用无参构造函数初始化对象</a:t>
            </a:r>
          </a:p>
          <a:p>
            <a:endParaRPr lang="zh-CN" altLang="en-US" sz="1200"/>
          </a:p>
          <a:p>
            <a:r>
              <a:rPr lang="zh-CN" altLang="en-US" sz="1200"/>
              <a:t>    Person person2("Alice", 30);</a:t>
            </a:r>
            <a:r>
              <a:rPr lang="en-US" altLang="zh-CN" sz="1200"/>
              <a:t> </a:t>
            </a:r>
            <a:r>
              <a:rPr lang="zh-CN" altLang="en-US" sz="1200">
                <a:sym typeface="+mn-ea"/>
              </a:rPr>
              <a:t>// 使用带参构造函数创建对象</a:t>
            </a:r>
          </a:p>
          <a:p>
            <a:r>
              <a:rPr lang="zh-CN" altLang="en-US" sz="1200">
                <a:sym typeface="+mn-ea"/>
              </a:rPr>
              <a:t>（</a:t>
            </a:r>
            <a:r>
              <a:rPr lang="zh-CN" altLang="en-US" sz="1200">
                <a:solidFill>
                  <a:srgbClr val="FF0000"/>
                </a:solidFill>
                <a:sym typeface="+mn-ea"/>
              </a:rPr>
              <a:t>注：构造函数可以重载</a:t>
            </a:r>
            <a:r>
              <a:rPr lang="zh-CN" altLang="en-US" sz="1200">
                <a:sym typeface="+mn-ea"/>
              </a:rPr>
              <a:t>）</a:t>
            </a:r>
            <a:endParaRPr lang="zh-CN" altLang="en-US" sz="1200"/>
          </a:p>
          <a:p>
            <a:endParaRPr lang="zh-CN" altLang="en-US" sz="1200"/>
          </a:p>
          <a:p>
            <a:r>
              <a:rPr lang="zh-CN" altLang="en-US" sz="1200"/>
              <a:t>    Person person3 = person2;</a:t>
            </a:r>
            <a:r>
              <a:rPr lang="en-US" altLang="zh-CN" sz="1200"/>
              <a:t> </a:t>
            </a:r>
            <a:r>
              <a:rPr lang="zh-CN" altLang="en-US" sz="1200">
                <a:sym typeface="+mn-ea"/>
              </a:rPr>
              <a:t>// 使用对象赋值，整体的内存拷贝</a:t>
            </a:r>
          </a:p>
          <a:p>
            <a:endParaRPr lang="zh-CN" altLang="en-US" sz="1200"/>
          </a:p>
          <a:p>
            <a:r>
              <a:rPr lang="zh-CN" altLang="en-US" sz="1200"/>
              <a:t>    Person person4{"Bob", 25};</a:t>
            </a:r>
            <a:r>
              <a:rPr lang="en-US" altLang="zh-CN" sz="1200"/>
              <a:t> </a:t>
            </a:r>
            <a:r>
              <a:rPr lang="zh-CN" altLang="en-US" sz="1200">
                <a:sym typeface="+mn-ea"/>
              </a:rPr>
              <a:t>// 使用结构体风格的初始化，也可形象地成为列表初始化</a:t>
            </a:r>
            <a:endParaRPr lang="zh-CN" altLang="en-US" sz="1200"/>
          </a:p>
        </p:txBody>
      </p:sp>
      <p:grpSp>
        <p:nvGrpSpPr>
          <p:cNvPr id="9" name="组合 8" descr="7b0a202020202274657874626f78223a20227b5c2263617465676f72795f69645c223a31303731332c5c2269645c223a32303334323131307d220a7d0a"/>
          <p:cNvGrpSpPr/>
          <p:nvPr/>
        </p:nvGrpSpPr>
        <p:grpSpPr>
          <a:xfrm>
            <a:off x="140335" y="3628390"/>
            <a:ext cx="2867025" cy="2221865"/>
            <a:chOff x="5868" y="3651"/>
            <a:chExt cx="7463" cy="3499"/>
          </a:xfrm>
        </p:grpSpPr>
        <p:grpSp>
          <p:nvGrpSpPr>
            <p:cNvPr id="140" name="图形 138"/>
            <p:cNvGrpSpPr/>
            <p:nvPr/>
          </p:nvGrpSpPr>
          <p:grpSpPr>
            <a:xfrm>
              <a:off x="5868" y="3651"/>
              <a:ext cx="7463" cy="3499"/>
              <a:chOff x="3726473" y="2318083"/>
              <a:chExt cx="4739054" cy="2221834"/>
            </a:xfrm>
          </p:grpSpPr>
          <p:grpSp>
            <p:nvGrpSpPr>
              <p:cNvPr id="141" name="图形 138"/>
              <p:cNvGrpSpPr/>
              <p:nvPr/>
            </p:nvGrpSpPr>
            <p:grpSpPr>
              <a:xfrm>
                <a:off x="3843343" y="2601912"/>
                <a:ext cx="4615761" cy="1939288"/>
                <a:chOff x="3843343" y="2601912"/>
                <a:chExt cx="4615761" cy="1939288"/>
              </a:xfrm>
            </p:grpSpPr>
            <p:sp>
              <p:nvSpPr>
                <p:cNvPr id="142" name="任意多边形: 形状 141"/>
                <p:cNvSpPr/>
                <p:nvPr>
                  <p:custDataLst>
                    <p:tags r:id="rId11"/>
                  </p:custDataLst>
                </p:nvPr>
              </p:nvSpPr>
              <p:spPr>
                <a:xfrm>
                  <a:off x="3849765" y="2608334"/>
                  <a:ext cx="4602918" cy="1926445"/>
                </a:xfrm>
                <a:custGeom>
                  <a:avLst/>
                  <a:gdLst>
                    <a:gd name="connsiteX0" fmla="*/ 0 w 4602918"/>
                    <a:gd name="connsiteY0" fmla="*/ 0 h 1926445"/>
                    <a:gd name="connsiteX1" fmla="*/ 4602919 w 4602918"/>
                    <a:gd name="connsiteY1" fmla="*/ 0 h 1926445"/>
                    <a:gd name="connsiteX2" fmla="*/ 4602919 w 4602918"/>
                    <a:gd name="connsiteY2" fmla="*/ 1926446 h 1926445"/>
                    <a:gd name="connsiteX3" fmla="*/ 0 w 4602918"/>
                    <a:gd name="connsiteY3" fmla="*/ 1926446 h 1926445"/>
                  </a:gdLst>
                  <a:ahLst/>
                  <a:cxnLst>
                    <a:cxn ang="0">
                      <a:pos x="connsiteX0" y="connsiteY0"/>
                    </a:cxn>
                    <a:cxn ang="0">
                      <a:pos x="connsiteX1" y="connsiteY1"/>
                    </a:cxn>
                    <a:cxn ang="0">
                      <a:pos x="connsiteX2" y="connsiteY2"/>
                    </a:cxn>
                    <a:cxn ang="0">
                      <a:pos x="connsiteX3" y="connsiteY3"/>
                    </a:cxn>
                  </a:cxnLst>
                  <a:rect l="l" t="t" r="r" b="b"/>
                  <a:pathLst>
                    <a:path w="4602918" h="1926445">
                      <a:moveTo>
                        <a:pt x="0" y="0"/>
                      </a:moveTo>
                      <a:lnTo>
                        <a:pt x="4602919" y="0"/>
                      </a:lnTo>
                      <a:lnTo>
                        <a:pt x="4602919" y="1926446"/>
                      </a:lnTo>
                      <a:lnTo>
                        <a:pt x="0" y="1926446"/>
                      </a:lnTo>
                      <a:close/>
                    </a:path>
                  </a:pathLst>
                </a:custGeom>
                <a:solidFill>
                  <a:srgbClr val="FFFFFF"/>
                </a:solidFill>
                <a:ln w="1282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3" name="任意多边形: 形状 142"/>
                <p:cNvSpPr/>
                <p:nvPr>
                  <p:custDataLst>
                    <p:tags r:id="rId12"/>
                  </p:custDataLst>
                </p:nvPr>
              </p:nvSpPr>
              <p:spPr>
                <a:xfrm>
                  <a:off x="3843343" y="2601912"/>
                  <a:ext cx="4615761" cy="1939288"/>
                </a:xfrm>
                <a:custGeom>
                  <a:avLst/>
                  <a:gdLst>
                    <a:gd name="connsiteX0" fmla="*/ 4615762 w 4615761"/>
                    <a:gd name="connsiteY0" fmla="*/ 1939289 h 1939288"/>
                    <a:gd name="connsiteX1" fmla="*/ 0 w 4615761"/>
                    <a:gd name="connsiteY1" fmla="*/ 1939289 h 1939288"/>
                    <a:gd name="connsiteX2" fmla="*/ 0 w 4615761"/>
                    <a:gd name="connsiteY2" fmla="*/ 0 h 1939288"/>
                    <a:gd name="connsiteX3" fmla="*/ 4615762 w 4615761"/>
                    <a:gd name="connsiteY3" fmla="*/ 0 h 1939288"/>
                    <a:gd name="connsiteX4" fmla="*/ 4615762 w 4615761"/>
                    <a:gd name="connsiteY4" fmla="*/ 1939289 h 1939288"/>
                    <a:gd name="connsiteX5" fmla="*/ 12843 w 4615761"/>
                    <a:gd name="connsiteY5" fmla="*/ 1926446 h 1939288"/>
                    <a:gd name="connsiteX6" fmla="*/ 4602919 w 4615761"/>
                    <a:gd name="connsiteY6" fmla="*/ 1926446 h 1939288"/>
                    <a:gd name="connsiteX7" fmla="*/ 4602919 w 4615761"/>
                    <a:gd name="connsiteY7" fmla="*/ 12843 h 1939288"/>
                    <a:gd name="connsiteX8" fmla="*/ 12843 w 4615761"/>
                    <a:gd name="connsiteY8" fmla="*/ 12843 h 1939288"/>
                    <a:gd name="connsiteX9" fmla="*/ 12843 w 4615761"/>
                    <a:gd name="connsiteY9" fmla="*/ 1926446 h 193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15761" h="1939288">
                      <a:moveTo>
                        <a:pt x="4615762" y="1939289"/>
                      </a:moveTo>
                      <a:lnTo>
                        <a:pt x="0" y="1939289"/>
                      </a:lnTo>
                      <a:lnTo>
                        <a:pt x="0" y="0"/>
                      </a:lnTo>
                      <a:lnTo>
                        <a:pt x="4615762" y="0"/>
                      </a:lnTo>
                      <a:lnTo>
                        <a:pt x="4615762" y="1939289"/>
                      </a:lnTo>
                      <a:close/>
                      <a:moveTo>
                        <a:pt x="12843" y="1926446"/>
                      </a:moveTo>
                      <a:lnTo>
                        <a:pt x="4602919" y="1926446"/>
                      </a:lnTo>
                      <a:lnTo>
                        <a:pt x="4602919" y="12843"/>
                      </a:lnTo>
                      <a:lnTo>
                        <a:pt x="12843" y="12843"/>
                      </a:lnTo>
                      <a:lnTo>
                        <a:pt x="12843" y="1926446"/>
                      </a:lnTo>
                      <a:close/>
                    </a:path>
                  </a:pathLst>
                </a:custGeom>
                <a:solidFill>
                  <a:srgbClr val="231815"/>
                </a:solidFill>
                <a:ln w="1282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44" name="图形 138"/>
              <p:cNvGrpSpPr/>
              <p:nvPr/>
            </p:nvGrpSpPr>
            <p:grpSpPr>
              <a:xfrm>
                <a:off x="3798393" y="2556962"/>
                <a:ext cx="4615761" cy="1939288"/>
                <a:chOff x="3798393" y="2556962"/>
                <a:chExt cx="4615761" cy="1939288"/>
              </a:xfrm>
            </p:grpSpPr>
            <p:sp>
              <p:nvSpPr>
                <p:cNvPr id="145" name="任意多边形: 形状 144"/>
                <p:cNvSpPr/>
                <p:nvPr>
                  <p:custDataLst>
                    <p:tags r:id="rId9"/>
                  </p:custDataLst>
                </p:nvPr>
              </p:nvSpPr>
              <p:spPr>
                <a:xfrm>
                  <a:off x="3804815" y="2563383"/>
                  <a:ext cx="4602918" cy="1926445"/>
                </a:xfrm>
                <a:custGeom>
                  <a:avLst/>
                  <a:gdLst>
                    <a:gd name="connsiteX0" fmla="*/ 0 w 4602918"/>
                    <a:gd name="connsiteY0" fmla="*/ 0 h 1926445"/>
                    <a:gd name="connsiteX1" fmla="*/ 4602919 w 4602918"/>
                    <a:gd name="connsiteY1" fmla="*/ 0 h 1926445"/>
                    <a:gd name="connsiteX2" fmla="*/ 4602919 w 4602918"/>
                    <a:gd name="connsiteY2" fmla="*/ 1926446 h 1926445"/>
                    <a:gd name="connsiteX3" fmla="*/ 0 w 4602918"/>
                    <a:gd name="connsiteY3" fmla="*/ 1926446 h 1926445"/>
                  </a:gdLst>
                  <a:ahLst/>
                  <a:cxnLst>
                    <a:cxn ang="0">
                      <a:pos x="connsiteX0" y="connsiteY0"/>
                    </a:cxn>
                    <a:cxn ang="0">
                      <a:pos x="connsiteX1" y="connsiteY1"/>
                    </a:cxn>
                    <a:cxn ang="0">
                      <a:pos x="connsiteX2" y="connsiteY2"/>
                    </a:cxn>
                    <a:cxn ang="0">
                      <a:pos x="connsiteX3" y="connsiteY3"/>
                    </a:cxn>
                  </a:cxnLst>
                  <a:rect l="l" t="t" r="r" b="b"/>
                  <a:pathLst>
                    <a:path w="4602918" h="1926445">
                      <a:moveTo>
                        <a:pt x="0" y="0"/>
                      </a:moveTo>
                      <a:lnTo>
                        <a:pt x="4602919" y="0"/>
                      </a:lnTo>
                      <a:lnTo>
                        <a:pt x="4602919" y="1926446"/>
                      </a:lnTo>
                      <a:lnTo>
                        <a:pt x="0" y="1926446"/>
                      </a:lnTo>
                      <a:close/>
                    </a:path>
                  </a:pathLst>
                </a:custGeom>
                <a:solidFill>
                  <a:srgbClr val="FFFFFF"/>
                </a:solidFill>
                <a:ln w="1282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6" name="任意多边形: 形状 145"/>
                <p:cNvSpPr/>
                <p:nvPr>
                  <p:custDataLst>
                    <p:tags r:id="rId10"/>
                  </p:custDataLst>
                </p:nvPr>
              </p:nvSpPr>
              <p:spPr>
                <a:xfrm>
                  <a:off x="3798393" y="2556962"/>
                  <a:ext cx="4615761" cy="1939288"/>
                </a:xfrm>
                <a:custGeom>
                  <a:avLst/>
                  <a:gdLst>
                    <a:gd name="connsiteX0" fmla="*/ 4615762 w 4615761"/>
                    <a:gd name="connsiteY0" fmla="*/ 1939289 h 1939288"/>
                    <a:gd name="connsiteX1" fmla="*/ 0 w 4615761"/>
                    <a:gd name="connsiteY1" fmla="*/ 1939289 h 1939288"/>
                    <a:gd name="connsiteX2" fmla="*/ 0 w 4615761"/>
                    <a:gd name="connsiteY2" fmla="*/ 0 h 1939288"/>
                    <a:gd name="connsiteX3" fmla="*/ 4615762 w 4615761"/>
                    <a:gd name="connsiteY3" fmla="*/ 0 h 1939288"/>
                    <a:gd name="connsiteX4" fmla="*/ 4615762 w 4615761"/>
                    <a:gd name="connsiteY4" fmla="*/ 1939289 h 1939288"/>
                    <a:gd name="connsiteX5" fmla="*/ 12843 w 4615761"/>
                    <a:gd name="connsiteY5" fmla="*/ 1926446 h 1939288"/>
                    <a:gd name="connsiteX6" fmla="*/ 4602919 w 4615761"/>
                    <a:gd name="connsiteY6" fmla="*/ 1926446 h 1939288"/>
                    <a:gd name="connsiteX7" fmla="*/ 4602919 w 4615761"/>
                    <a:gd name="connsiteY7" fmla="*/ 12843 h 1939288"/>
                    <a:gd name="connsiteX8" fmla="*/ 12843 w 4615761"/>
                    <a:gd name="connsiteY8" fmla="*/ 12843 h 1939288"/>
                    <a:gd name="connsiteX9" fmla="*/ 12843 w 4615761"/>
                    <a:gd name="connsiteY9" fmla="*/ 1926446 h 193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15761" h="1939288">
                      <a:moveTo>
                        <a:pt x="4615762" y="1939289"/>
                      </a:moveTo>
                      <a:lnTo>
                        <a:pt x="0" y="1939289"/>
                      </a:lnTo>
                      <a:lnTo>
                        <a:pt x="0" y="0"/>
                      </a:lnTo>
                      <a:lnTo>
                        <a:pt x="4615762" y="0"/>
                      </a:lnTo>
                      <a:lnTo>
                        <a:pt x="4615762" y="1939289"/>
                      </a:lnTo>
                      <a:close/>
                      <a:moveTo>
                        <a:pt x="12843" y="1926446"/>
                      </a:moveTo>
                      <a:lnTo>
                        <a:pt x="4602919" y="1926446"/>
                      </a:lnTo>
                      <a:lnTo>
                        <a:pt x="4602919" y="12843"/>
                      </a:lnTo>
                      <a:lnTo>
                        <a:pt x="12843" y="12843"/>
                      </a:lnTo>
                      <a:lnTo>
                        <a:pt x="12843" y="1926446"/>
                      </a:lnTo>
                      <a:close/>
                    </a:path>
                  </a:pathLst>
                </a:custGeom>
                <a:solidFill>
                  <a:srgbClr val="231815"/>
                </a:solidFill>
                <a:ln w="1282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47" name="图形 138"/>
              <p:cNvGrpSpPr/>
              <p:nvPr/>
            </p:nvGrpSpPr>
            <p:grpSpPr>
              <a:xfrm>
                <a:off x="3726473" y="2479904"/>
                <a:ext cx="4641447" cy="1964974"/>
                <a:chOff x="3726473" y="2479904"/>
                <a:chExt cx="4641447" cy="1964974"/>
              </a:xfrm>
            </p:grpSpPr>
            <p:sp>
              <p:nvSpPr>
                <p:cNvPr id="148" name="任意多边形: 形状 147"/>
                <p:cNvSpPr/>
                <p:nvPr>
                  <p:custDataLst>
                    <p:tags r:id="rId7"/>
                  </p:custDataLst>
                </p:nvPr>
              </p:nvSpPr>
              <p:spPr>
                <a:xfrm>
                  <a:off x="3745737" y="2499168"/>
                  <a:ext cx="4602918" cy="1926445"/>
                </a:xfrm>
                <a:custGeom>
                  <a:avLst/>
                  <a:gdLst>
                    <a:gd name="connsiteX0" fmla="*/ 0 w 4602918"/>
                    <a:gd name="connsiteY0" fmla="*/ 0 h 1926445"/>
                    <a:gd name="connsiteX1" fmla="*/ 4602919 w 4602918"/>
                    <a:gd name="connsiteY1" fmla="*/ 0 h 1926445"/>
                    <a:gd name="connsiteX2" fmla="*/ 4602919 w 4602918"/>
                    <a:gd name="connsiteY2" fmla="*/ 1926446 h 1926445"/>
                    <a:gd name="connsiteX3" fmla="*/ 0 w 4602918"/>
                    <a:gd name="connsiteY3" fmla="*/ 1926446 h 1926445"/>
                  </a:gdLst>
                  <a:ahLst/>
                  <a:cxnLst>
                    <a:cxn ang="0">
                      <a:pos x="connsiteX0" y="connsiteY0"/>
                    </a:cxn>
                    <a:cxn ang="0">
                      <a:pos x="connsiteX1" y="connsiteY1"/>
                    </a:cxn>
                    <a:cxn ang="0">
                      <a:pos x="connsiteX2" y="connsiteY2"/>
                    </a:cxn>
                    <a:cxn ang="0">
                      <a:pos x="connsiteX3" y="connsiteY3"/>
                    </a:cxn>
                  </a:cxnLst>
                  <a:rect l="l" t="t" r="r" b="b"/>
                  <a:pathLst>
                    <a:path w="4602918" h="1926445">
                      <a:moveTo>
                        <a:pt x="0" y="0"/>
                      </a:moveTo>
                      <a:lnTo>
                        <a:pt x="4602919" y="0"/>
                      </a:lnTo>
                      <a:lnTo>
                        <a:pt x="4602919" y="1926446"/>
                      </a:lnTo>
                      <a:lnTo>
                        <a:pt x="0" y="1926446"/>
                      </a:lnTo>
                      <a:close/>
                    </a:path>
                  </a:pathLst>
                </a:custGeom>
                <a:solidFill>
                  <a:srgbClr val="FFFFFF"/>
                </a:solidFill>
                <a:ln w="1282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9" name="任意多边形: 形状 148"/>
                <p:cNvSpPr/>
                <p:nvPr>
                  <p:custDataLst>
                    <p:tags r:id="rId8"/>
                  </p:custDataLst>
                </p:nvPr>
              </p:nvSpPr>
              <p:spPr>
                <a:xfrm>
                  <a:off x="3726473" y="2479904"/>
                  <a:ext cx="4641447" cy="1964974"/>
                </a:xfrm>
                <a:custGeom>
                  <a:avLst/>
                  <a:gdLst>
                    <a:gd name="connsiteX0" fmla="*/ 4641448 w 4641447"/>
                    <a:gd name="connsiteY0" fmla="*/ 1964975 h 1964974"/>
                    <a:gd name="connsiteX1" fmla="*/ 0 w 4641447"/>
                    <a:gd name="connsiteY1" fmla="*/ 1964975 h 1964974"/>
                    <a:gd name="connsiteX2" fmla="*/ 0 w 4641447"/>
                    <a:gd name="connsiteY2" fmla="*/ 0 h 1964974"/>
                    <a:gd name="connsiteX3" fmla="*/ 4641448 w 4641447"/>
                    <a:gd name="connsiteY3" fmla="*/ 0 h 1964974"/>
                    <a:gd name="connsiteX4" fmla="*/ 4641448 w 4641447"/>
                    <a:gd name="connsiteY4" fmla="*/ 1964975 h 1964974"/>
                    <a:gd name="connsiteX5" fmla="*/ 38529 w 4641447"/>
                    <a:gd name="connsiteY5" fmla="*/ 1926446 h 1964974"/>
                    <a:gd name="connsiteX6" fmla="*/ 4602919 w 4641447"/>
                    <a:gd name="connsiteY6" fmla="*/ 1926446 h 1964974"/>
                    <a:gd name="connsiteX7" fmla="*/ 4602919 w 4641447"/>
                    <a:gd name="connsiteY7" fmla="*/ 38529 h 1964974"/>
                    <a:gd name="connsiteX8" fmla="*/ 38529 w 4641447"/>
                    <a:gd name="connsiteY8" fmla="*/ 38529 h 1964974"/>
                    <a:gd name="connsiteX9" fmla="*/ 38529 w 4641447"/>
                    <a:gd name="connsiteY9" fmla="*/ 1926446 h 196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1447" h="1964974">
                      <a:moveTo>
                        <a:pt x="4641448" y="1964975"/>
                      </a:moveTo>
                      <a:lnTo>
                        <a:pt x="0" y="1964975"/>
                      </a:lnTo>
                      <a:lnTo>
                        <a:pt x="0" y="0"/>
                      </a:lnTo>
                      <a:lnTo>
                        <a:pt x="4641448" y="0"/>
                      </a:lnTo>
                      <a:lnTo>
                        <a:pt x="4641448" y="1964975"/>
                      </a:lnTo>
                      <a:close/>
                      <a:moveTo>
                        <a:pt x="38529" y="1926446"/>
                      </a:moveTo>
                      <a:lnTo>
                        <a:pt x="4602919" y="1926446"/>
                      </a:lnTo>
                      <a:lnTo>
                        <a:pt x="4602919" y="38529"/>
                      </a:lnTo>
                      <a:lnTo>
                        <a:pt x="38529" y="38529"/>
                      </a:lnTo>
                      <a:lnTo>
                        <a:pt x="38529" y="1926446"/>
                      </a:lnTo>
                      <a:close/>
                    </a:path>
                  </a:pathLst>
                </a:custGeom>
                <a:solidFill>
                  <a:srgbClr val="231815"/>
                </a:solidFill>
                <a:ln w="1282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50" name="图形 138"/>
              <p:cNvGrpSpPr/>
              <p:nvPr/>
            </p:nvGrpSpPr>
            <p:grpSpPr>
              <a:xfrm>
                <a:off x="3792167" y="2318369"/>
                <a:ext cx="415557" cy="653420"/>
                <a:chOff x="3792167" y="2318369"/>
                <a:chExt cx="415557" cy="653420"/>
              </a:xfrm>
              <a:solidFill>
                <a:srgbClr val="007BD4"/>
              </a:solidFill>
            </p:grpSpPr>
            <p:sp>
              <p:nvSpPr>
                <p:cNvPr id="151" name="任意多边形: 形状 150"/>
                <p:cNvSpPr/>
                <p:nvPr>
                  <p:custDataLst>
                    <p:tags r:id="rId5"/>
                  </p:custDataLst>
                </p:nvPr>
              </p:nvSpPr>
              <p:spPr>
                <a:xfrm>
                  <a:off x="3839491" y="2424679"/>
                  <a:ext cx="51371" cy="55224"/>
                </a:xfrm>
                <a:custGeom>
                  <a:avLst/>
                  <a:gdLst>
                    <a:gd name="connsiteX0" fmla="*/ 17980 w 51371"/>
                    <a:gd name="connsiteY0" fmla="*/ 55225 h 55224"/>
                    <a:gd name="connsiteX1" fmla="*/ 0 w 51371"/>
                    <a:gd name="connsiteY1" fmla="*/ 11559 h 55224"/>
                    <a:gd name="connsiteX2" fmla="*/ 30823 w 51371"/>
                    <a:gd name="connsiteY2" fmla="*/ 0 h 55224"/>
                    <a:gd name="connsiteX3" fmla="*/ 51372 w 51371"/>
                    <a:gd name="connsiteY3" fmla="*/ 55225 h 55224"/>
                  </a:gdLst>
                  <a:ahLst/>
                  <a:cxnLst>
                    <a:cxn ang="0">
                      <a:pos x="connsiteX0" y="connsiteY0"/>
                    </a:cxn>
                    <a:cxn ang="0">
                      <a:pos x="connsiteX1" y="connsiteY1"/>
                    </a:cxn>
                    <a:cxn ang="0">
                      <a:pos x="connsiteX2" y="connsiteY2"/>
                    </a:cxn>
                    <a:cxn ang="0">
                      <a:pos x="connsiteX3" y="connsiteY3"/>
                    </a:cxn>
                  </a:cxnLst>
                  <a:rect l="l" t="t" r="r" b="b"/>
                  <a:pathLst>
                    <a:path w="51371" h="55224">
                      <a:moveTo>
                        <a:pt x="17980" y="55225"/>
                      </a:moveTo>
                      <a:lnTo>
                        <a:pt x="0" y="11559"/>
                      </a:lnTo>
                      <a:lnTo>
                        <a:pt x="30823" y="0"/>
                      </a:lnTo>
                      <a:lnTo>
                        <a:pt x="51372" y="55225"/>
                      </a:lnTo>
                      <a:close/>
                    </a:path>
                  </a:pathLst>
                </a:custGeom>
                <a:solidFill>
                  <a:srgbClr val="007BD4"/>
                </a:solidFill>
                <a:ln w="1282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2" name="任意多边形: 形状 151"/>
                <p:cNvSpPr/>
                <p:nvPr>
                  <p:custDataLst>
                    <p:tags r:id="rId6"/>
                  </p:custDataLst>
                </p:nvPr>
              </p:nvSpPr>
              <p:spPr>
                <a:xfrm>
                  <a:off x="3792167" y="2318369"/>
                  <a:ext cx="415557" cy="653420"/>
                </a:xfrm>
                <a:custGeom>
                  <a:avLst/>
                  <a:gdLst>
                    <a:gd name="connsiteX0" fmla="*/ 287487 w 415557"/>
                    <a:gd name="connsiteY0" fmla="*/ 653420 h 653420"/>
                    <a:gd name="connsiteX1" fmla="*/ 184744 w 415557"/>
                    <a:gd name="connsiteY1" fmla="*/ 587921 h 653420"/>
                    <a:gd name="connsiteX2" fmla="*/ 4942 w 415557"/>
                    <a:gd name="connsiteY2" fmla="*/ 123006 h 653420"/>
                    <a:gd name="connsiteX3" fmla="*/ 65304 w 415557"/>
                    <a:gd name="connsiteY3" fmla="*/ 7419 h 653420"/>
                    <a:gd name="connsiteX4" fmla="*/ 137225 w 415557"/>
                    <a:gd name="connsiteY4" fmla="*/ 6135 h 653420"/>
                    <a:gd name="connsiteX5" fmla="*/ 187312 w 415557"/>
                    <a:gd name="connsiteY5" fmla="*/ 53654 h 653420"/>
                    <a:gd name="connsiteX6" fmla="*/ 228410 w 415557"/>
                    <a:gd name="connsiteY6" fmla="*/ 162819 h 653420"/>
                    <a:gd name="connsiteX7" fmla="*/ 193734 w 415557"/>
                    <a:gd name="connsiteY7" fmla="*/ 162819 h 653420"/>
                    <a:gd name="connsiteX8" fmla="*/ 157773 w 415557"/>
                    <a:gd name="connsiteY8" fmla="*/ 63928 h 653420"/>
                    <a:gd name="connsiteX9" fmla="*/ 126950 w 415557"/>
                    <a:gd name="connsiteY9" fmla="*/ 35674 h 653420"/>
                    <a:gd name="connsiteX10" fmla="*/ 76863 w 415557"/>
                    <a:gd name="connsiteY10" fmla="*/ 36958 h 653420"/>
                    <a:gd name="connsiteX11" fmla="*/ 35765 w 415557"/>
                    <a:gd name="connsiteY11" fmla="*/ 111447 h 653420"/>
                    <a:gd name="connsiteX12" fmla="*/ 214282 w 415557"/>
                    <a:gd name="connsiteY12" fmla="*/ 577647 h 653420"/>
                    <a:gd name="connsiteX13" fmla="*/ 323448 w 415557"/>
                    <a:gd name="connsiteY13" fmla="*/ 616176 h 653420"/>
                    <a:gd name="connsiteX14" fmla="*/ 379957 w 415557"/>
                    <a:gd name="connsiteY14" fmla="*/ 514716 h 653420"/>
                    <a:gd name="connsiteX15" fmla="*/ 205292 w 415557"/>
                    <a:gd name="connsiteY15" fmla="*/ 57507 h 653420"/>
                    <a:gd name="connsiteX16" fmla="*/ 234831 w 415557"/>
                    <a:gd name="connsiteY16" fmla="*/ 45948 h 653420"/>
                    <a:gd name="connsiteX17" fmla="*/ 409495 w 415557"/>
                    <a:gd name="connsiteY17" fmla="*/ 501873 h 653420"/>
                    <a:gd name="connsiteX18" fmla="*/ 335006 w 415557"/>
                    <a:gd name="connsiteY18" fmla="*/ 644430 h 653420"/>
                    <a:gd name="connsiteX19" fmla="*/ 287487 w 415557"/>
                    <a:gd name="connsiteY19" fmla="*/ 653420 h 653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15557" h="653420">
                      <a:moveTo>
                        <a:pt x="287487" y="653420"/>
                      </a:moveTo>
                      <a:cubicBezTo>
                        <a:pt x="241253" y="653420"/>
                        <a:pt x="200155" y="629019"/>
                        <a:pt x="184744" y="587921"/>
                      </a:cubicBezTo>
                      <a:lnTo>
                        <a:pt x="4942" y="123006"/>
                      </a:lnTo>
                      <a:cubicBezTo>
                        <a:pt x="-11754" y="78055"/>
                        <a:pt x="15216" y="26683"/>
                        <a:pt x="65304" y="7419"/>
                      </a:cubicBezTo>
                      <a:cubicBezTo>
                        <a:pt x="89706" y="-1571"/>
                        <a:pt x="115392" y="-2855"/>
                        <a:pt x="137225" y="6135"/>
                      </a:cubicBezTo>
                      <a:cubicBezTo>
                        <a:pt x="160342" y="15125"/>
                        <a:pt x="178322" y="31821"/>
                        <a:pt x="187312" y="53654"/>
                      </a:cubicBezTo>
                      <a:lnTo>
                        <a:pt x="228410" y="162819"/>
                      </a:lnTo>
                      <a:lnTo>
                        <a:pt x="193734" y="162819"/>
                      </a:lnTo>
                      <a:lnTo>
                        <a:pt x="157773" y="63928"/>
                      </a:lnTo>
                      <a:cubicBezTo>
                        <a:pt x="152636" y="51085"/>
                        <a:pt x="141077" y="40811"/>
                        <a:pt x="126950" y="35674"/>
                      </a:cubicBezTo>
                      <a:cubicBezTo>
                        <a:pt x="111539" y="30536"/>
                        <a:pt x="93558" y="30536"/>
                        <a:pt x="76863" y="36958"/>
                      </a:cubicBezTo>
                      <a:cubicBezTo>
                        <a:pt x="43471" y="49801"/>
                        <a:pt x="24206" y="83193"/>
                        <a:pt x="35765" y="111447"/>
                      </a:cubicBezTo>
                      <a:lnTo>
                        <a:pt x="214282" y="577647"/>
                      </a:lnTo>
                      <a:cubicBezTo>
                        <a:pt x="228410" y="616176"/>
                        <a:pt x="278497" y="632872"/>
                        <a:pt x="323448" y="616176"/>
                      </a:cubicBezTo>
                      <a:cubicBezTo>
                        <a:pt x="369682" y="598196"/>
                        <a:pt x="394084" y="553245"/>
                        <a:pt x="379957" y="514716"/>
                      </a:cubicBezTo>
                      <a:lnTo>
                        <a:pt x="205292" y="57507"/>
                      </a:lnTo>
                      <a:lnTo>
                        <a:pt x="234831" y="45948"/>
                      </a:lnTo>
                      <a:lnTo>
                        <a:pt x="409495" y="501873"/>
                      </a:lnTo>
                      <a:cubicBezTo>
                        <a:pt x="430044" y="557098"/>
                        <a:pt x="396652" y="621313"/>
                        <a:pt x="335006" y="644430"/>
                      </a:cubicBezTo>
                      <a:cubicBezTo>
                        <a:pt x="318310" y="650852"/>
                        <a:pt x="302899" y="653420"/>
                        <a:pt x="287487" y="653420"/>
                      </a:cubicBezTo>
                      <a:close/>
                    </a:path>
                  </a:pathLst>
                </a:custGeom>
                <a:solidFill>
                  <a:srgbClr val="007BD4"/>
                </a:solidFill>
                <a:ln w="1282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sp>
          <p:nvSpPr>
            <p:cNvPr id="10" name="文本框 9"/>
            <p:cNvSpPr txBox="1"/>
            <p:nvPr>
              <p:custDataLst>
                <p:tags r:id="rId4"/>
              </p:custDataLst>
            </p:nvPr>
          </p:nvSpPr>
          <p:spPr>
            <a:xfrm>
              <a:off x="6278" y="4215"/>
              <a:ext cx="6491" cy="2179"/>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40000"/>
                </a:lnSpc>
                <a:spcBef>
                  <a:spcPts val="0"/>
                </a:spcBef>
                <a:spcAft>
                  <a:spcPts val="0"/>
                </a:spcAft>
              </a:pPr>
              <a:r>
                <a:rPr lang="zh-CN" altLang="en-US" sz="1000" spc="200">
                  <a:solidFill>
                    <a:srgbClr val="FF0000"/>
                  </a:solidFill>
                  <a:uFillTx/>
                  <a:latin typeface="微软雅黑" pitchFamily="34" charset="-122"/>
                  <a:ea typeface="微软雅黑" pitchFamily="34" charset="-122"/>
                  <a:cs typeface="微软雅黑" pitchFamily="34" charset="-122"/>
                </a:rPr>
                <a:t>类的声明和定义分开的好处</a:t>
              </a:r>
            </a:p>
            <a:p>
              <a:pPr algn="just">
                <a:lnSpc>
                  <a:spcPct val="140000"/>
                </a:lnSpc>
                <a:spcBef>
                  <a:spcPts val="0"/>
                </a:spcBef>
                <a:spcAft>
                  <a:spcPts val="0"/>
                </a:spcAft>
              </a:pPr>
              <a:endParaRPr lang="zh-CN" altLang="en-US" sz="1000" spc="200">
                <a:solidFill>
                  <a:srgbClr val="FF0000"/>
                </a:solidFill>
                <a:uFillTx/>
                <a:latin typeface="微软雅黑" pitchFamily="34" charset="-122"/>
                <a:ea typeface="微软雅黑" pitchFamily="34" charset="-122"/>
                <a:cs typeface="微软雅黑" pitchFamily="34" charset="-122"/>
              </a:endParaRPr>
            </a:p>
            <a:p>
              <a:pPr marL="171450" indent="-171450" algn="just">
                <a:lnSpc>
                  <a:spcPct val="140000"/>
                </a:lnSpc>
                <a:spcBef>
                  <a:spcPts val="0"/>
                </a:spcBef>
                <a:spcAft>
                  <a:spcPts val="0"/>
                </a:spcAft>
                <a:buFont typeface="Wingdings" panose="05000000000000000000" charset="0"/>
                <a:buChar char=""/>
              </a:pPr>
              <a:r>
                <a:rPr lang="zh-CN" altLang="en-US" sz="1000" spc="200">
                  <a:solidFill>
                    <a:schemeClr val="tx1"/>
                  </a:solidFill>
                  <a:uFillTx/>
                  <a:latin typeface="微软雅黑" pitchFamily="34" charset="-122"/>
                  <a:ea typeface="微软雅黑" pitchFamily="34" charset="-122"/>
                  <a:cs typeface="微软雅黑" pitchFamily="34" charset="-122"/>
                </a:rPr>
                <a:t>在大文件中起目录作用</a:t>
              </a:r>
            </a:p>
            <a:p>
              <a:pPr marL="171450" indent="-171450" algn="just">
                <a:lnSpc>
                  <a:spcPct val="140000"/>
                </a:lnSpc>
                <a:spcBef>
                  <a:spcPts val="0"/>
                </a:spcBef>
                <a:spcAft>
                  <a:spcPts val="0"/>
                </a:spcAft>
                <a:buFont typeface="Wingdings" panose="05000000000000000000" charset="0"/>
                <a:buChar char=""/>
              </a:pPr>
              <a:r>
                <a:rPr lang="zh-CN" altLang="en-US" sz="1000" spc="200">
                  <a:solidFill>
                    <a:schemeClr val="tx1"/>
                  </a:solidFill>
                  <a:uFillTx/>
                  <a:latin typeface="微软雅黑" pitchFamily="34" charset="-122"/>
                  <a:ea typeface="微软雅黑" pitchFamily="34" charset="-122"/>
                  <a:cs typeface="微软雅黑" pitchFamily="34" charset="-122"/>
                </a:rPr>
                <a:t>先将程序（所有）所需要的类用声明形式列举出来，在后续就能够直接互相调用</a:t>
              </a:r>
            </a:p>
          </p:txBody>
        </p:sp>
      </p:grpSp>
      <p:pic>
        <p:nvPicPr>
          <p:cNvPr id="11" name="图片 10"/>
          <p:cNvPicPr>
            <a:picLocks noChangeAspect="1"/>
          </p:cNvPicPr>
          <p:nvPr>
            <p:custDataLst>
              <p:tags r:id="rId3"/>
            </p:custDataLst>
          </p:nvPr>
        </p:nvPicPr>
        <p:blipFill>
          <a:blip r:embed="rId16"/>
          <a:srcRect l="5419"/>
          <a:stretch>
            <a:fillRect/>
          </a:stretch>
        </p:blipFill>
        <p:spPr>
          <a:xfrm>
            <a:off x="2791460" y="3018155"/>
            <a:ext cx="4925060" cy="3508375"/>
          </a:xfrm>
          <a:prstGeom prst="rect">
            <a:avLst/>
          </a:prstGeom>
        </p:spPr>
      </p:pic>
      <p:sp>
        <p:nvSpPr>
          <p:cNvPr id="12" name="文本框 11"/>
          <p:cNvSpPr txBox="1"/>
          <p:nvPr/>
        </p:nvSpPr>
        <p:spPr>
          <a:xfrm>
            <a:off x="6106795" y="3790315"/>
            <a:ext cx="1179195" cy="368300"/>
          </a:xfrm>
          <a:prstGeom prst="rect">
            <a:avLst/>
          </a:prstGeom>
          <a:noFill/>
        </p:spPr>
        <p:txBody>
          <a:bodyPr wrap="square" rtlCol="0">
            <a:spAutoFit/>
          </a:bodyPr>
          <a:lstStyle/>
          <a:p>
            <a:r>
              <a:rPr lang="zh-CN" altLang="en-US">
                <a:solidFill>
                  <a:srgbClr val="FF0000"/>
                </a:solidFill>
              </a:rPr>
              <a:t>提前声明！</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类与对象入门</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882015" y="1412240"/>
            <a:ext cx="6096000" cy="2306955"/>
          </a:xfrm>
          <a:prstGeom prst="rect">
            <a:avLst/>
          </a:prstGeom>
          <a:noFill/>
        </p:spPr>
        <p:txBody>
          <a:bodyPr wrap="square" rtlCol="0" anchor="t">
            <a:spAutoFit/>
          </a:bodyPr>
          <a:lstStyle/>
          <a:p>
            <a:pPr>
              <a:lnSpc>
                <a:spcPct val="150000"/>
              </a:lnSpc>
            </a:pPr>
            <a:r>
              <a:rPr lang="zh-CN" altLang="en-US" sz="2400"/>
              <a:t>结构体与类的区别</a:t>
            </a:r>
          </a:p>
          <a:p>
            <a:pPr>
              <a:lnSpc>
                <a:spcPct val="150000"/>
              </a:lnSpc>
            </a:pPr>
            <a:r>
              <a:rPr lang="zh-CN" altLang="en-US" sz="2400"/>
              <a:t>类的定义、对象的创建</a:t>
            </a:r>
          </a:p>
          <a:p>
            <a:pPr marL="285750" indent="-285750">
              <a:lnSpc>
                <a:spcPct val="150000"/>
              </a:lnSpc>
              <a:buFont typeface="Wingdings" panose="05000000000000000000" charset="0"/>
              <a:buChar char=""/>
            </a:pPr>
            <a:r>
              <a:rPr lang="zh-CN" altLang="en-US" sz="2400">
                <a:solidFill>
                  <a:srgbClr val="FF0000"/>
                </a:solidFill>
                <a:sym typeface="+mn-ea"/>
              </a:rPr>
              <a:t>私有和公有成员</a:t>
            </a:r>
          </a:p>
          <a:p>
            <a:pPr>
              <a:lnSpc>
                <a:spcPct val="150000"/>
              </a:lnSpc>
            </a:pPr>
            <a:r>
              <a:rPr lang="zh-CN" altLang="en-US" sz="2400">
                <a:sym typeface="+mn-ea"/>
              </a:rPr>
              <a:t>结构体的定义位置</a:t>
            </a:r>
            <a:endParaRPr lang="zh-CN" altLang="en-US" sz="2400"/>
          </a:p>
        </p:txBody>
      </p:sp>
      <p:sp>
        <p:nvSpPr>
          <p:cNvPr id="8" name="文本框 7"/>
          <p:cNvSpPr txBox="1"/>
          <p:nvPr>
            <p:custDataLst>
              <p:tags r:id="rId1"/>
            </p:custDataLst>
          </p:nvPr>
        </p:nvSpPr>
        <p:spPr>
          <a:xfrm>
            <a:off x="6395720" y="1412240"/>
            <a:ext cx="5008880" cy="4288790"/>
          </a:xfrm>
          <a:prstGeom prst="rect">
            <a:avLst/>
          </a:prstGeom>
          <a:noFill/>
          <a:ln>
            <a:solidFill>
              <a:schemeClr val="tx1"/>
            </a:solidFill>
          </a:ln>
        </p:spPr>
        <p:txBody>
          <a:bodyPr wrap="square" rtlCol="0">
            <a:noAutofit/>
          </a:bodyPr>
          <a:lstStyle/>
          <a:p>
            <a:pPr marL="285750" indent="-285750">
              <a:lnSpc>
                <a:spcPct val="125000"/>
              </a:lnSpc>
              <a:spcBef>
                <a:spcPts val="0"/>
              </a:spcBef>
              <a:spcAft>
                <a:spcPts val="0"/>
              </a:spcAft>
              <a:buFont typeface="Wingdings" panose="05000000000000000000" charset="0"/>
              <a:buChar char=""/>
            </a:pPr>
            <a:r>
              <a:rPr lang="zh-CN" altLang="en-US"/>
              <a:t>私有和公有是指对外而言，私有变量对外不能被访问（取值、赋值）</a:t>
            </a:r>
          </a:p>
          <a:p>
            <a:pPr marL="285750" indent="-285750">
              <a:lnSpc>
                <a:spcPct val="125000"/>
              </a:lnSpc>
              <a:spcBef>
                <a:spcPts val="0"/>
              </a:spcBef>
              <a:spcAft>
                <a:spcPts val="0"/>
              </a:spcAft>
              <a:buFont typeface="Wingdings" panose="05000000000000000000" charset="0"/>
              <a:buChar char=""/>
            </a:pPr>
            <a:r>
              <a:rPr lang="zh-CN" altLang="en-US"/>
              <a:t>在结构体的“内部”（注意到这个内部是广义的内部，包括体外实现的成员函数），可以任意被访问</a:t>
            </a:r>
          </a:p>
          <a:p>
            <a:pPr marL="285750" indent="-285750">
              <a:lnSpc>
                <a:spcPct val="125000"/>
              </a:lnSpc>
              <a:spcBef>
                <a:spcPts val="0"/>
              </a:spcBef>
              <a:spcAft>
                <a:spcPts val="0"/>
              </a:spcAft>
              <a:buFont typeface="Wingdings" panose="05000000000000000000" charset="0"/>
              <a:buChar char=""/>
            </a:pPr>
            <a:r>
              <a:rPr lang="zh-CN" altLang="en-US"/>
              <a:t>数据与接口的概念：</a:t>
            </a:r>
          </a:p>
          <a:p>
            <a:pPr marL="742950" lvl="1" indent="-285750">
              <a:lnSpc>
                <a:spcPct val="125000"/>
              </a:lnSpc>
              <a:spcBef>
                <a:spcPts val="0"/>
              </a:spcBef>
              <a:spcAft>
                <a:spcPts val="0"/>
              </a:spcAft>
              <a:buFont typeface="Wingdings" panose="05000000000000000000" charset="0"/>
              <a:buChar char=""/>
            </a:pPr>
            <a:r>
              <a:rPr lang="zh-CN" altLang="en-US"/>
              <a:t>数据：指的是类或结构体中的成员变量。这些变量存储了对象的状态或属性。</a:t>
            </a:r>
          </a:p>
          <a:p>
            <a:pPr marL="742950" lvl="1" indent="-285750">
              <a:lnSpc>
                <a:spcPct val="125000"/>
              </a:lnSpc>
              <a:spcBef>
                <a:spcPts val="0"/>
              </a:spcBef>
              <a:spcAft>
                <a:spcPts val="0"/>
              </a:spcAft>
              <a:buFont typeface="Wingdings" panose="05000000000000000000" charset="0"/>
              <a:buChar char=""/>
            </a:pPr>
            <a:r>
              <a:rPr lang="zh-CN" altLang="en-US"/>
              <a:t>接口：指的是类或结构体中的成员函数。这些函数提供了访问和操作数据的方式。接口将内部实现细节隐藏起来，仅暴露必要的功能给外界使用。</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类与对象入门</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882015" y="1412240"/>
            <a:ext cx="6096000" cy="2861310"/>
          </a:xfrm>
          <a:prstGeom prst="rect">
            <a:avLst/>
          </a:prstGeom>
          <a:noFill/>
        </p:spPr>
        <p:txBody>
          <a:bodyPr wrap="square" rtlCol="0" anchor="t">
            <a:spAutoFit/>
          </a:bodyPr>
          <a:lstStyle/>
          <a:p>
            <a:pPr>
              <a:lnSpc>
                <a:spcPct val="150000"/>
              </a:lnSpc>
            </a:pPr>
            <a:r>
              <a:rPr lang="zh-CN" altLang="en-US" sz="2400"/>
              <a:t>结构体与类的区别</a:t>
            </a:r>
          </a:p>
          <a:p>
            <a:pPr>
              <a:lnSpc>
                <a:spcPct val="150000"/>
              </a:lnSpc>
            </a:pPr>
            <a:r>
              <a:rPr lang="zh-CN" altLang="en-US" sz="2400"/>
              <a:t>类的定义、对象的创建（定义结构体时赋值）</a:t>
            </a:r>
          </a:p>
          <a:p>
            <a:pPr>
              <a:lnSpc>
                <a:spcPct val="150000"/>
              </a:lnSpc>
            </a:pPr>
            <a:r>
              <a:rPr lang="zh-CN" altLang="en-US" sz="2400">
                <a:sym typeface="+mn-ea"/>
              </a:rPr>
              <a:t>私有和公有成员</a:t>
            </a:r>
          </a:p>
          <a:p>
            <a:pPr marL="285750" indent="-285750">
              <a:lnSpc>
                <a:spcPct val="150000"/>
              </a:lnSpc>
              <a:buFont typeface="Wingdings" panose="05000000000000000000" charset="0"/>
              <a:buChar char=""/>
            </a:pPr>
            <a:r>
              <a:rPr lang="zh-CN" altLang="en-US" sz="2400"/>
              <a:t>结构体的定义位置：</a:t>
            </a:r>
            <a:r>
              <a:rPr lang="zh-CN" altLang="en-US" sz="2400">
                <a:solidFill>
                  <a:srgbClr val="FF0000"/>
                </a:solidFill>
              </a:rPr>
              <a:t>一般是程序开头</a:t>
            </a:r>
            <a:r>
              <a:rPr lang="zh-CN" altLang="en-US" sz="2400"/>
              <a:t>（单程序）</a:t>
            </a:r>
            <a:r>
              <a:rPr lang="zh-CN" altLang="en-US" sz="2400">
                <a:solidFill>
                  <a:srgbClr val="FF0000"/>
                </a:solidFill>
              </a:rPr>
              <a:t>或头文件中</a:t>
            </a:r>
            <a:r>
              <a:rPr lang="zh-CN" altLang="en-US" sz="2400"/>
              <a:t>（大项目）</a:t>
            </a:r>
          </a:p>
        </p:txBody>
      </p:sp>
      <p:sp>
        <p:nvSpPr>
          <p:cNvPr id="8" name="文本框 7"/>
          <p:cNvSpPr txBox="1"/>
          <p:nvPr>
            <p:custDataLst>
              <p:tags r:id="rId1"/>
            </p:custDataLst>
          </p:nvPr>
        </p:nvSpPr>
        <p:spPr>
          <a:xfrm>
            <a:off x="7310120" y="1412240"/>
            <a:ext cx="3843020" cy="5215255"/>
          </a:xfrm>
          <a:prstGeom prst="rect">
            <a:avLst/>
          </a:prstGeom>
          <a:noFill/>
          <a:ln>
            <a:solidFill>
              <a:schemeClr val="tx1"/>
            </a:solidFill>
          </a:ln>
        </p:spPr>
        <p:txBody>
          <a:bodyPr wrap="square" rtlCol="0">
            <a:noAutofit/>
          </a:bodyPr>
          <a:lstStyle/>
          <a:p>
            <a:pPr marL="285750" indent="-285750">
              <a:lnSpc>
                <a:spcPct val="125000"/>
              </a:lnSpc>
              <a:spcBef>
                <a:spcPts val="0"/>
              </a:spcBef>
              <a:spcAft>
                <a:spcPts val="0"/>
              </a:spcAft>
              <a:buFont typeface="Wingdings" panose="05000000000000000000" charset="0"/>
              <a:buChar char=""/>
            </a:pPr>
            <a:r>
              <a:rPr lang="zh-CN" altLang="en-US"/>
              <a:t>模块化和代码组织：声明与实现分开，提高代码的组织性和可维护性。</a:t>
            </a:r>
          </a:p>
          <a:p>
            <a:pPr marL="285750" indent="-285750">
              <a:lnSpc>
                <a:spcPct val="125000"/>
              </a:lnSpc>
              <a:spcBef>
                <a:spcPts val="0"/>
              </a:spcBef>
              <a:spcAft>
                <a:spcPts val="0"/>
              </a:spcAft>
              <a:buFont typeface="Wingdings" panose="05000000000000000000" charset="0"/>
              <a:buChar char=""/>
            </a:pPr>
            <a:r>
              <a:rPr lang="zh-CN" altLang="en-US"/>
              <a:t>代码复用：头文件可以被多个源文件包含，从而实现代码的复用。</a:t>
            </a:r>
          </a:p>
          <a:p>
            <a:pPr marL="285750" indent="-285750">
              <a:lnSpc>
                <a:spcPct val="125000"/>
              </a:lnSpc>
              <a:spcBef>
                <a:spcPts val="0"/>
              </a:spcBef>
              <a:spcAft>
                <a:spcPts val="0"/>
              </a:spcAft>
              <a:buFont typeface="Wingdings" panose="05000000000000000000" charset="0"/>
              <a:buChar char=""/>
            </a:pPr>
            <a:r>
              <a:rPr lang="zh-CN" altLang="en-US"/>
              <a:t>编译速度：在C++编译过程中，每个源文件会单独编译，然后链接在一起生成最终的可执行文件。将结构体定义放在头文件中，可以确保所有包含该头文件的源文件在编译时都能看到相同的结构体定义，从而避免编译错误和不一致性。</a:t>
            </a:r>
          </a:p>
          <a:p>
            <a:pPr marL="285750" indent="-285750">
              <a:lnSpc>
                <a:spcPct val="125000"/>
              </a:lnSpc>
              <a:spcBef>
                <a:spcPts val="0"/>
              </a:spcBef>
              <a:spcAft>
                <a:spcPts val="0"/>
              </a:spcAft>
              <a:buFont typeface="Wingdings" panose="05000000000000000000" charset="0"/>
              <a:buChar char=""/>
            </a:pPr>
            <a:r>
              <a:rPr lang="zh-CN" altLang="en-US"/>
              <a:t>前向声明与定义的分离：阅读代码时看头文件即可了解主要功能</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类与对象入门</a:t>
            </a:r>
          </a:p>
        </p:txBody>
      </p:sp>
      <p:pic>
        <p:nvPicPr>
          <p:cNvPr id="5"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669925" y="1351915"/>
            <a:ext cx="6096000" cy="2861310"/>
          </a:xfrm>
          <a:prstGeom prst="rect">
            <a:avLst/>
          </a:prstGeom>
          <a:noFill/>
        </p:spPr>
        <p:txBody>
          <a:bodyPr wrap="square" rtlCol="0" anchor="t">
            <a:spAutoFit/>
          </a:bodyPr>
          <a:lstStyle/>
          <a:p>
            <a:pPr marL="342900" indent="-342900">
              <a:lnSpc>
                <a:spcPct val="150000"/>
              </a:lnSpc>
              <a:buFont typeface="Wingdings" panose="05000000000000000000" charset="0"/>
              <a:buChar char=""/>
            </a:pPr>
            <a:r>
              <a:rPr lang="zh-CN" altLang="en-US" sz="2400">
                <a:sym typeface="+mn-ea"/>
              </a:rPr>
              <a:t>成员函数、成员函数的体外实现</a:t>
            </a:r>
          </a:p>
          <a:p>
            <a:pPr>
              <a:lnSpc>
                <a:spcPct val="150000"/>
              </a:lnSpc>
            </a:pPr>
            <a:r>
              <a:rPr lang="zh-CN" altLang="en-US" sz="2400">
                <a:sym typeface="+mn-ea"/>
              </a:rPr>
              <a:t>构造函数和析构函数</a:t>
            </a:r>
            <a:endParaRPr lang="zh-CN" altLang="en-US" sz="2400"/>
          </a:p>
          <a:p>
            <a:pPr>
              <a:lnSpc>
                <a:spcPct val="150000"/>
              </a:lnSpc>
            </a:pPr>
            <a:r>
              <a:rPr lang="zh-CN" altLang="en-US" sz="2400"/>
              <a:t>域作用符、低层屏蔽高层</a:t>
            </a:r>
          </a:p>
          <a:p>
            <a:pPr>
              <a:lnSpc>
                <a:spcPct val="150000"/>
              </a:lnSpc>
            </a:pPr>
            <a:r>
              <a:rPr lang="zh-CN" altLang="en-US" sz="2400"/>
              <a:t>this指针</a:t>
            </a:r>
          </a:p>
          <a:p>
            <a:pPr>
              <a:lnSpc>
                <a:spcPct val="150000"/>
              </a:lnSpc>
            </a:pPr>
            <a:r>
              <a:rPr lang="zh-CN" altLang="en-US" sz="2400"/>
              <a:t>友元函数：定义与使用</a:t>
            </a:r>
          </a:p>
        </p:txBody>
      </p:sp>
      <p:sp>
        <p:nvSpPr>
          <p:cNvPr id="8" name="文本框 7"/>
          <p:cNvSpPr txBox="1"/>
          <p:nvPr>
            <p:custDataLst>
              <p:tags r:id="rId1"/>
            </p:custDataLst>
          </p:nvPr>
        </p:nvSpPr>
        <p:spPr>
          <a:xfrm>
            <a:off x="5423535" y="1412240"/>
            <a:ext cx="6096000" cy="5295265"/>
          </a:xfrm>
          <a:prstGeom prst="rect">
            <a:avLst/>
          </a:prstGeom>
          <a:noFill/>
          <a:ln>
            <a:solidFill>
              <a:schemeClr val="tx1"/>
            </a:solidFill>
          </a:ln>
        </p:spPr>
        <p:txBody>
          <a:bodyPr wrap="square" rtlCol="0">
            <a:noAutofit/>
          </a:bodyPr>
          <a:lstStyle/>
          <a:p>
            <a:pPr marL="285750" indent="-285750">
              <a:lnSpc>
                <a:spcPct val="125000"/>
              </a:lnSpc>
              <a:spcBef>
                <a:spcPts val="0"/>
              </a:spcBef>
              <a:spcAft>
                <a:spcPts val="0"/>
              </a:spcAft>
              <a:buFont typeface="Wingdings" panose="05000000000000000000" charset="0"/>
              <a:buChar char=""/>
            </a:pPr>
            <a:r>
              <a:rPr lang="zh-CN" altLang="en-US"/>
              <a:t>成员函数是定义在类中的函数，用于访问、操作类的成员变量</a:t>
            </a:r>
          </a:p>
          <a:p>
            <a:pPr marL="285750" indent="-285750">
              <a:lnSpc>
                <a:spcPct val="125000"/>
              </a:lnSpc>
              <a:spcBef>
                <a:spcPts val="0"/>
              </a:spcBef>
              <a:spcAft>
                <a:spcPts val="0"/>
              </a:spcAft>
              <a:buFont typeface="Wingdings" panose="05000000000000000000" charset="0"/>
              <a:buChar char=""/>
            </a:pPr>
            <a:r>
              <a:rPr lang="zh-CN" altLang="en-US"/>
              <a:t>成员函数可以在类的内部定义并实现，也可以在类的外部实现。（下面给出工程项目中常用的组织结构）</a:t>
            </a:r>
          </a:p>
          <a:p>
            <a:pPr marL="285750" indent="-285750">
              <a:lnSpc>
                <a:spcPct val="125000"/>
              </a:lnSpc>
              <a:spcBef>
                <a:spcPts val="0"/>
              </a:spcBef>
              <a:spcAft>
                <a:spcPts val="0"/>
              </a:spcAft>
              <a:buFont typeface="Wingdings" panose="05000000000000000000" charset="0"/>
              <a:buChar char=""/>
            </a:pPr>
            <a:endParaRPr lang="zh-CN" altLang="en-US"/>
          </a:p>
          <a:p>
            <a:pPr indent="0">
              <a:lnSpc>
                <a:spcPct val="125000"/>
              </a:lnSpc>
              <a:spcBef>
                <a:spcPts val="0"/>
              </a:spcBef>
              <a:spcAft>
                <a:spcPts val="0"/>
              </a:spcAft>
              <a:buFont typeface="Wingdings" panose="05000000000000000000" charset="0"/>
              <a:buNone/>
            </a:pPr>
            <a:endParaRPr lang="zh-CN" altLang="en-US" sz="1200"/>
          </a:p>
        </p:txBody>
      </p:sp>
      <p:sp>
        <p:nvSpPr>
          <p:cNvPr id="4" name="文本框 3"/>
          <p:cNvSpPr txBox="1"/>
          <p:nvPr/>
        </p:nvSpPr>
        <p:spPr>
          <a:xfrm>
            <a:off x="7748270" y="3175000"/>
            <a:ext cx="2103755" cy="3533140"/>
          </a:xfrm>
          <a:prstGeom prst="rect">
            <a:avLst/>
          </a:prstGeom>
          <a:noFill/>
          <a:ln>
            <a:solidFill>
              <a:schemeClr val="tx1"/>
            </a:solidFill>
          </a:ln>
        </p:spPr>
        <p:txBody>
          <a:bodyPr wrap="square" rtlCol="0">
            <a:noAutofit/>
          </a:bodyPr>
          <a:lstStyle/>
          <a:p>
            <a:r>
              <a:rPr lang="en-US" altLang="zh-CN" sz="1100"/>
              <a:t>// MyClass.cpp </a:t>
            </a:r>
            <a:r>
              <a:rPr lang="zh-CN" altLang="en-US" sz="1100"/>
              <a:t>类实现文件</a:t>
            </a:r>
          </a:p>
          <a:p>
            <a:endParaRPr lang="zh-CN" altLang="en-US" sz="1100"/>
          </a:p>
          <a:p>
            <a:r>
              <a:rPr lang="zh-CN" altLang="en-US" sz="1100"/>
              <a:t>#include "MyClass.h"</a:t>
            </a:r>
          </a:p>
          <a:p>
            <a:endParaRPr lang="zh-CN" altLang="en-US" sz="1100"/>
          </a:p>
          <a:p>
            <a:r>
              <a:rPr lang="zh-CN" altLang="en-US" sz="1100"/>
              <a:t>// 构造函数实现</a:t>
            </a:r>
          </a:p>
          <a:p>
            <a:r>
              <a:rPr lang="zh-CN" altLang="en-US" sz="1100"/>
              <a:t>MyClass::MyClass(int</a:t>
            </a:r>
            <a:r>
              <a:rPr lang="en-US" altLang="zh-CN" sz="1100"/>
              <a:t> </a:t>
            </a:r>
            <a:r>
              <a:rPr lang="zh-CN" altLang="en-US" sz="1100"/>
              <a:t>val) : value(val) {}</a:t>
            </a:r>
          </a:p>
          <a:p>
            <a:endParaRPr lang="zh-CN" altLang="en-US" sz="1100"/>
          </a:p>
          <a:p>
            <a:r>
              <a:rPr lang="zh-CN" altLang="en-US" sz="1100"/>
              <a:t>// 成员函数实现</a:t>
            </a:r>
          </a:p>
          <a:p>
            <a:r>
              <a:rPr lang="zh-CN" altLang="en-US" sz="1100"/>
              <a:t>void MyClass::setValue(int val) {</a:t>
            </a:r>
          </a:p>
          <a:p>
            <a:r>
              <a:rPr lang="zh-CN" altLang="en-US" sz="1100"/>
              <a:t>    value = val;</a:t>
            </a:r>
          </a:p>
          <a:p>
            <a:r>
              <a:rPr lang="zh-CN" altLang="en-US" sz="1100"/>
              <a:t>}</a:t>
            </a:r>
          </a:p>
          <a:p>
            <a:endParaRPr lang="zh-CN" altLang="en-US" sz="1100"/>
          </a:p>
          <a:p>
            <a:r>
              <a:rPr lang="zh-CN" altLang="en-US" sz="1100"/>
              <a:t>int MyClass::getValue() const {</a:t>
            </a:r>
          </a:p>
          <a:p>
            <a:r>
              <a:rPr lang="zh-CN" altLang="en-US" sz="1100"/>
              <a:t>    return value;</a:t>
            </a:r>
          </a:p>
          <a:p>
            <a:r>
              <a:rPr lang="zh-CN" altLang="en-US" sz="1100"/>
              <a:t>}</a:t>
            </a:r>
          </a:p>
          <a:p>
            <a:endParaRPr lang="zh-CN" altLang="en-US" sz="1100"/>
          </a:p>
        </p:txBody>
      </p:sp>
      <p:sp>
        <p:nvSpPr>
          <p:cNvPr id="7" name="文本框 6"/>
          <p:cNvSpPr txBox="1"/>
          <p:nvPr>
            <p:custDataLst>
              <p:tags r:id="rId2"/>
            </p:custDataLst>
          </p:nvPr>
        </p:nvSpPr>
        <p:spPr>
          <a:xfrm>
            <a:off x="5424170" y="3175000"/>
            <a:ext cx="2324100" cy="3533775"/>
          </a:xfrm>
          <a:prstGeom prst="rect">
            <a:avLst/>
          </a:prstGeom>
          <a:noFill/>
          <a:ln>
            <a:solidFill>
              <a:schemeClr val="tx1"/>
            </a:solidFill>
          </a:ln>
        </p:spPr>
        <p:txBody>
          <a:bodyPr wrap="square" rtlCol="0">
            <a:noAutofit/>
          </a:bodyPr>
          <a:lstStyle/>
          <a:p>
            <a:pPr indent="0">
              <a:lnSpc>
                <a:spcPct val="125000"/>
              </a:lnSpc>
              <a:spcBef>
                <a:spcPts val="0"/>
              </a:spcBef>
              <a:spcAft>
                <a:spcPts val="0"/>
              </a:spcAft>
              <a:buFont typeface="Wingdings" panose="05000000000000000000" charset="0"/>
              <a:buNone/>
            </a:pPr>
            <a:r>
              <a:rPr lang="en-US" altLang="zh-CN" sz="1100">
                <a:sym typeface="+mn-ea"/>
              </a:rPr>
              <a:t>// MyClass </a:t>
            </a:r>
            <a:r>
              <a:rPr lang="zh-CN" altLang="en-US" sz="1100">
                <a:sym typeface="+mn-ea"/>
              </a:rPr>
              <a:t>类定义头文件</a:t>
            </a:r>
          </a:p>
          <a:p>
            <a:pPr indent="0">
              <a:lnSpc>
                <a:spcPct val="125000"/>
              </a:lnSpc>
              <a:spcBef>
                <a:spcPts val="0"/>
              </a:spcBef>
              <a:spcAft>
                <a:spcPts val="0"/>
              </a:spcAft>
              <a:buFont typeface="Wingdings" panose="05000000000000000000" charset="0"/>
              <a:buNone/>
            </a:pPr>
            <a:endParaRPr lang="zh-CN" altLang="en-US" sz="1100">
              <a:sym typeface="+mn-ea"/>
            </a:endParaRPr>
          </a:p>
          <a:p>
            <a:pPr indent="0">
              <a:lnSpc>
                <a:spcPct val="125000"/>
              </a:lnSpc>
              <a:spcBef>
                <a:spcPts val="0"/>
              </a:spcBef>
              <a:spcAft>
                <a:spcPts val="0"/>
              </a:spcAft>
              <a:buFont typeface="Wingdings" panose="05000000000000000000" charset="0"/>
              <a:buNone/>
            </a:pPr>
            <a:r>
              <a:rPr lang="zh-CN" altLang="en-US" sz="1100">
                <a:sym typeface="+mn-ea"/>
              </a:rPr>
              <a:t>class MyClass {</a:t>
            </a:r>
            <a:endParaRPr lang="zh-CN" altLang="en-US" sz="1100"/>
          </a:p>
          <a:p>
            <a:pPr indent="0">
              <a:lnSpc>
                <a:spcPct val="125000"/>
              </a:lnSpc>
              <a:spcBef>
                <a:spcPts val="0"/>
              </a:spcBef>
              <a:spcAft>
                <a:spcPts val="0"/>
              </a:spcAft>
              <a:buFont typeface="Wingdings" panose="05000000000000000000" charset="0"/>
              <a:buNone/>
            </a:pPr>
            <a:r>
              <a:rPr lang="zh-CN" altLang="en-US" sz="1100">
                <a:sym typeface="+mn-ea"/>
              </a:rPr>
              <a:t>private:</a:t>
            </a:r>
            <a:endParaRPr lang="zh-CN" altLang="en-US" sz="1100"/>
          </a:p>
          <a:p>
            <a:pPr indent="0">
              <a:lnSpc>
                <a:spcPct val="125000"/>
              </a:lnSpc>
              <a:spcBef>
                <a:spcPts val="0"/>
              </a:spcBef>
              <a:spcAft>
                <a:spcPts val="0"/>
              </a:spcAft>
              <a:buFont typeface="Wingdings" panose="05000000000000000000" charset="0"/>
              <a:buNone/>
            </a:pPr>
            <a:r>
              <a:rPr lang="zh-CN" altLang="en-US" sz="1100">
                <a:sym typeface="+mn-ea"/>
              </a:rPr>
              <a:t>    int value;</a:t>
            </a:r>
            <a:endParaRPr lang="zh-CN" altLang="en-US" sz="1100"/>
          </a:p>
          <a:p>
            <a:pPr indent="0">
              <a:lnSpc>
                <a:spcPct val="125000"/>
              </a:lnSpc>
              <a:spcBef>
                <a:spcPts val="0"/>
              </a:spcBef>
              <a:spcAft>
                <a:spcPts val="0"/>
              </a:spcAft>
              <a:buFont typeface="Wingdings" panose="05000000000000000000" charset="0"/>
              <a:buNone/>
            </a:pPr>
            <a:r>
              <a:rPr lang="zh-CN" altLang="en-US" sz="1100">
                <a:sym typeface="+mn-ea"/>
              </a:rPr>
              <a:t>public:</a:t>
            </a:r>
            <a:endParaRPr lang="zh-CN" altLang="en-US" sz="1100"/>
          </a:p>
          <a:p>
            <a:pPr indent="0">
              <a:lnSpc>
                <a:spcPct val="125000"/>
              </a:lnSpc>
              <a:spcBef>
                <a:spcPts val="0"/>
              </a:spcBef>
              <a:spcAft>
                <a:spcPts val="0"/>
              </a:spcAft>
              <a:buFont typeface="Wingdings" panose="05000000000000000000" charset="0"/>
              <a:buNone/>
            </a:pPr>
            <a:r>
              <a:rPr lang="zh-CN" altLang="en-US" sz="1100">
                <a:sym typeface="+mn-ea"/>
              </a:rPr>
              <a:t>    // 构造函数</a:t>
            </a:r>
            <a:endParaRPr lang="zh-CN" altLang="en-US" sz="1100"/>
          </a:p>
          <a:p>
            <a:pPr indent="0">
              <a:lnSpc>
                <a:spcPct val="125000"/>
              </a:lnSpc>
              <a:spcBef>
                <a:spcPts val="0"/>
              </a:spcBef>
              <a:spcAft>
                <a:spcPts val="0"/>
              </a:spcAft>
              <a:buFont typeface="Wingdings" panose="05000000000000000000" charset="0"/>
              <a:buNone/>
            </a:pPr>
            <a:r>
              <a:rPr lang="zh-CN" altLang="en-US" sz="1100">
                <a:sym typeface="+mn-ea"/>
              </a:rPr>
              <a:t>    MyClass(int val);</a:t>
            </a:r>
            <a:endParaRPr lang="zh-CN" altLang="en-US" sz="1100"/>
          </a:p>
          <a:p>
            <a:pPr indent="0">
              <a:lnSpc>
                <a:spcPct val="125000"/>
              </a:lnSpc>
              <a:spcBef>
                <a:spcPts val="0"/>
              </a:spcBef>
              <a:spcAft>
                <a:spcPts val="0"/>
              </a:spcAft>
              <a:buFont typeface="Wingdings" panose="05000000000000000000" charset="0"/>
              <a:buNone/>
            </a:pPr>
            <a:r>
              <a:rPr lang="zh-CN" altLang="en-US" sz="1100">
                <a:sym typeface="+mn-ea"/>
              </a:rPr>
              <a:t>    // 成员函数声明</a:t>
            </a:r>
            <a:endParaRPr lang="zh-CN" altLang="en-US" sz="1100"/>
          </a:p>
          <a:p>
            <a:pPr indent="0">
              <a:lnSpc>
                <a:spcPct val="125000"/>
              </a:lnSpc>
              <a:spcBef>
                <a:spcPts val="0"/>
              </a:spcBef>
              <a:spcAft>
                <a:spcPts val="0"/>
              </a:spcAft>
              <a:buFont typeface="Wingdings" panose="05000000000000000000" charset="0"/>
              <a:buNone/>
            </a:pPr>
            <a:r>
              <a:rPr lang="zh-CN" altLang="en-US" sz="1100">
                <a:sym typeface="+mn-ea"/>
              </a:rPr>
              <a:t>    void setValue(int val);</a:t>
            </a:r>
            <a:endParaRPr lang="zh-CN" altLang="en-US" sz="1100"/>
          </a:p>
          <a:p>
            <a:pPr indent="0">
              <a:lnSpc>
                <a:spcPct val="125000"/>
              </a:lnSpc>
              <a:spcBef>
                <a:spcPts val="0"/>
              </a:spcBef>
              <a:spcAft>
                <a:spcPts val="0"/>
              </a:spcAft>
              <a:buFont typeface="Wingdings" panose="05000000000000000000" charset="0"/>
              <a:buNone/>
            </a:pPr>
            <a:r>
              <a:rPr lang="zh-CN" altLang="en-US" sz="1100">
                <a:sym typeface="+mn-ea"/>
              </a:rPr>
              <a:t>    int getValue() const;</a:t>
            </a:r>
          </a:p>
          <a:p>
            <a:pPr indent="0">
              <a:lnSpc>
                <a:spcPct val="125000"/>
              </a:lnSpc>
              <a:spcBef>
                <a:spcPts val="0"/>
              </a:spcBef>
              <a:spcAft>
                <a:spcPts val="0"/>
              </a:spcAft>
              <a:buFont typeface="Wingdings" panose="05000000000000000000" charset="0"/>
              <a:buNone/>
            </a:pPr>
            <a:r>
              <a:rPr lang="zh-CN" altLang="en-US" sz="1100">
                <a:sym typeface="+mn-ea"/>
              </a:rPr>
              <a:t> </a:t>
            </a:r>
            <a:r>
              <a:rPr lang="en-US" altLang="zh-CN" sz="1100">
                <a:sym typeface="+mn-ea"/>
              </a:rPr>
              <a:t>   // </a:t>
            </a:r>
            <a:r>
              <a:rPr lang="zh-CN" altLang="en-US" sz="1100">
                <a:sym typeface="+mn-ea"/>
              </a:rPr>
              <a:t>常成员函数，定义时后面加个</a:t>
            </a:r>
            <a:r>
              <a:rPr lang="en-US" altLang="zh-CN" sz="1100">
                <a:sym typeface="+mn-ea"/>
              </a:rPr>
              <a:t>const</a:t>
            </a:r>
            <a:r>
              <a:rPr lang="zh-CN" altLang="en-US" sz="1100">
                <a:ea typeface="宋体" charset="0"/>
                <a:sym typeface="+mn-ea"/>
              </a:rPr>
              <a:t>，只能访问不能修改内部变量，</a:t>
            </a:r>
            <a:r>
              <a:rPr lang="zh-CN" altLang="en-US" sz="1100">
                <a:solidFill>
                  <a:srgbClr val="FF0000"/>
                </a:solidFill>
                <a:ea typeface="宋体" charset="0"/>
                <a:sym typeface="+mn-ea"/>
              </a:rPr>
              <a:t>不需掌握</a:t>
            </a:r>
            <a:endParaRPr lang="zh-CN" altLang="en-US" sz="1100">
              <a:solidFill>
                <a:srgbClr val="FF0000"/>
              </a:solidFill>
            </a:endParaRPr>
          </a:p>
          <a:p>
            <a:pPr indent="0">
              <a:lnSpc>
                <a:spcPct val="125000"/>
              </a:lnSpc>
              <a:spcBef>
                <a:spcPts val="0"/>
              </a:spcBef>
              <a:spcAft>
                <a:spcPts val="0"/>
              </a:spcAft>
              <a:buFont typeface="Wingdings" panose="05000000000000000000" charset="0"/>
              <a:buNone/>
            </a:pPr>
            <a:r>
              <a:rPr lang="zh-CN" altLang="en-US" sz="1100">
                <a:sym typeface="+mn-ea"/>
              </a:rPr>
              <a:t>};</a:t>
            </a:r>
            <a:endParaRPr lang="zh-CN" altLang="en-US" sz="1100"/>
          </a:p>
          <a:p>
            <a:endParaRPr lang="zh-CN" altLang="en-US" sz="1100"/>
          </a:p>
        </p:txBody>
      </p:sp>
      <p:sp>
        <p:nvSpPr>
          <p:cNvPr id="9" name="文本框 8"/>
          <p:cNvSpPr txBox="1"/>
          <p:nvPr>
            <p:custDataLst>
              <p:tags r:id="rId3"/>
            </p:custDataLst>
          </p:nvPr>
        </p:nvSpPr>
        <p:spPr>
          <a:xfrm>
            <a:off x="9852025" y="3175000"/>
            <a:ext cx="1668780" cy="3533140"/>
          </a:xfrm>
          <a:prstGeom prst="rect">
            <a:avLst/>
          </a:prstGeom>
          <a:noFill/>
          <a:ln>
            <a:solidFill>
              <a:schemeClr val="tx1"/>
            </a:solidFill>
          </a:ln>
        </p:spPr>
        <p:txBody>
          <a:bodyPr wrap="square" rtlCol="0">
            <a:noAutofit/>
          </a:bodyPr>
          <a:lstStyle/>
          <a:p>
            <a:r>
              <a:rPr lang="en-US" altLang="zh-CN" sz="1100"/>
              <a:t>// main.cpp </a:t>
            </a:r>
            <a:r>
              <a:rPr lang="zh-CN" altLang="en-US" sz="1100"/>
              <a:t>主程序文件</a:t>
            </a:r>
          </a:p>
          <a:p>
            <a:endParaRPr lang="zh-CN" altLang="en-US" sz="1100"/>
          </a:p>
          <a:p>
            <a:r>
              <a:rPr lang="zh-CN" altLang="en-US" sz="1100"/>
              <a:t>#include &lt;iostream&gt;</a:t>
            </a:r>
          </a:p>
          <a:p>
            <a:r>
              <a:rPr lang="zh-CN" altLang="en-US" sz="1100"/>
              <a:t>#include "MyClass.h"</a:t>
            </a:r>
          </a:p>
          <a:p>
            <a:endParaRPr lang="zh-CN" altLang="en-US" sz="1100"/>
          </a:p>
          <a:p>
            <a:r>
              <a:rPr lang="zh-CN" altLang="en-US" sz="1100"/>
              <a:t>int main() {</a:t>
            </a:r>
          </a:p>
          <a:p>
            <a:r>
              <a:rPr lang="zh-CN" altLang="en-US" sz="1100"/>
              <a:t>    MyClass obj(10);</a:t>
            </a:r>
          </a:p>
          <a:p>
            <a:r>
              <a:rPr lang="zh-CN" altLang="en-US" sz="1100"/>
              <a:t>    std::cout &lt;&lt; "Initial value: " &lt;&lt; obj.getValue() &lt;&lt; std::endl;</a:t>
            </a:r>
          </a:p>
          <a:p>
            <a:endParaRPr lang="zh-CN" altLang="en-US" sz="1100"/>
          </a:p>
          <a:p>
            <a:r>
              <a:rPr lang="zh-CN" altLang="en-US" sz="1100"/>
              <a:t>    obj.setValue(20);</a:t>
            </a:r>
          </a:p>
          <a:p>
            <a:r>
              <a:rPr lang="zh-CN" altLang="en-US" sz="1100"/>
              <a:t>    std::cout &lt;&lt; "Updated value: " &lt;&lt; obj.getValue() &lt;&lt; std::endl;</a:t>
            </a:r>
          </a:p>
          <a:p>
            <a:endParaRPr lang="zh-CN" altLang="en-US" sz="1100"/>
          </a:p>
          <a:p>
            <a:r>
              <a:rPr lang="zh-CN" altLang="en-US" sz="1100"/>
              <a:t>    return 0;</a:t>
            </a:r>
          </a:p>
          <a:p>
            <a:r>
              <a:rPr lang="zh-CN" altLang="en-US" sz="110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类与对象入门</a:t>
            </a:r>
          </a:p>
        </p:txBody>
      </p:sp>
      <p:pic>
        <p:nvPicPr>
          <p:cNvPr id="5"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99465" y="1351915"/>
            <a:ext cx="6096000" cy="2861310"/>
          </a:xfrm>
          <a:prstGeom prst="rect">
            <a:avLst/>
          </a:prstGeom>
          <a:noFill/>
        </p:spPr>
        <p:txBody>
          <a:bodyPr wrap="square" rtlCol="0" anchor="t">
            <a:spAutoFit/>
          </a:bodyPr>
          <a:lstStyle/>
          <a:p>
            <a:pPr indent="0">
              <a:lnSpc>
                <a:spcPct val="150000"/>
              </a:lnSpc>
              <a:buFont typeface="Wingdings" panose="05000000000000000000" charset="0"/>
              <a:buNone/>
            </a:pPr>
            <a:r>
              <a:rPr lang="zh-CN" altLang="en-US" sz="2400">
                <a:sym typeface="+mn-ea"/>
              </a:rPr>
              <a:t>成员函数、成员函数的体外实现</a:t>
            </a:r>
          </a:p>
          <a:p>
            <a:pPr marL="342900" indent="-342900">
              <a:lnSpc>
                <a:spcPct val="150000"/>
              </a:lnSpc>
              <a:buFont typeface="Wingdings" panose="05000000000000000000" charset="0"/>
              <a:buChar char=""/>
            </a:pPr>
            <a:r>
              <a:rPr lang="zh-CN" altLang="en-US" sz="2400">
                <a:sym typeface="+mn-ea"/>
              </a:rPr>
              <a:t>构造函数和析构函数</a:t>
            </a:r>
            <a:endParaRPr lang="zh-CN" altLang="en-US" sz="2400"/>
          </a:p>
          <a:p>
            <a:pPr>
              <a:lnSpc>
                <a:spcPct val="150000"/>
              </a:lnSpc>
            </a:pPr>
            <a:r>
              <a:rPr lang="zh-CN" altLang="en-US" sz="2400"/>
              <a:t>域作用符、低层屏蔽高层</a:t>
            </a:r>
          </a:p>
          <a:p>
            <a:pPr>
              <a:lnSpc>
                <a:spcPct val="150000"/>
              </a:lnSpc>
            </a:pPr>
            <a:r>
              <a:rPr lang="zh-CN" altLang="en-US" sz="2400"/>
              <a:t>this指针</a:t>
            </a:r>
          </a:p>
          <a:p>
            <a:pPr>
              <a:lnSpc>
                <a:spcPct val="150000"/>
              </a:lnSpc>
            </a:pPr>
            <a:r>
              <a:rPr lang="zh-CN" altLang="en-US" sz="2400"/>
              <a:t>友元函数：定义与使用</a:t>
            </a:r>
          </a:p>
        </p:txBody>
      </p:sp>
      <p:sp>
        <p:nvSpPr>
          <p:cNvPr id="8" name="文本框 7"/>
          <p:cNvSpPr txBox="1"/>
          <p:nvPr>
            <p:custDataLst>
              <p:tags r:id="rId1"/>
            </p:custDataLst>
          </p:nvPr>
        </p:nvSpPr>
        <p:spPr>
          <a:xfrm>
            <a:off x="5819775" y="1257935"/>
            <a:ext cx="5904230" cy="5547995"/>
          </a:xfrm>
          <a:prstGeom prst="rect">
            <a:avLst/>
          </a:prstGeom>
          <a:noFill/>
          <a:ln>
            <a:solidFill>
              <a:schemeClr val="tx1"/>
            </a:solidFill>
          </a:ln>
        </p:spPr>
        <p:txBody>
          <a:bodyPr wrap="square" rtlCol="0">
            <a:noAutofit/>
          </a:bodyPr>
          <a:lstStyle/>
          <a:p>
            <a:pPr marL="285750" indent="-285750">
              <a:lnSpc>
                <a:spcPct val="125000"/>
              </a:lnSpc>
              <a:spcBef>
                <a:spcPts val="0"/>
              </a:spcBef>
              <a:spcAft>
                <a:spcPts val="0"/>
              </a:spcAft>
              <a:buFont typeface="Wingdings" panose="05000000000000000000" charset="0"/>
              <a:buChar char=""/>
            </a:pPr>
            <a:r>
              <a:rPr lang="zh-CN" altLang="en-US">
                <a:sym typeface="+mn-ea"/>
              </a:rPr>
              <a:t>构造函数在对象创建时自动调用，用于初始化对象</a:t>
            </a:r>
          </a:p>
          <a:p>
            <a:pPr marL="285750" indent="-285750">
              <a:lnSpc>
                <a:spcPct val="125000"/>
              </a:lnSpc>
              <a:spcBef>
                <a:spcPts val="0"/>
              </a:spcBef>
              <a:spcAft>
                <a:spcPts val="0"/>
              </a:spcAft>
              <a:buFont typeface="Wingdings" panose="05000000000000000000" charset="0"/>
              <a:buChar char=""/>
            </a:pPr>
            <a:r>
              <a:rPr lang="zh-CN" altLang="en-US">
                <a:sym typeface="+mn-ea"/>
              </a:rPr>
              <a:t>析构函数在对象销毁时自动调用，用于清理资源。</a:t>
            </a:r>
          </a:p>
          <a:p>
            <a:pPr marL="285750" indent="-285750">
              <a:lnSpc>
                <a:spcPct val="125000"/>
              </a:lnSpc>
              <a:spcBef>
                <a:spcPts val="0"/>
              </a:spcBef>
              <a:spcAft>
                <a:spcPts val="0"/>
              </a:spcAft>
              <a:buFont typeface="Wingdings" panose="05000000000000000000" charset="0"/>
              <a:buChar char=""/>
            </a:pPr>
            <a:r>
              <a:rPr lang="zh-CN" altLang="en-US"/>
              <a:t>构造函数</a:t>
            </a:r>
          </a:p>
          <a:p>
            <a:pPr marL="742950" lvl="1" indent="-285750">
              <a:lnSpc>
                <a:spcPct val="125000"/>
              </a:lnSpc>
              <a:spcBef>
                <a:spcPts val="0"/>
              </a:spcBef>
              <a:spcAft>
                <a:spcPts val="0"/>
              </a:spcAft>
              <a:buFont typeface="Wingdings" panose="05000000000000000000" charset="0"/>
              <a:buChar char=""/>
            </a:pPr>
            <a:r>
              <a:rPr lang="zh-CN" altLang="en-US">
                <a:solidFill>
                  <a:srgbClr val="FF0000"/>
                </a:solidFill>
              </a:rPr>
              <a:t>公有</a:t>
            </a:r>
          </a:p>
          <a:p>
            <a:pPr marL="742950" lvl="1" indent="-285750">
              <a:lnSpc>
                <a:spcPct val="125000"/>
              </a:lnSpc>
              <a:spcBef>
                <a:spcPts val="0"/>
              </a:spcBef>
              <a:spcAft>
                <a:spcPts val="0"/>
              </a:spcAft>
              <a:buFont typeface="Wingdings" panose="05000000000000000000" charset="0"/>
              <a:buChar char=""/>
            </a:pPr>
            <a:r>
              <a:rPr lang="zh-CN" altLang="en-US">
                <a:solidFill>
                  <a:srgbClr val="FF0000"/>
                </a:solidFill>
              </a:rPr>
              <a:t>无返回类型</a:t>
            </a:r>
          </a:p>
          <a:p>
            <a:pPr marL="742950" lvl="1" indent="-285750">
              <a:lnSpc>
                <a:spcPct val="125000"/>
              </a:lnSpc>
              <a:spcBef>
                <a:spcPts val="0"/>
              </a:spcBef>
              <a:spcAft>
                <a:spcPts val="0"/>
              </a:spcAft>
              <a:buFont typeface="Wingdings" panose="05000000000000000000" charset="0"/>
              <a:buChar char=""/>
            </a:pPr>
            <a:r>
              <a:rPr lang="zh-CN" altLang="en-US">
                <a:solidFill>
                  <a:srgbClr val="FF0000"/>
                </a:solidFill>
              </a:rPr>
              <a:t>允许重载</a:t>
            </a:r>
          </a:p>
          <a:p>
            <a:pPr marL="742950" lvl="1" indent="-285750">
              <a:lnSpc>
                <a:spcPct val="125000"/>
              </a:lnSpc>
              <a:spcBef>
                <a:spcPts val="0"/>
              </a:spcBef>
              <a:spcAft>
                <a:spcPts val="0"/>
              </a:spcAft>
              <a:buFont typeface="Wingdings" panose="05000000000000000000" charset="0"/>
              <a:buChar char=""/>
            </a:pPr>
            <a:r>
              <a:rPr lang="zh-CN" altLang="en-US">
                <a:solidFill>
                  <a:srgbClr val="FF0000"/>
                </a:solidFill>
              </a:rPr>
              <a:t>建议重载</a:t>
            </a:r>
          </a:p>
          <a:p>
            <a:pPr marL="285750" lvl="0" indent="-285750">
              <a:lnSpc>
                <a:spcPct val="125000"/>
              </a:lnSpc>
              <a:spcBef>
                <a:spcPts val="0"/>
              </a:spcBef>
              <a:spcAft>
                <a:spcPts val="0"/>
              </a:spcAft>
              <a:buFont typeface="Wingdings" panose="05000000000000000000" charset="0"/>
              <a:buChar char=""/>
            </a:pPr>
            <a:r>
              <a:rPr lang="zh-CN" altLang="en-US">
                <a:solidFill>
                  <a:schemeClr val="tx1"/>
                </a:solidFill>
              </a:rPr>
              <a:t>析构函数：目前涉及内容简单，甚至编程可以不对它做任何实现，仅需掌握后面会提到的</a:t>
            </a:r>
            <a:r>
              <a:rPr lang="zh-CN" altLang="en-US">
                <a:solidFill>
                  <a:srgbClr val="FF0000"/>
                </a:solidFill>
              </a:rPr>
              <a:t>调用时机</a:t>
            </a:r>
          </a:p>
          <a:p>
            <a:pPr marL="285750" lvl="0" indent="-285750">
              <a:lnSpc>
                <a:spcPct val="125000"/>
              </a:lnSpc>
              <a:spcBef>
                <a:spcPts val="0"/>
              </a:spcBef>
              <a:spcAft>
                <a:spcPts val="0"/>
              </a:spcAft>
              <a:buFont typeface="Wingdings" panose="05000000000000000000" charset="0"/>
              <a:buChar char=""/>
            </a:pPr>
            <a:r>
              <a:rPr lang="zh-CN" altLang="en-US">
                <a:solidFill>
                  <a:schemeClr val="tx1"/>
                </a:solidFill>
              </a:rPr>
              <a:t>语法（牢记）：</a:t>
            </a:r>
          </a:p>
          <a:p>
            <a:pPr lvl="0" indent="0">
              <a:lnSpc>
                <a:spcPct val="125000"/>
              </a:lnSpc>
              <a:spcBef>
                <a:spcPts val="0"/>
              </a:spcBef>
              <a:spcAft>
                <a:spcPts val="0"/>
              </a:spcAft>
              <a:buFont typeface="Wingdings" panose="05000000000000000000" charset="0"/>
              <a:buNone/>
            </a:pPr>
            <a:endParaRPr lang="zh-CN" altLang="en-US" sz="900">
              <a:solidFill>
                <a:schemeClr val="tx1"/>
              </a:solidFill>
            </a:endParaRPr>
          </a:p>
        </p:txBody>
      </p:sp>
      <p:sp>
        <p:nvSpPr>
          <p:cNvPr id="4" name="文本框 3"/>
          <p:cNvSpPr txBox="1"/>
          <p:nvPr>
            <p:custDataLst>
              <p:tags r:id="rId2"/>
            </p:custDataLst>
          </p:nvPr>
        </p:nvSpPr>
        <p:spPr>
          <a:xfrm>
            <a:off x="5820410" y="4757420"/>
            <a:ext cx="2941320" cy="2047875"/>
          </a:xfrm>
          <a:prstGeom prst="rect">
            <a:avLst/>
          </a:prstGeom>
          <a:noFill/>
          <a:ln>
            <a:solidFill>
              <a:schemeClr val="tx1"/>
            </a:solidFill>
          </a:ln>
        </p:spPr>
        <p:txBody>
          <a:bodyPr wrap="square" rtlCol="0">
            <a:noAutofit/>
          </a:bodyPr>
          <a:lstStyle/>
          <a:p>
            <a:pPr indent="0">
              <a:lnSpc>
                <a:spcPct val="125000"/>
              </a:lnSpc>
              <a:spcBef>
                <a:spcPts val="0"/>
              </a:spcBef>
              <a:spcAft>
                <a:spcPts val="0"/>
              </a:spcAft>
              <a:buFont typeface="Wingdings" panose="05000000000000000000" charset="0"/>
              <a:buNone/>
            </a:pPr>
            <a:r>
              <a:rPr lang="zh-CN" altLang="en-US" sz="900"/>
              <a:t>class Person {</a:t>
            </a:r>
          </a:p>
          <a:p>
            <a:pPr indent="0">
              <a:lnSpc>
                <a:spcPct val="125000"/>
              </a:lnSpc>
              <a:spcBef>
                <a:spcPts val="0"/>
              </a:spcBef>
              <a:spcAft>
                <a:spcPts val="0"/>
              </a:spcAft>
              <a:buFont typeface="Wingdings" panose="05000000000000000000" charset="0"/>
              <a:buNone/>
            </a:pPr>
            <a:r>
              <a:rPr lang="zh-CN" altLang="en-US" sz="900"/>
              <a:t>private:</a:t>
            </a:r>
          </a:p>
          <a:p>
            <a:pPr indent="0">
              <a:lnSpc>
                <a:spcPct val="125000"/>
              </a:lnSpc>
              <a:spcBef>
                <a:spcPts val="0"/>
              </a:spcBef>
              <a:spcAft>
                <a:spcPts val="0"/>
              </a:spcAft>
              <a:buFont typeface="Wingdings" panose="05000000000000000000" charset="0"/>
              <a:buNone/>
            </a:pPr>
            <a:r>
              <a:rPr lang="zh-CN" altLang="en-US" sz="900"/>
              <a:t>    std::string name;</a:t>
            </a:r>
          </a:p>
          <a:p>
            <a:pPr indent="0">
              <a:lnSpc>
                <a:spcPct val="125000"/>
              </a:lnSpc>
              <a:spcBef>
                <a:spcPts val="0"/>
              </a:spcBef>
              <a:spcAft>
                <a:spcPts val="0"/>
              </a:spcAft>
              <a:buFont typeface="Wingdings" panose="05000000000000000000" charset="0"/>
              <a:buNone/>
            </a:pPr>
            <a:r>
              <a:rPr lang="zh-CN" altLang="en-US" sz="900"/>
              <a:t>public:</a:t>
            </a:r>
          </a:p>
          <a:p>
            <a:pPr indent="0">
              <a:lnSpc>
                <a:spcPct val="125000"/>
              </a:lnSpc>
              <a:spcBef>
                <a:spcPts val="0"/>
              </a:spcBef>
              <a:spcAft>
                <a:spcPts val="0"/>
              </a:spcAft>
              <a:buFont typeface="Wingdings" panose="05000000000000000000" charset="0"/>
              <a:buNone/>
            </a:pPr>
            <a:r>
              <a:rPr lang="zh-CN" altLang="en-US" sz="900"/>
              <a:t>    // 构造函数</a:t>
            </a:r>
          </a:p>
          <a:p>
            <a:pPr indent="0">
              <a:lnSpc>
                <a:spcPct val="125000"/>
              </a:lnSpc>
              <a:spcBef>
                <a:spcPts val="0"/>
              </a:spcBef>
              <a:spcAft>
                <a:spcPts val="0"/>
              </a:spcAft>
              <a:buFont typeface="Wingdings" panose="05000000000000000000" charset="0"/>
              <a:buNone/>
            </a:pPr>
            <a:r>
              <a:rPr lang="zh-CN" altLang="en-US" sz="900"/>
              <a:t>    Person(std::string n);</a:t>
            </a:r>
          </a:p>
          <a:p>
            <a:pPr indent="0">
              <a:lnSpc>
                <a:spcPct val="125000"/>
              </a:lnSpc>
              <a:spcBef>
                <a:spcPts val="0"/>
              </a:spcBef>
              <a:spcAft>
                <a:spcPts val="0"/>
              </a:spcAft>
              <a:buFont typeface="Wingdings" panose="05000000000000000000" charset="0"/>
              <a:buNone/>
            </a:pPr>
            <a:r>
              <a:rPr lang="zh-CN" altLang="en-US" sz="900"/>
              <a:t>    // 析构函数</a:t>
            </a:r>
          </a:p>
          <a:p>
            <a:pPr indent="0">
              <a:lnSpc>
                <a:spcPct val="125000"/>
              </a:lnSpc>
              <a:spcBef>
                <a:spcPts val="0"/>
              </a:spcBef>
              <a:spcAft>
                <a:spcPts val="0"/>
              </a:spcAft>
              <a:buFont typeface="Wingdings" panose="05000000000000000000" charset="0"/>
              <a:buNone/>
            </a:pPr>
            <a:r>
              <a:rPr lang="zh-CN" altLang="en-US" sz="900"/>
              <a:t>    ~Person();</a:t>
            </a:r>
          </a:p>
          <a:p>
            <a:pPr indent="0">
              <a:lnSpc>
                <a:spcPct val="125000"/>
              </a:lnSpc>
              <a:spcBef>
                <a:spcPts val="0"/>
              </a:spcBef>
              <a:spcAft>
                <a:spcPts val="0"/>
              </a:spcAft>
              <a:buFont typeface="Wingdings" panose="05000000000000000000" charset="0"/>
              <a:buNone/>
            </a:pPr>
            <a:endParaRPr lang="zh-CN" altLang="en-US" sz="900"/>
          </a:p>
          <a:p>
            <a:pPr indent="0">
              <a:lnSpc>
                <a:spcPct val="125000"/>
              </a:lnSpc>
              <a:spcBef>
                <a:spcPts val="0"/>
              </a:spcBef>
              <a:spcAft>
                <a:spcPts val="0"/>
              </a:spcAft>
              <a:buFont typeface="Wingdings" panose="05000000000000000000" charset="0"/>
              <a:buNone/>
            </a:pPr>
            <a:r>
              <a:rPr lang="zh-CN" altLang="en-US" sz="900"/>
              <a:t>    void introduce() const;</a:t>
            </a:r>
          </a:p>
          <a:p>
            <a:pPr indent="0">
              <a:lnSpc>
                <a:spcPct val="125000"/>
              </a:lnSpc>
              <a:spcBef>
                <a:spcPts val="0"/>
              </a:spcBef>
              <a:spcAft>
                <a:spcPts val="0"/>
              </a:spcAft>
              <a:buFont typeface="Wingdings" panose="05000000000000000000" charset="0"/>
              <a:buNone/>
            </a:pPr>
            <a:r>
              <a:rPr lang="zh-CN" altLang="en-US" sz="900"/>
              <a:t>};</a:t>
            </a:r>
          </a:p>
        </p:txBody>
      </p:sp>
      <p:sp>
        <p:nvSpPr>
          <p:cNvPr id="9" name="文本框 8"/>
          <p:cNvSpPr txBox="1"/>
          <p:nvPr>
            <p:custDataLst>
              <p:tags r:id="rId3"/>
            </p:custDataLst>
          </p:nvPr>
        </p:nvSpPr>
        <p:spPr>
          <a:xfrm>
            <a:off x="8762365" y="4758055"/>
            <a:ext cx="2961640" cy="2047875"/>
          </a:xfrm>
          <a:prstGeom prst="rect">
            <a:avLst/>
          </a:prstGeom>
          <a:noFill/>
          <a:ln>
            <a:solidFill>
              <a:schemeClr val="tx1"/>
            </a:solidFill>
          </a:ln>
        </p:spPr>
        <p:txBody>
          <a:bodyPr wrap="square" rtlCol="0">
            <a:noAutofit/>
          </a:bodyPr>
          <a:lstStyle/>
          <a:p>
            <a:pPr indent="0">
              <a:lnSpc>
                <a:spcPct val="125000"/>
              </a:lnSpc>
              <a:spcBef>
                <a:spcPts val="0"/>
              </a:spcBef>
              <a:spcAft>
                <a:spcPts val="0"/>
              </a:spcAft>
              <a:buFont typeface="Wingdings" panose="05000000000000000000" charset="0"/>
              <a:buNone/>
            </a:pPr>
            <a:r>
              <a:rPr lang="zh-CN" altLang="en-US" sz="900"/>
              <a:t>// 构造函数实现</a:t>
            </a:r>
          </a:p>
          <a:p>
            <a:pPr indent="0">
              <a:lnSpc>
                <a:spcPct val="125000"/>
              </a:lnSpc>
              <a:spcBef>
                <a:spcPts val="0"/>
              </a:spcBef>
              <a:spcAft>
                <a:spcPts val="0"/>
              </a:spcAft>
              <a:buFont typeface="Wingdings" panose="05000000000000000000" charset="0"/>
              <a:buNone/>
            </a:pPr>
            <a:r>
              <a:rPr lang="zh-CN" altLang="en-US" sz="900"/>
              <a:t>Person::Person(std::string n) : name(n) {</a:t>
            </a:r>
          </a:p>
          <a:p>
            <a:pPr indent="0">
              <a:lnSpc>
                <a:spcPct val="125000"/>
              </a:lnSpc>
              <a:spcBef>
                <a:spcPts val="0"/>
              </a:spcBef>
              <a:spcAft>
                <a:spcPts val="0"/>
              </a:spcAft>
              <a:buFont typeface="Wingdings" panose="05000000000000000000" charset="0"/>
              <a:buNone/>
            </a:pPr>
            <a:r>
              <a:rPr lang="zh-CN" altLang="en-US" sz="900"/>
              <a:t>    cout &lt;&lt; "Person created: " &lt;&lt; name &lt;&lt; endl;</a:t>
            </a:r>
            <a:r>
              <a:rPr lang="en-US" altLang="zh-CN" sz="900"/>
              <a:t> // </a:t>
            </a:r>
            <a:r>
              <a:rPr lang="zh-CN" altLang="en-US" sz="900"/>
              <a:t>上面这里包含了</a:t>
            </a:r>
            <a:r>
              <a:rPr lang="zh-CN" altLang="en-US" sz="900">
                <a:solidFill>
                  <a:srgbClr val="FF0000"/>
                </a:solidFill>
              </a:rPr>
              <a:t>对</a:t>
            </a:r>
            <a:r>
              <a:rPr lang="en-US" altLang="zh-CN" sz="900">
                <a:solidFill>
                  <a:srgbClr val="FF0000"/>
                </a:solidFill>
              </a:rPr>
              <a:t>name</a:t>
            </a:r>
            <a:r>
              <a:rPr lang="zh-CN" altLang="en-US" sz="900">
                <a:solidFill>
                  <a:srgbClr val="FF0000"/>
                </a:solidFill>
              </a:rPr>
              <a:t>赋值和打印</a:t>
            </a:r>
            <a:r>
              <a:rPr lang="en-US" altLang="zh-CN" sz="900">
                <a:solidFill>
                  <a:srgbClr val="FF0000"/>
                </a:solidFill>
              </a:rPr>
              <a:t>name</a:t>
            </a:r>
            <a:r>
              <a:rPr lang="zh-CN" altLang="en-US" sz="900">
                <a:solidFill>
                  <a:srgbClr val="FF0000"/>
                </a:solidFill>
              </a:rPr>
              <a:t>的操作</a:t>
            </a:r>
          </a:p>
          <a:p>
            <a:pPr indent="0">
              <a:lnSpc>
                <a:spcPct val="125000"/>
              </a:lnSpc>
              <a:spcBef>
                <a:spcPts val="0"/>
              </a:spcBef>
              <a:spcAft>
                <a:spcPts val="0"/>
              </a:spcAft>
              <a:buFont typeface="Wingdings" panose="05000000000000000000" charset="0"/>
              <a:buNone/>
            </a:pPr>
            <a:r>
              <a:rPr lang="zh-CN" altLang="en-US" sz="900"/>
              <a:t>}</a:t>
            </a:r>
          </a:p>
          <a:p>
            <a:pPr indent="0">
              <a:lnSpc>
                <a:spcPct val="125000"/>
              </a:lnSpc>
              <a:spcBef>
                <a:spcPts val="0"/>
              </a:spcBef>
              <a:spcAft>
                <a:spcPts val="0"/>
              </a:spcAft>
              <a:buFont typeface="Wingdings" panose="05000000000000000000" charset="0"/>
              <a:buNone/>
            </a:pPr>
            <a:r>
              <a:rPr lang="zh-CN" altLang="en-US" sz="900"/>
              <a:t>// 析构函数实现</a:t>
            </a:r>
          </a:p>
          <a:p>
            <a:pPr indent="0">
              <a:lnSpc>
                <a:spcPct val="125000"/>
              </a:lnSpc>
              <a:spcBef>
                <a:spcPts val="0"/>
              </a:spcBef>
              <a:spcAft>
                <a:spcPts val="0"/>
              </a:spcAft>
              <a:buFont typeface="Wingdings" panose="05000000000000000000" charset="0"/>
              <a:buNone/>
            </a:pPr>
            <a:r>
              <a:rPr lang="zh-CN" altLang="en-US" sz="900"/>
              <a:t>Person::~Person() {</a:t>
            </a:r>
          </a:p>
          <a:p>
            <a:pPr indent="0">
              <a:lnSpc>
                <a:spcPct val="125000"/>
              </a:lnSpc>
              <a:spcBef>
                <a:spcPts val="0"/>
              </a:spcBef>
              <a:spcAft>
                <a:spcPts val="0"/>
              </a:spcAft>
              <a:buFont typeface="Wingdings" panose="05000000000000000000" charset="0"/>
              <a:buNone/>
            </a:pPr>
            <a:r>
              <a:rPr lang="zh-CN" altLang="en-US" sz="900"/>
              <a:t>    cout &lt;&lt; "Person destroyed: " &lt;&lt; name &lt;&lt; endl;</a:t>
            </a:r>
          </a:p>
          <a:p>
            <a:pPr indent="0">
              <a:lnSpc>
                <a:spcPct val="125000"/>
              </a:lnSpc>
              <a:spcBef>
                <a:spcPts val="0"/>
              </a:spcBef>
              <a:spcAft>
                <a:spcPts val="0"/>
              </a:spcAft>
              <a:buFont typeface="Wingdings" panose="05000000000000000000" charset="0"/>
              <a:buNone/>
            </a:pPr>
            <a:r>
              <a:rPr lang="zh-CN" altLang="en-US" sz="900"/>
              <a:t>}</a:t>
            </a:r>
          </a:p>
          <a:p>
            <a:pPr indent="0">
              <a:lnSpc>
                <a:spcPct val="125000"/>
              </a:lnSpc>
              <a:spcBef>
                <a:spcPts val="0"/>
              </a:spcBef>
              <a:spcAft>
                <a:spcPts val="0"/>
              </a:spcAft>
              <a:buFont typeface="Wingdings" panose="05000000000000000000" charset="0"/>
              <a:buNone/>
            </a:pPr>
            <a:endParaRPr lang="zh-CN" alt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类与对象入门</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99465" y="1351915"/>
            <a:ext cx="6096000" cy="2861310"/>
          </a:xfrm>
          <a:prstGeom prst="rect">
            <a:avLst/>
          </a:prstGeom>
          <a:noFill/>
        </p:spPr>
        <p:txBody>
          <a:bodyPr wrap="square" rtlCol="0" anchor="t">
            <a:spAutoFit/>
          </a:bodyPr>
          <a:lstStyle/>
          <a:p>
            <a:pPr indent="0">
              <a:lnSpc>
                <a:spcPct val="150000"/>
              </a:lnSpc>
              <a:buFont typeface="Wingdings" panose="05000000000000000000" charset="0"/>
              <a:buNone/>
            </a:pPr>
            <a:r>
              <a:rPr lang="zh-CN" altLang="en-US" sz="2400">
                <a:sym typeface="+mn-ea"/>
              </a:rPr>
              <a:t>成员函数、成员函数的体外实现</a:t>
            </a:r>
          </a:p>
          <a:p>
            <a:pPr>
              <a:lnSpc>
                <a:spcPct val="150000"/>
              </a:lnSpc>
            </a:pPr>
            <a:r>
              <a:rPr lang="zh-CN" altLang="en-US" sz="2400">
                <a:sym typeface="+mn-ea"/>
              </a:rPr>
              <a:t>构造函数和析构函数</a:t>
            </a:r>
            <a:endParaRPr lang="zh-CN" altLang="en-US" sz="2400"/>
          </a:p>
          <a:p>
            <a:pPr marL="342900" indent="-342900">
              <a:lnSpc>
                <a:spcPct val="150000"/>
              </a:lnSpc>
              <a:buFont typeface="Wingdings" panose="05000000000000000000" charset="0"/>
              <a:buChar char=""/>
            </a:pPr>
            <a:r>
              <a:rPr lang="zh-CN" altLang="en-US" sz="2400"/>
              <a:t>域作用符、低层屏蔽高层</a:t>
            </a:r>
          </a:p>
          <a:p>
            <a:pPr>
              <a:lnSpc>
                <a:spcPct val="150000"/>
              </a:lnSpc>
            </a:pPr>
            <a:r>
              <a:rPr lang="zh-CN" altLang="en-US" sz="2400"/>
              <a:t>this指针</a:t>
            </a:r>
          </a:p>
          <a:p>
            <a:pPr>
              <a:lnSpc>
                <a:spcPct val="150000"/>
              </a:lnSpc>
            </a:pPr>
            <a:r>
              <a:rPr lang="zh-CN" altLang="en-US" sz="2400"/>
              <a:t>友元函数：定义与使用</a:t>
            </a:r>
          </a:p>
        </p:txBody>
      </p:sp>
      <p:sp>
        <p:nvSpPr>
          <p:cNvPr id="8" name="文本框 7"/>
          <p:cNvSpPr txBox="1"/>
          <p:nvPr>
            <p:custDataLst>
              <p:tags r:id="rId1"/>
            </p:custDataLst>
          </p:nvPr>
        </p:nvSpPr>
        <p:spPr>
          <a:xfrm>
            <a:off x="5819775" y="1257935"/>
            <a:ext cx="5904230" cy="5135245"/>
          </a:xfrm>
          <a:prstGeom prst="rect">
            <a:avLst/>
          </a:prstGeom>
          <a:noFill/>
          <a:ln>
            <a:solidFill>
              <a:schemeClr val="tx1"/>
            </a:solidFill>
          </a:ln>
        </p:spPr>
        <p:txBody>
          <a:bodyPr wrap="square" rtlCol="0">
            <a:noAutofit/>
          </a:bodyPr>
          <a:lstStyle/>
          <a:p>
            <a:pPr marL="285750" indent="-285750">
              <a:lnSpc>
                <a:spcPct val="125000"/>
              </a:lnSpc>
              <a:spcBef>
                <a:spcPts val="0"/>
              </a:spcBef>
              <a:spcAft>
                <a:spcPts val="0"/>
              </a:spcAft>
              <a:buFont typeface="Wingdings" panose="05000000000000000000" charset="0"/>
              <a:buChar char=""/>
            </a:pPr>
            <a:r>
              <a:rPr lang="zh-CN" altLang="en-US" sz="1400">
                <a:solidFill>
                  <a:schemeClr val="tx1"/>
                </a:solidFill>
              </a:rPr>
              <a:t>域作用符（::）用于定义和访问类的成员函数和静态成员。低层屏蔽高层是指模块设计中的一种原则，低层模块的实现细节不应该暴露给高层模块。</a:t>
            </a:r>
          </a:p>
          <a:p>
            <a:pPr marL="285750" indent="-285750">
              <a:lnSpc>
                <a:spcPct val="125000"/>
              </a:lnSpc>
              <a:spcBef>
                <a:spcPts val="0"/>
              </a:spcBef>
              <a:spcAft>
                <a:spcPts val="0"/>
              </a:spcAft>
              <a:buFont typeface="Wingdings" panose="05000000000000000000" charset="0"/>
              <a:buChar char=""/>
            </a:pPr>
            <a:r>
              <a:rPr lang="zh-CN" altLang="en-US" sz="1400">
                <a:solidFill>
                  <a:schemeClr val="tx1"/>
                </a:solidFill>
              </a:rPr>
              <a:t>作用域：在C++中，作用域（Scope）指的是变量或函数在代码中的可见范围。当一个变量在一个作用域中声明后，在该作用域内和嵌套的内层作用域内都可以访问它。然而，如果在嵌套的内层作用域中声明了一个同名变量，这个内层变量会屏蔽外层变量。</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类与对象入门</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99465" y="1351915"/>
            <a:ext cx="6096000" cy="2861310"/>
          </a:xfrm>
          <a:prstGeom prst="rect">
            <a:avLst/>
          </a:prstGeom>
          <a:noFill/>
        </p:spPr>
        <p:txBody>
          <a:bodyPr wrap="square" rtlCol="0" anchor="t">
            <a:spAutoFit/>
          </a:bodyPr>
          <a:lstStyle/>
          <a:p>
            <a:pPr indent="0">
              <a:lnSpc>
                <a:spcPct val="150000"/>
              </a:lnSpc>
              <a:buFont typeface="Wingdings" panose="05000000000000000000" charset="0"/>
              <a:buNone/>
            </a:pPr>
            <a:r>
              <a:rPr lang="zh-CN" altLang="en-US" sz="2400">
                <a:sym typeface="+mn-ea"/>
              </a:rPr>
              <a:t>成员函数、成员函数的体外实现</a:t>
            </a:r>
          </a:p>
          <a:p>
            <a:pPr>
              <a:lnSpc>
                <a:spcPct val="150000"/>
              </a:lnSpc>
            </a:pPr>
            <a:r>
              <a:rPr lang="zh-CN" altLang="en-US" sz="2400">
                <a:sym typeface="+mn-ea"/>
              </a:rPr>
              <a:t>构造函数和析构函数</a:t>
            </a:r>
            <a:endParaRPr lang="zh-CN" altLang="en-US" sz="2400"/>
          </a:p>
          <a:p>
            <a:pPr>
              <a:lnSpc>
                <a:spcPct val="150000"/>
              </a:lnSpc>
            </a:pPr>
            <a:r>
              <a:rPr lang="zh-CN" altLang="en-US" sz="2400"/>
              <a:t>域作用符、低层屏蔽高层</a:t>
            </a:r>
          </a:p>
          <a:p>
            <a:pPr marL="342900" indent="-342900">
              <a:lnSpc>
                <a:spcPct val="150000"/>
              </a:lnSpc>
              <a:buFont typeface="Wingdings" panose="05000000000000000000" charset="0"/>
              <a:buChar char=""/>
            </a:pPr>
            <a:r>
              <a:rPr lang="zh-CN" altLang="en-US" sz="2400"/>
              <a:t>this</a:t>
            </a:r>
            <a:r>
              <a:rPr lang="zh-CN" altLang="en-US" sz="2400">
                <a:solidFill>
                  <a:srgbClr val="FF0000"/>
                </a:solidFill>
              </a:rPr>
              <a:t>指针：</a:t>
            </a:r>
            <a:r>
              <a:rPr lang="en-US" altLang="zh-CN" sz="2400">
                <a:solidFill>
                  <a:srgbClr val="FF0000"/>
                </a:solidFill>
              </a:rPr>
              <a:t>this-&gt;... </a:t>
            </a:r>
            <a:r>
              <a:rPr lang="zh-CN" altLang="en-US" sz="2400">
                <a:solidFill>
                  <a:srgbClr val="FF0000"/>
                </a:solidFill>
              </a:rPr>
              <a:t>调用</a:t>
            </a:r>
          </a:p>
          <a:p>
            <a:pPr>
              <a:lnSpc>
                <a:spcPct val="150000"/>
              </a:lnSpc>
            </a:pPr>
            <a:r>
              <a:rPr lang="zh-CN" altLang="en-US" sz="2400"/>
              <a:t>友元函数：定义与使用</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类与对象入门</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99465" y="1351915"/>
            <a:ext cx="6096000" cy="2861310"/>
          </a:xfrm>
          <a:prstGeom prst="rect">
            <a:avLst/>
          </a:prstGeom>
          <a:noFill/>
        </p:spPr>
        <p:txBody>
          <a:bodyPr wrap="square" rtlCol="0" anchor="t">
            <a:spAutoFit/>
          </a:bodyPr>
          <a:lstStyle/>
          <a:p>
            <a:pPr indent="0">
              <a:lnSpc>
                <a:spcPct val="150000"/>
              </a:lnSpc>
              <a:buFont typeface="Wingdings" panose="05000000000000000000" charset="0"/>
              <a:buNone/>
            </a:pPr>
            <a:r>
              <a:rPr lang="zh-CN" altLang="en-US" sz="2400">
                <a:sym typeface="+mn-ea"/>
              </a:rPr>
              <a:t>成员函数、成员函数的体外实现</a:t>
            </a:r>
          </a:p>
          <a:p>
            <a:pPr>
              <a:lnSpc>
                <a:spcPct val="150000"/>
              </a:lnSpc>
            </a:pPr>
            <a:r>
              <a:rPr lang="zh-CN" altLang="en-US" sz="2400">
                <a:sym typeface="+mn-ea"/>
              </a:rPr>
              <a:t>构造函数和析构函数</a:t>
            </a:r>
            <a:endParaRPr lang="zh-CN" altLang="en-US" sz="2400"/>
          </a:p>
          <a:p>
            <a:pPr>
              <a:lnSpc>
                <a:spcPct val="150000"/>
              </a:lnSpc>
            </a:pPr>
            <a:r>
              <a:rPr lang="zh-CN" altLang="en-US" sz="2400"/>
              <a:t>域作用符、低层屏蔽高层</a:t>
            </a:r>
          </a:p>
          <a:p>
            <a:pPr>
              <a:lnSpc>
                <a:spcPct val="150000"/>
              </a:lnSpc>
            </a:pPr>
            <a:r>
              <a:rPr lang="zh-CN" altLang="en-US" sz="2400"/>
              <a:t>this指针</a:t>
            </a:r>
          </a:p>
          <a:p>
            <a:pPr marL="342900" indent="-342900">
              <a:lnSpc>
                <a:spcPct val="150000"/>
              </a:lnSpc>
              <a:buFont typeface="Wingdings" panose="05000000000000000000" charset="0"/>
              <a:buChar char=""/>
            </a:pPr>
            <a:r>
              <a:rPr lang="zh-CN" altLang="en-US" sz="2400"/>
              <a:t>友元函数：定义与使用</a:t>
            </a:r>
          </a:p>
        </p:txBody>
      </p:sp>
      <p:sp>
        <p:nvSpPr>
          <p:cNvPr id="8" name="文本框 7"/>
          <p:cNvSpPr txBox="1"/>
          <p:nvPr>
            <p:custDataLst>
              <p:tags r:id="rId1"/>
            </p:custDataLst>
          </p:nvPr>
        </p:nvSpPr>
        <p:spPr>
          <a:xfrm>
            <a:off x="6238875" y="1412240"/>
            <a:ext cx="5017135" cy="5215255"/>
          </a:xfrm>
          <a:prstGeom prst="rect">
            <a:avLst/>
          </a:prstGeom>
          <a:noFill/>
          <a:ln>
            <a:solidFill>
              <a:schemeClr val="tx1"/>
            </a:solidFill>
          </a:ln>
        </p:spPr>
        <p:txBody>
          <a:bodyPr wrap="square" rtlCol="0">
            <a:noAutofit/>
          </a:bodyPr>
          <a:lstStyle/>
          <a:p>
            <a:pPr marL="285750" indent="-285750">
              <a:lnSpc>
                <a:spcPct val="125000"/>
              </a:lnSpc>
              <a:spcBef>
                <a:spcPts val="0"/>
              </a:spcBef>
              <a:spcAft>
                <a:spcPts val="0"/>
              </a:spcAft>
              <a:buFont typeface="Wingdings" panose="05000000000000000000" charset="0"/>
              <a:buChar char=""/>
            </a:pPr>
            <a:r>
              <a:rPr lang="zh-CN" altLang="en-US" sz="1400"/>
              <a:t>作用：</a:t>
            </a:r>
          </a:p>
          <a:p>
            <a:pPr marL="742950" lvl="1" indent="-285750">
              <a:lnSpc>
                <a:spcPct val="125000"/>
              </a:lnSpc>
              <a:spcBef>
                <a:spcPts val="0"/>
              </a:spcBef>
              <a:spcAft>
                <a:spcPts val="0"/>
              </a:spcAft>
              <a:buFont typeface="Wingdings" panose="05000000000000000000" charset="0"/>
              <a:buChar char=""/>
            </a:pPr>
            <a:r>
              <a:rPr lang="zh-CN" altLang="en-US" sz="1400"/>
              <a:t>访问私有成员：友元函数或友元类可以直接访问目标类的私有成员和保护成员。这在某些情况下可以提高代码的灵活性和效率，例如，当两个类紧密耦合，需要共享私有数据时。</a:t>
            </a:r>
          </a:p>
          <a:p>
            <a:pPr marL="742950" lvl="1" indent="-285750">
              <a:lnSpc>
                <a:spcPct val="125000"/>
              </a:lnSpc>
              <a:spcBef>
                <a:spcPts val="0"/>
              </a:spcBef>
              <a:spcAft>
                <a:spcPts val="0"/>
              </a:spcAft>
              <a:buFont typeface="Wingdings" panose="05000000000000000000" charset="0"/>
              <a:buChar char=""/>
            </a:pPr>
            <a:r>
              <a:rPr lang="zh-CN" altLang="en-US" sz="1400"/>
              <a:t>增强封装性：友元关系允许在保持类的封装性的同时，实现类之间的紧密合作。友元可以访问类的内部实现，而不需要将这些成员暴露为公共接口。</a:t>
            </a:r>
          </a:p>
          <a:p>
            <a:pPr marL="742950" lvl="1" indent="-285750">
              <a:lnSpc>
                <a:spcPct val="125000"/>
              </a:lnSpc>
              <a:spcBef>
                <a:spcPts val="0"/>
              </a:spcBef>
              <a:spcAft>
                <a:spcPts val="0"/>
              </a:spcAft>
              <a:buFont typeface="Wingdings" panose="05000000000000000000" charset="0"/>
              <a:buChar char=""/>
            </a:pPr>
            <a:r>
              <a:rPr lang="zh-CN" altLang="en-US" sz="1400"/>
              <a:t>简化操作：使用友元可以避免大量的公共接口和访问器函数，使代码更简洁和直接。</a:t>
            </a:r>
          </a:p>
          <a:p>
            <a:pPr marL="285750" indent="-285750">
              <a:lnSpc>
                <a:spcPct val="125000"/>
              </a:lnSpc>
              <a:spcBef>
                <a:spcPts val="0"/>
              </a:spcBef>
              <a:spcAft>
                <a:spcPts val="0"/>
              </a:spcAft>
              <a:buFont typeface="Wingdings" panose="05000000000000000000" charset="0"/>
              <a:buChar char=""/>
            </a:pPr>
            <a:r>
              <a:rPr lang="zh-CN" altLang="en-US" sz="1400"/>
              <a:t>语法（牢记）：（</a:t>
            </a:r>
            <a:r>
              <a:rPr lang="zh-CN" altLang="en-US" sz="1400">
                <a:solidFill>
                  <a:srgbClr val="FF0000"/>
                </a:solidFill>
              </a:rPr>
              <a:t>在某个类里面声明，声明的友元在实现实现的过程中就不需要加上</a:t>
            </a:r>
            <a:r>
              <a:rPr lang="en-US" altLang="zh-CN" sz="1400">
                <a:solidFill>
                  <a:srgbClr val="FF0000"/>
                </a:solidFill>
              </a:rPr>
              <a:t>friend</a:t>
            </a:r>
            <a:r>
              <a:rPr lang="zh-CN" altLang="en-US" sz="1400">
                <a:solidFill>
                  <a:srgbClr val="FF0000"/>
                </a:solidFill>
              </a:rPr>
              <a:t>关键字了</a:t>
            </a:r>
            <a:r>
              <a:rPr lang="zh-CN" altLang="en-US" sz="1400"/>
              <a:t>）</a:t>
            </a:r>
          </a:p>
          <a:p>
            <a:pPr marL="742950" lvl="1" indent="-285750">
              <a:lnSpc>
                <a:spcPct val="125000"/>
              </a:lnSpc>
              <a:spcBef>
                <a:spcPts val="0"/>
              </a:spcBef>
              <a:spcAft>
                <a:spcPts val="0"/>
              </a:spcAft>
              <a:buFont typeface="Wingdings" panose="05000000000000000000" charset="0"/>
              <a:buChar char=""/>
            </a:pPr>
            <a:r>
              <a:rPr lang="zh-CN" altLang="en-US" sz="1400"/>
              <a:t>友元函数</a:t>
            </a:r>
          </a:p>
          <a:p>
            <a:pPr marL="1200150" lvl="2" indent="-285750">
              <a:lnSpc>
                <a:spcPct val="125000"/>
              </a:lnSpc>
              <a:spcBef>
                <a:spcPts val="0"/>
              </a:spcBef>
              <a:spcAft>
                <a:spcPts val="0"/>
              </a:spcAft>
              <a:buFont typeface="Wingdings" panose="05000000000000000000" charset="0"/>
              <a:buChar char=""/>
            </a:pPr>
            <a:r>
              <a:rPr lang="zh-CN" altLang="en-US" sz="1400"/>
              <a:t>全局函数</a:t>
            </a:r>
            <a:r>
              <a:rPr lang="en-US" altLang="zh-CN" sz="1400"/>
              <a:t>  </a:t>
            </a:r>
            <a:r>
              <a:rPr lang="en-US" altLang="zh-CN" sz="1400">
                <a:highlight>
                  <a:srgbClr val="FFFF00"/>
                </a:highlight>
              </a:rPr>
              <a:t>friend void diplay(myClass b);</a:t>
            </a:r>
            <a:endParaRPr lang="zh-CN" altLang="en-US" sz="1400"/>
          </a:p>
          <a:p>
            <a:pPr marL="742950" lvl="1" indent="-285750">
              <a:lnSpc>
                <a:spcPct val="125000"/>
              </a:lnSpc>
              <a:spcBef>
                <a:spcPts val="0"/>
              </a:spcBef>
              <a:spcAft>
                <a:spcPts val="0"/>
              </a:spcAft>
              <a:buFont typeface="Wingdings" panose="05000000000000000000" charset="0"/>
              <a:buChar char=""/>
            </a:pPr>
            <a:r>
              <a:rPr lang="zh-CN" altLang="en-US" sz="1400"/>
              <a:t>友元类</a:t>
            </a:r>
          </a:p>
          <a:p>
            <a:pPr marL="1200150" lvl="2" indent="-285750">
              <a:lnSpc>
                <a:spcPct val="125000"/>
              </a:lnSpc>
              <a:spcBef>
                <a:spcPts val="0"/>
              </a:spcBef>
              <a:spcAft>
                <a:spcPts val="0"/>
              </a:spcAft>
              <a:buFont typeface="Wingdings" panose="05000000000000000000" charset="0"/>
              <a:buChar char=""/>
            </a:pPr>
            <a:r>
              <a:rPr lang="zh-CN" altLang="en-US" sz="1400"/>
              <a:t>其他类：</a:t>
            </a:r>
            <a:r>
              <a:rPr lang="zh-CN" altLang="en-US" sz="1400">
                <a:highlight>
                  <a:srgbClr val="FFFF00"/>
                </a:highlight>
              </a:rPr>
              <a:t>friend class </a:t>
            </a:r>
            <a:r>
              <a:rPr lang="en-US" altLang="zh-CN" sz="1400">
                <a:highlight>
                  <a:srgbClr val="FFFF00"/>
                </a:highlight>
              </a:rPr>
              <a:t>myClass</a:t>
            </a:r>
            <a:r>
              <a:rPr lang="zh-CN" altLang="en-US" sz="1400">
                <a:highlight>
                  <a:srgbClr val="FFFF00"/>
                </a:highlight>
              </a:rPr>
              <a:t>;</a:t>
            </a:r>
          </a:p>
          <a:p>
            <a:pPr marL="1200150" lvl="2" indent="-285750">
              <a:lnSpc>
                <a:spcPct val="125000"/>
              </a:lnSpc>
              <a:spcBef>
                <a:spcPts val="0"/>
              </a:spcBef>
              <a:spcAft>
                <a:spcPts val="0"/>
              </a:spcAft>
              <a:buFont typeface="Wingdings" panose="05000000000000000000" charset="0"/>
              <a:buChar char=""/>
            </a:pPr>
            <a:r>
              <a:rPr lang="zh-CN" altLang="en-US" sz="1400"/>
              <a:t>其他类的成员函数</a:t>
            </a:r>
          </a:p>
          <a:p>
            <a:pPr marL="1657350" lvl="3" indent="-285750">
              <a:lnSpc>
                <a:spcPct val="125000"/>
              </a:lnSpc>
              <a:spcBef>
                <a:spcPts val="0"/>
              </a:spcBef>
              <a:spcAft>
                <a:spcPts val="0"/>
              </a:spcAft>
              <a:buFont typeface="Wingdings" panose="05000000000000000000" charset="0"/>
              <a:buChar char=""/>
            </a:pPr>
            <a:r>
              <a:rPr lang="zh-CN" altLang="en-US" sz="1400">
                <a:highlight>
                  <a:srgbClr val="FFFF00"/>
                </a:highlight>
                <a:sym typeface="+mn-ea"/>
              </a:rPr>
              <a:t>friend </a:t>
            </a:r>
            <a:r>
              <a:rPr lang="en-US" altLang="zh-CN" sz="1400">
                <a:highlight>
                  <a:srgbClr val="FFFF00"/>
                </a:highlight>
                <a:sym typeface="+mn-ea"/>
              </a:rPr>
              <a:t>void myClass::myFunc()</a:t>
            </a:r>
            <a:r>
              <a:rPr lang="zh-CN" altLang="en-US" sz="1400">
                <a:highlight>
                  <a:srgbClr val="FFFF00"/>
                </a:highlight>
                <a:sym typeface="+mn-ea"/>
              </a:rPr>
              <a:t>;</a:t>
            </a:r>
            <a:endParaRPr lang="zh-CN" altLang="en-US" sz="1400">
              <a:highlight>
                <a:srgbClr val="FFFF00"/>
              </a:highlight>
            </a:endParaRPr>
          </a:p>
          <a:p>
            <a:pPr marL="1200150" lvl="2" indent="-285750">
              <a:lnSpc>
                <a:spcPct val="125000"/>
              </a:lnSpc>
              <a:spcBef>
                <a:spcPts val="0"/>
              </a:spcBef>
              <a:spcAft>
                <a:spcPts val="0"/>
              </a:spcAft>
              <a:buFont typeface="Wingdings" panose="05000000000000000000" charset="0"/>
              <a:buChar char=""/>
            </a:pPr>
            <a:endParaRPr lang="zh-CN" altLang="en-US" sz="1400">
              <a:highlight>
                <a:srgbClr val="FFFF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重点：成员字节对齐</a:t>
            </a:r>
            <a:r>
              <a:rPr lang="en-US" altLang="zh-CN" sz="3600" dirty="0"/>
              <a:t>+</a:t>
            </a:r>
            <a:r>
              <a:rPr lang="zh-CN" altLang="en-US" sz="3600" dirty="0"/>
              <a:t>结构体指针</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669608" y="1254760"/>
            <a:ext cx="6064885" cy="398780"/>
          </a:xfrm>
          <a:prstGeom prst="rect">
            <a:avLst/>
          </a:prstGeom>
          <a:noFill/>
          <a:ln>
            <a:noFill/>
          </a:ln>
        </p:spPr>
        <p:txBody>
          <a:bodyPr wrap="none" rtlCol="0" anchor="t">
            <a:spAutoFit/>
          </a:bodyPr>
          <a:lstStyle/>
          <a:p>
            <a:pPr algn="ctr"/>
            <a:r>
              <a:rPr lang="zh-CN" altLang="en-US" sz="2000" b="1">
                <a:ln w="9525">
                  <a:solidFill>
                    <a:schemeClr val="bg1"/>
                  </a:solidFill>
                  <a:prstDash val="solid"/>
                </a:ln>
                <a:solidFill>
                  <a:schemeClr val="accent5"/>
                </a:solidFill>
                <a:effectLst>
                  <a:outerShdw blurRad="12700" dist="38100" dir="2700000" algn="tl" rotWithShape="0">
                    <a:schemeClr val="accent5">
                      <a:lumMod val="60000"/>
                      <a:lumOff val="40000"/>
                      <a:lumMod val="60000"/>
                      <a:lumOff val="40000"/>
                    </a:schemeClr>
                  </a:outerShdw>
                </a:effectLst>
              </a:rPr>
              <a:t>结构体</a:t>
            </a:r>
            <a:r>
              <a:rPr lang="en-US" altLang="zh-CN" sz="2000" b="1">
                <a:ln w="9525">
                  <a:solidFill>
                    <a:schemeClr val="bg1"/>
                  </a:solidFill>
                  <a:prstDash val="solid"/>
                </a:ln>
                <a:solidFill>
                  <a:schemeClr val="accent5"/>
                </a:solidFill>
                <a:effectLst>
                  <a:outerShdw blurRad="12700" dist="38100" dir="2700000" algn="tl" rotWithShape="0">
                    <a:schemeClr val="accent5">
                      <a:lumMod val="60000"/>
                      <a:lumOff val="40000"/>
                      <a:lumMod val="60000"/>
                      <a:lumOff val="40000"/>
                    </a:schemeClr>
                  </a:outerShdw>
                </a:effectLst>
              </a:rPr>
              <a:t>/</a:t>
            </a:r>
            <a:r>
              <a:rPr lang="zh-CN" altLang="en-US" sz="2000" b="1">
                <a:ln w="9525">
                  <a:solidFill>
                    <a:schemeClr val="bg1"/>
                  </a:solidFill>
                  <a:prstDash val="solid"/>
                </a:ln>
                <a:solidFill>
                  <a:schemeClr val="accent5"/>
                </a:solidFill>
                <a:effectLst>
                  <a:outerShdw blurRad="12700" dist="38100" dir="2700000" algn="tl" rotWithShape="0">
                    <a:schemeClr val="accent5">
                      <a:lumMod val="60000"/>
                      <a:lumOff val="40000"/>
                      <a:lumMod val="60000"/>
                      <a:lumOff val="40000"/>
                    </a:schemeClr>
                  </a:outerShdw>
                </a:effectLst>
              </a:rPr>
              <a:t>类的大小计算：</a:t>
            </a:r>
            <a:r>
              <a:rPr lang="en-US" altLang="zh-CN" sz="2000" b="1">
                <a:ln w="9525">
                  <a:solidFill>
                    <a:schemeClr val="bg1"/>
                  </a:solidFill>
                  <a:prstDash val="solid"/>
                </a:ln>
                <a:solidFill>
                  <a:schemeClr val="accent5"/>
                </a:solidFill>
                <a:effectLst>
                  <a:outerShdw blurRad="12700" dist="38100" dir="2700000" algn="tl" rotWithShape="0">
                    <a:schemeClr val="accent5">
                      <a:lumMod val="60000"/>
                      <a:lumOff val="40000"/>
                      <a:lumMod val="60000"/>
                      <a:lumOff val="40000"/>
                    </a:schemeClr>
                  </a:outerShdw>
                </a:effectLst>
              </a:rPr>
              <a:t>sizeof</a:t>
            </a:r>
            <a:r>
              <a:rPr lang="zh-CN" altLang="en-US" sz="2000" b="1">
                <a:ln w="9525">
                  <a:solidFill>
                    <a:schemeClr val="bg1"/>
                  </a:solidFill>
                  <a:prstDash val="solid"/>
                </a:ln>
                <a:solidFill>
                  <a:schemeClr val="accent5"/>
                </a:solidFill>
                <a:effectLst>
                  <a:outerShdw blurRad="12700" dist="38100" dir="2700000" algn="tl" rotWithShape="0">
                    <a:schemeClr val="accent5">
                      <a:lumMod val="60000"/>
                      <a:lumOff val="40000"/>
                      <a:lumMod val="60000"/>
                      <a:lumOff val="40000"/>
                    </a:schemeClr>
                  </a:outerShdw>
                </a:effectLst>
                <a:ea typeface="宋体" charset="0"/>
              </a:rPr>
              <a:t>，结构体成员的首地址</a:t>
            </a:r>
          </a:p>
        </p:txBody>
      </p:sp>
      <p:sp>
        <p:nvSpPr>
          <p:cNvPr id="8" name="文本框 7"/>
          <p:cNvSpPr txBox="1"/>
          <p:nvPr/>
        </p:nvSpPr>
        <p:spPr>
          <a:xfrm>
            <a:off x="669925" y="1724025"/>
            <a:ext cx="1654175" cy="4892675"/>
          </a:xfrm>
          <a:prstGeom prst="rect">
            <a:avLst/>
          </a:prstGeom>
          <a:noFill/>
          <a:ln>
            <a:solidFill>
              <a:schemeClr val="tx1"/>
            </a:solidFill>
          </a:ln>
        </p:spPr>
        <p:txBody>
          <a:bodyPr wrap="square" rtlCol="0" anchor="t">
            <a:noAutofit/>
            <a:scene3d>
              <a:camera prst="orthographicFront"/>
              <a:lightRig rig="threePt" dir="t"/>
            </a:scene3d>
          </a:bodyPr>
          <a:lstStyle/>
          <a:p>
            <a:r>
              <a:rPr lang="zh-CN" altLang="en-US" sz="900">
                <a:ln/>
                <a:solidFill>
                  <a:schemeClr val="accent1"/>
                </a:solidFill>
                <a:effectLst>
                  <a:outerShdw blurRad="38100" dist="25400" dir="5400000" algn="ctr" rotWithShape="0">
                    <a:srgbClr val="6E747A">
                      <a:alpha val="43000"/>
                      <a:alpha val="43000"/>
                    </a:srgbClr>
                  </a:outerShdw>
                </a:effectLst>
              </a:rPr>
              <a:t>class myClass1 {</a:t>
            </a:r>
          </a:p>
          <a:p>
            <a:r>
              <a:rPr lang="zh-CN" altLang="en-US" sz="900">
                <a:ln/>
                <a:solidFill>
                  <a:schemeClr val="accent1"/>
                </a:solidFill>
                <a:effectLst>
                  <a:outerShdw blurRad="38100" dist="25400" dir="5400000" algn="ctr" rotWithShape="0">
                    <a:srgbClr val="6E747A">
                      <a:alpha val="43000"/>
                      <a:alpha val="43000"/>
                    </a:srgbClr>
                  </a:outerShdw>
                </a:effectLst>
              </a:rPr>
              <a:t>public:</a:t>
            </a:r>
          </a:p>
          <a:p>
            <a:r>
              <a:rPr lang="zh-CN" altLang="en-US" sz="900">
                <a:ln/>
                <a:solidFill>
                  <a:schemeClr val="accent1"/>
                </a:solidFill>
                <a:effectLst>
                  <a:outerShdw blurRad="38100" dist="25400" dir="5400000" algn="ctr" rotWithShape="0">
                    <a:srgbClr val="6E747A">
                      <a:alpha val="43000"/>
                      <a:alpha val="43000"/>
                    </a:srgbClr>
                  </a:outerShdw>
                </a:effectLst>
              </a:rPr>
              <a:t>    char a;</a:t>
            </a:r>
          </a:p>
          <a:p>
            <a:r>
              <a:rPr lang="zh-CN" altLang="en-US" sz="900">
                <a:ln/>
                <a:solidFill>
                  <a:schemeClr val="accent1"/>
                </a:solidFill>
                <a:effectLst>
                  <a:outerShdw blurRad="38100" dist="25400" dir="5400000" algn="ctr" rotWithShape="0">
                    <a:srgbClr val="6E747A">
                      <a:alpha val="43000"/>
                      <a:alpha val="43000"/>
                    </a:srgbClr>
                  </a:outerShdw>
                </a:effectLst>
              </a:rPr>
              <a:t>    char b;</a:t>
            </a:r>
          </a:p>
          <a:p>
            <a:r>
              <a:rPr lang="zh-CN" altLang="en-US" sz="900">
                <a:ln/>
                <a:solidFill>
                  <a:schemeClr val="accent1"/>
                </a:solidFill>
                <a:effectLst>
                  <a:outerShdw blurRad="38100" dist="25400" dir="5400000" algn="ctr" rotWithShape="0">
                    <a:srgbClr val="6E747A">
                      <a:alpha val="43000"/>
                      <a:alpha val="43000"/>
                    </a:srgbClr>
                  </a:outerShdw>
                </a:effectLst>
              </a:rPr>
              <a:t>    char c;</a:t>
            </a:r>
          </a:p>
          <a:p>
            <a:r>
              <a:rPr lang="zh-CN" altLang="en-US" sz="900">
                <a:ln/>
                <a:solidFill>
                  <a:schemeClr val="accent1"/>
                </a:solidFill>
                <a:effectLst>
                  <a:outerShdw blurRad="38100" dist="25400" dir="5400000" algn="ctr" rotWithShape="0">
                    <a:srgbClr val="6E747A">
                      <a:alpha val="43000"/>
                      <a:alpha val="43000"/>
                    </a:srgbClr>
                  </a:outerShdw>
                </a:effectLst>
              </a:rPr>
              <a:t>};</a:t>
            </a:r>
          </a:p>
          <a:p>
            <a:endParaRPr lang="zh-CN" altLang="en-US" sz="900">
              <a:ln/>
              <a:solidFill>
                <a:schemeClr val="accent1"/>
              </a:solidFill>
              <a:effectLst>
                <a:outerShdw blurRad="38100" dist="25400" dir="5400000" algn="ctr" rotWithShape="0">
                  <a:srgbClr val="6E747A">
                    <a:alpha val="43000"/>
                    <a:alpha val="43000"/>
                  </a:srgbClr>
                </a:outerShdw>
              </a:effectLst>
            </a:endParaRPr>
          </a:p>
          <a:p>
            <a:r>
              <a:rPr lang="zh-CN" altLang="en-US" sz="900">
                <a:ln/>
                <a:solidFill>
                  <a:schemeClr val="accent1"/>
                </a:solidFill>
                <a:effectLst>
                  <a:outerShdw blurRad="38100" dist="25400" dir="5400000" algn="ctr" rotWithShape="0">
                    <a:srgbClr val="6E747A">
                      <a:alpha val="43000"/>
                      <a:alpha val="43000"/>
                    </a:srgbClr>
                  </a:outerShdw>
                </a:effectLst>
              </a:rPr>
              <a:t>class myClass2 {</a:t>
            </a:r>
          </a:p>
          <a:p>
            <a:r>
              <a:rPr lang="zh-CN" altLang="en-US" sz="900">
                <a:ln/>
                <a:solidFill>
                  <a:schemeClr val="accent1"/>
                </a:solidFill>
                <a:effectLst>
                  <a:outerShdw blurRad="38100" dist="25400" dir="5400000" algn="ctr" rotWithShape="0">
                    <a:srgbClr val="6E747A">
                      <a:alpha val="43000"/>
                      <a:alpha val="43000"/>
                    </a:srgbClr>
                  </a:outerShdw>
                </a:effectLst>
              </a:rPr>
              <a:t>public:</a:t>
            </a:r>
          </a:p>
          <a:p>
            <a:r>
              <a:rPr lang="zh-CN" altLang="en-US" sz="900">
                <a:ln/>
                <a:solidFill>
                  <a:schemeClr val="accent1"/>
                </a:solidFill>
                <a:effectLst>
                  <a:outerShdw blurRad="38100" dist="25400" dir="5400000" algn="ctr" rotWithShape="0">
                    <a:srgbClr val="6E747A">
                      <a:alpha val="43000"/>
                      <a:alpha val="43000"/>
                    </a:srgbClr>
                  </a:outerShdw>
                </a:effectLst>
              </a:rPr>
              <a:t>    char a;</a:t>
            </a:r>
          </a:p>
          <a:p>
            <a:r>
              <a:rPr lang="zh-CN" altLang="en-US" sz="900">
                <a:ln/>
                <a:solidFill>
                  <a:schemeClr val="accent1"/>
                </a:solidFill>
                <a:effectLst>
                  <a:outerShdw blurRad="38100" dist="25400" dir="5400000" algn="ctr" rotWithShape="0">
                    <a:srgbClr val="6E747A">
                      <a:alpha val="43000"/>
                      <a:alpha val="43000"/>
                    </a:srgbClr>
                  </a:outerShdw>
                </a:effectLst>
              </a:rPr>
              <a:t>    float b;</a:t>
            </a:r>
          </a:p>
          <a:p>
            <a:r>
              <a:rPr lang="zh-CN" altLang="en-US" sz="900">
                <a:ln/>
                <a:solidFill>
                  <a:schemeClr val="accent1"/>
                </a:solidFill>
                <a:effectLst>
                  <a:outerShdw blurRad="38100" dist="25400" dir="5400000" algn="ctr" rotWithShape="0">
                    <a:srgbClr val="6E747A">
                      <a:alpha val="43000"/>
                      <a:alpha val="43000"/>
                    </a:srgbClr>
                  </a:outerShdw>
                </a:effectLst>
              </a:rPr>
              <a:t>    char c;</a:t>
            </a:r>
          </a:p>
          <a:p>
            <a:r>
              <a:rPr lang="zh-CN" altLang="en-US" sz="900">
                <a:ln/>
                <a:solidFill>
                  <a:schemeClr val="accent1"/>
                </a:solidFill>
                <a:effectLst>
                  <a:outerShdw blurRad="38100" dist="25400" dir="5400000" algn="ctr" rotWithShape="0">
                    <a:srgbClr val="6E747A">
                      <a:alpha val="43000"/>
                      <a:alpha val="43000"/>
                    </a:srgbClr>
                  </a:outerShdw>
                </a:effectLst>
              </a:rPr>
              <a:t>};</a:t>
            </a:r>
          </a:p>
          <a:p>
            <a:endParaRPr lang="zh-CN" altLang="en-US" sz="900">
              <a:ln/>
              <a:solidFill>
                <a:schemeClr val="accent1"/>
              </a:solidFill>
              <a:effectLst>
                <a:outerShdw blurRad="38100" dist="25400" dir="5400000" algn="ctr" rotWithShape="0">
                  <a:srgbClr val="6E747A">
                    <a:alpha val="43000"/>
                    <a:alpha val="43000"/>
                  </a:srgbClr>
                </a:outerShdw>
              </a:effectLst>
            </a:endParaRPr>
          </a:p>
          <a:p>
            <a:r>
              <a:rPr lang="zh-CN" altLang="en-US" sz="900">
                <a:ln/>
                <a:solidFill>
                  <a:schemeClr val="accent1"/>
                </a:solidFill>
                <a:effectLst>
                  <a:outerShdw blurRad="38100" dist="25400" dir="5400000" algn="ctr" rotWithShape="0">
                    <a:srgbClr val="6E747A">
                      <a:alpha val="43000"/>
                      <a:alpha val="43000"/>
                    </a:srgbClr>
                  </a:outerShdw>
                </a:effectLst>
              </a:rPr>
              <a:t>class myClass3 {</a:t>
            </a:r>
          </a:p>
          <a:p>
            <a:r>
              <a:rPr lang="zh-CN" altLang="en-US" sz="900">
                <a:ln/>
                <a:solidFill>
                  <a:schemeClr val="accent1"/>
                </a:solidFill>
                <a:effectLst>
                  <a:outerShdw blurRad="38100" dist="25400" dir="5400000" algn="ctr" rotWithShape="0">
                    <a:srgbClr val="6E747A">
                      <a:alpha val="43000"/>
                      <a:alpha val="43000"/>
                    </a:srgbClr>
                  </a:outerShdw>
                </a:effectLst>
              </a:rPr>
              <a:t>public:</a:t>
            </a:r>
          </a:p>
          <a:p>
            <a:r>
              <a:rPr lang="zh-CN" altLang="en-US" sz="900">
                <a:ln/>
                <a:solidFill>
                  <a:schemeClr val="accent1"/>
                </a:solidFill>
                <a:effectLst>
                  <a:outerShdw blurRad="38100" dist="25400" dir="5400000" algn="ctr" rotWithShape="0">
                    <a:srgbClr val="6E747A">
                      <a:alpha val="43000"/>
                      <a:alpha val="43000"/>
                    </a:srgbClr>
                  </a:outerShdw>
                </a:effectLst>
              </a:rPr>
              <a:t>    char a;</a:t>
            </a:r>
          </a:p>
          <a:p>
            <a:r>
              <a:rPr lang="zh-CN" altLang="en-US" sz="900">
                <a:ln/>
                <a:solidFill>
                  <a:schemeClr val="accent1"/>
                </a:solidFill>
                <a:effectLst>
                  <a:outerShdw blurRad="38100" dist="25400" dir="5400000" algn="ctr" rotWithShape="0">
                    <a:srgbClr val="6E747A">
                      <a:alpha val="43000"/>
                      <a:alpha val="43000"/>
                    </a:srgbClr>
                  </a:outerShdw>
                </a:effectLst>
              </a:rPr>
              <a:t>    long long b;</a:t>
            </a:r>
          </a:p>
          <a:p>
            <a:r>
              <a:rPr lang="zh-CN" altLang="en-US" sz="900">
                <a:ln/>
                <a:solidFill>
                  <a:schemeClr val="accent1"/>
                </a:solidFill>
                <a:effectLst>
                  <a:outerShdw blurRad="38100" dist="25400" dir="5400000" algn="ctr" rotWithShape="0">
                    <a:srgbClr val="6E747A">
                      <a:alpha val="43000"/>
                      <a:alpha val="43000"/>
                    </a:srgbClr>
                  </a:outerShdw>
                </a:effectLst>
              </a:rPr>
              <a:t>    char c;</a:t>
            </a:r>
          </a:p>
          <a:p>
            <a:r>
              <a:rPr lang="zh-CN" altLang="en-US" sz="900">
                <a:ln/>
                <a:solidFill>
                  <a:schemeClr val="accent1"/>
                </a:solidFill>
                <a:effectLst>
                  <a:outerShdw blurRad="38100" dist="25400" dir="5400000" algn="ctr" rotWithShape="0">
                    <a:srgbClr val="6E747A">
                      <a:alpha val="43000"/>
                      <a:alpha val="43000"/>
                    </a:srgbClr>
                  </a:outerShdw>
                </a:effectLst>
              </a:rPr>
              <a:t>};</a:t>
            </a:r>
          </a:p>
          <a:p>
            <a:endParaRPr lang="zh-CN" altLang="en-US" sz="900">
              <a:ln/>
              <a:solidFill>
                <a:schemeClr val="accent1"/>
              </a:solidFill>
              <a:effectLst>
                <a:outerShdw blurRad="38100" dist="25400" dir="5400000" algn="ctr" rotWithShape="0">
                  <a:srgbClr val="6E747A">
                    <a:alpha val="43000"/>
                    <a:alpha val="43000"/>
                  </a:srgbClr>
                </a:outerShdw>
              </a:effectLst>
            </a:endParaRPr>
          </a:p>
          <a:p>
            <a:r>
              <a:rPr lang="zh-CN" altLang="en-US" sz="900">
                <a:ln/>
                <a:solidFill>
                  <a:schemeClr val="accent1"/>
                </a:solidFill>
                <a:effectLst>
                  <a:outerShdw blurRad="38100" dist="25400" dir="5400000" algn="ctr" rotWithShape="0">
                    <a:srgbClr val="6E747A">
                      <a:alpha val="43000"/>
                      <a:alpha val="43000"/>
                    </a:srgbClr>
                  </a:outerShdw>
                </a:effectLst>
              </a:rPr>
              <a:t>class myClass4 {</a:t>
            </a:r>
          </a:p>
          <a:p>
            <a:r>
              <a:rPr lang="zh-CN" altLang="en-US" sz="900">
                <a:ln/>
                <a:solidFill>
                  <a:schemeClr val="accent1"/>
                </a:solidFill>
                <a:effectLst>
                  <a:outerShdw blurRad="38100" dist="25400" dir="5400000" algn="ctr" rotWithShape="0">
                    <a:srgbClr val="6E747A">
                      <a:alpha val="43000"/>
                      <a:alpha val="43000"/>
                    </a:srgbClr>
                  </a:outerShdw>
                </a:effectLst>
              </a:rPr>
              <a:t>public:</a:t>
            </a:r>
          </a:p>
          <a:p>
            <a:r>
              <a:rPr lang="zh-CN" altLang="en-US" sz="900">
                <a:ln/>
                <a:solidFill>
                  <a:schemeClr val="accent1"/>
                </a:solidFill>
                <a:effectLst>
                  <a:outerShdw blurRad="38100" dist="25400" dir="5400000" algn="ctr" rotWithShape="0">
                    <a:srgbClr val="6E747A">
                      <a:alpha val="43000"/>
                      <a:alpha val="43000"/>
                    </a:srgbClr>
                  </a:outerShdw>
                </a:effectLst>
              </a:rPr>
              <a:t>    char a[1];</a:t>
            </a:r>
          </a:p>
          <a:p>
            <a:r>
              <a:rPr lang="zh-CN" altLang="en-US" sz="900">
                <a:ln/>
                <a:solidFill>
                  <a:schemeClr val="accent1"/>
                </a:solidFill>
                <a:effectLst>
                  <a:outerShdw blurRad="38100" dist="25400" dir="5400000" algn="ctr" rotWithShape="0">
                    <a:srgbClr val="6E747A">
                      <a:alpha val="43000"/>
                      <a:alpha val="43000"/>
                    </a:srgbClr>
                  </a:outerShdw>
                </a:effectLst>
              </a:rPr>
              <a:t>    char b[20];</a:t>
            </a:r>
          </a:p>
          <a:p>
            <a:r>
              <a:rPr lang="zh-CN" altLang="en-US" sz="900">
                <a:ln/>
                <a:solidFill>
                  <a:schemeClr val="accent1"/>
                </a:solidFill>
                <a:effectLst>
                  <a:outerShdw blurRad="38100" dist="25400" dir="5400000" algn="ctr" rotWithShape="0">
                    <a:srgbClr val="6E747A">
                      <a:alpha val="43000"/>
                      <a:alpha val="43000"/>
                    </a:srgbClr>
                  </a:outerShdw>
                </a:effectLst>
              </a:rPr>
              <a:t>    char c[1];</a:t>
            </a:r>
          </a:p>
          <a:p>
            <a:r>
              <a:rPr lang="zh-CN" altLang="en-US" sz="900">
                <a:ln/>
                <a:solidFill>
                  <a:schemeClr val="accent1"/>
                </a:solidFill>
                <a:effectLst>
                  <a:outerShdw blurRad="38100" dist="25400" dir="5400000" algn="ctr" rotWithShape="0">
                    <a:srgbClr val="6E747A">
                      <a:alpha val="43000"/>
                      <a:alpha val="43000"/>
                    </a:srgbClr>
                  </a:outerShdw>
                </a:effectLst>
              </a:rPr>
              <a:t>};</a:t>
            </a:r>
          </a:p>
          <a:p>
            <a:endParaRPr lang="zh-CN" altLang="en-US" sz="900">
              <a:ln/>
              <a:solidFill>
                <a:schemeClr val="accent1"/>
              </a:solidFill>
              <a:effectLst>
                <a:outerShdw blurRad="38100" dist="25400" dir="5400000" algn="ctr" rotWithShape="0">
                  <a:srgbClr val="6E747A">
                    <a:alpha val="43000"/>
                    <a:alpha val="43000"/>
                  </a:srgbClr>
                </a:outerShdw>
              </a:effectLst>
            </a:endParaRPr>
          </a:p>
          <a:p>
            <a:r>
              <a:rPr lang="zh-CN" altLang="en-US" sz="900">
                <a:ln/>
                <a:solidFill>
                  <a:schemeClr val="accent1"/>
                </a:solidFill>
                <a:effectLst>
                  <a:outerShdw blurRad="38100" dist="25400" dir="5400000" algn="ctr" rotWithShape="0">
                    <a:srgbClr val="6E747A">
                      <a:alpha val="43000"/>
                      <a:alpha val="43000"/>
                    </a:srgbClr>
                  </a:outerShdw>
                </a:effectLst>
              </a:rPr>
              <a:t>class myClass5{</a:t>
            </a:r>
          </a:p>
          <a:p>
            <a:r>
              <a:rPr lang="zh-CN" altLang="en-US" sz="900">
                <a:ln/>
                <a:solidFill>
                  <a:schemeClr val="accent1"/>
                </a:solidFill>
                <a:effectLst>
                  <a:outerShdw blurRad="38100" dist="25400" dir="5400000" algn="ctr" rotWithShape="0">
                    <a:srgbClr val="6E747A">
                      <a:alpha val="43000"/>
                      <a:alpha val="43000"/>
                    </a:srgbClr>
                  </a:outerShdw>
                </a:effectLst>
              </a:rPr>
              <a:t>public:</a:t>
            </a:r>
          </a:p>
          <a:p>
            <a:r>
              <a:rPr lang="zh-CN" altLang="en-US" sz="900">
                <a:ln/>
                <a:solidFill>
                  <a:schemeClr val="accent1"/>
                </a:solidFill>
                <a:effectLst>
                  <a:outerShdw blurRad="38100" dist="25400" dir="5400000" algn="ctr" rotWithShape="0">
                    <a:srgbClr val="6E747A">
                      <a:alpha val="43000"/>
                      <a:alpha val="43000"/>
                    </a:srgbClr>
                  </a:outerShdw>
                </a:effectLst>
              </a:rPr>
              <a:t>    char a[3];</a:t>
            </a:r>
          </a:p>
          <a:p>
            <a:r>
              <a:rPr lang="zh-CN" altLang="en-US" sz="900">
                <a:ln/>
                <a:solidFill>
                  <a:schemeClr val="accent1"/>
                </a:solidFill>
                <a:effectLst>
                  <a:outerShdw blurRad="38100" dist="25400" dir="5400000" algn="ctr" rotWithShape="0">
                    <a:srgbClr val="6E747A">
                      <a:alpha val="43000"/>
                      <a:alpha val="43000"/>
                    </a:srgbClr>
                  </a:outerShdw>
                </a:effectLst>
              </a:rPr>
              <a:t>    char b[5];</a:t>
            </a:r>
          </a:p>
          <a:p>
            <a:r>
              <a:rPr lang="zh-CN" altLang="en-US" sz="900">
                <a:ln/>
                <a:solidFill>
                  <a:schemeClr val="accent1"/>
                </a:solidFill>
                <a:effectLst>
                  <a:outerShdw blurRad="38100" dist="25400" dir="5400000" algn="ctr" rotWithShape="0">
                    <a:srgbClr val="6E747A">
                      <a:alpha val="43000"/>
                      <a:alpha val="43000"/>
                    </a:srgbClr>
                  </a:outerShdw>
                </a:effectLst>
              </a:rPr>
              <a:t>    double c;</a:t>
            </a:r>
          </a:p>
          <a:p>
            <a:r>
              <a:rPr lang="zh-CN" altLang="en-US" sz="900">
                <a:ln/>
                <a:solidFill>
                  <a:schemeClr val="accent1"/>
                </a:solidFill>
                <a:effectLst>
                  <a:outerShdw blurRad="38100" dist="25400" dir="5400000" algn="ctr" rotWithShape="0">
                    <a:srgbClr val="6E747A">
                      <a:alpha val="43000"/>
                      <a:alpha val="43000"/>
                    </a:srgbClr>
                  </a:outerShdw>
                </a:effectLst>
              </a:rPr>
              <a:t>};</a:t>
            </a:r>
          </a:p>
        </p:txBody>
      </p:sp>
      <p:sp>
        <p:nvSpPr>
          <p:cNvPr id="9" name="文本框 8"/>
          <p:cNvSpPr txBox="1"/>
          <p:nvPr/>
        </p:nvSpPr>
        <p:spPr>
          <a:xfrm>
            <a:off x="2324100" y="1724025"/>
            <a:ext cx="4238625" cy="4892675"/>
          </a:xfrm>
          <a:prstGeom prst="rect">
            <a:avLst/>
          </a:prstGeom>
          <a:noFill/>
          <a:ln>
            <a:solidFill>
              <a:schemeClr val="tx1"/>
            </a:solidFill>
          </a:ln>
        </p:spPr>
        <p:txBody>
          <a:bodyPr wrap="square" rtlCol="0" anchor="t">
            <a:spAutoFit/>
            <a:scene3d>
              <a:camera prst="orthographicFront"/>
              <a:lightRig rig="threePt" dir="t"/>
            </a:scene3d>
          </a:bodyPr>
          <a:lstStyle/>
          <a:p>
            <a:r>
              <a:rPr lang="zh-CN" altLang="en-US" sz="1200">
                <a:ln/>
                <a:solidFill>
                  <a:schemeClr val="accent1"/>
                </a:solidFill>
                <a:effectLst>
                  <a:outerShdw blurRad="38100" dist="25400" dir="5400000" algn="ctr" rotWithShape="0">
                    <a:srgbClr val="6E747A">
                      <a:alpha val="43000"/>
                      <a:alpha val="43000"/>
                    </a:srgbClr>
                  </a:outerShdw>
                </a:effectLst>
                <a:sym typeface="+mn-ea"/>
              </a:rPr>
              <a:t>class myClass6 {</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public:</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    char a[2];</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    char b[7];</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    double c;</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a:t>
            </a:r>
            <a:endParaRPr lang="zh-CN" altLang="en-US" sz="1200">
              <a:ln/>
              <a:solidFill>
                <a:schemeClr val="accent1"/>
              </a:solidFill>
              <a:effectLst>
                <a:outerShdw blurRad="38100" dist="25400" dir="5400000" algn="ctr" rotWithShape="0">
                  <a:srgbClr val="6E747A">
                    <a:alpha val="43000"/>
                    <a:alpha val="43000"/>
                  </a:srgbClr>
                </a:outerShdw>
              </a:effectLst>
            </a:endParaRPr>
          </a:p>
          <a:p>
            <a:endParaRPr lang="zh-CN" altLang="en-US" sz="1200">
              <a:ln/>
              <a:solidFill>
                <a:schemeClr val="accent1"/>
              </a:solidFill>
              <a:effectLst>
                <a:outerShdw blurRad="38100" dist="25400" dir="5400000" algn="ctr" rotWithShape="0">
                  <a:srgbClr val="6E747A">
                    <a:alpha val="43000"/>
                    <a:alpha val="43000"/>
                  </a:srgbClr>
                </a:outerShdw>
              </a:effectLst>
              <a:sym typeface="+mn-ea"/>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int main()</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    myClass1 c1;</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    myClass2 c2;</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    myClass3 c3;</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    myClass4 c4;</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    myClass5 c5;</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    myClass6 c6;</a:t>
            </a:r>
            <a:endParaRPr lang="zh-CN" altLang="en-US" sz="1200">
              <a:ln/>
              <a:solidFill>
                <a:schemeClr val="accent1"/>
              </a:solidFill>
              <a:effectLst>
                <a:outerShdw blurRad="38100" dist="25400" dir="5400000" algn="ctr" rotWithShape="0">
                  <a:srgbClr val="6E747A">
                    <a:alpha val="43000"/>
                    <a:alpha val="43000"/>
                  </a:srgbClr>
                </a:outerShdw>
              </a:effectLst>
            </a:endParaRPr>
          </a:p>
          <a:p>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    cout &lt;&lt; "Class1 的大小 : " &lt;&lt; sizeof(c1) &lt;&lt; endl;</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    cout &lt;&lt; "Class1 起始地址 : " &lt;&lt; &amp;c1 &lt;&lt; endl;</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    cout &lt;&lt; "Class1 的 a 首地址 : " &lt;&lt; (void *)(&amp;c1.a) &lt;&lt; endl;</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    cout &lt;&lt; "Class1 的 b 首地址 : " &lt;&lt; (void *)&amp;c1.b &lt;&lt; endl;</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    cout &lt;&lt; "Class1 的 c 首地址 : " &lt;&lt; (void *)&amp;c1.c &lt;&lt; endl;</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en-US" altLang="zh-CN" sz="1200">
                <a:ln/>
                <a:solidFill>
                  <a:schemeClr val="accent1"/>
                </a:solidFill>
                <a:effectLst>
                  <a:outerShdw blurRad="38100" dist="25400" dir="5400000" algn="ctr" rotWithShape="0">
                    <a:srgbClr val="6E747A">
                      <a:alpha val="43000"/>
                      <a:alpha val="43000"/>
                    </a:srgbClr>
                  </a:outerShdw>
                </a:effectLst>
                <a:sym typeface="+mn-ea"/>
              </a:rPr>
              <a:t>    </a:t>
            </a:r>
            <a:endParaRPr lang="en-US" altLang="zh-CN" sz="1200">
              <a:ln/>
              <a:solidFill>
                <a:schemeClr val="accent1"/>
              </a:solidFill>
              <a:effectLst>
                <a:outerShdw blurRad="38100" dist="25400" dir="5400000" algn="ctr" rotWithShape="0">
                  <a:srgbClr val="6E747A">
                    <a:alpha val="43000"/>
                    <a:alpha val="43000"/>
                  </a:srgbClr>
                </a:outerShdw>
              </a:effectLst>
            </a:endParaRPr>
          </a:p>
          <a:p>
            <a:r>
              <a:rPr lang="en-US" altLang="zh-CN" sz="1200">
                <a:ln/>
                <a:solidFill>
                  <a:schemeClr val="accent1"/>
                </a:solidFill>
                <a:effectLst>
                  <a:outerShdw blurRad="38100" dist="25400" dir="5400000" algn="ctr" rotWithShape="0">
                    <a:srgbClr val="6E747A">
                      <a:alpha val="43000"/>
                      <a:alpha val="43000"/>
                    </a:srgbClr>
                  </a:outerShdw>
                </a:effectLst>
                <a:sym typeface="+mn-ea"/>
              </a:rPr>
              <a:t>    ...</a:t>
            </a:r>
            <a:endParaRPr lang="en-US" altLang="zh-CN" sz="1200">
              <a:ln/>
              <a:solidFill>
                <a:schemeClr val="accent1"/>
              </a:solidFill>
              <a:effectLst>
                <a:outerShdw blurRad="38100" dist="25400" dir="5400000" algn="ctr" rotWithShape="0">
                  <a:srgbClr val="6E747A">
                    <a:alpha val="43000"/>
                    <a:alpha val="43000"/>
                  </a:srgbClr>
                </a:outerShdw>
              </a:effectLst>
            </a:endParaRPr>
          </a:p>
          <a:p>
            <a:r>
              <a:rPr lang="en-US" altLang="zh-CN" sz="1200">
                <a:ln/>
                <a:solidFill>
                  <a:schemeClr val="accent1"/>
                </a:solidFill>
                <a:effectLst>
                  <a:outerShdw blurRad="38100" dist="25400" dir="5400000" algn="ctr" rotWithShape="0">
                    <a:srgbClr val="6E747A">
                      <a:alpha val="43000"/>
                      <a:alpha val="43000"/>
                    </a:srgbClr>
                  </a:outerShdw>
                </a:effectLst>
                <a:sym typeface="+mn-ea"/>
              </a:rPr>
              <a:t>    </a:t>
            </a:r>
            <a:r>
              <a:rPr lang="zh-CN" altLang="en-US" sz="1200">
                <a:ln/>
                <a:solidFill>
                  <a:schemeClr val="accent1"/>
                </a:solidFill>
                <a:effectLst>
                  <a:outerShdw blurRad="38100" dist="25400" dir="5400000" algn="ctr" rotWithShape="0">
                    <a:srgbClr val="6E747A">
                      <a:alpha val="43000"/>
                      <a:alpha val="43000"/>
                    </a:srgbClr>
                  </a:outerShdw>
                </a:effectLst>
                <a:sym typeface="+mn-ea"/>
              </a:rPr>
              <a:t>   </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    return 0;</a:t>
            </a:r>
            <a:endParaRPr lang="zh-CN" altLang="en-US" sz="1200">
              <a:ln/>
              <a:solidFill>
                <a:schemeClr val="accent1"/>
              </a:solidFill>
              <a:effectLst>
                <a:outerShdw blurRad="38100" dist="25400" dir="5400000" algn="ctr" rotWithShape="0">
                  <a:srgbClr val="6E747A">
                    <a:alpha val="43000"/>
                    <a:alpha val="43000"/>
                  </a:srgbClr>
                </a:outerShdw>
              </a:effectLst>
            </a:endParaRPr>
          </a:p>
          <a:p>
            <a:r>
              <a:rPr lang="zh-CN" altLang="en-US" sz="1200">
                <a:ln/>
                <a:solidFill>
                  <a:schemeClr val="accent1"/>
                </a:solidFill>
                <a:effectLst>
                  <a:outerShdw blurRad="38100" dist="25400" dir="5400000" algn="ctr" rotWithShape="0">
                    <a:srgbClr val="6E747A">
                      <a:alpha val="43000"/>
                      <a:alpha val="43000"/>
                    </a:srgbClr>
                  </a:outerShdw>
                </a:effectLst>
                <a:sym typeface="+mn-ea"/>
              </a:rPr>
              <a:t>}</a:t>
            </a:r>
          </a:p>
        </p:txBody>
      </p:sp>
      <p:sp>
        <p:nvSpPr>
          <p:cNvPr id="10" name="矩形 9"/>
          <p:cNvSpPr/>
          <p:nvPr/>
        </p:nvSpPr>
        <p:spPr>
          <a:xfrm>
            <a:off x="3861753" y="2290445"/>
            <a:ext cx="6134735" cy="645160"/>
          </a:xfrm>
          <a:prstGeom prst="rect">
            <a:avLst/>
          </a:prstGeom>
          <a:noFill/>
          <a:ln>
            <a:noFill/>
          </a:ln>
        </p:spPr>
        <p:txBody>
          <a:bodyPr wrap="none" rtlCol="0" anchor="t">
            <a:spAutoFit/>
          </a:bodyPr>
          <a:lstStyle/>
          <a:p>
            <a:pPr algn="ctr"/>
            <a:r>
              <a:rPr lang="zh-CN" altLang="en-US" sz="3600" b="1">
                <a:ln/>
                <a:solidFill>
                  <a:srgbClr val="FF0000"/>
                </a:solidFill>
                <a:effectLst>
                  <a:outerShdw blurRad="38100" dist="19050" dir="2700000" algn="tl" rotWithShape="0">
                    <a:schemeClr val="dk1">
                      <a:alpha val="40000"/>
                      <a:alpha val="40000"/>
                    </a:schemeClr>
                  </a:outerShdw>
                </a:effectLst>
              </a:rPr>
              <a:t>分析类的大小和类成员首地址</a:t>
            </a:r>
          </a:p>
        </p:txBody>
      </p:sp>
      <p:pic>
        <p:nvPicPr>
          <p:cNvPr id="11" name="图片 10"/>
          <p:cNvPicPr>
            <a:picLocks noChangeAspect="1"/>
          </p:cNvPicPr>
          <p:nvPr>
            <p:custDataLst>
              <p:tags r:id="rId1"/>
            </p:custDataLst>
          </p:nvPr>
        </p:nvPicPr>
        <p:blipFill>
          <a:blip r:embed="rId5"/>
          <a:stretch>
            <a:fillRect/>
          </a:stretch>
        </p:blipFill>
        <p:spPr>
          <a:xfrm>
            <a:off x="5209540" y="3321050"/>
            <a:ext cx="6065520" cy="11601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重点：成员字节对齐</a:t>
            </a:r>
            <a:r>
              <a:rPr lang="en-US" altLang="zh-CN" sz="3600" dirty="0"/>
              <a:t>+</a:t>
            </a:r>
            <a:r>
              <a:rPr lang="zh-CN" altLang="en-US" sz="3600" dirty="0"/>
              <a:t>结构体指针</a:t>
            </a: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678180" y="1146175"/>
            <a:ext cx="1654175" cy="4892675"/>
          </a:xfrm>
          <a:prstGeom prst="rect">
            <a:avLst/>
          </a:prstGeom>
          <a:noFill/>
          <a:ln>
            <a:solidFill>
              <a:schemeClr val="tx1"/>
            </a:solidFill>
          </a:ln>
        </p:spPr>
        <p:txBody>
          <a:bodyPr wrap="square" rtlCol="0" anchor="t">
            <a:noAutofit/>
            <a:scene3d>
              <a:camera prst="orthographicFront"/>
              <a:lightRig rig="threePt" dir="t"/>
            </a:scene3d>
          </a:bodyPr>
          <a:lstStyle/>
          <a:p>
            <a:r>
              <a:rPr lang="zh-CN" altLang="en-US" sz="900">
                <a:solidFill>
                  <a:schemeClr val="accent1"/>
                </a:solidFill>
                <a:effectLst>
                  <a:outerShdw blurRad="38100" dist="25400" dir="5400000" algn="ctr" rotWithShape="0">
                    <a:srgbClr val="6E747A">
                      <a:alpha val="43000"/>
                      <a:alpha val="43000"/>
                    </a:srgbClr>
                  </a:outerShdw>
                </a:effectLst>
              </a:rPr>
              <a:t>class myClass1 {</a:t>
            </a:r>
          </a:p>
          <a:p>
            <a:r>
              <a:rPr lang="zh-CN" altLang="en-US" sz="900">
                <a:solidFill>
                  <a:schemeClr val="accent1"/>
                </a:solidFill>
                <a:effectLst>
                  <a:outerShdw blurRad="38100" dist="25400" dir="5400000" algn="ctr" rotWithShape="0">
                    <a:srgbClr val="6E747A">
                      <a:alpha val="43000"/>
                      <a:alpha val="43000"/>
                    </a:srgbClr>
                  </a:outerShdw>
                </a:effectLst>
              </a:rPr>
              <a:t>public:</a:t>
            </a:r>
          </a:p>
          <a:p>
            <a:r>
              <a:rPr lang="zh-CN" altLang="en-US" sz="900">
                <a:solidFill>
                  <a:schemeClr val="accent1"/>
                </a:solidFill>
                <a:effectLst>
                  <a:outerShdw blurRad="38100" dist="25400" dir="5400000" algn="ctr" rotWithShape="0">
                    <a:srgbClr val="6E747A">
                      <a:alpha val="43000"/>
                      <a:alpha val="43000"/>
                    </a:srgbClr>
                  </a:outerShdw>
                </a:effectLst>
              </a:rPr>
              <a:t>    char a;</a:t>
            </a:r>
          </a:p>
          <a:p>
            <a:r>
              <a:rPr lang="zh-CN" altLang="en-US" sz="900">
                <a:solidFill>
                  <a:schemeClr val="accent1"/>
                </a:solidFill>
                <a:effectLst>
                  <a:outerShdw blurRad="38100" dist="25400" dir="5400000" algn="ctr" rotWithShape="0">
                    <a:srgbClr val="6E747A">
                      <a:alpha val="43000"/>
                      <a:alpha val="43000"/>
                    </a:srgbClr>
                  </a:outerShdw>
                </a:effectLst>
              </a:rPr>
              <a:t>    char b;</a:t>
            </a:r>
          </a:p>
          <a:p>
            <a:r>
              <a:rPr lang="zh-CN" altLang="en-US" sz="900">
                <a:solidFill>
                  <a:schemeClr val="accent1"/>
                </a:solidFill>
                <a:effectLst>
                  <a:outerShdw blurRad="38100" dist="25400" dir="5400000" algn="ctr" rotWithShape="0">
                    <a:srgbClr val="6E747A">
                      <a:alpha val="43000"/>
                      <a:alpha val="43000"/>
                    </a:srgbClr>
                  </a:outerShdw>
                </a:effectLst>
              </a:rPr>
              <a:t>    char c;</a:t>
            </a:r>
          </a:p>
          <a:p>
            <a:r>
              <a:rPr lang="zh-CN" altLang="en-US" sz="900">
                <a:solidFill>
                  <a:schemeClr val="accent1"/>
                </a:solidFill>
                <a:effectLst>
                  <a:outerShdw blurRad="38100" dist="25400" dir="5400000" algn="ctr" rotWithShape="0">
                    <a:srgbClr val="6E747A">
                      <a:alpha val="43000"/>
                      <a:alpha val="43000"/>
                    </a:srgbClr>
                  </a:outerShdw>
                </a:effectLst>
              </a:rPr>
              <a:t>};</a:t>
            </a:r>
          </a:p>
          <a:p>
            <a:endParaRPr lang="zh-CN" altLang="en-US" sz="900">
              <a:solidFill>
                <a:schemeClr val="accent1"/>
              </a:solidFill>
              <a:effectLst>
                <a:outerShdw blurRad="38100" dist="25400" dir="5400000" algn="ctr" rotWithShape="0">
                  <a:srgbClr val="6E747A">
                    <a:alpha val="43000"/>
                    <a:alpha val="43000"/>
                  </a:srgbClr>
                </a:outerShdw>
              </a:effectLst>
            </a:endParaRPr>
          </a:p>
          <a:p>
            <a:r>
              <a:rPr lang="zh-CN" altLang="en-US" sz="900">
                <a:solidFill>
                  <a:schemeClr val="accent1"/>
                </a:solidFill>
                <a:effectLst>
                  <a:outerShdw blurRad="38100" dist="25400" dir="5400000" algn="ctr" rotWithShape="0">
                    <a:srgbClr val="6E747A">
                      <a:alpha val="43000"/>
                      <a:alpha val="43000"/>
                    </a:srgbClr>
                  </a:outerShdw>
                </a:effectLst>
              </a:rPr>
              <a:t>class myClass2 {</a:t>
            </a:r>
          </a:p>
          <a:p>
            <a:r>
              <a:rPr lang="zh-CN" altLang="en-US" sz="900">
                <a:solidFill>
                  <a:schemeClr val="accent1"/>
                </a:solidFill>
                <a:effectLst>
                  <a:outerShdw blurRad="38100" dist="25400" dir="5400000" algn="ctr" rotWithShape="0">
                    <a:srgbClr val="6E747A">
                      <a:alpha val="43000"/>
                      <a:alpha val="43000"/>
                    </a:srgbClr>
                  </a:outerShdw>
                </a:effectLst>
              </a:rPr>
              <a:t>public:</a:t>
            </a:r>
          </a:p>
          <a:p>
            <a:r>
              <a:rPr lang="zh-CN" altLang="en-US" sz="900">
                <a:solidFill>
                  <a:schemeClr val="accent1"/>
                </a:solidFill>
                <a:effectLst>
                  <a:outerShdw blurRad="38100" dist="25400" dir="5400000" algn="ctr" rotWithShape="0">
                    <a:srgbClr val="6E747A">
                      <a:alpha val="43000"/>
                      <a:alpha val="43000"/>
                    </a:srgbClr>
                  </a:outerShdw>
                </a:effectLst>
              </a:rPr>
              <a:t>    char a;</a:t>
            </a:r>
          </a:p>
          <a:p>
            <a:r>
              <a:rPr lang="zh-CN" altLang="en-US" sz="900">
                <a:solidFill>
                  <a:schemeClr val="accent1"/>
                </a:solidFill>
                <a:effectLst>
                  <a:outerShdw blurRad="38100" dist="25400" dir="5400000" algn="ctr" rotWithShape="0">
                    <a:srgbClr val="6E747A">
                      <a:alpha val="43000"/>
                      <a:alpha val="43000"/>
                    </a:srgbClr>
                  </a:outerShdw>
                </a:effectLst>
              </a:rPr>
              <a:t>    float b;</a:t>
            </a:r>
          </a:p>
          <a:p>
            <a:r>
              <a:rPr lang="zh-CN" altLang="en-US" sz="900">
                <a:solidFill>
                  <a:schemeClr val="accent1"/>
                </a:solidFill>
                <a:effectLst>
                  <a:outerShdw blurRad="38100" dist="25400" dir="5400000" algn="ctr" rotWithShape="0">
                    <a:srgbClr val="6E747A">
                      <a:alpha val="43000"/>
                      <a:alpha val="43000"/>
                    </a:srgbClr>
                  </a:outerShdw>
                </a:effectLst>
              </a:rPr>
              <a:t>    char c;</a:t>
            </a:r>
          </a:p>
          <a:p>
            <a:r>
              <a:rPr lang="zh-CN" altLang="en-US" sz="900">
                <a:solidFill>
                  <a:schemeClr val="accent1"/>
                </a:solidFill>
                <a:effectLst>
                  <a:outerShdw blurRad="38100" dist="25400" dir="5400000" algn="ctr" rotWithShape="0">
                    <a:srgbClr val="6E747A">
                      <a:alpha val="43000"/>
                      <a:alpha val="43000"/>
                    </a:srgbClr>
                  </a:outerShdw>
                </a:effectLst>
              </a:rPr>
              <a:t>};</a:t>
            </a:r>
          </a:p>
          <a:p>
            <a:endParaRPr lang="zh-CN" altLang="en-US" sz="900">
              <a:solidFill>
                <a:schemeClr val="accent1"/>
              </a:solidFill>
              <a:effectLst>
                <a:outerShdw blurRad="38100" dist="25400" dir="5400000" algn="ctr" rotWithShape="0">
                  <a:srgbClr val="6E747A">
                    <a:alpha val="43000"/>
                    <a:alpha val="43000"/>
                  </a:srgbClr>
                </a:outerShdw>
              </a:effectLst>
            </a:endParaRPr>
          </a:p>
          <a:p>
            <a:r>
              <a:rPr lang="zh-CN" altLang="en-US" sz="900">
                <a:solidFill>
                  <a:schemeClr val="accent1"/>
                </a:solidFill>
                <a:effectLst>
                  <a:outerShdw blurRad="38100" dist="25400" dir="5400000" algn="ctr" rotWithShape="0">
                    <a:srgbClr val="6E747A">
                      <a:alpha val="43000"/>
                      <a:alpha val="43000"/>
                    </a:srgbClr>
                  </a:outerShdw>
                </a:effectLst>
              </a:rPr>
              <a:t>class myClass3 {</a:t>
            </a:r>
          </a:p>
          <a:p>
            <a:r>
              <a:rPr lang="zh-CN" altLang="en-US" sz="900">
                <a:solidFill>
                  <a:schemeClr val="accent1"/>
                </a:solidFill>
                <a:effectLst>
                  <a:outerShdw blurRad="38100" dist="25400" dir="5400000" algn="ctr" rotWithShape="0">
                    <a:srgbClr val="6E747A">
                      <a:alpha val="43000"/>
                      <a:alpha val="43000"/>
                    </a:srgbClr>
                  </a:outerShdw>
                </a:effectLst>
              </a:rPr>
              <a:t>public:</a:t>
            </a:r>
          </a:p>
          <a:p>
            <a:r>
              <a:rPr lang="zh-CN" altLang="en-US" sz="900">
                <a:solidFill>
                  <a:schemeClr val="accent1"/>
                </a:solidFill>
                <a:effectLst>
                  <a:outerShdw blurRad="38100" dist="25400" dir="5400000" algn="ctr" rotWithShape="0">
                    <a:srgbClr val="6E747A">
                      <a:alpha val="43000"/>
                      <a:alpha val="43000"/>
                    </a:srgbClr>
                  </a:outerShdw>
                </a:effectLst>
              </a:rPr>
              <a:t>    char a;</a:t>
            </a:r>
          </a:p>
          <a:p>
            <a:r>
              <a:rPr lang="zh-CN" altLang="en-US" sz="900">
                <a:solidFill>
                  <a:schemeClr val="accent1"/>
                </a:solidFill>
                <a:effectLst>
                  <a:outerShdw blurRad="38100" dist="25400" dir="5400000" algn="ctr" rotWithShape="0">
                    <a:srgbClr val="6E747A">
                      <a:alpha val="43000"/>
                      <a:alpha val="43000"/>
                    </a:srgbClr>
                  </a:outerShdw>
                </a:effectLst>
              </a:rPr>
              <a:t>    long long b;</a:t>
            </a:r>
          </a:p>
          <a:p>
            <a:r>
              <a:rPr lang="zh-CN" altLang="en-US" sz="900">
                <a:solidFill>
                  <a:schemeClr val="accent1"/>
                </a:solidFill>
                <a:effectLst>
                  <a:outerShdw blurRad="38100" dist="25400" dir="5400000" algn="ctr" rotWithShape="0">
                    <a:srgbClr val="6E747A">
                      <a:alpha val="43000"/>
                      <a:alpha val="43000"/>
                    </a:srgbClr>
                  </a:outerShdw>
                </a:effectLst>
              </a:rPr>
              <a:t>    char c;</a:t>
            </a:r>
          </a:p>
          <a:p>
            <a:r>
              <a:rPr lang="zh-CN" altLang="en-US" sz="900">
                <a:solidFill>
                  <a:schemeClr val="accent1"/>
                </a:solidFill>
                <a:effectLst>
                  <a:outerShdw blurRad="38100" dist="25400" dir="5400000" algn="ctr" rotWithShape="0">
                    <a:srgbClr val="6E747A">
                      <a:alpha val="43000"/>
                      <a:alpha val="43000"/>
                    </a:srgbClr>
                  </a:outerShdw>
                </a:effectLst>
              </a:rPr>
              <a:t>};</a:t>
            </a:r>
          </a:p>
          <a:p>
            <a:endParaRPr lang="zh-CN" altLang="en-US" sz="900">
              <a:solidFill>
                <a:schemeClr val="accent1"/>
              </a:solidFill>
              <a:effectLst>
                <a:outerShdw blurRad="38100" dist="25400" dir="5400000" algn="ctr" rotWithShape="0">
                  <a:srgbClr val="6E747A">
                    <a:alpha val="43000"/>
                    <a:alpha val="43000"/>
                  </a:srgbClr>
                </a:outerShdw>
              </a:effectLst>
            </a:endParaRPr>
          </a:p>
          <a:p>
            <a:r>
              <a:rPr lang="zh-CN" altLang="en-US" sz="900">
                <a:solidFill>
                  <a:schemeClr val="accent1"/>
                </a:solidFill>
                <a:effectLst>
                  <a:outerShdw blurRad="38100" dist="25400" dir="5400000" algn="ctr" rotWithShape="0">
                    <a:srgbClr val="6E747A">
                      <a:alpha val="43000"/>
                      <a:alpha val="43000"/>
                    </a:srgbClr>
                  </a:outerShdw>
                </a:effectLst>
              </a:rPr>
              <a:t>class myClass4 {</a:t>
            </a:r>
          </a:p>
          <a:p>
            <a:r>
              <a:rPr lang="zh-CN" altLang="en-US" sz="900">
                <a:solidFill>
                  <a:schemeClr val="accent1"/>
                </a:solidFill>
                <a:effectLst>
                  <a:outerShdw blurRad="38100" dist="25400" dir="5400000" algn="ctr" rotWithShape="0">
                    <a:srgbClr val="6E747A">
                      <a:alpha val="43000"/>
                      <a:alpha val="43000"/>
                    </a:srgbClr>
                  </a:outerShdw>
                </a:effectLst>
              </a:rPr>
              <a:t>public:</a:t>
            </a:r>
          </a:p>
          <a:p>
            <a:r>
              <a:rPr lang="zh-CN" altLang="en-US" sz="900">
                <a:solidFill>
                  <a:schemeClr val="accent1"/>
                </a:solidFill>
                <a:effectLst>
                  <a:outerShdw blurRad="38100" dist="25400" dir="5400000" algn="ctr" rotWithShape="0">
                    <a:srgbClr val="6E747A">
                      <a:alpha val="43000"/>
                      <a:alpha val="43000"/>
                    </a:srgbClr>
                  </a:outerShdw>
                </a:effectLst>
              </a:rPr>
              <a:t>    char a[1];</a:t>
            </a:r>
          </a:p>
          <a:p>
            <a:r>
              <a:rPr lang="zh-CN" altLang="en-US" sz="900">
                <a:solidFill>
                  <a:schemeClr val="accent1"/>
                </a:solidFill>
                <a:effectLst>
                  <a:outerShdw blurRad="38100" dist="25400" dir="5400000" algn="ctr" rotWithShape="0">
                    <a:srgbClr val="6E747A">
                      <a:alpha val="43000"/>
                      <a:alpha val="43000"/>
                    </a:srgbClr>
                  </a:outerShdw>
                </a:effectLst>
              </a:rPr>
              <a:t>    char b[20];</a:t>
            </a:r>
          </a:p>
          <a:p>
            <a:r>
              <a:rPr lang="zh-CN" altLang="en-US" sz="900">
                <a:solidFill>
                  <a:schemeClr val="accent1"/>
                </a:solidFill>
                <a:effectLst>
                  <a:outerShdw blurRad="38100" dist="25400" dir="5400000" algn="ctr" rotWithShape="0">
                    <a:srgbClr val="6E747A">
                      <a:alpha val="43000"/>
                      <a:alpha val="43000"/>
                    </a:srgbClr>
                  </a:outerShdw>
                </a:effectLst>
              </a:rPr>
              <a:t>    char c[1];</a:t>
            </a:r>
          </a:p>
          <a:p>
            <a:r>
              <a:rPr lang="zh-CN" altLang="en-US" sz="900">
                <a:solidFill>
                  <a:schemeClr val="accent1"/>
                </a:solidFill>
                <a:effectLst>
                  <a:outerShdw blurRad="38100" dist="25400" dir="5400000" algn="ctr" rotWithShape="0">
                    <a:srgbClr val="6E747A">
                      <a:alpha val="43000"/>
                      <a:alpha val="43000"/>
                    </a:srgbClr>
                  </a:outerShdw>
                </a:effectLst>
              </a:rPr>
              <a:t>};</a:t>
            </a:r>
          </a:p>
          <a:p>
            <a:endParaRPr lang="zh-CN" altLang="en-US" sz="900">
              <a:solidFill>
                <a:schemeClr val="accent1"/>
              </a:solidFill>
              <a:effectLst>
                <a:outerShdw blurRad="38100" dist="25400" dir="5400000" algn="ctr" rotWithShape="0">
                  <a:srgbClr val="6E747A">
                    <a:alpha val="43000"/>
                    <a:alpha val="43000"/>
                  </a:srgbClr>
                </a:outerShdw>
              </a:effectLst>
            </a:endParaRPr>
          </a:p>
          <a:p>
            <a:r>
              <a:rPr lang="zh-CN" altLang="en-US" sz="900">
                <a:solidFill>
                  <a:schemeClr val="accent1"/>
                </a:solidFill>
                <a:effectLst>
                  <a:outerShdw blurRad="38100" dist="25400" dir="5400000" algn="ctr" rotWithShape="0">
                    <a:srgbClr val="6E747A">
                      <a:alpha val="43000"/>
                      <a:alpha val="43000"/>
                    </a:srgbClr>
                  </a:outerShdw>
                </a:effectLst>
              </a:rPr>
              <a:t>class myClass5{</a:t>
            </a:r>
          </a:p>
          <a:p>
            <a:r>
              <a:rPr lang="zh-CN" altLang="en-US" sz="900">
                <a:solidFill>
                  <a:schemeClr val="accent1"/>
                </a:solidFill>
                <a:effectLst>
                  <a:outerShdw blurRad="38100" dist="25400" dir="5400000" algn="ctr" rotWithShape="0">
                    <a:srgbClr val="6E747A">
                      <a:alpha val="43000"/>
                      <a:alpha val="43000"/>
                    </a:srgbClr>
                  </a:outerShdw>
                </a:effectLst>
              </a:rPr>
              <a:t>public:</a:t>
            </a:r>
          </a:p>
          <a:p>
            <a:r>
              <a:rPr lang="zh-CN" altLang="en-US" sz="900">
                <a:solidFill>
                  <a:schemeClr val="accent1"/>
                </a:solidFill>
                <a:effectLst>
                  <a:outerShdw blurRad="38100" dist="25400" dir="5400000" algn="ctr" rotWithShape="0">
                    <a:srgbClr val="6E747A">
                      <a:alpha val="43000"/>
                      <a:alpha val="43000"/>
                    </a:srgbClr>
                  </a:outerShdw>
                </a:effectLst>
              </a:rPr>
              <a:t>    char a[3];</a:t>
            </a:r>
          </a:p>
          <a:p>
            <a:r>
              <a:rPr lang="zh-CN" altLang="en-US" sz="900">
                <a:solidFill>
                  <a:schemeClr val="accent1"/>
                </a:solidFill>
                <a:effectLst>
                  <a:outerShdw blurRad="38100" dist="25400" dir="5400000" algn="ctr" rotWithShape="0">
                    <a:srgbClr val="6E747A">
                      <a:alpha val="43000"/>
                      <a:alpha val="43000"/>
                    </a:srgbClr>
                  </a:outerShdw>
                </a:effectLst>
              </a:rPr>
              <a:t>    char b[5];</a:t>
            </a:r>
          </a:p>
          <a:p>
            <a:r>
              <a:rPr lang="zh-CN" altLang="en-US" sz="900">
                <a:solidFill>
                  <a:schemeClr val="accent1"/>
                </a:solidFill>
                <a:effectLst>
                  <a:outerShdw blurRad="38100" dist="25400" dir="5400000" algn="ctr" rotWithShape="0">
                    <a:srgbClr val="6E747A">
                      <a:alpha val="43000"/>
                      <a:alpha val="43000"/>
                    </a:srgbClr>
                  </a:outerShdw>
                </a:effectLst>
              </a:rPr>
              <a:t>    double c;</a:t>
            </a:r>
          </a:p>
          <a:p>
            <a:r>
              <a:rPr lang="zh-CN" altLang="en-US" sz="900">
                <a:solidFill>
                  <a:schemeClr val="accent1"/>
                </a:solidFill>
                <a:effectLst>
                  <a:outerShdw blurRad="38100" dist="25400" dir="5400000" algn="ctr" rotWithShape="0">
                    <a:srgbClr val="6E747A">
                      <a:alpha val="43000"/>
                      <a:alpha val="43000"/>
                    </a:srgbClr>
                  </a:outerShdw>
                </a:effectLst>
              </a:rPr>
              <a:t>};</a:t>
            </a:r>
          </a:p>
        </p:txBody>
      </p:sp>
      <p:sp>
        <p:nvSpPr>
          <p:cNvPr id="9" name="文本框 8"/>
          <p:cNvSpPr txBox="1"/>
          <p:nvPr/>
        </p:nvSpPr>
        <p:spPr>
          <a:xfrm>
            <a:off x="2332355" y="1146175"/>
            <a:ext cx="4238625" cy="4892675"/>
          </a:xfrm>
          <a:prstGeom prst="rect">
            <a:avLst/>
          </a:prstGeom>
          <a:noFill/>
          <a:ln>
            <a:solidFill>
              <a:schemeClr val="tx1"/>
            </a:solidFill>
          </a:ln>
        </p:spPr>
        <p:txBody>
          <a:bodyPr wrap="square" rtlCol="0" anchor="t">
            <a:spAutoFit/>
            <a:scene3d>
              <a:camera prst="orthographicFront"/>
              <a:lightRig rig="threePt" dir="t"/>
            </a:scene3d>
          </a:bodyPr>
          <a:lstStyle/>
          <a:p>
            <a:r>
              <a:rPr lang="zh-CN" altLang="en-US" sz="1200">
                <a:solidFill>
                  <a:schemeClr val="accent1"/>
                </a:solidFill>
                <a:effectLst>
                  <a:outerShdw blurRad="38100" dist="25400" dir="5400000" algn="ctr" rotWithShape="0">
                    <a:srgbClr val="6E747A">
                      <a:alpha val="43000"/>
                      <a:alpha val="43000"/>
                    </a:srgbClr>
                  </a:outerShdw>
                </a:effectLst>
                <a:sym typeface="+mn-ea"/>
              </a:rPr>
              <a:t>class myClass6 {</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public:</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    char a[2];</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    char b[7];</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    double c;</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a:t>
            </a:r>
            <a:endParaRPr lang="zh-CN" altLang="en-US" sz="1200">
              <a:solidFill>
                <a:schemeClr val="accent1"/>
              </a:solidFill>
              <a:effectLst>
                <a:outerShdw blurRad="38100" dist="25400" dir="5400000" algn="ctr" rotWithShape="0">
                  <a:srgbClr val="6E747A">
                    <a:alpha val="43000"/>
                    <a:alpha val="43000"/>
                  </a:srgbClr>
                </a:outerShdw>
              </a:effectLst>
            </a:endParaRPr>
          </a:p>
          <a:p>
            <a:endParaRPr lang="zh-CN" altLang="en-US" sz="1200">
              <a:solidFill>
                <a:schemeClr val="accent1"/>
              </a:solidFill>
              <a:effectLst>
                <a:outerShdw blurRad="38100" dist="25400" dir="5400000" algn="ctr" rotWithShape="0">
                  <a:srgbClr val="6E747A">
                    <a:alpha val="43000"/>
                    <a:alpha val="43000"/>
                  </a:srgbClr>
                </a:outerShdw>
              </a:effectLst>
              <a:sym typeface="+mn-ea"/>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int main()</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    myClass1 c1;</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    myClass2 c2;</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    myClass3 c3;</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    myClass4 c4;</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    myClass5 c5;</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    myClass6 c6;</a:t>
            </a:r>
            <a:endParaRPr lang="zh-CN" altLang="en-US" sz="1200">
              <a:solidFill>
                <a:schemeClr val="accent1"/>
              </a:solidFill>
              <a:effectLst>
                <a:outerShdw blurRad="38100" dist="25400" dir="5400000" algn="ctr" rotWithShape="0">
                  <a:srgbClr val="6E747A">
                    <a:alpha val="43000"/>
                    <a:alpha val="43000"/>
                  </a:srgbClr>
                </a:outerShdw>
              </a:effectLst>
            </a:endParaRPr>
          </a:p>
          <a:p>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    cout &lt;&lt; "Class1 的大小 : " &lt;&lt; sizeof(c1) &lt;&lt; endl;</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    cout &lt;&lt; "Class1 起始地址 : " &lt;&lt; &amp;c1 &lt;&lt; endl;</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    cout &lt;&lt; "Class1 的 a 首地址 : " &lt;&lt; (void *)(&amp;c1.a) &lt;&lt; endl;</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    cout &lt;&lt; "Class1 的 b 首地址 : " &lt;&lt; (void *)&amp;c1.b &lt;&lt; endl;</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    cout &lt;&lt; "Class1 的 c 首地址 : " &lt;&lt; (void *)&amp;c1.c &lt;&lt; endl;</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en-US" altLang="zh-CN" sz="1200">
                <a:solidFill>
                  <a:schemeClr val="accent1"/>
                </a:solidFill>
                <a:effectLst>
                  <a:outerShdw blurRad="38100" dist="25400" dir="5400000" algn="ctr" rotWithShape="0">
                    <a:srgbClr val="6E747A">
                      <a:alpha val="43000"/>
                      <a:alpha val="43000"/>
                    </a:srgbClr>
                  </a:outerShdw>
                </a:effectLst>
                <a:sym typeface="+mn-ea"/>
              </a:rPr>
              <a:t>    </a:t>
            </a:r>
            <a:endParaRPr lang="en-US" altLang="zh-CN" sz="1200">
              <a:solidFill>
                <a:schemeClr val="accent1"/>
              </a:solidFill>
              <a:effectLst>
                <a:outerShdw blurRad="38100" dist="25400" dir="5400000" algn="ctr" rotWithShape="0">
                  <a:srgbClr val="6E747A">
                    <a:alpha val="43000"/>
                    <a:alpha val="43000"/>
                  </a:srgbClr>
                </a:outerShdw>
              </a:effectLst>
            </a:endParaRPr>
          </a:p>
          <a:p>
            <a:r>
              <a:rPr lang="en-US" altLang="zh-CN" sz="1200">
                <a:solidFill>
                  <a:schemeClr val="accent1"/>
                </a:solidFill>
                <a:effectLst>
                  <a:outerShdw blurRad="38100" dist="25400" dir="5400000" algn="ctr" rotWithShape="0">
                    <a:srgbClr val="6E747A">
                      <a:alpha val="43000"/>
                      <a:alpha val="43000"/>
                    </a:srgbClr>
                  </a:outerShdw>
                </a:effectLst>
                <a:sym typeface="+mn-ea"/>
              </a:rPr>
              <a:t>    ...</a:t>
            </a:r>
            <a:endParaRPr lang="en-US" altLang="zh-CN" sz="1200">
              <a:solidFill>
                <a:schemeClr val="accent1"/>
              </a:solidFill>
              <a:effectLst>
                <a:outerShdw blurRad="38100" dist="25400" dir="5400000" algn="ctr" rotWithShape="0">
                  <a:srgbClr val="6E747A">
                    <a:alpha val="43000"/>
                    <a:alpha val="43000"/>
                  </a:srgbClr>
                </a:outerShdw>
              </a:effectLst>
            </a:endParaRPr>
          </a:p>
          <a:p>
            <a:r>
              <a:rPr lang="en-US" altLang="zh-CN" sz="1200">
                <a:solidFill>
                  <a:schemeClr val="accent1"/>
                </a:solidFill>
                <a:effectLst>
                  <a:outerShdw blurRad="38100" dist="25400" dir="5400000" algn="ctr" rotWithShape="0">
                    <a:srgbClr val="6E747A">
                      <a:alpha val="43000"/>
                      <a:alpha val="43000"/>
                    </a:srgbClr>
                  </a:outerShdw>
                </a:effectLst>
                <a:sym typeface="+mn-ea"/>
              </a:rPr>
              <a:t>    </a:t>
            </a:r>
            <a:r>
              <a:rPr lang="zh-CN" altLang="en-US" sz="1200">
                <a:solidFill>
                  <a:schemeClr val="accent1"/>
                </a:solidFill>
                <a:effectLst>
                  <a:outerShdw blurRad="38100" dist="25400" dir="5400000" algn="ctr" rotWithShape="0">
                    <a:srgbClr val="6E747A">
                      <a:alpha val="43000"/>
                      <a:alpha val="43000"/>
                    </a:srgbClr>
                  </a:outerShdw>
                </a:effectLst>
                <a:sym typeface="+mn-ea"/>
              </a:rPr>
              <a:t>   </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    return 0;</a:t>
            </a:r>
            <a:endParaRPr lang="zh-CN" altLang="en-US" sz="1200">
              <a:solidFill>
                <a:schemeClr val="accent1"/>
              </a:solidFill>
              <a:effectLst>
                <a:outerShdw blurRad="38100" dist="25400" dir="5400000" algn="ctr" rotWithShape="0">
                  <a:srgbClr val="6E747A">
                    <a:alpha val="43000"/>
                    <a:alpha val="43000"/>
                  </a:srgbClr>
                </a:outerShdw>
              </a:effectLst>
            </a:endParaRPr>
          </a:p>
          <a:p>
            <a:r>
              <a:rPr lang="zh-CN" altLang="en-US" sz="1200">
                <a:solidFill>
                  <a:schemeClr val="accent1"/>
                </a:solidFill>
                <a:effectLst>
                  <a:outerShdw blurRad="38100" dist="25400" dir="5400000" algn="ctr" rotWithShape="0">
                    <a:srgbClr val="6E747A">
                      <a:alpha val="43000"/>
                      <a:alpha val="43000"/>
                    </a:srgbClr>
                  </a:outerShdw>
                </a:effectLst>
                <a:sym typeface="+mn-ea"/>
              </a:rPr>
              <a:t>}</a:t>
            </a:r>
          </a:p>
        </p:txBody>
      </p:sp>
      <p:sp>
        <p:nvSpPr>
          <p:cNvPr id="3" name="文本框 2"/>
          <p:cNvSpPr txBox="1"/>
          <p:nvPr/>
        </p:nvSpPr>
        <p:spPr>
          <a:xfrm>
            <a:off x="8326120" y="1146175"/>
            <a:ext cx="2770505" cy="5631180"/>
          </a:xfrm>
          <a:prstGeom prst="rect">
            <a:avLst/>
          </a:prstGeom>
          <a:noFill/>
        </p:spPr>
        <p:txBody>
          <a:bodyPr wrap="square" rtlCol="0" anchor="t">
            <a:spAutoFit/>
          </a:bodyPr>
          <a:lstStyle/>
          <a:p>
            <a:r>
              <a:rPr lang="zh-CN" altLang="en-US" sz="1200"/>
              <a:t>Class1 的大小 : 3</a:t>
            </a:r>
          </a:p>
          <a:p>
            <a:r>
              <a:rPr lang="zh-CN" altLang="en-US" sz="1200"/>
              <a:t>Class1 起始地址 : 0x16fb6f009</a:t>
            </a:r>
          </a:p>
          <a:p>
            <a:r>
              <a:rPr lang="zh-CN" altLang="en-US" sz="1200"/>
              <a:t>Class1 的 a 首地址 : 0x16fb6f009</a:t>
            </a:r>
          </a:p>
          <a:p>
            <a:r>
              <a:rPr lang="zh-CN" altLang="en-US" sz="1200"/>
              <a:t>Class1 的 b 首地址 : 0x16fb6f00a</a:t>
            </a:r>
          </a:p>
          <a:p>
            <a:r>
              <a:rPr lang="zh-CN" altLang="en-US" sz="1200"/>
              <a:t>Class1 的 c 首地址 : 0x16fb6f00b</a:t>
            </a:r>
          </a:p>
          <a:p>
            <a:r>
              <a:rPr lang="zh-CN" altLang="en-US" sz="1200"/>
              <a:t>Class2 的大小 : 12</a:t>
            </a:r>
          </a:p>
          <a:p>
            <a:r>
              <a:rPr lang="zh-CN" altLang="en-US" sz="1200"/>
              <a:t>Class2 起始地址 : 0x16fb6effc</a:t>
            </a:r>
          </a:p>
          <a:p>
            <a:r>
              <a:rPr lang="zh-CN" altLang="en-US" sz="1200"/>
              <a:t>Class1 的 a 首地址 : 0x16fb6effc</a:t>
            </a:r>
          </a:p>
          <a:p>
            <a:r>
              <a:rPr lang="zh-CN" altLang="en-US" sz="1200"/>
              <a:t>Class1 的 b 首地址 : 0x16fb6f000</a:t>
            </a:r>
          </a:p>
          <a:p>
            <a:r>
              <a:rPr lang="zh-CN" altLang="en-US" sz="1200"/>
              <a:t>Class1 的 c 首地址 : 0x16fb6f004</a:t>
            </a:r>
          </a:p>
          <a:p>
            <a:r>
              <a:rPr lang="zh-CN" altLang="en-US" sz="1200"/>
              <a:t>Class3 的大小 : 24</a:t>
            </a:r>
          </a:p>
          <a:p>
            <a:r>
              <a:rPr lang="zh-CN" altLang="en-US" sz="1200"/>
              <a:t>Class1 起始地址 : 0x16fb6efe0</a:t>
            </a:r>
          </a:p>
          <a:p>
            <a:r>
              <a:rPr lang="zh-CN" altLang="en-US" sz="1200"/>
              <a:t>Class1 的 a 首地址 : 0x16fb6efe0</a:t>
            </a:r>
          </a:p>
          <a:p>
            <a:r>
              <a:rPr lang="zh-CN" altLang="en-US" sz="1200"/>
              <a:t>Class1 的 b 首地址 : 0x16fb6efe8</a:t>
            </a:r>
          </a:p>
          <a:p>
            <a:r>
              <a:rPr lang="zh-CN" altLang="en-US" sz="1200"/>
              <a:t>Class1 的 c 首地址 : 0x16fb6eff0</a:t>
            </a:r>
          </a:p>
          <a:p>
            <a:r>
              <a:rPr lang="zh-CN" altLang="en-US" sz="1200"/>
              <a:t>Class4 的大小 : 22</a:t>
            </a:r>
          </a:p>
          <a:p>
            <a:r>
              <a:rPr lang="zh-CN" altLang="en-US" sz="1200"/>
              <a:t>Class1 起始地址 : 0x16fb6f012</a:t>
            </a:r>
          </a:p>
          <a:p>
            <a:r>
              <a:rPr lang="zh-CN" altLang="en-US" sz="1200"/>
              <a:t>Class1 的 a 首地址 : 0x16fb6f012</a:t>
            </a:r>
          </a:p>
          <a:p>
            <a:r>
              <a:rPr lang="zh-CN" altLang="en-US" sz="1200"/>
              <a:t>Class1 的 b 首地址 : 0x16fb6f013</a:t>
            </a:r>
          </a:p>
          <a:p>
            <a:r>
              <a:rPr lang="zh-CN" altLang="en-US" sz="1200"/>
              <a:t>Class1 的 c 首地址 : 0x16fb6f027</a:t>
            </a:r>
          </a:p>
          <a:p>
            <a:r>
              <a:rPr lang="zh-CN" altLang="en-US" sz="1200"/>
              <a:t>Class5 的大小 : 16</a:t>
            </a:r>
          </a:p>
          <a:p>
            <a:r>
              <a:rPr lang="zh-CN" altLang="en-US" sz="1200"/>
              <a:t>Class1 起始地址 : 0x16fb6efd0</a:t>
            </a:r>
          </a:p>
          <a:p>
            <a:r>
              <a:rPr lang="zh-CN" altLang="en-US" sz="1200"/>
              <a:t>Class1 的 a 首地址 : 0x16fb6efd0</a:t>
            </a:r>
          </a:p>
          <a:p>
            <a:r>
              <a:rPr lang="zh-CN" altLang="en-US" sz="1200"/>
              <a:t>Class1 的 b 首地址 : 0x16fb6efd3</a:t>
            </a:r>
          </a:p>
          <a:p>
            <a:r>
              <a:rPr lang="zh-CN" altLang="en-US" sz="1200"/>
              <a:t>Class1 的 c 首地址 : 0x16fb6efd8</a:t>
            </a:r>
          </a:p>
          <a:p>
            <a:r>
              <a:rPr lang="zh-CN" altLang="en-US" sz="1200"/>
              <a:t>Class6 的大小 : 24</a:t>
            </a:r>
          </a:p>
          <a:p>
            <a:r>
              <a:rPr lang="zh-CN" altLang="en-US" sz="1200"/>
              <a:t>Class1 起始地址 : 0x16fb6efb8</a:t>
            </a:r>
          </a:p>
          <a:p>
            <a:r>
              <a:rPr lang="zh-CN" altLang="en-US" sz="1200"/>
              <a:t>Class1 的 a 首地址 : 0x16fb6efb8</a:t>
            </a:r>
          </a:p>
          <a:p>
            <a:r>
              <a:rPr lang="zh-CN" altLang="en-US" sz="1200"/>
              <a:t>Class1 的 b 首地址 : 0x16fb6efba</a:t>
            </a:r>
          </a:p>
          <a:p>
            <a:r>
              <a:rPr lang="zh-CN" altLang="en-US" sz="1200"/>
              <a:t>Class1 的 c 首地址 : 0x16fb6efc8</a:t>
            </a:r>
          </a:p>
        </p:txBody>
      </p:sp>
      <p:sp>
        <p:nvSpPr>
          <p:cNvPr id="4" name="矩形 3"/>
          <p:cNvSpPr/>
          <p:nvPr>
            <p:custDataLst>
              <p:tags r:id="rId1"/>
            </p:custDataLst>
          </p:nvPr>
        </p:nvSpPr>
        <p:spPr>
          <a:xfrm rot="20580000">
            <a:off x="6261736" y="2002155"/>
            <a:ext cx="2014220" cy="645160"/>
          </a:xfrm>
          <a:prstGeom prst="rect">
            <a:avLst/>
          </a:prstGeom>
          <a:noFill/>
          <a:ln>
            <a:noFill/>
          </a:ln>
        </p:spPr>
        <p:txBody>
          <a:bodyPr wrap="none" rtlCol="0" anchor="t">
            <a:spAutoFit/>
          </a:bodyPr>
          <a:lstStyle/>
          <a:p>
            <a:pPr algn="ctr"/>
            <a:r>
              <a:rPr lang="zh-CN" altLang="en-US" sz="3600" b="1">
                <a:solidFill>
                  <a:srgbClr val="FF0000"/>
                </a:solidFill>
                <a:effectLst>
                  <a:outerShdw blurRad="38100" dist="19050" dir="2700000" algn="tl" rotWithShape="0">
                    <a:schemeClr val="dk1">
                      <a:alpha val="40000"/>
                      <a:alpha val="40000"/>
                    </a:schemeClr>
                  </a:outerShdw>
                </a:effectLst>
              </a:rPr>
              <a:t>参考结果</a:t>
            </a:r>
          </a:p>
        </p:txBody>
      </p:sp>
      <p:sp>
        <p:nvSpPr>
          <p:cNvPr id="11" name="矩形 10"/>
          <p:cNvSpPr/>
          <p:nvPr>
            <p:custDataLst>
              <p:tags r:id="rId2"/>
            </p:custDataLst>
          </p:nvPr>
        </p:nvSpPr>
        <p:spPr>
          <a:xfrm>
            <a:off x="4019868" y="5578475"/>
            <a:ext cx="4764405" cy="460375"/>
          </a:xfrm>
          <a:prstGeom prst="rect">
            <a:avLst/>
          </a:prstGeom>
          <a:noFill/>
          <a:ln>
            <a:noFill/>
          </a:ln>
        </p:spPr>
        <p:txBody>
          <a:bodyPr wrap="none" rtlCol="0" anchor="t">
            <a:spAutoFit/>
          </a:bodyPr>
          <a:lstStyle/>
          <a:p>
            <a:pPr algn="ctr"/>
            <a:r>
              <a:rPr lang="zh-CN" altLang="en-US" sz="2400" b="1">
                <a:solidFill>
                  <a:srgbClr val="FF0000"/>
                </a:solidFill>
                <a:effectLst>
                  <a:outerShdw blurRad="38100" dist="19050" dir="2700000" algn="tl" rotWithShape="0">
                    <a:schemeClr val="dk1">
                      <a:alpha val="40000"/>
                      <a:alpha val="40000"/>
                    </a:schemeClr>
                  </a:outerShdw>
                </a:effectLst>
              </a:rPr>
              <a:t>也可自己构造数据，问编译器！！</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sz="3600" dirty="0"/>
              <a:t>重点：构造函数和析构函数的调用时机</a:t>
            </a: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custDataLst>
              <p:tags r:id="rId2"/>
            </p:custDataLst>
          </p:nvPr>
        </p:nvPicPr>
        <p:blipFill>
          <a:blip r:embed="rId6"/>
          <a:srcRect r="33724"/>
          <a:stretch>
            <a:fillRect/>
          </a:stretch>
        </p:blipFill>
        <p:spPr>
          <a:xfrm>
            <a:off x="459740" y="1315085"/>
            <a:ext cx="3163570" cy="2533015"/>
          </a:xfrm>
          <a:prstGeom prst="rect">
            <a:avLst/>
          </a:prstGeom>
        </p:spPr>
      </p:pic>
      <p:sp>
        <p:nvSpPr>
          <p:cNvPr id="4" name="文本框 3"/>
          <p:cNvSpPr txBox="1"/>
          <p:nvPr/>
        </p:nvSpPr>
        <p:spPr>
          <a:xfrm>
            <a:off x="3888740" y="1406525"/>
            <a:ext cx="4056380" cy="4892675"/>
          </a:xfrm>
          <a:prstGeom prst="rect">
            <a:avLst/>
          </a:prstGeom>
          <a:noFill/>
          <a:ln>
            <a:solidFill>
              <a:schemeClr val="tx1"/>
            </a:solidFill>
          </a:ln>
        </p:spPr>
        <p:txBody>
          <a:bodyPr wrap="square" rtlCol="0" anchor="t">
            <a:spAutoFit/>
          </a:bodyPr>
          <a:lstStyle/>
          <a:p>
            <a:r>
              <a:rPr lang="zh-CN" altLang="en-US" sz="1200"/>
              <a:t>#include &lt;iostream&gt;</a:t>
            </a:r>
          </a:p>
          <a:p>
            <a:endParaRPr lang="zh-CN" altLang="en-US" sz="1200"/>
          </a:p>
          <a:p>
            <a:r>
              <a:rPr lang="zh-CN" altLang="en-US" sz="1200"/>
              <a:t>class Example {</a:t>
            </a:r>
          </a:p>
          <a:p>
            <a:r>
              <a:rPr lang="zh-CN" altLang="en-US" sz="1200"/>
              <a:t>public:</a:t>
            </a:r>
          </a:p>
          <a:p>
            <a:r>
              <a:rPr lang="zh-CN" altLang="en-US" sz="1200"/>
              <a:t>    Example(const std::string&amp; name) : name(name) {</a:t>
            </a:r>
          </a:p>
          <a:p>
            <a:r>
              <a:rPr lang="zh-CN" altLang="en-US" sz="1200"/>
              <a:t>        std::cout &lt;&lt; "构造函数调用：" &lt;&lt; name &lt;&lt; std::endl;</a:t>
            </a:r>
          </a:p>
          <a:p>
            <a:r>
              <a:rPr lang="zh-CN" altLang="en-US" sz="1200"/>
              <a:t>    }</a:t>
            </a:r>
          </a:p>
          <a:p>
            <a:endParaRPr lang="zh-CN" altLang="en-US" sz="1200"/>
          </a:p>
          <a:p>
            <a:r>
              <a:rPr lang="zh-CN" altLang="en-US" sz="1200"/>
              <a:t>    ~Example() {</a:t>
            </a:r>
          </a:p>
          <a:p>
            <a:r>
              <a:rPr lang="zh-CN" altLang="en-US" sz="1200"/>
              <a:t>        std::cout &lt;&lt; "析构函数调用：" &lt;&lt; name &lt;&lt; std::endl;</a:t>
            </a:r>
          </a:p>
          <a:p>
            <a:r>
              <a:rPr lang="zh-CN" altLang="en-US" sz="1200"/>
              <a:t>    }</a:t>
            </a:r>
          </a:p>
          <a:p>
            <a:endParaRPr lang="zh-CN" altLang="en-US" sz="1200"/>
          </a:p>
          <a:p>
            <a:r>
              <a:rPr lang="zh-CN" altLang="en-US" sz="1200"/>
              <a:t>private:</a:t>
            </a:r>
          </a:p>
          <a:p>
            <a:r>
              <a:rPr lang="zh-CN" altLang="en-US" sz="1200"/>
              <a:t>    std::string name;</a:t>
            </a:r>
          </a:p>
          <a:p>
            <a:r>
              <a:rPr lang="zh-CN" altLang="en-US" sz="1200"/>
              <a:t>};</a:t>
            </a:r>
          </a:p>
          <a:p>
            <a:endParaRPr lang="zh-CN" altLang="en-US" sz="1200"/>
          </a:p>
          <a:p>
            <a:r>
              <a:rPr lang="zh-CN" altLang="en-US" sz="1200"/>
              <a:t>// 静态全局对象</a:t>
            </a:r>
          </a:p>
          <a:p>
            <a:r>
              <a:rPr lang="zh-CN" altLang="en-US" sz="1200"/>
              <a:t>Example globalExample1("全局对象1");</a:t>
            </a:r>
          </a:p>
          <a:p>
            <a:r>
              <a:rPr lang="zh-CN" altLang="en-US" sz="1200"/>
              <a:t>Example globalExample2("全局对象2");</a:t>
            </a:r>
          </a:p>
          <a:p>
            <a:endParaRPr lang="zh-CN" altLang="en-US" sz="1200"/>
          </a:p>
          <a:p>
            <a:r>
              <a:rPr lang="zh-CN" altLang="en-US" sz="1200"/>
              <a:t>void functionWithAutomaticObject() {</a:t>
            </a:r>
          </a:p>
          <a:p>
            <a:r>
              <a:rPr lang="zh-CN" altLang="en-US" sz="1200"/>
              <a:t>    // 自动对象</a:t>
            </a:r>
          </a:p>
          <a:p>
            <a:r>
              <a:rPr lang="zh-CN" altLang="en-US" sz="1200"/>
              <a:t>    Example automaticExample1("自动对象1");</a:t>
            </a:r>
          </a:p>
          <a:p>
            <a:r>
              <a:rPr lang="zh-CN" altLang="en-US" sz="1200"/>
              <a:t>    Example automaticExample2("自动对象2");</a:t>
            </a:r>
          </a:p>
          <a:p>
            <a:r>
              <a:rPr lang="zh-CN" altLang="en-US" sz="1200"/>
              <a:t>}</a:t>
            </a:r>
          </a:p>
          <a:p>
            <a:endParaRPr lang="zh-CN" altLang="en-US" sz="1200"/>
          </a:p>
        </p:txBody>
      </p:sp>
      <p:sp>
        <p:nvSpPr>
          <p:cNvPr id="7" name="文本框 6"/>
          <p:cNvSpPr txBox="1"/>
          <p:nvPr/>
        </p:nvSpPr>
        <p:spPr>
          <a:xfrm>
            <a:off x="7944485" y="1406525"/>
            <a:ext cx="4054475" cy="3230245"/>
          </a:xfrm>
          <a:prstGeom prst="rect">
            <a:avLst/>
          </a:prstGeom>
          <a:noFill/>
          <a:ln>
            <a:solidFill>
              <a:schemeClr val="tx1"/>
            </a:solidFill>
          </a:ln>
        </p:spPr>
        <p:txBody>
          <a:bodyPr wrap="square" rtlCol="0" anchor="t">
            <a:spAutoFit/>
          </a:bodyPr>
          <a:lstStyle/>
          <a:p>
            <a:r>
              <a:rPr lang="zh-CN" altLang="en-US" sz="1200">
                <a:sym typeface="+mn-ea"/>
              </a:rPr>
              <a:t>void functionWithStaticLocalObject() {</a:t>
            </a:r>
            <a:endParaRPr lang="zh-CN" altLang="en-US" sz="1200"/>
          </a:p>
          <a:p>
            <a:r>
              <a:rPr lang="zh-CN" altLang="en-US" sz="1200">
                <a:sym typeface="+mn-ea"/>
              </a:rPr>
              <a:t>    // 静态局部对象</a:t>
            </a:r>
            <a:endParaRPr lang="zh-CN" altLang="en-US" sz="1200"/>
          </a:p>
          <a:p>
            <a:r>
              <a:rPr lang="zh-CN" altLang="en-US" sz="1200">
                <a:sym typeface="+mn-ea"/>
              </a:rPr>
              <a:t>    static Example staticLocalExample1("静态局部对象1");</a:t>
            </a:r>
            <a:endParaRPr lang="zh-CN" altLang="en-US" sz="1200"/>
          </a:p>
          <a:p>
            <a:r>
              <a:rPr lang="zh-CN" altLang="en-US" sz="1200">
                <a:sym typeface="+mn-ea"/>
              </a:rPr>
              <a:t>    static Example staticLocalExample2("静态局部对象2");</a:t>
            </a:r>
            <a:endParaRPr lang="zh-CN" altLang="en-US" sz="1200"/>
          </a:p>
          <a:p>
            <a:r>
              <a:rPr lang="zh-CN" altLang="en-US" sz="1200">
                <a:sym typeface="+mn-ea"/>
              </a:rPr>
              <a:t>}</a:t>
            </a:r>
            <a:endParaRPr lang="zh-CN" altLang="en-US" sz="1200"/>
          </a:p>
          <a:p>
            <a:br>
              <a:rPr lang="zh-CN" altLang="en-US" sz="1200">
                <a:sym typeface="+mn-ea"/>
              </a:rPr>
            </a:br>
            <a:r>
              <a:rPr lang="zh-CN" altLang="en-US" sz="1200">
                <a:sym typeface="+mn-ea"/>
              </a:rPr>
              <a:t>int main() {</a:t>
            </a:r>
            <a:endParaRPr lang="zh-CN" altLang="en-US" sz="1200"/>
          </a:p>
          <a:p>
            <a:r>
              <a:rPr lang="zh-CN" altLang="en-US" sz="1200">
                <a:sym typeface="+mn-ea"/>
              </a:rPr>
              <a:t>    std::cout &lt;&lt; "程序开始" &lt;&lt; std::endl;</a:t>
            </a:r>
            <a:endParaRPr lang="zh-CN" altLang="en-US" sz="1200"/>
          </a:p>
          <a:p>
            <a:endParaRPr lang="zh-CN" altLang="en-US" sz="1200"/>
          </a:p>
          <a:p>
            <a:r>
              <a:rPr lang="zh-CN" altLang="en-US" sz="1200">
                <a:sym typeface="+mn-ea"/>
              </a:rPr>
              <a:t>    functionWithAutomaticObject();</a:t>
            </a:r>
            <a:r>
              <a:rPr lang="en-US" altLang="zh-CN" sz="1200">
                <a:sym typeface="+mn-ea"/>
              </a:rPr>
              <a:t>   // </a:t>
            </a:r>
            <a:r>
              <a:rPr lang="zh-CN" altLang="en-US" sz="1200">
                <a:sym typeface="+mn-ea"/>
              </a:rPr>
              <a:t>构造自动变量</a:t>
            </a:r>
            <a:r>
              <a:rPr lang="en-US" altLang="zh-CN" sz="1200">
                <a:sym typeface="+mn-ea"/>
              </a:rPr>
              <a:t> </a:t>
            </a:r>
            <a:endParaRPr lang="zh-CN" altLang="en-US" sz="1200"/>
          </a:p>
          <a:p>
            <a:r>
              <a:rPr lang="zh-CN" altLang="en-US" sz="1200">
                <a:sym typeface="+mn-ea"/>
              </a:rPr>
              <a:t>    functionWithStaticLocalObject();</a:t>
            </a:r>
            <a:r>
              <a:rPr lang="en-US" altLang="zh-CN" sz="1200">
                <a:sym typeface="+mn-ea"/>
              </a:rPr>
              <a:t>  // </a:t>
            </a:r>
            <a:r>
              <a:rPr lang="zh-CN" altLang="en-US" sz="1200">
                <a:sym typeface="+mn-ea"/>
              </a:rPr>
              <a:t>构造静态局部变量</a:t>
            </a:r>
            <a:endParaRPr lang="zh-CN" altLang="en-US" sz="1200"/>
          </a:p>
          <a:p>
            <a:r>
              <a:rPr lang="zh-CN" altLang="en-US" sz="1200">
                <a:sym typeface="+mn-ea"/>
              </a:rPr>
              <a:t>    functionWithStaticLocalObject();  // 第二次调用不会再构造静态局部对象</a:t>
            </a:r>
            <a:endParaRPr lang="zh-CN" altLang="en-US" sz="1200"/>
          </a:p>
          <a:p>
            <a:endParaRPr lang="zh-CN" altLang="en-US" sz="1200"/>
          </a:p>
          <a:p>
            <a:r>
              <a:rPr lang="zh-CN" altLang="en-US" sz="1200">
                <a:sym typeface="+mn-ea"/>
              </a:rPr>
              <a:t>    std::cout &lt;&lt; "程序结束" &lt;&lt; std::endl;</a:t>
            </a:r>
            <a:endParaRPr lang="zh-CN" altLang="en-US" sz="1200"/>
          </a:p>
          <a:p>
            <a:r>
              <a:rPr lang="zh-CN" altLang="en-US" sz="1200">
                <a:sym typeface="+mn-ea"/>
              </a:rPr>
              <a:t>    return 0;</a:t>
            </a:r>
            <a:endParaRPr lang="zh-CN" altLang="en-US" sz="1200"/>
          </a:p>
          <a:p>
            <a:r>
              <a:rPr lang="zh-CN" altLang="en-US" sz="1200">
                <a:sym typeface="+mn-ea"/>
              </a:rPr>
              <a:t>}</a:t>
            </a:r>
          </a:p>
        </p:txBody>
      </p:sp>
      <p:sp>
        <p:nvSpPr>
          <p:cNvPr id="8" name="矩形 7"/>
          <p:cNvSpPr/>
          <p:nvPr/>
        </p:nvSpPr>
        <p:spPr>
          <a:xfrm rot="20340000">
            <a:off x="6701790" y="4845685"/>
            <a:ext cx="4761230" cy="1198880"/>
          </a:xfrm>
          <a:prstGeom prst="rect">
            <a:avLst/>
          </a:prstGeom>
          <a:noFill/>
          <a:ln>
            <a:noFill/>
          </a:ln>
        </p:spPr>
        <p:txBody>
          <a:bodyPr wrap="none" rtlCol="0" anchor="t">
            <a:spAutoFit/>
          </a:bodyPr>
          <a:lstStyle/>
          <a:p>
            <a:pPr algn="ctr"/>
            <a:r>
              <a:rPr lang="zh-CN" altLang="en-US" sz="7200" b="1">
                <a:ln w="22225">
                  <a:solidFill>
                    <a:schemeClr val="accent2"/>
                  </a:solidFill>
                  <a:prstDash val="solid"/>
                </a:ln>
                <a:solidFill>
                  <a:srgbClr val="00B050"/>
                </a:solidFill>
                <a:effectLst/>
              </a:rPr>
              <a:t>输出结果？</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sz="3600" dirty="0"/>
              <a:t>重点：构造函数和析构函数的调用时机</a:t>
            </a: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669925" y="1406525"/>
            <a:ext cx="4056380" cy="4892675"/>
          </a:xfrm>
          <a:prstGeom prst="rect">
            <a:avLst/>
          </a:prstGeom>
          <a:noFill/>
          <a:ln>
            <a:solidFill>
              <a:schemeClr val="tx1"/>
            </a:solidFill>
          </a:ln>
        </p:spPr>
        <p:txBody>
          <a:bodyPr wrap="square" rtlCol="0" anchor="t">
            <a:spAutoFit/>
          </a:bodyPr>
          <a:lstStyle/>
          <a:p>
            <a:r>
              <a:rPr lang="zh-CN" altLang="en-US" sz="1200"/>
              <a:t>#include &lt;iostream&gt;</a:t>
            </a:r>
          </a:p>
          <a:p>
            <a:endParaRPr lang="zh-CN" altLang="en-US" sz="1200"/>
          </a:p>
          <a:p>
            <a:r>
              <a:rPr lang="zh-CN" altLang="en-US" sz="1200"/>
              <a:t>class Example {</a:t>
            </a:r>
          </a:p>
          <a:p>
            <a:r>
              <a:rPr lang="zh-CN" altLang="en-US" sz="1200"/>
              <a:t>public:</a:t>
            </a:r>
          </a:p>
          <a:p>
            <a:r>
              <a:rPr lang="zh-CN" altLang="en-US" sz="1200"/>
              <a:t>    Example(const std::string&amp; name) : name(name) {</a:t>
            </a:r>
          </a:p>
          <a:p>
            <a:r>
              <a:rPr lang="zh-CN" altLang="en-US" sz="1200"/>
              <a:t>        std::cout &lt;&lt; "构造函数调用：" &lt;&lt; name &lt;&lt; std::endl;</a:t>
            </a:r>
          </a:p>
          <a:p>
            <a:r>
              <a:rPr lang="zh-CN" altLang="en-US" sz="1200"/>
              <a:t>    }</a:t>
            </a:r>
          </a:p>
          <a:p>
            <a:endParaRPr lang="zh-CN" altLang="en-US" sz="1200"/>
          </a:p>
          <a:p>
            <a:r>
              <a:rPr lang="zh-CN" altLang="en-US" sz="1200"/>
              <a:t>    ~Example() {</a:t>
            </a:r>
          </a:p>
          <a:p>
            <a:r>
              <a:rPr lang="zh-CN" altLang="en-US" sz="1200"/>
              <a:t>        std::cout &lt;&lt; "析构函数调用：" &lt;&lt; name &lt;&lt; std::endl;</a:t>
            </a:r>
          </a:p>
          <a:p>
            <a:r>
              <a:rPr lang="zh-CN" altLang="en-US" sz="1200"/>
              <a:t>    }</a:t>
            </a:r>
          </a:p>
          <a:p>
            <a:endParaRPr lang="zh-CN" altLang="en-US" sz="1200"/>
          </a:p>
          <a:p>
            <a:r>
              <a:rPr lang="zh-CN" altLang="en-US" sz="1200"/>
              <a:t>private:</a:t>
            </a:r>
          </a:p>
          <a:p>
            <a:r>
              <a:rPr lang="zh-CN" altLang="en-US" sz="1200"/>
              <a:t>    std::string name;</a:t>
            </a:r>
          </a:p>
          <a:p>
            <a:r>
              <a:rPr lang="zh-CN" altLang="en-US" sz="1200"/>
              <a:t>};</a:t>
            </a:r>
          </a:p>
          <a:p>
            <a:endParaRPr lang="zh-CN" altLang="en-US" sz="1200"/>
          </a:p>
          <a:p>
            <a:r>
              <a:rPr lang="zh-CN" altLang="en-US" sz="1200"/>
              <a:t>// 静态全局对象</a:t>
            </a:r>
          </a:p>
          <a:p>
            <a:r>
              <a:rPr lang="zh-CN" altLang="en-US" sz="1200"/>
              <a:t>Example globalExample1("全局对象1");</a:t>
            </a:r>
          </a:p>
          <a:p>
            <a:r>
              <a:rPr lang="zh-CN" altLang="en-US" sz="1200"/>
              <a:t>Example globalExample2("全局对象2");</a:t>
            </a:r>
          </a:p>
          <a:p>
            <a:endParaRPr lang="zh-CN" altLang="en-US" sz="1200"/>
          </a:p>
          <a:p>
            <a:r>
              <a:rPr lang="zh-CN" altLang="en-US" sz="1200"/>
              <a:t>void functionWithAutomaticObject() {</a:t>
            </a:r>
          </a:p>
          <a:p>
            <a:r>
              <a:rPr lang="zh-CN" altLang="en-US" sz="1200"/>
              <a:t>    // 自动对象</a:t>
            </a:r>
          </a:p>
          <a:p>
            <a:r>
              <a:rPr lang="zh-CN" altLang="en-US" sz="1200"/>
              <a:t>    Example automaticExample1("自动对象1");</a:t>
            </a:r>
          </a:p>
          <a:p>
            <a:r>
              <a:rPr lang="zh-CN" altLang="en-US" sz="1200"/>
              <a:t>    Example automaticExample2("自动对象2");</a:t>
            </a:r>
          </a:p>
          <a:p>
            <a:r>
              <a:rPr lang="zh-CN" altLang="en-US" sz="1200"/>
              <a:t>}</a:t>
            </a:r>
          </a:p>
          <a:p>
            <a:endParaRPr lang="zh-CN" altLang="en-US" sz="1200"/>
          </a:p>
        </p:txBody>
      </p:sp>
      <p:sp>
        <p:nvSpPr>
          <p:cNvPr id="7" name="文本框 6"/>
          <p:cNvSpPr txBox="1"/>
          <p:nvPr/>
        </p:nvSpPr>
        <p:spPr>
          <a:xfrm>
            <a:off x="4725670" y="1406525"/>
            <a:ext cx="4054475" cy="3230245"/>
          </a:xfrm>
          <a:prstGeom prst="rect">
            <a:avLst/>
          </a:prstGeom>
          <a:noFill/>
          <a:ln>
            <a:solidFill>
              <a:schemeClr val="tx1"/>
            </a:solidFill>
          </a:ln>
        </p:spPr>
        <p:txBody>
          <a:bodyPr wrap="square" rtlCol="0" anchor="t">
            <a:spAutoFit/>
          </a:bodyPr>
          <a:lstStyle/>
          <a:p>
            <a:r>
              <a:rPr lang="zh-CN" altLang="en-US" sz="1200">
                <a:sym typeface="+mn-ea"/>
              </a:rPr>
              <a:t>void functionWithStaticLocalObject() {</a:t>
            </a:r>
            <a:endParaRPr lang="zh-CN" altLang="en-US" sz="1200"/>
          </a:p>
          <a:p>
            <a:r>
              <a:rPr lang="zh-CN" altLang="en-US" sz="1200">
                <a:sym typeface="+mn-ea"/>
              </a:rPr>
              <a:t>    // 静态局部对象</a:t>
            </a:r>
            <a:endParaRPr lang="zh-CN" altLang="en-US" sz="1200"/>
          </a:p>
          <a:p>
            <a:r>
              <a:rPr lang="zh-CN" altLang="en-US" sz="1200">
                <a:sym typeface="+mn-ea"/>
              </a:rPr>
              <a:t>    static Example staticLocalExample1("静态局部对象1");</a:t>
            </a:r>
            <a:endParaRPr lang="zh-CN" altLang="en-US" sz="1200"/>
          </a:p>
          <a:p>
            <a:r>
              <a:rPr lang="zh-CN" altLang="en-US" sz="1200">
                <a:sym typeface="+mn-ea"/>
              </a:rPr>
              <a:t>    static Example staticLocalExample2("静态局部对象2");</a:t>
            </a:r>
            <a:endParaRPr lang="zh-CN" altLang="en-US" sz="1200"/>
          </a:p>
          <a:p>
            <a:r>
              <a:rPr lang="zh-CN" altLang="en-US" sz="1200">
                <a:sym typeface="+mn-ea"/>
              </a:rPr>
              <a:t>}</a:t>
            </a:r>
            <a:endParaRPr lang="zh-CN" altLang="en-US" sz="1200"/>
          </a:p>
          <a:p>
            <a:br>
              <a:rPr lang="zh-CN" altLang="en-US" sz="1200">
                <a:sym typeface="+mn-ea"/>
              </a:rPr>
            </a:br>
            <a:r>
              <a:rPr lang="zh-CN" altLang="en-US" sz="1200">
                <a:sym typeface="+mn-ea"/>
              </a:rPr>
              <a:t>int main() {</a:t>
            </a:r>
            <a:endParaRPr lang="zh-CN" altLang="en-US" sz="1200"/>
          </a:p>
          <a:p>
            <a:r>
              <a:rPr lang="zh-CN" altLang="en-US" sz="1200">
                <a:sym typeface="+mn-ea"/>
              </a:rPr>
              <a:t>    std::cout &lt;&lt; "程序开始" &lt;&lt; std::endl;</a:t>
            </a:r>
            <a:endParaRPr lang="zh-CN" altLang="en-US" sz="1200"/>
          </a:p>
          <a:p>
            <a:endParaRPr lang="zh-CN" altLang="en-US" sz="1200"/>
          </a:p>
          <a:p>
            <a:r>
              <a:rPr lang="zh-CN" altLang="en-US" sz="1200">
                <a:sym typeface="+mn-ea"/>
              </a:rPr>
              <a:t>    functionWithAutomaticObject();</a:t>
            </a:r>
            <a:r>
              <a:rPr lang="en-US" altLang="zh-CN" sz="1200">
                <a:sym typeface="+mn-ea"/>
              </a:rPr>
              <a:t>   // </a:t>
            </a:r>
            <a:r>
              <a:rPr lang="zh-CN" altLang="en-US" sz="1200">
                <a:sym typeface="+mn-ea"/>
              </a:rPr>
              <a:t>构造自动变量</a:t>
            </a:r>
            <a:r>
              <a:rPr lang="en-US" altLang="zh-CN" sz="1200">
                <a:sym typeface="+mn-ea"/>
              </a:rPr>
              <a:t> </a:t>
            </a:r>
            <a:endParaRPr lang="zh-CN" altLang="en-US" sz="1200"/>
          </a:p>
          <a:p>
            <a:r>
              <a:rPr lang="zh-CN" altLang="en-US" sz="1200">
                <a:sym typeface="+mn-ea"/>
              </a:rPr>
              <a:t>    functionWithStaticLocalObject();</a:t>
            </a:r>
            <a:r>
              <a:rPr lang="en-US" altLang="zh-CN" sz="1200">
                <a:sym typeface="+mn-ea"/>
              </a:rPr>
              <a:t>  // </a:t>
            </a:r>
            <a:r>
              <a:rPr lang="zh-CN" altLang="en-US" sz="1200">
                <a:sym typeface="+mn-ea"/>
              </a:rPr>
              <a:t>构造静态局部变量</a:t>
            </a:r>
            <a:endParaRPr lang="zh-CN" altLang="en-US" sz="1200"/>
          </a:p>
          <a:p>
            <a:r>
              <a:rPr lang="zh-CN" altLang="en-US" sz="1200">
                <a:sym typeface="+mn-ea"/>
              </a:rPr>
              <a:t>    functionWithStaticLocalObject();  // 第二次调用不会再构造静态局部对象</a:t>
            </a:r>
            <a:endParaRPr lang="zh-CN" altLang="en-US" sz="1200"/>
          </a:p>
          <a:p>
            <a:endParaRPr lang="zh-CN" altLang="en-US" sz="1200"/>
          </a:p>
          <a:p>
            <a:r>
              <a:rPr lang="zh-CN" altLang="en-US" sz="1200">
                <a:sym typeface="+mn-ea"/>
              </a:rPr>
              <a:t>    std::cout &lt;&lt; "程序结束" &lt;&lt; std::endl;</a:t>
            </a:r>
            <a:endParaRPr lang="zh-CN" altLang="en-US" sz="1200"/>
          </a:p>
          <a:p>
            <a:r>
              <a:rPr lang="zh-CN" altLang="en-US" sz="1200">
                <a:sym typeface="+mn-ea"/>
              </a:rPr>
              <a:t>    return 0;</a:t>
            </a:r>
            <a:endParaRPr lang="zh-CN" altLang="en-US" sz="1200"/>
          </a:p>
          <a:p>
            <a:r>
              <a:rPr lang="zh-CN" altLang="en-US" sz="1200">
                <a:sym typeface="+mn-ea"/>
              </a:rPr>
              <a:t>}</a:t>
            </a:r>
          </a:p>
        </p:txBody>
      </p:sp>
      <p:pic>
        <p:nvPicPr>
          <p:cNvPr id="9" name="图片 8"/>
          <p:cNvPicPr>
            <a:picLocks noChangeAspect="1"/>
          </p:cNvPicPr>
          <p:nvPr>
            <p:custDataLst>
              <p:tags r:id="rId2"/>
            </p:custDataLst>
          </p:nvPr>
        </p:nvPicPr>
        <p:blipFill>
          <a:blip r:embed="rId6"/>
          <a:srcRect r="14925"/>
          <a:stretch>
            <a:fillRect/>
          </a:stretch>
        </p:blipFill>
        <p:spPr>
          <a:xfrm>
            <a:off x="9114790" y="1406525"/>
            <a:ext cx="2884805" cy="44831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弧形 18"/>
          <p:cNvSpPr/>
          <p:nvPr/>
        </p:nvSpPr>
        <p:spPr>
          <a:xfrm rot="20217552">
            <a:off x="-836584" y="5830681"/>
            <a:ext cx="1280160" cy="1280160"/>
          </a:xfrm>
          <a:prstGeom prst="arc">
            <a:avLst>
              <a:gd name="adj1" fmla="val 18554259"/>
              <a:gd name="adj2" fmla="val 3696515"/>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sp>
        <p:nvSpPr>
          <p:cNvPr id="20" name="弧形 19"/>
          <p:cNvSpPr/>
          <p:nvPr/>
        </p:nvSpPr>
        <p:spPr>
          <a:xfrm rot="20217552">
            <a:off x="-1148710" y="5518554"/>
            <a:ext cx="1904413" cy="1904413"/>
          </a:xfrm>
          <a:prstGeom prst="arc">
            <a:avLst>
              <a:gd name="adj1" fmla="val 691350"/>
              <a:gd name="adj2" fmla="val 2846554"/>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sp>
        <p:nvSpPr>
          <p:cNvPr id="23" name="弧形 22"/>
          <p:cNvSpPr/>
          <p:nvPr/>
        </p:nvSpPr>
        <p:spPr>
          <a:xfrm rot="7089368">
            <a:off x="11444694" y="-640080"/>
            <a:ext cx="1280160" cy="1280160"/>
          </a:xfrm>
          <a:prstGeom prst="arc">
            <a:avLst>
              <a:gd name="adj1" fmla="val 19178967"/>
              <a:gd name="adj2" fmla="val 3767372"/>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sp>
        <p:nvSpPr>
          <p:cNvPr id="24" name="弧形 23"/>
          <p:cNvSpPr/>
          <p:nvPr/>
        </p:nvSpPr>
        <p:spPr>
          <a:xfrm rot="7089368">
            <a:off x="11132568" y="-952206"/>
            <a:ext cx="1904413" cy="1904413"/>
          </a:xfrm>
          <a:prstGeom prst="arc">
            <a:avLst>
              <a:gd name="adj1" fmla="val 977997"/>
              <a:gd name="adj2" fmla="val 3773178"/>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p:cNvGrpSpPr/>
          <p:nvPr/>
        </p:nvGrpSpPr>
        <p:grpSpPr>
          <a:xfrm>
            <a:off x="117963" y="57219"/>
            <a:ext cx="934460" cy="934460"/>
            <a:chOff x="113733" y="108980"/>
            <a:chExt cx="863612" cy="863612"/>
          </a:xfrm>
        </p:grpSpPr>
        <p:sp>
          <p:nvSpPr>
            <p:cNvPr id="6" name="椭圆 5"/>
            <p:cNvSpPr/>
            <p:nvPr/>
          </p:nvSpPr>
          <p:spPr>
            <a:xfrm>
              <a:off x="116981" y="112228"/>
              <a:ext cx="857117" cy="857117"/>
            </a:xfrm>
            <a:prstGeom prst="ellips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Light"/>
                <a:cs typeface="+mn-cs"/>
              </a:endParaRPr>
            </a:p>
          </p:txBody>
        </p:sp>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t="3423" b="-3423"/>
            <a:stretch>
              <a:fillRect/>
            </a:stretch>
          </p:blipFill>
          <p:spPr>
            <a:xfrm>
              <a:off x="113733" y="108980"/>
              <a:ext cx="863612" cy="863612"/>
            </a:xfrm>
            <a:prstGeom prst="ellipse">
              <a:avLst/>
            </a:prstGeom>
            <a:ln w="28575" cap="rnd">
              <a:solidFill>
                <a:schemeClr val="bg1"/>
              </a:solidFill>
              <a:prstDash val="solid"/>
            </a:ln>
            <a:effectLst/>
          </p:spPr>
        </p:pic>
      </p:grpSp>
      <p:sp>
        <p:nvSpPr>
          <p:cNvPr id="8" name="文本框 7"/>
          <p:cNvSpPr txBox="1"/>
          <p:nvPr/>
        </p:nvSpPr>
        <p:spPr>
          <a:xfrm>
            <a:off x="4286891" y="3333750"/>
            <a:ext cx="3618230" cy="1476375"/>
          </a:xfrm>
          <a:prstGeom prst="rect">
            <a:avLst/>
          </a:prstGeom>
          <a:noFill/>
        </p:spPr>
        <p:txBody>
          <a:bodyPr wrap="none" rtlCol="0">
            <a:spAutoFit/>
          </a:bodyPr>
          <a:lstStyle/>
          <a:p>
            <a:pPr algn="ctr"/>
            <a:r>
              <a:rPr lang="zh-CN" altLang="en-US" sz="5400" b="1" dirty="0">
                <a:solidFill>
                  <a:srgbClr val="002060"/>
                </a:solidFill>
                <a:latin typeface="钉钉进步体" panose="00020600040101010101" pitchFamily="18" charset="-122"/>
                <a:ea typeface="钉钉进步体" panose="00020600040101010101" pitchFamily="18" charset="-122"/>
              </a:rPr>
              <a:t>期末总复习</a:t>
            </a:r>
            <a:endParaRPr lang="en-US" altLang="zh-CN" sz="5400" b="1" dirty="0">
              <a:solidFill>
                <a:srgbClr val="002060"/>
              </a:solidFill>
              <a:latin typeface="钉钉进步体" panose="00020600040101010101" pitchFamily="18" charset="-122"/>
              <a:ea typeface="钉钉进步体" panose="00020600040101010101" pitchFamily="18" charset="-122"/>
            </a:endParaRPr>
          </a:p>
          <a:p>
            <a:pPr algn="ctr">
              <a:lnSpc>
                <a:spcPct val="150000"/>
              </a:lnSpc>
            </a:pPr>
            <a:r>
              <a:rPr lang="en-US" altLang="zh-CN" sz="2400" b="1" dirty="0">
                <a:solidFill>
                  <a:schemeClr val="bg1">
                    <a:lumMod val="50000"/>
                  </a:schemeClr>
                </a:solidFill>
                <a:latin typeface="钉钉进步体" panose="00020600040101010101" pitchFamily="18" charset="-122"/>
                <a:ea typeface="钉钉进步体" panose="00020600040101010101" pitchFamily="18" charset="-122"/>
              </a:rPr>
              <a:t>louti (bushi</a:t>
            </a:r>
            <a:endParaRPr lang="zh-CN" altLang="en-US" sz="2400" b="1" dirty="0">
              <a:solidFill>
                <a:schemeClr val="bg1">
                  <a:lumMod val="50000"/>
                </a:schemeClr>
              </a:solidFill>
              <a:latin typeface="钉钉进步体" panose="00020600040101010101" pitchFamily="18" charset="-122"/>
              <a:ea typeface="钉钉进步体" panose="00020600040101010101" pitchFamily="18" charset="-122"/>
            </a:endParaRPr>
          </a:p>
        </p:txBody>
      </p:sp>
      <p:sp>
        <p:nvSpPr>
          <p:cNvPr id="9" name="文本框 8"/>
          <p:cNvSpPr txBox="1"/>
          <p:nvPr/>
        </p:nvSpPr>
        <p:spPr>
          <a:xfrm>
            <a:off x="5112068" y="1988457"/>
            <a:ext cx="1967865" cy="829945"/>
          </a:xfrm>
          <a:prstGeom prst="rect">
            <a:avLst/>
          </a:prstGeom>
          <a:noFill/>
        </p:spPr>
        <p:txBody>
          <a:bodyPr wrap="none" rtlCol="0">
            <a:spAutoFit/>
          </a:bodyPr>
          <a:lstStyle/>
          <a:p>
            <a:pPr algn="ctr"/>
            <a:r>
              <a:rPr lang="en-US" altLang="zh-CN" sz="4800" b="1" dirty="0">
                <a:solidFill>
                  <a:srgbClr val="002060"/>
                </a:solidFill>
                <a:latin typeface="Calibri" panose="020F0502020204030204" pitchFamily="34" charset="0"/>
                <a:ea typeface="Calibri" panose="020F0502020204030204" pitchFamily="34" charset="0"/>
                <a:cs typeface="Calibri" panose="020F0502020204030204" pitchFamily="34" charset="0"/>
              </a:rPr>
              <a:t>Part 04</a:t>
            </a:r>
            <a:endParaRPr lang="zh-CN" altLang="en-US" sz="4800" b="1" dirty="0">
              <a:solidFill>
                <a:srgbClr val="002060"/>
              </a:solidFill>
              <a:latin typeface="Calibri" panose="020F0502020204030204" pitchFamily="34" charset="0"/>
              <a:ea typeface="+mj-ea"/>
              <a:cs typeface="Calibri" panose="020F050202020403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sz="3600" dirty="0"/>
              <a:t>考什么？怎么复习？</a:t>
            </a: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custDataLst>
              <p:tags r:id="rId2"/>
            </p:custDataLst>
          </p:nvPr>
        </p:nvPicPr>
        <p:blipFill>
          <a:blip r:embed="rId6"/>
          <a:srcRect l="236" r="1113" b="19667"/>
          <a:stretch>
            <a:fillRect/>
          </a:stretch>
        </p:blipFill>
        <p:spPr>
          <a:xfrm>
            <a:off x="669925" y="1236980"/>
            <a:ext cx="9568180" cy="5509260"/>
          </a:xfrm>
          <a:prstGeom prst="rect">
            <a:avLst/>
          </a:prstGeom>
        </p:spPr>
      </p:pic>
      <p:sp>
        <p:nvSpPr>
          <p:cNvPr id="4" name="矩形 3"/>
          <p:cNvSpPr/>
          <p:nvPr/>
        </p:nvSpPr>
        <p:spPr>
          <a:xfrm>
            <a:off x="957898" y="6162675"/>
            <a:ext cx="10276205" cy="583565"/>
          </a:xfrm>
          <a:prstGeom prst="rect">
            <a:avLst/>
          </a:prstGeom>
          <a:noFill/>
          <a:ln>
            <a:noFill/>
          </a:ln>
        </p:spPr>
        <p:txBody>
          <a:bodyPr wrap="none" rtlCol="0" anchor="t">
            <a:spAutoFit/>
          </a:bodyPr>
          <a:lstStyle/>
          <a:p>
            <a:pPr algn="ctr"/>
            <a:r>
              <a:rPr lang="zh-CN" altLang="en-US" sz="3200" b="1">
                <a:ln w="6600">
                  <a:solidFill>
                    <a:schemeClr val="accent2"/>
                  </a:solidFill>
                  <a:prstDash val="solid"/>
                </a:ln>
                <a:solidFill>
                  <a:srgbClr val="FFFFFF"/>
                </a:solidFill>
                <a:effectLst>
                  <a:outerShdw dist="38100" dir="2700000" algn="tl" rotWithShape="0">
                    <a:schemeClr val="accent2"/>
                  </a:outerShdw>
                </a:effectLst>
              </a:rPr>
              <a:t>复习建议：</a:t>
            </a:r>
            <a:r>
              <a:rPr lang="en-US" altLang="zh-CN" sz="3200" b="1">
                <a:ln w="6600">
                  <a:solidFill>
                    <a:schemeClr val="accent2"/>
                  </a:solidFill>
                  <a:prstDash val="solid"/>
                </a:ln>
                <a:solidFill>
                  <a:srgbClr val="FFFFFF"/>
                </a:solidFill>
                <a:effectLst>
                  <a:outerShdw dist="38100" dir="2700000" algn="tl" rotWithShape="0">
                    <a:schemeClr val="accent2"/>
                  </a:outerShdw>
                </a:effectLst>
              </a:rPr>
              <a:t>PPT &gt; PPT</a:t>
            </a:r>
            <a:r>
              <a:rPr lang="zh-CN" altLang="en-US" sz="3200" b="1">
                <a:ln w="6600">
                  <a:solidFill>
                    <a:schemeClr val="accent2"/>
                  </a:solidFill>
                  <a:prstDash val="solid"/>
                </a:ln>
                <a:solidFill>
                  <a:srgbClr val="FFFFFF"/>
                </a:solidFill>
                <a:effectLst>
                  <a:outerShdw dist="38100" dir="2700000" algn="tl" rotWithShape="0">
                    <a:schemeClr val="accent2"/>
                  </a:outerShdw>
                </a:effectLst>
              </a:rPr>
              <a:t>作业</a:t>
            </a:r>
            <a:r>
              <a:rPr lang="en-US" altLang="zh-CN" sz="3200" b="1">
                <a:ln w="6600">
                  <a:solidFill>
                    <a:schemeClr val="accent2"/>
                  </a:solidFill>
                  <a:prstDash val="solid"/>
                </a:ln>
                <a:solidFill>
                  <a:srgbClr val="FFFFFF"/>
                </a:solidFill>
                <a:effectLst>
                  <a:outerShdw dist="38100" dir="2700000" algn="tl" rotWithShape="0">
                    <a:schemeClr val="accent2"/>
                  </a:outerShdw>
                </a:effectLst>
              </a:rPr>
              <a:t> &gt;&gt; </a:t>
            </a:r>
            <a:r>
              <a:rPr lang="zh-CN" altLang="en-US" sz="3200" b="1">
                <a:ln w="6600">
                  <a:solidFill>
                    <a:schemeClr val="accent2"/>
                  </a:solidFill>
                  <a:prstDash val="solid"/>
                </a:ln>
                <a:solidFill>
                  <a:srgbClr val="FFFFFF"/>
                </a:solidFill>
                <a:effectLst>
                  <a:outerShdw dist="38100" dir="2700000" algn="tl" rotWithShape="0">
                    <a:schemeClr val="accent2"/>
                  </a:outerShdw>
                </a:effectLst>
              </a:rPr>
              <a:t>编程作业</a:t>
            </a:r>
            <a:r>
              <a:rPr lang="en-US" altLang="zh-CN" sz="3200" b="1">
                <a:ln w="6600">
                  <a:solidFill>
                    <a:schemeClr val="accent2"/>
                  </a:solidFill>
                  <a:prstDash val="solid"/>
                </a:ln>
                <a:solidFill>
                  <a:srgbClr val="FFFFFF"/>
                </a:solidFill>
                <a:effectLst>
                  <a:outerShdw dist="38100" dir="2700000" algn="tl" rotWithShape="0">
                    <a:schemeClr val="accent2"/>
                  </a:outerShdw>
                </a:effectLst>
              </a:rPr>
              <a:t> &gt;&gt; C++ Primer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sz="3600" dirty="0"/>
              <a:t>知识清单：</a:t>
            </a:r>
            <a:r>
              <a:rPr lang="en-US" altLang="zh-CN" sz="3600" dirty="0"/>
              <a:t>From</a:t>
            </a:r>
            <a:r>
              <a:rPr lang="zh-CN" altLang="en-US" sz="3600" dirty="0"/>
              <a:t>期末安排与复习大纲</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669925" y="1188720"/>
            <a:ext cx="8497570" cy="5631180"/>
          </a:xfrm>
          <a:prstGeom prst="rect">
            <a:avLst/>
          </a:prstGeom>
          <a:noFill/>
        </p:spPr>
        <p:txBody>
          <a:bodyPr wrap="square" rtlCol="0">
            <a:spAutoFit/>
          </a:bodyPr>
          <a:lstStyle/>
          <a:p>
            <a:pPr marL="285750" indent="-285750">
              <a:buFont typeface="Arial" panose="020B0604020202090204" pitchFamily="34" charset="0"/>
              <a:buChar char="•"/>
            </a:pPr>
            <a:r>
              <a:rPr lang="zh-CN" altLang="en-US" dirty="0"/>
              <a:t>第</a:t>
            </a:r>
            <a:r>
              <a:rPr lang="en-US" altLang="zh-CN" dirty="0"/>
              <a:t>02</a:t>
            </a:r>
            <a:r>
              <a:rPr lang="zh-CN" altLang="en-US" dirty="0"/>
              <a:t>模块</a:t>
            </a:r>
            <a:r>
              <a:rPr lang="en-US" altLang="zh-CN" dirty="0"/>
              <a:t> </a:t>
            </a:r>
            <a:r>
              <a:rPr lang="zh-CN" altLang="en-US" dirty="0"/>
              <a:t>基础知识：全看、反复看</a:t>
            </a:r>
          </a:p>
          <a:p>
            <a:pPr marL="742950" lvl="1" indent="-285750">
              <a:buFont typeface="Arial" panose="020B0604020202090204" pitchFamily="34" charset="0"/>
              <a:buChar char="•"/>
            </a:pPr>
            <a:r>
              <a:rPr lang="zh-CN" altLang="en-US" dirty="0"/>
              <a:t>进制转换（</a:t>
            </a:r>
            <a:r>
              <a:rPr lang="en-US" altLang="zh-CN" dirty="0"/>
              <a:t>10</a:t>
            </a:r>
            <a:r>
              <a:rPr lang="zh-CN" altLang="en-US" dirty="0"/>
              <a:t>转</a:t>
            </a:r>
            <a:r>
              <a:rPr lang="en-US" altLang="zh-CN" dirty="0"/>
              <a:t>2</a:t>
            </a:r>
            <a:r>
              <a:rPr lang="zh-CN" altLang="en-US" dirty="0">
                <a:ea typeface="宋体" charset="0"/>
              </a:rPr>
              <a:t>、</a:t>
            </a:r>
            <a:r>
              <a:rPr lang="en-US" altLang="zh-CN" dirty="0">
                <a:ea typeface="宋体" charset="0"/>
              </a:rPr>
              <a:t>8</a:t>
            </a:r>
            <a:r>
              <a:rPr lang="zh-CN" altLang="en-US" dirty="0">
                <a:ea typeface="宋体" charset="0"/>
              </a:rPr>
              <a:t>、</a:t>
            </a:r>
            <a:r>
              <a:rPr lang="en-US" altLang="zh-CN" dirty="0">
                <a:ea typeface="宋体" charset="0"/>
              </a:rPr>
              <a:t>16</a:t>
            </a:r>
            <a:r>
              <a:rPr lang="zh-CN" altLang="en-US" dirty="0">
                <a:ea typeface="宋体" charset="0"/>
              </a:rPr>
              <a:t>，</a:t>
            </a:r>
            <a:r>
              <a:rPr lang="en-US" altLang="zh-CN" dirty="0">
                <a:ea typeface="宋体" charset="0"/>
              </a:rPr>
              <a:t>2</a:t>
            </a:r>
            <a:r>
              <a:rPr lang="zh-CN" altLang="en-US" dirty="0">
                <a:ea typeface="宋体" charset="0"/>
              </a:rPr>
              <a:t>和</a:t>
            </a:r>
            <a:r>
              <a:rPr lang="en-US" altLang="zh-CN" dirty="0">
                <a:ea typeface="宋体" charset="0"/>
              </a:rPr>
              <a:t>10</a:t>
            </a:r>
            <a:r>
              <a:rPr lang="zh-CN" altLang="en-US" dirty="0">
                <a:ea typeface="宋体" charset="0"/>
              </a:rPr>
              <a:t>之间转要考虑小数</a:t>
            </a:r>
            <a:r>
              <a:rPr lang="zh-CN" altLang="en-US" dirty="0"/>
              <a:t>）</a:t>
            </a:r>
          </a:p>
          <a:p>
            <a:pPr marL="742950" lvl="1" indent="-285750">
              <a:buFont typeface="Arial" panose="020B0604020202090204" pitchFamily="34" charset="0"/>
              <a:buChar char="•"/>
            </a:pPr>
            <a:r>
              <a:rPr lang="zh-CN" altLang="en-US" dirty="0"/>
              <a:t>数据类型（记得不同数据类型的大小）</a:t>
            </a:r>
          </a:p>
          <a:p>
            <a:pPr marL="1200150" lvl="2" indent="-285750">
              <a:buFont typeface="Arial" panose="020B0604020202090204" pitchFamily="34" charset="0"/>
              <a:buChar char="•"/>
            </a:pPr>
            <a:r>
              <a:rPr lang="zh-CN" altLang="en-US" dirty="0"/>
              <a:t>整型：原码补码、赋值（短赋长</a:t>
            </a:r>
            <a:r>
              <a:rPr lang="en-US" altLang="zh-CN" dirty="0"/>
              <a:t>/</a:t>
            </a:r>
            <a:r>
              <a:rPr lang="zh-CN" altLang="en-US" dirty="0"/>
              <a:t>长赋短，有符号无符号）</a:t>
            </a:r>
          </a:p>
          <a:p>
            <a:pPr marL="1200150" lvl="2" indent="-285750">
              <a:buFont typeface="Arial" panose="020B0604020202090204" pitchFamily="34" charset="0"/>
              <a:buChar char="•"/>
            </a:pPr>
            <a:r>
              <a:rPr lang="zh-CN" altLang="en-US" dirty="0"/>
              <a:t>浮点型：见浮点数部分</a:t>
            </a:r>
            <a:r>
              <a:rPr lang="en-US" altLang="zh-CN" dirty="0"/>
              <a:t> IEE754 </a:t>
            </a:r>
            <a:r>
              <a:rPr lang="zh-CN" altLang="en-US" dirty="0"/>
              <a:t>作业（不一定懂，但一定要会用）；浮点数有误差，多于精度的位数为不可信，作业中出现过</a:t>
            </a:r>
          </a:p>
          <a:p>
            <a:pPr marL="1200150" lvl="2" indent="-285750">
              <a:buFont typeface="Arial" panose="020B0604020202090204" pitchFamily="34" charset="0"/>
              <a:buChar char="•"/>
            </a:pPr>
            <a:r>
              <a:rPr lang="zh-CN" altLang="en-US" dirty="0"/>
              <a:t>字符型：</a:t>
            </a:r>
            <a:r>
              <a:rPr lang="en-US" altLang="zh-CN" dirty="0"/>
              <a:t>ASCII</a:t>
            </a:r>
            <a:r>
              <a:rPr lang="zh-CN" altLang="en-US" dirty="0"/>
              <a:t>码：</a:t>
            </a:r>
            <a:r>
              <a:rPr lang="en-US" altLang="zh-CN" dirty="0"/>
              <a:t>’0’</a:t>
            </a:r>
            <a:r>
              <a:rPr lang="zh-CN" altLang="en-US" dirty="0">
                <a:ea typeface="宋体" charset="0"/>
              </a:rPr>
              <a:t>、</a:t>
            </a:r>
            <a:r>
              <a:rPr lang="en-US" altLang="zh-CN" dirty="0"/>
              <a:t>’ ’</a:t>
            </a:r>
            <a:r>
              <a:rPr lang="zh-CN" altLang="en-US" dirty="0">
                <a:ea typeface="宋体" charset="0"/>
              </a:rPr>
              <a:t>、</a:t>
            </a:r>
            <a:r>
              <a:rPr lang="en-US" altLang="zh-CN" dirty="0"/>
              <a:t>’A’</a:t>
            </a:r>
            <a:r>
              <a:rPr lang="zh-CN" altLang="en-US" dirty="0">
                <a:ea typeface="宋体" charset="0"/>
              </a:rPr>
              <a:t>、</a:t>
            </a:r>
            <a:r>
              <a:rPr lang="en-US" altLang="zh-CN" dirty="0"/>
              <a:t>’a’</a:t>
            </a:r>
            <a:r>
              <a:rPr lang="zh-CN" altLang="en-US" dirty="0">
                <a:ea typeface="宋体" charset="0"/>
              </a:rPr>
              <a:t>；转义字符</a:t>
            </a:r>
            <a:r>
              <a:rPr lang="en-US" altLang="zh-CN" dirty="0">
                <a:ea typeface="宋体" charset="0"/>
              </a:rPr>
              <a:t>’0x41’</a:t>
            </a:r>
            <a:r>
              <a:rPr lang="zh-CN" altLang="en-US" dirty="0">
                <a:ea typeface="宋体" charset="0"/>
              </a:rPr>
              <a:t>，</a:t>
            </a:r>
            <a:r>
              <a:rPr lang="en-US" altLang="zh-CN" dirty="0">
                <a:ea typeface="宋体" charset="0"/>
              </a:rPr>
              <a:t>’\101’</a:t>
            </a:r>
            <a:r>
              <a:rPr lang="zh-CN" altLang="en-US" dirty="0">
                <a:ea typeface="宋体" charset="0"/>
              </a:rPr>
              <a:t>都代表</a:t>
            </a:r>
            <a:r>
              <a:rPr lang="en-US" altLang="zh-CN" dirty="0">
                <a:ea typeface="宋体" charset="0"/>
              </a:rPr>
              <a:t> ’A’</a:t>
            </a:r>
          </a:p>
          <a:p>
            <a:pPr marL="1200150" lvl="2" indent="-285750">
              <a:buFont typeface="Arial" panose="020B0604020202090204" pitchFamily="34" charset="0"/>
              <a:buChar char="•"/>
            </a:pPr>
            <a:r>
              <a:rPr lang="zh-CN" altLang="en-US" dirty="0">
                <a:ea typeface="宋体" charset="0"/>
              </a:rPr>
              <a:t>字符串常量</a:t>
            </a:r>
          </a:p>
          <a:p>
            <a:pPr marL="742950" lvl="1" indent="-285750">
              <a:buFont typeface="Arial" panose="020B0604020202090204" pitchFamily="34" charset="0"/>
              <a:buChar char="•"/>
            </a:pPr>
            <a:r>
              <a:rPr lang="zh-CN" altLang="en-US" dirty="0">
                <a:ea typeface="宋体" charset="0"/>
              </a:rPr>
              <a:t>运算和表达式</a:t>
            </a:r>
          </a:p>
          <a:p>
            <a:pPr marL="1200150" lvl="2" indent="-285750">
              <a:buFont typeface="Arial" panose="020B0604020202090204" pitchFamily="34" charset="0"/>
              <a:buChar char="•"/>
            </a:pPr>
            <a:r>
              <a:rPr lang="zh-CN" altLang="en-US" dirty="0">
                <a:ea typeface="宋体" charset="0"/>
              </a:rPr>
              <a:t>运算符</a:t>
            </a:r>
            <a:r>
              <a:rPr lang="en-US" altLang="zh-CN" dirty="0">
                <a:ea typeface="宋体" charset="0"/>
              </a:rPr>
              <a:t> + - * / %</a:t>
            </a:r>
            <a:r>
              <a:rPr lang="zh-CN" altLang="en-US" dirty="0">
                <a:ea typeface="宋体" charset="0"/>
              </a:rPr>
              <a:t>（</a:t>
            </a:r>
            <a:r>
              <a:rPr lang="en-US" altLang="zh-CN" dirty="0">
                <a:highlight>
                  <a:srgbClr val="6AB5FF"/>
                </a:highlight>
                <a:ea typeface="宋体" charset="0"/>
              </a:rPr>
              <a:t>%</a:t>
            </a:r>
            <a:r>
              <a:rPr lang="zh-CN" altLang="en-US" dirty="0">
                <a:highlight>
                  <a:srgbClr val="6AB5FF"/>
                </a:highlight>
                <a:ea typeface="宋体" charset="0"/>
              </a:rPr>
              <a:t>运算只能整数参与</a:t>
            </a:r>
            <a:r>
              <a:rPr lang="zh-CN" altLang="en-US" dirty="0">
                <a:ea typeface="宋体" charset="0"/>
              </a:rPr>
              <a:t>）</a:t>
            </a:r>
          </a:p>
          <a:p>
            <a:pPr marL="1200150" lvl="2" indent="-285750">
              <a:buFont typeface="Arial" panose="020B0604020202090204" pitchFamily="34" charset="0"/>
              <a:buChar char="•"/>
            </a:pPr>
            <a:r>
              <a:rPr lang="zh-CN" altLang="en-US" dirty="0">
                <a:ea typeface="宋体" charset="0"/>
              </a:rPr>
              <a:t>自增自减、前缀后缀（</a:t>
            </a:r>
            <a:r>
              <a:rPr lang="zh-CN" altLang="en-US" b="1" dirty="0">
                <a:solidFill>
                  <a:srgbClr val="FF0000"/>
                </a:solidFill>
                <a:ea typeface="宋体" charset="0"/>
              </a:rPr>
              <a:t>考试里面会多次出现</a:t>
            </a:r>
            <a:r>
              <a:rPr lang="zh-CN" altLang="en-US" dirty="0">
                <a:ea typeface="宋体" charset="0"/>
              </a:rPr>
              <a:t>）</a:t>
            </a:r>
          </a:p>
          <a:p>
            <a:pPr marL="1657350" lvl="3" indent="-285750">
              <a:buFont typeface="Arial" panose="020B0604020202090204" pitchFamily="34" charset="0"/>
              <a:buChar char="•"/>
            </a:pPr>
            <a:r>
              <a:rPr lang="en-US" altLang="zh-CN" dirty="0">
                <a:ea typeface="宋体" charset="0"/>
              </a:rPr>
              <a:t>int a = 1, b = 2; int c = b++, d = ++b; </a:t>
            </a:r>
            <a:r>
              <a:rPr lang="en-US" altLang="zh-CN" dirty="0" err="1">
                <a:ea typeface="宋体" charset="0"/>
              </a:rPr>
              <a:t>cout</a:t>
            </a:r>
            <a:r>
              <a:rPr lang="en-US" altLang="zh-CN" dirty="0">
                <a:ea typeface="宋体" charset="0"/>
              </a:rPr>
              <a:t> &lt;&lt; “c : ” &lt;&lt; c &lt;&lt; “\n” &lt;&lt; “d : ” &lt;&lt; d &lt;&lt; </a:t>
            </a:r>
            <a:r>
              <a:rPr lang="en-US" altLang="zh-CN" dirty="0" err="1">
                <a:ea typeface="宋体" charset="0"/>
              </a:rPr>
              <a:t>endl</a:t>
            </a:r>
            <a:r>
              <a:rPr lang="en-US" altLang="zh-CN" dirty="0">
                <a:ea typeface="宋体" charset="0"/>
              </a:rPr>
              <a:t>;</a:t>
            </a:r>
          </a:p>
          <a:p>
            <a:pPr marL="1200150" lvl="2" indent="-285750">
              <a:buFont typeface="Arial" panose="020B0604020202090204" pitchFamily="34" charset="0"/>
              <a:buChar char="•"/>
            </a:pPr>
            <a:r>
              <a:rPr lang="zh-CN" altLang="en-US" dirty="0">
                <a:ea typeface="宋体" charset="0"/>
              </a:rPr>
              <a:t>赋值运算符</a:t>
            </a:r>
            <a:r>
              <a:rPr lang="en-US" altLang="zh-CN" dirty="0">
                <a:ea typeface="宋体" charset="0"/>
              </a:rPr>
              <a:t> =</a:t>
            </a:r>
            <a:r>
              <a:rPr lang="zh-CN" altLang="en-US" dirty="0">
                <a:ea typeface="宋体" charset="0"/>
              </a:rPr>
              <a:t>，</a:t>
            </a:r>
            <a:r>
              <a:rPr lang="en-US" altLang="zh-CN" dirty="0">
                <a:ea typeface="宋体" charset="0"/>
              </a:rPr>
              <a:t> +=</a:t>
            </a:r>
            <a:r>
              <a:rPr lang="zh-CN" altLang="en-US" dirty="0">
                <a:ea typeface="宋体" charset="0"/>
              </a:rPr>
              <a:t>，</a:t>
            </a:r>
            <a:r>
              <a:rPr lang="en-US" altLang="zh-CN" dirty="0">
                <a:ea typeface="宋体" charset="0"/>
              </a:rPr>
              <a:t> *=</a:t>
            </a:r>
            <a:r>
              <a:rPr lang="zh-CN" altLang="en-US" dirty="0">
                <a:ea typeface="宋体" charset="0"/>
              </a:rPr>
              <a:t>，</a:t>
            </a:r>
            <a:r>
              <a:rPr lang="en-US" altLang="zh-CN" dirty="0">
                <a:ea typeface="宋体" charset="0"/>
              </a:rPr>
              <a:t>-=</a:t>
            </a:r>
            <a:r>
              <a:rPr lang="zh-CN" altLang="en-US" dirty="0">
                <a:ea typeface="宋体" charset="0"/>
              </a:rPr>
              <a:t>，</a:t>
            </a:r>
            <a:r>
              <a:rPr lang="en-US" altLang="zh-CN" dirty="0">
                <a:ea typeface="宋体" charset="0"/>
              </a:rPr>
              <a:t> /=</a:t>
            </a:r>
            <a:r>
              <a:rPr lang="zh-CN" altLang="en-US" dirty="0">
                <a:ea typeface="宋体" charset="0"/>
              </a:rPr>
              <a:t>，</a:t>
            </a:r>
            <a:r>
              <a:rPr lang="en-US" altLang="zh-CN" dirty="0">
                <a:ea typeface="宋体" charset="0"/>
              </a:rPr>
              <a:t> %=</a:t>
            </a:r>
          </a:p>
          <a:p>
            <a:pPr marL="1657350" lvl="3" indent="-285750">
              <a:buFont typeface="Arial" panose="020B0604020202090204" pitchFamily="34" charset="0"/>
              <a:buChar char="•"/>
            </a:pPr>
            <a:r>
              <a:rPr lang="zh-CN" altLang="en-US" b="1" dirty="0">
                <a:solidFill>
                  <a:srgbClr val="FF0000"/>
                </a:solidFill>
                <a:ea typeface="宋体" charset="0"/>
              </a:rPr>
              <a:t>转换规则</a:t>
            </a:r>
            <a:r>
              <a:rPr lang="zh-CN" altLang="en-US" dirty="0">
                <a:solidFill>
                  <a:schemeClr val="tx1"/>
                </a:solidFill>
                <a:ea typeface="宋体" charset="0"/>
              </a:rPr>
              <a:t>：</a:t>
            </a:r>
            <a:endParaRPr lang="zh-CN" altLang="en-US" b="1" dirty="0">
              <a:solidFill>
                <a:srgbClr val="FF0000"/>
              </a:solidFill>
              <a:ea typeface="宋体" charset="0"/>
            </a:endParaRPr>
          </a:p>
          <a:p>
            <a:pPr marL="1200150" lvl="2" indent="-285750">
              <a:buFont typeface="Arial" panose="020B0604020202090204" pitchFamily="34" charset="0"/>
              <a:buChar char="•"/>
            </a:pPr>
            <a:r>
              <a:rPr lang="zh-CN" altLang="en-US" dirty="0"/>
              <a:t>混合表达式求值（</a:t>
            </a:r>
            <a:r>
              <a:rPr lang="zh-CN" altLang="en-US" b="1" dirty="0">
                <a:solidFill>
                  <a:srgbClr val="FF0000"/>
                </a:solidFill>
              </a:rPr>
              <a:t>本质是优先级与结合性！优先级与结合型十颗星，多次出现</a:t>
            </a:r>
            <a:r>
              <a:rPr lang="zh-CN" altLang="en-US" dirty="0"/>
              <a:t>）</a:t>
            </a:r>
          </a:p>
          <a:p>
            <a:pPr marL="1200150" lvl="2" indent="-285750">
              <a:buFont typeface="Arial" panose="020B0604020202090204" pitchFamily="34" charset="0"/>
              <a:buChar char="•"/>
            </a:pPr>
            <a:r>
              <a:rPr lang="zh-CN" altLang="en-US" dirty="0"/>
              <a:t>运算过程中的整型提升（作业和</a:t>
            </a:r>
            <a:r>
              <a:rPr lang="en-US" altLang="zh-CN" dirty="0"/>
              <a:t>ppt</a:t>
            </a:r>
            <a:r>
              <a:rPr lang="zh-CN" altLang="en-US" dirty="0"/>
              <a:t>都有）</a:t>
            </a:r>
          </a:p>
          <a:p>
            <a:pPr marL="742950" lvl="1" indent="-285750">
              <a:buFont typeface="Arial" panose="020B0604020202090204" pitchFamily="34" charset="0"/>
              <a:buChar char="•"/>
            </a:pPr>
            <a:endParaRPr lang="zh-CN" altLang="en-US" dirty="0"/>
          </a:p>
          <a:p>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sz="3600" dirty="0"/>
              <a:t>优先级与结合性</a:t>
            </a:r>
          </a:p>
        </p:txBody>
      </p:sp>
      <p:pic>
        <p:nvPicPr>
          <p:cNvPr id="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custDataLst>
              <p:tags r:id="rId2"/>
            </p:custDataLst>
          </p:nvPr>
        </p:nvPicPr>
        <p:blipFill>
          <a:blip r:embed="rId8"/>
          <a:stretch>
            <a:fillRect/>
          </a:stretch>
        </p:blipFill>
        <p:spPr>
          <a:xfrm>
            <a:off x="743585" y="1213485"/>
            <a:ext cx="4773295" cy="4874895"/>
          </a:xfrm>
          <a:prstGeom prst="rect">
            <a:avLst/>
          </a:prstGeom>
        </p:spPr>
      </p:pic>
      <p:pic>
        <p:nvPicPr>
          <p:cNvPr id="7" name="图片 6"/>
          <p:cNvPicPr>
            <a:picLocks noChangeAspect="1"/>
          </p:cNvPicPr>
          <p:nvPr>
            <p:custDataLst>
              <p:tags r:id="rId3"/>
            </p:custDataLst>
          </p:nvPr>
        </p:nvPicPr>
        <p:blipFill>
          <a:blip r:embed="rId9"/>
          <a:stretch>
            <a:fillRect/>
          </a:stretch>
        </p:blipFill>
        <p:spPr>
          <a:xfrm>
            <a:off x="5817235" y="1388110"/>
            <a:ext cx="3814445" cy="4874895"/>
          </a:xfrm>
          <a:prstGeom prst="rect">
            <a:avLst/>
          </a:prstGeom>
        </p:spPr>
      </p:pic>
      <p:pic>
        <p:nvPicPr>
          <p:cNvPr id="8" name="图片 7"/>
          <p:cNvPicPr>
            <a:picLocks noChangeAspect="1"/>
          </p:cNvPicPr>
          <p:nvPr>
            <p:custDataLst>
              <p:tags r:id="rId4"/>
            </p:custDataLst>
          </p:nvPr>
        </p:nvPicPr>
        <p:blipFill>
          <a:blip r:embed="rId10"/>
          <a:stretch>
            <a:fillRect/>
          </a:stretch>
        </p:blipFill>
        <p:spPr>
          <a:xfrm>
            <a:off x="6149975" y="6263005"/>
            <a:ext cx="3148330" cy="6121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sz="3600" dirty="0"/>
              <a:t>知识清单：</a:t>
            </a:r>
            <a:r>
              <a:rPr lang="en-US" altLang="zh-CN" sz="3600" dirty="0"/>
              <a:t>From</a:t>
            </a:r>
            <a:r>
              <a:rPr lang="zh-CN" altLang="en-US" sz="3600" dirty="0"/>
              <a:t>期末安排与复习大纲</a:t>
            </a:r>
          </a:p>
        </p:txBody>
      </p:sp>
      <p:pic>
        <p:nvPicPr>
          <p:cNvPr id="5"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custDataLst>
              <p:tags r:id="rId2"/>
            </p:custDataLst>
          </p:nvPr>
        </p:nvSpPr>
        <p:spPr>
          <a:xfrm>
            <a:off x="669925" y="1188720"/>
            <a:ext cx="4064000" cy="645160"/>
          </a:xfrm>
          <a:prstGeom prst="rect">
            <a:avLst/>
          </a:prstGeom>
          <a:noFill/>
        </p:spPr>
        <p:txBody>
          <a:bodyPr wrap="square" rtlCol="0">
            <a:spAutoFit/>
          </a:bodyPr>
          <a:lstStyle/>
          <a:p>
            <a:pPr marL="285750" indent="-285750">
              <a:buFont typeface="Arial" panose="020B0604020202090204" pitchFamily="34" charset="0"/>
              <a:buChar char="•"/>
            </a:pPr>
            <a:r>
              <a:rPr lang="zh-CN" altLang="en-US"/>
              <a:t>第</a:t>
            </a:r>
            <a:r>
              <a:rPr lang="en-US" altLang="zh-CN"/>
              <a:t>03</a:t>
            </a:r>
            <a:r>
              <a:rPr lang="zh-CN" altLang="en-US"/>
              <a:t>模块</a:t>
            </a:r>
            <a:r>
              <a:rPr lang="en-US" altLang="zh-CN"/>
              <a:t> </a:t>
            </a:r>
            <a:r>
              <a:rPr lang="zh-CN" altLang="en-US"/>
              <a:t>变量：全看、反复看</a:t>
            </a:r>
          </a:p>
          <a:p>
            <a:endParaRPr lang="zh-CN" altLang="en-US"/>
          </a:p>
        </p:txBody>
      </p:sp>
      <p:pic>
        <p:nvPicPr>
          <p:cNvPr id="4" name="图片 3"/>
          <p:cNvPicPr>
            <a:picLocks noChangeAspect="1"/>
          </p:cNvPicPr>
          <p:nvPr>
            <p:custDataLst>
              <p:tags r:id="rId3"/>
            </p:custDataLst>
          </p:nvPr>
        </p:nvPicPr>
        <p:blipFill>
          <a:blip r:embed="rId10"/>
          <a:stretch>
            <a:fillRect/>
          </a:stretch>
        </p:blipFill>
        <p:spPr>
          <a:xfrm>
            <a:off x="669925" y="1755775"/>
            <a:ext cx="6819900" cy="3997325"/>
          </a:xfrm>
          <a:prstGeom prst="rect">
            <a:avLst/>
          </a:prstGeom>
        </p:spPr>
      </p:pic>
      <p:pic>
        <p:nvPicPr>
          <p:cNvPr id="7" name="图片 6"/>
          <p:cNvPicPr>
            <a:picLocks noChangeAspect="1"/>
          </p:cNvPicPr>
          <p:nvPr>
            <p:custDataLst>
              <p:tags r:id="rId4"/>
            </p:custDataLst>
          </p:nvPr>
        </p:nvPicPr>
        <p:blipFill>
          <a:blip r:embed="rId11"/>
          <a:stretch>
            <a:fillRect/>
          </a:stretch>
        </p:blipFill>
        <p:spPr>
          <a:xfrm>
            <a:off x="6122035" y="1755775"/>
            <a:ext cx="3789680" cy="4103370"/>
          </a:xfrm>
          <a:prstGeom prst="rect">
            <a:avLst/>
          </a:prstGeom>
        </p:spPr>
      </p:pic>
      <p:pic>
        <p:nvPicPr>
          <p:cNvPr id="8" name="图片 7" descr="21595295"/>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986780" y="5401945"/>
            <a:ext cx="293370" cy="293370"/>
          </a:xfrm>
          <a:prstGeom prst="rect">
            <a:avLst/>
          </a:prstGeom>
        </p:spPr>
      </p:pic>
      <p:pic>
        <p:nvPicPr>
          <p:cNvPr id="9" name="图片 8" descr="21595295"/>
          <p:cNvPicPr>
            <a:picLocks noChangeAspect="1"/>
          </p:cNvPicPr>
          <p:nvPr>
            <p:custDataLst>
              <p:tags r:id="rId5"/>
            </p:custDataLst>
          </p:nvPr>
        </p:nvPicPr>
        <p:blipFill>
          <a:blip r:embed="rId12">
            <a:extLst>
              <a:ext uri="{96DAC541-7B7A-43D3-8B79-37D633B846F1}">
                <asvg:svgBlip xmlns:asvg="http://schemas.microsoft.com/office/drawing/2016/SVG/main" r:embed="rId13"/>
              </a:ext>
            </a:extLst>
          </a:blip>
          <a:stretch>
            <a:fillRect/>
          </a:stretch>
        </p:blipFill>
        <p:spPr>
          <a:xfrm>
            <a:off x="5725160" y="5403215"/>
            <a:ext cx="293370" cy="293370"/>
          </a:xfrm>
          <a:prstGeom prst="rect">
            <a:avLst/>
          </a:prstGeom>
        </p:spPr>
      </p:pic>
      <p:pic>
        <p:nvPicPr>
          <p:cNvPr id="10" name="图片 9" descr="21595295"/>
          <p:cNvPicPr>
            <a:picLocks noChangeAspect="1"/>
          </p:cNvPicPr>
          <p:nvPr>
            <p:custDataLst>
              <p:tags r:id="rId6"/>
            </p:custDataLst>
          </p:nvPr>
        </p:nvPicPr>
        <p:blipFill>
          <a:blip r:embed="rId12">
            <a:extLst>
              <a:ext uri="{96DAC541-7B7A-43D3-8B79-37D633B846F1}">
                <asvg:svgBlip xmlns:asvg="http://schemas.microsoft.com/office/drawing/2016/SVG/main" r:embed="rId13"/>
              </a:ext>
            </a:extLst>
          </a:blip>
          <a:stretch>
            <a:fillRect/>
          </a:stretch>
        </p:blipFill>
        <p:spPr>
          <a:xfrm>
            <a:off x="5440680" y="5404485"/>
            <a:ext cx="293370" cy="29337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sz="3600" dirty="0"/>
              <a:t>知识清单：</a:t>
            </a:r>
            <a:r>
              <a:rPr lang="en-US" altLang="zh-CN" sz="3600" dirty="0"/>
              <a:t>From</a:t>
            </a:r>
            <a:r>
              <a:rPr lang="zh-CN" altLang="en-US" sz="3600" dirty="0"/>
              <a:t>期末安排与复习大纲</a:t>
            </a:r>
          </a:p>
        </p:txBody>
      </p:sp>
      <p:pic>
        <p:nvPicPr>
          <p:cNvPr id="5"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custDataLst>
              <p:tags r:id="rId2"/>
            </p:custDataLst>
          </p:nvPr>
        </p:nvSpPr>
        <p:spPr>
          <a:xfrm>
            <a:off x="669925" y="1188720"/>
            <a:ext cx="6892290" cy="1753235"/>
          </a:xfrm>
          <a:prstGeom prst="rect">
            <a:avLst/>
          </a:prstGeom>
          <a:noFill/>
        </p:spPr>
        <p:txBody>
          <a:bodyPr wrap="square" rtlCol="0">
            <a:spAutoFit/>
          </a:bodyPr>
          <a:lstStyle/>
          <a:p>
            <a:pPr marL="342900" indent="-342900">
              <a:buFont typeface="Arial" panose="020B0604020202090204" pitchFamily="34" charset="0"/>
              <a:buChar char="•"/>
            </a:pPr>
            <a:r>
              <a:rPr lang="zh-CN" altLang="en-US"/>
              <a:t>第</a:t>
            </a:r>
            <a:r>
              <a:rPr lang="en-US" altLang="zh-CN"/>
              <a:t>04</a:t>
            </a:r>
            <a:r>
              <a:rPr lang="zh-CN" altLang="en-US"/>
              <a:t>模块</a:t>
            </a:r>
            <a:r>
              <a:rPr lang="en-US" altLang="zh-CN"/>
              <a:t> </a:t>
            </a:r>
            <a:r>
              <a:rPr lang="zh-CN" altLang="en-US"/>
              <a:t>函数：程序理解能力</a:t>
            </a:r>
          </a:p>
          <a:p>
            <a:pPr marL="800100" lvl="1" indent="-342900">
              <a:buFont typeface="Arial" panose="020B0604020202090204" pitchFamily="34" charset="0"/>
              <a:buChar char="•"/>
            </a:pPr>
            <a:r>
              <a:rPr lang="zh-CN" altLang="en-US"/>
              <a:t>递归函数：读、写</a:t>
            </a:r>
          </a:p>
          <a:p>
            <a:pPr marL="800100" lvl="1" indent="-342900">
              <a:buFont typeface="Arial" panose="020B0604020202090204" pitchFamily="34" charset="0"/>
              <a:buChar char="•"/>
            </a:pPr>
            <a:r>
              <a:rPr lang="zh-CN" altLang="en-US"/>
              <a:t>新的变量类型，变量的生存期、作用域（同名问题）</a:t>
            </a:r>
          </a:p>
          <a:p>
            <a:pPr lvl="1" indent="0">
              <a:buFont typeface="Arial" panose="020B0604020202090204" pitchFamily="34" charset="0"/>
              <a:buNone/>
            </a:pPr>
            <a:endParaRPr lang="zh-CN" altLang="en-US"/>
          </a:p>
          <a:p>
            <a:pPr marL="800100" lvl="1" indent="-342900">
              <a:buFont typeface="Arial" panose="020B0604020202090204" pitchFamily="34" charset="0"/>
              <a:buChar char="•"/>
            </a:pPr>
            <a:endParaRPr lang="zh-CN" altLang="en-US"/>
          </a:p>
          <a:p>
            <a:endParaRPr lang="zh-CN" altLang="en-US"/>
          </a:p>
        </p:txBody>
      </p:sp>
      <p:pic>
        <p:nvPicPr>
          <p:cNvPr id="4" name="图片 3"/>
          <p:cNvPicPr>
            <a:picLocks noChangeAspect="1"/>
          </p:cNvPicPr>
          <p:nvPr>
            <p:custDataLst>
              <p:tags r:id="rId3"/>
            </p:custDataLst>
          </p:nvPr>
        </p:nvPicPr>
        <p:blipFill>
          <a:blip r:embed="rId7"/>
          <a:stretch>
            <a:fillRect/>
          </a:stretch>
        </p:blipFill>
        <p:spPr>
          <a:xfrm>
            <a:off x="1532255" y="2179320"/>
            <a:ext cx="5372100" cy="21717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sz="3600" dirty="0"/>
              <a:t>例题</a:t>
            </a: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custDataLst>
              <p:tags r:id="rId2"/>
            </p:custDataLst>
          </p:nvPr>
        </p:nvPicPr>
        <p:blipFill>
          <a:blip r:embed="rId6"/>
          <a:stretch>
            <a:fillRect/>
          </a:stretch>
        </p:blipFill>
        <p:spPr>
          <a:xfrm>
            <a:off x="669925" y="1028700"/>
            <a:ext cx="10198100" cy="5829300"/>
          </a:xfrm>
          <a:prstGeom prst="rect">
            <a:avLst/>
          </a:prstGeom>
        </p:spPr>
      </p:pic>
      <p:sp>
        <p:nvSpPr>
          <p:cNvPr id="7" name="文本框 6"/>
          <p:cNvSpPr txBox="1"/>
          <p:nvPr/>
        </p:nvSpPr>
        <p:spPr>
          <a:xfrm>
            <a:off x="8742045" y="2629535"/>
            <a:ext cx="3257550" cy="829945"/>
          </a:xfrm>
          <a:prstGeom prst="rect">
            <a:avLst/>
          </a:prstGeom>
          <a:noFill/>
        </p:spPr>
        <p:txBody>
          <a:bodyPr wrap="square" rtlCol="0">
            <a:spAutoFit/>
          </a:bodyPr>
          <a:lstStyle/>
          <a:p>
            <a:r>
              <a:rPr lang="zh-CN" altLang="en-US" sz="2400">
                <a:solidFill>
                  <a:srgbClr val="FF0000"/>
                </a:solidFill>
              </a:rPr>
              <a:t>能看懂左侧代码，并能用它来分析</a:t>
            </a:r>
            <a:r>
              <a:rPr lang="en-US" altLang="zh-CN" sz="2400">
                <a:solidFill>
                  <a:srgbClr val="FF0000"/>
                </a:solidFill>
              </a:rPr>
              <a:t>IEE754</a:t>
            </a:r>
            <a:r>
              <a:rPr lang="zh-CN" altLang="en-US" sz="2400">
                <a:solidFill>
                  <a:srgbClr val="FF0000"/>
                </a:solidFill>
                <a:ea typeface="宋体" charset="0"/>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sz="3600" dirty="0"/>
              <a:t>例题</a:t>
            </a:r>
          </a:p>
        </p:txBody>
      </p:sp>
      <p:pic>
        <p:nvPicPr>
          <p:cNvPr id="5"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custDataLst>
              <p:tags r:id="rId2"/>
            </p:custDataLst>
          </p:nvPr>
        </p:nvPicPr>
        <p:blipFill>
          <a:blip r:embed="rId7"/>
          <a:stretch>
            <a:fillRect/>
          </a:stretch>
        </p:blipFill>
        <p:spPr>
          <a:xfrm>
            <a:off x="669925" y="1186815"/>
            <a:ext cx="9232900" cy="5232400"/>
          </a:xfrm>
          <a:prstGeom prst="rect">
            <a:avLst/>
          </a:prstGeom>
        </p:spPr>
      </p:pic>
      <p:pic>
        <p:nvPicPr>
          <p:cNvPr id="7" name="图片 6"/>
          <p:cNvPicPr>
            <a:picLocks noChangeAspect="1"/>
          </p:cNvPicPr>
          <p:nvPr>
            <p:custDataLst>
              <p:tags r:id="rId3"/>
            </p:custDataLst>
          </p:nvPr>
        </p:nvPicPr>
        <p:blipFill>
          <a:blip r:embed="rId8"/>
          <a:stretch>
            <a:fillRect/>
          </a:stretch>
        </p:blipFill>
        <p:spPr>
          <a:xfrm>
            <a:off x="9390380" y="1186815"/>
            <a:ext cx="698500" cy="14605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sz="3600" dirty="0"/>
              <a:t>例题</a:t>
            </a: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861060" y="1290320"/>
            <a:ext cx="3614420" cy="4246245"/>
          </a:xfrm>
          <a:prstGeom prst="rect">
            <a:avLst/>
          </a:prstGeom>
          <a:noFill/>
        </p:spPr>
        <p:txBody>
          <a:bodyPr wrap="square" rtlCol="0" anchor="t">
            <a:spAutoFit/>
          </a:bodyPr>
          <a:lstStyle/>
          <a:p>
            <a:r>
              <a:rPr lang="en-US" altLang="zh-CN"/>
              <a:t>#include &lt;stdio.h&gt;</a:t>
            </a:r>
          </a:p>
          <a:p>
            <a:r>
              <a:rPr lang="en-US" altLang="zh-CN"/>
              <a:t>int</a:t>
            </a:r>
            <a:r>
              <a:rPr lang="zh-CN" altLang="en-US"/>
              <a:t> main()</a:t>
            </a:r>
            <a:r>
              <a:rPr lang="en-US" altLang="zh-CN"/>
              <a:t> </a:t>
            </a:r>
          </a:p>
          <a:p>
            <a:r>
              <a:rPr lang="zh-CN" altLang="en-US"/>
              <a:t>{</a:t>
            </a:r>
          </a:p>
          <a:p>
            <a:r>
              <a:rPr lang="zh-CN" altLang="en-US"/>
              <a:t> </a:t>
            </a:r>
            <a:r>
              <a:rPr lang="en-US" altLang="zh-CN"/>
              <a:t>   </a:t>
            </a:r>
            <a:r>
              <a:rPr lang="zh-CN" altLang="en-US"/>
              <a:t>int a=0,i;</a:t>
            </a:r>
          </a:p>
          <a:p>
            <a:r>
              <a:rPr lang="zh-CN" altLang="en-US"/>
              <a:t> </a:t>
            </a:r>
            <a:r>
              <a:rPr lang="en-US" altLang="zh-CN"/>
              <a:t>   </a:t>
            </a:r>
            <a:r>
              <a:rPr lang="zh-CN" altLang="en-US"/>
              <a:t>for(i=1;i&lt;5;i++){</a:t>
            </a:r>
          </a:p>
          <a:p>
            <a:r>
              <a:rPr lang="zh-CN" altLang="en-US"/>
              <a:t> </a:t>
            </a:r>
            <a:r>
              <a:rPr lang="en-US" altLang="zh-CN"/>
              <a:t>       </a:t>
            </a:r>
            <a:r>
              <a:rPr lang="zh-CN" altLang="en-US"/>
              <a:t>switch(i){</a:t>
            </a:r>
          </a:p>
          <a:p>
            <a:r>
              <a:rPr lang="zh-CN" altLang="en-US"/>
              <a:t>        </a:t>
            </a:r>
            <a:r>
              <a:rPr lang="en-US" altLang="zh-CN"/>
              <a:t>    </a:t>
            </a:r>
            <a:r>
              <a:rPr lang="zh-CN" altLang="en-US"/>
              <a:t>case 0:</a:t>
            </a:r>
          </a:p>
          <a:p>
            <a:r>
              <a:rPr lang="zh-CN" altLang="en-US"/>
              <a:t>            case 3:a+=2;</a:t>
            </a:r>
          </a:p>
          <a:p>
            <a:r>
              <a:rPr lang="zh-CN" altLang="en-US"/>
              <a:t>            case 1:</a:t>
            </a:r>
          </a:p>
          <a:p>
            <a:r>
              <a:rPr lang="zh-CN" altLang="en-US"/>
              <a:t>            case 2:a+=3;</a:t>
            </a:r>
          </a:p>
          <a:p>
            <a:r>
              <a:rPr lang="zh-CN" altLang="en-US"/>
              <a:t>            default:a+=5;</a:t>
            </a:r>
          </a:p>
          <a:p>
            <a:r>
              <a:rPr lang="zh-CN" altLang="en-US"/>
              <a:t>        }</a:t>
            </a:r>
          </a:p>
          <a:p>
            <a:r>
              <a:rPr lang="zh-CN" altLang="en-US"/>
              <a:t> </a:t>
            </a:r>
            <a:r>
              <a:rPr lang="en-US" altLang="zh-CN"/>
              <a:t>   </a:t>
            </a:r>
            <a:r>
              <a:rPr lang="zh-CN" altLang="en-US"/>
              <a:t>}</a:t>
            </a:r>
          </a:p>
          <a:p>
            <a:r>
              <a:rPr lang="zh-CN" altLang="en-US"/>
              <a:t>    printf(“%d”, a);</a:t>
            </a:r>
          </a:p>
          <a:p>
            <a:r>
              <a:rPr lang="zh-CN" altLang="en-US"/>
              <a:t>}</a:t>
            </a:r>
          </a:p>
        </p:txBody>
      </p:sp>
      <p:sp>
        <p:nvSpPr>
          <p:cNvPr id="7" name="文本框 6"/>
          <p:cNvSpPr txBox="1"/>
          <p:nvPr/>
        </p:nvSpPr>
        <p:spPr>
          <a:xfrm>
            <a:off x="6475730" y="1183005"/>
            <a:ext cx="3762375" cy="4799965"/>
          </a:xfrm>
          <a:prstGeom prst="rect">
            <a:avLst/>
          </a:prstGeom>
          <a:noFill/>
        </p:spPr>
        <p:txBody>
          <a:bodyPr wrap="square" rtlCol="0" anchor="t">
            <a:spAutoFit/>
          </a:bodyPr>
          <a:lstStyle/>
          <a:p>
            <a:r>
              <a:rPr lang="zh-CN" altLang="en-US"/>
              <a:t>#include &lt;stdio.h&gt;</a:t>
            </a:r>
          </a:p>
          <a:p>
            <a:r>
              <a:rPr lang="zh-CN" altLang="en-US"/>
              <a:t>int main()</a:t>
            </a:r>
          </a:p>
          <a:p>
            <a:r>
              <a:rPr lang="zh-CN" altLang="en-US"/>
              <a:t>{</a:t>
            </a:r>
          </a:p>
          <a:p>
            <a:r>
              <a:rPr lang="zh-CN" altLang="en-US"/>
              <a:t>    int a, b;</a:t>
            </a:r>
          </a:p>
          <a:p>
            <a:r>
              <a:rPr lang="zh-CN" altLang="en-US"/>
              <a:t>    for (a = 1, b = 1; a &lt;= 100; a++)</a:t>
            </a:r>
          </a:p>
          <a:p>
            <a:r>
              <a:rPr lang="zh-CN" altLang="en-US"/>
              <a:t>    {</a:t>
            </a:r>
          </a:p>
          <a:p>
            <a:r>
              <a:rPr lang="zh-CN" altLang="en-US"/>
              <a:t>        if (b &gt;= 20)</a:t>
            </a:r>
          </a:p>
          <a:p>
            <a:r>
              <a:rPr lang="zh-CN" altLang="en-US"/>
              <a:t>            break;</a:t>
            </a:r>
          </a:p>
          <a:p>
            <a:r>
              <a:rPr lang="zh-CN" altLang="en-US"/>
              <a:t>        if (b % 3 == 1)</a:t>
            </a:r>
          </a:p>
          <a:p>
            <a:r>
              <a:rPr lang="zh-CN" altLang="en-US"/>
              <a:t>        {</a:t>
            </a:r>
          </a:p>
          <a:p>
            <a:r>
              <a:rPr lang="zh-CN" altLang="en-US"/>
              <a:t>            b += 3;</a:t>
            </a:r>
          </a:p>
          <a:p>
            <a:r>
              <a:rPr lang="zh-CN" altLang="en-US"/>
              <a:t>            continue;</a:t>
            </a:r>
          </a:p>
          <a:p>
            <a:r>
              <a:rPr lang="zh-CN" altLang="en-US"/>
              <a:t>        }</a:t>
            </a:r>
          </a:p>
          <a:p>
            <a:r>
              <a:rPr lang="zh-CN" altLang="en-US"/>
              <a:t>        b -= 5;</a:t>
            </a:r>
          </a:p>
          <a:p>
            <a:r>
              <a:rPr lang="zh-CN" altLang="en-US"/>
              <a:t>    }</a:t>
            </a:r>
          </a:p>
          <a:p>
            <a:r>
              <a:rPr lang="zh-CN" altLang="en-US"/>
              <a:t>    printf("a%d\n", a);</a:t>
            </a:r>
          </a:p>
          <a:p>
            <a:r>
              <a:rPr lang="zh-CN" altLang="en-US"/>
              <a:t>}</a:t>
            </a:r>
          </a:p>
        </p:txBody>
      </p:sp>
      <p:pic>
        <p:nvPicPr>
          <p:cNvPr id="8" name="图片 7"/>
          <p:cNvPicPr>
            <a:picLocks noChangeAspect="1"/>
          </p:cNvPicPr>
          <p:nvPr/>
        </p:nvPicPr>
        <p:blipFill>
          <a:blip r:embed="rId6"/>
          <a:stretch>
            <a:fillRect/>
          </a:stretch>
        </p:blipFill>
        <p:spPr>
          <a:xfrm>
            <a:off x="3646805" y="6109335"/>
            <a:ext cx="8963025" cy="752475"/>
          </a:xfrm>
          <a:prstGeom prst="rect">
            <a:avLst/>
          </a:prstGeom>
        </p:spPr>
      </p:pic>
      <p:pic>
        <p:nvPicPr>
          <p:cNvPr id="9" name="图片 8"/>
          <p:cNvPicPr>
            <a:picLocks noChangeAspect="1"/>
          </p:cNvPicPr>
          <p:nvPr/>
        </p:nvPicPr>
        <p:blipFill>
          <a:blip r:embed="rId7"/>
          <a:srcRect l="3226" r="10699"/>
          <a:stretch>
            <a:fillRect/>
          </a:stretch>
        </p:blipFill>
        <p:spPr>
          <a:xfrm>
            <a:off x="144780" y="5400675"/>
            <a:ext cx="3074670" cy="1457325"/>
          </a:xfrm>
          <a:prstGeom prst="rect">
            <a:avLst/>
          </a:prstGeom>
        </p:spPr>
      </p:pic>
      <p:sp>
        <p:nvSpPr>
          <p:cNvPr id="4" name="文本框 3"/>
          <p:cNvSpPr txBox="1"/>
          <p:nvPr>
            <p:custDataLst>
              <p:tags r:id="rId2"/>
            </p:custDataLst>
          </p:nvPr>
        </p:nvSpPr>
        <p:spPr>
          <a:xfrm rot="20760000">
            <a:off x="2884170" y="891540"/>
            <a:ext cx="4391025" cy="1568450"/>
          </a:xfrm>
          <a:prstGeom prst="rect">
            <a:avLst/>
          </a:prstGeom>
          <a:noFill/>
        </p:spPr>
        <p:txBody>
          <a:bodyPr wrap="square" rtlCol="0">
            <a:spAutoFit/>
          </a:bodyPr>
          <a:lstStyle/>
          <a:p>
            <a:r>
              <a:rPr lang="zh-CN" altLang="en-US" sz="2400">
                <a:solidFill>
                  <a:srgbClr val="FF0000"/>
                </a:solidFill>
                <a:ea typeface="宋体" charset="0"/>
              </a:rPr>
              <a:t>一定要区分</a:t>
            </a:r>
            <a:r>
              <a:rPr lang="en-US" altLang="zh-CN" sz="2400">
                <a:solidFill>
                  <a:srgbClr val="FF0000"/>
                </a:solidFill>
                <a:ea typeface="宋体" charset="0"/>
              </a:rPr>
              <a:t>switch-case</a:t>
            </a:r>
            <a:r>
              <a:rPr lang="zh-CN" altLang="en-US" sz="2400">
                <a:solidFill>
                  <a:srgbClr val="FF0000"/>
                </a:solidFill>
                <a:ea typeface="宋体" charset="0"/>
              </a:rPr>
              <a:t>语句中每个</a:t>
            </a:r>
            <a:r>
              <a:rPr lang="en-US" altLang="zh-CN" sz="2400">
                <a:solidFill>
                  <a:srgbClr val="FF0000"/>
                </a:solidFill>
                <a:ea typeface="宋体" charset="0"/>
              </a:rPr>
              <a:t>case</a:t>
            </a:r>
            <a:r>
              <a:rPr lang="zh-CN" altLang="en-US" sz="2400">
                <a:solidFill>
                  <a:srgbClr val="FF0000"/>
                </a:solidFill>
                <a:ea typeface="宋体" charset="0"/>
              </a:rPr>
              <a:t>加</a:t>
            </a:r>
            <a:r>
              <a:rPr lang="en-US" altLang="zh-CN" sz="2400">
                <a:solidFill>
                  <a:srgbClr val="FF0000"/>
                </a:solidFill>
                <a:ea typeface="宋体" charset="0"/>
              </a:rPr>
              <a:t>break</a:t>
            </a:r>
            <a:r>
              <a:rPr lang="zh-CN" altLang="en-US" sz="2400">
                <a:solidFill>
                  <a:srgbClr val="FF0000"/>
                </a:solidFill>
                <a:ea typeface="宋体" charset="0"/>
              </a:rPr>
              <a:t>和不加</a:t>
            </a:r>
            <a:r>
              <a:rPr lang="en-US" altLang="zh-CN" sz="2400">
                <a:solidFill>
                  <a:srgbClr val="FF0000"/>
                </a:solidFill>
                <a:ea typeface="宋体" charset="0"/>
              </a:rPr>
              <a:t>break</a:t>
            </a:r>
            <a:r>
              <a:rPr lang="zh-CN" altLang="en-US" sz="2400">
                <a:solidFill>
                  <a:srgbClr val="FF0000"/>
                </a:solidFill>
                <a:ea typeface="宋体" charset="0"/>
              </a:rPr>
              <a:t>的区别，在循环中一步错就步步错了</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sz="3600" dirty="0"/>
              <a:t>例题</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669925" y="1236980"/>
            <a:ext cx="6096000" cy="5077460"/>
          </a:xfrm>
          <a:prstGeom prst="rect">
            <a:avLst/>
          </a:prstGeom>
          <a:noFill/>
        </p:spPr>
        <p:txBody>
          <a:bodyPr wrap="square" rtlCol="0" anchor="t">
            <a:spAutoFit/>
          </a:bodyPr>
          <a:lstStyle/>
          <a:p>
            <a:r>
              <a:rPr lang="zh-CN" altLang="en-US"/>
              <a:t>#include &lt;iostream&gt;</a:t>
            </a:r>
          </a:p>
          <a:p>
            <a:r>
              <a:rPr lang="zh-CN" altLang="en-US"/>
              <a:t>#include &lt;cstring&gt;</a:t>
            </a:r>
          </a:p>
          <a:p>
            <a:r>
              <a:rPr lang="en-US" altLang="zh-CN"/>
              <a:t>using namespace std;</a:t>
            </a:r>
            <a:endParaRPr lang="zh-CN" altLang="en-US"/>
          </a:p>
          <a:p>
            <a:endParaRPr lang="zh-CN" altLang="en-US"/>
          </a:p>
          <a:p>
            <a:r>
              <a:rPr lang="zh-CN" altLang="en-US"/>
              <a:t>void ob</a:t>
            </a:r>
            <a:r>
              <a:rPr lang="en-US" altLang="zh-CN"/>
              <a:t>f</a:t>
            </a:r>
            <a:r>
              <a:rPr lang="zh-CN" altLang="en-US"/>
              <a:t>(char* x, char* y) {</a:t>
            </a:r>
          </a:p>
          <a:p>
            <a:r>
              <a:rPr lang="zh-CN" altLang="en-US"/>
              <a:t>    if (x &gt;= y) return;</a:t>
            </a:r>
          </a:p>
          <a:p>
            <a:r>
              <a:rPr lang="zh-CN" altLang="en-US"/>
              <a:t>    *x ^= *y;</a:t>
            </a:r>
          </a:p>
          <a:p>
            <a:r>
              <a:rPr lang="zh-CN" altLang="en-US"/>
              <a:t>    *y ^= *x;</a:t>
            </a:r>
          </a:p>
          <a:p>
            <a:r>
              <a:rPr lang="zh-CN" altLang="en-US"/>
              <a:t>    *x ^= *y;</a:t>
            </a:r>
          </a:p>
          <a:p>
            <a:r>
              <a:rPr lang="zh-CN" altLang="en-US"/>
              <a:t>    ob</a:t>
            </a:r>
            <a:r>
              <a:rPr lang="en-US" altLang="zh-CN"/>
              <a:t>f</a:t>
            </a:r>
            <a:r>
              <a:rPr lang="zh-CN" altLang="en-US"/>
              <a:t>(x + 1, y - 1);</a:t>
            </a:r>
          </a:p>
          <a:p>
            <a:r>
              <a:rPr lang="zh-CN" altLang="en-US"/>
              <a:t>}</a:t>
            </a:r>
          </a:p>
          <a:p>
            <a:endParaRPr lang="zh-CN" altLang="en-US"/>
          </a:p>
          <a:p>
            <a:r>
              <a:rPr lang="zh-CN" altLang="en-US"/>
              <a:t>int main() {</a:t>
            </a:r>
          </a:p>
          <a:p>
            <a:r>
              <a:rPr lang="zh-CN" altLang="en-US"/>
              <a:t>    char str[] = "Hello, World!";</a:t>
            </a:r>
          </a:p>
          <a:p>
            <a:r>
              <a:rPr lang="zh-CN" altLang="en-US"/>
              <a:t>    ob</a:t>
            </a:r>
            <a:r>
              <a:rPr lang="en-US" altLang="zh-CN"/>
              <a:t>f</a:t>
            </a:r>
            <a:r>
              <a:rPr lang="zh-CN" altLang="en-US"/>
              <a:t>(str, str + std::strlen(str) - 1);</a:t>
            </a:r>
          </a:p>
          <a:p>
            <a:r>
              <a:rPr lang="zh-CN" altLang="en-US"/>
              <a:t>    cout &lt;&lt; str &lt;&lt; endl;</a:t>
            </a:r>
          </a:p>
          <a:p>
            <a:r>
              <a:rPr lang="zh-CN" altLang="en-US"/>
              <a:t>    return 0;</a:t>
            </a:r>
          </a:p>
          <a:p>
            <a:r>
              <a:rPr lang="zh-CN" altLang="en-US"/>
              <a:t>}</a:t>
            </a:r>
          </a:p>
        </p:txBody>
      </p:sp>
      <p:sp>
        <p:nvSpPr>
          <p:cNvPr id="4" name="矩形 3"/>
          <p:cNvSpPr/>
          <p:nvPr/>
        </p:nvSpPr>
        <p:spPr>
          <a:xfrm rot="21060000">
            <a:off x="4769803" y="3235960"/>
            <a:ext cx="5772785" cy="829945"/>
          </a:xfrm>
          <a:prstGeom prst="rect">
            <a:avLst/>
          </a:prstGeom>
          <a:noFill/>
          <a:ln>
            <a:noFill/>
          </a:ln>
        </p:spPr>
        <p:txBody>
          <a:bodyPr wrap="none" rtlCol="0" anchor="t">
            <a:spAutoFit/>
          </a:bodyPr>
          <a:lstStyle/>
          <a:p>
            <a:pPr algn="ctr"/>
            <a:r>
              <a:rPr lang="zh-CN" altLang="en-US" sz="4800" b="1">
                <a:ln w="13462">
                  <a:solidFill>
                    <a:schemeClr val="bg1"/>
                  </a:solidFill>
                  <a:prstDash val="solid"/>
                </a:ln>
                <a:solidFill>
                  <a:schemeClr val="tx1">
                    <a:lumMod val="85000"/>
                    <a:lumOff val="15000"/>
                    <a:lumMod val="85000"/>
                    <a:lumOff val="15000"/>
                  </a:schemeClr>
                </a:solidFill>
                <a:effectLst>
                  <a:outerShdw dist="38100" dir="2700000" algn="bl" rotWithShape="0">
                    <a:schemeClr val="accent5"/>
                  </a:outerShdw>
                </a:effectLst>
              </a:rPr>
              <a:t>输出：</a:t>
            </a:r>
            <a:r>
              <a:rPr lang="en-US" altLang="zh-CN" sz="4800" b="1">
                <a:ln w="13462">
                  <a:solidFill>
                    <a:schemeClr val="bg1"/>
                  </a:solidFill>
                  <a:prstDash val="solid"/>
                </a:ln>
                <a:solidFill>
                  <a:schemeClr val="tx1">
                    <a:lumMod val="85000"/>
                    <a:lumOff val="15000"/>
                    <a:lumMod val="85000"/>
                    <a:lumOff val="15000"/>
                  </a:schemeClr>
                </a:solidFill>
                <a:effectLst>
                  <a:outerShdw dist="38100" dir="2700000" algn="bl" rotWithShape="0">
                    <a:schemeClr val="accent5"/>
                  </a:outerShdw>
                </a:effectLst>
              </a:rPr>
              <a:t>!dlroW ,olleH</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780842" y="2828835"/>
            <a:ext cx="6630341"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ln>
                  <a:noFill/>
                </a:ln>
                <a:solidFill>
                  <a:srgbClr val="002060"/>
                </a:solidFill>
                <a:effectLst/>
                <a:uLnTx/>
                <a:uFillTx/>
                <a:latin typeface="钉钉进步体" panose="00020600040101010101" pitchFamily="18" charset="-122"/>
                <a:ea typeface="钉钉进步体" panose="00020600040101010101" pitchFamily="18" charset="-122"/>
                <a:cs typeface="+mn-cs"/>
              </a:rPr>
              <a:t>Question &amp; Answer</a:t>
            </a:r>
            <a:endParaRPr kumimoji="0" lang="zh-CN" altLang="en-US" sz="5400" b="1" i="0" u="none" strike="noStrike" kern="1200" cap="none" spc="0" normalizeH="0" baseline="0" noProof="0" dirty="0">
              <a:ln>
                <a:noFill/>
              </a:ln>
              <a:solidFill>
                <a:srgbClr val="002060"/>
              </a:solidFill>
              <a:effectLst/>
              <a:uLnTx/>
              <a:uFillTx/>
              <a:latin typeface="钉钉进步体" panose="00020600040101010101" pitchFamily="18" charset="-122"/>
              <a:ea typeface="钉钉进步体" panose="00020600040101010101" pitchFamily="18" charset="-122"/>
              <a:cs typeface="+mn-cs"/>
            </a:endParaRPr>
          </a:p>
        </p:txBody>
      </p:sp>
      <p:sp>
        <p:nvSpPr>
          <p:cNvPr id="19" name="弧形 18"/>
          <p:cNvSpPr/>
          <p:nvPr/>
        </p:nvSpPr>
        <p:spPr>
          <a:xfrm rot="20217552">
            <a:off x="-836584" y="5830681"/>
            <a:ext cx="1280160" cy="1280160"/>
          </a:xfrm>
          <a:prstGeom prst="arc">
            <a:avLst>
              <a:gd name="adj1" fmla="val 18554259"/>
              <a:gd name="adj2" fmla="val 3696515"/>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sp>
        <p:nvSpPr>
          <p:cNvPr id="20" name="弧形 19"/>
          <p:cNvSpPr/>
          <p:nvPr/>
        </p:nvSpPr>
        <p:spPr>
          <a:xfrm rot="20217552">
            <a:off x="-1148710" y="5518554"/>
            <a:ext cx="1904413" cy="1904413"/>
          </a:xfrm>
          <a:prstGeom prst="arc">
            <a:avLst>
              <a:gd name="adj1" fmla="val 691350"/>
              <a:gd name="adj2" fmla="val 2846554"/>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sp>
        <p:nvSpPr>
          <p:cNvPr id="23" name="弧形 22"/>
          <p:cNvSpPr/>
          <p:nvPr/>
        </p:nvSpPr>
        <p:spPr>
          <a:xfrm rot="7089368">
            <a:off x="11444694" y="-640080"/>
            <a:ext cx="1280160" cy="1280160"/>
          </a:xfrm>
          <a:prstGeom prst="arc">
            <a:avLst>
              <a:gd name="adj1" fmla="val 19178967"/>
              <a:gd name="adj2" fmla="val 3767372"/>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sp>
        <p:nvSpPr>
          <p:cNvPr id="24" name="弧形 23"/>
          <p:cNvSpPr/>
          <p:nvPr/>
        </p:nvSpPr>
        <p:spPr>
          <a:xfrm rot="7089368">
            <a:off x="11132568" y="-952206"/>
            <a:ext cx="1904413" cy="1904413"/>
          </a:xfrm>
          <a:prstGeom prst="arc">
            <a:avLst>
              <a:gd name="adj1" fmla="val 977997"/>
              <a:gd name="adj2" fmla="val 3773178"/>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p:cNvGrpSpPr/>
          <p:nvPr/>
        </p:nvGrpSpPr>
        <p:grpSpPr>
          <a:xfrm>
            <a:off x="117963" y="57219"/>
            <a:ext cx="934460" cy="934460"/>
            <a:chOff x="113733" y="108980"/>
            <a:chExt cx="863612" cy="863612"/>
          </a:xfrm>
        </p:grpSpPr>
        <p:sp>
          <p:nvSpPr>
            <p:cNvPr id="5" name="椭圆 4"/>
            <p:cNvSpPr/>
            <p:nvPr/>
          </p:nvSpPr>
          <p:spPr>
            <a:xfrm>
              <a:off x="116981" y="112228"/>
              <a:ext cx="857117" cy="857117"/>
            </a:xfrm>
            <a:prstGeom prst="ellips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Light"/>
                <a:cs typeface="+mn-cs"/>
              </a:endParaRPr>
            </a:p>
          </p:txBody>
        </p:sp>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t="3423" b="-3423"/>
            <a:stretch>
              <a:fillRect/>
            </a:stretch>
          </p:blipFill>
          <p:spPr>
            <a:xfrm>
              <a:off x="113733" y="108980"/>
              <a:ext cx="863612" cy="863612"/>
            </a:xfrm>
            <a:prstGeom prst="ellipse">
              <a:avLst/>
            </a:prstGeom>
            <a:ln w="28575" cap="rnd">
              <a:solidFill>
                <a:schemeClr val="bg1"/>
              </a:solidFill>
              <a:prstDash val="solid"/>
            </a:ln>
            <a:effectLst/>
          </p:spPr>
        </p:pic>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弧形 18"/>
          <p:cNvSpPr/>
          <p:nvPr/>
        </p:nvSpPr>
        <p:spPr>
          <a:xfrm rot="20217552">
            <a:off x="-836584" y="5830681"/>
            <a:ext cx="1280160" cy="1280160"/>
          </a:xfrm>
          <a:prstGeom prst="arc">
            <a:avLst>
              <a:gd name="adj1" fmla="val 18554259"/>
              <a:gd name="adj2" fmla="val 3696515"/>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sp>
        <p:nvSpPr>
          <p:cNvPr id="20" name="弧形 19"/>
          <p:cNvSpPr/>
          <p:nvPr/>
        </p:nvSpPr>
        <p:spPr>
          <a:xfrm rot="20217552">
            <a:off x="-1148710" y="5518554"/>
            <a:ext cx="1904413" cy="1904413"/>
          </a:xfrm>
          <a:prstGeom prst="arc">
            <a:avLst>
              <a:gd name="adj1" fmla="val 691350"/>
              <a:gd name="adj2" fmla="val 2846554"/>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sp>
        <p:nvSpPr>
          <p:cNvPr id="23" name="弧形 22"/>
          <p:cNvSpPr/>
          <p:nvPr/>
        </p:nvSpPr>
        <p:spPr>
          <a:xfrm rot="7089368">
            <a:off x="11444694" y="-640080"/>
            <a:ext cx="1280160" cy="1280160"/>
          </a:xfrm>
          <a:prstGeom prst="arc">
            <a:avLst>
              <a:gd name="adj1" fmla="val 19178967"/>
              <a:gd name="adj2" fmla="val 3767372"/>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sp>
        <p:nvSpPr>
          <p:cNvPr id="24" name="弧形 23"/>
          <p:cNvSpPr/>
          <p:nvPr/>
        </p:nvSpPr>
        <p:spPr>
          <a:xfrm rot="7089368">
            <a:off x="11132568" y="-952206"/>
            <a:ext cx="1904413" cy="1904413"/>
          </a:xfrm>
          <a:prstGeom prst="arc">
            <a:avLst>
              <a:gd name="adj1" fmla="val 977997"/>
              <a:gd name="adj2" fmla="val 3773178"/>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pic>
        <p:nvPicPr>
          <p:cNvPr id="3"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p:cNvGrpSpPr/>
          <p:nvPr/>
        </p:nvGrpSpPr>
        <p:grpSpPr>
          <a:xfrm>
            <a:off x="117963" y="57219"/>
            <a:ext cx="934460" cy="934460"/>
            <a:chOff x="113733" y="108980"/>
            <a:chExt cx="863612" cy="863612"/>
          </a:xfrm>
        </p:grpSpPr>
        <p:sp>
          <p:nvSpPr>
            <p:cNvPr id="5" name="椭圆 4"/>
            <p:cNvSpPr/>
            <p:nvPr/>
          </p:nvSpPr>
          <p:spPr>
            <a:xfrm>
              <a:off x="116981" y="112228"/>
              <a:ext cx="857117" cy="857117"/>
            </a:xfrm>
            <a:prstGeom prst="ellips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Light"/>
                <a:cs typeface="+mn-cs"/>
              </a:endParaRPr>
            </a:p>
          </p:txBody>
        </p:sp>
        <p:pic>
          <p:nvPicPr>
            <p:cNvPr id="6" name="图片 5"/>
            <p:cNvPicPr>
              <a:picLocks noChangeAspect="1"/>
            </p:cNvPicPr>
            <p:nvPr/>
          </p:nvPicPr>
          <p:blipFill rotWithShape="1">
            <a:blip r:embed="rId8" cstate="print">
              <a:extLst>
                <a:ext uri="{28A0092B-C50C-407E-A947-70E740481C1C}">
                  <a14:useLocalDpi xmlns:a14="http://schemas.microsoft.com/office/drawing/2010/main" val="0"/>
                </a:ext>
              </a:extLst>
            </a:blip>
            <a:srcRect t="3423" b="-3423"/>
            <a:stretch>
              <a:fillRect/>
            </a:stretch>
          </p:blipFill>
          <p:spPr>
            <a:xfrm>
              <a:off x="113733" y="108980"/>
              <a:ext cx="863612" cy="863612"/>
            </a:xfrm>
            <a:prstGeom prst="ellipse">
              <a:avLst/>
            </a:prstGeom>
            <a:ln w="28575" cap="rnd">
              <a:solidFill>
                <a:schemeClr val="bg1"/>
              </a:solidFill>
              <a:prstDash val="solid"/>
            </a:ln>
            <a:effectLst/>
          </p:spPr>
        </p:pic>
      </p:grpSp>
      <p:sp>
        <p:nvSpPr>
          <p:cNvPr id="12" name="文本框 11"/>
          <p:cNvSpPr txBox="1"/>
          <p:nvPr/>
        </p:nvSpPr>
        <p:spPr>
          <a:xfrm>
            <a:off x="7550325" y="1323687"/>
            <a:ext cx="1838965" cy="677108"/>
          </a:xfrm>
          <a:prstGeom prst="rect">
            <a:avLst/>
          </a:prstGeom>
          <a:solidFill>
            <a:schemeClr val="bg1"/>
          </a:solidFill>
        </p:spPr>
        <p:txBody>
          <a:bodyPr wrap="none" rtlCol="0">
            <a:spAutoFit/>
          </a:bodyPr>
          <a:lstStyle/>
          <a:p>
            <a:r>
              <a:rPr lang="zh-CN" altLang="en-US" sz="2400" b="1" dirty="0">
                <a:latin typeface="+mj-ea"/>
                <a:ea typeface="+mj-ea"/>
              </a:rPr>
              <a:t>林继申</a:t>
            </a:r>
            <a:endParaRPr lang="en-US" altLang="zh-CN" sz="2400" b="1" dirty="0">
              <a:latin typeface="+mj-ea"/>
              <a:ea typeface="+mj-ea"/>
            </a:endParaRPr>
          </a:p>
          <a:p>
            <a:r>
              <a:rPr lang="en-US" altLang="zh-CN" sz="1400" b="1" dirty="0">
                <a:solidFill>
                  <a:schemeClr val="tx1">
                    <a:lumMod val="75000"/>
                    <a:lumOff val="25000"/>
                  </a:schemeClr>
                </a:solidFill>
                <a:latin typeface="+mj-ea"/>
                <a:ea typeface="+mj-ea"/>
              </a:rPr>
              <a:t>2022</a:t>
            </a:r>
            <a:r>
              <a:rPr lang="zh-CN" altLang="en-US" sz="1400" b="1" dirty="0">
                <a:solidFill>
                  <a:schemeClr val="tx1">
                    <a:lumMod val="75000"/>
                    <a:lumOff val="25000"/>
                  </a:schemeClr>
                </a:solidFill>
                <a:latin typeface="+mj-ea"/>
                <a:ea typeface="+mj-ea"/>
              </a:rPr>
              <a:t>级软件工程专业</a:t>
            </a:r>
          </a:p>
        </p:txBody>
      </p:sp>
      <p:sp>
        <p:nvSpPr>
          <p:cNvPr id="13" name="文本框 12"/>
          <p:cNvSpPr txBox="1"/>
          <p:nvPr/>
        </p:nvSpPr>
        <p:spPr>
          <a:xfrm>
            <a:off x="4783794" y="228107"/>
            <a:ext cx="2624436"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02060"/>
                </a:solidFill>
                <a:effectLst/>
                <a:uLnTx/>
                <a:uFillTx/>
                <a:latin typeface="钉钉进步体" panose="00020600040101010101" pitchFamily="18" charset="-122"/>
                <a:ea typeface="钉钉进步体" panose="00020600040101010101" pitchFamily="18" charset="-122"/>
                <a:cs typeface="+mn-cs"/>
              </a:rPr>
              <a:t>Contact Us</a:t>
            </a:r>
            <a:endParaRPr kumimoji="0" lang="zh-CN" altLang="en-US" sz="3600" b="1" i="0" u="none" strike="noStrike" kern="1200" cap="none" spc="0" normalizeH="0" baseline="0" noProof="0" dirty="0">
              <a:ln>
                <a:noFill/>
              </a:ln>
              <a:solidFill>
                <a:srgbClr val="002060"/>
              </a:solidFill>
              <a:effectLst/>
              <a:uLnTx/>
              <a:uFillTx/>
              <a:latin typeface="钉钉进步体" panose="00020600040101010101" pitchFamily="18" charset="-122"/>
              <a:ea typeface="钉钉进步体" panose="00020600040101010101" pitchFamily="18" charset="-122"/>
              <a:cs typeface="+mn-cs"/>
            </a:endParaRPr>
          </a:p>
        </p:txBody>
      </p:sp>
      <p:pic>
        <p:nvPicPr>
          <p:cNvPr id="7" name="图片 6"/>
          <p:cNvPicPr>
            <a:picLocks noChangeAspect="1"/>
          </p:cNvPicPr>
          <p:nvPr>
            <p:custDataLst>
              <p:tags r:id="rId1"/>
            </p:custDataLst>
          </p:nvPr>
        </p:nvPicPr>
        <p:blipFill>
          <a:blip r:embed="rId9"/>
          <a:stretch>
            <a:fillRect/>
          </a:stretch>
        </p:blipFill>
        <p:spPr>
          <a:xfrm>
            <a:off x="5923280" y="1141730"/>
            <a:ext cx="5618480" cy="5606415"/>
          </a:xfrm>
          <a:prstGeom prst="rect">
            <a:avLst/>
          </a:prstGeom>
        </p:spPr>
      </p:pic>
      <p:sp>
        <p:nvSpPr>
          <p:cNvPr id="9" name="矩形 8"/>
          <p:cNvSpPr/>
          <p:nvPr/>
        </p:nvSpPr>
        <p:spPr>
          <a:xfrm>
            <a:off x="7550150" y="1164590"/>
            <a:ext cx="946150" cy="83629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文本框 13"/>
          <p:cNvSpPr txBox="1"/>
          <p:nvPr>
            <p:custDataLst>
              <p:tags r:id="rId2"/>
            </p:custDataLst>
          </p:nvPr>
        </p:nvSpPr>
        <p:spPr>
          <a:xfrm>
            <a:off x="7699372" y="1288762"/>
            <a:ext cx="1473835" cy="675640"/>
          </a:xfrm>
          <a:prstGeom prst="rect">
            <a:avLst/>
          </a:prstGeom>
          <a:solidFill>
            <a:schemeClr val="bg1"/>
          </a:solidFill>
        </p:spPr>
        <p:txBody>
          <a:bodyPr wrap="none" rtlCol="0">
            <a:spAutoFit/>
          </a:bodyPr>
          <a:lstStyle/>
          <a:p>
            <a:r>
              <a:rPr lang="zh-CN" altLang="en-US" sz="2400" b="1" dirty="0">
                <a:latin typeface="+mj-ea"/>
                <a:ea typeface="+mj-ea"/>
              </a:rPr>
              <a:t>王旖旎</a:t>
            </a:r>
            <a:endParaRPr lang="en-US" altLang="zh-CN" sz="2400" b="1" dirty="0">
              <a:latin typeface="+mj-ea"/>
              <a:ea typeface="+mj-ea"/>
            </a:endParaRPr>
          </a:p>
          <a:p>
            <a:r>
              <a:rPr lang="en-US" altLang="zh-CN" sz="1400" b="1" dirty="0">
                <a:solidFill>
                  <a:schemeClr val="tx1">
                    <a:lumMod val="75000"/>
                    <a:lumOff val="25000"/>
                  </a:schemeClr>
                </a:solidFill>
                <a:latin typeface="+mj-ea"/>
                <a:ea typeface="+mj-ea"/>
              </a:rPr>
              <a:t>2022</a:t>
            </a:r>
            <a:r>
              <a:rPr lang="zh-CN" altLang="en-US" sz="1400" b="1" dirty="0">
                <a:solidFill>
                  <a:schemeClr val="tx1">
                    <a:lumMod val="75000"/>
                    <a:lumOff val="25000"/>
                  </a:schemeClr>
                </a:solidFill>
                <a:latin typeface="+mj-ea"/>
                <a:ea typeface="+mj-ea"/>
              </a:rPr>
              <a:t>级信息安全</a:t>
            </a:r>
          </a:p>
        </p:txBody>
      </p:sp>
      <p:pic>
        <p:nvPicPr>
          <p:cNvPr id="15" name="图片 14"/>
          <p:cNvPicPr>
            <a:picLocks noChangeAspect="1"/>
          </p:cNvPicPr>
          <p:nvPr>
            <p:custDataLst>
              <p:tags r:id="rId3"/>
            </p:custDataLst>
          </p:nvPr>
        </p:nvPicPr>
        <p:blipFill>
          <a:blip r:embed="rId10"/>
          <a:srcRect t="7389" b="8241"/>
          <a:stretch>
            <a:fillRect/>
          </a:stretch>
        </p:blipFill>
        <p:spPr>
          <a:xfrm>
            <a:off x="1257300" y="1071880"/>
            <a:ext cx="5061585" cy="5786120"/>
          </a:xfrm>
          <a:prstGeom prst="rect">
            <a:avLst/>
          </a:prstGeom>
        </p:spPr>
      </p:pic>
      <p:sp>
        <p:nvSpPr>
          <p:cNvPr id="16" name="文本框 15"/>
          <p:cNvSpPr txBox="1"/>
          <p:nvPr>
            <p:custDataLst>
              <p:tags r:id="rId4"/>
            </p:custDataLst>
          </p:nvPr>
        </p:nvSpPr>
        <p:spPr>
          <a:xfrm>
            <a:off x="2766057" y="1287492"/>
            <a:ext cx="2366010" cy="675640"/>
          </a:xfrm>
          <a:prstGeom prst="rect">
            <a:avLst/>
          </a:prstGeom>
          <a:solidFill>
            <a:schemeClr val="bg1"/>
          </a:solidFill>
        </p:spPr>
        <p:txBody>
          <a:bodyPr wrap="none" rtlCol="0">
            <a:spAutoFit/>
          </a:bodyPr>
          <a:lstStyle/>
          <a:p>
            <a:r>
              <a:rPr lang="zh-CN" altLang="en-US" sz="2400" b="1" dirty="0">
                <a:latin typeface="+mj-ea"/>
                <a:ea typeface="+mj-ea"/>
              </a:rPr>
              <a:t>马恒超</a:t>
            </a:r>
            <a:endParaRPr lang="en-US" altLang="zh-CN" sz="2400" b="1" dirty="0">
              <a:latin typeface="+mj-ea"/>
              <a:ea typeface="+mj-ea"/>
            </a:endParaRPr>
          </a:p>
          <a:p>
            <a:r>
              <a:rPr lang="en-US" altLang="zh-CN" sz="1400" b="1" dirty="0">
                <a:solidFill>
                  <a:schemeClr val="tx1">
                    <a:lumMod val="75000"/>
                    <a:lumOff val="25000"/>
                  </a:schemeClr>
                </a:solidFill>
                <a:latin typeface="+mj-ea"/>
                <a:ea typeface="+mj-ea"/>
              </a:rPr>
              <a:t>2022</a:t>
            </a:r>
            <a:r>
              <a:rPr lang="zh-CN" altLang="en-US" sz="1400" b="1" dirty="0">
                <a:solidFill>
                  <a:schemeClr val="tx1">
                    <a:lumMod val="75000"/>
                    <a:lumOff val="25000"/>
                  </a:schemeClr>
                </a:solidFill>
                <a:latin typeface="+mj-ea"/>
                <a:ea typeface="+mj-ea"/>
              </a:rPr>
              <a:t>级计算机科学技术专业</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弧形 18"/>
          <p:cNvSpPr/>
          <p:nvPr/>
        </p:nvSpPr>
        <p:spPr>
          <a:xfrm rot="20217552">
            <a:off x="-836584" y="5830681"/>
            <a:ext cx="1280160" cy="1280160"/>
          </a:xfrm>
          <a:prstGeom prst="arc">
            <a:avLst>
              <a:gd name="adj1" fmla="val 18554259"/>
              <a:gd name="adj2" fmla="val 3696515"/>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sp>
        <p:nvSpPr>
          <p:cNvPr id="20" name="弧形 19"/>
          <p:cNvSpPr/>
          <p:nvPr/>
        </p:nvSpPr>
        <p:spPr>
          <a:xfrm rot="20217552">
            <a:off x="-1148710" y="5518554"/>
            <a:ext cx="1904413" cy="1904413"/>
          </a:xfrm>
          <a:prstGeom prst="arc">
            <a:avLst>
              <a:gd name="adj1" fmla="val 691350"/>
              <a:gd name="adj2" fmla="val 2846554"/>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sp>
        <p:nvSpPr>
          <p:cNvPr id="23" name="弧形 22"/>
          <p:cNvSpPr/>
          <p:nvPr/>
        </p:nvSpPr>
        <p:spPr>
          <a:xfrm rot="7089368">
            <a:off x="11444694" y="-640080"/>
            <a:ext cx="1280160" cy="1280160"/>
          </a:xfrm>
          <a:prstGeom prst="arc">
            <a:avLst>
              <a:gd name="adj1" fmla="val 19178967"/>
              <a:gd name="adj2" fmla="val 3767372"/>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sp>
        <p:nvSpPr>
          <p:cNvPr id="24" name="弧形 23"/>
          <p:cNvSpPr/>
          <p:nvPr/>
        </p:nvSpPr>
        <p:spPr>
          <a:xfrm rot="7089368">
            <a:off x="11132568" y="-952206"/>
            <a:ext cx="1904413" cy="1904413"/>
          </a:xfrm>
          <a:prstGeom prst="arc">
            <a:avLst>
              <a:gd name="adj1" fmla="val 977997"/>
              <a:gd name="adj2" fmla="val 3773178"/>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a:ea typeface="等线 Light"/>
              <a:cs typeface="+mn-cs"/>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45748" y="244931"/>
            <a:ext cx="1653988" cy="57084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8098" y="174460"/>
            <a:ext cx="699978" cy="699978"/>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p:cNvGrpSpPr/>
          <p:nvPr/>
        </p:nvGrpSpPr>
        <p:grpSpPr>
          <a:xfrm>
            <a:off x="117963" y="57219"/>
            <a:ext cx="934460" cy="934460"/>
            <a:chOff x="113733" y="108980"/>
            <a:chExt cx="863612" cy="863612"/>
          </a:xfrm>
        </p:grpSpPr>
        <p:sp>
          <p:nvSpPr>
            <p:cNvPr id="7" name="椭圆 6"/>
            <p:cNvSpPr/>
            <p:nvPr/>
          </p:nvSpPr>
          <p:spPr>
            <a:xfrm>
              <a:off x="116981" y="112228"/>
              <a:ext cx="857117" cy="857117"/>
            </a:xfrm>
            <a:prstGeom prst="ellips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Light"/>
                <a:cs typeface="+mn-cs"/>
              </a:endParaRPr>
            </a:p>
          </p:txBody>
        </p:sp>
        <p:pic>
          <p:nvPicPr>
            <p:cNvPr id="8" name="图片 7"/>
            <p:cNvPicPr>
              <a:picLocks noChangeAspect="1"/>
            </p:cNvPicPr>
            <p:nvPr/>
          </p:nvPicPr>
          <p:blipFill rotWithShape="1">
            <a:blip r:embed="rId4" cstate="print">
              <a:extLst>
                <a:ext uri="{28A0092B-C50C-407E-A947-70E740481C1C}">
                  <a14:useLocalDpi xmlns:a14="http://schemas.microsoft.com/office/drawing/2010/main" val="0"/>
                </a:ext>
              </a:extLst>
            </a:blip>
            <a:srcRect t="3423" b="-3423"/>
            <a:stretch>
              <a:fillRect/>
            </a:stretch>
          </p:blipFill>
          <p:spPr>
            <a:xfrm>
              <a:off x="113733" y="108980"/>
              <a:ext cx="863612" cy="863612"/>
            </a:xfrm>
            <a:prstGeom prst="ellipse">
              <a:avLst/>
            </a:prstGeom>
            <a:ln w="28575" cap="rnd">
              <a:solidFill>
                <a:schemeClr val="bg1"/>
              </a:solidFill>
              <a:prstDash val="solid"/>
            </a:ln>
            <a:effectLst/>
          </p:spPr>
        </p:pic>
      </p:grpSp>
      <p:sp>
        <p:nvSpPr>
          <p:cNvPr id="11" name="文本框 10"/>
          <p:cNvSpPr txBox="1"/>
          <p:nvPr/>
        </p:nvSpPr>
        <p:spPr>
          <a:xfrm>
            <a:off x="2310359" y="1552013"/>
            <a:ext cx="7571303" cy="1200329"/>
          </a:xfrm>
          <a:prstGeom prst="rect">
            <a:avLst/>
          </a:prstGeom>
          <a:noFill/>
        </p:spPr>
        <p:txBody>
          <a:bodyPr wrap="none" rtlCol="0">
            <a:spAutoFit/>
          </a:bodyPr>
          <a:lstStyle/>
          <a:p>
            <a:pPr algn="ctr"/>
            <a:r>
              <a:rPr lang="zh-CN" altLang="en-US" sz="7200" b="1" dirty="0">
                <a:solidFill>
                  <a:srgbClr val="002060"/>
                </a:solidFill>
                <a:latin typeface="+mj-ea"/>
                <a:ea typeface="+mj-ea"/>
              </a:rPr>
              <a:t>勤学加油站高程场</a:t>
            </a:r>
          </a:p>
        </p:txBody>
      </p:sp>
      <p:sp>
        <p:nvSpPr>
          <p:cNvPr id="12" name="文本框 11"/>
          <p:cNvSpPr txBox="1"/>
          <p:nvPr/>
        </p:nvSpPr>
        <p:spPr>
          <a:xfrm>
            <a:off x="3817619" y="3429000"/>
            <a:ext cx="4556760" cy="553085"/>
          </a:xfrm>
          <a:prstGeom prst="rect">
            <a:avLst/>
          </a:prstGeom>
          <a:noFill/>
        </p:spPr>
        <p:txBody>
          <a:bodyPr wrap="none" rtlCol="0">
            <a:spAutoFit/>
          </a:bodyPr>
          <a:lstStyle/>
          <a:p>
            <a:pPr algn="ctr"/>
            <a:r>
              <a:rPr lang="en-US" altLang="zh-CN" sz="3000" b="1" dirty="0">
                <a:solidFill>
                  <a:srgbClr val="002060"/>
                </a:solidFill>
                <a:latin typeface="+mj-ea"/>
                <a:ea typeface="+mj-ea"/>
              </a:rPr>
              <a:t>2024</a:t>
            </a:r>
            <a:r>
              <a:rPr lang="zh-CN" altLang="en-US" sz="3000" b="1" dirty="0">
                <a:solidFill>
                  <a:srgbClr val="002060"/>
                </a:solidFill>
                <a:latin typeface="+mj-ea"/>
                <a:ea typeface="+mj-ea"/>
              </a:rPr>
              <a:t>年</a:t>
            </a:r>
            <a:r>
              <a:rPr lang="en-US" altLang="zh-CN" sz="3000" b="1" dirty="0">
                <a:solidFill>
                  <a:srgbClr val="002060"/>
                </a:solidFill>
                <a:latin typeface="+mj-ea"/>
                <a:ea typeface="+mj-ea"/>
              </a:rPr>
              <a:t>6</a:t>
            </a:r>
            <a:r>
              <a:rPr lang="zh-CN" altLang="en-US" sz="3000" b="1" dirty="0">
                <a:solidFill>
                  <a:srgbClr val="002060"/>
                </a:solidFill>
                <a:latin typeface="+mj-ea"/>
                <a:ea typeface="+mj-ea"/>
              </a:rPr>
              <a:t>月</a:t>
            </a:r>
            <a:r>
              <a:rPr lang="en-US" altLang="zh-CN" sz="3000" b="1" dirty="0">
                <a:solidFill>
                  <a:srgbClr val="002060"/>
                </a:solidFill>
                <a:latin typeface="+mj-ea"/>
                <a:ea typeface="+mj-ea"/>
              </a:rPr>
              <a:t>15</a:t>
            </a:r>
            <a:r>
              <a:rPr lang="zh-CN" altLang="en-US" sz="3000" b="1" dirty="0">
                <a:solidFill>
                  <a:srgbClr val="002060"/>
                </a:solidFill>
                <a:latin typeface="+mj-ea"/>
                <a:ea typeface="+mj-ea"/>
              </a:rPr>
              <a:t>日  最后一期</a:t>
            </a:r>
          </a:p>
        </p:txBody>
      </p:sp>
      <p:sp>
        <p:nvSpPr>
          <p:cNvPr id="13" name="文本框 12"/>
          <p:cNvSpPr txBox="1"/>
          <p:nvPr/>
        </p:nvSpPr>
        <p:spPr>
          <a:xfrm>
            <a:off x="2887345" y="5502275"/>
            <a:ext cx="6650990" cy="1014730"/>
          </a:xfrm>
          <a:prstGeom prst="rect">
            <a:avLst/>
          </a:prstGeom>
          <a:noFill/>
        </p:spPr>
        <p:txBody>
          <a:bodyPr wrap="square" rtlCol="0">
            <a:spAutoFit/>
          </a:bodyPr>
          <a:lstStyle/>
          <a:p>
            <a:pPr algn="r">
              <a:lnSpc>
                <a:spcPct val="150000"/>
              </a:lnSpc>
            </a:pPr>
            <a:r>
              <a:rPr lang="zh-CN" altLang="en-US" sz="2000" b="1" dirty="0">
                <a:solidFill>
                  <a:srgbClr val="002060"/>
                </a:solidFill>
                <a:latin typeface="+mj-ea"/>
                <a:ea typeface="+mj-ea"/>
              </a:rPr>
              <a:t>主讲人：</a:t>
            </a:r>
            <a:r>
              <a:rPr lang="en-US" altLang="zh-CN" sz="2000" b="1" dirty="0">
                <a:solidFill>
                  <a:srgbClr val="002060"/>
                </a:solidFill>
                <a:latin typeface="+mj-ea"/>
                <a:ea typeface="+mj-ea"/>
              </a:rPr>
              <a:t>2252064  </a:t>
            </a:r>
            <a:r>
              <a:rPr lang="zh-CN" altLang="en-US" sz="2000" b="1" dirty="0">
                <a:solidFill>
                  <a:srgbClr val="002060"/>
                </a:solidFill>
                <a:latin typeface="+mj-ea"/>
                <a:ea typeface="+mj-ea"/>
              </a:rPr>
              <a:t>同济大学电子与信息工程学院  马恒超</a:t>
            </a:r>
          </a:p>
          <a:p>
            <a:pPr algn="r">
              <a:lnSpc>
                <a:spcPct val="150000"/>
              </a:lnSpc>
            </a:pPr>
            <a:r>
              <a:rPr lang="en-US" altLang="zh-CN" sz="2000" b="1" dirty="0">
                <a:solidFill>
                  <a:srgbClr val="002060"/>
                </a:solidFill>
                <a:latin typeface="+mj-ea"/>
                <a:ea typeface="+mj-ea"/>
              </a:rPr>
              <a:t>2253539  </a:t>
            </a:r>
            <a:r>
              <a:rPr lang="zh-CN" altLang="en-US" sz="2000" b="1" dirty="0">
                <a:solidFill>
                  <a:srgbClr val="002060"/>
                </a:solidFill>
                <a:latin typeface="+mj-ea"/>
                <a:ea typeface="+mj-ea"/>
              </a:rPr>
              <a:t>同济大学电子与信息工程学院  王旖旎</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8">
      <a:majorFont>
        <a:latin typeface="等线 Light"/>
        <a:ea typeface="等线"/>
        <a:cs typeface=""/>
      </a:majorFont>
      <a:minorFont>
        <a:latin typeface="等线"/>
        <a:ea typeface="等线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主题5">
  <a:themeElements>
    <a:clrScheme name="piwzmtsl">
      <a:dk1>
        <a:srgbClr val="000000"/>
      </a:dk1>
      <a:lt1>
        <a:srgbClr val="FFFFFF"/>
      </a:lt1>
      <a:dk2>
        <a:srgbClr val="768394"/>
      </a:dk2>
      <a:lt2>
        <a:srgbClr val="F0F0F0"/>
      </a:lt2>
      <a:accent1>
        <a:srgbClr val="1B145E"/>
      </a:accent1>
      <a:accent2>
        <a:srgbClr val="363994"/>
      </a:accent2>
      <a:accent3>
        <a:srgbClr val="4D68E8"/>
      </a:accent3>
      <a:accent4>
        <a:srgbClr val="FFBF00"/>
      </a:accent4>
      <a:accent5>
        <a:srgbClr val="4184F3"/>
      </a:accent5>
      <a:accent6>
        <a:srgbClr val="768394"/>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4264</Words>
  <Application>Microsoft Office PowerPoint</Application>
  <PresentationFormat>宽屏</PresentationFormat>
  <Paragraphs>573</Paragraphs>
  <Slides>29</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29</vt:i4>
      </vt:variant>
    </vt:vector>
  </HeadingPairs>
  <TitlesOfParts>
    <vt:vector size="40" baseType="lpstr">
      <vt:lpstr>钉钉进步体</vt:lpstr>
      <vt:lpstr>等线 Light</vt:lpstr>
      <vt:lpstr>宋体</vt:lpstr>
      <vt:lpstr>Calibri</vt:lpstr>
      <vt:lpstr>Arial</vt:lpstr>
      <vt:lpstr>微软雅黑</vt:lpstr>
      <vt:lpstr>等线</vt:lpstr>
      <vt:lpstr>Wingdings</vt:lpstr>
      <vt:lpstr>方正小标宋简体</vt:lpstr>
      <vt:lpstr>Office 主题​​</vt:lpstr>
      <vt:lpstr>主题5</vt:lpstr>
      <vt:lpstr>PowerPoint 演示文稿</vt:lpstr>
      <vt:lpstr>类与对象</vt:lpstr>
      <vt:lpstr>类与对象入门</vt:lpstr>
      <vt:lpstr>类与对象入门</vt:lpstr>
      <vt:lpstr>类与对象入门</vt:lpstr>
      <vt:lpstr>类与对象入门</vt:lpstr>
      <vt:lpstr>类与对象入门</vt:lpstr>
      <vt:lpstr>类与对象入门</vt:lpstr>
      <vt:lpstr>类与对象入门</vt:lpstr>
      <vt:lpstr>类与对象入门</vt:lpstr>
      <vt:lpstr>类与对象入门</vt:lpstr>
      <vt:lpstr>类与对象入门</vt:lpstr>
      <vt:lpstr>重点：成员字节对齐+结构体指针</vt:lpstr>
      <vt:lpstr>重点：成员字节对齐+结构体指针</vt:lpstr>
      <vt:lpstr>重点：构造函数和析构函数的调用时机</vt:lpstr>
      <vt:lpstr>重点：构造函数和析构函数的调用时机</vt:lpstr>
      <vt:lpstr>PowerPoint 演示文稿</vt:lpstr>
      <vt:lpstr>考什么？怎么复习？</vt:lpstr>
      <vt:lpstr>知识清单：From期末安排与复习大纲</vt:lpstr>
      <vt:lpstr>优先级与结合性</vt:lpstr>
      <vt:lpstr>知识清单：From期末安排与复习大纲</vt:lpstr>
      <vt:lpstr>知识清单：From期末安排与复习大纲</vt:lpstr>
      <vt:lpstr>例题</vt:lpstr>
      <vt:lpstr>例题</vt:lpstr>
      <vt:lpstr>例题</vt:lpstr>
      <vt:lpstr>例题</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 eyes</dc:creator>
  <cp:lastModifiedBy>xi sheng</cp:lastModifiedBy>
  <cp:revision>110</cp:revision>
  <dcterms:created xsi:type="dcterms:W3CDTF">2024-06-15T13:22:26Z</dcterms:created>
  <dcterms:modified xsi:type="dcterms:W3CDTF">2024-06-23T02:10:05Z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02B265CF2EA08446660F6D66BDAA2281_42</vt:lpwstr>
  </property>
  <property fmtid="{D5CDD505-2E9C-101B-9397-08002B2CF9AE}" pid="3" name="KSOProductBuildVer">
    <vt:lpwstr>2052-6.7.1.8828</vt:lpwstr>
  </property>
</Properties>
</file>