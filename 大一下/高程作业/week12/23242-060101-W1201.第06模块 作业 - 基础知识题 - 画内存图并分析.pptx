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6"/>
  </p:notesMasterIdLst>
  <p:sldIdLst>
    <p:sldId id="838" r:id="rId2"/>
    <p:sldId id="1014" r:id="rId3"/>
    <p:sldId id="814" r:id="rId4"/>
    <p:sldId id="81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42BB75-2FB8-4DCC-98FE-DE00DF593A0B}" v="87" dt="2024-05-20T00:43:36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 sheng" userId="b3919e0d8ca6a452" providerId="LiveId" clId="{4C42BB75-2FB8-4DCC-98FE-DE00DF593A0B}"/>
    <pc:docChg chg="custSel modSld">
      <pc:chgData name="xi sheng" userId="b3919e0d8ca6a452" providerId="LiveId" clId="{4C42BB75-2FB8-4DCC-98FE-DE00DF593A0B}" dt="2024-05-20T00:43:45.236" v="203" actId="207"/>
      <pc:docMkLst>
        <pc:docMk/>
      </pc:docMkLst>
      <pc:sldChg chg="addSp delSp modSp mod">
        <pc:chgData name="xi sheng" userId="b3919e0d8ca6a452" providerId="LiveId" clId="{4C42BB75-2FB8-4DCC-98FE-DE00DF593A0B}" dt="2024-05-20T00:28:39.526" v="123" actId="207"/>
        <pc:sldMkLst>
          <pc:docMk/>
          <pc:sldMk cId="0" sldId="814"/>
        </pc:sldMkLst>
        <pc:spChg chg="add del mod">
          <ac:chgData name="xi sheng" userId="b3919e0d8ca6a452" providerId="LiveId" clId="{4C42BB75-2FB8-4DCC-98FE-DE00DF593A0B}" dt="2024-05-20T00:11:57.577" v="87" actId="478"/>
          <ac:spMkLst>
            <pc:docMk/>
            <pc:sldMk cId="0" sldId="814"/>
            <ac:spMk id="31" creationId="{5A248440-E805-5D7F-F4F7-F50F5F171A8F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32" creationId="{D2021B74-CF8E-4D2F-F5EB-925A7843C1A8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33" creationId="{86824C28-25F9-B441-211A-E718A145123E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34" creationId="{C4F1E736-4BB1-A2F5-6C6A-D8495C1984E4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35" creationId="{F0EDD4F5-D119-990A-4376-FBBC4B2B9CF6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36" creationId="{EDE6E242-41E1-653A-25D0-BB35BF3FF5DF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37" creationId="{746DF01B-1E15-3E42-E4F3-103761A2D9F2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38" creationId="{F2671415-770A-5B80-1B78-3DF572A7E760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39" creationId="{CB271E32-1D85-0D60-6F17-5D079C8017ED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40" creationId="{1E2BCBB1-7CA3-3A20-A188-074482318C24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41" creationId="{72F1CD7E-AF7D-A2A6-7DE1-28F92E8D4723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42" creationId="{ADE00E05-7079-7239-EB8C-CC2712CFF1B3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43" creationId="{64D71DC1-CEA6-8645-7158-DB8BDF0F6A77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44" creationId="{F3C46A96-A747-034A-5E38-EE8EF8073AA3}"/>
          </ac:spMkLst>
        </pc:spChg>
        <pc:spChg chg="add del mod">
          <ac:chgData name="xi sheng" userId="b3919e0d8ca6a452" providerId="LiveId" clId="{4C42BB75-2FB8-4DCC-98FE-DE00DF593A0B}" dt="2024-05-20T00:28:31.360" v="121" actId="207"/>
          <ac:spMkLst>
            <pc:docMk/>
            <pc:sldMk cId="0" sldId="814"/>
            <ac:spMk id="45" creationId="{272EFDD1-7C51-519A-E05B-8A1B68DC6970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46" creationId="{6CE0D9E5-9CF5-1FDA-8741-7DE40B898717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49" creationId="{82BF4194-E07D-2CD0-C5D1-7D151194955D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50" creationId="{BC403F6D-2C61-9E49-12E3-64E08EC47F08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51" creationId="{99CA52D1-06E3-A99C-49BE-4DEBD67F19F0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52" creationId="{3F7D8C5F-652A-D9A3-DB8C-AB6AAD847992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53" creationId="{18A89EA8-CB47-F0EE-B278-DC7941E19E25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54" creationId="{25E83105-3283-8FB4-0279-0B646518CD02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55" creationId="{26049DF0-6320-3AF7-8642-88D98F16D03F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56" creationId="{7E9476AC-952B-13D0-3637-D7CA7A272949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57" creationId="{C9E3E6CA-E52C-D0B6-7DF5-E8A69A3CF757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58" creationId="{AA402F17-0991-4154-3C60-688081D7357B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59" creationId="{951C2E96-5B3D-FEB1-8260-88E49431EA27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60" creationId="{B246FB7D-48E3-1C31-A138-616E2FA3657F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61" creationId="{67374BD5-3596-1C00-F156-5EF95B8B73A7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62" creationId="{12DC9797-AA8B-EA34-74AA-03AAC1175349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63" creationId="{A8232FD9-D372-F916-EE02-C5164FBDEF8D}"/>
          </ac:spMkLst>
        </pc:spChg>
        <pc:spChg chg="add mod">
          <ac:chgData name="xi sheng" userId="b3919e0d8ca6a452" providerId="LiveId" clId="{4C42BB75-2FB8-4DCC-98FE-DE00DF593A0B}" dt="2024-05-20T00:21:08.768" v="96"/>
          <ac:spMkLst>
            <pc:docMk/>
            <pc:sldMk cId="0" sldId="814"/>
            <ac:spMk id="102400" creationId="{42D02168-34E2-424D-74D6-1875989DF9AC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03" creationId="{7BC040CB-A19C-1F04-6328-2485ACC33DE7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05" creationId="{E8006269-B9F3-AF57-20B0-3FD675483A9A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06" creationId="{9D297A97-FD5D-3118-6B73-C20A83D94BDC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12" creationId="{5C7A4AEC-0554-6628-FD3C-0885CF850087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13" creationId="{67A84DC6-C4C7-3336-B809-69C2EAFEC5F7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14" creationId="{B83CD7E1-763E-C00C-DEC8-52108B821AF2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16" creationId="{0275FA14-A6E2-CCBD-8158-73E019014E3E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17" creationId="{3EDCF486-C47F-9123-A805-2E20837F78C8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18" creationId="{B1BB6C47-6DB0-8187-9251-AC34504CA21D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19" creationId="{32E3DFE9-2DF3-8E86-F5D5-418B050E6796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20" creationId="{1C139C71-7CAA-56CE-3482-6440773E7956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21" creationId="{55F48158-421C-E205-9635-4C86B11079EB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22" creationId="{976C17C9-F0DA-B0C1-3166-CB7B5ED0E685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23" creationId="{DB609972-9AEE-5F84-A9D0-5B66CF2319A2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24" creationId="{BC6FAF51-8DB6-CFB6-144C-A6B97E10CF92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25" creationId="{0ADE9711-F528-F4F9-65B3-83F1FADE42B4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26" creationId="{ACA0D007-D3FD-65C6-F041-3C8E719DF177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27" creationId="{2B4A8C66-985C-001A-4DF6-D60773E219AA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28" creationId="{37B983B9-72E2-F231-8316-DE7E1F6360F9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29" creationId="{CACB32B9-DE42-8475-9B8E-994E9C5915C2}"/>
          </ac:spMkLst>
        </pc:spChg>
        <pc:spChg chg="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30" creationId="{A5C47DBA-B76F-147B-F03E-C905D3632B48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31" creationId="{CB695275-F722-62A4-78C7-2AF3C4B7C5A4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32" creationId="{29E576B0-BE0E-837A-AE83-F8E0A1DDA568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33" creationId="{903B7544-95D9-4607-52B8-8930500FA66C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34" creationId="{A3691022-6A94-75FB-3F55-ECA726B42E7C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35" creationId="{B8A0CBD3-849A-FCFF-6626-F0F63342B695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36" creationId="{52E8AFF2-8A57-BB9C-C190-76511E4DC064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37" creationId="{0070BF8B-D5BD-32E9-C46A-C56F8B6CCFA6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38" creationId="{6897FAD8-73B4-3285-B929-73DF68000B85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39" creationId="{5B7A192B-EDEB-2A48-05A9-038A7A2E4D93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40" creationId="{A89F024B-9909-3CE6-7139-5999EB2E21AF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41" creationId="{005666CC-CF77-C3F4-4CF8-3783A58BE65A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42" creationId="{F5C964CF-6F8D-306C-E040-20686D89BC77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43" creationId="{F93496F4-C7E5-F686-579B-9876DDD3161E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44" creationId="{7ACF3DDA-1917-0D1B-BE71-D3A4757615A1}"/>
          </ac:spMkLst>
        </pc:spChg>
        <pc:spChg chg="add mod">
          <ac:chgData name="xi sheng" userId="b3919e0d8ca6a452" providerId="LiveId" clId="{4C42BB75-2FB8-4DCC-98FE-DE00DF593A0B}" dt="2024-05-20T00:21:24.352" v="98" actId="571"/>
          <ac:spMkLst>
            <pc:docMk/>
            <pc:sldMk cId="0" sldId="814"/>
            <ac:spMk id="102445" creationId="{31A3E9CB-421E-572C-368A-C5CFA5064D86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47" creationId="{37A66D14-103E-0D6C-4612-2F1791F3736A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48" creationId="{76773E87-318B-E624-E456-260EA78BDD71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49" creationId="{E3062567-C345-F1FF-DF3C-8A8023D84425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50" creationId="{AB8C2566-241F-F507-39FF-F58C67D94D8D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51" creationId="{DA4D84A6-730C-F21E-545B-13E0247AB95A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52" creationId="{1C8514ED-3748-7BC6-3D29-34C9F089A2D4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53" creationId="{C7B28992-A577-691E-1D21-61EE39D3CE1A}"/>
          </ac:spMkLst>
        </pc:spChg>
        <pc:spChg chg="add mod">
          <ac:chgData name="xi sheng" userId="b3919e0d8ca6a452" providerId="LiveId" clId="{4C42BB75-2FB8-4DCC-98FE-DE00DF593A0B}" dt="2024-05-20T00:28:34.911" v="122" actId="207"/>
          <ac:spMkLst>
            <pc:docMk/>
            <pc:sldMk cId="0" sldId="814"/>
            <ac:spMk id="102454" creationId="{F131E406-CE4C-6EDC-5BB0-1DB88FB9ABA4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55" creationId="{49A96345-8808-A649-1056-908DE0BA239B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56" creationId="{065289E1-CBBC-3F8F-B6FA-1005436789B5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57" creationId="{99948484-1D7D-C7C0-DDCD-4C9CB514EBEC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58" creationId="{1664E546-1249-9BFC-C96F-D2F12BFA91A0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59" creationId="{0AF35391-C136-4D48-A37B-A25118E920EE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60" creationId="{6BE3823D-C0FA-FF23-3E0B-D76DB2F523CF}"/>
          </ac:spMkLst>
        </pc:spChg>
        <pc:spChg chg="add mod">
          <ac:chgData name="xi sheng" userId="b3919e0d8ca6a452" providerId="LiveId" clId="{4C42BB75-2FB8-4DCC-98FE-DE00DF593A0B}" dt="2024-05-20T00:25:10.001" v="116" actId="1076"/>
          <ac:spMkLst>
            <pc:docMk/>
            <pc:sldMk cId="0" sldId="814"/>
            <ac:spMk id="102461" creationId="{A9046344-B86E-8924-3CF6-C7839CFABA12}"/>
          </ac:spMkLst>
        </pc:spChg>
        <pc:spChg chg="add mod">
          <ac:chgData name="xi sheng" userId="b3919e0d8ca6a452" providerId="LiveId" clId="{4C42BB75-2FB8-4DCC-98FE-DE00DF593A0B}" dt="2024-05-20T00:25:27.211" v="117" actId="1076"/>
          <ac:spMkLst>
            <pc:docMk/>
            <pc:sldMk cId="0" sldId="814"/>
            <ac:spMk id="102465" creationId="{6783E281-A873-D8D0-4D77-6194B0B62786}"/>
          </ac:spMkLst>
        </pc:spChg>
        <pc:spChg chg="add mod">
          <ac:chgData name="xi sheng" userId="b3919e0d8ca6a452" providerId="LiveId" clId="{4C42BB75-2FB8-4DCC-98FE-DE00DF593A0B}" dt="2024-05-20T00:24:21.866" v="109" actId="1076"/>
          <ac:spMkLst>
            <pc:docMk/>
            <pc:sldMk cId="0" sldId="814"/>
            <ac:spMk id="102466" creationId="{FD5F26B8-6FFC-688A-B3F5-9CCE1F164EFD}"/>
          </ac:spMkLst>
        </pc:spChg>
        <pc:spChg chg="add mod">
          <ac:chgData name="xi sheng" userId="b3919e0d8ca6a452" providerId="LiveId" clId="{4C42BB75-2FB8-4DCC-98FE-DE00DF593A0B}" dt="2024-05-20T00:24:21.866" v="109" actId="1076"/>
          <ac:spMkLst>
            <pc:docMk/>
            <pc:sldMk cId="0" sldId="814"/>
            <ac:spMk id="102467" creationId="{F6E3D4AC-F7F1-105B-9297-FD674B2024C2}"/>
          </ac:spMkLst>
        </pc:spChg>
        <pc:spChg chg="add mod">
          <ac:chgData name="xi sheng" userId="b3919e0d8ca6a452" providerId="LiveId" clId="{4C42BB75-2FB8-4DCC-98FE-DE00DF593A0B}" dt="2024-05-20T00:24:21.866" v="109" actId="1076"/>
          <ac:spMkLst>
            <pc:docMk/>
            <pc:sldMk cId="0" sldId="814"/>
            <ac:spMk id="102468" creationId="{46BAE810-09BA-32DA-262A-5C729D94105F}"/>
          </ac:spMkLst>
        </pc:spChg>
        <pc:spChg chg="add mod">
          <ac:chgData name="xi sheng" userId="b3919e0d8ca6a452" providerId="LiveId" clId="{4C42BB75-2FB8-4DCC-98FE-DE00DF593A0B}" dt="2024-05-20T00:24:21.866" v="109" actId="1076"/>
          <ac:spMkLst>
            <pc:docMk/>
            <pc:sldMk cId="0" sldId="814"/>
            <ac:spMk id="102469" creationId="{AB841016-AE03-81A3-2DF4-3E1195298C07}"/>
          </ac:spMkLst>
        </pc:spChg>
        <pc:spChg chg="add mod">
          <ac:chgData name="xi sheng" userId="b3919e0d8ca6a452" providerId="LiveId" clId="{4C42BB75-2FB8-4DCC-98FE-DE00DF593A0B}" dt="2024-05-20T00:24:21.866" v="109" actId="1076"/>
          <ac:spMkLst>
            <pc:docMk/>
            <pc:sldMk cId="0" sldId="814"/>
            <ac:spMk id="102470" creationId="{747BD4CB-04DF-0BD2-B8BA-ED9082660A77}"/>
          </ac:spMkLst>
        </pc:spChg>
        <pc:spChg chg="add mod">
          <ac:chgData name="xi sheng" userId="b3919e0d8ca6a452" providerId="LiveId" clId="{4C42BB75-2FB8-4DCC-98FE-DE00DF593A0B}" dt="2024-05-20T00:25:27.211" v="117" actId="1076"/>
          <ac:spMkLst>
            <pc:docMk/>
            <pc:sldMk cId="0" sldId="814"/>
            <ac:spMk id="102471" creationId="{B0872D5E-AD37-C177-79F4-8A60CCB36004}"/>
          </ac:spMkLst>
        </pc:spChg>
        <pc:spChg chg="add mod">
          <ac:chgData name="xi sheng" userId="b3919e0d8ca6a452" providerId="LiveId" clId="{4C42BB75-2FB8-4DCC-98FE-DE00DF593A0B}" dt="2024-05-20T00:24:38.741" v="113" actId="20577"/>
          <ac:spMkLst>
            <pc:docMk/>
            <pc:sldMk cId="0" sldId="814"/>
            <ac:spMk id="102472" creationId="{23BC3294-91F7-DD8D-B0FA-FB099DA89BE0}"/>
          </ac:spMkLst>
        </pc:spChg>
        <pc:spChg chg="add mod">
          <ac:chgData name="xi sheng" userId="b3919e0d8ca6a452" providerId="LiveId" clId="{4C42BB75-2FB8-4DCC-98FE-DE00DF593A0B}" dt="2024-05-20T00:24:21.866" v="109" actId="1076"/>
          <ac:spMkLst>
            <pc:docMk/>
            <pc:sldMk cId="0" sldId="814"/>
            <ac:spMk id="102473" creationId="{5982D7AF-68D6-8CEC-64DE-D943D9ED0F9B}"/>
          </ac:spMkLst>
        </pc:spChg>
        <pc:spChg chg="add mod">
          <ac:chgData name="xi sheng" userId="b3919e0d8ca6a452" providerId="LiveId" clId="{4C42BB75-2FB8-4DCC-98FE-DE00DF593A0B}" dt="2024-05-20T00:24:21.866" v="109" actId="1076"/>
          <ac:spMkLst>
            <pc:docMk/>
            <pc:sldMk cId="0" sldId="814"/>
            <ac:spMk id="102474" creationId="{588EA198-9578-9EEB-F283-C783C5AC1CD3}"/>
          </ac:spMkLst>
        </pc:spChg>
        <pc:spChg chg="add mod">
          <ac:chgData name="xi sheng" userId="b3919e0d8ca6a452" providerId="LiveId" clId="{4C42BB75-2FB8-4DCC-98FE-DE00DF593A0B}" dt="2024-05-20T00:28:39.526" v="123" actId="207"/>
          <ac:spMkLst>
            <pc:docMk/>
            <pc:sldMk cId="0" sldId="814"/>
            <ac:spMk id="102475" creationId="{6432F65D-5BCB-81D1-B558-7D6243532A50}"/>
          </ac:spMkLst>
        </pc:spChg>
        <pc:spChg chg="add mod">
          <ac:chgData name="xi sheng" userId="b3919e0d8ca6a452" providerId="LiveId" clId="{4C42BB75-2FB8-4DCC-98FE-DE00DF593A0B}" dt="2024-05-20T00:24:21.866" v="109" actId="1076"/>
          <ac:spMkLst>
            <pc:docMk/>
            <pc:sldMk cId="0" sldId="814"/>
            <ac:spMk id="102476" creationId="{6B0CC050-00A3-A5F1-A573-6A5C585F5AF6}"/>
          </ac:spMkLst>
        </pc:spChg>
        <pc:spChg chg="add mod">
          <ac:chgData name="xi sheng" userId="b3919e0d8ca6a452" providerId="LiveId" clId="{4C42BB75-2FB8-4DCC-98FE-DE00DF593A0B}" dt="2024-05-20T00:23:57.061" v="107" actId="1076"/>
          <ac:spMkLst>
            <pc:docMk/>
            <pc:sldMk cId="0" sldId="814"/>
            <ac:spMk id="102477" creationId="{38A70BA8-A4E2-BF11-A696-A73FB4F8E13D}"/>
          </ac:spMkLst>
        </pc:spChg>
        <pc:spChg chg="add mod">
          <ac:chgData name="xi sheng" userId="b3919e0d8ca6a452" providerId="LiveId" clId="{4C42BB75-2FB8-4DCC-98FE-DE00DF593A0B}" dt="2024-05-20T00:23:57.061" v="107" actId="1076"/>
          <ac:spMkLst>
            <pc:docMk/>
            <pc:sldMk cId="0" sldId="814"/>
            <ac:spMk id="102478" creationId="{D962466E-A672-F577-F9BD-5071753AAF64}"/>
          </ac:spMkLst>
        </pc:spChg>
        <pc:spChg chg="add mod">
          <ac:chgData name="xi sheng" userId="b3919e0d8ca6a452" providerId="LiveId" clId="{4C42BB75-2FB8-4DCC-98FE-DE00DF593A0B}" dt="2024-05-20T00:23:57.061" v="107" actId="1076"/>
          <ac:spMkLst>
            <pc:docMk/>
            <pc:sldMk cId="0" sldId="814"/>
            <ac:spMk id="102479" creationId="{126FD3EF-2A56-D87F-7E7B-7B673A5C6F98}"/>
          </ac:spMkLst>
        </pc:spChg>
        <pc:grpChg chg="add mod">
          <ac:chgData name="xi sheng" userId="b3919e0d8ca6a452" providerId="LiveId" clId="{4C42BB75-2FB8-4DCC-98FE-DE00DF593A0B}" dt="2024-05-20T00:21:24.352" v="98" actId="571"/>
          <ac:grpSpMkLst>
            <pc:docMk/>
            <pc:sldMk cId="0" sldId="814"/>
            <ac:grpSpMk id="102401" creationId="{78E70794-0FB1-6274-3C03-5EEF680BC143}"/>
          </ac:grpSpMkLst>
        </pc:grpChg>
        <pc:grpChg chg="mod">
          <ac:chgData name="xi sheng" userId="b3919e0d8ca6a452" providerId="LiveId" clId="{4C42BB75-2FB8-4DCC-98FE-DE00DF593A0B}" dt="2024-05-20T00:21:24.352" v="98" actId="571"/>
          <ac:grpSpMkLst>
            <pc:docMk/>
            <pc:sldMk cId="0" sldId="814"/>
            <ac:grpSpMk id="102404" creationId="{2CDAD61F-A358-8C83-B71A-699EE069D6B5}"/>
          </ac:grpSpMkLst>
        </pc:grpChg>
        <pc:grpChg chg="mod">
          <ac:chgData name="xi sheng" userId="b3919e0d8ca6a452" providerId="LiveId" clId="{4C42BB75-2FB8-4DCC-98FE-DE00DF593A0B}" dt="2024-05-20T00:21:24.352" v="98" actId="571"/>
          <ac:grpSpMkLst>
            <pc:docMk/>
            <pc:sldMk cId="0" sldId="814"/>
            <ac:grpSpMk id="102408" creationId="{5407F3E7-D8C6-47BA-D126-4CD74B668520}"/>
          </ac:grpSpMkLst>
        </pc:grpChg>
        <pc:grpChg chg="mod">
          <ac:chgData name="xi sheng" userId="b3919e0d8ca6a452" providerId="LiveId" clId="{4C42BB75-2FB8-4DCC-98FE-DE00DF593A0B}" dt="2024-05-20T00:21:24.352" v="98" actId="571"/>
          <ac:grpSpMkLst>
            <pc:docMk/>
            <pc:sldMk cId="0" sldId="814"/>
            <ac:grpSpMk id="102409" creationId="{FF75E6E5-81DE-F25F-491B-00D9ECFA92D3}"/>
          </ac:grpSpMkLst>
        </pc:grpChg>
        <pc:grpChg chg="mod">
          <ac:chgData name="xi sheng" userId="b3919e0d8ca6a452" providerId="LiveId" clId="{4C42BB75-2FB8-4DCC-98FE-DE00DF593A0B}" dt="2024-05-20T00:21:24.352" v="98" actId="571"/>
          <ac:grpSpMkLst>
            <pc:docMk/>
            <pc:sldMk cId="0" sldId="814"/>
            <ac:grpSpMk id="102410" creationId="{8FBFA7E6-255C-306F-85FB-9A23902484A8}"/>
          </ac:grpSpMkLst>
        </pc:grpChg>
        <pc:grpChg chg="mod">
          <ac:chgData name="xi sheng" userId="b3919e0d8ca6a452" providerId="LiveId" clId="{4C42BB75-2FB8-4DCC-98FE-DE00DF593A0B}" dt="2024-05-20T00:21:24.352" v="98" actId="571"/>
          <ac:grpSpMkLst>
            <pc:docMk/>
            <pc:sldMk cId="0" sldId="814"/>
            <ac:grpSpMk id="102411" creationId="{8FA3E779-4E6C-FF33-8EF2-302672A079D8}"/>
          </ac:grpSpMkLst>
        </pc:grpChg>
        <pc:grpChg chg="mod">
          <ac:chgData name="xi sheng" userId="b3919e0d8ca6a452" providerId="LiveId" clId="{4C42BB75-2FB8-4DCC-98FE-DE00DF593A0B}" dt="2024-05-20T00:21:24.352" v="98" actId="571"/>
          <ac:grpSpMkLst>
            <pc:docMk/>
            <pc:sldMk cId="0" sldId="814"/>
            <ac:grpSpMk id="102415" creationId="{5F9B95A7-16B8-A87D-D4BF-504CF2042C6E}"/>
          </ac:grpSpMkLst>
        </pc:grpChg>
        <pc:cxnChg chg="add mod">
          <ac:chgData name="xi sheng" userId="b3919e0d8ca6a452" providerId="LiveId" clId="{4C42BB75-2FB8-4DCC-98FE-DE00DF593A0B}" dt="2024-05-20T00:25:10.001" v="116" actId="1076"/>
          <ac:cxnSpMkLst>
            <pc:docMk/>
            <pc:sldMk cId="0" sldId="814"/>
            <ac:cxnSpMk id="48" creationId="{BF8A8B92-B55F-C9FF-DF37-0E48ED106E9F}"/>
          </ac:cxnSpMkLst>
        </pc:cxnChg>
        <pc:cxnChg chg="mod">
          <ac:chgData name="xi sheng" userId="b3919e0d8ca6a452" providerId="LiveId" clId="{4C42BB75-2FB8-4DCC-98FE-DE00DF593A0B}" dt="2024-05-20T00:21:24.352" v="98" actId="571"/>
          <ac:cxnSpMkLst>
            <pc:docMk/>
            <pc:sldMk cId="0" sldId="814"/>
            <ac:cxnSpMk id="102407" creationId="{9ED6AD2C-E264-6975-4B81-D9A5A875EF81}"/>
          </ac:cxnSpMkLst>
        </pc:cxnChg>
        <pc:cxnChg chg="add mod">
          <ac:chgData name="xi sheng" userId="b3919e0d8ca6a452" providerId="LiveId" clId="{4C42BB75-2FB8-4DCC-98FE-DE00DF593A0B}" dt="2024-05-20T00:21:24.352" v="98" actId="571"/>
          <ac:cxnSpMkLst>
            <pc:docMk/>
            <pc:sldMk cId="0" sldId="814"/>
            <ac:cxnSpMk id="102446" creationId="{BFA75AEE-8DC8-F722-8AE9-322466B27A01}"/>
          </ac:cxnSpMkLst>
        </pc:cxnChg>
        <pc:cxnChg chg="add del mod">
          <ac:chgData name="xi sheng" userId="b3919e0d8ca6a452" providerId="LiveId" clId="{4C42BB75-2FB8-4DCC-98FE-DE00DF593A0B}" dt="2024-05-20T00:23:16.389" v="102" actId="478"/>
          <ac:cxnSpMkLst>
            <pc:docMk/>
            <pc:sldMk cId="0" sldId="814"/>
            <ac:cxnSpMk id="102462" creationId="{220A1E41-01A3-E8EA-DE75-59E3BECE69B2}"/>
          </ac:cxnSpMkLst>
        </pc:cxnChg>
        <pc:cxnChg chg="add mod">
          <ac:chgData name="xi sheng" userId="b3919e0d8ca6a452" providerId="LiveId" clId="{4C42BB75-2FB8-4DCC-98FE-DE00DF593A0B}" dt="2024-05-20T00:25:10.001" v="116" actId="1076"/>
          <ac:cxnSpMkLst>
            <pc:docMk/>
            <pc:sldMk cId="0" sldId="814"/>
            <ac:cxnSpMk id="102464" creationId="{06D66618-63CC-1E1E-951C-0D07BD0518FF}"/>
          </ac:cxnSpMkLst>
        </pc:cxnChg>
        <pc:cxnChg chg="add del mod">
          <ac:chgData name="xi sheng" userId="b3919e0d8ca6a452" providerId="LiveId" clId="{4C42BB75-2FB8-4DCC-98FE-DE00DF593A0B}" dt="2024-05-20T00:24:25.174" v="110" actId="478"/>
          <ac:cxnSpMkLst>
            <pc:docMk/>
            <pc:sldMk cId="0" sldId="814"/>
            <ac:cxnSpMk id="102480" creationId="{155B3C89-02A2-ED9D-39F3-79DF6416862E}"/>
          </ac:cxnSpMkLst>
        </pc:cxnChg>
        <pc:cxnChg chg="add">
          <ac:chgData name="xi sheng" userId="b3919e0d8ca6a452" providerId="LiveId" clId="{4C42BB75-2FB8-4DCC-98FE-DE00DF593A0B}" dt="2024-05-20T00:24:34.268" v="111" actId="11529"/>
          <ac:cxnSpMkLst>
            <pc:docMk/>
            <pc:sldMk cId="0" sldId="814"/>
            <ac:cxnSpMk id="102482" creationId="{0ADC67B0-4869-1F87-1C74-FC3D63BD3675}"/>
          </ac:cxnSpMkLst>
        </pc:cxnChg>
      </pc:sldChg>
      <pc:sldChg chg="addSp modSp mod">
        <pc:chgData name="xi sheng" userId="b3919e0d8ca6a452" providerId="LiveId" clId="{4C42BB75-2FB8-4DCC-98FE-DE00DF593A0B}" dt="2024-05-20T00:43:45.236" v="203" actId="207"/>
        <pc:sldMkLst>
          <pc:docMk/>
          <pc:sldMk cId="0" sldId="815"/>
        </pc:sldMkLst>
        <pc:spChg chg="add mod">
          <ac:chgData name="xi sheng" userId="b3919e0d8ca6a452" providerId="LiveId" clId="{4C42BB75-2FB8-4DCC-98FE-DE00DF593A0B}" dt="2024-05-20T00:38:20.716" v="144" actId="1076"/>
          <ac:spMkLst>
            <pc:docMk/>
            <pc:sldMk cId="0" sldId="815"/>
            <ac:spMk id="4" creationId="{EACCBB62-82E3-9F5D-4415-BE30F8FEF43C}"/>
          </ac:spMkLst>
        </pc:spChg>
        <pc:spChg chg="add mod">
          <ac:chgData name="xi sheng" userId="b3919e0d8ca6a452" providerId="LiveId" clId="{4C42BB75-2FB8-4DCC-98FE-DE00DF593A0B}" dt="2024-05-20T00:38:20.716" v="144" actId="1076"/>
          <ac:spMkLst>
            <pc:docMk/>
            <pc:sldMk cId="0" sldId="815"/>
            <ac:spMk id="5" creationId="{F610DE84-A911-68BB-095C-575571D0D3D8}"/>
          </ac:spMkLst>
        </pc:spChg>
        <pc:spChg chg="add mod">
          <ac:chgData name="xi sheng" userId="b3919e0d8ca6a452" providerId="LiveId" clId="{4C42BB75-2FB8-4DCC-98FE-DE00DF593A0B}" dt="2024-05-20T00:38:20.716" v="144" actId="1076"/>
          <ac:spMkLst>
            <pc:docMk/>
            <pc:sldMk cId="0" sldId="815"/>
            <ac:spMk id="6" creationId="{EDF2D006-8FA9-9A4A-43BD-FF300DB0BB5B}"/>
          </ac:spMkLst>
        </pc:spChg>
        <pc:spChg chg="add mod">
          <ac:chgData name="xi sheng" userId="b3919e0d8ca6a452" providerId="LiveId" clId="{4C42BB75-2FB8-4DCC-98FE-DE00DF593A0B}" dt="2024-05-20T00:38:44.329" v="146" actId="1076"/>
          <ac:spMkLst>
            <pc:docMk/>
            <pc:sldMk cId="0" sldId="815"/>
            <ac:spMk id="7" creationId="{C2D43CA9-FE5D-6B2C-2833-80390EC126D5}"/>
          </ac:spMkLst>
        </pc:spChg>
        <pc:spChg chg="add mod">
          <ac:chgData name="xi sheng" userId="b3919e0d8ca6a452" providerId="LiveId" clId="{4C42BB75-2FB8-4DCC-98FE-DE00DF593A0B}" dt="2024-05-20T00:38:44.329" v="146" actId="1076"/>
          <ac:spMkLst>
            <pc:docMk/>
            <pc:sldMk cId="0" sldId="815"/>
            <ac:spMk id="8" creationId="{1A0CEDC8-5771-CDCB-0F76-DE41371767C8}"/>
          </ac:spMkLst>
        </pc:spChg>
        <pc:spChg chg="add mod">
          <ac:chgData name="xi sheng" userId="b3919e0d8ca6a452" providerId="LiveId" clId="{4C42BB75-2FB8-4DCC-98FE-DE00DF593A0B}" dt="2024-05-20T00:38:44.329" v="146" actId="1076"/>
          <ac:spMkLst>
            <pc:docMk/>
            <pc:sldMk cId="0" sldId="815"/>
            <ac:spMk id="9" creationId="{D1829F46-1078-4EA4-B437-C95E2183BD65}"/>
          </ac:spMkLst>
        </pc:spChg>
        <pc:spChg chg="add mod">
          <ac:chgData name="xi sheng" userId="b3919e0d8ca6a452" providerId="LiveId" clId="{4C42BB75-2FB8-4DCC-98FE-DE00DF593A0B}" dt="2024-05-20T00:38:20.716" v="144" actId="1076"/>
          <ac:spMkLst>
            <pc:docMk/>
            <pc:sldMk cId="0" sldId="815"/>
            <ac:spMk id="10" creationId="{3676BD82-A2A2-2804-EC10-93A9084BBA4E}"/>
          </ac:spMkLst>
        </pc:spChg>
        <pc:spChg chg="add mod">
          <ac:chgData name="xi sheng" userId="b3919e0d8ca6a452" providerId="LiveId" clId="{4C42BB75-2FB8-4DCC-98FE-DE00DF593A0B}" dt="2024-05-20T00:38:20.716" v="144" actId="1076"/>
          <ac:spMkLst>
            <pc:docMk/>
            <pc:sldMk cId="0" sldId="815"/>
            <ac:spMk id="11" creationId="{E00C2610-3E9B-172C-592F-362AC30AC9B3}"/>
          </ac:spMkLst>
        </pc:spChg>
        <pc:spChg chg="add mod">
          <ac:chgData name="xi sheng" userId="b3919e0d8ca6a452" providerId="LiveId" clId="{4C42BB75-2FB8-4DCC-98FE-DE00DF593A0B}" dt="2024-05-20T00:38:20.716" v="144" actId="1076"/>
          <ac:spMkLst>
            <pc:docMk/>
            <pc:sldMk cId="0" sldId="815"/>
            <ac:spMk id="12" creationId="{F009C862-E597-92E5-E677-813EF3EC7617}"/>
          </ac:spMkLst>
        </pc:spChg>
        <pc:spChg chg="add mod">
          <ac:chgData name="xi sheng" userId="b3919e0d8ca6a452" providerId="LiveId" clId="{4C42BB75-2FB8-4DCC-98FE-DE00DF593A0B}" dt="2024-05-20T00:38:44.329" v="146" actId="1076"/>
          <ac:spMkLst>
            <pc:docMk/>
            <pc:sldMk cId="0" sldId="815"/>
            <ac:spMk id="13" creationId="{73D37EE2-2CAD-1661-3DBE-A414884705CE}"/>
          </ac:spMkLst>
        </pc:spChg>
        <pc:spChg chg="add mod">
          <ac:chgData name="xi sheng" userId="b3919e0d8ca6a452" providerId="LiveId" clId="{4C42BB75-2FB8-4DCC-98FE-DE00DF593A0B}" dt="2024-05-20T00:38:44.329" v="146" actId="1076"/>
          <ac:spMkLst>
            <pc:docMk/>
            <pc:sldMk cId="0" sldId="815"/>
            <ac:spMk id="14" creationId="{69094006-3EF4-678C-D03F-1A840EE5F3E0}"/>
          </ac:spMkLst>
        </pc:spChg>
        <pc:spChg chg="add mod">
          <ac:chgData name="xi sheng" userId="b3919e0d8ca6a452" providerId="LiveId" clId="{4C42BB75-2FB8-4DCC-98FE-DE00DF593A0B}" dt="2024-05-20T00:38:44.329" v="146" actId="1076"/>
          <ac:spMkLst>
            <pc:docMk/>
            <pc:sldMk cId="0" sldId="815"/>
            <ac:spMk id="15" creationId="{0D79E6D9-FFCC-4028-F386-1FAB4832E2B1}"/>
          </ac:spMkLst>
        </pc:spChg>
        <pc:spChg chg="add mod">
          <ac:chgData name="xi sheng" userId="b3919e0d8ca6a452" providerId="LiveId" clId="{4C42BB75-2FB8-4DCC-98FE-DE00DF593A0B}" dt="2024-05-20T00:38:20.716" v="144" actId="1076"/>
          <ac:spMkLst>
            <pc:docMk/>
            <pc:sldMk cId="0" sldId="815"/>
            <ac:spMk id="16" creationId="{D43DDB71-6AD1-4B88-E3EF-147729B3DA2B}"/>
          </ac:spMkLst>
        </pc:spChg>
        <pc:spChg chg="add mod">
          <ac:chgData name="xi sheng" userId="b3919e0d8ca6a452" providerId="LiveId" clId="{4C42BB75-2FB8-4DCC-98FE-DE00DF593A0B}" dt="2024-05-20T00:38:20.716" v="144" actId="1076"/>
          <ac:spMkLst>
            <pc:docMk/>
            <pc:sldMk cId="0" sldId="815"/>
            <ac:spMk id="17" creationId="{EBF9FD3A-E63C-6CDF-E073-A00619B22C07}"/>
          </ac:spMkLst>
        </pc:spChg>
        <pc:spChg chg="add mod">
          <ac:chgData name="xi sheng" userId="b3919e0d8ca6a452" providerId="LiveId" clId="{4C42BB75-2FB8-4DCC-98FE-DE00DF593A0B}" dt="2024-05-20T00:38:20.716" v="144" actId="1076"/>
          <ac:spMkLst>
            <pc:docMk/>
            <pc:sldMk cId="0" sldId="815"/>
            <ac:spMk id="18" creationId="{88F6686C-9B72-E9E9-0128-95B4B7A66D54}"/>
          </ac:spMkLst>
        </pc:spChg>
        <pc:spChg chg="add mod">
          <ac:chgData name="xi sheng" userId="b3919e0d8ca6a452" providerId="LiveId" clId="{4C42BB75-2FB8-4DCC-98FE-DE00DF593A0B}" dt="2024-05-20T00:38:44.329" v="146" actId="1076"/>
          <ac:spMkLst>
            <pc:docMk/>
            <pc:sldMk cId="0" sldId="815"/>
            <ac:spMk id="19" creationId="{90EA0CD9-D755-E3F8-23A3-69D2F7B50C5E}"/>
          </ac:spMkLst>
        </pc:spChg>
        <pc:spChg chg="add mod">
          <ac:chgData name="xi sheng" userId="b3919e0d8ca6a452" providerId="LiveId" clId="{4C42BB75-2FB8-4DCC-98FE-DE00DF593A0B}" dt="2024-05-20T00:38:44.329" v="146" actId="1076"/>
          <ac:spMkLst>
            <pc:docMk/>
            <pc:sldMk cId="0" sldId="815"/>
            <ac:spMk id="20" creationId="{36D3792D-665E-8380-2214-254E65E04EBF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23" creationId="{D893031A-5E10-5B23-ADEC-B2DCE768AEFA}"/>
          </ac:spMkLst>
        </pc:spChg>
        <pc:spChg chg="add mod">
          <ac:chgData name="xi sheng" userId="b3919e0d8ca6a452" providerId="LiveId" clId="{4C42BB75-2FB8-4DCC-98FE-DE00DF593A0B}" dt="2024-05-20T00:37:28.005" v="133" actId="1076"/>
          <ac:spMkLst>
            <pc:docMk/>
            <pc:sldMk cId="0" sldId="815"/>
            <ac:spMk id="24" creationId="{F6E76453-9C27-53BE-8B67-2C7483B28F28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25" creationId="{DCB86C5F-00DB-BD9B-4674-C9729173AE94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26" creationId="{BA09DAB9-760B-2701-2ED0-B58C14256C95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27" creationId="{61D7EC37-573C-9A43-3E2C-464ABDD3203E}"/>
          </ac:spMkLst>
        </pc:spChg>
        <pc:spChg chg="mod">
          <ac:chgData name="xi sheng" userId="b3919e0d8ca6a452" providerId="LiveId" clId="{4C42BB75-2FB8-4DCC-98FE-DE00DF593A0B}" dt="2024-05-20T00:43:45.236" v="203" actId="207"/>
          <ac:spMkLst>
            <pc:docMk/>
            <pc:sldMk cId="0" sldId="815"/>
            <ac:spMk id="58" creationId="{00000000-0000-0000-0000-000000000000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59" creationId="{03616FF3-BB49-E115-7193-F6A6ADB236A5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61" creationId="{95D157CC-4115-0E43-45FF-31D397E639D5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62" creationId="{A2529F3B-3FF1-4454-AFA1-851D5417BB8F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63" creationId="{F6A8BE65-1B39-94C0-AE51-3B864E421BCE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108544" creationId="{24D3AC44-D4B1-BEDE-EBAF-E97F0E155C23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108545" creationId="{4A81A8C1-E751-D572-AEF6-A7F8C765E929}"/>
          </ac:spMkLst>
        </pc:spChg>
        <pc:spChg chg="mod">
          <ac:chgData name="xi sheng" userId="b3919e0d8ca6a452" providerId="LiveId" clId="{4C42BB75-2FB8-4DCC-98FE-DE00DF593A0B}" dt="2024-05-20T00:38:49.246" v="147" actId="1076"/>
          <ac:spMkLst>
            <pc:docMk/>
            <pc:sldMk cId="0" sldId="815"/>
            <ac:spMk id="108546" creationId="{00000000-0000-0000-0000-000000000000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108547" creationId="{34AB9EEB-94EB-4A35-7A53-9879184A5912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108548" creationId="{572AAA03-0B05-E455-3CAF-4335CD671234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108549" creationId="{E194F2FF-6BE5-5A89-9976-5E611D0FF320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108550" creationId="{317F7C90-DE6F-BBEC-C2C1-7C0256483D2E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108551" creationId="{E6EE4FA3-5761-2F44-9E00-63A9CD9FB408}"/>
          </ac:spMkLst>
        </pc:spChg>
        <pc:spChg chg="add mod">
          <ac:chgData name="xi sheng" userId="b3919e0d8ca6a452" providerId="LiveId" clId="{4C42BB75-2FB8-4DCC-98FE-DE00DF593A0B}" dt="2024-05-20T00:37:24.752" v="131"/>
          <ac:spMkLst>
            <pc:docMk/>
            <pc:sldMk cId="0" sldId="815"/>
            <ac:spMk id="108552" creationId="{969759AD-3560-AB27-AE10-21227988E18D}"/>
          </ac:spMkLst>
        </pc:spChg>
        <pc:spChg chg="add mod">
          <ac:chgData name="xi sheng" userId="b3919e0d8ca6a452" providerId="LiveId" clId="{4C42BB75-2FB8-4DCC-98FE-DE00DF593A0B}" dt="2024-05-20T00:38:59.939" v="148" actId="1076"/>
          <ac:spMkLst>
            <pc:docMk/>
            <pc:sldMk cId="0" sldId="815"/>
            <ac:spMk id="108553" creationId="{D6B5EEA1-41DE-AE09-E795-88FF8E980B26}"/>
          </ac:spMkLst>
        </pc:spChg>
        <pc:spChg chg="add mod">
          <ac:chgData name="xi sheng" userId="b3919e0d8ca6a452" providerId="LiveId" clId="{4C42BB75-2FB8-4DCC-98FE-DE00DF593A0B}" dt="2024-05-20T00:39:31.582" v="152" actId="207"/>
          <ac:spMkLst>
            <pc:docMk/>
            <pc:sldMk cId="0" sldId="815"/>
            <ac:spMk id="108554" creationId="{F2919CC2-3592-E67E-0848-8577F97C527B}"/>
          </ac:spMkLst>
        </pc:spChg>
        <pc:spChg chg="add mod">
          <ac:chgData name="xi sheng" userId="b3919e0d8ca6a452" providerId="LiveId" clId="{4C42BB75-2FB8-4DCC-98FE-DE00DF593A0B}" dt="2024-05-20T00:38:59.939" v="148" actId="1076"/>
          <ac:spMkLst>
            <pc:docMk/>
            <pc:sldMk cId="0" sldId="815"/>
            <ac:spMk id="108555" creationId="{1E251BB3-C4A4-9D7E-856E-253FFEE2EEAE}"/>
          </ac:spMkLst>
        </pc:spChg>
        <pc:spChg chg="add mod">
          <ac:chgData name="xi sheng" userId="b3919e0d8ca6a452" providerId="LiveId" clId="{4C42BB75-2FB8-4DCC-98FE-DE00DF593A0B}" dt="2024-05-20T00:39:10.730" v="149" actId="1076"/>
          <ac:spMkLst>
            <pc:docMk/>
            <pc:sldMk cId="0" sldId="815"/>
            <ac:spMk id="108556" creationId="{997B9633-32CC-0D92-6333-AB0263C4D31A}"/>
          </ac:spMkLst>
        </pc:spChg>
        <pc:spChg chg="add mod">
          <ac:chgData name="xi sheng" userId="b3919e0d8ca6a452" providerId="LiveId" clId="{4C42BB75-2FB8-4DCC-98FE-DE00DF593A0B}" dt="2024-05-20T00:39:10.730" v="149" actId="1076"/>
          <ac:spMkLst>
            <pc:docMk/>
            <pc:sldMk cId="0" sldId="815"/>
            <ac:spMk id="108557" creationId="{3E10B884-7550-3BF8-5D19-E7FBE0657E3A}"/>
          </ac:spMkLst>
        </pc:spChg>
        <pc:spChg chg="add mod">
          <ac:chgData name="xi sheng" userId="b3919e0d8ca6a452" providerId="LiveId" clId="{4C42BB75-2FB8-4DCC-98FE-DE00DF593A0B}" dt="2024-05-20T00:39:10.730" v="149" actId="1076"/>
          <ac:spMkLst>
            <pc:docMk/>
            <pc:sldMk cId="0" sldId="815"/>
            <ac:spMk id="108558" creationId="{D07CBEF6-A2DC-C8E2-9D71-C214BC30BD91}"/>
          </ac:spMkLst>
        </pc:spChg>
        <pc:spChg chg="add mod">
          <ac:chgData name="xi sheng" userId="b3919e0d8ca6a452" providerId="LiveId" clId="{4C42BB75-2FB8-4DCC-98FE-DE00DF593A0B}" dt="2024-05-20T00:38:59.939" v="148" actId="1076"/>
          <ac:spMkLst>
            <pc:docMk/>
            <pc:sldMk cId="0" sldId="815"/>
            <ac:spMk id="108559" creationId="{3E14489B-35DD-4347-9040-5451CE55C21F}"/>
          </ac:spMkLst>
        </pc:spChg>
        <pc:spChg chg="add mod">
          <ac:chgData name="xi sheng" userId="b3919e0d8ca6a452" providerId="LiveId" clId="{4C42BB75-2FB8-4DCC-98FE-DE00DF593A0B}" dt="2024-05-20T00:38:59.939" v="148" actId="1076"/>
          <ac:spMkLst>
            <pc:docMk/>
            <pc:sldMk cId="0" sldId="815"/>
            <ac:spMk id="108560" creationId="{DC1B7FEB-7A21-5B03-FF7C-A924C63FC08C}"/>
          </ac:spMkLst>
        </pc:spChg>
        <pc:spChg chg="add mod">
          <ac:chgData name="xi sheng" userId="b3919e0d8ca6a452" providerId="LiveId" clId="{4C42BB75-2FB8-4DCC-98FE-DE00DF593A0B}" dt="2024-05-20T00:38:59.939" v="148" actId="1076"/>
          <ac:spMkLst>
            <pc:docMk/>
            <pc:sldMk cId="0" sldId="815"/>
            <ac:spMk id="108561" creationId="{5819F7FE-40FA-C2F9-78C0-38D8CCE9054D}"/>
          </ac:spMkLst>
        </pc:spChg>
        <pc:spChg chg="add mod">
          <ac:chgData name="xi sheng" userId="b3919e0d8ca6a452" providerId="LiveId" clId="{4C42BB75-2FB8-4DCC-98FE-DE00DF593A0B}" dt="2024-05-20T00:39:10.730" v="149" actId="1076"/>
          <ac:spMkLst>
            <pc:docMk/>
            <pc:sldMk cId="0" sldId="815"/>
            <ac:spMk id="108562" creationId="{80935F7A-3502-A907-B46D-977CEC325FC1}"/>
          </ac:spMkLst>
        </pc:spChg>
        <pc:spChg chg="add mod">
          <ac:chgData name="xi sheng" userId="b3919e0d8ca6a452" providerId="LiveId" clId="{4C42BB75-2FB8-4DCC-98FE-DE00DF593A0B}" dt="2024-05-20T00:39:10.730" v="149" actId="1076"/>
          <ac:spMkLst>
            <pc:docMk/>
            <pc:sldMk cId="0" sldId="815"/>
            <ac:spMk id="108563" creationId="{F90F977A-1EF5-6FFB-D9B1-76F7E7D2A442}"/>
          </ac:spMkLst>
        </pc:spChg>
        <pc:spChg chg="add mod">
          <ac:chgData name="xi sheng" userId="b3919e0d8ca6a452" providerId="LiveId" clId="{4C42BB75-2FB8-4DCC-98FE-DE00DF593A0B}" dt="2024-05-20T00:39:10.730" v="149" actId="1076"/>
          <ac:spMkLst>
            <pc:docMk/>
            <pc:sldMk cId="0" sldId="815"/>
            <ac:spMk id="108564" creationId="{4D1BA6ED-8BA4-7F7E-8B3C-07E323C393B9}"/>
          </ac:spMkLst>
        </pc:spChg>
        <pc:spChg chg="add mod">
          <ac:chgData name="xi sheng" userId="b3919e0d8ca6a452" providerId="LiveId" clId="{4C42BB75-2FB8-4DCC-98FE-DE00DF593A0B}" dt="2024-05-20T00:38:59.939" v="148" actId="1076"/>
          <ac:spMkLst>
            <pc:docMk/>
            <pc:sldMk cId="0" sldId="815"/>
            <ac:spMk id="108565" creationId="{A8A4B94E-0552-0DD9-3CCE-409F19416035}"/>
          </ac:spMkLst>
        </pc:spChg>
        <pc:spChg chg="add mod">
          <ac:chgData name="xi sheng" userId="b3919e0d8ca6a452" providerId="LiveId" clId="{4C42BB75-2FB8-4DCC-98FE-DE00DF593A0B}" dt="2024-05-20T00:38:59.939" v="148" actId="1076"/>
          <ac:spMkLst>
            <pc:docMk/>
            <pc:sldMk cId="0" sldId="815"/>
            <ac:spMk id="108566" creationId="{D5964897-BFA0-3BD3-72E2-3025AF3A8727}"/>
          </ac:spMkLst>
        </pc:spChg>
        <pc:spChg chg="add mod">
          <ac:chgData name="xi sheng" userId="b3919e0d8ca6a452" providerId="LiveId" clId="{4C42BB75-2FB8-4DCC-98FE-DE00DF593A0B}" dt="2024-05-20T00:38:59.939" v="148" actId="1076"/>
          <ac:spMkLst>
            <pc:docMk/>
            <pc:sldMk cId="0" sldId="815"/>
            <ac:spMk id="108567" creationId="{30496756-0CB6-FC4E-97C6-3178EE592CB8}"/>
          </ac:spMkLst>
        </pc:spChg>
        <pc:spChg chg="add mod">
          <ac:chgData name="xi sheng" userId="b3919e0d8ca6a452" providerId="LiveId" clId="{4C42BB75-2FB8-4DCC-98FE-DE00DF593A0B}" dt="2024-05-20T00:39:10.730" v="149" actId="1076"/>
          <ac:spMkLst>
            <pc:docMk/>
            <pc:sldMk cId="0" sldId="815"/>
            <ac:spMk id="108568" creationId="{8E2805A7-402D-03FD-DCE1-C2D3FB84B19A}"/>
          </ac:spMkLst>
        </pc:spChg>
        <pc:spChg chg="add mod">
          <ac:chgData name="xi sheng" userId="b3919e0d8ca6a452" providerId="LiveId" clId="{4C42BB75-2FB8-4DCC-98FE-DE00DF593A0B}" dt="2024-05-20T00:39:10.730" v="149" actId="1076"/>
          <ac:spMkLst>
            <pc:docMk/>
            <pc:sldMk cId="0" sldId="815"/>
            <ac:spMk id="108569" creationId="{AB5F5C63-2E4B-E766-C5FA-6A6C730900B0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72" creationId="{4E13757A-EC37-3682-18AA-7F0D6D25A8D9}"/>
          </ac:spMkLst>
        </pc:spChg>
        <pc:spChg chg="add mod">
          <ac:chgData name="xi sheng" userId="b3919e0d8ca6a452" providerId="LiveId" clId="{4C42BB75-2FB8-4DCC-98FE-DE00DF593A0B}" dt="2024-05-20T00:39:40.588" v="157" actId="20577"/>
          <ac:spMkLst>
            <pc:docMk/>
            <pc:sldMk cId="0" sldId="815"/>
            <ac:spMk id="108573" creationId="{EA90C275-97FB-257A-2B10-3CA22E02A3CD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74" creationId="{D00893E3-9B6F-9BFD-E835-AE1B5A964C5C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75" creationId="{C2C0101B-8F4D-9AA1-9DAD-D3601F721E12}"/>
          </ac:spMkLst>
        </pc:spChg>
        <pc:spChg chg="add mod">
          <ac:chgData name="xi sheng" userId="b3919e0d8ca6a452" providerId="LiveId" clId="{4C42BB75-2FB8-4DCC-98FE-DE00DF593A0B}" dt="2024-05-20T00:39:48.487" v="160" actId="207"/>
          <ac:spMkLst>
            <pc:docMk/>
            <pc:sldMk cId="0" sldId="815"/>
            <ac:spMk id="108576" creationId="{C1687F18-9103-DFF6-B383-6460B06400DA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77" creationId="{A9D1BCE4-7A08-5430-2A8C-A731ADFC128F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78" creationId="{035F84A7-2B36-6826-F98E-CA19241B0B73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79" creationId="{33A71950-84CD-A639-5E89-9D1380704073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80" creationId="{13075C3B-623F-EEBC-ED21-F5FA712AE3F8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81" creationId="{D84B1D52-5415-7B6C-A626-B87CAE58F34D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82" creationId="{24C98218-8D28-6C5B-6AE1-917532D0780F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83" creationId="{A9FD785A-4E11-61E3-7CF7-472ECD5E5120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84" creationId="{C4ED2A7F-3024-AE36-6C9E-509DAB1F2BC5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85" creationId="{C97F226A-DBA0-ABCD-B284-5859B58FB4AC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86" creationId="{49A8F8C1-61EB-F8C4-AAD6-2CE93DACD026}"/>
          </ac:spMkLst>
        </pc:spChg>
        <pc:spChg chg="add mod">
          <ac:chgData name="xi sheng" userId="b3919e0d8ca6a452" providerId="LiveId" clId="{4C42BB75-2FB8-4DCC-98FE-DE00DF593A0B}" dt="2024-05-20T00:39:38.118" v="155" actId="20577"/>
          <ac:spMkLst>
            <pc:docMk/>
            <pc:sldMk cId="0" sldId="815"/>
            <ac:spMk id="108587" creationId="{49C1BD23-1EC3-9147-8CC5-B4EA2EDE5C21}"/>
          </ac:spMkLst>
        </pc:spChg>
        <pc:spChg chg="add mod">
          <ac:chgData name="xi sheng" userId="b3919e0d8ca6a452" providerId="LiveId" clId="{4C42BB75-2FB8-4DCC-98FE-DE00DF593A0B}" dt="2024-05-20T00:39:23.492" v="151" actId="1076"/>
          <ac:spMkLst>
            <pc:docMk/>
            <pc:sldMk cId="0" sldId="815"/>
            <ac:spMk id="108588" creationId="{4B3E977A-0A89-E957-69BE-6DA029A64E55}"/>
          </ac:spMkLst>
        </pc:spChg>
        <pc:cxnChg chg="add mod">
          <ac:chgData name="xi sheng" userId="b3919e0d8ca6a452" providerId="LiveId" clId="{4C42BB75-2FB8-4DCC-98FE-DE00DF593A0B}" dt="2024-05-20T00:38:20.716" v="144" actId="1076"/>
          <ac:cxnSpMkLst>
            <pc:docMk/>
            <pc:sldMk cId="0" sldId="815"/>
            <ac:cxnSpMk id="22" creationId="{4C9715CE-C501-EE5D-292A-740066C69A2C}"/>
          </ac:cxnSpMkLst>
        </pc:cxnChg>
        <pc:cxnChg chg="add mod">
          <ac:chgData name="xi sheng" userId="b3919e0d8ca6a452" providerId="LiveId" clId="{4C42BB75-2FB8-4DCC-98FE-DE00DF593A0B}" dt="2024-05-20T00:39:15.481" v="150" actId="14100"/>
          <ac:cxnSpMkLst>
            <pc:docMk/>
            <pc:sldMk cId="0" sldId="815"/>
            <ac:cxnSpMk id="108571" creationId="{612F600F-526C-6365-F5A3-C9A923E18AC5}"/>
          </ac:cxnSpMkLst>
        </pc:cxnChg>
        <pc:cxnChg chg="add mod">
          <ac:chgData name="xi sheng" userId="b3919e0d8ca6a452" providerId="LiveId" clId="{4C42BB75-2FB8-4DCC-98FE-DE00DF593A0B}" dt="2024-05-20T00:39:54.524" v="161" actId="11529"/>
          <ac:cxnSpMkLst>
            <pc:docMk/>
            <pc:sldMk cId="0" sldId="815"/>
            <ac:cxnSpMk id="108591" creationId="{8A78FB1A-D6D1-F9B7-685E-A03490894933}"/>
          </ac:cxnSpMkLst>
        </pc:cxnChg>
      </pc:sldChg>
      <pc:sldChg chg="addSp modSp mod">
        <pc:chgData name="xi sheng" userId="b3919e0d8ca6a452" providerId="LiveId" clId="{4C42BB75-2FB8-4DCC-98FE-DE00DF593A0B}" dt="2024-05-20T00:28:25.251" v="120" actId="207"/>
        <pc:sldMkLst>
          <pc:docMk/>
          <pc:sldMk cId="2823902344" sldId="1014"/>
        </pc:sldMkLst>
        <pc:spChg chg="add mod">
          <ac:chgData name="xi sheng" userId="b3919e0d8ca6a452" providerId="LiveId" clId="{4C42BB75-2FB8-4DCC-98FE-DE00DF593A0B}" dt="2024-05-19T23:39:41.169" v="2" actId="1076"/>
          <ac:spMkLst>
            <pc:docMk/>
            <pc:sldMk cId="2823902344" sldId="1014"/>
            <ac:spMk id="2" creationId="{5001CE5C-7997-891E-8B43-E40AED8E25C8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3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5" creationId="{00000000-0000-0000-0000-000000000000}"/>
          </ac:spMkLst>
        </pc:spChg>
        <pc:spChg chg="add mod">
          <ac:chgData name="xi sheng" userId="b3919e0d8ca6a452" providerId="LiveId" clId="{4C42BB75-2FB8-4DCC-98FE-DE00DF593A0B}" dt="2024-05-19T23:39:41.169" v="2" actId="1076"/>
          <ac:spMkLst>
            <pc:docMk/>
            <pc:sldMk cId="2823902344" sldId="1014"/>
            <ac:spMk id="8" creationId="{F1C020D6-51B4-262D-F00E-46723A67A142}"/>
          </ac:spMkLst>
        </pc:spChg>
        <pc:spChg chg="add mod">
          <ac:chgData name="xi sheng" userId="b3919e0d8ca6a452" providerId="LiveId" clId="{4C42BB75-2FB8-4DCC-98FE-DE00DF593A0B}" dt="2024-05-19T23:39:41.169" v="2" actId="1076"/>
          <ac:spMkLst>
            <pc:docMk/>
            <pc:sldMk cId="2823902344" sldId="1014"/>
            <ac:spMk id="9" creationId="{BC92A17A-8FA5-98ED-94ED-CC13C48BF3A5}"/>
          </ac:spMkLst>
        </pc:spChg>
        <pc:spChg chg="add mod">
          <ac:chgData name="xi sheng" userId="b3919e0d8ca6a452" providerId="LiveId" clId="{4C42BB75-2FB8-4DCC-98FE-DE00DF593A0B}" dt="2024-05-19T23:39:41.169" v="2" actId="1076"/>
          <ac:spMkLst>
            <pc:docMk/>
            <pc:sldMk cId="2823902344" sldId="1014"/>
            <ac:spMk id="10" creationId="{3BE79E27-829B-A655-45C2-6B12079130EA}"/>
          </ac:spMkLst>
        </pc:spChg>
        <pc:spChg chg="add mod">
          <ac:chgData name="xi sheng" userId="b3919e0d8ca6a452" providerId="LiveId" clId="{4C42BB75-2FB8-4DCC-98FE-DE00DF593A0B}" dt="2024-05-19T23:39:41.169" v="2" actId="1076"/>
          <ac:spMkLst>
            <pc:docMk/>
            <pc:sldMk cId="2823902344" sldId="1014"/>
            <ac:spMk id="11" creationId="{EF73A0C9-96E9-0173-B22F-2B16A5F86F53}"/>
          </ac:spMkLst>
        </pc:spChg>
        <pc:spChg chg="add mod">
          <ac:chgData name="xi sheng" userId="b3919e0d8ca6a452" providerId="LiveId" clId="{4C42BB75-2FB8-4DCC-98FE-DE00DF593A0B}" dt="2024-05-19T23:39:41.169" v="2" actId="1076"/>
          <ac:spMkLst>
            <pc:docMk/>
            <pc:sldMk cId="2823902344" sldId="1014"/>
            <ac:spMk id="12" creationId="{1704AD88-5BD5-25F4-8147-41088207C43F}"/>
          </ac:spMkLst>
        </pc:spChg>
        <pc:spChg chg="add mod">
          <ac:chgData name="xi sheng" userId="b3919e0d8ca6a452" providerId="LiveId" clId="{4C42BB75-2FB8-4DCC-98FE-DE00DF593A0B}" dt="2024-05-19T23:39:41.169" v="2" actId="1076"/>
          <ac:spMkLst>
            <pc:docMk/>
            <pc:sldMk cId="2823902344" sldId="1014"/>
            <ac:spMk id="13" creationId="{65DE300F-DB57-CE5B-405B-1B5DB2C1636B}"/>
          </ac:spMkLst>
        </pc:spChg>
        <pc:spChg chg="add mod">
          <ac:chgData name="xi sheng" userId="b3919e0d8ca6a452" providerId="LiveId" clId="{4C42BB75-2FB8-4DCC-98FE-DE00DF593A0B}" dt="2024-05-19T23:39:41.169" v="2" actId="1076"/>
          <ac:spMkLst>
            <pc:docMk/>
            <pc:sldMk cId="2823902344" sldId="1014"/>
            <ac:spMk id="14" creationId="{FA533B96-C9E7-9F20-6DDD-F73E8012ACE9}"/>
          </ac:spMkLst>
        </pc:spChg>
        <pc:spChg chg="add mod">
          <ac:chgData name="xi sheng" userId="b3919e0d8ca6a452" providerId="LiveId" clId="{4C42BB75-2FB8-4DCC-98FE-DE00DF593A0B}" dt="2024-05-19T23:39:41.169" v="2" actId="1076"/>
          <ac:spMkLst>
            <pc:docMk/>
            <pc:sldMk cId="2823902344" sldId="1014"/>
            <ac:spMk id="15" creationId="{6DF11BD7-F6FA-483D-1BEF-6C8C6B864888}"/>
          </ac:spMkLst>
        </pc:spChg>
        <pc:spChg chg="add mod">
          <ac:chgData name="xi sheng" userId="b3919e0d8ca6a452" providerId="LiveId" clId="{4C42BB75-2FB8-4DCC-98FE-DE00DF593A0B}" dt="2024-05-20T00:28:13.502" v="118" actId="207"/>
          <ac:spMkLst>
            <pc:docMk/>
            <pc:sldMk cId="2823902344" sldId="1014"/>
            <ac:spMk id="16" creationId="{03B664B4-E34B-4ACB-43EF-176C8364E1DB}"/>
          </ac:spMkLst>
        </pc:spChg>
        <pc:spChg chg="add mod">
          <ac:chgData name="xi sheng" userId="b3919e0d8ca6a452" providerId="LiveId" clId="{4C42BB75-2FB8-4DCC-98FE-DE00DF593A0B}" dt="2024-05-19T23:39:41.169" v="2" actId="1076"/>
          <ac:spMkLst>
            <pc:docMk/>
            <pc:sldMk cId="2823902344" sldId="1014"/>
            <ac:spMk id="17" creationId="{A36BFBD2-80F8-E5F5-7693-9768CF2CE006}"/>
          </ac:spMkLst>
        </pc:spChg>
        <pc:spChg chg="add mod">
          <ac:chgData name="xi sheng" userId="b3919e0d8ca6a452" providerId="LiveId" clId="{4C42BB75-2FB8-4DCC-98FE-DE00DF593A0B}" dt="2024-05-19T23:39:41.169" v="2" actId="1076"/>
          <ac:spMkLst>
            <pc:docMk/>
            <pc:sldMk cId="2823902344" sldId="1014"/>
            <ac:spMk id="18" creationId="{D5BEAAB0-4EEC-D846-EC3A-3E2CF80C9235}"/>
          </ac:spMkLst>
        </pc:spChg>
        <pc:spChg chg="add 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23" creationId="{641F472A-1320-5DF6-4285-2020060E7809}"/>
          </ac:spMkLst>
        </pc:spChg>
        <pc:spChg chg="add 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24" creationId="{17E87D1C-E2D0-C145-622F-46C02D0D3F63}"/>
          </ac:spMkLst>
        </pc:spChg>
        <pc:spChg chg="add 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25" creationId="{FD4F4E60-CC07-CE46-A843-891EF6F047E7}"/>
          </ac:spMkLst>
        </pc:spChg>
        <pc:spChg chg="add 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26" creationId="{75798874-5FFF-745B-2A8D-7893665CBD6D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27" creationId="{00000000-0000-0000-0000-000000000000}"/>
          </ac:spMkLst>
        </pc:spChg>
        <pc:spChg chg="add 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32" creationId="{983E222C-F2B2-A85F-CBC5-26FFD10CBE9F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36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37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38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39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40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41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42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43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44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45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46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47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48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49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51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52" creationId="{00000000-0000-0000-0000-000000000000}"/>
          </ac:spMkLst>
        </pc:spChg>
        <pc:spChg chg="add 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53" creationId="{4C30C8D2-4426-3CE8-A639-069ABC1F06FE}"/>
          </ac:spMkLst>
        </pc:spChg>
        <pc:spChg chg="add 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54" creationId="{CCE6299B-5BAA-002C-B34E-C2486431E2BE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55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56" creationId="{00000000-0000-0000-0000-000000000000}"/>
          </ac:spMkLst>
        </pc:spChg>
        <pc:spChg chg="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57" creationId="{00000000-0000-0000-0000-000000000000}"/>
          </ac:spMkLst>
        </pc:spChg>
        <pc:spChg chg="add 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58" creationId="{90C6E278-7B9F-5D1E-EBDA-0717628725C9}"/>
          </ac:spMkLst>
        </pc:spChg>
        <pc:spChg chg="add 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60" creationId="{B6DDED66-2B33-F751-D1D8-D430E586AE03}"/>
          </ac:spMkLst>
        </pc:spChg>
        <pc:spChg chg="add 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61" creationId="{AE496624-45E8-E368-026F-F98C1AAE17F1}"/>
          </ac:spMkLst>
        </pc:spChg>
        <pc:spChg chg="add 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62" creationId="{0BA942B7-D5C7-3D8F-C87E-B83DF52C72A6}"/>
          </ac:spMkLst>
        </pc:spChg>
        <pc:spChg chg="add mod">
          <ac:chgData name="xi sheng" userId="b3919e0d8ca6a452" providerId="LiveId" clId="{4C42BB75-2FB8-4DCC-98FE-DE00DF593A0B}" dt="2024-05-19T23:41:08.892" v="19" actId="1076"/>
          <ac:spMkLst>
            <pc:docMk/>
            <pc:sldMk cId="2823902344" sldId="1014"/>
            <ac:spMk id="63" creationId="{19F25AE2-87AD-828A-0F7E-49CFDAFE74B3}"/>
          </ac:spMkLst>
        </pc:spChg>
        <pc:spChg chg="add mod">
          <ac:chgData name="xi sheng" userId="b3919e0d8ca6a452" providerId="LiveId" clId="{4C42BB75-2FB8-4DCC-98FE-DE00DF593A0B}" dt="2024-05-19T23:41:15.833" v="21" actId="1076"/>
          <ac:spMkLst>
            <pc:docMk/>
            <pc:sldMk cId="2823902344" sldId="1014"/>
            <ac:spMk id="98304" creationId="{34D7B45D-1BF7-1426-38EC-54499B909DF2}"/>
          </ac:spMkLst>
        </pc:spChg>
        <pc:spChg chg="add mod">
          <ac:chgData name="xi sheng" userId="b3919e0d8ca6a452" providerId="LiveId" clId="{4C42BB75-2FB8-4DCC-98FE-DE00DF593A0B}" dt="2024-05-19T23:41:15.833" v="21" actId="1076"/>
          <ac:spMkLst>
            <pc:docMk/>
            <pc:sldMk cId="2823902344" sldId="1014"/>
            <ac:spMk id="98305" creationId="{4264ACC8-3FB4-274E-2CF2-BB124D4849BB}"/>
          </ac:spMkLst>
        </pc:spChg>
        <pc:spChg chg="add mod">
          <ac:chgData name="xi sheng" userId="b3919e0d8ca6a452" providerId="LiveId" clId="{4C42BB75-2FB8-4DCC-98FE-DE00DF593A0B}" dt="2024-05-19T23:41:15.833" v="21" actId="1076"/>
          <ac:spMkLst>
            <pc:docMk/>
            <pc:sldMk cId="2823902344" sldId="1014"/>
            <ac:spMk id="98307" creationId="{B1C5861D-A59F-3402-880D-0C9F544AD8F3}"/>
          </ac:spMkLst>
        </pc:spChg>
        <pc:spChg chg="add mod">
          <ac:chgData name="xi sheng" userId="b3919e0d8ca6a452" providerId="LiveId" clId="{4C42BB75-2FB8-4DCC-98FE-DE00DF593A0B}" dt="2024-05-19T23:41:15.833" v="21" actId="1076"/>
          <ac:spMkLst>
            <pc:docMk/>
            <pc:sldMk cId="2823902344" sldId="1014"/>
            <ac:spMk id="98308" creationId="{52DFE3E0-143E-F7BC-056B-14A28E78B72E}"/>
          </ac:spMkLst>
        </pc:spChg>
        <pc:spChg chg="add mod">
          <ac:chgData name="xi sheng" userId="b3919e0d8ca6a452" providerId="LiveId" clId="{4C42BB75-2FB8-4DCC-98FE-DE00DF593A0B}" dt="2024-05-19T23:41:15.833" v="21" actId="1076"/>
          <ac:spMkLst>
            <pc:docMk/>
            <pc:sldMk cId="2823902344" sldId="1014"/>
            <ac:spMk id="98309" creationId="{DB830D75-FF58-82EB-9A8B-361A20A6AD1E}"/>
          </ac:spMkLst>
        </pc:spChg>
        <pc:spChg chg="add mod">
          <ac:chgData name="xi sheng" userId="b3919e0d8ca6a452" providerId="LiveId" clId="{4C42BB75-2FB8-4DCC-98FE-DE00DF593A0B}" dt="2024-05-20T00:28:18.728" v="119" actId="207"/>
          <ac:spMkLst>
            <pc:docMk/>
            <pc:sldMk cId="2823902344" sldId="1014"/>
            <ac:spMk id="98310" creationId="{7BBEEFA2-2CB0-A9EE-56E8-E18EF9C6CC4D}"/>
          </ac:spMkLst>
        </pc:spChg>
        <pc:spChg chg="add mod">
          <ac:chgData name="xi sheng" userId="b3919e0d8ca6a452" providerId="LiveId" clId="{4C42BB75-2FB8-4DCC-98FE-DE00DF593A0B}" dt="2024-05-19T23:41:15.833" v="21" actId="1076"/>
          <ac:spMkLst>
            <pc:docMk/>
            <pc:sldMk cId="2823902344" sldId="1014"/>
            <ac:spMk id="98311" creationId="{75EACD08-F7E6-F73F-719A-FDF4DDF7C694}"/>
          </ac:spMkLst>
        </pc:spChg>
        <pc:spChg chg="add mod">
          <ac:chgData name="xi sheng" userId="b3919e0d8ca6a452" providerId="LiveId" clId="{4C42BB75-2FB8-4DCC-98FE-DE00DF593A0B}" dt="2024-05-19T23:41:15.833" v="21" actId="1076"/>
          <ac:spMkLst>
            <pc:docMk/>
            <pc:sldMk cId="2823902344" sldId="1014"/>
            <ac:spMk id="98312" creationId="{754D382D-9D49-BDB7-D929-D1E798F8E46C}"/>
          </ac:spMkLst>
        </pc:spChg>
        <pc:spChg chg="add mod">
          <ac:chgData name="xi sheng" userId="b3919e0d8ca6a452" providerId="LiveId" clId="{4C42BB75-2FB8-4DCC-98FE-DE00DF593A0B}" dt="2024-05-19T23:41:15.833" v="21" actId="1076"/>
          <ac:spMkLst>
            <pc:docMk/>
            <pc:sldMk cId="2823902344" sldId="1014"/>
            <ac:spMk id="98313" creationId="{7DD1AFD2-C2C1-8B58-312E-E552CAFE0D10}"/>
          </ac:spMkLst>
        </pc:spChg>
        <pc:spChg chg="add mod">
          <ac:chgData name="xi sheng" userId="b3919e0d8ca6a452" providerId="LiveId" clId="{4C42BB75-2FB8-4DCC-98FE-DE00DF593A0B}" dt="2024-05-19T23:41:27.112" v="31" actId="14100"/>
          <ac:spMkLst>
            <pc:docMk/>
            <pc:sldMk cId="2823902344" sldId="1014"/>
            <ac:spMk id="98314" creationId="{C25C34B0-5D8E-7F19-04C9-265D47A17B02}"/>
          </ac:spMkLst>
        </pc:spChg>
        <pc:spChg chg="add mod">
          <ac:chgData name="xi sheng" userId="b3919e0d8ca6a452" providerId="LiveId" clId="{4C42BB75-2FB8-4DCC-98FE-DE00DF593A0B}" dt="2024-05-19T23:41:15.833" v="21" actId="1076"/>
          <ac:spMkLst>
            <pc:docMk/>
            <pc:sldMk cId="2823902344" sldId="1014"/>
            <ac:spMk id="98315" creationId="{5326857E-71F8-05C3-BC88-D89EA75DC931}"/>
          </ac:spMkLst>
        </pc:spChg>
        <pc:spChg chg="add mod">
          <ac:chgData name="xi sheng" userId="b3919e0d8ca6a452" providerId="LiveId" clId="{4C42BB75-2FB8-4DCC-98FE-DE00DF593A0B}" dt="2024-05-19T23:41:15.833" v="21" actId="1076"/>
          <ac:spMkLst>
            <pc:docMk/>
            <pc:sldMk cId="2823902344" sldId="1014"/>
            <ac:spMk id="98316" creationId="{869DE224-9FDB-2EF5-9B92-80D0C6A14727}"/>
          </ac:spMkLst>
        </pc:spChg>
        <pc:spChg chg="add mod">
          <ac:chgData name="xi sheng" userId="b3919e0d8ca6a452" providerId="LiveId" clId="{4C42BB75-2FB8-4DCC-98FE-DE00DF593A0B}" dt="2024-05-19T23:42:52.652" v="44" actId="1076"/>
          <ac:spMkLst>
            <pc:docMk/>
            <pc:sldMk cId="2823902344" sldId="1014"/>
            <ac:spMk id="98320" creationId="{FE31EBF7-341A-6ED2-3887-04B07782BC40}"/>
          </ac:spMkLst>
        </pc:spChg>
        <pc:spChg chg="add mod">
          <ac:chgData name="xi sheng" userId="b3919e0d8ca6a452" providerId="LiveId" clId="{4C42BB75-2FB8-4DCC-98FE-DE00DF593A0B}" dt="2024-05-19T23:42:52.652" v="44" actId="1076"/>
          <ac:spMkLst>
            <pc:docMk/>
            <pc:sldMk cId="2823902344" sldId="1014"/>
            <ac:spMk id="98321" creationId="{FF4FA3A9-B2A2-DD95-B85D-A751BFDA558E}"/>
          </ac:spMkLst>
        </pc:spChg>
        <pc:spChg chg="add mod">
          <ac:chgData name="xi sheng" userId="b3919e0d8ca6a452" providerId="LiveId" clId="{4C42BB75-2FB8-4DCC-98FE-DE00DF593A0B}" dt="2024-05-19T23:42:52.652" v="44" actId="1076"/>
          <ac:spMkLst>
            <pc:docMk/>
            <pc:sldMk cId="2823902344" sldId="1014"/>
            <ac:spMk id="98322" creationId="{220C186B-BD83-27B8-0892-7E29D0641848}"/>
          </ac:spMkLst>
        </pc:spChg>
        <pc:spChg chg="add mod">
          <ac:chgData name="xi sheng" userId="b3919e0d8ca6a452" providerId="LiveId" clId="{4C42BB75-2FB8-4DCC-98FE-DE00DF593A0B}" dt="2024-05-20T00:28:25.251" v="120" actId="207"/>
          <ac:spMkLst>
            <pc:docMk/>
            <pc:sldMk cId="2823902344" sldId="1014"/>
            <ac:spMk id="98323" creationId="{AE8B7D13-7B13-F35E-583D-EB006816B096}"/>
          </ac:spMkLst>
        </pc:spChg>
        <pc:spChg chg="add mod">
          <ac:chgData name="xi sheng" userId="b3919e0d8ca6a452" providerId="LiveId" clId="{4C42BB75-2FB8-4DCC-98FE-DE00DF593A0B}" dt="2024-05-19T23:42:52.652" v="44" actId="1076"/>
          <ac:spMkLst>
            <pc:docMk/>
            <pc:sldMk cId="2823902344" sldId="1014"/>
            <ac:spMk id="98324" creationId="{E9A50C75-CD51-BCCA-7859-8836EB3CA2FB}"/>
          </ac:spMkLst>
        </pc:spChg>
        <pc:spChg chg="add mod">
          <ac:chgData name="xi sheng" userId="b3919e0d8ca6a452" providerId="LiveId" clId="{4C42BB75-2FB8-4DCC-98FE-DE00DF593A0B}" dt="2024-05-19T23:43:07.287" v="54" actId="14100"/>
          <ac:spMkLst>
            <pc:docMk/>
            <pc:sldMk cId="2823902344" sldId="1014"/>
            <ac:spMk id="98325" creationId="{20702EFD-855A-EAA9-F0D3-D2F02400BB4B}"/>
          </ac:spMkLst>
        </pc:spChg>
        <pc:spChg chg="add mod">
          <ac:chgData name="xi sheng" userId="b3919e0d8ca6a452" providerId="LiveId" clId="{4C42BB75-2FB8-4DCC-98FE-DE00DF593A0B}" dt="2024-05-19T23:42:52.652" v="44" actId="1076"/>
          <ac:spMkLst>
            <pc:docMk/>
            <pc:sldMk cId="2823902344" sldId="1014"/>
            <ac:spMk id="98326" creationId="{0F53ADAD-8FF2-E790-0DAD-D3E4C5AFD599}"/>
          </ac:spMkLst>
        </pc:spChg>
        <pc:spChg chg="add mod">
          <ac:chgData name="xi sheng" userId="b3919e0d8ca6a452" providerId="LiveId" clId="{4C42BB75-2FB8-4DCC-98FE-DE00DF593A0B}" dt="2024-05-19T23:42:52.652" v="44" actId="1076"/>
          <ac:spMkLst>
            <pc:docMk/>
            <pc:sldMk cId="2823902344" sldId="1014"/>
            <ac:spMk id="98327" creationId="{F78E39D5-ADB1-8A5C-98E5-A52882982466}"/>
          </ac:spMkLst>
        </pc:spChg>
        <pc:spChg chg="add mod">
          <ac:chgData name="xi sheng" userId="b3919e0d8ca6a452" providerId="LiveId" clId="{4C42BB75-2FB8-4DCC-98FE-DE00DF593A0B}" dt="2024-05-19T23:42:52.652" v="44" actId="1076"/>
          <ac:spMkLst>
            <pc:docMk/>
            <pc:sldMk cId="2823902344" sldId="1014"/>
            <ac:spMk id="98328" creationId="{25C47100-3756-A228-ACDB-488E1DC18D8F}"/>
          </ac:spMkLst>
        </pc:spChg>
        <pc:spChg chg="add mod">
          <ac:chgData name="xi sheng" userId="b3919e0d8ca6a452" providerId="LiveId" clId="{4C42BB75-2FB8-4DCC-98FE-DE00DF593A0B}" dt="2024-05-19T23:43:15.432" v="64" actId="14100"/>
          <ac:spMkLst>
            <pc:docMk/>
            <pc:sldMk cId="2823902344" sldId="1014"/>
            <ac:spMk id="98329" creationId="{865F2FFA-4B43-2FFB-6A47-B40201661A36}"/>
          </ac:spMkLst>
        </pc:spChg>
        <pc:spChg chg="add mod">
          <ac:chgData name="xi sheng" userId="b3919e0d8ca6a452" providerId="LiveId" clId="{4C42BB75-2FB8-4DCC-98FE-DE00DF593A0B}" dt="2024-05-19T23:42:52.652" v="44" actId="1076"/>
          <ac:spMkLst>
            <pc:docMk/>
            <pc:sldMk cId="2823902344" sldId="1014"/>
            <ac:spMk id="98330" creationId="{76E5A1A7-C8BE-4A6D-76EF-6060E9AF8178}"/>
          </ac:spMkLst>
        </pc:spChg>
        <pc:spChg chg="add mod">
          <ac:chgData name="xi sheng" userId="b3919e0d8ca6a452" providerId="LiveId" clId="{4C42BB75-2FB8-4DCC-98FE-DE00DF593A0B}" dt="2024-05-19T23:42:52.652" v="44" actId="1076"/>
          <ac:spMkLst>
            <pc:docMk/>
            <pc:sldMk cId="2823902344" sldId="1014"/>
            <ac:spMk id="98331" creationId="{172EC2A1-D673-454E-F8CB-BBED4D1AC1CD}"/>
          </ac:spMkLst>
        </pc:spChg>
        <pc:spChg chg="add mod">
          <ac:chgData name="xi sheng" userId="b3919e0d8ca6a452" providerId="LiveId" clId="{4C42BB75-2FB8-4DCC-98FE-DE00DF593A0B}" dt="2024-05-19T23:45:00.702" v="78" actId="11529"/>
          <ac:spMkLst>
            <pc:docMk/>
            <pc:sldMk cId="2823902344" sldId="1014"/>
            <ac:spMk id="98341" creationId="{689545AE-9E72-5143-D4DB-841798903CE2}"/>
          </ac:spMkLst>
        </pc:spChg>
        <pc:spChg chg="add mod">
          <ac:chgData name="xi sheng" userId="b3919e0d8ca6a452" providerId="LiveId" clId="{4C42BB75-2FB8-4DCC-98FE-DE00DF593A0B}" dt="2024-05-19T23:45:07.976" v="79" actId="11529"/>
          <ac:spMkLst>
            <pc:docMk/>
            <pc:sldMk cId="2823902344" sldId="1014"/>
            <ac:spMk id="98342" creationId="{CA487538-30CC-CC96-165D-19DC39245114}"/>
          </ac:spMkLst>
        </pc:spChg>
        <pc:spChg chg="add mod">
          <ac:chgData name="xi sheng" userId="b3919e0d8ca6a452" providerId="LiveId" clId="{4C42BB75-2FB8-4DCC-98FE-DE00DF593A0B}" dt="2024-05-19T23:45:15.695" v="80" actId="11529"/>
          <ac:spMkLst>
            <pc:docMk/>
            <pc:sldMk cId="2823902344" sldId="1014"/>
            <ac:spMk id="98343" creationId="{AFFDAD80-49DA-6EBE-E734-627322A320BF}"/>
          </ac:spMkLst>
        </pc:spChg>
        <pc:grpChg chg="mod">
          <ac:chgData name="xi sheng" userId="b3919e0d8ca6a452" providerId="LiveId" clId="{4C42BB75-2FB8-4DCC-98FE-DE00DF593A0B}" dt="2024-05-19T23:41:08.892" v="19" actId="1076"/>
          <ac:grpSpMkLst>
            <pc:docMk/>
            <pc:sldMk cId="2823902344" sldId="1014"/>
            <ac:grpSpMk id="4" creationId="{FD2FBCD4-A75E-4C4E-8B70-0255A443D8CA}"/>
          </ac:grpSpMkLst>
        </pc:grpChg>
        <pc:grpChg chg="mod">
          <ac:chgData name="xi sheng" userId="b3919e0d8ca6a452" providerId="LiveId" clId="{4C42BB75-2FB8-4DCC-98FE-DE00DF593A0B}" dt="2024-05-19T23:41:08.892" v="19" actId="1076"/>
          <ac:grpSpMkLst>
            <pc:docMk/>
            <pc:sldMk cId="2823902344" sldId="1014"/>
            <ac:grpSpMk id="6" creationId="{37685B63-B695-4C6D-8BF5-D9F923CD25A3}"/>
          </ac:grpSpMkLst>
        </pc:grpChg>
        <pc:grpChg chg="mod">
          <ac:chgData name="xi sheng" userId="b3919e0d8ca6a452" providerId="LiveId" clId="{4C42BB75-2FB8-4DCC-98FE-DE00DF593A0B}" dt="2024-05-19T23:41:08.892" v="19" actId="1076"/>
          <ac:grpSpMkLst>
            <pc:docMk/>
            <pc:sldMk cId="2823902344" sldId="1014"/>
            <ac:grpSpMk id="7" creationId="{411511B1-C29A-4DA4-8185-FF265688B8EA}"/>
          </ac:grpSpMkLst>
        </pc:grpChg>
        <pc:grpChg chg="mod">
          <ac:chgData name="xi sheng" userId="b3919e0d8ca6a452" providerId="LiveId" clId="{4C42BB75-2FB8-4DCC-98FE-DE00DF593A0B}" dt="2024-05-19T23:41:08.892" v="19" actId="1076"/>
          <ac:grpSpMkLst>
            <pc:docMk/>
            <pc:sldMk cId="2823902344" sldId="1014"/>
            <ac:grpSpMk id="28" creationId="{00000000-0000-0000-0000-000000000000}"/>
          </ac:grpSpMkLst>
        </pc:grpChg>
        <pc:grpChg chg="mod">
          <ac:chgData name="xi sheng" userId="b3919e0d8ca6a452" providerId="LiveId" clId="{4C42BB75-2FB8-4DCC-98FE-DE00DF593A0B}" dt="2024-05-19T23:41:08.892" v="19" actId="1076"/>
          <ac:grpSpMkLst>
            <pc:docMk/>
            <pc:sldMk cId="2823902344" sldId="1014"/>
            <ac:grpSpMk id="29" creationId="{00000000-0000-0000-0000-000000000000}"/>
          </ac:grpSpMkLst>
        </pc:grpChg>
        <pc:grpChg chg="mod">
          <ac:chgData name="xi sheng" userId="b3919e0d8ca6a452" providerId="LiveId" clId="{4C42BB75-2FB8-4DCC-98FE-DE00DF593A0B}" dt="2024-05-19T23:41:08.892" v="19" actId="1076"/>
          <ac:grpSpMkLst>
            <pc:docMk/>
            <pc:sldMk cId="2823902344" sldId="1014"/>
            <ac:grpSpMk id="30" creationId="{00000000-0000-0000-0000-000000000000}"/>
          </ac:grpSpMkLst>
        </pc:grpChg>
        <pc:grpChg chg="mod">
          <ac:chgData name="xi sheng" userId="b3919e0d8ca6a452" providerId="LiveId" clId="{4C42BB75-2FB8-4DCC-98FE-DE00DF593A0B}" dt="2024-05-19T23:41:08.892" v="19" actId="1076"/>
          <ac:grpSpMkLst>
            <pc:docMk/>
            <pc:sldMk cId="2823902344" sldId="1014"/>
            <ac:grpSpMk id="31" creationId="{00000000-0000-0000-0000-000000000000}"/>
          </ac:grpSpMkLst>
        </pc:grpChg>
        <pc:grpChg chg="mod">
          <ac:chgData name="xi sheng" userId="b3919e0d8ca6a452" providerId="LiveId" clId="{4C42BB75-2FB8-4DCC-98FE-DE00DF593A0B}" dt="2024-05-19T23:41:08.892" v="19" actId="1076"/>
          <ac:grpSpMkLst>
            <pc:docMk/>
            <pc:sldMk cId="2823902344" sldId="1014"/>
            <ac:grpSpMk id="33" creationId="{00000000-0000-0000-0000-000000000000}"/>
          </ac:grpSpMkLst>
        </pc:grpChg>
        <pc:grpChg chg="mod">
          <ac:chgData name="xi sheng" userId="b3919e0d8ca6a452" providerId="LiveId" clId="{4C42BB75-2FB8-4DCC-98FE-DE00DF593A0B}" dt="2024-05-19T23:41:08.892" v="19" actId="1076"/>
          <ac:grpSpMkLst>
            <pc:docMk/>
            <pc:sldMk cId="2823902344" sldId="1014"/>
            <ac:grpSpMk id="34" creationId="{00000000-0000-0000-0000-000000000000}"/>
          </ac:grpSpMkLst>
        </pc:grpChg>
        <pc:grpChg chg="mod">
          <ac:chgData name="xi sheng" userId="b3919e0d8ca6a452" providerId="LiveId" clId="{4C42BB75-2FB8-4DCC-98FE-DE00DF593A0B}" dt="2024-05-19T23:41:08.892" v="19" actId="1076"/>
          <ac:grpSpMkLst>
            <pc:docMk/>
            <pc:sldMk cId="2823902344" sldId="1014"/>
            <ac:grpSpMk id="35" creationId="{00000000-0000-0000-0000-000000000000}"/>
          </ac:grpSpMkLst>
        </pc:grpChg>
        <pc:cxnChg chg="add mod">
          <ac:chgData name="xi sheng" userId="b3919e0d8ca6a452" providerId="LiveId" clId="{4C42BB75-2FB8-4DCC-98FE-DE00DF593A0B}" dt="2024-05-19T23:40:52.528" v="14" actId="14100"/>
          <ac:cxnSpMkLst>
            <pc:docMk/>
            <pc:sldMk cId="2823902344" sldId="1014"/>
            <ac:cxnSpMk id="20" creationId="{D9A76BF5-5922-BBB8-08FD-1F3ED9B896BD}"/>
          </ac:cxnSpMkLst>
        </pc:cxnChg>
        <pc:cxnChg chg="mod">
          <ac:chgData name="xi sheng" userId="b3919e0d8ca6a452" providerId="LiveId" clId="{4C42BB75-2FB8-4DCC-98FE-DE00DF593A0B}" dt="2024-05-19T23:41:08.892" v="19" actId="1076"/>
          <ac:cxnSpMkLst>
            <pc:docMk/>
            <pc:sldMk cId="2823902344" sldId="1014"/>
            <ac:cxnSpMk id="50" creationId="{00000000-0000-0000-0000-000000000000}"/>
          </ac:cxnSpMkLst>
        </pc:cxnChg>
        <pc:cxnChg chg="mod">
          <ac:chgData name="xi sheng" userId="b3919e0d8ca6a452" providerId="LiveId" clId="{4C42BB75-2FB8-4DCC-98FE-DE00DF593A0B}" dt="2024-05-19T23:41:08.892" v="19" actId="1076"/>
          <ac:cxnSpMkLst>
            <pc:docMk/>
            <pc:sldMk cId="2823902344" sldId="1014"/>
            <ac:cxnSpMk id="59" creationId="{00000000-0000-0000-0000-000000000000}"/>
          </ac:cxnSpMkLst>
        </pc:cxnChg>
        <pc:cxnChg chg="add mod">
          <ac:chgData name="xi sheng" userId="b3919e0d8ca6a452" providerId="LiveId" clId="{4C42BB75-2FB8-4DCC-98FE-DE00DF593A0B}" dt="2024-05-19T23:42:09.136" v="42" actId="14100"/>
          <ac:cxnSpMkLst>
            <pc:docMk/>
            <pc:sldMk cId="2823902344" sldId="1014"/>
            <ac:cxnSpMk id="98318" creationId="{1D8DFE9D-BF31-09F0-B7C9-BA7B8A07411C}"/>
          </ac:cxnSpMkLst>
        </pc:cxnChg>
        <pc:cxnChg chg="add mod">
          <ac:chgData name="xi sheng" userId="b3919e0d8ca6a452" providerId="LiveId" clId="{4C42BB75-2FB8-4DCC-98FE-DE00DF593A0B}" dt="2024-05-19T23:44:47.166" v="77" actId="14100"/>
          <ac:cxnSpMkLst>
            <pc:docMk/>
            <pc:sldMk cId="2823902344" sldId="1014"/>
            <ac:cxnSpMk id="98333" creationId="{7034CE57-4CC0-6926-A0DC-4683A4EF1520}"/>
          </ac:cxnSpMkLst>
        </pc:cxnChg>
        <pc:cxnChg chg="add mod">
          <ac:chgData name="xi sheng" userId="b3919e0d8ca6a452" providerId="LiveId" clId="{4C42BB75-2FB8-4DCC-98FE-DE00DF593A0B}" dt="2024-05-19T23:44:47.166" v="77" actId="14100"/>
          <ac:cxnSpMkLst>
            <pc:docMk/>
            <pc:sldMk cId="2823902344" sldId="1014"/>
            <ac:cxnSpMk id="98335" creationId="{3083658F-EC8B-CDFD-B02A-CF130E04A93A}"/>
          </ac:cxnSpMkLst>
        </pc:cxnChg>
        <pc:cxnChg chg="add mod">
          <ac:chgData name="xi sheng" userId="b3919e0d8ca6a452" providerId="LiveId" clId="{4C42BB75-2FB8-4DCC-98FE-DE00DF593A0B}" dt="2024-05-19T23:44:47.166" v="77" actId="14100"/>
          <ac:cxnSpMkLst>
            <pc:docMk/>
            <pc:sldMk cId="2823902344" sldId="1014"/>
            <ac:cxnSpMk id="98337" creationId="{E46BB93B-6B54-FF11-9314-4AF1E49E9CA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7888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363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2E6EC-216D-470E-A96A-BC8CC8B96A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687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28A78-612C-405C-9C40-0619174AAB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424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67344-9CCA-4817-A165-2280803A3B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6883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CE27D7-7FC2-48E5-AC23-EE005EF046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0106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0BEE40-6653-4306-94D9-CE901F87AD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9886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208D2F-C807-4635-ADFC-DDA32FA08C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643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C667F2-D47F-4AFE-AD36-03B6E79727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3498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831D1-1FD2-4C1F-81EF-D089EAA70AC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0631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96484-9390-436A-B97F-750A172083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074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05A884-3C3A-4699-8B3B-C69DDDD695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941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3CE23E-6955-41AF-80A9-A97169205E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6304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7E57CD3-3E80-4DCD-8FBA-A1013BE716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4A6FD2A-795C-490F-87D9-42F72FAEA4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260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、模仿第</a:t>
            </a:r>
            <a:r>
              <a:rPr lang="en-US" altLang="zh-CN" sz="1600" b="1" dirty="0">
                <a:latin typeface="+mn-ea"/>
              </a:rPr>
              <a:t>06</a:t>
            </a:r>
            <a:r>
              <a:rPr lang="zh-CN" altLang="en-US" sz="1600" b="1" dirty="0">
                <a:latin typeface="+mn-ea"/>
              </a:rPr>
              <a:t>模块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课件中</a:t>
            </a:r>
            <a:r>
              <a:rPr lang="en-US" altLang="zh-CN" sz="1600" b="1" dirty="0">
                <a:latin typeface="+mn-ea"/>
              </a:rPr>
              <a:t>(P.16-19/P.27-30)</a:t>
            </a:r>
            <a:r>
              <a:rPr lang="zh-CN" altLang="en-US" sz="1600" b="1" dirty="0">
                <a:latin typeface="+mn-ea"/>
              </a:rPr>
              <a:t>的样式，画出下列每小题每一步执行的内存分配及指向图示，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分析为什么得到最后的结果。</a:t>
            </a: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P.31</a:t>
            </a:r>
            <a:r>
              <a:rPr lang="zh-CN" altLang="en-US" sz="1600" b="1" dirty="0">
                <a:latin typeface="+mn-ea"/>
              </a:rPr>
              <a:t>（如何同时得到周长和面积）</a:t>
            </a: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P.32</a:t>
            </a:r>
            <a:r>
              <a:rPr lang="zh-CN" altLang="en-US" sz="1600" b="1" dirty="0">
                <a:latin typeface="+mn-ea"/>
              </a:rPr>
              <a:t>（为什么无法进行交换）</a:t>
            </a:r>
          </a:p>
          <a:p>
            <a:pPr algn="l"/>
            <a:r>
              <a:rPr lang="en-US" altLang="zh-CN" sz="1600" b="1" dirty="0">
                <a:latin typeface="+mn-ea"/>
              </a:rPr>
              <a:t>   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P.33</a:t>
            </a:r>
            <a:r>
              <a:rPr lang="zh-CN" altLang="en-US" sz="1600" b="1" dirty="0">
                <a:latin typeface="+mn-ea"/>
              </a:rPr>
              <a:t>（为什么会出现错误，导致错误的关键语句是哪一句）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、每个语句要画一张内存状态图，每小题都是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张图</a:t>
            </a: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第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张初始内存分配图附件已给出</a:t>
            </a: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、不允许手写、手写后贴图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后在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文档作业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中提交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5.23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友情提醒：本周作业量不大，第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个大作业要在下周指针讲完后才能布置，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         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大家尽快把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VS2022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调试的文档作业做完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除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字符指针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"/"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引用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"</a:t>
            </a:r>
          </a:p>
          <a:p>
            <a:pPr algn="l"/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         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知识点外，其它已经全部讲过了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</a:rPr>
              <a:t>，千万不要卡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DDL!!!</a:t>
            </a:r>
          </a:p>
        </p:txBody>
      </p:sp>
    </p:spTree>
    <p:extLst>
      <p:ext uri="{BB962C8B-B14F-4D97-AF65-F5344CB8AC3E}">
        <p14:creationId xmlns:p14="http://schemas.microsoft.com/office/powerpoint/2010/main" val="509360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P.31</a:t>
            </a:r>
            <a:r>
              <a:rPr lang="zh-CN" altLang="en-US" sz="1600" b="1" dirty="0">
                <a:latin typeface="+mn-ea"/>
              </a:rPr>
              <a:t>（如何同时得到周长和面积）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411511B1-C29A-4DA4-8185-FF265688B8EA}"/>
              </a:ext>
            </a:extLst>
          </p:cNvPr>
          <p:cNvGrpSpPr/>
          <p:nvPr/>
        </p:nvGrpSpPr>
        <p:grpSpPr>
          <a:xfrm>
            <a:off x="575932" y="1017938"/>
            <a:ext cx="8856662" cy="4392217"/>
            <a:chOff x="1703388" y="2276872"/>
            <a:chExt cx="8856662" cy="4392217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7685B63-B695-4C6D-8BF5-D9F923CD25A3}"/>
                </a:ext>
              </a:extLst>
            </p:cNvPr>
            <p:cNvGrpSpPr/>
            <p:nvPr/>
          </p:nvGrpSpPr>
          <p:grpSpPr>
            <a:xfrm>
              <a:off x="1703388" y="2276872"/>
              <a:ext cx="8856662" cy="4392217"/>
              <a:chOff x="1703388" y="2276872"/>
              <a:chExt cx="8856662" cy="4392217"/>
            </a:xfrm>
          </p:grpSpPr>
          <p:sp>
            <p:nvSpPr>
              <p:cNvPr id="5" name="矩形 4"/>
              <p:cNvSpPr/>
              <p:nvPr/>
            </p:nvSpPr>
            <p:spPr bwMode="auto">
              <a:xfrm>
                <a:off x="4943873" y="5530846"/>
                <a:ext cx="1187847" cy="63445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s=28.2743</a:t>
                </a:r>
              </a:p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1600" b="1" dirty="0">
                    <a:solidFill>
                      <a:srgbClr val="FF0000"/>
                    </a:solidFill>
                    <a:latin typeface="宋体"/>
                    <a:ea typeface="宋体"/>
                  </a:rPr>
                  <a:t>l=18.8495</a:t>
                </a:r>
                <a:endParaRPr kumimoji="1" lang="zh-CN" altLang="en-US" sz="1600" b="1" dirty="0">
                  <a:solidFill>
                    <a:srgbClr val="FF0000"/>
                  </a:solidFill>
                  <a:latin typeface="宋体"/>
                  <a:ea typeface="宋体"/>
                </a:endParaRPr>
              </a:p>
            </p:txBody>
          </p:sp>
          <p:sp>
            <p:nvSpPr>
              <p:cNvPr id="56" name="Rectangle 22"/>
              <p:cNvSpPr>
                <a:spLocks noChangeArrowheads="1"/>
              </p:cNvSpPr>
              <p:nvPr/>
            </p:nvSpPr>
            <p:spPr bwMode="auto">
              <a:xfrm>
                <a:off x="8877809" y="3396748"/>
                <a:ext cx="953269" cy="2667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FF0000"/>
                    </a:solidFill>
                    <a:latin typeface="Times New Roman" pitchFamily="18" charset="0"/>
                    <a:ea typeface="宋体" pitchFamily="2" charset="-122"/>
                  </a:rPr>
                  <a:t>单向传值</a:t>
                </a:r>
              </a:p>
            </p:txBody>
          </p:sp>
          <p:grpSp>
            <p:nvGrpSpPr>
              <p:cNvPr id="4" name="组合 3">
                <a:extLst>
                  <a:ext uri="{FF2B5EF4-FFF2-40B4-BE49-F238E27FC236}">
                    <a16:creationId xmlns:a16="http://schemas.microsoft.com/office/drawing/2014/main" id="{FD2FBCD4-A75E-4C4E-8B70-0255A443D8CA}"/>
                  </a:ext>
                </a:extLst>
              </p:cNvPr>
              <p:cNvGrpSpPr/>
              <p:nvPr/>
            </p:nvGrpSpPr>
            <p:grpSpPr>
              <a:xfrm>
                <a:off x="1703388" y="2276872"/>
                <a:ext cx="8856662" cy="4392217"/>
                <a:chOff x="1703388" y="2276872"/>
                <a:chExt cx="8856662" cy="4392217"/>
              </a:xfrm>
            </p:grpSpPr>
            <p:sp>
              <p:nvSpPr>
                <p:cNvPr id="3" name="Rectangle 10"/>
                <p:cNvSpPr>
                  <a:spLocks noChangeArrowheads="1"/>
                </p:cNvSpPr>
                <p:nvPr/>
              </p:nvSpPr>
              <p:spPr bwMode="auto">
                <a:xfrm>
                  <a:off x="1703388" y="2276872"/>
                  <a:ext cx="8856662" cy="4392217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#include &lt;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iostream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&gt;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using namespace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std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3333CC"/>
                    </a:solidFill>
                    <a:latin typeface="宋体" pitchFamily="2" charset="-122"/>
                    <a:ea typeface="宋体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#define PI 3.14159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kumimoji="1" lang="en-US" altLang="zh-CN" sz="1600" b="1" dirty="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double SL(double R, double *L)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{   double S;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S = PI*R*R;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*L = 2*PI*R;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return S;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}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int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main()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{   double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s,l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, r=3;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s=SL(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r,&amp;l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);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&lt;&lt; "s=" &lt;&lt; s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  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cout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 &lt;&lt; "l=" &lt;&lt; l &lt;&lt; </a:t>
                  </a: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endl</a:t>
                  </a: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;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}</a:t>
                  </a:r>
                  <a:endParaRPr kumimoji="1" lang="en-US" altLang="zh-CN" sz="1600" dirty="0">
                    <a:solidFill>
                      <a:srgbClr val="FF3300"/>
                    </a:solidFill>
                    <a:latin typeface="宋体" pitchFamily="2" charset="-122"/>
                    <a:ea typeface="宋体" pitchFamily="2" charset="-122"/>
                  </a:endParaRPr>
                </a:p>
              </p:txBody>
            </p:sp>
            <p:sp>
              <p:nvSpPr>
                <p:cNvPr id="27" name="矩形 26"/>
                <p:cNvSpPr/>
                <p:nvPr/>
              </p:nvSpPr>
              <p:spPr bwMode="auto">
                <a:xfrm>
                  <a:off x="3958606" y="3792380"/>
                  <a:ext cx="3649563" cy="1148789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itchFamily="2" charset="-122"/>
                      <a:ea typeface="宋体" pitchFamily="2" charset="-122"/>
                    </a:rPr>
                    <a:t>函数执行后同时得到周长及面积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FF0000"/>
                      </a:solidFill>
                      <a:latin typeface="宋体" pitchFamily="2" charset="-122"/>
                      <a:ea typeface="宋体" pitchFamily="2" charset="-122"/>
                    </a:rPr>
                    <a:t>  </a:t>
                  </a: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itchFamily="2" charset="-122"/>
                      <a:ea typeface="宋体" pitchFamily="2" charset="-122"/>
                    </a:rPr>
                    <a:t>周长：指针变量做形参方式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FF0000"/>
                      </a:solidFill>
                      <a:latin typeface="宋体" pitchFamily="2" charset="-122"/>
                      <a:ea typeface="宋体" pitchFamily="2" charset="-122"/>
                    </a:rPr>
                    <a:t>  面积：函数返回值方式</a:t>
                  </a: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注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: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函数的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return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只能带一个返回值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 pitchFamily="2" charset="-122"/>
                      <a:ea typeface="宋体" pitchFamily="2" charset="-122"/>
                    </a:rPr>
                    <a:t>!!</a:t>
                  </a:r>
                  <a:endParaRPr kumimoji="1" lang="zh-CN" altLang="en-US" sz="1600" dirty="0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endParaRPr>
                </a:p>
              </p:txBody>
            </p:sp>
            <p:grpSp>
              <p:nvGrpSpPr>
                <p:cNvPr id="28" name="组合 27"/>
                <p:cNvGrpSpPr/>
                <p:nvPr/>
              </p:nvGrpSpPr>
              <p:grpSpPr>
                <a:xfrm>
                  <a:off x="8117048" y="2457027"/>
                  <a:ext cx="2299433" cy="2196109"/>
                  <a:chOff x="6296620" y="1307230"/>
                  <a:chExt cx="2625665" cy="3615449"/>
                </a:xfrm>
              </p:grpSpPr>
              <p:grpSp>
                <p:nvGrpSpPr>
                  <p:cNvPr id="29" name="Group 4"/>
                  <p:cNvGrpSpPr>
                    <a:grpSpLocks/>
                  </p:cNvGrpSpPr>
                  <p:nvPr/>
                </p:nvGrpSpPr>
                <p:grpSpPr bwMode="auto">
                  <a:xfrm>
                    <a:off x="6296620" y="2157375"/>
                    <a:ext cx="1155700" cy="609600"/>
                    <a:chOff x="2016" y="816"/>
                    <a:chExt cx="728" cy="384"/>
                  </a:xfrm>
                </p:grpSpPr>
                <p:sp>
                  <p:nvSpPr>
                    <p:cNvPr id="48" name="Rectangle 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816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r</a:t>
                      </a:r>
                    </a:p>
                  </p:txBody>
                </p:sp>
                <p:sp>
                  <p:nvSpPr>
                    <p:cNvPr id="49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816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</a:t>
                      </a:r>
                    </a:p>
                  </p:txBody>
                </p:sp>
              </p:grpSp>
              <p:grpSp>
                <p:nvGrpSpPr>
                  <p:cNvPr id="30" name="组合 29"/>
                  <p:cNvGrpSpPr/>
                  <p:nvPr/>
                </p:nvGrpSpPr>
                <p:grpSpPr>
                  <a:xfrm>
                    <a:off x="7072984" y="1307230"/>
                    <a:ext cx="1066801" cy="609600"/>
                    <a:chOff x="6293384" y="2157373"/>
                    <a:chExt cx="1066801" cy="609600"/>
                  </a:xfrm>
                </p:grpSpPr>
                <p:sp>
                  <p:nvSpPr>
                    <p:cNvPr id="46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2157373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s</a:t>
                      </a:r>
                    </a:p>
                  </p:txBody>
                </p:sp>
                <p:sp>
                  <p:nvSpPr>
                    <p:cNvPr id="47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722" y="2157373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??</a:t>
                      </a:r>
                    </a:p>
                  </p:txBody>
                </p:sp>
              </p:grpSp>
              <p:grpSp>
                <p:nvGrpSpPr>
                  <p:cNvPr id="31" name="组合 30"/>
                  <p:cNvGrpSpPr/>
                  <p:nvPr/>
                </p:nvGrpSpPr>
                <p:grpSpPr>
                  <a:xfrm>
                    <a:off x="7855484" y="2157373"/>
                    <a:ext cx="1066801" cy="609602"/>
                    <a:chOff x="7855484" y="2157373"/>
                    <a:chExt cx="1066801" cy="609602"/>
                  </a:xfrm>
                </p:grpSpPr>
                <p:sp>
                  <p:nvSpPr>
                    <p:cNvPr id="44" name="Rectangle 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2157375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l</a:t>
                      </a:r>
                    </a:p>
                  </p:txBody>
                </p:sp>
                <p:sp>
                  <p:nvSpPr>
                    <p:cNvPr id="45" name="Rectangle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822" y="2157373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??</a:t>
                      </a:r>
                    </a:p>
                  </p:txBody>
                </p:sp>
              </p:grpSp>
              <p:grpSp>
                <p:nvGrpSpPr>
                  <p:cNvPr id="33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6296620" y="3398800"/>
                    <a:ext cx="1155700" cy="609600"/>
                    <a:chOff x="2016" y="638"/>
                    <a:chExt cx="728" cy="384"/>
                  </a:xfrm>
                </p:grpSpPr>
                <p:sp>
                  <p:nvSpPr>
                    <p:cNvPr id="42" name="Rectangle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16" y="638"/>
                      <a:ext cx="261" cy="384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R</a:t>
                      </a:r>
                    </a:p>
                  </p:txBody>
                </p:sp>
                <p:sp>
                  <p:nvSpPr>
                    <p:cNvPr id="43" name="Rectangle 1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77" y="638"/>
                      <a:ext cx="467" cy="384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3</a:t>
                      </a:r>
                    </a:p>
                  </p:txBody>
                </p:sp>
              </p:grpSp>
              <p:grpSp>
                <p:nvGrpSpPr>
                  <p:cNvPr id="34" name="组合 33"/>
                  <p:cNvGrpSpPr/>
                  <p:nvPr/>
                </p:nvGrpSpPr>
                <p:grpSpPr>
                  <a:xfrm>
                    <a:off x="7082433" y="4313079"/>
                    <a:ext cx="1066801" cy="609600"/>
                    <a:chOff x="6293384" y="3398800"/>
                    <a:chExt cx="1066801" cy="609600"/>
                  </a:xfrm>
                </p:grpSpPr>
                <p:sp>
                  <p:nvSpPr>
                    <p:cNvPr id="40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3384" y="3398800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S</a:t>
                      </a:r>
                    </a:p>
                  </p:txBody>
                </p:sp>
                <p:sp>
                  <p:nvSpPr>
                    <p:cNvPr id="41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707722" y="3398800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??</a:t>
                      </a:r>
                    </a:p>
                  </p:txBody>
                </p:sp>
              </p:grpSp>
              <p:grpSp>
                <p:nvGrpSpPr>
                  <p:cNvPr id="35" name="组合 34"/>
                  <p:cNvGrpSpPr/>
                  <p:nvPr/>
                </p:nvGrpSpPr>
                <p:grpSpPr>
                  <a:xfrm>
                    <a:off x="7855484" y="3398798"/>
                    <a:ext cx="1066801" cy="609602"/>
                    <a:chOff x="7855484" y="3398798"/>
                    <a:chExt cx="1066801" cy="609602"/>
                  </a:xfrm>
                </p:grpSpPr>
                <p:sp>
                  <p:nvSpPr>
                    <p:cNvPr id="38" name="Rectangle 1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855484" y="3398798"/>
                      <a:ext cx="414338" cy="609600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L</a:t>
                      </a:r>
                    </a:p>
                  </p:txBody>
                </p:sp>
                <p:sp>
                  <p:nvSpPr>
                    <p:cNvPr id="39" name="Rectangle 1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8269822" y="3398800"/>
                      <a:ext cx="652463" cy="609600"/>
                    </a:xfrm>
                    <a:prstGeom prst="rect">
                      <a:avLst/>
                    </a:prstGeom>
                    <a:solidFill>
                      <a:srgbClr val="00FFFF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algn="ctr" fontAlgn="base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kumimoji="1" lang="en-US" altLang="zh-CN" sz="1600" b="1" dirty="0">
                          <a:solidFill>
                            <a:srgbClr val="000000"/>
                          </a:solidFill>
                          <a:latin typeface="宋体"/>
                          <a:ea typeface="宋体"/>
                        </a:rPr>
                        <a:t>&amp;l</a:t>
                      </a:r>
                    </a:p>
                  </p:txBody>
                </p:sp>
              </p:grpSp>
              <p:sp>
                <p:nvSpPr>
                  <p:cNvPr id="36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7082433" y="2766975"/>
                    <a:ext cx="0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/>
                      <a:ea typeface="宋体"/>
                    </a:endParaRPr>
                  </a:p>
                </p:txBody>
              </p:sp>
              <p:sp>
                <p:nvSpPr>
                  <p:cNvPr id="37" name="Line 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596846" y="2766975"/>
                    <a:ext cx="4763" cy="63182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kumimoji="1" lang="zh-CN" altLang="en-US" sz="1600">
                      <a:solidFill>
                        <a:srgbClr val="000000"/>
                      </a:solidFill>
                      <a:latin typeface="宋体"/>
                      <a:ea typeface="宋体"/>
                    </a:endParaRPr>
                  </a:p>
                </p:txBody>
              </p:sp>
            </p:grpSp>
            <p:cxnSp>
              <p:nvCxnSpPr>
                <p:cNvPr id="50" name="直接连接符 49"/>
                <p:cNvCxnSpPr/>
                <p:nvPr/>
              </p:nvCxnSpPr>
              <p:spPr bwMode="auto">
                <a:xfrm>
                  <a:off x="7545825" y="3525359"/>
                  <a:ext cx="752650" cy="0"/>
                </a:xfrm>
                <a:prstGeom prst="line">
                  <a:avLst/>
                </a:prstGeom>
                <a:solidFill>
                  <a:schemeClr val="accent1"/>
                </a:solidFill>
                <a:ln w="76200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1" name="矩形 50"/>
                <p:cNvSpPr/>
                <p:nvPr/>
              </p:nvSpPr>
              <p:spPr bwMode="auto">
                <a:xfrm>
                  <a:off x="7513946" y="3023725"/>
                  <a:ext cx="661449" cy="335006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main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</p:txBody>
            </p:sp>
            <p:sp>
              <p:nvSpPr>
                <p:cNvPr id="52" name="矩形 51"/>
                <p:cNvSpPr/>
                <p:nvPr/>
              </p:nvSpPr>
              <p:spPr bwMode="auto">
                <a:xfrm>
                  <a:off x="7635372" y="3659963"/>
                  <a:ext cx="406336" cy="269644"/>
                </a:xfrm>
                <a:prstGeom prst="rect">
                  <a:avLst/>
                </a:prstGeom>
                <a:noFill/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SL</a:t>
                  </a:r>
                  <a:endParaRPr kumimoji="1" lang="zh-CN" altLang="en-US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</p:txBody>
            </p:sp>
            <p:sp>
              <p:nvSpPr>
                <p:cNvPr id="55" name="矩形 54"/>
                <p:cNvSpPr/>
                <p:nvPr/>
              </p:nvSpPr>
              <p:spPr bwMode="auto">
                <a:xfrm>
                  <a:off x="7993553" y="5096543"/>
                  <a:ext cx="2349060" cy="1080120"/>
                </a:xfrm>
                <a:prstGeom prst="rect">
                  <a:avLst/>
                </a:prstGeom>
                <a:noFill/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初始内存分配如图所示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请自行画出</a:t>
                  </a:r>
                  <a:r>
                    <a:rPr kumimoji="1" lang="en-US" altLang="zh-CN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SL</a:t>
                  </a: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中三句话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执行时内存的变化</a:t>
                  </a:r>
                  <a:endParaRPr kumimoji="1" lang="en-US" altLang="zh-CN" sz="1600" b="1" dirty="0">
                    <a:solidFill>
                      <a:srgbClr val="3333CC"/>
                    </a:solidFill>
                    <a:latin typeface="宋体"/>
                    <a:ea typeface="宋体"/>
                  </a:endParaRPr>
                </a:p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zh-CN" altLang="en-US" sz="1600" b="1" dirty="0">
                      <a:solidFill>
                        <a:srgbClr val="3333CC"/>
                      </a:solidFill>
                      <a:latin typeface="宋体"/>
                      <a:ea typeface="宋体"/>
                    </a:rPr>
                    <a:t>理解最后的输出结果</a:t>
                  </a:r>
                </a:p>
              </p:txBody>
            </p:sp>
            <p:cxnSp>
              <p:nvCxnSpPr>
                <p:cNvPr id="59" name="直接箭头连接符 58"/>
                <p:cNvCxnSpPr>
                  <a:cxnSpLocks/>
                  <a:stCxn id="55" idx="1"/>
                </p:cNvCxnSpPr>
                <p:nvPr/>
              </p:nvCxnSpPr>
              <p:spPr bwMode="auto">
                <a:xfrm flipH="1" flipV="1">
                  <a:off x="3503713" y="4768427"/>
                  <a:ext cx="4489840" cy="868176"/>
                </a:xfrm>
                <a:prstGeom prst="straightConnector1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sp>
          <p:nvSpPr>
            <p:cNvPr id="57" name="矩形 56"/>
            <p:cNvSpPr/>
            <p:nvPr/>
          </p:nvSpPr>
          <p:spPr bwMode="auto">
            <a:xfrm>
              <a:off x="2063553" y="4097781"/>
              <a:ext cx="1440160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2" name="Rectangle 5">
            <a:extLst>
              <a:ext uri="{FF2B5EF4-FFF2-40B4-BE49-F238E27FC236}">
                <a16:creationId xmlns:a16="http://schemas.microsoft.com/office/drawing/2014/main" id="{5001CE5C-7997-891E-8B43-E40AED8E25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0438" y="1714491"/>
            <a:ext cx="362857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r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1C020D6-51B4-262D-F00E-46723A67A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295" y="1714491"/>
            <a:ext cx="649250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BC92A17A-8FA5-98ED-94ED-CC13C48BF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0341" y="1198093"/>
            <a:ext cx="362858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s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3BE79E27-829B-A655-45C2-6B1207913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93199" y="1198093"/>
            <a:ext cx="571396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??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EF73A0C9-96E9-0173-B22F-2B16A5F86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5617" y="1714491"/>
            <a:ext cx="362858" cy="3702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l</a:t>
            </a:r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1704AD88-5BD5-25F4-8147-41088207C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8475" y="1714490"/>
            <a:ext cx="571396" cy="370286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??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65DE300F-DB57-CE5B-405B-1B5DB2C16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0438" y="2468562"/>
            <a:ext cx="362857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R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FA533B96-C9E7-9F20-6DDD-F73E8012A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295" y="2468562"/>
            <a:ext cx="649250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6DF11BD7-F6FA-483D-1BEF-6C8C6B864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8616" y="3023917"/>
            <a:ext cx="362858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S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03B664B4-E34B-4ACB-43EF-176C8364E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1474" y="3023917"/>
            <a:ext cx="957922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/>
              </a:rPr>
              <a:t>28.2743</a:t>
            </a: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A36BFBD2-80F8-E5F5-7693-9768CF2CE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5617" y="2468561"/>
            <a:ext cx="362858" cy="3702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L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D5BEAAB0-4EEC-D846-EC3A-3E2CF80C9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8475" y="2468562"/>
            <a:ext cx="571396" cy="370286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&amp;l</a:t>
            </a:r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9A76BF5-5922-BBB8-08FD-1F3ED9B896BD}"/>
              </a:ext>
            </a:extLst>
          </p:cNvPr>
          <p:cNvCxnSpPr>
            <a:endCxn id="16" idx="1"/>
          </p:cNvCxnSpPr>
          <p:nvPr/>
        </p:nvCxnSpPr>
        <p:spPr bwMode="auto">
          <a:xfrm>
            <a:off x="2179608" y="2967487"/>
            <a:ext cx="8421866" cy="2415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8304" name="Rectangle 5">
            <a:extLst>
              <a:ext uri="{FF2B5EF4-FFF2-40B4-BE49-F238E27FC236}">
                <a16:creationId xmlns:a16="http://schemas.microsoft.com/office/drawing/2014/main" id="{34D7B45D-1BF7-1426-38EC-54499B909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8895" y="4288431"/>
            <a:ext cx="362857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r</a:t>
            </a:r>
          </a:p>
        </p:txBody>
      </p:sp>
      <p:sp>
        <p:nvSpPr>
          <p:cNvPr id="98305" name="Rectangle 6">
            <a:extLst>
              <a:ext uri="{FF2B5EF4-FFF2-40B4-BE49-F238E27FC236}">
                <a16:creationId xmlns:a16="http://schemas.microsoft.com/office/drawing/2014/main" id="{4264ACC8-3FB4-274E-2CF2-BB124D484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752" y="4288431"/>
            <a:ext cx="649250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</a:p>
        </p:txBody>
      </p:sp>
      <p:sp>
        <p:nvSpPr>
          <p:cNvPr id="98307" name="Rectangle 9">
            <a:extLst>
              <a:ext uri="{FF2B5EF4-FFF2-40B4-BE49-F238E27FC236}">
                <a16:creationId xmlns:a16="http://schemas.microsoft.com/office/drawing/2014/main" id="{B1C5861D-A59F-3402-880D-0C9F544AD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8798" y="3772033"/>
            <a:ext cx="362858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s</a:t>
            </a:r>
          </a:p>
        </p:txBody>
      </p:sp>
      <p:sp>
        <p:nvSpPr>
          <p:cNvPr id="98308" name="Rectangle 10">
            <a:extLst>
              <a:ext uri="{FF2B5EF4-FFF2-40B4-BE49-F238E27FC236}">
                <a16:creationId xmlns:a16="http://schemas.microsoft.com/office/drawing/2014/main" id="{52DFE3E0-143E-F7BC-056B-14A28E78B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1656" y="3772033"/>
            <a:ext cx="571396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??</a:t>
            </a:r>
          </a:p>
        </p:txBody>
      </p:sp>
      <p:sp>
        <p:nvSpPr>
          <p:cNvPr id="98309" name="Rectangle 9">
            <a:extLst>
              <a:ext uri="{FF2B5EF4-FFF2-40B4-BE49-F238E27FC236}">
                <a16:creationId xmlns:a16="http://schemas.microsoft.com/office/drawing/2014/main" id="{DB830D75-FF58-82EB-9A8B-361A20A6A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4074" y="4288431"/>
            <a:ext cx="362858" cy="3702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l</a:t>
            </a:r>
          </a:p>
        </p:txBody>
      </p:sp>
      <p:sp>
        <p:nvSpPr>
          <p:cNvPr id="98310" name="Rectangle 10">
            <a:extLst>
              <a:ext uri="{FF2B5EF4-FFF2-40B4-BE49-F238E27FC236}">
                <a16:creationId xmlns:a16="http://schemas.microsoft.com/office/drawing/2014/main" id="{7BBEEFA2-2CB0-A9EE-56E8-E18EF9C6C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6932" y="4288430"/>
            <a:ext cx="895068" cy="370286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/>
              </a:rPr>
              <a:t>18.8495</a:t>
            </a:r>
          </a:p>
        </p:txBody>
      </p:sp>
      <p:sp>
        <p:nvSpPr>
          <p:cNvPr id="98311" name="Rectangle 13">
            <a:extLst>
              <a:ext uri="{FF2B5EF4-FFF2-40B4-BE49-F238E27FC236}">
                <a16:creationId xmlns:a16="http://schemas.microsoft.com/office/drawing/2014/main" id="{75EACD08-F7E6-F73F-719A-FDF4DDF7C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8895" y="5042502"/>
            <a:ext cx="362857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R</a:t>
            </a:r>
          </a:p>
        </p:txBody>
      </p:sp>
      <p:sp>
        <p:nvSpPr>
          <p:cNvPr id="98312" name="Rectangle 14">
            <a:extLst>
              <a:ext uri="{FF2B5EF4-FFF2-40B4-BE49-F238E27FC236}">
                <a16:creationId xmlns:a16="http://schemas.microsoft.com/office/drawing/2014/main" id="{754D382D-9D49-BDB7-D929-D1E798F8E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752" y="5042502"/>
            <a:ext cx="649250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</a:p>
        </p:txBody>
      </p:sp>
      <p:sp>
        <p:nvSpPr>
          <p:cNvPr id="98313" name="Rectangle 17">
            <a:extLst>
              <a:ext uri="{FF2B5EF4-FFF2-40B4-BE49-F238E27FC236}">
                <a16:creationId xmlns:a16="http://schemas.microsoft.com/office/drawing/2014/main" id="{7DD1AFD2-C2C1-8B58-312E-E552CAFE0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7073" y="5597857"/>
            <a:ext cx="362858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S</a:t>
            </a:r>
          </a:p>
        </p:txBody>
      </p:sp>
      <p:sp>
        <p:nvSpPr>
          <p:cNvPr id="98314" name="Rectangle 18">
            <a:extLst>
              <a:ext uri="{FF2B5EF4-FFF2-40B4-BE49-F238E27FC236}">
                <a16:creationId xmlns:a16="http://schemas.microsoft.com/office/drawing/2014/main" id="{C25C34B0-5D8E-7F19-04C9-265D47A17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9930" y="5597857"/>
            <a:ext cx="939465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28.2743</a:t>
            </a:r>
          </a:p>
        </p:txBody>
      </p:sp>
      <p:sp>
        <p:nvSpPr>
          <p:cNvPr id="98315" name="Rectangle 17">
            <a:extLst>
              <a:ext uri="{FF2B5EF4-FFF2-40B4-BE49-F238E27FC236}">
                <a16:creationId xmlns:a16="http://schemas.microsoft.com/office/drawing/2014/main" id="{5326857E-71F8-05C3-BC88-D89EA75DC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4074" y="5042501"/>
            <a:ext cx="362858" cy="3702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L</a:t>
            </a:r>
          </a:p>
        </p:txBody>
      </p:sp>
      <p:sp>
        <p:nvSpPr>
          <p:cNvPr id="98316" name="Rectangle 18">
            <a:extLst>
              <a:ext uri="{FF2B5EF4-FFF2-40B4-BE49-F238E27FC236}">
                <a16:creationId xmlns:a16="http://schemas.microsoft.com/office/drawing/2014/main" id="{869DE224-9FDB-2EF5-9B92-80D0C6A14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6932" y="5042502"/>
            <a:ext cx="571396" cy="370286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&amp;l</a:t>
            </a:r>
          </a:p>
        </p:txBody>
      </p:sp>
      <p:cxnSp>
        <p:nvCxnSpPr>
          <p:cNvPr id="98318" name="直接箭头连接符 98317">
            <a:extLst>
              <a:ext uri="{FF2B5EF4-FFF2-40B4-BE49-F238E27FC236}">
                <a16:creationId xmlns:a16="http://schemas.microsoft.com/office/drawing/2014/main" id="{1D8DFE9D-BF31-09F0-B7C9-BA7B8A07411C}"/>
              </a:ext>
            </a:extLst>
          </p:cNvPr>
          <p:cNvCxnSpPr>
            <a:endCxn id="98310" idx="1"/>
          </p:cNvCxnSpPr>
          <p:nvPr/>
        </p:nvCxnSpPr>
        <p:spPr bwMode="auto">
          <a:xfrm>
            <a:off x="2260121" y="3209060"/>
            <a:ext cx="9036811" cy="126451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8320" name="Rectangle 5">
            <a:extLst>
              <a:ext uri="{FF2B5EF4-FFF2-40B4-BE49-F238E27FC236}">
                <a16:creationId xmlns:a16="http://schemas.microsoft.com/office/drawing/2014/main" id="{FE31EBF7-341A-6ED2-3887-04B07782B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6403" y="4947802"/>
            <a:ext cx="362857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r</a:t>
            </a:r>
          </a:p>
        </p:txBody>
      </p:sp>
      <p:sp>
        <p:nvSpPr>
          <p:cNvPr id="98321" name="Rectangle 6">
            <a:extLst>
              <a:ext uri="{FF2B5EF4-FFF2-40B4-BE49-F238E27FC236}">
                <a16:creationId xmlns:a16="http://schemas.microsoft.com/office/drawing/2014/main" id="{FF4FA3A9-B2A2-DD95-B85D-A751BFDA5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9260" y="4947802"/>
            <a:ext cx="649250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</a:p>
        </p:txBody>
      </p:sp>
      <p:sp>
        <p:nvSpPr>
          <p:cNvPr id="98322" name="Rectangle 9">
            <a:extLst>
              <a:ext uri="{FF2B5EF4-FFF2-40B4-BE49-F238E27FC236}">
                <a16:creationId xmlns:a16="http://schemas.microsoft.com/office/drawing/2014/main" id="{220C186B-BD83-27B8-0892-7E29D0641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306" y="4431404"/>
            <a:ext cx="362858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s</a:t>
            </a:r>
          </a:p>
        </p:txBody>
      </p:sp>
      <p:sp>
        <p:nvSpPr>
          <p:cNvPr id="98323" name="Rectangle 10">
            <a:extLst>
              <a:ext uri="{FF2B5EF4-FFF2-40B4-BE49-F238E27FC236}">
                <a16:creationId xmlns:a16="http://schemas.microsoft.com/office/drawing/2014/main" id="{AE8B7D13-7B13-F35E-583D-EB006816B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9163" y="4431404"/>
            <a:ext cx="759089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/>
                <a:ea typeface="宋体"/>
              </a:rPr>
              <a:t>28.2743</a:t>
            </a:r>
          </a:p>
        </p:txBody>
      </p:sp>
      <p:sp>
        <p:nvSpPr>
          <p:cNvPr id="98324" name="Rectangle 9">
            <a:extLst>
              <a:ext uri="{FF2B5EF4-FFF2-40B4-BE49-F238E27FC236}">
                <a16:creationId xmlns:a16="http://schemas.microsoft.com/office/drawing/2014/main" id="{E9A50C75-CD51-BCCA-7859-8836EB3CA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582" y="4947802"/>
            <a:ext cx="362858" cy="3702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l</a:t>
            </a:r>
          </a:p>
        </p:txBody>
      </p:sp>
      <p:sp>
        <p:nvSpPr>
          <p:cNvPr id="98325" name="Rectangle 10">
            <a:extLst>
              <a:ext uri="{FF2B5EF4-FFF2-40B4-BE49-F238E27FC236}">
                <a16:creationId xmlns:a16="http://schemas.microsoft.com/office/drawing/2014/main" id="{20702EFD-855A-EAA9-F0D3-D2F02400B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4439" y="4947801"/>
            <a:ext cx="995055" cy="370286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18.8495</a:t>
            </a:r>
          </a:p>
        </p:txBody>
      </p:sp>
      <p:sp>
        <p:nvSpPr>
          <p:cNvPr id="98326" name="Rectangle 13">
            <a:extLst>
              <a:ext uri="{FF2B5EF4-FFF2-40B4-BE49-F238E27FC236}">
                <a16:creationId xmlns:a16="http://schemas.microsoft.com/office/drawing/2014/main" id="{0F53ADAD-8FF2-E790-0DAD-D3E4C5AFD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6403" y="5701873"/>
            <a:ext cx="362857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R</a:t>
            </a:r>
          </a:p>
        </p:txBody>
      </p:sp>
      <p:sp>
        <p:nvSpPr>
          <p:cNvPr id="98327" name="Rectangle 14">
            <a:extLst>
              <a:ext uri="{FF2B5EF4-FFF2-40B4-BE49-F238E27FC236}">
                <a16:creationId xmlns:a16="http://schemas.microsoft.com/office/drawing/2014/main" id="{F78E39D5-ADB1-8A5C-98E5-A52882982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9260" y="5701873"/>
            <a:ext cx="649250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3</a:t>
            </a:r>
          </a:p>
        </p:txBody>
      </p:sp>
      <p:sp>
        <p:nvSpPr>
          <p:cNvPr id="98328" name="Rectangle 17">
            <a:extLst>
              <a:ext uri="{FF2B5EF4-FFF2-40B4-BE49-F238E27FC236}">
                <a16:creationId xmlns:a16="http://schemas.microsoft.com/office/drawing/2014/main" id="{25C47100-3756-A228-ACDB-488E1DC18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4581" y="6257228"/>
            <a:ext cx="362858" cy="3702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S</a:t>
            </a:r>
          </a:p>
        </p:txBody>
      </p:sp>
      <p:sp>
        <p:nvSpPr>
          <p:cNvPr id="98329" name="Rectangle 18">
            <a:extLst>
              <a:ext uri="{FF2B5EF4-FFF2-40B4-BE49-F238E27FC236}">
                <a16:creationId xmlns:a16="http://schemas.microsoft.com/office/drawing/2014/main" id="{865F2FFA-4B43-2FFB-6A47-B40201661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438" y="6257228"/>
            <a:ext cx="916813" cy="3702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28.2743</a:t>
            </a:r>
          </a:p>
        </p:txBody>
      </p:sp>
      <p:sp>
        <p:nvSpPr>
          <p:cNvPr id="98330" name="Rectangle 17">
            <a:extLst>
              <a:ext uri="{FF2B5EF4-FFF2-40B4-BE49-F238E27FC236}">
                <a16:creationId xmlns:a16="http://schemas.microsoft.com/office/drawing/2014/main" id="{76E5A1A7-C8BE-4A6D-76EF-6060E9AF8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582" y="5701872"/>
            <a:ext cx="362858" cy="37028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L</a:t>
            </a:r>
          </a:p>
        </p:txBody>
      </p:sp>
      <p:sp>
        <p:nvSpPr>
          <p:cNvPr id="98331" name="Rectangle 18">
            <a:extLst>
              <a:ext uri="{FF2B5EF4-FFF2-40B4-BE49-F238E27FC236}">
                <a16:creationId xmlns:a16="http://schemas.microsoft.com/office/drawing/2014/main" id="{172EC2A1-D673-454E-F8CB-BBED4D1AC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4440" y="5701873"/>
            <a:ext cx="571396" cy="370286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rPr>
              <a:t>&amp;l</a:t>
            </a:r>
          </a:p>
        </p:txBody>
      </p:sp>
      <p:cxnSp>
        <p:nvCxnSpPr>
          <p:cNvPr id="98333" name="直接箭头连接符 98332">
            <a:extLst>
              <a:ext uri="{FF2B5EF4-FFF2-40B4-BE49-F238E27FC236}">
                <a16:creationId xmlns:a16="http://schemas.microsoft.com/office/drawing/2014/main" id="{7034CE57-4CC0-6926-A0DC-4683A4EF1520}"/>
              </a:ext>
            </a:extLst>
          </p:cNvPr>
          <p:cNvCxnSpPr>
            <a:endCxn id="98323" idx="1"/>
          </p:cNvCxnSpPr>
          <p:nvPr/>
        </p:nvCxnSpPr>
        <p:spPr bwMode="auto">
          <a:xfrm>
            <a:off x="1943819" y="3509493"/>
            <a:ext cx="4045344" cy="11070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8335" name="直接箭头连接符 98334">
            <a:extLst>
              <a:ext uri="{FF2B5EF4-FFF2-40B4-BE49-F238E27FC236}">
                <a16:creationId xmlns:a16="http://schemas.microsoft.com/office/drawing/2014/main" id="{3083658F-EC8B-CDFD-B02A-CF130E04A93A}"/>
              </a:ext>
            </a:extLst>
          </p:cNvPr>
          <p:cNvCxnSpPr>
            <a:endCxn id="98323" idx="1"/>
          </p:cNvCxnSpPr>
          <p:nvPr/>
        </p:nvCxnSpPr>
        <p:spPr bwMode="auto">
          <a:xfrm>
            <a:off x="2067146" y="4473573"/>
            <a:ext cx="3922017" cy="14297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8337" name="直接箭头连接符 98336">
            <a:extLst>
              <a:ext uri="{FF2B5EF4-FFF2-40B4-BE49-F238E27FC236}">
                <a16:creationId xmlns:a16="http://schemas.microsoft.com/office/drawing/2014/main" id="{E46BB93B-6B54-FF11-9314-4AF1E49E9CA8}"/>
              </a:ext>
            </a:extLst>
          </p:cNvPr>
          <p:cNvCxnSpPr>
            <a:endCxn id="98323" idx="2"/>
          </p:cNvCxnSpPr>
          <p:nvPr/>
        </p:nvCxnSpPr>
        <p:spPr bwMode="auto">
          <a:xfrm flipV="1">
            <a:off x="6125465" y="4801689"/>
            <a:ext cx="243243" cy="14555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8341" name="箭头: 右 98340">
            <a:extLst>
              <a:ext uri="{FF2B5EF4-FFF2-40B4-BE49-F238E27FC236}">
                <a16:creationId xmlns:a16="http://schemas.microsoft.com/office/drawing/2014/main" id="{689545AE-9E72-5143-D4DB-841798903CE2}"/>
              </a:ext>
            </a:extLst>
          </p:cNvPr>
          <p:cNvSpPr/>
          <p:nvPr/>
        </p:nvSpPr>
        <p:spPr bwMode="auto">
          <a:xfrm>
            <a:off x="9360850" y="2219864"/>
            <a:ext cx="243806" cy="27339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8342" name="箭头: 下 98341">
            <a:extLst>
              <a:ext uri="{FF2B5EF4-FFF2-40B4-BE49-F238E27FC236}">
                <a16:creationId xmlns:a16="http://schemas.microsoft.com/office/drawing/2014/main" id="{CA487538-30CC-CC96-165D-19DC39245114}"/>
              </a:ext>
            </a:extLst>
          </p:cNvPr>
          <p:cNvSpPr/>
          <p:nvPr/>
        </p:nvSpPr>
        <p:spPr bwMode="auto">
          <a:xfrm>
            <a:off x="10501223" y="3483885"/>
            <a:ext cx="571396" cy="19835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8343" name="箭头: 左 98342">
            <a:extLst>
              <a:ext uri="{FF2B5EF4-FFF2-40B4-BE49-F238E27FC236}">
                <a16:creationId xmlns:a16="http://schemas.microsoft.com/office/drawing/2014/main" id="{AFFDAD80-49DA-6EBE-E734-627322A320BF}"/>
              </a:ext>
            </a:extLst>
          </p:cNvPr>
          <p:cNvSpPr/>
          <p:nvPr/>
        </p:nvSpPr>
        <p:spPr bwMode="auto">
          <a:xfrm>
            <a:off x="7934726" y="5266602"/>
            <a:ext cx="1497868" cy="289666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3902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P.32</a:t>
            </a:r>
            <a:r>
              <a:rPr lang="zh-CN" altLang="en-US" sz="1600" b="1" dirty="0">
                <a:latin typeface="+mn-ea"/>
              </a:rPr>
              <a:t>（为什么无法进行交换）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CBAFDBF-4639-4C70-9B01-900E71A8E750}"/>
              </a:ext>
            </a:extLst>
          </p:cNvPr>
          <p:cNvGrpSpPr/>
          <p:nvPr/>
        </p:nvGrpSpPr>
        <p:grpSpPr>
          <a:xfrm>
            <a:off x="575932" y="1017938"/>
            <a:ext cx="8856662" cy="3816152"/>
            <a:chOff x="1703388" y="2852936"/>
            <a:chExt cx="8856662" cy="3816152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2852936"/>
              <a:ext cx="8856662" cy="381615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*y)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*t;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t = x;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x = y;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y = t;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}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/>
                <a:ea typeface="宋体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main()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{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=10, j=15;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 pitchFamily="2" charset="-122"/>
                </a:rPr>
                <a:t>=10 j=15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,&amp;j);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 pitchFamily="2" charset="-122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/>
                  <a:ea typeface="宋体" pitchFamily="2" charset="-122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 pitchFamily="2" charset="-122"/>
                </a:rPr>
                <a:t>=10 j=15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 pitchFamily="2" charset="-122"/>
                </a:rPr>
                <a:t>}</a:t>
              </a:r>
              <a:endParaRPr kumimoji="1" lang="zh-CN" altLang="en-US" sz="1600" b="1" dirty="0">
                <a:solidFill>
                  <a:srgbClr val="000000"/>
                </a:solidFill>
                <a:latin typeface="宋体"/>
                <a:ea typeface="宋体" pitchFamily="2" charset="-122"/>
              </a:endParaRPr>
            </a:p>
          </p:txBody>
        </p:sp>
        <p:grpSp>
          <p:nvGrpSpPr>
            <p:cNvPr id="4" name="Group 3"/>
            <p:cNvGrpSpPr>
              <a:grpSpLocks/>
            </p:cNvGrpSpPr>
            <p:nvPr/>
          </p:nvGrpSpPr>
          <p:grpSpPr bwMode="auto">
            <a:xfrm>
              <a:off x="6744073" y="2998441"/>
              <a:ext cx="3684811" cy="2292651"/>
              <a:chOff x="2016" y="816"/>
              <a:chExt cx="3312" cy="1784"/>
            </a:xfrm>
          </p:grpSpPr>
          <p:grpSp>
            <p:nvGrpSpPr>
              <p:cNvPr id="5" name="Group 4"/>
              <p:cNvGrpSpPr>
                <a:grpSpLocks/>
              </p:cNvGrpSpPr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25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i</a:t>
                  </a:r>
                </a:p>
              </p:txBody>
            </p:sp>
            <p:sp>
              <p:nvSpPr>
                <p:cNvPr id="26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10</a:t>
                  </a:r>
                </a:p>
              </p:txBody>
            </p:sp>
            <p:sp>
              <p:nvSpPr>
                <p:cNvPr id="27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2003</a:t>
                  </a:r>
                </a:p>
              </p:txBody>
            </p:sp>
          </p:grpSp>
          <p:grpSp>
            <p:nvGrpSpPr>
              <p:cNvPr id="6" name="Group 8"/>
              <p:cNvGrpSpPr>
                <a:grpSpLocks/>
              </p:cNvGrpSpPr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22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j</a:t>
                  </a:r>
                </a:p>
              </p:txBody>
            </p:sp>
            <p:sp>
              <p:nvSpPr>
                <p:cNvPr id="23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15</a:t>
                  </a:r>
                </a:p>
              </p:txBody>
            </p:sp>
            <p:sp>
              <p:nvSpPr>
                <p:cNvPr id="24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2100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2103</a:t>
                  </a:r>
                </a:p>
              </p:txBody>
            </p:sp>
          </p:grpSp>
          <p:grpSp>
            <p:nvGrpSpPr>
              <p:cNvPr id="7" name="Group 12"/>
              <p:cNvGrpSpPr>
                <a:grpSpLocks/>
              </p:cNvGrpSpPr>
              <p:nvPr/>
            </p:nvGrpSpPr>
            <p:grpSpPr bwMode="auto">
              <a:xfrm>
                <a:off x="2016" y="1655"/>
                <a:ext cx="1440" cy="384"/>
                <a:chOff x="2016" y="695"/>
                <a:chExt cx="1440" cy="384"/>
              </a:xfrm>
            </p:grpSpPr>
            <p:sp>
              <p:nvSpPr>
                <p:cNvPr id="19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695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x</a:t>
                  </a:r>
                </a:p>
              </p:txBody>
            </p:sp>
            <p:sp>
              <p:nvSpPr>
                <p:cNvPr id="20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695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2000</a:t>
                  </a:r>
                </a:p>
              </p:txBody>
            </p:sp>
            <p:sp>
              <p:nvSpPr>
                <p:cNvPr id="21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695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3003</a:t>
                  </a:r>
                </a:p>
              </p:txBody>
            </p:sp>
          </p:grpSp>
          <p:grpSp>
            <p:nvGrpSpPr>
              <p:cNvPr id="8" name="Group 16"/>
              <p:cNvGrpSpPr>
                <a:grpSpLocks/>
              </p:cNvGrpSpPr>
              <p:nvPr/>
            </p:nvGrpSpPr>
            <p:grpSpPr bwMode="auto">
              <a:xfrm>
                <a:off x="3888" y="1664"/>
                <a:ext cx="1440" cy="384"/>
                <a:chOff x="2016" y="704"/>
                <a:chExt cx="1440" cy="384"/>
              </a:xfrm>
            </p:grpSpPr>
            <p:sp>
              <p:nvSpPr>
                <p:cNvPr id="16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70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y</a:t>
                  </a:r>
                </a:p>
              </p:txBody>
            </p:sp>
            <p:sp>
              <p:nvSpPr>
                <p:cNvPr id="17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704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2100</a:t>
                  </a:r>
                </a:p>
              </p:txBody>
            </p:sp>
            <p:sp>
              <p:nvSpPr>
                <p:cNvPr id="18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70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3100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3103</a:t>
                  </a:r>
                </a:p>
              </p:txBody>
            </p:sp>
          </p:grpSp>
          <p:sp>
            <p:nvSpPr>
              <p:cNvPr id="9" name="Line 20"/>
              <p:cNvSpPr>
                <a:spLocks noChangeShapeType="1"/>
              </p:cNvSpPr>
              <p:nvPr/>
            </p:nvSpPr>
            <p:spPr bwMode="auto">
              <a:xfrm flipH="1">
                <a:off x="264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0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4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11" name="Rectangle 22"/>
              <p:cNvSpPr>
                <a:spLocks noChangeArrowheads="1"/>
              </p:cNvSpPr>
              <p:nvPr/>
            </p:nvSpPr>
            <p:spPr bwMode="auto">
              <a:xfrm>
                <a:off x="3264" y="1296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>
                    <a:solidFill>
                      <a:srgbClr val="000000"/>
                    </a:solidFill>
                    <a:latin typeface="Times New Roman" pitchFamily="18" charset="0"/>
                    <a:ea typeface="宋体" pitchFamily="2" charset="-122"/>
                  </a:rPr>
                  <a:t>单向传值</a:t>
                </a:r>
              </a:p>
            </p:txBody>
          </p:sp>
          <p:grpSp>
            <p:nvGrpSpPr>
              <p:cNvPr id="12" name="Group 23"/>
              <p:cNvGrpSpPr>
                <a:grpSpLocks/>
              </p:cNvGrpSpPr>
              <p:nvPr/>
            </p:nvGrpSpPr>
            <p:grpSpPr bwMode="auto">
              <a:xfrm>
                <a:off x="3024" y="2216"/>
                <a:ext cx="1440" cy="384"/>
                <a:chOff x="2016" y="584"/>
                <a:chExt cx="1440" cy="384"/>
              </a:xfrm>
            </p:grpSpPr>
            <p:sp>
              <p:nvSpPr>
                <p:cNvPr id="13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584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t</a:t>
                  </a:r>
                </a:p>
              </p:txBody>
            </p:sp>
            <p:sp>
              <p:nvSpPr>
                <p:cNvPr id="14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584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?</a:t>
                  </a:r>
                </a:p>
              </p:txBody>
            </p:sp>
            <p:sp>
              <p:nvSpPr>
                <p:cNvPr id="15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584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4000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4003</a:t>
                  </a:r>
                </a:p>
              </p:txBody>
            </p:sp>
          </p:grpSp>
        </p:grpSp>
        <p:sp>
          <p:nvSpPr>
            <p:cNvPr id="28" name="矩形 27"/>
            <p:cNvSpPr/>
            <p:nvPr/>
          </p:nvSpPr>
          <p:spPr bwMode="auto">
            <a:xfrm>
              <a:off x="8041102" y="5589240"/>
              <a:ext cx="2518948" cy="107984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/>
                  <a:ea typeface="宋体"/>
                </a:rPr>
                <a:t>初始内存分配如图所示</a:t>
              </a:r>
              <a:endPara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/>
                  <a:ea typeface="宋体"/>
                </a:rPr>
                <a:t>请自行画出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/>
                  <a:ea typeface="宋体"/>
                </a:rPr>
                <a:t>swap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/>
                  <a:ea typeface="宋体"/>
                </a:rPr>
                <a:t>中三句话</a:t>
              </a:r>
              <a:endPara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/>
                  <a:ea typeface="宋体"/>
                </a:rPr>
                <a:t>执行时内存的变化</a:t>
              </a:r>
              <a:endParaRPr kumimoji="1" lang="en-US" altLang="zh-CN" sz="1600" b="1" dirty="0">
                <a:solidFill>
                  <a:srgbClr val="3333CC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/>
                  <a:ea typeface="宋体"/>
                </a:rPr>
                <a:t>理解为什么无法交换</a:t>
              </a: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2135560" y="3573016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30" name="直接箭头连接符 29"/>
            <p:cNvCxnSpPr>
              <a:stCxn id="28" idx="1"/>
              <a:endCxn id="29" idx="3"/>
            </p:cNvCxnSpPr>
            <p:nvPr/>
          </p:nvCxnSpPr>
          <p:spPr bwMode="auto">
            <a:xfrm flipH="1" flipV="1">
              <a:off x="3143672" y="3943266"/>
              <a:ext cx="4897430" cy="21858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2" name="Rectangle 5">
            <a:extLst>
              <a:ext uri="{FF2B5EF4-FFF2-40B4-BE49-F238E27FC236}">
                <a16:creationId xmlns:a16="http://schemas.microsoft.com/office/drawing/2014/main" id="{D2021B74-CF8E-4D2F-F5EB-925A7843C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063" y="4498764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86824C28-25F9-B441-211A-E718A1451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442" y="4498764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C4F1E736-4BB1-A2F5-6C6A-D8495C198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164" y="4498764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2003</a:t>
            </a:r>
          </a:p>
        </p:txBody>
      </p:sp>
      <p:sp>
        <p:nvSpPr>
          <p:cNvPr id="35" name="Rectangle 9">
            <a:extLst>
              <a:ext uri="{FF2B5EF4-FFF2-40B4-BE49-F238E27FC236}">
                <a16:creationId xmlns:a16="http://schemas.microsoft.com/office/drawing/2014/main" id="{F0EDD4F5-D119-990A-4376-FBBC4B2B9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782" y="4498764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j</a:t>
            </a:r>
          </a:p>
        </p:txBody>
      </p:sp>
      <p:sp>
        <p:nvSpPr>
          <p:cNvPr id="36" name="Rectangle 10">
            <a:extLst>
              <a:ext uri="{FF2B5EF4-FFF2-40B4-BE49-F238E27FC236}">
                <a16:creationId xmlns:a16="http://schemas.microsoft.com/office/drawing/2014/main" id="{EDE6E242-41E1-653A-25D0-BB35BF3FF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161" y="4498764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15</a:t>
            </a:r>
          </a:p>
        </p:txBody>
      </p:sp>
      <p:sp>
        <p:nvSpPr>
          <p:cNvPr id="37" name="Rectangle 11">
            <a:extLst>
              <a:ext uri="{FF2B5EF4-FFF2-40B4-BE49-F238E27FC236}">
                <a16:creationId xmlns:a16="http://schemas.microsoft.com/office/drawing/2014/main" id="{746DF01B-1E15-3E42-E4F3-103761A2D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883" y="4498764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2103</a:t>
            </a:r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F2671415-770A-5B80-1B78-3DF572A7E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063" y="5576978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</a:p>
        </p:txBody>
      </p:sp>
      <p:sp>
        <p:nvSpPr>
          <p:cNvPr id="39" name="Rectangle 14">
            <a:extLst>
              <a:ext uri="{FF2B5EF4-FFF2-40B4-BE49-F238E27FC236}">
                <a16:creationId xmlns:a16="http://schemas.microsoft.com/office/drawing/2014/main" id="{CB271E32-1D85-0D60-6F17-5D079C801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442" y="5576978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</p:txBody>
      </p:sp>
      <p:sp>
        <p:nvSpPr>
          <p:cNvPr id="40" name="Rectangle 15">
            <a:extLst>
              <a:ext uri="{FF2B5EF4-FFF2-40B4-BE49-F238E27FC236}">
                <a16:creationId xmlns:a16="http://schemas.microsoft.com/office/drawing/2014/main" id="{1E2BCBB1-7CA3-3A20-A188-074482318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5164" y="5576978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3003</a:t>
            </a:r>
          </a:p>
        </p:txBody>
      </p:sp>
      <p:sp>
        <p:nvSpPr>
          <p:cNvPr id="41" name="Rectangle 17">
            <a:extLst>
              <a:ext uri="{FF2B5EF4-FFF2-40B4-BE49-F238E27FC236}">
                <a16:creationId xmlns:a16="http://schemas.microsoft.com/office/drawing/2014/main" id="{72F1CD7E-AF7D-A2A6-7DE1-28F92E8D4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782" y="5588544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y</a:t>
            </a:r>
          </a:p>
        </p:txBody>
      </p:sp>
      <p:sp>
        <p:nvSpPr>
          <p:cNvPr id="42" name="Rectangle 18">
            <a:extLst>
              <a:ext uri="{FF2B5EF4-FFF2-40B4-BE49-F238E27FC236}">
                <a16:creationId xmlns:a16="http://schemas.microsoft.com/office/drawing/2014/main" id="{ADE00E05-7079-7239-EB8C-CC2712CFF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0161" y="5588544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</p:txBody>
      </p:sp>
      <p:sp>
        <p:nvSpPr>
          <p:cNvPr id="43" name="Rectangle 19">
            <a:extLst>
              <a:ext uri="{FF2B5EF4-FFF2-40B4-BE49-F238E27FC236}">
                <a16:creationId xmlns:a16="http://schemas.microsoft.com/office/drawing/2014/main" id="{64D71DC1-CEA6-8645-7158-DB8BDF0F6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883" y="5588544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3103</a:t>
            </a:r>
          </a:p>
        </p:txBody>
      </p:sp>
      <p:sp>
        <p:nvSpPr>
          <p:cNvPr id="44" name="Rectangle 24">
            <a:extLst>
              <a:ext uri="{FF2B5EF4-FFF2-40B4-BE49-F238E27FC236}">
                <a16:creationId xmlns:a16="http://schemas.microsoft.com/office/drawing/2014/main" id="{F3C46A96-A747-034A-5E38-EE8EF8073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527" y="6297930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t</a:t>
            </a:r>
          </a:p>
        </p:txBody>
      </p:sp>
      <p:sp>
        <p:nvSpPr>
          <p:cNvPr id="45" name="Rectangle 25">
            <a:extLst>
              <a:ext uri="{FF2B5EF4-FFF2-40B4-BE49-F238E27FC236}">
                <a16:creationId xmlns:a16="http://schemas.microsoft.com/office/drawing/2014/main" id="{272EFDD1-7C51-519A-E05B-8A1B68DC6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906" y="6297930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</p:txBody>
      </p:sp>
      <p:sp>
        <p:nvSpPr>
          <p:cNvPr id="46" name="Rectangle 26">
            <a:extLst>
              <a:ext uri="{FF2B5EF4-FFF2-40B4-BE49-F238E27FC236}">
                <a16:creationId xmlns:a16="http://schemas.microsoft.com/office/drawing/2014/main" id="{6CE0D9E5-9CF5-1FDA-8741-7DE40B898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6628" y="6297930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4003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F8A8B92-B55F-C9FF-DF37-0E48ED106E9F}"/>
              </a:ext>
            </a:extLst>
          </p:cNvPr>
          <p:cNvCxnSpPr/>
          <p:nvPr/>
        </p:nvCxnSpPr>
        <p:spPr bwMode="auto">
          <a:xfrm>
            <a:off x="1669872" y="5969479"/>
            <a:ext cx="879895" cy="47732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447" name="Rectangle 5">
            <a:extLst>
              <a:ext uri="{FF2B5EF4-FFF2-40B4-BE49-F238E27FC236}">
                <a16:creationId xmlns:a16="http://schemas.microsoft.com/office/drawing/2014/main" id="{37A66D14-103E-0D6C-4612-2F1791F37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6548" y="4725677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</a:p>
        </p:txBody>
      </p:sp>
      <p:sp>
        <p:nvSpPr>
          <p:cNvPr id="102448" name="Rectangle 6">
            <a:extLst>
              <a:ext uri="{FF2B5EF4-FFF2-40B4-BE49-F238E27FC236}">
                <a16:creationId xmlns:a16="http://schemas.microsoft.com/office/drawing/2014/main" id="{76773E87-318B-E624-E456-260EA78BD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6927" y="4725677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</p:txBody>
      </p:sp>
      <p:sp>
        <p:nvSpPr>
          <p:cNvPr id="102449" name="Rectangle 7">
            <a:extLst>
              <a:ext uri="{FF2B5EF4-FFF2-40B4-BE49-F238E27FC236}">
                <a16:creationId xmlns:a16="http://schemas.microsoft.com/office/drawing/2014/main" id="{E3062567-C345-F1FF-DF3C-8A8023D84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649" y="4725677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2003</a:t>
            </a:r>
          </a:p>
        </p:txBody>
      </p:sp>
      <p:sp>
        <p:nvSpPr>
          <p:cNvPr id="102450" name="Rectangle 9">
            <a:extLst>
              <a:ext uri="{FF2B5EF4-FFF2-40B4-BE49-F238E27FC236}">
                <a16:creationId xmlns:a16="http://schemas.microsoft.com/office/drawing/2014/main" id="{AB8C2566-241F-F507-39FF-F58C67D94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267" y="4725677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j</a:t>
            </a:r>
          </a:p>
        </p:txBody>
      </p:sp>
      <p:sp>
        <p:nvSpPr>
          <p:cNvPr id="102451" name="Rectangle 10">
            <a:extLst>
              <a:ext uri="{FF2B5EF4-FFF2-40B4-BE49-F238E27FC236}">
                <a16:creationId xmlns:a16="http://schemas.microsoft.com/office/drawing/2014/main" id="{DA4D84A6-730C-F21E-545B-13E0247AB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646" y="4725677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15</a:t>
            </a:r>
          </a:p>
        </p:txBody>
      </p:sp>
      <p:sp>
        <p:nvSpPr>
          <p:cNvPr id="102452" name="Rectangle 11">
            <a:extLst>
              <a:ext uri="{FF2B5EF4-FFF2-40B4-BE49-F238E27FC236}">
                <a16:creationId xmlns:a16="http://schemas.microsoft.com/office/drawing/2014/main" id="{1C8514ED-3748-7BC6-3D29-34C9F089A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368" y="4725677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2103</a:t>
            </a:r>
          </a:p>
        </p:txBody>
      </p:sp>
      <p:sp>
        <p:nvSpPr>
          <p:cNvPr id="102453" name="Rectangle 13">
            <a:extLst>
              <a:ext uri="{FF2B5EF4-FFF2-40B4-BE49-F238E27FC236}">
                <a16:creationId xmlns:a16="http://schemas.microsoft.com/office/drawing/2014/main" id="{C7B28992-A577-691E-1D21-61EE39D3C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184" y="5592670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</a:p>
        </p:txBody>
      </p:sp>
      <p:sp>
        <p:nvSpPr>
          <p:cNvPr id="102454" name="Rectangle 14">
            <a:extLst>
              <a:ext uri="{FF2B5EF4-FFF2-40B4-BE49-F238E27FC236}">
                <a16:creationId xmlns:a16="http://schemas.microsoft.com/office/drawing/2014/main" id="{F131E406-CE4C-6EDC-5BB0-1DB88FB9A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3563" y="5592670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</p:txBody>
      </p:sp>
      <p:sp>
        <p:nvSpPr>
          <p:cNvPr id="102455" name="Rectangle 15">
            <a:extLst>
              <a:ext uri="{FF2B5EF4-FFF2-40B4-BE49-F238E27FC236}">
                <a16:creationId xmlns:a16="http://schemas.microsoft.com/office/drawing/2014/main" id="{49A96345-8808-A649-1056-908DE0BA2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1285" y="5592670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3003</a:t>
            </a:r>
          </a:p>
        </p:txBody>
      </p:sp>
      <p:sp>
        <p:nvSpPr>
          <p:cNvPr id="102456" name="Rectangle 17">
            <a:extLst>
              <a:ext uri="{FF2B5EF4-FFF2-40B4-BE49-F238E27FC236}">
                <a16:creationId xmlns:a16="http://schemas.microsoft.com/office/drawing/2014/main" id="{065289E1-CBBC-3F8F-B6FA-100543678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5903" y="5604236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y</a:t>
            </a:r>
          </a:p>
        </p:txBody>
      </p:sp>
      <p:sp>
        <p:nvSpPr>
          <p:cNvPr id="102457" name="Rectangle 18">
            <a:extLst>
              <a:ext uri="{FF2B5EF4-FFF2-40B4-BE49-F238E27FC236}">
                <a16:creationId xmlns:a16="http://schemas.microsoft.com/office/drawing/2014/main" id="{99948484-1D7D-C7C0-DDCD-4C9CB514E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282" y="5604236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</p:txBody>
      </p:sp>
      <p:sp>
        <p:nvSpPr>
          <p:cNvPr id="102458" name="Rectangle 19">
            <a:extLst>
              <a:ext uri="{FF2B5EF4-FFF2-40B4-BE49-F238E27FC236}">
                <a16:creationId xmlns:a16="http://schemas.microsoft.com/office/drawing/2014/main" id="{1664E546-1249-9BFC-C96F-D2F12BFA9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54004" y="5604236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3103</a:t>
            </a:r>
          </a:p>
        </p:txBody>
      </p:sp>
      <p:sp>
        <p:nvSpPr>
          <p:cNvPr id="102459" name="Rectangle 24">
            <a:extLst>
              <a:ext uri="{FF2B5EF4-FFF2-40B4-BE49-F238E27FC236}">
                <a16:creationId xmlns:a16="http://schemas.microsoft.com/office/drawing/2014/main" id="{0AF35391-C136-4D48-A37B-A25118E92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648" y="6313622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t</a:t>
            </a:r>
          </a:p>
        </p:txBody>
      </p:sp>
      <p:sp>
        <p:nvSpPr>
          <p:cNvPr id="102460" name="Rectangle 25">
            <a:extLst>
              <a:ext uri="{FF2B5EF4-FFF2-40B4-BE49-F238E27FC236}">
                <a16:creationId xmlns:a16="http://schemas.microsoft.com/office/drawing/2014/main" id="{6BE3823D-C0FA-FF23-3E0B-D76DB2F52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5027" y="6313622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</p:txBody>
      </p:sp>
      <p:sp>
        <p:nvSpPr>
          <p:cNvPr id="102461" name="Rectangle 26">
            <a:extLst>
              <a:ext uri="{FF2B5EF4-FFF2-40B4-BE49-F238E27FC236}">
                <a16:creationId xmlns:a16="http://schemas.microsoft.com/office/drawing/2014/main" id="{A9046344-B86E-8924-3CF6-C7839CFAB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749" y="6313622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4003</a:t>
            </a:r>
          </a:p>
        </p:txBody>
      </p:sp>
      <p:cxnSp>
        <p:nvCxnSpPr>
          <p:cNvPr id="102464" name="直接箭头连接符 102463">
            <a:extLst>
              <a:ext uri="{FF2B5EF4-FFF2-40B4-BE49-F238E27FC236}">
                <a16:creationId xmlns:a16="http://schemas.microsoft.com/office/drawing/2014/main" id="{06D66618-63CC-1E1E-951C-0D07BD0518FF}"/>
              </a:ext>
            </a:extLst>
          </p:cNvPr>
          <p:cNvCxnSpPr/>
          <p:nvPr/>
        </p:nvCxnSpPr>
        <p:spPr bwMode="auto">
          <a:xfrm flipH="1">
            <a:off x="5850222" y="5924420"/>
            <a:ext cx="158259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465" name="Rectangle 5">
            <a:extLst>
              <a:ext uri="{FF2B5EF4-FFF2-40B4-BE49-F238E27FC236}">
                <a16:creationId xmlns:a16="http://schemas.microsoft.com/office/drawing/2014/main" id="{6783E281-A873-D8D0-4D77-6194B0B627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2438" y="4374176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</a:p>
        </p:txBody>
      </p:sp>
      <p:sp>
        <p:nvSpPr>
          <p:cNvPr id="102466" name="Rectangle 6">
            <a:extLst>
              <a:ext uri="{FF2B5EF4-FFF2-40B4-BE49-F238E27FC236}">
                <a16:creationId xmlns:a16="http://schemas.microsoft.com/office/drawing/2014/main" id="{FD5F26B8-6FFC-688A-B3F5-9CCE1F164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5410" y="4375774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</p:txBody>
      </p:sp>
      <p:sp>
        <p:nvSpPr>
          <p:cNvPr id="102467" name="Rectangle 7">
            <a:extLst>
              <a:ext uri="{FF2B5EF4-FFF2-40B4-BE49-F238E27FC236}">
                <a16:creationId xmlns:a16="http://schemas.microsoft.com/office/drawing/2014/main" id="{F6E3D4AC-F7F1-105B-9297-FD674B202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3132" y="4375774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2003</a:t>
            </a:r>
          </a:p>
        </p:txBody>
      </p:sp>
      <p:sp>
        <p:nvSpPr>
          <p:cNvPr id="102468" name="Rectangle 9">
            <a:extLst>
              <a:ext uri="{FF2B5EF4-FFF2-40B4-BE49-F238E27FC236}">
                <a16:creationId xmlns:a16="http://schemas.microsoft.com/office/drawing/2014/main" id="{46BAE810-09BA-32DA-262A-5C729D941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9908" y="4362610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j</a:t>
            </a:r>
          </a:p>
        </p:txBody>
      </p:sp>
      <p:sp>
        <p:nvSpPr>
          <p:cNvPr id="102469" name="Rectangle 10">
            <a:extLst>
              <a:ext uri="{FF2B5EF4-FFF2-40B4-BE49-F238E27FC236}">
                <a16:creationId xmlns:a16="http://schemas.microsoft.com/office/drawing/2014/main" id="{AB841016-AE03-81A3-2DF4-3E1195298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0287" y="4362610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15</a:t>
            </a:r>
          </a:p>
        </p:txBody>
      </p:sp>
      <p:sp>
        <p:nvSpPr>
          <p:cNvPr id="102470" name="Rectangle 11">
            <a:extLst>
              <a:ext uri="{FF2B5EF4-FFF2-40B4-BE49-F238E27FC236}">
                <a16:creationId xmlns:a16="http://schemas.microsoft.com/office/drawing/2014/main" id="{747BD4CB-04DF-0BD2-B8BA-ED9082660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8009" y="4362610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2103</a:t>
            </a:r>
          </a:p>
        </p:txBody>
      </p:sp>
      <p:sp>
        <p:nvSpPr>
          <p:cNvPr id="102471" name="Rectangle 13">
            <a:extLst>
              <a:ext uri="{FF2B5EF4-FFF2-40B4-BE49-F238E27FC236}">
                <a16:creationId xmlns:a16="http://schemas.microsoft.com/office/drawing/2014/main" id="{B0872D5E-AD37-C177-79F4-8A60CCB36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2438" y="5452390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</a:p>
        </p:txBody>
      </p:sp>
      <p:sp>
        <p:nvSpPr>
          <p:cNvPr id="102472" name="Rectangle 14">
            <a:extLst>
              <a:ext uri="{FF2B5EF4-FFF2-40B4-BE49-F238E27FC236}">
                <a16:creationId xmlns:a16="http://schemas.microsoft.com/office/drawing/2014/main" id="{23BC3294-91F7-DD8D-B0FA-FB099DA89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5410" y="5453988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</p:txBody>
      </p:sp>
      <p:sp>
        <p:nvSpPr>
          <p:cNvPr id="102473" name="Rectangle 15">
            <a:extLst>
              <a:ext uri="{FF2B5EF4-FFF2-40B4-BE49-F238E27FC236}">
                <a16:creationId xmlns:a16="http://schemas.microsoft.com/office/drawing/2014/main" id="{5982D7AF-68D6-8CEC-64DE-D943D9ED0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3132" y="5453988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3003</a:t>
            </a:r>
          </a:p>
        </p:txBody>
      </p:sp>
      <p:sp>
        <p:nvSpPr>
          <p:cNvPr id="102474" name="Rectangle 17">
            <a:extLst>
              <a:ext uri="{FF2B5EF4-FFF2-40B4-BE49-F238E27FC236}">
                <a16:creationId xmlns:a16="http://schemas.microsoft.com/office/drawing/2014/main" id="{588EA198-9578-9EEB-F283-C783C5AC1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9908" y="5452390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y</a:t>
            </a:r>
          </a:p>
        </p:txBody>
      </p:sp>
      <p:sp>
        <p:nvSpPr>
          <p:cNvPr id="102475" name="Rectangle 18">
            <a:extLst>
              <a:ext uri="{FF2B5EF4-FFF2-40B4-BE49-F238E27FC236}">
                <a16:creationId xmlns:a16="http://schemas.microsoft.com/office/drawing/2014/main" id="{6432F65D-5BCB-81D1-B558-7D6243532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0287" y="5452390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</p:txBody>
      </p:sp>
      <p:sp>
        <p:nvSpPr>
          <p:cNvPr id="102476" name="Rectangle 19">
            <a:extLst>
              <a:ext uri="{FF2B5EF4-FFF2-40B4-BE49-F238E27FC236}">
                <a16:creationId xmlns:a16="http://schemas.microsoft.com/office/drawing/2014/main" id="{6B0CC050-00A3-A5F1-A573-6A5C585F5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88009" y="5452390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3103</a:t>
            </a:r>
          </a:p>
        </p:txBody>
      </p:sp>
      <p:sp>
        <p:nvSpPr>
          <p:cNvPr id="102477" name="Rectangle 24">
            <a:extLst>
              <a:ext uri="{FF2B5EF4-FFF2-40B4-BE49-F238E27FC236}">
                <a16:creationId xmlns:a16="http://schemas.microsoft.com/office/drawing/2014/main" id="{38A70BA8-A4E2-BF11-A696-A73FB4F8E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9468" y="6149703"/>
            <a:ext cx="290379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t</a:t>
            </a:r>
          </a:p>
        </p:txBody>
      </p:sp>
      <p:sp>
        <p:nvSpPr>
          <p:cNvPr id="102478" name="Rectangle 25">
            <a:extLst>
              <a:ext uri="{FF2B5EF4-FFF2-40B4-BE49-F238E27FC236}">
                <a16:creationId xmlns:a16="http://schemas.microsoft.com/office/drawing/2014/main" id="{D962466E-A672-F577-F9BD-5071753AA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9847" y="6149703"/>
            <a:ext cx="807721" cy="493485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</p:txBody>
      </p:sp>
      <p:sp>
        <p:nvSpPr>
          <p:cNvPr id="102479" name="Rectangle 26">
            <a:extLst>
              <a:ext uri="{FF2B5EF4-FFF2-40B4-BE49-F238E27FC236}">
                <a16:creationId xmlns:a16="http://schemas.microsoft.com/office/drawing/2014/main" id="{126FD3EF-2A56-D87F-7E7B-7B673A5C6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47569" y="6149703"/>
            <a:ext cx="503991" cy="49348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4003</a:t>
            </a:r>
          </a:p>
        </p:txBody>
      </p:sp>
      <p:cxnSp>
        <p:nvCxnSpPr>
          <p:cNvPr id="102482" name="直接箭头连接符 102481">
            <a:extLst>
              <a:ext uri="{FF2B5EF4-FFF2-40B4-BE49-F238E27FC236}">
                <a16:creationId xmlns:a16="http://schemas.microsoft.com/office/drawing/2014/main" id="{0ADC67B0-4869-1F87-1C74-FC3D63BD3675}"/>
              </a:ext>
            </a:extLst>
          </p:cNvPr>
          <p:cNvCxnSpPr/>
          <p:nvPr/>
        </p:nvCxnSpPr>
        <p:spPr bwMode="auto">
          <a:xfrm flipV="1">
            <a:off x="10834777" y="5883215"/>
            <a:ext cx="189781" cy="41471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14207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§6.</a:t>
            </a:r>
            <a:r>
              <a:rPr lang="zh-CN" altLang="en-US" sz="2800" b="1" dirty="0">
                <a:latin typeface="+mn-ea"/>
              </a:rPr>
              <a:t>指针基础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r>
              <a:rPr lang="en-US" altLang="zh-CN" sz="1600" b="1" dirty="0">
                <a:latin typeface="+mn-ea"/>
              </a:rPr>
              <a:t>★ PDF</a:t>
            </a:r>
            <a:r>
              <a:rPr lang="zh-CN" altLang="en-US" sz="1600" b="1" dirty="0">
                <a:latin typeface="+mn-ea"/>
              </a:rPr>
              <a:t>课件的</a:t>
            </a:r>
            <a:r>
              <a:rPr lang="en-US" altLang="zh-CN" sz="1600" b="1" dirty="0">
                <a:latin typeface="+mn-ea"/>
              </a:rPr>
              <a:t>P.33</a:t>
            </a:r>
            <a:r>
              <a:rPr lang="zh-CN" altLang="en-US" sz="1600" b="1" dirty="0">
                <a:latin typeface="+mn-ea"/>
              </a:rPr>
              <a:t>（为什么会出现错误，导致错误的关键语句是哪一句）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665C94A-B509-40F6-8F63-328022F4AF6F}"/>
              </a:ext>
            </a:extLst>
          </p:cNvPr>
          <p:cNvGrpSpPr/>
          <p:nvPr/>
        </p:nvGrpSpPr>
        <p:grpSpPr>
          <a:xfrm>
            <a:off x="575932" y="1017938"/>
            <a:ext cx="8856662" cy="3600128"/>
            <a:chOff x="1703388" y="3068960"/>
            <a:chExt cx="8856662" cy="3600128"/>
          </a:xfrm>
        </p:grpSpPr>
        <p:sp>
          <p:nvSpPr>
            <p:cNvPr id="3" name="Rectangle 10"/>
            <p:cNvSpPr>
              <a:spLocks noChangeArrowheads="1"/>
            </p:cNvSpPr>
            <p:nvPr/>
          </p:nvSpPr>
          <p:spPr bwMode="auto">
            <a:xfrm>
              <a:off x="1703388" y="3068960"/>
              <a:ext cx="8856662" cy="360012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void swap(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*x,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*y)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{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*t;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*t = *x;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*x = *y;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*y = *t;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}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altLang="zh-CN" sz="1600" b="1" dirty="0">
                <a:solidFill>
                  <a:srgbClr val="000000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main()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{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=10, j=15;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/>
                </a:rPr>
                <a:t>=10 j=15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swap(&amp;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,&amp;j);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   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cout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&lt;&lt; "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="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 &lt;&lt; " j=" &lt;&lt; j &lt;&lt; </a:t>
              </a:r>
              <a:r>
                <a:rPr kumimoji="1" lang="en-US" altLang="zh-CN" sz="1600" b="1" dirty="0" err="1">
                  <a:solidFill>
                    <a:srgbClr val="000000"/>
                  </a:solidFill>
                  <a:latin typeface="宋体"/>
                  <a:ea typeface="宋体"/>
                </a:rPr>
                <a:t>endl</a:t>
              </a: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;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/>
                </a:rPr>
                <a:t>   </a:t>
              </a:r>
              <a:r>
                <a:rPr kumimoji="1" lang="en-US" altLang="zh-CN" sz="1600" b="1" dirty="0" err="1">
                  <a:solidFill>
                    <a:srgbClr val="FF0000"/>
                  </a:solidFill>
                  <a:latin typeface="宋体"/>
                  <a:ea typeface="宋体"/>
                </a:rPr>
                <a:t>i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/>
                </a:rPr>
                <a:t>=15 j=10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b="1" dirty="0">
                  <a:solidFill>
                    <a:srgbClr val="000000"/>
                  </a:solidFill>
                  <a:latin typeface="宋体"/>
                  <a:ea typeface="宋体"/>
                </a:rPr>
                <a:t>}                                           </a:t>
              </a:r>
              <a:r>
                <a:rPr kumimoji="1" lang="en-US" altLang="zh-CN" sz="1600" b="1" dirty="0">
                  <a:solidFill>
                    <a:srgbClr val="FF0000"/>
                  </a:solidFill>
                  <a:latin typeface="宋体"/>
                  <a:ea typeface="宋体"/>
                </a:rPr>
                <a:t> </a:t>
              </a:r>
              <a:r>
                <a:rPr kumimoji="1" lang="zh-CN" altLang="en-US" sz="1600" b="1" dirty="0">
                  <a:solidFill>
                    <a:srgbClr val="FF0000"/>
                  </a:solidFill>
                  <a:latin typeface="宋体"/>
                  <a:ea typeface="宋体"/>
                </a:rPr>
                <a:t>或 死机或其它非正常现象</a:t>
              </a: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2175316" y="3683362"/>
              <a:ext cx="1008112" cy="740498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0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29" name="直接箭头连接符 28"/>
            <p:cNvCxnSpPr>
              <a:stCxn id="58" idx="1"/>
              <a:endCxn id="28" idx="3"/>
            </p:cNvCxnSpPr>
            <p:nvPr/>
          </p:nvCxnSpPr>
          <p:spPr bwMode="auto">
            <a:xfrm flipH="1" flipV="1">
              <a:off x="3183428" y="4053611"/>
              <a:ext cx="320284" cy="36772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0" name="Group 3"/>
            <p:cNvGrpSpPr>
              <a:grpSpLocks/>
            </p:cNvGrpSpPr>
            <p:nvPr/>
          </p:nvGrpSpPr>
          <p:grpSpPr bwMode="auto">
            <a:xfrm>
              <a:off x="6574405" y="3141264"/>
              <a:ext cx="3908896" cy="1977752"/>
              <a:chOff x="2016" y="816"/>
              <a:chExt cx="3312" cy="1728"/>
            </a:xfrm>
          </p:grpSpPr>
          <p:grpSp>
            <p:nvGrpSpPr>
              <p:cNvPr id="31" name="Group 4"/>
              <p:cNvGrpSpPr>
                <a:grpSpLocks/>
              </p:cNvGrpSpPr>
              <p:nvPr/>
            </p:nvGrpSpPr>
            <p:grpSpPr bwMode="auto">
              <a:xfrm>
                <a:off x="2016" y="816"/>
                <a:ext cx="1440" cy="384"/>
                <a:chOff x="2016" y="816"/>
                <a:chExt cx="1440" cy="384"/>
              </a:xfrm>
            </p:grpSpPr>
            <p:sp>
              <p:nvSpPr>
                <p:cNvPr id="54" name="Rectangle 5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 err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i</a:t>
                  </a:r>
                  <a:endParaRPr kumimoji="1" lang="en-US" altLang="zh-CN" sz="1600" b="1" dirty="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endParaRPr>
                </a:p>
              </p:txBody>
            </p:sp>
            <p:sp>
              <p:nvSpPr>
                <p:cNvPr id="55" name="Rectangle 6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10</a:t>
                  </a:r>
                </a:p>
              </p:txBody>
            </p:sp>
            <p:sp>
              <p:nvSpPr>
                <p:cNvPr id="56" name="Rectangle 7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2003</a:t>
                  </a:r>
                </a:p>
              </p:txBody>
            </p:sp>
          </p:grpSp>
          <p:grpSp>
            <p:nvGrpSpPr>
              <p:cNvPr id="32" name="Group 8"/>
              <p:cNvGrpSpPr>
                <a:grpSpLocks/>
              </p:cNvGrpSpPr>
              <p:nvPr/>
            </p:nvGrpSpPr>
            <p:grpSpPr bwMode="auto">
              <a:xfrm>
                <a:off x="3888" y="816"/>
                <a:ext cx="1440" cy="384"/>
                <a:chOff x="2016" y="816"/>
                <a:chExt cx="1440" cy="384"/>
              </a:xfrm>
            </p:grpSpPr>
            <p:sp>
              <p:nvSpPr>
                <p:cNvPr id="51" name="Rectangle 9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j</a:t>
                  </a:r>
                </a:p>
              </p:txBody>
            </p:sp>
            <p:sp>
              <p:nvSpPr>
                <p:cNvPr id="52" name="Rectangle 10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15</a:t>
                  </a:r>
                </a:p>
              </p:txBody>
            </p:sp>
            <p:sp>
              <p:nvSpPr>
                <p:cNvPr id="53" name="Rectangle 11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2100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2103</a:t>
                  </a:r>
                </a:p>
              </p:txBody>
            </p:sp>
          </p:grpSp>
          <p:grpSp>
            <p:nvGrpSpPr>
              <p:cNvPr id="33" name="Group 12"/>
              <p:cNvGrpSpPr>
                <a:grpSpLocks/>
              </p:cNvGrpSpPr>
              <p:nvPr/>
            </p:nvGrpSpPr>
            <p:grpSpPr bwMode="auto">
              <a:xfrm>
                <a:off x="2016" y="1536"/>
                <a:ext cx="1440" cy="384"/>
                <a:chOff x="2016" y="816"/>
                <a:chExt cx="1440" cy="384"/>
              </a:xfrm>
            </p:grpSpPr>
            <p:sp>
              <p:nvSpPr>
                <p:cNvPr id="48" name="Rectangle 13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x</a:t>
                  </a:r>
                </a:p>
              </p:txBody>
            </p:sp>
            <p:sp>
              <p:nvSpPr>
                <p:cNvPr id="49" name="Rectangle 14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2000</a:t>
                  </a:r>
                </a:p>
              </p:txBody>
            </p:sp>
            <p:sp>
              <p:nvSpPr>
                <p:cNvPr id="50" name="Rectangle 15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3003</a:t>
                  </a:r>
                </a:p>
              </p:txBody>
            </p:sp>
          </p:grpSp>
          <p:grpSp>
            <p:nvGrpSpPr>
              <p:cNvPr id="34" name="Group 16"/>
              <p:cNvGrpSpPr>
                <a:grpSpLocks/>
              </p:cNvGrpSpPr>
              <p:nvPr/>
            </p:nvGrpSpPr>
            <p:grpSpPr bwMode="auto">
              <a:xfrm>
                <a:off x="3888" y="1536"/>
                <a:ext cx="1440" cy="384"/>
                <a:chOff x="2016" y="816"/>
                <a:chExt cx="1440" cy="384"/>
              </a:xfrm>
            </p:grpSpPr>
            <p:sp>
              <p:nvSpPr>
                <p:cNvPr id="45" name="Rectangle 17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y</a:t>
                  </a:r>
                </a:p>
              </p:txBody>
            </p:sp>
            <p:sp>
              <p:nvSpPr>
                <p:cNvPr id="46" name="Rectangle 18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2100</a:t>
                  </a:r>
                </a:p>
              </p:txBody>
            </p:sp>
            <p:sp>
              <p:nvSpPr>
                <p:cNvPr id="47" name="Rectangle 19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3100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3103</a:t>
                  </a:r>
                </a:p>
              </p:txBody>
            </p:sp>
          </p:grpSp>
          <p:sp>
            <p:nvSpPr>
              <p:cNvPr id="35" name="Line 20"/>
              <p:cNvSpPr>
                <a:spLocks noChangeShapeType="1"/>
              </p:cNvSpPr>
              <p:nvPr/>
            </p:nvSpPr>
            <p:spPr bwMode="auto">
              <a:xfrm>
                <a:off x="264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6" name="Line 21"/>
              <p:cNvSpPr>
                <a:spLocks noChangeShapeType="1"/>
              </p:cNvSpPr>
              <p:nvPr/>
            </p:nvSpPr>
            <p:spPr bwMode="auto">
              <a:xfrm>
                <a:off x="4560" y="1200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1600">
                  <a:solidFill>
                    <a:srgbClr val="000000"/>
                  </a:solidFill>
                  <a:latin typeface="Times New Roman" pitchFamily="18" charset="0"/>
                  <a:ea typeface="宋体" pitchFamily="2" charset="-122"/>
                </a:endParaRPr>
              </a:p>
            </p:txBody>
          </p:sp>
          <p:sp>
            <p:nvSpPr>
              <p:cNvPr id="37" name="Rectangle 22"/>
              <p:cNvSpPr>
                <a:spLocks noChangeArrowheads="1"/>
              </p:cNvSpPr>
              <p:nvPr/>
            </p:nvSpPr>
            <p:spPr bwMode="auto">
              <a:xfrm>
                <a:off x="3264" y="1200"/>
                <a:ext cx="768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1600" b="1" dirty="0">
                    <a:solidFill>
                      <a:srgbClr val="000000"/>
                    </a:solidFill>
                    <a:latin typeface="宋体" pitchFamily="2" charset="-122"/>
                    <a:ea typeface="宋体" pitchFamily="2" charset="-122"/>
                  </a:rPr>
                  <a:t>单向传值</a:t>
                </a:r>
              </a:p>
            </p:txBody>
          </p:sp>
          <p:grpSp>
            <p:nvGrpSpPr>
              <p:cNvPr id="38" name="Group 23"/>
              <p:cNvGrpSpPr>
                <a:grpSpLocks/>
              </p:cNvGrpSpPr>
              <p:nvPr/>
            </p:nvGrpSpPr>
            <p:grpSpPr bwMode="auto">
              <a:xfrm>
                <a:off x="2016" y="2160"/>
                <a:ext cx="1440" cy="384"/>
                <a:chOff x="2016" y="816"/>
                <a:chExt cx="1440" cy="384"/>
              </a:xfrm>
            </p:grpSpPr>
            <p:sp>
              <p:nvSpPr>
                <p:cNvPr id="42" name="Rectangle 24"/>
                <p:cNvSpPr>
                  <a:spLocks noChangeArrowheads="1"/>
                </p:cNvSpPr>
                <p:nvPr/>
              </p:nvSpPr>
              <p:spPr bwMode="auto">
                <a:xfrm>
                  <a:off x="2016" y="816"/>
                  <a:ext cx="261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t</a:t>
                  </a:r>
                </a:p>
              </p:txBody>
            </p:sp>
            <p:sp>
              <p:nvSpPr>
                <p:cNvPr id="43" name="Rectangle 25"/>
                <p:cNvSpPr>
                  <a:spLocks noChangeArrowheads="1"/>
                </p:cNvSpPr>
                <p:nvPr/>
              </p:nvSpPr>
              <p:spPr bwMode="auto">
                <a:xfrm>
                  <a:off x="2277" y="816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(</a:t>
                  </a:r>
                  <a:r>
                    <a:rPr kumimoji="1" lang="zh-CN" altLang="en-US" sz="12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假设</a:t>
                  </a:r>
                  <a:r>
                    <a:rPr kumimoji="1" lang="en-US" altLang="zh-CN" sz="12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5000)</a:t>
                  </a:r>
                </a:p>
              </p:txBody>
            </p:sp>
            <p:sp>
              <p:nvSpPr>
                <p:cNvPr id="44" name="Rectangle 26"/>
                <p:cNvSpPr>
                  <a:spLocks noChangeArrowheads="1"/>
                </p:cNvSpPr>
                <p:nvPr/>
              </p:nvSpPr>
              <p:spPr bwMode="auto">
                <a:xfrm>
                  <a:off x="3003" y="816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4000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4003</a:t>
                  </a:r>
                </a:p>
              </p:txBody>
            </p:sp>
          </p:grpSp>
          <p:grpSp>
            <p:nvGrpSpPr>
              <p:cNvPr id="39" name="Group 27"/>
              <p:cNvGrpSpPr>
                <a:grpSpLocks/>
              </p:cNvGrpSpPr>
              <p:nvPr/>
            </p:nvGrpSpPr>
            <p:grpSpPr bwMode="auto">
              <a:xfrm>
                <a:off x="4128" y="2160"/>
                <a:ext cx="1179" cy="384"/>
                <a:chOff x="4341" y="2448"/>
                <a:chExt cx="1179" cy="384"/>
              </a:xfrm>
            </p:grpSpPr>
            <p:sp>
              <p:nvSpPr>
                <p:cNvPr id="40" name="Rectangle 28"/>
                <p:cNvSpPr>
                  <a:spLocks noChangeArrowheads="1"/>
                </p:cNvSpPr>
                <p:nvPr/>
              </p:nvSpPr>
              <p:spPr bwMode="auto">
                <a:xfrm>
                  <a:off x="4341" y="2448"/>
                  <a:ext cx="726" cy="384"/>
                </a:xfrm>
                <a:prstGeom prst="rect">
                  <a:avLst/>
                </a:prstGeom>
                <a:solidFill>
                  <a:srgbClr val="00FF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?</a:t>
                  </a:r>
                </a:p>
              </p:txBody>
            </p:sp>
            <p:sp>
              <p:nvSpPr>
                <p:cNvPr id="41" name="Rectangle 29"/>
                <p:cNvSpPr>
                  <a:spLocks noChangeArrowheads="1"/>
                </p:cNvSpPr>
                <p:nvPr/>
              </p:nvSpPr>
              <p:spPr bwMode="auto">
                <a:xfrm>
                  <a:off x="5067" y="2448"/>
                  <a:ext cx="453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5000</a:t>
                  </a:r>
                </a:p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kumimoji="1" lang="en-US" altLang="zh-CN" sz="1600" b="1" dirty="0">
                      <a:solidFill>
                        <a:srgbClr val="000000"/>
                      </a:solidFill>
                      <a:latin typeface="宋体" pitchFamily="2" charset="-122"/>
                      <a:ea typeface="宋体" pitchFamily="2" charset="-122"/>
                    </a:rPr>
                    <a:t>5003</a:t>
                  </a:r>
                </a:p>
              </p:txBody>
            </p:sp>
          </p:grpSp>
        </p:grpSp>
        <p:sp>
          <p:nvSpPr>
            <p:cNvPr id="57" name="Rectangle 30"/>
            <p:cNvSpPr>
              <a:spLocks noChangeArrowheads="1"/>
            </p:cNvSpPr>
            <p:nvPr/>
          </p:nvSpPr>
          <p:spPr bwMode="auto">
            <a:xfrm>
              <a:off x="7873714" y="5378158"/>
              <a:ext cx="2614899" cy="57112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itchFamily="2" charset="-122"/>
                  <a:ea typeface="宋体" pitchFamily="2" charset="-122"/>
                </a:rPr>
                <a:t>提示：</a:t>
              </a:r>
              <a:r>
                <a:rPr kumimoji="1" lang="en-US" altLang="zh-CN" sz="1600" b="1" dirty="0">
                  <a:solidFill>
                    <a:srgbClr val="3333CC"/>
                  </a:solidFill>
                  <a:latin typeface="宋体" pitchFamily="2" charset="-122"/>
                  <a:ea typeface="宋体" pitchFamily="2" charset="-122"/>
                </a:rPr>
                <a:t>5000-5003</a:t>
              </a:r>
              <a:r>
                <a:rPr kumimoji="1" lang="zh-CN" altLang="en-US" sz="1600" b="1" dirty="0">
                  <a:solidFill>
                    <a:srgbClr val="3333CC"/>
                  </a:solidFill>
                  <a:latin typeface="宋体" pitchFamily="2" charset="-122"/>
                  <a:ea typeface="宋体" pitchFamily="2" charset="-122"/>
                </a:rPr>
                <a:t>系统</a:t>
              </a:r>
              <a:endParaRPr kumimoji="1" lang="en-US" altLang="zh-CN" sz="1600" b="1" dirty="0">
                <a:solidFill>
                  <a:srgbClr val="3333CC"/>
                </a:solidFill>
                <a:latin typeface="宋体" pitchFamily="2" charset="-122"/>
                <a:ea typeface="宋体" pitchFamily="2" charset="-122"/>
              </a:endParaRPr>
            </a:p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b="1" dirty="0">
                  <a:solidFill>
                    <a:srgbClr val="3333CC"/>
                  </a:solidFill>
                  <a:latin typeface="宋体" pitchFamily="2" charset="-122"/>
                  <a:ea typeface="宋体" pitchFamily="2" charset="-122"/>
                </a:rPr>
                <a:t>是否分配给了程序？</a:t>
              </a:r>
            </a:p>
          </p:txBody>
        </p:sp>
        <p:sp>
          <p:nvSpPr>
            <p:cNvPr id="58" name="矩形 57"/>
            <p:cNvSpPr/>
            <p:nvPr/>
          </p:nvSpPr>
          <p:spPr bwMode="auto">
            <a:xfrm>
              <a:off x="3503712" y="3464516"/>
              <a:ext cx="2952328" cy="1913642"/>
            </a:xfrm>
            <a:prstGeom prst="rect">
              <a:avLst/>
            </a:prstGeom>
            <a:noFill/>
            <a:ln w="95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VS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编译报错</a:t>
              </a:r>
              <a:endParaRPr kumimoji="1" lang="en-US" altLang="zh-CN" sz="1200" b="1" dirty="0">
                <a:solidFill>
                  <a:srgbClr val="FF0000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  -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使用了未初始化的局部变量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t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/>
                  <a:ea typeface="宋体"/>
                </a:rPr>
                <a:t>其它编译器可能可以运行</a:t>
              </a:r>
              <a:endParaRPr kumimoji="1" lang="en-US" altLang="zh-CN" sz="1200" b="1" dirty="0">
                <a:solidFill>
                  <a:srgbClr val="3333CC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3333CC"/>
                  </a:solidFill>
                  <a:latin typeface="宋体"/>
                  <a:ea typeface="宋体"/>
                </a:rPr>
                <a:t>    初始内存分配如图所示，请自行画出</a:t>
              </a:r>
              <a:r>
                <a:rPr kumimoji="1" lang="en-US" altLang="zh-CN" sz="1200" b="1" dirty="0">
                  <a:solidFill>
                    <a:srgbClr val="3333CC"/>
                  </a:solidFill>
                  <a:latin typeface="宋体"/>
                  <a:ea typeface="宋体"/>
                </a:rPr>
                <a:t>swap</a:t>
              </a:r>
              <a:r>
                <a:rPr kumimoji="1" lang="zh-CN" altLang="en-US" sz="1200" b="1" dirty="0">
                  <a:solidFill>
                    <a:srgbClr val="3333CC"/>
                  </a:solidFill>
                  <a:latin typeface="宋体"/>
                  <a:ea typeface="宋体"/>
                </a:rPr>
                <a:t>中三句话执行时内存的变化，理解为什么出现严重错误</a:t>
              </a:r>
              <a:endParaRPr kumimoji="1" lang="en-US" altLang="zh-CN" sz="1200" b="1" dirty="0">
                <a:solidFill>
                  <a:srgbClr val="FF0000"/>
                </a:solidFill>
                <a:latin typeface="宋体"/>
                <a:ea typeface="宋体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1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：哪句是错误的关键？</a:t>
              </a:r>
              <a:r>
                <a:rPr kumimoji="1" lang="en-US" altLang="zh-CN" sz="1200" b="1" dirty="0">
                  <a:solidFill>
                    <a:srgbClr val="00B050"/>
                  </a:solidFill>
                  <a:latin typeface="宋体"/>
                  <a:ea typeface="宋体"/>
                </a:rPr>
                <a:t>int *t;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另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2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：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 *t </a:t>
              </a: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改为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/>
                  <a:ea typeface="宋体"/>
                </a:rPr>
                <a:t>int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 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/>
                  <a:ea typeface="宋体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, *t;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                 t = &amp;</a:t>
              </a:r>
              <a:r>
                <a:rPr kumimoji="1" lang="en-US" altLang="zh-CN" sz="1200" b="1" dirty="0" err="1">
                  <a:solidFill>
                    <a:srgbClr val="FF0000"/>
                  </a:solidFill>
                  <a:latin typeface="宋体"/>
                  <a:ea typeface="宋体"/>
                </a:rPr>
                <a:t>tt</a:t>
              </a:r>
              <a:r>
                <a:rPr kumimoji="1" lang="en-US" altLang="zh-CN" sz="1200" b="1" dirty="0">
                  <a:solidFill>
                    <a:srgbClr val="FF0000"/>
                  </a:solidFill>
                  <a:latin typeface="宋体"/>
                  <a:ea typeface="宋体"/>
                </a:rPr>
                <a:t>;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宋体"/>
                  <a:ea typeface="宋体"/>
                </a:rPr>
                <a:t>     为什么就正确了？</a:t>
              </a:r>
              <a:r>
                <a:rPr kumimoji="1" lang="zh-CN" altLang="en-US" sz="1200" b="1" dirty="0">
                  <a:solidFill>
                    <a:srgbClr val="00B050"/>
                  </a:solidFill>
                  <a:latin typeface="宋体"/>
                  <a:ea typeface="宋体"/>
                </a:rPr>
                <a:t>避免了定义野指针，不会导致非法写</a:t>
              </a:r>
            </a:p>
          </p:txBody>
        </p:sp>
        <p:cxnSp>
          <p:nvCxnSpPr>
            <p:cNvPr id="60" name="直接箭头连接符 59"/>
            <p:cNvCxnSpPr>
              <a:stCxn id="57" idx="0"/>
            </p:cNvCxnSpPr>
            <p:nvPr/>
          </p:nvCxnSpPr>
          <p:spPr bwMode="auto">
            <a:xfrm flipV="1">
              <a:off x="9181164" y="5133732"/>
              <a:ext cx="83189" cy="2444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" name="Rectangle 5">
            <a:extLst>
              <a:ext uri="{FF2B5EF4-FFF2-40B4-BE49-F238E27FC236}">
                <a16:creationId xmlns:a16="http://schemas.microsoft.com/office/drawing/2014/main" id="{EACCBB62-82E3-9F5D-4415-BE30F8FEF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76" y="4520217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610DE84-A911-68BB-095C-575571D0D3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14" y="4520217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DF2D006-8FA9-9A4A-43BD-FF300DB0B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955" y="4520217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2003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C2D43CA9-FE5D-6B2C-2833-80390EC12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4439" y="4532054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j</a:t>
            </a:r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1A0CEDC8-5771-CDCB-0F76-DE4137176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2477" y="4532054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15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D1829F46-1078-4EA4-B437-C95E2183B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318" y="4532054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2103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3676BD82-A2A2-2804-EC10-93A9084BB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76" y="5344280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E00C2610-3E9B-172C-592F-362AC30AC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14" y="5344280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F009C862-E597-92E5-E677-813EF3EC7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955" y="5344280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3003</a:t>
            </a:r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73D37EE2-2CAD-1661-3DBE-A41488470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4439" y="5356117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y</a:t>
            </a: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69094006-3EF4-678C-D03F-1A840EE5F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2477" y="5356117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</p:txBody>
      </p:sp>
      <p:sp>
        <p:nvSpPr>
          <p:cNvPr id="15" name="Rectangle 19">
            <a:extLst>
              <a:ext uri="{FF2B5EF4-FFF2-40B4-BE49-F238E27FC236}">
                <a16:creationId xmlns:a16="http://schemas.microsoft.com/office/drawing/2014/main" id="{0D79E6D9-FFCC-4028-F386-1FAB4832E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318" y="5356117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3103</a:t>
            </a:r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D43DDB71-6AD1-4B88-E3EF-147729B3D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76" y="6058469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t</a:t>
            </a:r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EBF9FD3A-E63C-6CDF-E073-A00619B22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14" y="6058469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5000)</a:t>
            </a:r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88F6686C-9B72-E9E9-0128-95B4B7A66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955" y="6058469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4003</a:t>
            </a: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90EA0CD9-D755-E3F8-23A3-69D2F7B50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7692" y="6070306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36D3792D-665E-8380-2214-254E65E04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4533" y="6070306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5003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C9715CE-C501-EE5D-292A-740066C69A2C}"/>
              </a:ext>
            </a:extLst>
          </p:cNvPr>
          <p:cNvCxnSpPr/>
          <p:nvPr/>
        </p:nvCxnSpPr>
        <p:spPr bwMode="auto">
          <a:xfrm>
            <a:off x="940523" y="4877348"/>
            <a:ext cx="1834551" cy="127671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553" name="Rectangle 5">
            <a:extLst>
              <a:ext uri="{FF2B5EF4-FFF2-40B4-BE49-F238E27FC236}">
                <a16:creationId xmlns:a16="http://schemas.microsoft.com/office/drawing/2014/main" id="{D6B5EEA1-41DE-AE09-E795-88FF8E980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815" y="4574122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8554" name="Rectangle 6">
            <a:extLst>
              <a:ext uri="{FF2B5EF4-FFF2-40B4-BE49-F238E27FC236}">
                <a16:creationId xmlns:a16="http://schemas.microsoft.com/office/drawing/2014/main" id="{F2919CC2-3592-E67E-0848-8577F97C5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853" y="4574122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15</a:t>
            </a:r>
          </a:p>
        </p:txBody>
      </p:sp>
      <p:sp>
        <p:nvSpPr>
          <p:cNvPr id="108555" name="Rectangle 7">
            <a:extLst>
              <a:ext uri="{FF2B5EF4-FFF2-40B4-BE49-F238E27FC236}">
                <a16:creationId xmlns:a16="http://schemas.microsoft.com/office/drawing/2014/main" id="{1E251BB3-C4A4-9D7E-856E-253FFEE2E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694" y="4574122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2003</a:t>
            </a:r>
          </a:p>
        </p:txBody>
      </p:sp>
      <p:sp>
        <p:nvSpPr>
          <p:cNvPr id="108556" name="Rectangle 9">
            <a:extLst>
              <a:ext uri="{FF2B5EF4-FFF2-40B4-BE49-F238E27FC236}">
                <a16:creationId xmlns:a16="http://schemas.microsoft.com/office/drawing/2014/main" id="{997B9633-32CC-0D92-6333-AB0263C4D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449" y="461302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j</a:t>
            </a:r>
          </a:p>
        </p:txBody>
      </p:sp>
      <p:sp>
        <p:nvSpPr>
          <p:cNvPr id="108557" name="Rectangle 10">
            <a:extLst>
              <a:ext uri="{FF2B5EF4-FFF2-40B4-BE49-F238E27FC236}">
                <a16:creationId xmlns:a16="http://schemas.microsoft.com/office/drawing/2014/main" id="{3E10B884-7550-3BF8-5D19-E7FBE065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7487" y="4613025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15</a:t>
            </a:r>
          </a:p>
        </p:txBody>
      </p:sp>
      <p:sp>
        <p:nvSpPr>
          <p:cNvPr id="108558" name="Rectangle 11">
            <a:extLst>
              <a:ext uri="{FF2B5EF4-FFF2-40B4-BE49-F238E27FC236}">
                <a16:creationId xmlns:a16="http://schemas.microsoft.com/office/drawing/2014/main" id="{D07CBEF6-A2DC-C8E2-9D71-C214BC30B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4328" y="461302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2103</a:t>
            </a:r>
          </a:p>
        </p:txBody>
      </p:sp>
      <p:sp>
        <p:nvSpPr>
          <p:cNvPr id="108559" name="Rectangle 13">
            <a:extLst>
              <a:ext uri="{FF2B5EF4-FFF2-40B4-BE49-F238E27FC236}">
                <a16:creationId xmlns:a16="http://schemas.microsoft.com/office/drawing/2014/main" id="{3E14489B-35DD-4347-9040-5451CE55C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815" y="539818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</a:p>
        </p:txBody>
      </p:sp>
      <p:sp>
        <p:nvSpPr>
          <p:cNvPr id="108560" name="Rectangle 14">
            <a:extLst>
              <a:ext uri="{FF2B5EF4-FFF2-40B4-BE49-F238E27FC236}">
                <a16:creationId xmlns:a16="http://schemas.microsoft.com/office/drawing/2014/main" id="{DC1B7FEB-7A21-5B03-FF7C-A924C63FC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853" y="5398185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</p:txBody>
      </p:sp>
      <p:sp>
        <p:nvSpPr>
          <p:cNvPr id="108561" name="Rectangle 15">
            <a:extLst>
              <a:ext uri="{FF2B5EF4-FFF2-40B4-BE49-F238E27FC236}">
                <a16:creationId xmlns:a16="http://schemas.microsoft.com/office/drawing/2014/main" id="{5819F7FE-40FA-C2F9-78C0-38D8CCE90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694" y="539818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3003</a:t>
            </a:r>
          </a:p>
        </p:txBody>
      </p:sp>
      <p:sp>
        <p:nvSpPr>
          <p:cNvPr id="108562" name="Rectangle 17">
            <a:extLst>
              <a:ext uri="{FF2B5EF4-FFF2-40B4-BE49-F238E27FC236}">
                <a16:creationId xmlns:a16="http://schemas.microsoft.com/office/drawing/2014/main" id="{80935F7A-3502-A907-B46D-977CEC325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449" y="5437088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y</a:t>
            </a:r>
          </a:p>
        </p:txBody>
      </p:sp>
      <p:sp>
        <p:nvSpPr>
          <p:cNvPr id="108563" name="Rectangle 18">
            <a:extLst>
              <a:ext uri="{FF2B5EF4-FFF2-40B4-BE49-F238E27FC236}">
                <a16:creationId xmlns:a16="http://schemas.microsoft.com/office/drawing/2014/main" id="{F90F977A-1EF5-6FFB-D9B1-76F7E7D2A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7487" y="5437088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</p:txBody>
      </p:sp>
      <p:sp>
        <p:nvSpPr>
          <p:cNvPr id="108564" name="Rectangle 19">
            <a:extLst>
              <a:ext uri="{FF2B5EF4-FFF2-40B4-BE49-F238E27FC236}">
                <a16:creationId xmlns:a16="http://schemas.microsoft.com/office/drawing/2014/main" id="{4D1BA6ED-8BA4-7F7E-8B3C-07E323C39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4328" y="5437088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3103</a:t>
            </a:r>
          </a:p>
        </p:txBody>
      </p:sp>
      <p:sp>
        <p:nvSpPr>
          <p:cNvPr id="108565" name="Rectangle 24">
            <a:extLst>
              <a:ext uri="{FF2B5EF4-FFF2-40B4-BE49-F238E27FC236}">
                <a16:creationId xmlns:a16="http://schemas.microsoft.com/office/drawing/2014/main" id="{A8A4B94E-0552-0DD9-3CCE-409F19416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0815" y="6112374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t</a:t>
            </a:r>
          </a:p>
        </p:txBody>
      </p:sp>
      <p:sp>
        <p:nvSpPr>
          <p:cNvPr id="108566" name="Rectangle 25">
            <a:extLst>
              <a:ext uri="{FF2B5EF4-FFF2-40B4-BE49-F238E27FC236}">
                <a16:creationId xmlns:a16="http://schemas.microsoft.com/office/drawing/2014/main" id="{D5964897-BFA0-3BD3-72E2-3025AF3A8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853" y="6112374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5000)</a:t>
            </a:r>
          </a:p>
        </p:txBody>
      </p:sp>
      <p:sp>
        <p:nvSpPr>
          <p:cNvPr id="108567" name="Rectangle 26">
            <a:extLst>
              <a:ext uri="{FF2B5EF4-FFF2-40B4-BE49-F238E27FC236}">
                <a16:creationId xmlns:a16="http://schemas.microsoft.com/office/drawing/2014/main" id="{30496756-0CB6-FC4E-97C6-3178EE592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694" y="6112374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4003</a:t>
            </a:r>
          </a:p>
        </p:txBody>
      </p:sp>
      <p:sp>
        <p:nvSpPr>
          <p:cNvPr id="108568" name="Rectangle 28">
            <a:extLst>
              <a:ext uri="{FF2B5EF4-FFF2-40B4-BE49-F238E27FC236}">
                <a16:creationId xmlns:a16="http://schemas.microsoft.com/office/drawing/2014/main" id="{8E2805A7-402D-03FD-DCE1-C2D3FB84B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2702" y="6151277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</p:txBody>
      </p:sp>
      <p:sp>
        <p:nvSpPr>
          <p:cNvPr id="108569" name="Rectangle 29">
            <a:extLst>
              <a:ext uri="{FF2B5EF4-FFF2-40B4-BE49-F238E27FC236}">
                <a16:creationId xmlns:a16="http://schemas.microsoft.com/office/drawing/2014/main" id="{AB5F5C63-2E4B-E766-C5FA-6A6C73090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9543" y="6151277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5003</a:t>
            </a:r>
          </a:p>
        </p:txBody>
      </p:sp>
      <p:cxnSp>
        <p:nvCxnSpPr>
          <p:cNvPr id="108571" name="直接箭头连接符 108570">
            <a:extLst>
              <a:ext uri="{FF2B5EF4-FFF2-40B4-BE49-F238E27FC236}">
                <a16:creationId xmlns:a16="http://schemas.microsoft.com/office/drawing/2014/main" id="{612F600F-526C-6365-F5A3-C9A923E18AC5}"/>
              </a:ext>
            </a:extLst>
          </p:cNvPr>
          <p:cNvCxnSpPr/>
          <p:nvPr/>
        </p:nvCxnSpPr>
        <p:spPr bwMode="auto">
          <a:xfrm flipH="1">
            <a:off x="5114094" y="4852443"/>
            <a:ext cx="149773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8572" name="Rectangle 5">
            <a:extLst>
              <a:ext uri="{FF2B5EF4-FFF2-40B4-BE49-F238E27FC236}">
                <a16:creationId xmlns:a16="http://schemas.microsoft.com/office/drawing/2014/main" id="{4E13757A-EC37-3682-18AA-7F0D6D25A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4397" y="4574122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108573" name="Rectangle 6">
            <a:extLst>
              <a:ext uri="{FF2B5EF4-FFF2-40B4-BE49-F238E27FC236}">
                <a16:creationId xmlns:a16="http://schemas.microsoft.com/office/drawing/2014/main" id="{EA90C275-97FB-257A-2B10-3CA22E02A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2435" y="4574122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15</a:t>
            </a:r>
          </a:p>
        </p:txBody>
      </p:sp>
      <p:sp>
        <p:nvSpPr>
          <p:cNvPr id="108574" name="Rectangle 7">
            <a:extLst>
              <a:ext uri="{FF2B5EF4-FFF2-40B4-BE49-F238E27FC236}">
                <a16:creationId xmlns:a16="http://schemas.microsoft.com/office/drawing/2014/main" id="{D00893E3-9B6F-9BFD-E835-AE1B5A964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276" y="4574122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2003</a:t>
            </a:r>
          </a:p>
        </p:txBody>
      </p:sp>
      <p:sp>
        <p:nvSpPr>
          <p:cNvPr id="108575" name="Rectangle 9">
            <a:extLst>
              <a:ext uri="{FF2B5EF4-FFF2-40B4-BE49-F238E27FC236}">
                <a16:creationId xmlns:a16="http://schemas.microsoft.com/office/drawing/2014/main" id="{C2C0101B-8F4D-9AA1-9DAD-D3601F721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3773" y="4574122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j</a:t>
            </a:r>
          </a:p>
        </p:txBody>
      </p:sp>
      <p:sp>
        <p:nvSpPr>
          <p:cNvPr id="108576" name="Rectangle 10">
            <a:extLst>
              <a:ext uri="{FF2B5EF4-FFF2-40B4-BE49-F238E27FC236}">
                <a16:creationId xmlns:a16="http://schemas.microsoft.com/office/drawing/2014/main" id="{C1687F18-9103-DFF6-B383-6460B0640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1811" y="4574122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</p:txBody>
      </p:sp>
      <p:sp>
        <p:nvSpPr>
          <p:cNvPr id="108577" name="Rectangle 11">
            <a:extLst>
              <a:ext uri="{FF2B5EF4-FFF2-40B4-BE49-F238E27FC236}">
                <a16:creationId xmlns:a16="http://schemas.microsoft.com/office/drawing/2014/main" id="{A9D1BCE4-7A08-5430-2A8C-A731ADFC1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8652" y="4574122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2103</a:t>
            </a:r>
          </a:p>
        </p:txBody>
      </p:sp>
      <p:sp>
        <p:nvSpPr>
          <p:cNvPr id="108578" name="Rectangle 13">
            <a:extLst>
              <a:ext uri="{FF2B5EF4-FFF2-40B4-BE49-F238E27FC236}">
                <a16:creationId xmlns:a16="http://schemas.microsoft.com/office/drawing/2014/main" id="{035F84A7-2B36-6826-F98E-CA19241B0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4397" y="539818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x</a:t>
            </a:r>
          </a:p>
        </p:txBody>
      </p:sp>
      <p:sp>
        <p:nvSpPr>
          <p:cNvPr id="108579" name="Rectangle 14">
            <a:extLst>
              <a:ext uri="{FF2B5EF4-FFF2-40B4-BE49-F238E27FC236}">
                <a16:creationId xmlns:a16="http://schemas.microsoft.com/office/drawing/2014/main" id="{33A71950-84CD-A639-5E89-9D1380704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2435" y="5398185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2000</a:t>
            </a:r>
          </a:p>
        </p:txBody>
      </p:sp>
      <p:sp>
        <p:nvSpPr>
          <p:cNvPr id="108580" name="Rectangle 15">
            <a:extLst>
              <a:ext uri="{FF2B5EF4-FFF2-40B4-BE49-F238E27FC236}">
                <a16:creationId xmlns:a16="http://schemas.microsoft.com/office/drawing/2014/main" id="{13075C3B-623F-EEBC-ED21-F5FA712AE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276" y="539818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3003</a:t>
            </a:r>
          </a:p>
        </p:txBody>
      </p:sp>
      <p:sp>
        <p:nvSpPr>
          <p:cNvPr id="108581" name="Rectangle 17">
            <a:extLst>
              <a:ext uri="{FF2B5EF4-FFF2-40B4-BE49-F238E27FC236}">
                <a16:creationId xmlns:a16="http://schemas.microsoft.com/office/drawing/2014/main" id="{D84B1D52-5415-7B6C-A626-B87CAE58F3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3773" y="5398185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y</a:t>
            </a:r>
          </a:p>
        </p:txBody>
      </p:sp>
      <p:sp>
        <p:nvSpPr>
          <p:cNvPr id="108582" name="Rectangle 18">
            <a:extLst>
              <a:ext uri="{FF2B5EF4-FFF2-40B4-BE49-F238E27FC236}">
                <a16:creationId xmlns:a16="http://schemas.microsoft.com/office/drawing/2014/main" id="{24C98218-8D28-6C5B-6AE1-917532D07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1811" y="5398185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2100</a:t>
            </a:r>
          </a:p>
        </p:txBody>
      </p:sp>
      <p:sp>
        <p:nvSpPr>
          <p:cNvPr id="108583" name="Rectangle 19">
            <a:extLst>
              <a:ext uri="{FF2B5EF4-FFF2-40B4-BE49-F238E27FC236}">
                <a16:creationId xmlns:a16="http://schemas.microsoft.com/office/drawing/2014/main" id="{A9FD785A-4E11-61E3-7CF7-472ECD5E5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8652" y="5398185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3103</a:t>
            </a:r>
          </a:p>
        </p:txBody>
      </p:sp>
      <p:sp>
        <p:nvSpPr>
          <p:cNvPr id="108584" name="Rectangle 24">
            <a:extLst>
              <a:ext uri="{FF2B5EF4-FFF2-40B4-BE49-F238E27FC236}">
                <a16:creationId xmlns:a16="http://schemas.microsoft.com/office/drawing/2014/main" id="{C4ED2A7F-3024-AE36-6C9E-509DAB1F2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4397" y="6112374"/>
            <a:ext cx="308038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t</a:t>
            </a:r>
          </a:p>
        </p:txBody>
      </p:sp>
      <p:sp>
        <p:nvSpPr>
          <p:cNvPr id="108585" name="Rectangle 25">
            <a:extLst>
              <a:ext uri="{FF2B5EF4-FFF2-40B4-BE49-F238E27FC236}">
                <a16:creationId xmlns:a16="http://schemas.microsoft.com/office/drawing/2014/main" id="{C97F226A-DBA0-ABCD-B284-5859B58FB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2435" y="6112374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假设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5000)</a:t>
            </a:r>
          </a:p>
        </p:txBody>
      </p:sp>
      <p:sp>
        <p:nvSpPr>
          <p:cNvPr id="108586" name="Rectangle 26">
            <a:extLst>
              <a:ext uri="{FF2B5EF4-FFF2-40B4-BE49-F238E27FC236}">
                <a16:creationId xmlns:a16="http://schemas.microsoft.com/office/drawing/2014/main" id="{49A8F8C1-61EB-F8C4-AAD6-2CE93DACD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9276" y="6112374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4003</a:t>
            </a:r>
          </a:p>
        </p:txBody>
      </p:sp>
      <p:sp>
        <p:nvSpPr>
          <p:cNvPr id="108587" name="Rectangle 28">
            <a:extLst>
              <a:ext uri="{FF2B5EF4-FFF2-40B4-BE49-F238E27FC236}">
                <a16:creationId xmlns:a16="http://schemas.microsoft.com/office/drawing/2014/main" id="{49C1BD23-1EC3-9147-8CC5-B4EA2EDE5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17026" y="6112374"/>
            <a:ext cx="856841" cy="439500"/>
          </a:xfrm>
          <a:prstGeom prst="rect">
            <a:avLst/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10</a:t>
            </a:r>
          </a:p>
        </p:txBody>
      </p:sp>
      <p:sp>
        <p:nvSpPr>
          <p:cNvPr id="108588" name="Rectangle 29">
            <a:extLst>
              <a:ext uri="{FF2B5EF4-FFF2-40B4-BE49-F238E27FC236}">
                <a16:creationId xmlns:a16="http://schemas.microsoft.com/office/drawing/2014/main" id="{4B3E977A-0A89-E957-69BE-6DA029A64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3867" y="6112374"/>
            <a:ext cx="534641" cy="439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5000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5003</a:t>
            </a:r>
          </a:p>
        </p:txBody>
      </p:sp>
      <p:cxnSp>
        <p:nvCxnSpPr>
          <p:cNvPr id="108591" name="直接箭头连接符 108590">
            <a:extLst>
              <a:ext uri="{FF2B5EF4-FFF2-40B4-BE49-F238E27FC236}">
                <a16:creationId xmlns:a16="http://schemas.microsoft.com/office/drawing/2014/main" id="{8A78FB1A-D6D1-F9B7-685E-A03490894933}"/>
              </a:ext>
            </a:extLst>
          </p:cNvPr>
          <p:cNvCxnSpPr>
            <a:stCxn id="108587" idx="0"/>
            <a:endCxn id="108576" idx="2"/>
          </p:cNvCxnSpPr>
          <p:nvPr/>
        </p:nvCxnSpPr>
        <p:spPr bwMode="auto">
          <a:xfrm flipV="1">
            <a:off x="11045447" y="5013622"/>
            <a:ext cx="24785" cy="10987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</TotalTime>
  <Words>1064</Words>
  <Application>Microsoft Office PowerPoint</Application>
  <PresentationFormat>宽屏</PresentationFormat>
  <Paragraphs>321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宋体</vt:lpstr>
      <vt:lpstr>Times New Roman</vt:lpstr>
      <vt:lpstr>默认设计模板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39</cp:revision>
  <dcterms:created xsi:type="dcterms:W3CDTF">2020-08-13T13:39:53Z</dcterms:created>
  <dcterms:modified xsi:type="dcterms:W3CDTF">2024-05-20T00:43:49Z</dcterms:modified>
</cp:coreProperties>
</file>