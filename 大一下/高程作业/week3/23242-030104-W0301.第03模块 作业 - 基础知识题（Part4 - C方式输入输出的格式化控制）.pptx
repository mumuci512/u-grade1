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9"/>
  </p:notesMasterIdLst>
  <p:sldIdLst>
    <p:sldId id="1236" r:id="rId2"/>
    <p:sldId id="1275" r:id="rId3"/>
    <p:sldId id="1237" r:id="rId4"/>
    <p:sldId id="1230" r:id="rId5"/>
    <p:sldId id="1276" r:id="rId6"/>
    <p:sldId id="1076" r:id="rId7"/>
    <p:sldId id="1238" r:id="rId8"/>
    <p:sldId id="492" r:id="rId9"/>
    <p:sldId id="1240" r:id="rId10"/>
    <p:sldId id="1241" r:id="rId11"/>
    <p:sldId id="1248" r:id="rId12"/>
    <p:sldId id="1242" r:id="rId13"/>
    <p:sldId id="1249" r:id="rId14"/>
    <p:sldId id="1250" r:id="rId15"/>
    <p:sldId id="1244" r:id="rId16"/>
    <p:sldId id="1246" r:id="rId17"/>
    <p:sldId id="1245" r:id="rId18"/>
    <p:sldId id="1251" r:id="rId19"/>
    <p:sldId id="520" r:id="rId20"/>
    <p:sldId id="1253" r:id="rId21"/>
    <p:sldId id="1254" r:id="rId22"/>
    <p:sldId id="1265" r:id="rId23"/>
    <p:sldId id="1257" r:id="rId24"/>
    <p:sldId id="1255" r:id="rId25"/>
    <p:sldId id="1259" r:id="rId26"/>
    <p:sldId id="1258" r:id="rId27"/>
    <p:sldId id="1261" r:id="rId28"/>
    <p:sldId id="1262" r:id="rId29"/>
    <p:sldId id="1269" r:id="rId30"/>
    <p:sldId id="1270" r:id="rId31"/>
    <p:sldId id="1267" r:id="rId32"/>
    <p:sldId id="1268" r:id="rId33"/>
    <p:sldId id="1266" r:id="rId34"/>
    <p:sldId id="1273" r:id="rId35"/>
    <p:sldId id="1271" r:id="rId36"/>
    <p:sldId id="1272" r:id="rId37"/>
    <p:sldId id="127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EFF21-CCD0-4672-A400-292C85961149}" v="534" dt="2024-03-21T07:28:46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7" autoAdjust="0"/>
  </p:normalViewPr>
  <p:slideViewPr>
    <p:cSldViewPr snapToGrid="0">
      <p:cViewPr varScale="1">
        <p:scale>
          <a:sx n="83" d="100"/>
          <a:sy n="83" d="100"/>
        </p:scale>
        <p:origin x="393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1E1EFF21-CCD0-4672-A400-292C85961149}"/>
    <pc:docChg chg="undo custSel modSld">
      <pc:chgData name="xi sheng" userId="b3919e0d8ca6a452" providerId="LiveId" clId="{1E1EFF21-CCD0-4672-A400-292C85961149}" dt="2024-03-21T07:30:26.595" v="2271" actId="1076"/>
      <pc:docMkLst>
        <pc:docMk/>
      </pc:docMkLst>
      <pc:sldChg chg="addSp modSp mod">
        <pc:chgData name="xi sheng" userId="b3919e0d8ca6a452" providerId="LiveId" clId="{1E1EFF21-CCD0-4672-A400-292C85961149}" dt="2024-03-20T04:52:17.143" v="42" actId="1076"/>
        <pc:sldMkLst>
          <pc:docMk/>
          <pc:sldMk cId="476075690" sldId="492"/>
        </pc:sldMkLst>
        <pc:spChg chg="mod">
          <ac:chgData name="xi sheng" userId="b3919e0d8ca6a452" providerId="LiveId" clId="{1E1EFF21-CCD0-4672-A400-292C85961149}" dt="2024-03-20T04:47:16.862" v="8"/>
          <ac:spMkLst>
            <pc:docMk/>
            <pc:sldMk cId="476075690" sldId="492"/>
            <ac:spMk id="5" creationId="{E4C23B5A-A0F8-45DD-A85D-EEEA057043FC}"/>
          </ac:spMkLst>
        </pc:spChg>
        <pc:spChg chg="mod">
          <ac:chgData name="xi sheng" userId="b3919e0d8ca6a452" providerId="LiveId" clId="{1E1EFF21-CCD0-4672-A400-292C85961149}" dt="2024-03-20T04:52:15.738" v="41" actId="20577"/>
          <ac:spMkLst>
            <pc:docMk/>
            <pc:sldMk cId="476075690" sldId="492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04:46:25.692" v="3" actId="1076"/>
          <ac:picMkLst>
            <pc:docMk/>
            <pc:sldMk cId="476075690" sldId="492"/>
            <ac:picMk id="4" creationId="{327526F5-7B9E-9178-87E5-8CD55A6B678C}"/>
          </ac:picMkLst>
        </pc:picChg>
        <pc:picChg chg="add mod">
          <ac:chgData name="xi sheng" userId="b3919e0d8ca6a452" providerId="LiveId" clId="{1E1EFF21-CCD0-4672-A400-292C85961149}" dt="2024-03-20T04:52:17.143" v="42" actId="1076"/>
          <ac:picMkLst>
            <pc:docMk/>
            <pc:sldMk cId="476075690" sldId="492"/>
            <ac:picMk id="8" creationId="{8A85DFEA-E9B5-7AFB-82C8-1A2172B4DC46}"/>
          </ac:picMkLst>
        </pc:picChg>
      </pc:sldChg>
      <pc:sldChg chg="addSp modSp mod">
        <pc:chgData name="xi sheng" userId="b3919e0d8ca6a452" providerId="LiveId" clId="{1E1EFF21-CCD0-4672-A400-292C85961149}" dt="2024-03-20T04:56:21.212" v="120" actId="115"/>
        <pc:sldMkLst>
          <pc:docMk/>
          <pc:sldMk cId="1347189584" sldId="1240"/>
        </pc:sldMkLst>
        <pc:spChg chg="mod">
          <ac:chgData name="xi sheng" userId="b3919e0d8ca6a452" providerId="LiveId" clId="{1E1EFF21-CCD0-4672-A400-292C85961149}" dt="2024-03-20T04:54:29.592" v="70"/>
          <ac:spMkLst>
            <pc:docMk/>
            <pc:sldMk cId="1347189584" sldId="1240"/>
            <ac:spMk id="5" creationId="{E4C23B5A-A0F8-45DD-A85D-EEEA057043FC}"/>
          </ac:spMkLst>
        </pc:spChg>
        <pc:spChg chg="mod">
          <ac:chgData name="xi sheng" userId="b3919e0d8ca6a452" providerId="LiveId" clId="{1E1EFF21-CCD0-4672-A400-292C85961149}" dt="2024-03-20T04:56:21.212" v="120" actId="115"/>
          <ac:spMkLst>
            <pc:docMk/>
            <pc:sldMk cId="1347189584" sldId="1240"/>
            <ac:spMk id="10" creationId="{4AEA1E5C-88C7-4721-A15B-AC0D975F178C}"/>
          </ac:spMkLst>
        </pc:spChg>
        <pc:picChg chg="add mod">
          <ac:chgData name="xi sheng" userId="b3919e0d8ca6a452" providerId="LiveId" clId="{1E1EFF21-CCD0-4672-A400-292C85961149}" dt="2024-03-20T04:53:56.871" v="47" actId="1076"/>
          <ac:picMkLst>
            <pc:docMk/>
            <pc:sldMk cId="1347189584" sldId="1240"/>
            <ac:picMk id="4" creationId="{0EE5B522-6B25-846E-4874-DDC5F0BB0CC0}"/>
          </ac:picMkLst>
        </pc:picChg>
        <pc:picChg chg="add mod">
          <ac:chgData name="xi sheng" userId="b3919e0d8ca6a452" providerId="LiveId" clId="{1E1EFF21-CCD0-4672-A400-292C85961149}" dt="2024-03-20T04:54:01.590" v="50" actId="1076"/>
          <ac:picMkLst>
            <pc:docMk/>
            <pc:sldMk cId="1347189584" sldId="1240"/>
            <ac:picMk id="8" creationId="{9A3D55AA-26EF-FED9-4C58-FAEF1A8BD9DD}"/>
          </ac:picMkLst>
        </pc:picChg>
        <pc:picChg chg="add mod">
          <ac:chgData name="xi sheng" userId="b3919e0d8ca6a452" providerId="LiveId" clId="{1E1EFF21-CCD0-4672-A400-292C85961149}" dt="2024-03-20T04:54:57.806" v="72" actId="1076"/>
          <ac:picMkLst>
            <pc:docMk/>
            <pc:sldMk cId="1347189584" sldId="1240"/>
            <ac:picMk id="11" creationId="{04C9F94C-CDA6-E398-2E15-47A52D18148D}"/>
          </ac:picMkLst>
        </pc:picChg>
        <pc:picChg chg="add mod">
          <ac:chgData name="xi sheng" userId="b3919e0d8ca6a452" providerId="LiveId" clId="{1E1EFF21-CCD0-4672-A400-292C85961149}" dt="2024-03-20T04:55:15.686" v="75" actId="1076"/>
          <ac:picMkLst>
            <pc:docMk/>
            <pc:sldMk cId="1347189584" sldId="1240"/>
            <ac:picMk id="13" creationId="{5BBFBF19-7956-40BF-ABD4-4FE1622849F6}"/>
          </ac:picMkLst>
        </pc:picChg>
      </pc:sldChg>
      <pc:sldChg chg="addSp modSp mod">
        <pc:chgData name="xi sheng" userId="b3919e0d8ca6a452" providerId="LiveId" clId="{1E1EFF21-CCD0-4672-A400-292C85961149}" dt="2024-03-20T04:59:29.814" v="166"/>
        <pc:sldMkLst>
          <pc:docMk/>
          <pc:sldMk cId="2330446583" sldId="1241"/>
        </pc:sldMkLst>
        <pc:spChg chg="mod">
          <ac:chgData name="xi sheng" userId="b3919e0d8ca6a452" providerId="LiveId" clId="{1E1EFF21-CCD0-4672-A400-292C85961149}" dt="2024-03-20T04:59:29.814" v="166"/>
          <ac:spMkLst>
            <pc:docMk/>
            <pc:sldMk cId="2330446583" sldId="1241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04:56:53.500" v="129" actId="1076"/>
          <ac:picMkLst>
            <pc:docMk/>
            <pc:sldMk cId="2330446583" sldId="1241"/>
            <ac:picMk id="4" creationId="{18B61CF7-0FCC-73AC-F506-1E6EA5861D44}"/>
          </ac:picMkLst>
        </pc:picChg>
      </pc:sldChg>
      <pc:sldChg chg="addSp modSp mod">
        <pc:chgData name="xi sheng" userId="b3919e0d8ca6a452" providerId="LiveId" clId="{1E1EFF21-CCD0-4672-A400-292C85961149}" dt="2024-03-21T07:29:05.817" v="2267"/>
        <pc:sldMkLst>
          <pc:docMk/>
          <pc:sldMk cId="124794647" sldId="1242"/>
        </pc:sldMkLst>
        <pc:spChg chg="mod">
          <ac:chgData name="xi sheng" userId="b3919e0d8ca6a452" providerId="LiveId" clId="{1E1EFF21-CCD0-4672-A400-292C85961149}" dt="2024-03-21T07:29:05.817" v="2267"/>
          <ac:spMkLst>
            <pc:docMk/>
            <pc:sldMk cId="124794647" sldId="1242"/>
            <ac:spMk id="3" creationId="{F46DDED7-DA1F-4F18-ACEF-244B92560D08}"/>
          </ac:spMkLst>
        </pc:spChg>
        <pc:spChg chg="mod">
          <ac:chgData name="xi sheng" userId="b3919e0d8ca6a452" providerId="LiveId" clId="{1E1EFF21-CCD0-4672-A400-292C85961149}" dt="2024-03-20T09:19:22.329" v="342"/>
          <ac:spMkLst>
            <pc:docMk/>
            <pc:sldMk cId="124794647" sldId="1242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09:16:23.561" v="254" actId="1076"/>
          <ac:picMkLst>
            <pc:docMk/>
            <pc:sldMk cId="124794647" sldId="1242"/>
            <ac:picMk id="4" creationId="{262D1B2F-C49E-6964-EB18-7074527C263C}"/>
          </ac:picMkLst>
        </pc:picChg>
      </pc:sldChg>
      <pc:sldChg chg="addSp modSp mod">
        <pc:chgData name="xi sheng" userId="b3919e0d8ca6a452" providerId="LiveId" clId="{1E1EFF21-CCD0-4672-A400-292C85961149}" dt="2024-03-20T11:42:05.411" v="563"/>
        <pc:sldMkLst>
          <pc:docMk/>
          <pc:sldMk cId="2990413822" sldId="1244"/>
        </pc:sldMkLst>
        <pc:spChg chg="mod">
          <ac:chgData name="xi sheng" userId="b3919e0d8ca6a452" providerId="LiveId" clId="{1E1EFF21-CCD0-4672-A400-292C85961149}" dt="2024-03-20T11:42:05.411" v="563"/>
          <ac:spMkLst>
            <pc:docMk/>
            <pc:sldMk cId="2990413822" sldId="1244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1:37:38.303" v="511" actId="1076"/>
          <ac:picMkLst>
            <pc:docMk/>
            <pc:sldMk cId="2990413822" sldId="1244"/>
            <ac:picMk id="4" creationId="{DD2361D3-016D-1BAB-F40D-9FB7BCB724BB}"/>
          </ac:picMkLst>
        </pc:picChg>
      </pc:sldChg>
      <pc:sldChg chg="addSp modSp mod">
        <pc:chgData name="xi sheng" userId="b3919e0d8ca6a452" providerId="LiveId" clId="{1E1EFF21-CCD0-4672-A400-292C85961149}" dt="2024-03-20T11:54:48.551" v="681"/>
        <pc:sldMkLst>
          <pc:docMk/>
          <pc:sldMk cId="1247971556" sldId="1245"/>
        </pc:sldMkLst>
        <pc:spChg chg="mod">
          <ac:chgData name="xi sheng" userId="b3919e0d8ca6a452" providerId="LiveId" clId="{1E1EFF21-CCD0-4672-A400-292C85961149}" dt="2024-03-20T11:54:48.551" v="681"/>
          <ac:spMkLst>
            <pc:docMk/>
            <pc:sldMk cId="1247971556" sldId="1245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1:52:14.237" v="627" actId="1076"/>
          <ac:picMkLst>
            <pc:docMk/>
            <pc:sldMk cId="1247971556" sldId="1245"/>
            <ac:picMk id="4" creationId="{B8FA0C97-505B-B8C8-1B76-E2474DDF5769}"/>
          </ac:picMkLst>
        </pc:picChg>
      </pc:sldChg>
      <pc:sldChg chg="addSp modSp mod">
        <pc:chgData name="xi sheng" userId="b3919e0d8ca6a452" providerId="LiveId" clId="{1E1EFF21-CCD0-4672-A400-292C85961149}" dt="2024-03-21T07:30:26.595" v="2271" actId="1076"/>
        <pc:sldMkLst>
          <pc:docMk/>
          <pc:sldMk cId="3280249854" sldId="1246"/>
        </pc:sldMkLst>
        <pc:spChg chg="mod">
          <ac:chgData name="xi sheng" userId="b3919e0d8ca6a452" providerId="LiveId" clId="{1E1EFF21-CCD0-4672-A400-292C85961149}" dt="2024-03-20T11:54:15.667" v="661"/>
          <ac:spMkLst>
            <pc:docMk/>
            <pc:sldMk cId="3280249854" sldId="1246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1T07:30:25" v="2270" actId="1076"/>
          <ac:picMkLst>
            <pc:docMk/>
            <pc:sldMk cId="3280249854" sldId="1246"/>
            <ac:picMk id="4" creationId="{14C79FD4-C64C-F830-BA22-26E0509A2D02}"/>
          </ac:picMkLst>
        </pc:picChg>
        <pc:picChg chg="add mod">
          <ac:chgData name="xi sheng" userId="b3919e0d8ca6a452" providerId="LiveId" clId="{1E1EFF21-CCD0-4672-A400-292C85961149}" dt="2024-03-21T07:30:26.595" v="2271" actId="1076"/>
          <ac:picMkLst>
            <pc:docMk/>
            <pc:sldMk cId="3280249854" sldId="1246"/>
            <ac:picMk id="5" creationId="{2A880F34-36E7-C86E-1865-2CE1372C5B17}"/>
          </ac:picMkLst>
        </pc:picChg>
      </pc:sldChg>
      <pc:sldChg chg="addSp modSp mod">
        <pc:chgData name="xi sheng" userId="b3919e0d8ca6a452" providerId="LiveId" clId="{1E1EFF21-CCD0-4672-A400-292C85961149}" dt="2024-03-20T05:27:59.574" v="220"/>
        <pc:sldMkLst>
          <pc:docMk/>
          <pc:sldMk cId="2682694136" sldId="1248"/>
        </pc:sldMkLst>
        <pc:spChg chg="mod">
          <ac:chgData name="xi sheng" userId="b3919e0d8ca6a452" providerId="LiveId" clId="{1E1EFF21-CCD0-4672-A400-292C85961149}" dt="2024-03-20T05:27:59.574" v="220"/>
          <ac:spMkLst>
            <pc:docMk/>
            <pc:sldMk cId="2682694136" sldId="1248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05:01:37.180" v="174" actId="1076"/>
          <ac:picMkLst>
            <pc:docMk/>
            <pc:sldMk cId="2682694136" sldId="1248"/>
            <ac:picMk id="4" creationId="{9BE2F6B4-F414-9129-F1BD-D624E15FA4E7}"/>
          </ac:picMkLst>
        </pc:picChg>
      </pc:sldChg>
      <pc:sldChg chg="addSp modSp mod">
        <pc:chgData name="xi sheng" userId="b3919e0d8ca6a452" providerId="LiveId" clId="{1E1EFF21-CCD0-4672-A400-292C85961149}" dt="2024-03-20T11:35:13.893" v="465" actId="1076"/>
        <pc:sldMkLst>
          <pc:docMk/>
          <pc:sldMk cId="79424453" sldId="1249"/>
        </pc:sldMkLst>
        <pc:spChg chg="mod">
          <ac:chgData name="xi sheng" userId="b3919e0d8ca6a452" providerId="LiveId" clId="{1E1EFF21-CCD0-4672-A400-292C85961149}" dt="2024-03-20T11:25:40.016" v="451" actId="20577"/>
          <ac:spMkLst>
            <pc:docMk/>
            <pc:sldMk cId="79424453" sldId="1249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1:35:13.893" v="465" actId="1076"/>
          <ac:picMkLst>
            <pc:docMk/>
            <pc:sldMk cId="79424453" sldId="1249"/>
            <ac:picMk id="4" creationId="{67B337AB-8316-3252-20E9-B1EAB745EE3E}"/>
          </ac:picMkLst>
        </pc:picChg>
      </pc:sldChg>
      <pc:sldChg chg="addSp modSp mod">
        <pc:chgData name="xi sheng" userId="b3919e0d8ca6a452" providerId="LiveId" clId="{1E1EFF21-CCD0-4672-A400-292C85961149}" dt="2024-03-20T11:37:00.549" v="504"/>
        <pc:sldMkLst>
          <pc:docMk/>
          <pc:sldMk cId="1353126796" sldId="1250"/>
        </pc:sldMkLst>
        <pc:spChg chg="mod">
          <ac:chgData name="xi sheng" userId="b3919e0d8ca6a452" providerId="LiveId" clId="{1E1EFF21-CCD0-4672-A400-292C85961149}" dt="2024-03-20T11:37:00.549" v="504"/>
          <ac:spMkLst>
            <pc:docMk/>
            <pc:sldMk cId="1353126796" sldId="1250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1:35:08.580" v="462" actId="1076"/>
          <ac:picMkLst>
            <pc:docMk/>
            <pc:sldMk cId="1353126796" sldId="1250"/>
            <ac:picMk id="4" creationId="{42475B30-D7DF-F938-3A85-664D26034C88}"/>
          </ac:picMkLst>
        </pc:picChg>
      </pc:sldChg>
      <pc:sldChg chg="addSp modSp mod">
        <pc:chgData name="xi sheng" userId="b3919e0d8ca6a452" providerId="LiveId" clId="{1E1EFF21-CCD0-4672-A400-292C85961149}" dt="2024-03-20T12:01:38.113" v="693"/>
        <pc:sldMkLst>
          <pc:docMk/>
          <pc:sldMk cId="489716365" sldId="1251"/>
        </pc:sldMkLst>
        <pc:spChg chg="mod">
          <ac:chgData name="xi sheng" userId="b3919e0d8ca6a452" providerId="LiveId" clId="{1E1EFF21-CCD0-4672-A400-292C85961149}" dt="2024-03-20T12:01:38.113" v="693"/>
          <ac:spMkLst>
            <pc:docMk/>
            <pc:sldMk cId="489716365" sldId="1251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1:55:16.268" v="684" actId="1076"/>
          <ac:picMkLst>
            <pc:docMk/>
            <pc:sldMk cId="489716365" sldId="1251"/>
            <ac:picMk id="4" creationId="{5D2C8C1E-35CE-D996-7C92-FF5E22A9F700}"/>
          </ac:picMkLst>
        </pc:picChg>
      </pc:sldChg>
      <pc:sldChg chg="addSp modSp mod">
        <pc:chgData name="xi sheng" userId="b3919e0d8ca6a452" providerId="LiveId" clId="{1E1EFF21-CCD0-4672-A400-292C85961149}" dt="2024-03-20T12:20:19.871" v="847"/>
        <pc:sldMkLst>
          <pc:docMk/>
          <pc:sldMk cId="2190690467" sldId="1253"/>
        </pc:sldMkLst>
        <pc:spChg chg="mod">
          <ac:chgData name="xi sheng" userId="b3919e0d8ca6a452" providerId="LiveId" clId="{1E1EFF21-CCD0-4672-A400-292C85961149}" dt="2024-03-20T12:08:05.055" v="703" actId="20577"/>
          <ac:spMkLst>
            <pc:docMk/>
            <pc:sldMk cId="2190690467" sldId="1253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2:20:19.871" v="847"/>
          <ac:spMkLst>
            <pc:docMk/>
            <pc:sldMk cId="2190690467" sldId="1253"/>
            <ac:spMk id="8" creationId="{F885F224-2C6E-4BB6-8EC5-B84635D1F911}"/>
          </ac:spMkLst>
        </pc:spChg>
        <pc:picChg chg="add mod">
          <ac:chgData name="xi sheng" userId="b3919e0d8ca6a452" providerId="LiveId" clId="{1E1EFF21-CCD0-4672-A400-292C85961149}" dt="2024-03-20T12:07:00.471" v="700" actId="1076"/>
          <ac:picMkLst>
            <pc:docMk/>
            <pc:sldMk cId="2190690467" sldId="1253"/>
            <ac:picMk id="4" creationId="{86EAA3F8-A807-1808-94F3-63F322C1C2B6}"/>
          </ac:picMkLst>
        </pc:picChg>
        <pc:picChg chg="add mod">
          <ac:chgData name="xi sheng" userId="b3919e0d8ca6a452" providerId="LiveId" clId="{1E1EFF21-CCD0-4672-A400-292C85961149}" dt="2024-03-20T12:08:13.611" v="707" actId="14100"/>
          <ac:picMkLst>
            <pc:docMk/>
            <pc:sldMk cId="2190690467" sldId="1253"/>
            <ac:picMk id="9" creationId="{A660CD2B-2A9C-BF06-4FCC-C022DAAD6CF5}"/>
          </ac:picMkLst>
        </pc:picChg>
        <pc:picChg chg="add mod">
          <ac:chgData name="xi sheng" userId="b3919e0d8ca6a452" providerId="LiveId" clId="{1E1EFF21-CCD0-4672-A400-292C85961149}" dt="2024-03-20T12:10:34.374" v="716" actId="1076"/>
          <ac:picMkLst>
            <pc:docMk/>
            <pc:sldMk cId="2190690467" sldId="1253"/>
            <ac:picMk id="11" creationId="{2FB6B36C-5594-BD3F-C2D7-E6FE56F96D4E}"/>
          </ac:picMkLst>
        </pc:picChg>
        <pc:picChg chg="add mod">
          <ac:chgData name="xi sheng" userId="b3919e0d8ca6a452" providerId="LiveId" clId="{1E1EFF21-CCD0-4672-A400-292C85961149}" dt="2024-03-20T12:11:27.789" v="721" actId="1076"/>
          <ac:picMkLst>
            <pc:docMk/>
            <pc:sldMk cId="2190690467" sldId="1253"/>
            <ac:picMk id="13" creationId="{C40ECE46-B409-17C2-E941-D6932FA0F1BE}"/>
          </ac:picMkLst>
        </pc:picChg>
      </pc:sldChg>
      <pc:sldChg chg="addSp delSp modSp mod">
        <pc:chgData name="xi sheng" userId="b3919e0d8ca6a452" providerId="LiveId" clId="{1E1EFF21-CCD0-4672-A400-292C85961149}" dt="2024-03-20T12:24:15.493" v="884" actId="22"/>
        <pc:sldMkLst>
          <pc:docMk/>
          <pc:sldMk cId="1673189370" sldId="1254"/>
        </pc:sldMkLst>
        <pc:spChg chg="mod">
          <ac:chgData name="xi sheng" userId="b3919e0d8ca6a452" providerId="LiveId" clId="{1E1EFF21-CCD0-4672-A400-292C85961149}" dt="2024-03-20T12:21:08.307" v="858" actId="20577"/>
          <ac:spMkLst>
            <pc:docMk/>
            <pc:sldMk cId="1673189370" sldId="1254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2:23:11.707" v="877" actId="20577"/>
          <ac:spMkLst>
            <pc:docMk/>
            <pc:sldMk cId="1673189370" sldId="1254"/>
            <ac:spMk id="8" creationId="{F885F224-2C6E-4BB6-8EC5-B84635D1F911}"/>
          </ac:spMkLst>
        </pc:spChg>
        <pc:picChg chg="add mod">
          <ac:chgData name="xi sheng" userId="b3919e0d8ca6a452" providerId="LiveId" clId="{1E1EFF21-CCD0-4672-A400-292C85961149}" dt="2024-03-20T12:21:10.815" v="859" actId="14100"/>
          <ac:picMkLst>
            <pc:docMk/>
            <pc:sldMk cId="1673189370" sldId="1254"/>
            <ac:picMk id="4" creationId="{B463AF88-571A-9F03-CEAF-75E3296BF35B}"/>
          </ac:picMkLst>
        </pc:picChg>
        <pc:picChg chg="add mod">
          <ac:chgData name="xi sheng" userId="b3919e0d8ca6a452" providerId="LiveId" clId="{1E1EFF21-CCD0-4672-A400-292C85961149}" dt="2024-03-20T12:21:34.920" v="864" actId="1076"/>
          <ac:picMkLst>
            <pc:docMk/>
            <pc:sldMk cId="1673189370" sldId="1254"/>
            <ac:picMk id="9" creationId="{39C6A2DC-9E1E-540B-22BC-6790F8C61CA6}"/>
          </ac:picMkLst>
        </pc:picChg>
        <pc:picChg chg="add mod">
          <ac:chgData name="xi sheng" userId="b3919e0d8ca6a452" providerId="LiveId" clId="{1E1EFF21-CCD0-4672-A400-292C85961149}" dt="2024-03-20T12:22:07.567" v="867" actId="1076"/>
          <ac:picMkLst>
            <pc:docMk/>
            <pc:sldMk cId="1673189370" sldId="1254"/>
            <ac:picMk id="11" creationId="{204E96DD-8980-458B-7771-C2F6B2A0350D}"/>
          </ac:picMkLst>
        </pc:picChg>
        <pc:picChg chg="add mod">
          <ac:chgData name="xi sheng" userId="b3919e0d8ca6a452" providerId="LiveId" clId="{1E1EFF21-CCD0-4672-A400-292C85961149}" dt="2024-03-20T12:22:30.578" v="870" actId="1076"/>
          <ac:picMkLst>
            <pc:docMk/>
            <pc:sldMk cId="1673189370" sldId="1254"/>
            <ac:picMk id="13" creationId="{A9D09898-2D2F-BB28-307C-FE5DB823B813}"/>
          </ac:picMkLst>
        </pc:picChg>
        <pc:picChg chg="add del">
          <ac:chgData name="xi sheng" userId="b3919e0d8ca6a452" providerId="LiveId" clId="{1E1EFF21-CCD0-4672-A400-292C85961149}" dt="2024-03-20T12:24:15.493" v="884" actId="22"/>
          <ac:picMkLst>
            <pc:docMk/>
            <pc:sldMk cId="1673189370" sldId="1254"/>
            <ac:picMk id="15" creationId="{AD1FF1DB-FB80-4F7A-D286-85367D66D6EF}"/>
          </ac:picMkLst>
        </pc:picChg>
      </pc:sldChg>
      <pc:sldChg chg="addSp modSp mod">
        <pc:chgData name="xi sheng" userId="b3919e0d8ca6a452" providerId="LiveId" clId="{1E1EFF21-CCD0-4672-A400-292C85961149}" dt="2024-03-20T12:40:19.582" v="1106"/>
        <pc:sldMkLst>
          <pc:docMk/>
          <pc:sldMk cId="517741847" sldId="1255"/>
        </pc:sldMkLst>
        <pc:spChg chg="mod">
          <ac:chgData name="xi sheng" userId="b3919e0d8ca6a452" providerId="LiveId" clId="{1E1EFF21-CCD0-4672-A400-292C85961149}" dt="2024-03-20T12:35:33.592" v="1066" actId="20577"/>
          <ac:spMkLst>
            <pc:docMk/>
            <pc:sldMk cId="517741847" sldId="1255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2:40:19.582" v="1106"/>
          <ac:spMkLst>
            <pc:docMk/>
            <pc:sldMk cId="517741847" sldId="1255"/>
            <ac:spMk id="8" creationId="{F885F224-2C6E-4BB6-8EC5-B84635D1F911}"/>
          </ac:spMkLst>
        </pc:spChg>
        <pc:picChg chg="add mod">
          <ac:chgData name="xi sheng" userId="b3919e0d8ca6a452" providerId="LiveId" clId="{1E1EFF21-CCD0-4672-A400-292C85961149}" dt="2024-03-20T12:35:47.091" v="1073" actId="1076"/>
          <ac:picMkLst>
            <pc:docMk/>
            <pc:sldMk cId="517741847" sldId="1255"/>
            <ac:picMk id="4" creationId="{0A24FCE5-4D27-5103-5A83-8251774BBA0D}"/>
          </ac:picMkLst>
        </pc:picChg>
        <pc:picChg chg="add mod">
          <ac:chgData name="xi sheng" userId="b3919e0d8ca6a452" providerId="LiveId" clId="{1E1EFF21-CCD0-4672-A400-292C85961149}" dt="2024-03-20T12:36:13.901" v="1077" actId="14100"/>
          <ac:picMkLst>
            <pc:docMk/>
            <pc:sldMk cId="517741847" sldId="1255"/>
            <ac:picMk id="9" creationId="{4C1EF05C-8A60-A1BE-16C4-F117944D652B}"/>
          </ac:picMkLst>
        </pc:picChg>
        <pc:picChg chg="add mod">
          <ac:chgData name="xi sheng" userId="b3919e0d8ca6a452" providerId="LiveId" clId="{1E1EFF21-CCD0-4672-A400-292C85961149}" dt="2024-03-20T12:37:11.262" v="1087" actId="1076"/>
          <ac:picMkLst>
            <pc:docMk/>
            <pc:sldMk cId="517741847" sldId="1255"/>
            <ac:picMk id="11" creationId="{3F9E0F94-3FFF-F042-AA31-35743A1170EC}"/>
          </ac:picMkLst>
        </pc:picChg>
        <pc:picChg chg="add mod">
          <ac:chgData name="xi sheng" userId="b3919e0d8ca6a452" providerId="LiveId" clId="{1E1EFF21-CCD0-4672-A400-292C85961149}" dt="2024-03-20T12:37:18.128" v="1092" actId="1076"/>
          <ac:picMkLst>
            <pc:docMk/>
            <pc:sldMk cId="517741847" sldId="1255"/>
            <ac:picMk id="13" creationId="{4CA4610B-EBFC-FC61-41DC-F21AF56ABC3F}"/>
          </ac:picMkLst>
        </pc:picChg>
        <pc:picChg chg="add mod">
          <ac:chgData name="xi sheng" userId="b3919e0d8ca6a452" providerId="LiveId" clId="{1E1EFF21-CCD0-4672-A400-292C85961149}" dt="2024-03-20T12:38:03.696" v="1098" actId="1076"/>
          <ac:picMkLst>
            <pc:docMk/>
            <pc:sldMk cId="517741847" sldId="1255"/>
            <ac:picMk id="15" creationId="{E3DE52F0-F627-570B-5ABC-CACE299C4EE7}"/>
          </ac:picMkLst>
        </pc:picChg>
      </pc:sldChg>
      <pc:sldChg chg="addSp modSp mod">
        <pc:chgData name="xi sheng" userId="b3919e0d8ca6a452" providerId="LiveId" clId="{1E1EFF21-CCD0-4672-A400-292C85961149}" dt="2024-03-20T12:34:41.854" v="1063"/>
        <pc:sldMkLst>
          <pc:docMk/>
          <pc:sldMk cId="3129901338" sldId="1257"/>
        </pc:sldMkLst>
        <pc:spChg chg="mod">
          <ac:chgData name="xi sheng" userId="b3919e0d8ca6a452" providerId="LiveId" clId="{1E1EFF21-CCD0-4672-A400-292C85961149}" dt="2024-03-20T12:34:41.854" v="1063"/>
          <ac:spMkLst>
            <pc:docMk/>
            <pc:sldMk cId="3129901338" sldId="1257"/>
            <ac:spMk id="8" creationId="{F885F224-2C6E-4BB6-8EC5-B84635D1F911}"/>
          </ac:spMkLst>
        </pc:spChg>
        <pc:picChg chg="add mod">
          <ac:chgData name="xi sheng" userId="b3919e0d8ca6a452" providerId="LiveId" clId="{1E1EFF21-CCD0-4672-A400-292C85961149}" dt="2024-03-20T12:32:09.943" v="1037" actId="1076"/>
          <ac:picMkLst>
            <pc:docMk/>
            <pc:sldMk cId="3129901338" sldId="1257"/>
            <ac:picMk id="4" creationId="{BA914A7F-F533-4BAC-1B24-DA9CA315A4A5}"/>
          </ac:picMkLst>
        </pc:picChg>
        <pc:picChg chg="add mod">
          <ac:chgData name="xi sheng" userId="b3919e0d8ca6a452" providerId="LiveId" clId="{1E1EFF21-CCD0-4672-A400-292C85961149}" dt="2024-03-20T12:32:30.986" v="1039" actId="1076"/>
          <ac:picMkLst>
            <pc:docMk/>
            <pc:sldMk cId="3129901338" sldId="1257"/>
            <ac:picMk id="9" creationId="{1731E4FB-60BF-FD2A-486F-97EE2F052C82}"/>
          </ac:picMkLst>
        </pc:picChg>
      </pc:sldChg>
      <pc:sldChg chg="addSp modSp mod">
        <pc:chgData name="xi sheng" userId="b3919e0d8ca6a452" providerId="LiveId" clId="{1E1EFF21-CCD0-4672-A400-292C85961149}" dt="2024-03-20T12:50:48.310" v="1243" actId="1076"/>
        <pc:sldMkLst>
          <pc:docMk/>
          <pc:sldMk cId="791030860" sldId="1258"/>
        </pc:sldMkLst>
        <pc:spChg chg="mod">
          <ac:chgData name="xi sheng" userId="b3919e0d8ca6a452" providerId="LiveId" clId="{1E1EFF21-CCD0-4672-A400-292C85961149}" dt="2024-03-20T12:49:37.309" v="1233" actId="20577"/>
          <ac:spMkLst>
            <pc:docMk/>
            <pc:sldMk cId="791030860" sldId="1258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2:49:42.157" v="1234" actId="1076"/>
          <ac:picMkLst>
            <pc:docMk/>
            <pc:sldMk cId="791030860" sldId="1258"/>
            <ac:picMk id="4" creationId="{7F56CD1B-B98C-467D-1DA1-8BF0AC66BD8B}"/>
          </ac:picMkLst>
        </pc:picChg>
        <pc:picChg chg="add mod">
          <ac:chgData name="xi sheng" userId="b3919e0d8ca6a452" providerId="LiveId" clId="{1E1EFF21-CCD0-4672-A400-292C85961149}" dt="2024-03-20T12:50:04.414" v="1237" actId="1076"/>
          <ac:picMkLst>
            <pc:docMk/>
            <pc:sldMk cId="791030860" sldId="1258"/>
            <ac:picMk id="7" creationId="{31506D4F-9DD2-38A5-E404-0511C937EDFD}"/>
          </ac:picMkLst>
        </pc:picChg>
        <pc:picChg chg="add mod">
          <ac:chgData name="xi sheng" userId="b3919e0d8ca6a452" providerId="LiveId" clId="{1E1EFF21-CCD0-4672-A400-292C85961149}" dt="2024-03-20T12:50:23.222" v="1240" actId="1076"/>
          <ac:picMkLst>
            <pc:docMk/>
            <pc:sldMk cId="791030860" sldId="1258"/>
            <ac:picMk id="9" creationId="{13564BF6-4544-3A90-920E-CC13090D615D}"/>
          </ac:picMkLst>
        </pc:picChg>
        <pc:picChg chg="add mod">
          <ac:chgData name="xi sheng" userId="b3919e0d8ca6a452" providerId="LiveId" clId="{1E1EFF21-CCD0-4672-A400-292C85961149}" dt="2024-03-20T12:50:48.310" v="1243" actId="1076"/>
          <ac:picMkLst>
            <pc:docMk/>
            <pc:sldMk cId="791030860" sldId="1258"/>
            <ac:picMk id="11" creationId="{A6B5281E-66B4-2F83-4EEA-C670FA62EBE6}"/>
          </ac:picMkLst>
        </pc:picChg>
      </pc:sldChg>
      <pc:sldChg chg="addSp modSp mod">
        <pc:chgData name="xi sheng" userId="b3919e0d8ca6a452" providerId="LiveId" clId="{1E1EFF21-CCD0-4672-A400-292C85961149}" dt="2024-03-20T13:25:44.420" v="1732"/>
        <pc:sldMkLst>
          <pc:docMk/>
          <pc:sldMk cId="3729743335" sldId="1259"/>
        </pc:sldMkLst>
        <pc:spChg chg="mod">
          <ac:chgData name="xi sheng" userId="b3919e0d8ca6a452" providerId="LiveId" clId="{1E1EFF21-CCD0-4672-A400-292C85961149}" dt="2024-03-20T13:25:44.420" v="1732"/>
          <ac:spMkLst>
            <pc:docMk/>
            <pc:sldMk cId="3729743335" sldId="1259"/>
            <ac:spMk id="11" creationId="{34BC8F18-2F36-419F-9503-80B433A8719D}"/>
          </ac:spMkLst>
        </pc:spChg>
        <pc:picChg chg="add mod">
          <ac:chgData name="xi sheng" userId="b3919e0d8ca6a452" providerId="LiveId" clId="{1E1EFF21-CCD0-4672-A400-292C85961149}" dt="2024-03-20T12:44:14.745" v="1135" actId="1076"/>
          <ac:picMkLst>
            <pc:docMk/>
            <pc:sldMk cId="3729743335" sldId="1259"/>
            <ac:picMk id="4" creationId="{F71BBD1E-F67F-991C-1CF4-AEF1DE534AAA}"/>
          </ac:picMkLst>
        </pc:picChg>
        <pc:picChg chg="add mod">
          <ac:chgData name="xi sheng" userId="b3919e0d8ca6a452" providerId="LiveId" clId="{1E1EFF21-CCD0-4672-A400-292C85961149}" dt="2024-03-20T12:41:34.399" v="1114" actId="1076"/>
          <ac:picMkLst>
            <pc:docMk/>
            <pc:sldMk cId="3729743335" sldId="1259"/>
            <ac:picMk id="12" creationId="{93185542-A9FA-87D9-5E4D-EE982744D7F3}"/>
          </ac:picMkLst>
        </pc:picChg>
        <pc:picChg chg="add mod">
          <ac:chgData name="xi sheng" userId="b3919e0d8ca6a452" providerId="LiveId" clId="{1E1EFF21-CCD0-4672-A400-292C85961149}" dt="2024-03-20T12:42:51.364" v="1128" actId="1076"/>
          <ac:picMkLst>
            <pc:docMk/>
            <pc:sldMk cId="3729743335" sldId="1259"/>
            <ac:picMk id="14" creationId="{4AB4589D-9EA6-AAD1-DF65-8188ED8C5789}"/>
          </ac:picMkLst>
        </pc:picChg>
        <pc:picChg chg="add mod">
          <ac:chgData name="xi sheng" userId="b3919e0d8ca6a452" providerId="LiveId" clId="{1E1EFF21-CCD0-4672-A400-292C85961149}" dt="2024-03-20T12:42:46.726" v="1126" actId="1076"/>
          <ac:picMkLst>
            <pc:docMk/>
            <pc:sldMk cId="3729743335" sldId="1259"/>
            <ac:picMk id="16" creationId="{A29F37F1-9696-2719-5C8A-BF07A7657325}"/>
          </ac:picMkLst>
        </pc:picChg>
        <pc:picChg chg="add mod">
          <ac:chgData name="xi sheng" userId="b3919e0d8ca6a452" providerId="LiveId" clId="{1E1EFF21-CCD0-4672-A400-292C85961149}" dt="2024-03-20T12:43:18.963" v="1131" actId="1076"/>
          <ac:picMkLst>
            <pc:docMk/>
            <pc:sldMk cId="3729743335" sldId="1259"/>
            <ac:picMk id="18" creationId="{4CA3C5BD-AF7C-B65F-8728-0ABE4F9B7971}"/>
          </ac:picMkLst>
        </pc:picChg>
        <pc:picChg chg="add mod">
          <ac:chgData name="xi sheng" userId="b3919e0d8ca6a452" providerId="LiveId" clId="{1E1EFF21-CCD0-4672-A400-292C85961149}" dt="2024-03-20T12:43:45.585" v="1134" actId="1076"/>
          <ac:picMkLst>
            <pc:docMk/>
            <pc:sldMk cId="3729743335" sldId="1259"/>
            <ac:picMk id="20" creationId="{7F1E67A6-0AA5-7A77-F8E5-F3703EFF2412}"/>
          </ac:picMkLst>
        </pc:picChg>
      </pc:sldChg>
      <pc:sldChg chg="addSp modSp mod">
        <pc:chgData name="xi sheng" userId="b3919e0d8ca6a452" providerId="LiveId" clId="{1E1EFF21-CCD0-4672-A400-292C85961149}" dt="2024-03-20T12:53:02.512" v="1259" actId="1076"/>
        <pc:sldMkLst>
          <pc:docMk/>
          <pc:sldMk cId="3388593557" sldId="1261"/>
        </pc:sldMkLst>
        <pc:spChg chg="mod">
          <ac:chgData name="xi sheng" userId="b3919e0d8ca6a452" providerId="LiveId" clId="{1E1EFF21-CCD0-4672-A400-292C85961149}" dt="2024-03-20T12:51:59.640" v="1249" actId="20577"/>
          <ac:spMkLst>
            <pc:docMk/>
            <pc:sldMk cId="3388593557" sldId="1261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2:51:55.653" v="1246" actId="1076"/>
          <ac:picMkLst>
            <pc:docMk/>
            <pc:sldMk cId="3388593557" sldId="1261"/>
            <ac:picMk id="4" creationId="{E5EA5BCA-92E4-61E0-5F70-8C03C06F4F75}"/>
          </ac:picMkLst>
        </pc:picChg>
        <pc:picChg chg="add mod">
          <ac:chgData name="xi sheng" userId="b3919e0d8ca6a452" providerId="LiveId" clId="{1E1EFF21-CCD0-4672-A400-292C85961149}" dt="2024-03-20T12:52:24.456" v="1253" actId="14100"/>
          <ac:picMkLst>
            <pc:docMk/>
            <pc:sldMk cId="3388593557" sldId="1261"/>
            <ac:picMk id="7" creationId="{0297CFC2-4C8B-274A-7F56-07A13D3C6F94}"/>
          </ac:picMkLst>
        </pc:picChg>
        <pc:picChg chg="add mod">
          <ac:chgData name="xi sheng" userId="b3919e0d8ca6a452" providerId="LiveId" clId="{1E1EFF21-CCD0-4672-A400-292C85961149}" dt="2024-03-20T12:52:44.253" v="1256" actId="1076"/>
          <ac:picMkLst>
            <pc:docMk/>
            <pc:sldMk cId="3388593557" sldId="1261"/>
            <ac:picMk id="9" creationId="{2CCD5937-112F-61CD-FCA2-8CCE85848D31}"/>
          </ac:picMkLst>
        </pc:picChg>
        <pc:picChg chg="add mod">
          <ac:chgData name="xi sheng" userId="b3919e0d8ca6a452" providerId="LiveId" clId="{1E1EFF21-CCD0-4672-A400-292C85961149}" dt="2024-03-20T12:53:02.512" v="1259" actId="1076"/>
          <ac:picMkLst>
            <pc:docMk/>
            <pc:sldMk cId="3388593557" sldId="1261"/>
            <ac:picMk id="11" creationId="{2055CA8C-00F1-DEE0-F250-BA7DA15DAB55}"/>
          </ac:picMkLst>
        </pc:picChg>
      </pc:sldChg>
      <pc:sldChg chg="addSp modSp mod">
        <pc:chgData name="xi sheng" userId="b3919e0d8ca6a452" providerId="LiveId" clId="{1E1EFF21-CCD0-4672-A400-292C85961149}" dt="2024-03-20T13:16:36.131" v="1594" actId="20577"/>
        <pc:sldMkLst>
          <pc:docMk/>
          <pc:sldMk cId="196199987" sldId="1262"/>
        </pc:sldMkLst>
        <pc:spChg chg="mod">
          <ac:chgData name="xi sheng" userId="b3919e0d8ca6a452" providerId="LiveId" clId="{1E1EFF21-CCD0-4672-A400-292C85961149}" dt="2024-03-20T13:16:36.131" v="1594" actId="20577"/>
          <ac:spMkLst>
            <pc:docMk/>
            <pc:sldMk cId="196199987" sldId="1262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2:56:30.481" v="1277"/>
          <ac:spMkLst>
            <pc:docMk/>
            <pc:sldMk cId="196199987" sldId="1262"/>
            <ac:spMk id="7" creationId="{884F7020-1E85-4E42-85B3-DF1599847D9A}"/>
          </ac:spMkLst>
        </pc:spChg>
        <pc:picChg chg="add mod">
          <ac:chgData name="xi sheng" userId="b3919e0d8ca6a452" providerId="LiveId" clId="{1E1EFF21-CCD0-4672-A400-292C85961149}" dt="2024-03-20T12:53:55.057" v="1262" actId="1076"/>
          <ac:picMkLst>
            <pc:docMk/>
            <pc:sldMk cId="196199987" sldId="1262"/>
            <ac:picMk id="4" creationId="{0B5E55AB-9FCE-2883-7B4C-8CFA62209889}"/>
          </ac:picMkLst>
        </pc:picChg>
        <pc:picChg chg="add mod">
          <ac:chgData name="xi sheng" userId="b3919e0d8ca6a452" providerId="LiveId" clId="{1E1EFF21-CCD0-4672-A400-292C85961149}" dt="2024-03-20T12:55:45.938" v="1271" actId="1076"/>
          <ac:picMkLst>
            <pc:docMk/>
            <pc:sldMk cId="196199987" sldId="1262"/>
            <ac:picMk id="9" creationId="{5C5F1CD0-19ED-1928-612F-1CBE0DF0C1BA}"/>
          </ac:picMkLst>
        </pc:picChg>
      </pc:sldChg>
      <pc:sldChg chg="addSp modSp mod">
        <pc:chgData name="xi sheng" userId="b3919e0d8ca6a452" providerId="LiveId" clId="{1E1EFF21-CCD0-4672-A400-292C85961149}" dt="2024-03-20T12:31:43.316" v="1035" actId="20577"/>
        <pc:sldMkLst>
          <pc:docMk/>
          <pc:sldMk cId="1837280472" sldId="1265"/>
        </pc:sldMkLst>
        <pc:spChg chg="mod">
          <ac:chgData name="xi sheng" userId="b3919e0d8ca6a452" providerId="LiveId" clId="{1E1EFF21-CCD0-4672-A400-292C85961149}" dt="2024-03-20T12:25:18.858" v="891" actId="15"/>
          <ac:spMkLst>
            <pc:docMk/>
            <pc:sldMk cId="1837280472" sldId="1265"/>
            <ac:spMk id="3" creationId="{F46DDED7-DA1F-4F18-ACEF-244B92560D08}"/>
          </ac:spMkLst>
        </pc:spChg>
        <pc:spChg chg="mod">
          <ac:chgData name="xi sheng" userId="b3919e0d8ca6a452" providerId="LiveId" clId="{1E1EFF21-CCD0-4672-A400-292C85961149}" dt="2024-03-20T12:26:47.137" v="934"/>
          <ac:spMkLst>
            <pc:docMk/>
            <pc:sldMk cId="1837280472" sldId="1265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2:27:49.797" v="938" actId="20577"/>
          <ac:spMkLst>
            <pc:docMk/>
            <pc:sldMk cId="1837280472" sldId="1265"/>
            <ac:spMk id="8" creationId="{F885F224-2C6E-4BB6-8EC5-B84635D1F911}"/>
          </ac:spMkLst>
        </pc:spChg>
        <pc:spChg chg="mod">
          <ac:chgData name="xi sheng" userId="b3919e0d8ca6a452" providerId="LiveId" clId="{1E1EFF21-CCD0-4672-A400-292C85961149}" dt="2024-03-20T12:27:59.145" v="942" actId="20577"/>
          <ac:spMkLst>
            <pc:docMk/>
            <pc:sldMk cId="1837280472" sldId="1265"/>
            <ac:spMk id="9" creationId="{C344C284-3614-4037-9019-1818F6AE907B}"/>
          </ac:spMkLst>
        </pc:spChg>
        <pc:spChg chg="mod">
          <ac:chgData name="xi sheng" userId="b3919e0d8ca6a452" providerId="LiveId" clId="{1E1EFF21-CCD0-4672-A400-292C85961149}" dt="2024-03-20T12:31:43.316" v="1035" actId="20577"/>
          <ac:spMkLst>
            <pc:docMk/>
            <pc:sldMk cId="1837280472" sldId="1265"/>
            <ac:spMk id="10" creationId="{AD55D18E-025F-4069-B6FC-7888B6149CF9}"/>
          </ac:spMkLst>
        </pc:spChg>
        <pc:picChg chg="add mod">
          <ac:chgData name="xi sheng" userId="b3919e0d8ca6a452" providerId="LiveId" clId="{1E1EFF21-CCD0-4672-A400-292C85961149}" dt="2024-03-20T12:24:02.405" v="882" actId="1076"/>
          <ac:picMkLst>
            <pc:docMk/>
            <pc:sldMk cId="1837280472" sldId="1265"/>
            <ac:picMk id="4" creationId="{F0A5DCC0-A68D-0708-7DD8-D6FDF635C99A}"/>
          </ac:picMkLst>
        </pc:picChg>
        <pc:picChg chg="add mod">
          <ac:chgData name="xi sheng" userId="b3919e0d8ca6a452" providerId="LiveId" clId="{1E1EFF21-CCD0-4672-A400-292C85961149}" dt="2024-03-20T12:24:31.876" v="890" actId="1076"/>
          <ac:picMkLst>
            <pc:docMk/>
            <pc:sldMk cId="1837280472" sldId="1265"/>
            <ac:picMk id="11" creationId="{BC5BE8FC-8FBB-5330-63D4-BD4572A36BAA}"/>
          </ac:picMkLst>
        </pc:picChg>
        <pc:picChg chg="add mod">
          <ac:chgData name="xi sheng" userId="b3919e0d8ca6a452" providerId="LiveId" clId="{1E1EFF21-CCD0-4672-A400-292C85961149}" dt="2024-03-20T12:26:10.877" v="901" actId="1076"/>
          <ac:picMkLst>
            <pc:docMk/>
            <pc:sldMk cId="1837280472" sldId="1265"/>
            <ac:picMk id="13" creationId="{EF0C9954-4F61-FB7C-EB3C-D1E2F0671C5E}"/>
          </ac:picMkLst>
        </pc:picChg>
        <pc:picChg chg="add mod">
          <ac:chgData name="xi sheng" userId="b3919e0d8ca6a452" providerId="LiveId" clId="{1E1EFF21-CCD0-4672-A400-292C85961149}" dt="2024-03-20T12:26:10.877" v="901" actId="1076"/>
          <ac:picMkLst>
            <pc:docMk/>
            <pc:sldMk cId="1837280472" sldId="1265"/>
            <ac:picMk id="15" creationId="{64848647-A3CE-E625-AC1B-40AB69BFF925}"/>
          </ac:picMkLst>
        </pc:picChg>
        <pc:picChg chg="add mod">
          <ac:chgData name="xi sheng" userId="b3919e0d8ca6a452" providerId="LiveId" clId="{1E1EFF21-CCD0-4672-A400-292C85961149}" dt="2024-03-20T12:29:43.118" v="959" actId="1076"/>
          <ac:picMkLst>
            <pc:docMk/>
            <pc:sldMk cId="1837280472" sldId="1265"/>
            <ac:picMk id="17" creationId="{5FDCE098-2514-5355-F3E6-182FB4D88D3C}"/>
          </ac:picMkLst>
        </pc:picChg>
        <pc:picChg chg="add mod">
          <ac:chgData name="xi sheng" userId="b3919e0d8ca6a452" providerId="LiveId" clId="{1E1EFF21-CCD0-4672-A400-292C85961149}" dt="2024-03-20T12:28:43.358" v="951" actId="1076"/>
          <ac:picMkLst>
            <pc:docMk/>
            <pc:sldMk cId="1837280472" sldId="1265"/>
            <ac:picMk id="19" creationId="{B4042389-E604-02D3-89F4-ED3EE87C73BD}"/>
          </ac:picMkLst>
        </pc:picChg>
        <pc:picChg chg="add mod">
          <ac:chgData name="xi sheng" userId="b3919e0d8ca6a452" providerId="LiveId" clId="{1E1EFF21-CCD0-4672-A400-292C85961149}" dt="2024-03-20T12:28:33.595" v="946" actId="1076"/>
          <ac:picMkLst>
            <pc:docMk/>
            <pc:sldMk cId="1837280472" sldId="1265"/>
            <ac:picMk id="21" creationId="{8FEFD127-0088-6FFA-A8AF-F9D773D3C96C}"/>
          </ac:picMkLst>
        </pc:picChg>
        <pc:picChg chg="add mod">
          <ac:chgData name="xi sheng" userId="b3919e0d8ca6a452" providerId="LiveId" clId="{1E1EFF21-CCD0-4672-A400-292C85961149}" dt="2024-03-20T12:28:49.077" v="952" actId="1076"/>
          <ac:picMkLst>
            <pc:docMk/>
            <pc:sldMk cId="1837280472" sldId="1265"/>
            <ac:picMk id="22" creationId="{44C5A182-1293-BC89-602E-5F9621D916C7}"/>
          </ac:picMkLst>
        </pc:picChg>
        <pc:picChg chg="add mod">
          <ac:chgData name="xi sheng" userId="b3919e0d8ca6a452" providerId="LiveId" clId="{1E1EFF21-CCD0-4672-A400-292C85961149}" dt="2024-03-20T12:29:25.762" v="955" actId="1076"/>
          <ac:picMkLst>
            <pc:docMk/>
            <pc:sldMk cId="1837280472" sldId="1265"/>
            <ac:picMk id="24" creationId="{86119E95-894A-27D2-5245-7BBEC99C77FA}"/>
          </ac:picMkLst>
        </pc:picChg>
        <pc:picChg chg="add mod">
          <ac:chgData name="xi sheng" userId="b3919e0d8ca6a452" providerId="LiveId" clId="{1E1EFF21-CCD0-4672-A400-292C85961149}" dt="2024-03-20T12:30:22.695" v="964" actId="1076"/>
          <ac:picMkLst>
            <pc:docMk/>
            <pc:sldMk cId="1837280472" sldId="1265"/>
            <ac:picMk id="26" creationId="{50E066A2-8D74-9FCA-8664-754DFDB43845}"/>
          </ac:picMkLst>
        </pc:picChg>
      </pc:sldChg>
      <pc:sldChg chg="addSp modSp mod">
        <pc:chgData name="xi sheng" userId="b3919e0d8ca6a452" providerId="LiveId" clId="{1E1EFF21-CCD0-4672-A400-292C85961149}" dt="2024-03-20T13:51:37.242" v="1997"/>
        <pc:sldMkLst>
          <pc:docMk/>
          <pc:sldMk cId="1586469517" sldId="1266"/>
        </pc:sldMkLst>
        <pc:spChg chg="mod">
          <ac:chgData name="xi sheng" userId="b3919e0d8ca6a452" providerId="LiveId" clId="{1E1EFF21-CCD0-4672-A400-292C85961149}" dt="2024-03-20T13:42:18.234" v="1913" actId="20577"/>
          <ac:spMkLst>
            <pc:docMk/>
            <pc:sldMk cId="1586469517" sldId="1266"/>
            <ac:spMk id="8" creationId="{1CB3C8D2-A378-4628-9BEE-ED76837AB120}"/>
          </ac:spMkLst>
        </pc:spChg>
        <pc:spChg chg="mod">
          <ac:chgData name="xi sheng" userId="b3919e0d8ca6a452" providerId="LiveId" clId="{1E1EFF21-CCD0-4672-A400-292C85961149}" dt="2024-03-20T13:51:37.242" v="1997"/>
          <ac:spMkLst>
            <pc:docMk/>
            <pc:sldMk cId="1586469517" sldId="1266"/>
            <ac:spMk id="9" creationId="{E687CCDA-74EF-40B1-9633-868C0546D9E2}"/>
          </ac:spMkLst>
        </pc:spChg>
        <pc:picChg chg="add mod">
          <ac:chgData name="xi sheng" userId="b3919e0d8ca6a452" providerId="LiveId" clId="{1E1EFF21-CCD0-4672-A400-292C85961149}" dt="2024-03-20T13:38:57.232" v="1888" actId="1076"/>
          <ac:picMkLst>
            <pc:docMk/>
            <pc:sldMk cId="1586469517" sldId="1266"/>
            <ac:picMk id="4" creationId="{5E0B6FCD-94C5-B837-A686-EBDB430EA55E}"/>
          </ac:picMkLst>
        </pc:picChg>
        <pc:picChg chg="add mod">
          <ac:chgData name="xi sheng" userId="b3919e0d8ca6a452" providerId="LiveId" clId="{1E1EFF21-CCD0-4672-A400-292C85961149}" dt="2024-03-20T13:39:23.497" v="1892" actId="14100"/>
          <ac:picMkLst>
            <pc:docMk/>
            <pc:sldMk cId="1586469517" sldId="1266"/>
            <ac:picMk id="10" creationId="{7A0E13D9-A107-C150-0B78-14C692E1F764}"/>
          </ac:picMkLst>
        </pc:picChg>
        <pc:picChg chg="add mod">
          <ac:chgData name="xi sheng" userId="b3919e0d8ca6a452" providerId="LiveId" clId="{1E1EFF21-CCD0-4672-A400-292C85961149}" dt="2024-03-20T13:40:11.399" v="1897" actId="1076"/>
          <ac:picMkLst>
            <pc:docMk/>
            <pc:sldMk cId="1586469517" sldId="1266"/>
            <ac:picMk id="12" creationId="{7575FFD1-5787-BA72-3F0D-4724DC78EE04}"/>
          </ac:picMkLst>
        </pc:picChg>
        <pc:picChg chg="add mod">
          <ac:chgData name="xi sheng" userId="b3919e0d8ca6a452" providerId="LiveId" clId="{1E1EFF21-CCD0-4672-A400-292C85961149}" dt="2024-03-20T13:40:37.110" v="1900" actId="1076"/>
          <ac:picMkLst>
            <pc:docMk/>
            <pc:sldMk cId="1586469517" sldId="1266"/>
            <ac:picMk id="14" creationId="{9FAF7476-2207-49FA-7B6A-05856E6C59F4}"/>
          </ac:picMkLst>
        </pc:picChg>
        <pc:picChg chg="add mod">
          <ac:chgData name="xi sheng" userId="b3919e0d8ca6a452" providerId="LiveId" clId="{1E1EFF21-CCD0-4672-A400-292C85961149}" dt="2024-03-20T13:41:20.481" v="1904" actId="1076"/>
          <ac:picMkLst>
            <pc:docMk/>
            <pc:sldMk cId="1586469517" sldId="1266"/>
            <ac:picMk id="16" creationId="{09C80858-884B-CF0D-4666-A47A566EACB3}"/>
          </ac:picMkLst>
        </pc:picChg>
        <pc:picChg chg="add mod">
          <ac:chgData name="xi sheng" userId="b3919e0d8ca6a452" providerId="LiveId" clId="{1E1EFF21-CCD0-4672-A400-292C85961149}" dt="2024-03-20T13:41:40.794" v="1907" actId="1076"/>
          <ac:picMkLst>
            <pc:docMk/>
            <pc:sldMk cId="1586469517" sldId="1266"/>
            <ac:picMk id="18" creationId="{9826DACE-55C6-F54A-952C-50A4FDD0FB0C}"/>
          </ac:picMkLst>
        </pc:picChg>
        <pc:picChg chg="add mod">
          <ac:chgData name="xi sheng" userId="b3919e0d8ca6a452" providerId="LiveId" clId="{1E1EFF21-CCD0-4672-A400-292C85961149}" dt="2024-03-20T13:42:16.186" v="1912" actId="1076"/>
          <ac:picMkLst>
            <pc:docMk/>
            <pc:sldMk cId="1586469517" sldId="1266"/>
            <ac:picMk id="20" creationId="{4257A5C3-93A5-B903-F25B-52716537A266}"/>
          </ac:picMkLst>
        </pc:picChg>
        <pc:picChg chg="add mod">
          <ac:chgData name="xi sheng" userId="b3919e0d8ca6a452" providerId="LiveId" clId="{1E1EFF21-CCD0-4672-A400-292C85961149}" dt="2024-03-20T13:42:41.271" v="1918" actId="1076"/>
          <ac:picMkLst>
            <pc:docMk/>
            <pc:sldMk cId="1586469517" sldId="1266"/>
            <ac:picMk id="22" creationId="{9BE2CB41-7132-427E-E139-E334F94E8592}"/>
          </ac:picMkLst>
        </pc:picChg>
      </pc:sldChg>
      <pc:sldChg chg="addSp modSp mod">
        <pc:chgData name="xi sheng" userId="b3919e0d8ca6a452" providerId="LiveId" clId="{1E1EFF21-CCD0-4672-A400-292C85961149}" dt="2024-03-20T13:28:38.901" v="1778"/>
        <pc:sldMkLst>
          <pc:docMk/>
          <pc:sldMk cId="3612972173" sldId="1267"/>
        </pc:sldMkLst>
        <pc:spChg chg="mod">
          <ac:chgData name="xi sheng" userId="b3919e0d8ca6a452" providerId="LiveId" clId="{1E1EFF21-CCD0-4672-A400-292C85961149}" dt="2024-03-20T13:28:38.901" v="1778"/>
          <ac:spMkLst>
            <pc:docMk/>
            <pc:sldMk cId="3612972173" sldId="1267"/>
            <ac:spMk id="11" creationId="{A98DD6E2-C64B-46E5-8260-360139BA35CB}"/>
          </ac:spMkLst>
        </pc:spChg>
        <pc:picChg chg="add mod">
          <ac:chgData name="xi sheng" userId="b3919e0d8ca6a452" providerId="LiveId" clId="{1E1EFF21-CCD0-4672-A400-292C85961149}" dt="2024-03-20T13:18:40.064" v="1644" actId="1076"/>
          <ac:picMkLst>
            <pc:docMk/>
            <pc:sldMk cId="3612972173" sldId="1267"/>
            <ac:picMk id="4" creationId="{399647B8-4068-87F2-827F-A9094470ABF3}"/>
          </ac:picMkLst>
        </pc:picChg>
        <pc:picChg chg="add mod">
          <ac:chgData name="xi sheng" userId="b3919e0d8ca6a452" providerId="LiveId" clId="{1E1EFF21-CCD0-4672-A400-292C85961149}" dt="2024-03-20T13:19:18.606" v="1650" actId="14100"/>
          <ac:picMkLst>
            <pc:docMk/>
            <pc:sldMk cId="3612972173" sldId="1267"/>
            <ac:picMk id="7" creationId="{37686FEB-E399-A511-3F4E-4DA4DCDFC60C}"/>
          </ac:picMkLst>
        </pc:picChg>
        <pc:picChg chg="add mod">
          <ac:chgData name="xi sheng" userId="b3919e0d8ca6a452" providerId="LiveId" clId="{1E1EFF21-CCD0-4672-A400-292C85961149}" dt="2024-03-20T13:19:52.607" v="1655" actId="1076"/>
          <ac:picMkLst>
            <pc:docMk/>
            <pc:sldMk cId="3612972173" sldId="1267"/>
            <ac:picMk id="16" creationId="{83ED2554-E52E-3A2A-A231-1AC02031EC4C}"/>
          </ac:picMkLst>
        </pc:picChg>
        <pc:picChg chg="add mod">
          <ac:chgData name="xi sheng" userId="b3919e0d8ca6a452" providerId="LiveId" clId="{1E1EFF21-CCD0-4672-A400-292C85961149}" dt="2024-03-20T13:20:30.023" v="1658" actId="1076"/>
          <ac:picMkLst>
            <pc:docMk/>
            <pc:sldMk cId="3612972173" sldId="1267"/>
            <ac:picMk id="18" creationId="{76DDB921-57B6-CCFB-C071-CD6750D359DE}"/>
          </ac:picMkLst>
        </pc:picChg>
        <pc:picChg chg="add mod">
          <ac:chgData name="xi sheng" userId="b3919e0d8ca6a452" providerId="LiveId" clId="{1E1EFF21-CCD0-4672-A400-292C85961149}" dt="2024-03-20T13:21:22.314" v="1667" actId="1076"/>
          <ac:picMkLst>
            <pc:docMk/>
            <pc:sldMk cId="3612972173" sldId="1267"/>
            <ac:picMk id="20" creationId="{D0EC0B04-C5E2-0D08-1B62-B6E4738D3E50}"/>
          </ac:picMkLst>
        </pc:picChg>
        <pc:picChg chg="add mod">
          <ac:chgData name="xi sheng" userId="b3919e0d8ca6a452" providerId="LiveId" clId="{1E1EFF21-CCD0-4672-A400-292C85961149}" dt="2024-03-20T13:22:15.032" v="1677" actId="1076"/>
          <ac:picMkLst>
            <pc:docMk/>
            <pc:sldMk cId="3612972173" sldId="1267"/>
            <ac:picMk id="22" creationId="{CF1E1C18-E95D-F4E1-119E-672987EC4D74}"/>
          </ac:picMkLst>
        </pc:picChg>
      </pc:sldChg>
      <pc:sldChg chg="addSp modSp mod">
        <pc:chgData name="xi sheng" userId="b3919e0d8ca6a452" providerId="LiveId" clId="{1E1EFF21-CCD0-4672-A400-292C85961149}" dt="2024-03-20T13:37:50.370" v="1885"/>
        <pc:sldMkLst>
          <pc:docMk/>
          <pc:sldMk cId="172024289" sldId="1268"/>
        </pc:sldMkLst>
        <pc:spChg chg="mod">
          <ac:chgData name="xi sheng" userId="b3919e0d8ca6a452" providerId="LiveId" clId="{1E1EFF21-CCD0-4672-A400-292C85961149}" dt="2024-03-20T13:37:50.370" v="1885"/>
          <ac:spMkLst>
            <pc:docMk/>
            <pc:sldMk cId="172024289" sldId="1268"/>
            <ac:spMk id="14" creationId="{7B582C0F-6A84-4677-9843-F794C5DAB88B}"/>
          </ac:spMkLst>
        </pc:spChg>
        <pc:picChg chg="add mod">
          <ac:chgData name="xi sheng" userId="b3919e0d8ca6a452" providerId="LiveId" clId="{1E1EFF21-CCD0-4672-A400-292C85961149}" dt="2024-03-20T13:29:12.455" v="1783" actId="1076"/>
          <ac:picMkLst>
            <pc:docMk/>
            <pc:sldMk cId="172024289" sldId="1268"/>
            <ac:picMk id="4" creationId="{3B8578D9-5278-46D5-847C-31B03B7D111A}"/>
          </ac:picMkLst>
        </pc:picChg>
        <pc:picChg chg="add mod">
          <ac:chgData name="xi sheng" userId="b3919e0d8ca6a452" providerId="LiveId" clId="{1E1EFF21-CCD0-4672-A400-292C85961149}" dt="2024-03-20T13:29:43.792" v="1787" actId="1076"/>
          <ac:picMkLst>
            <pc:docMk/>
            <pc:sldMk cId="172024289" sldId="1268"/>
            <ac:picMk id="9" creationId="{646BBF03-4837-3E4A-58F1-AA0985363454}"/>
          </ac:picMkLst>
        </pc:picChg>
        <pc:picChg chg="add mod">
          <ac:chgData name="xi sheng" userId="b3919e0d8ca6a452" providerId="LiveId" clId="{1E1EFF21-CCD0-4672-A400-292C85961149}" dt="2024-03-20T13:29:51.105" v="1792" actId="1076"/>
          <ac:picMkLst>
            <pc:docMk/>
            <pc:sldMk cId="172024289" sldId="1268"/>
            <ac:picMk id="11" creationId="{727479EE-5CCF-5250-797F-420AA1E10A0C}"/>
          </ac:picMkLst>
        </pc:picChg>
        <pc:picChg chg="add mod">
          <ac:chgData name="xi sheng" userId="b3919e0d8ca6a452" providerId="LiveId" clId="{1E1EFF21-CCD0-4672-A400-292C85961149}" dt="2024-03-20T13:30:06.729" v="1795" actId="1076"/>
          <ac:picMkLst>
            <pc:docMk/>
            <pc:sldMk cId="172024289" sldId="1268"/>
            <ac:picMk id="13" creationId="{69C2F5E3-B190-DB10-4933-B0E8812038E6}"/>
          </ac:picMkLst>
        </pc:picChg>
        <pc:picChg chg="add mod">
          <ac:chgData name="xi sheng" userId="b3919e0d8ca6a452" providerId="LiveId" clId="{1E1EFF21-CCD0-4672-A400-292C85961149}" dt="2024-03-20T13:30:33.550" v="1798" actId="1076"/>
          <ac:picMkLst>
            <pc:docMk/>
            <pc:sldMk cId="172024289" sldId="1268"/>
            <ac:picMk id="16" creationId="{45A216FD-7B8E-F5B7-665E-6DB9BE00C23F}"/>
          </ac:picMkLst>
        </pc:picChg>
        <pc:picChg chg="add mod">
          <ac:chgData name="xi sheng" userId="b3919e0d8ca6a452" providerId="LiveId" clId="{1E1EFF21-CCD0-4672-A400-292C85961149}" dt="2024-03-20T13:30:51.090" v="1801" actId="1076"/>
          <ac:picMkLst>
            <pc:docMk/>
            <pc:sldMk cId="172024289" sldId="1268"/>
            <ac:picMk id="18" creationId="{26F8B049-65D9-6ABB-7334-6E58246B71A1}"/>
          </ac:picMkLst>
        </pc:picChg>
        <pc:picChg chg="add mod">
          <ac:chgData name="xi sheng" userId="b3919e0d8ca6a452" providerId="LiveId" clId="{1E1EFF21-CCD0-4672-A400-292C85961149}" dt="2024-03-20T13:31:14.893" v="1804" actId="1076"/>
          <ac:picMkLst>
            <pc:docMk/>
            <pc:sldMk cId="172024289" sldId="1268"/>
            <ac:picMk id="20" creationId="{A7519968-914F-904F-A844-5395BCBC12A2}"/>
          </ac:picMkLst>
        </pc:picChg>
      </pc:sldChg>
      <pc:sldChg chg="addSp modSp mod">
        <pc:chgData name="xi sheng" userId="b3919e0d8ca6a452" providerId="LiveId" clId="{1E1EFF21-CCD0-4672-A400-292C85961149}" dt="2024-03-20T13:07:17.442" v="1418" actId="6549"/>
        <pc:sldMkLst>
          <pc:docMk/>
          <pc:sldMk cId="515536598" sldId="1269"/>
        </pc:sldMkLst>
        <pc:spChg chg="mod">
          <ac:chgData name="xi sheng" userId="b3919e0d8ca6a452" providerId="LiveId" clId="{1E1EFF21-CCD0-4672-A400-292C85961149}" dt="2024-03-20T13:03:02.066" v="1344" actId="20577"/>
          <ac:spMkLst>
            <pc:docMk/>
            <pc:sldMk cId="515536598" sldId="1269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3:01:27.878" v="1330" actId="20577"/>
          <ac:spMkLst>
            <pc:docMk/>
            <pc:sldMk cId="515536598" sldId="1269"/>
            <ac:spMk id="7" creationId="{884F7020-1E85-4E42-85B3-DF1599847D9A}"/>
          </ac:spMkLst>
        </pc:spChg>
        <pc:spChg chg="mod">
          <ac:chgData name="xi sheng" userId="b3919e0d8ca6a452" providerId="LiveId" clId="{1E1EFF21-CCD0-4672-A400-292C85961149}" dt="2024-03-20T13:07:17.442" v="1418" actId="6549"/>
          <ac:spMkLst>
            <pc:docMk/>
            <pc:sldMk cId="515536598" sldId="1269"/>
            <ac:spMk id="10" creationId="{743530A6-81DD-44C3-A9A3-E1D20B3C3295}"/>
          </ac:spMkLst>
        </pc:spChg>
        <pc:picChg chg="add mod">
          <ac:chgData name="xi sheng" userId="b3919e0d8ca6a452" providerId="LiveId" clId="{1E1EFF21-CCD0-4672-A400-292C85961149}" dt="2024-03-20T13:01:00.326" v="1323" actId="1076"/>
          <ac:picMkLst>
            <pc:docMk/>
            <pc:sldMk cId="515536598" sldId="1269"/>
            <ac:picMk id="4" creationId="{CA229ED9-A0E3-0CB7-8CB2-F5EEB34C4670}"/>
          </ac:picMkLst>
        </pc:picChg>
        <pc:picChg chg="add mod">
          <ac:chgData name="xi sheng" userId="b3919e0d8ca6a452" providerId="LiveId" clId="{1E1EFF21-CCD0-4672-A400-292C85961149}" dt="2024-03-20T13:01:31.302" v="1331" actId="14100"/>
          <ac:picMkLst>
            <pc:docMk/>
            <pc:sldMk cId="515536598" sldId="1269"/>
            <ac:picMk id="12" creationId="{7E598CC7-3229-C55A-2066-2204586933A9}"/>
          </ac:picMkLst>
        </pc:picChg>
        <pc:picChg chg="add mod">
          <ac:chgData name="xi sheng" userId="b3919e0d8ca6a452" providerId="LiveId" clId="{1E1EFF21-CCD0-4672-A400-292C85961149}" dt="2024-03-20T13:02:06.499" v="1336" actId="1076"/>
          <ac:picMkLst>
            <pc:docMk/>
            <pc:sldMk cId="515536598" sldId="1269"/>
            <ac:picMk id="14" creationId="{D02A7336-FF18-3662-6DA4-292DB553AD70}"/>
          </ac:picMkLst>
        </pc:picChg>
        <pc:picChg chg="add mod">
          <ac:chgData name="xi sheng" userId="b3919e0d8ca6a452" providerId="LiveId" clId="{1E1EFF21-CCD0-4672-A400-292C85961149}" dt="2024-03-20T13:02:41.142" v="1340" actId="14100"/>
          <ac:picMkLst>
            <pc:docMk/>
            <pc:sldMk cId="515536598" sldId="1269"/>
            <ac:picMk id="16" creationId="{21EEEF2A-C220-44C8-57DB-6FF3F0A07006}"/>
          </ac:picMkLst>
        </pc:picChg>
        <pc:picChg chg="add mod">
          <ac:chgData name="xi sheng" userId="b3919e0d8ca6a452" providerId="LiveId" clId="{1E1EFF21-CCD0-4672-A400-292C85961149}" dt="2024-03-20T13:03:04.325" v="1345" actId="1076"/>
          <ac:picMkLst>
            <pc:docMk/>
            <pc:sldMk cId="515536598" sldId="1269"/>
            <ac:picMk id="18" creationId="{0C0E781E-A5EF-3617-F87F-2F1DF6D0D39E}"/>
          </ac:picMkLst>
        </pc:picChg>
        <pc:picChg chg="add mod">
          <ac:chgData name="xi sheng" userId="b3919e0d8ca6a452" providerId="LiveId" clId="{1E1EFF21-CCD0-4672-A400-292C85961149}" dt="2024-03-20T13:03:27.384" v="1350" actId="1076"/>
          <ac:picMkLst>
            <pc:docMk/>
            <pc:sldMk cId="515536598" sldId="1269"/>
            <ac:picMk id="20" creationId="{F8EEA332-475D-2DA1-CC09-0FB029ADEDBB}"/>
          </ac:picMkLst>
        </pc:picChg>
        <pc:picChg chg="add mod">
          <ac:chgData name="xi sheng" userId="b3919e0d8ca6a452" providerId="LiveId" clId="{1E1EFF21-CCD0-4672-A400-292C85961149}" dt="2024-03-20T13:03:54.121" v="1355" actId="1076"/>
          <ac:picMkLst>
            <pc:docMk/>
            <pc:sldMk cId="515536598" sldId="1269"/>
            <ac:picMk id="22" creationId="{9ADA8CFC-0038-5EED-F508-576AB68AD186}"/>
          </ac:picMkLst>
        </pc:picChg>
        <pc:picChg chg="add mod">
          <ac:chgData name="xi sheng" userId="b3919e0d8ca6a452" providerId="LiveId" clId="{1E1EFF21-CCD0-4672-A400-292C85961149}" dt="2024-03-20T13:04:13.598" v="1358" actId="1076"/>
          <ac:picMkLst>
            <pc:docMk/>
            <pc:sldMk cId="515536598" sldId="1269"/>
            <ac:picMk id="24" creationId="{1AC7FEE7-C3F0-606C-8A0F-73D2C94686BB}"/>
          </ac:picMkLst>
        </pc:picChg>
        <pc:picChg chg="add mod">
          <ac:chgData name="xi sheng" userId="b3919e0d8ca6a452" providerId="LiveId" clId="{1E1EFF21-CCD0-4672-A400-292C85961149}" dt="2024-03-20T13:04:36.209" v="1361" actId="1076"/>
          <ac:picMkLst>
            <pc:docMk/>
            <pc:sldMk cId="515536598" sldId="1269"/>
            <ac:picMk id="26" creationId="{8A622C5C-3F0E-CF71-1B0A-B8080031FC0A}"/>
          </ac:picMkLst>
        </pc:picChg>
      </pc:sldChg>
      <pc:sldChg chg="addSp modSp mod">
        <pc:chgData name="xi sheng" userId="b3919e0d8ca6a452" providerId="LiveId" clId="{1E1EFF21-CCD0-4672-A400-292C85961149}" dt="2024-03-20T13:17:47.103" v="1641" actId="14100"/>
        <pc:sldMkLst>
          <pc:docMk/>
          <pc:sldMk cId="4120515168" sldId="1270"/>
        </pc:sldMkLst>
        <pc:spChg chg="mod">
          <ac:chgData name="xi sheng" userId="b3919e0d8ca6a452" providerId="LiveId" clId="{1E1EFF21-CCD0-4672-A400-292C85961149}" dt="2024-03-20T13:12:15.629" v="1467" actId="20577"/>
          <ac:spMkLst>
            <pc:docMk/>
            <pc:sldMk cId="4120515168" sldId="1270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3:17:19.918" v="1639"/>
          <ac:spMkLst>
            <pc:docMk/>
            <pc:sldMk cId="4120515168" sldId="1270"/>
            <ac:spMk id="7" creationId="{884F7020-1E85-4E42-85B3-DF1599847D9A}"/>
          </ac:spMkLst>
        </pc:spChg>
        <pc:spChg chg="mod">
          <ac:chgData name="xi sheng" userId="b3919e0d8ca6a452" providerId="LiveId" clId="{1E1EFF21-CCD0-4672-A400-292C85961149}" dt="2024-03-20T13:17:27.379" v="1640" actId="1076"/>
          <ac:spMkLst>
            <pc:docMk/>
            <pc:sldMk cId="4120515168" sldId="1270"/>
            <ac:spMk id="8" creationId="{B3CF29FC-145E-4F6B-97EC-4C0FF5963AAF}"/>
          </ac:spMkLst>
        </pc:spChg>
        <pc:picChg chg="add mod">
          <ac:chgData name="xi sheng" userId="b3919e0d8ca6a452" providerId="LiveId" clId="{1E1EFF21-CCD0-4672-A400-292C85961149}" dt="2024-03-20T13:07:49.871" v="1424" actId="1076"/>
          <ac:picMkLst>
            <pc:docMk/>
            <pc:sldMk cId="4120515168" sldId="1270"/>
            <ac:picMk id="4" creationId="{A46B49F7-D7F0-968C-549D-4AD6F0D91990}"/>
          </ac:picMkLst>
        </pc:picChg>
        <pc:picChg chg="add mod">
          <ac:chgData name="xi sheng" userId="b3919e0d8ca6a452" providerId="LiveId" clId="{1E1EFF21-CCD0-4672-A400-292C85961149}" dt="2024-03-20T13:08:18.181" v="1430" actId="1076"/>
          <ac:picMkLst>
            <pc:docMk/>
            <pc:sldMk cId="4120515168" sldId="1270"/>
            <ac:picMk id="10" creationId="{C38C98DE-E291-239D-3A1A-CC7180F61FCE}"/>
          </ac:picMkLst>
        </pc:picChg>
        <pc:picChg chg="add mod">
          <ac:chgData name="xi sheng" userId="b3919e0d8ca6a452" providerId="LiveId" clId="{1E1EFF21-CCD0-4672-A400-292C85961149}" dt="2024-03-20T13:08:42.831" v="1435" actId="1076"/>
          <ac:picMkLst>
            <pc:docMk/>
            <pc:sldMk cId="4120515168" sldId="1270"/>
            <ac:picMk id="12" creationId="{3864495C-FCA7-3013-939D-822CE2737878}"/>
          </ac:picMkLst>
        </pc:picChg>
        <pc:picChg chg="add mod">
          <ac:chgData name="xi sheng" userId="b3919e0d8ca6a452" providerId="LiveId" clId="{1E1EFF21-CCD0-4672-A400-292C85961149}" dt="2024-03-20T13:09:29.055" v="1445" actId="1076"/>
          <ac:picMkLst>
            <pc:docMk/>
            <pc:sldMk cId="4120515168" sldId="1270"/>
            <ac:picMk id="14" creationId="{FB711FE3-B215-3064-B659-7331B1E346B1}"/>
          </ac:picMkLst>
        </pc:picChg>
        <pc:picChg chg="add mod">
          <ac:chgData name="xi sheng" userId="b3919e0d8ca6a452" providerId="LiveId" clId="{1E1EFF21-CCD0-4672-A400-292C85961149}" dt="2024-03-20T13:10:11.967" v="1451" actId="1076"/>
          <ac:picMkLst>
            <pc:docMk/>
            <pc:sldMk cId="4120515168" sldId="1270"/>
            <ac:picMk id="16" creationId="{6F7C042B-220C-34AE-AF40-18BBF36BC4EE}"/>
          </ac:picMkLst>
        </pc:picChg>
        <pc:picChg chg="add mod">
          <ac:chgData name="xi sheng" userId="b3919e0d8ca6a452" providerId="LiveId" clId="{1E1EFF21-CCD0-4672-A400-292C85961149}" dt="2024-03-20T13:14:54.544" v="1567" actId="1076"/>
          <ac:picMkLst>
            <pc:docMk/>
            <pc:sldMk cId="4120515168" sldId="1270"/>
            <ac:picMk id="18" creationId="{ACC32533-B97C-3DD4-79D8-6568F1EFE436}"/>
          </ac:picMkLst>
        </pc:picChg>
        <pc:picChg chg="add mod">
          <ac:chgData name="xi sheng" userId="b3919e0d8ca6a452" providerId="LiveId" clId="{1E1EFF21-CCD0-4672-A400-292C85961149}" dt="2024-03-20T13:17:47.103" v="1641" actId="14100"/>
          <ac:picMkLst>
            <pc:docMk/>
            <pc:sldMk cId="4120515168" sldId="1270"/>
            <ac:picMk id="20" creationId="{80B3E34C-FB39-AF1B-E7CC-246B7A273456}"/>
          </ac:picMkLst>
        </pc:picChg>
        <pc:picChg chg="add mod">
          <ac:chgData name="xi sheng" userId="b3919e0d8ca6a452" providerId="LiveId" clId="{1E1EFF21-CCD0-4672-A400-292C85961149}" dt="2024-03-20T13:11:50.466" v="1462" actId="1076"/>
          <ac:picMkLst>
            <pc:docMk/>
            <pc:sldMk cId="4120515168" sldId="1270"/>
            <ac:picMk id="22" creationId="{054216CA-3488-BFB8-CBC8-124C746DDAEB}"/>
          </ac:picMkLst>
        </pc:picChg>
        <pc:picChg chg="add mod">
          <ac:chgData name="xi sheng" userId="b3919e0d8ca6a452" providerId="LiveId" clId="{1E1EFF21-CCD0-4672-A400-292C85961149}" dt="2024-03-20T13:12:13.687" v="1466" actId="1076"/>
          <ac:picMkLst>
            <pc:docMk/>
            <pc:sldMk cId="4120515168" sldId="1270"/>
            <ac:picMk id="24" creationId="{01A29296-AA8E-6823-5307-168580F8CD9D}"/>
          </ac:picMkLst>
        </pc:picChg>
        <pc:picChg chg="add mod">
          <ac:chgData name="xi sheng" userId="b3919e0d8ca6a452" providerId="LiveId" clId="{1E1EFF21-CCD0-4672-A400-292C85961149}" dt="2024-03-20T13:12:36.392" v="1472" actId="14100"/>
          <ac:picMkLst>
            <pc:docMk/>
            <pc:sldMk cId="4120515168" sldId="1270"/>
            <ac:picMk id="26" creationId="{105D0B98-3B5E-5C2E-F952-23E2CBCD0A31}"/>
          </ac:picMkLst>
        </pc:picChg>
      </pc:sldChg>
      <pc:sldChg chg="addSp modSp mod">
        <pc:chgData name="xi sheng" userId="b3919e0d8ca6a452" providerId="LiveId" clId="{1E1EFF21-CCD0-4672-A400-292C85961149}" dt="2024-03-20T14:01:14.402" v="2070" actId="20577"/>
        <pc:sldMkLst>
          <pc:docMk/>
          <pc:sldMk cId="897015482" sldId="1271"/>
        </pc:sldMkLst>
        <pc:spChg chg="mod">
          <ac:chgData name="xi sheng" userId="b3919e0d8ca6a452" providerId="LiveId" clId="{1E1EFF21-CCD0-4672-A400-292C85961149}" dt="2024-03-20T14:01:14.402" v="2070" actId="20577"/>
          <ac:spMkLst>
            <pc:docMk/>
            <pc:sldMk cId="897015482" sldId="1271"/>
            <ac:spMk id="6" creationId="{990DCD52-F801-448D-A342-A399B03E22A8}"/>
          </ac:spMkLst>
        </pc:spChg>
        <pc:picChg chg="add mod">
          <ac:chgData name="xi sheng" userId="b3919e0d8ca6a452" providerId="LiveId" clId="{1E1EFF21-CCD0-4672-A400-292C85961149}" dt="2024-03-20T13:57:04.519" v="2035" actId="1076"/>
          <ac:picMkLst>
            <pc:docMk/>
            <pc:sldMk cId="897015482" sldId="1271"/>
            <ac:picMk id="4" creationId="{96BD8AC8-FE58-A028-D6BC-E300D14E9D59}"/>
          </ac:picMkLst>
        </pc:picChg>
        <pc:picChg chg="add mod">
          <ac:chgData name="xi sheng" userId="b3919e0d8ca6a452" providerId="LiveId" clId="{1E1EFF21-CCD0-4672-A400-292C85961149}" dt="2024-03-20T13:57:24.779" v="2038" actId="1076"/>
          <ac:picMkLst>
            <pc:docMk/>
            <pc:sldMk cId="897015482" sldId="1271"/>
            <ac:picMk id="7" creationId="{51CD3A87-D0D4-8F2A-9983-116CEE920215}"/>
          </ac:picMkLst>
        </pc:picChg>
        <pc:picChg chg="add mod">
          <ac:chgData name="xi sheng" userId="b3919e0d8ca6a452" providerId="LiveId" clId="{1E1EFF21-CCD0-4672-A400-292C85961149}" dt="2024-03-20T13:57:57.383" v="2042" actId="1076"/>
          <ac:picMkLst>
            <pc:docMk/>
            <pc:sldMk cId="897015482" sldId="1271"/>
            <ac:picMk id="9" creationId="{6F18740A-B69E-AFC9-DDDF-2ABC96EA6BF4}"/>
          </ac:picMkLst>
        </pc:picChg>
        <pc:picChg chg="add mod">
          <ac:chgData name="xi sheng" userId="b3919e0d8ca6a452" providerId="LiveId" clId="{1E1EFF21-CCD0-4672-A400-292C85961149}" dt="2024-03-20T13:59:45.830" v="2058" actId="14100"/>
          <ac:picMkLst>
            <pc:docMk/>
            <pc:sldMk cId="897015482" sldId="1271"/>
            <ac:picMk id="11" creationId="{DE62A5D0-8F33-46A6-81F3-BDE5EE35C383}"/>
          </ac:picMkLst>
        </pc:picChg>
        <pc:picChg chg="add mod">
          <ac:chgData name="xi sheng" userId="b3919e0d8ca6a452" providerId="LiveId" clId="{1E1EFF21-CCD0-4672-A400-292C85961149}" dt="2024-03-20T13:59:54.881" v="2063" actId="1076"/>
          <ac:picMkLst>
            <pc:docMk/>
            <pc:sldMk cId="897015482" sldId="1271"/>
            <ac:picMk id="13" creationId="{E695A723-7802-CCA9-0696-28112A8E831C}"/>
          </ac:picMkLst>
        </pc:picChg>
      </pc:sldChg>
      <pc:sldChg chg="addSp delSp modSp mod">
        <pc:chgData name="xi sheng" userId="b3919e0d8ca6a452" providerId="LiveId" clId="{1E1EFF21-CCD0-4672-A400-292C85961149}" dt="2024-03-20T14:33:07.273" v="2255" actId="1076"/>
        <pc:sldMkLst>
          <pc:docMk/>
          <pc:sldMk cId="2743080923" sldId="1272"/>
        </pc:sldMkLst>
        <pc:spChg chg="mod">
          <ac:chgData name="xi sheng" userId="b3919e0d8ca6a452" providerId="LiveId" clId="{1E1EFF21-CCD0-4672-A400-292C85961149}" dt="2024-03-20T14:21:41.106" v="2250" actId="6549"/>
          <ac:spMkLst>
            <pc:docMk/>
            <pc:sldMk cId="2743080923" sldId="1272"/>
            <ac:spMk id="6" creationId="{990DCD52-F801-448D-A342-A399B03E22A8}"/>
          </ac:spMkLst>
        </pc:spChg>
        <pc:spChg chg="mod">
          <ac:chgData name="xi sheng" userId="b3919e0d8ca6a452" providerId="LiveId" clId="{1E1EFF21-CCD0-4672-A400-292C85961149}" dt="2024-03-20T14:03:53.938" v="2094"/>
          <ac:spMkLst>
            <pc:docMk/>
            <pc:sldMk cId="2743080923" sldId="1272"/>
            <ac:spMk id="8" creationId="{1CB3C8D2-A378-4628-9BEE-ED76837AB120}"/>
          </ac:spMkLst>
        </pc:spChg>
        <pc:picChg chg="add mod">
          <ac:chgData name="xi sheng" userId="b3919e0d8ca6a452" providerId="LiveId" clId="{1E1EFF21-CCD0-4672-A400-292C85961149}" dt="2024-03-20T14:01:53.400" v="2076" actId="14100"/>
          <ac:picMkLst>
            <pc:docMk/>
            <pc:sldMk cId="2743080923" sldId="1272"/>
            <ac:picMk id="4" creationId="{8725867B-627A-918F-CB83-CDB02AA8831F}"/>
          </ac:picMkLst>
        </pc:picChg>
        <pc:picChg chg="add mod">
          <ac:chgData name="xi sheng" userId="b3919e0d8ca6a452" providerId="LiveId" clId="{1E1EFF21-CCD0-4672-A400-292C85961149}" dt="2024-03-20T14:33:07.273" v="2255" actId="1076"/>
          <ac:picMkLst>
            <pc:docMk/>
            <pc:sldMk cId="2743080923" sldId="1272"/>
            <ac:picMk id="5" creationId="{443E5926-1EDB-486D-CE6F-2D49F255D6DF}"/>
          </ac:picMkLst>
        </pc:picChg>
        <pc:picChg chg="add del mod">
          <ac:chgData name="xi sheng" userId="b3919e0d8ca6a452" providerId="LiveId" clId="{1E1EFF21-CCD0-4672-A400-292C85961149}" dt="2024-03-20T14:32:45.935" v="2251" actId="478"/>
          <ac:picMkLst>
            <pc:docMk/>
            <pc:sldMk cId="2743080923" sldId="1272"/>
            <ac:picMk id="9" creationId="{AF67F3E3-0EBD-2594-6B10-40790C2B5D4D}"/>
          </ac:picMkLst>
        </pc:picChg>
      </pc:sldChg>
      <pc:sldChg chg="addSp modSp mod">
        <pc:chgData name="xi sheng" userId="b3919e0d8ca6a452" providerId="LiveId" clId="{1E1EFF21-CCD0-4672-A400-292C85961149}" dt="2024-03-20T14:02:41.932" v="2093"/>
        <pc:sldMkLst>
          <pc:docMk/>
          <pc:sldMk cId="3814407076" sldId="1273"/>
        </pc:sldMkLst>
        <pc:spChg chg="mod">
          <ac:chgData name="xi sheng" userId="b3919e0d8ca6a452" providerId="LiveId" clId="{1E1EFF21-CCD0-4672-A400-292C85961149}" dt="2024-03-20T14:02:41.932" v="2093"/>
          <ac:spMkLst>
            <pc:docMk/>
            <pc:sldMk cId="3814407076" sldId="1273"/>
            <ac:spMk id="11" creationId="{A98DD6E2-C64B-46E5-8260-360139BA35CB}"/>
          </ac:spMkLst>
        </pc:spChg>
        <pc:picChg chg="add mod">
          <ac:chgData name="xi sheng" userId="b3919e0d8ca6a452" providerId="LiveId" clId="{1E1EFF21-CCD0-4672-A400-292C85961149}" dt="2024-03-20T13:52:11.007" v="2000" actId="1076"/>
          <ac:picMkLst>
            <pc:docMk/>
            <pc:sldMk cId="3814407076" sldId="1273"/>
            <ac:picMk id="4" creationId="{D2ECCFD0-2A7C-6F81-4257-B88F9060C664}"/>
          </ac:picMkLst>
        </pc:picChg>
        <pc:picChg chg="add mod">
          <ac:chgData name="xi sheng" userId="b3919e0d8ca6a452" providerId="LiveId" clId="{1E1EFF21-CCD0-4672-A400-292C85961149}" dt="2024-03-20T13:52:41.359" v="2005" actId="1076"/>
          <ac:picMkLst>
            <pc:docMk/>
            <pc:sldMk cId="3814407076" sldId="1273"/>
            <ac:picMk id="7" creationId="{B488440A-CB96-7BAD-5C17-D0D29B3EAFD8}"/>
          </ac:picMkLst>
        </pc:picChg>
        <pc:picChg chg="add mod">
          <ac:chgData name="xi sheng" userId="b3919e0d8ca6a452" providerId="LiveId" clId="{1E1EFF21-CCD0-4672-A400-292C85961149}" dt="2024-03-20T13:53:06.111" v="2009" actId="14100"/>
          <ac:picMkLst>
            <pc:docMk/>
            <pc:sldMk cId="3814407076" sldId="1273"/>
            <ac:picMk id="16" creationId="{C70F8B22-8C43-F08F-C60F-8008C4BB4BDF}"/>
          </ac:picMkLst>
        </pc:picChg>
        <pc:picChg chg="add mod">
          <ac:chgData name="xi sheng" userId="b3919e0d8ca6a452" providerId="LiveId" clId="{1E1EFF21-CCD0-4672-A400-292C85961149}" dt="2024-03-20T13:53:26.190" v="2012" actId="1076"/>
          <ac:picMkLst>
            <pc:docMk/>
            <pc:sldMk cId="3814407076" sldId="1273"/>
            <ac:picMk id="18" creationId="{B67534B2-7E0B-38C7-42C4-91C6A4B68AA8}"/>
          </ac:picMkLst>
        </pc:picChg>
        <pc:picChg chg="add mod">
          <ac:chgData name="xi sheng" userId="b3919e0d8ca6a452" providerId="LiveId" clId="{1E1EFF21-CCD0-4672-A400-292C85961149}" dt="2024-03-20T13:53:50.664" v="2016" actId="14100"/>
          <ac:picMkLst>
            <pc:docMk/>
            <pc:sldMk cId="3814407076" sldId="1273"/>
            <ac:picMk id="20" creationId="{A3095B55-1E5A-E7B2-3456-0B6EA301CA73}"/>
          </ac:picMkLst>
        </pc:picChg>
        <pc:picChg chg="add mod">
          <ac:chgData name="xi sheng" userId="b3919e0d8ca6a452" providerId="LiveId" clId="{1E1EFF21-CCD0-4672-A400-292C85961149}" dt="2024-03-20T13:55:09.761" v="2027" actId="1076"/>
          <ac:picMkLst>
            <pc:docMk/>
            <pc:sldMk cId="3814407076" sldId="1273"/>
            <ac:picMk id="22" creationId="{413889FA-2497-80ED-F778-86C5F0A3123D}"/>
          </ac:picMkLst>
        </pc:picChg>
        <pc:picChg chg="add mod">
          <ac:chgData name="xi sheng" userId="b3919e0d8ca6a452" providerId="LiveId" clId="{1E1EFF21-CCD0-4672-A400-292C85961149}" dt="2024-03-20T13:54:36.449" v="2022" actId="1076"/>
          <ac:picMkLst>
            <pc:docMk/>
            <pc:sldMk cId="3814407076" sldId="1273"/>
            <ac:picMk id="24" creationId="{DFA71976-F164-1BCD-277F-A0A874B36EC6}"/>
          </ac:picMkLst>
        </pc:picChg>
        <pc:picChg chg="add mod">
          <ac:chgData name="xi sheng" userId="b3919e0d8ca6a452" providerId="LiveId" clId="{1E1EFF21-CCD0-4672-A400-292C85961149}" dt="2024-03-20T13:55:01.297" v="2025" actId="1076"/>
          <ac:picMkLst>
            <pc:docMk/>
            <pc:sldMk cId="3814407076" sldId="1273"/>
            <ac:picMk id="26" creationId="{05F5D0DC-7053-B638-2FF1-FB1CE68BC4C1}"/>
          </ac:picMkLst>
        </pc:picChg>
      </pc:sldChg>
      <pc:sldChg chg="addSp modSp mod">
        <pc:chgData name="xi sheng" userId="b3919e0d8ca6a452" providerId="LiveId" clId="{1E1EFF21-CCD0-4672-A400-292C85961149}" dt="2024-03-20T14:10:41.874" v="2185"/>
        <pc:sldMkLst>
          <pc:docMk/>
          <pc:sldMk cId="2611363948" sldId="1274"/>
        </pc:sldMkLst>
        <pc:spChg chg="mod">
          <ac:chgData name="xi sheng" userId="b3919e0d8ca6a452" providerId="LiveId" clId="{1E1EFF21-CCD0-4672-A400-292C85961149}" dt="2024-03-20T14:10:41.874" v="2185"/>
          <ac:spMkLst>
            <pc:docMk/>
            <pc:sldMk cId="2611363948" sldId="1274"/>
            <ac:spMk id="8" creationId="{B64D1D10-CE5E-4F5E-B7E6-3C027385A748}"/>
          </ac:spMkLst>
        </pc:spChg>
        <pc:picChg chg="add mod">
          <ac:chgData name="xi sheng" userId="b3919e0d8ca6a452" providerId="LiveId" clId="{1E1EFF21-CCD0-4672-A400-292C85961149}" dt="2024-03-20T14:07:31.546" v="2127" actId="1076"/>
          <ac:picMkLst>
            <pc:docMk/>
            <pc:sldMk cId="2611363948" sldId="1274"/>
            <ac:picMk id="4" creationId="{8BFE0220-7F81-5901-4B64-916C7D38BBC0}"/>
          </ac:picMkLst>
        </pc:picChg>
        <pc:picChg chg="add mod">
          <ac:chgData name="xi sheng" userId="b3919e0d8ca6a452" providerId="LiveId" clId="{1E1EFF21-CCD0-4672-A400-292C85961149}" dt="2024-03-20T14:07:49.490" v="2130" actId="1076"/>
          <ac:picMkLst>
            <pc:docMk/>
            <pc:sldMk cId="2611363948" sldId="1274"/>
            <ac:picMk id="10" creationId="{8207CE29-A4B7-3445-1D74-1DB839037A2E}"/>
          </ac:picMkLst>
        </pc:picChg>
        <pc:picChg chg="add mod">
          <ac:chgData name="xi sheng" userId="b3919e0d8ca6a452" providerId="LiveId" clId="{1E1EFF21-CCD0-4672-A400-292C85961149}" dt="2024-03-20T14:08:05.847" v="2133" actId="1076"/>
          <ac:picMkLst>
            <pc:docMk/>
            <pc:sldMk cId="2611363948" sldId="1274"/>
            <ac:picMk id="12" creationId="{073BAB7C-9DF8-26EF-FBDF-CE31BC0D2526}"/>
          </ac:picMkLst>
        </pc:picChg>
        <pc:picChg chg="add mod">
          <ac:chgData name="xi sheng" userId="b3919e0d8ca6a452" providerId="LiveId" clId="{1E1EFF21-CCD0-4672-A400-292C85961149}" dt="2024-03-20T14:08:50.519" v="2140" actId="1076"/>
          <ac:picMkLst>
            <pc:docMk/>
            <pc:sldMk cId="2611363948" sldId="1274"/>
            <ac:picMk id="14" creationId="{EC22C867-468A-45B8-3DF4-2A96DFE10391}"/>
          </ac:picMkLst>
        </pc:picChg>
        <pc:picChg chg="add mod">
          <ac:chgData name="xi sheng" userId="b3919e0d8ca6a452" providerId="LiveId" clId="{1E1EFF21-CCD0-4672-A400-292C85961149}" dt="2024-03-20T14:09:17.344" v="2146" actId="14100"/>
          <ac:picMkLst>
            <pc:docMk/>
            <pc:sldMk cId="2611363948" sldId="1274"/>
            <ac:picMk id="16" creationId="{9DC382E2-A5D6-5519-C189-879005960B22}"/>
          </ac:picMkLst>
        </pc:picChg>
        <pc:picChg chg="add mod">
          <ac:chgData name="xi sheng" userId="b3919e0d8ca6a452" providerId="LiveId" clId="{1E1EFF21-CCD0-4672-A400-292C85961149}" dt="2024-03-20T14:09:22.207" v="2148" actId="1076"/>
          <ac:picMkLst>
            <pc:docMk/>
            <pc:sldMk cId="2611363948" sldId="1274"/>
            <ac:picMk id="18" creationId="{49E77AB0-7D8B-C5A8-5314-07D4B7E8E3FD}"/>
          </ac:picMkLst>
        </pc:picChg>
        <pc:picChg chg="add mod">
          <ac:chgData name="xi sheng" userId="b3919e0d8ca6a452" providerId="LiveId" clId="{1E1EFF21-CCD0-4672-A400-292C85961149}" dt="2024-03-20T14:09:40.264" v="2151" actId="1076"/>
          <ac:picMkLst>
            <pc:docMk/>
            <pc:sldMk cId="2611363948" sldId="1274"/>
            <ac:picMk id="20" creationId="{09E2359E-3CF0-D9F4-636E-95B210B024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579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58688-ABC7-453E-BA22-F4813582A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72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4EA91-AA2B-41BE-A574-976C7F879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06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F3E9-4CC2-493B-A23D-F9F5DAD626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75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390DD-0C99-43A2-9CF3-1A84E3C54C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50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9EA07-C8E8-4665-81DA-F8AA97A80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19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3C32B-E4BA-46A5-BF69-35FA665700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28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BF182-C675-4BC9-81D4-CCF465CAED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56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92D58-1AC3-4A23-B7F9-A30D8EF4EF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77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E57AF-6576-4E74-9C99-9873E1BD64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1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163D1-1ED6-4CC4-B47B-DD6F56C1F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7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4CDD7-A086-4F78-BFF3-313ED457E3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81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E16A2B-F58A-4135-8A28-11C3BD506B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8AE808F-93CC-471E-AA2B-6DAA03959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8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000" b="1" dirty="0">
                <a:latin typeface="+mn-ea"/>
              </a:rPr>
              <a:t>本次作业特别要求：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、建立解决方案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项目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源程序文件时，一定要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后缀，不要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后缀</a:t>
            </a:r>
            <a:r>
              <a:rPr lang="en-US" altLang="zh-CN" sz="2000" b="1" dirty="0">
                <a:latin typeface="+mn-ea"/>
              </a:rPr>
              <a:t>!!!</a:t>
            </a:r>
          </a:p>
          <a:p>
            <a:pPr algn="l"/>
            <a:r>
              <a:rPr lang="en-US" altLang="zh-CN" sz="2000" b="1" dirty="0">
                <a:latin typeface="+mn-ea"/>
              </a:rPr>
              <a:t>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提醒：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的报错表现不同，按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做会影响分数</a:t>
            </a:r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、如果是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有结果，则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运行结果两者的截图都要</a:t>
            </a:r>
            <a:r>
              <a:rPr lang="en-US" altLang="zh-CN" sz="2000" b="1" dirty="0">
                <a:latin typeface="+mn-ea"/>
              </a:rPr>
              <a:t>!!!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5CF614-1103-4775-9CF6-E63BA880F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833" y="1727078"/>
            <a:ext cx="3733333" cy="4104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0D1CE4-1A01-4454-8A5D-FA584E9A6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977" y="2433002"/>
            <a:ext cx="4906724" cy="33988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899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关于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中使用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时，报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的统一处理方法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更多内容，参考编号为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030105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的附件文档及视频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971A54-8B25-4D93-8EC5-7014824F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15" y="1110714"/>
            <a:ext cx="3764671" cy="230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3B4069-A664-4C9F-9F0C-EA54EE073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617" y="1110714"/>
            <a:ext cx="3374468" cy="2318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6471BE-556A-4C1F-A664-FA53D01A4C6D}"/>
              </a:ext>
            </a:extLst>
          </p:cNvPr>
          <p:cNvSpPr/>
          <p:nvPr/>
        </p:nvSpPr>
        <p:spPr bwMode="auto">
          <a:xfrm>
            <a:off x="6103565" y="3548445"/>
            <a:ext cx="5210980" cy="14345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、如上图两个程序，按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CTRL+F5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可以正确运行，编译结果显示区域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未出现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，但导航栏提示有一个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、点开导航栏后出现一个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信息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、这属于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VS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智能提示（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IntelliSense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）的警告，这种级别的警告暂时忽略，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不需要消除，也不计入会扣分的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的计数项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EA219AC-B4D9-4668-BC00-2B8CDDDA17EC}"/>
              </a:ext>
            </a:extLst>
          </p:cNvPr>
          <p:cNvGrpSpPr/>
          <p:nvPr/>
        </p:nvGrpSpPr>
        <p:grpSpPr>
          <a:xfrm>
            <a:off x="619014" y="3548445"/>
            <a:ext cx="5295238" cy="2826164"/>
            <a:chOff x="2115305" y="3429000"/>
            <a:chExt cx="5295238" cy="282616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824FFAB-8C4A-40AB-86D6-9246DF947B9A}"/>
                </a:ext>
              </a:extLst>
            </p:cNvPr>
            <p:cNvGrpSpPr/>
            <p:nvPr/>
          </p:nvGrpSpPr>
          <p:grpSpPr>
            <a:xfrm>
              <a:off x="2115305" y="3429000"/>
              <a:ext cx="5295238" cy="1434561"/>
              <a:chOff x="2115305" y="3429000"/>
              <a:chExt cx="5295238" cy="1434561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903036AB-30A6-489E-A13F-E38097306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5305" y="3429000"/>
                <a:ext cx="5295238" cy="13904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D0A0AFC-A74E-48E1-88E1-EBFC2125DD7A}"/>
                  </a:ext>
                </a:extLst>
              </p:cNvPr>
              <p:cNvSpPr/>
              <p:nvPr/>
            </p:nvSpPr>
            <p:spPr bwMode="auto">
              <a:xfrm>
                <a:off x="3927412" y="3645024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导航栏显示有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1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998DAB1-77D7-4FB6-978A-A0B52732974C}"/>
                  </a:ext>
                </a:extLst>
              </p:cNvPr>
              <p:cNvSpPr/>
              <p:nvPr/>
            </p:nvSpPr>
            <p:spPr bwMode="auto">
              <a:xfrm>
                <a:off x="4190628" y="4575529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编译结果区域无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0AA39D6-C80D-4F38-AE67-C3D549CB6A81}"/>
                </a:ext>
              </a:extLst>
            </p:cNvPr>
            <p:cNvGrpSpPr/>
            <p:nvPr/>
          </p:nvGrpSpPr>
          <p:grpSpPr>
            <a:xfrm>
              <a:off x="2115305" y="4967376"/>
              <a:ext cx="5295238" cy="1287788"/>
              <a:chOff x="2115305" y="4967376"/>
              <a:chExt cx="5295238" cy="1287788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5FFFA567-2893-44D7-B6B5-E632B5F2C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5305" y="4967376"/>
                <a:ext cx="5295238" cy="12877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78E94CF-0FEC-464C-AAC0-94C691255814}"/>
                  </a:ext>
                </a:extLst>
              </p:cNvPr>
              <p:cNvSpPr/>
              <p:nvPr/>
            </p:nvSpPr>
            <p:spPr bwMode="auto">
              <a:xfrm>
                <a:off x="4786406" y="5722058"/>
                <a:ext cx="2461723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点开导航栏后能看到一个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1472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</a:t>
            </a:r>
            <a:r>
              <a:rPr lang="en-US" altLang="zh-CN" sz="1600" b="1" dirty="0">
                <a:latin typeface="+mn-ea"/>
              </a:rPr>
              <a:t>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表示按格式输出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输出表列：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要输出的数据（常量、变量、表达式、函数）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常用的格式符种类：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00FE6B9-8357-4D3F-8094-C40EEB54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540223"/>
              </p:ext>
            </p:extLst>
          </p:nvPr>
        </p:nvGraphicFramePr>
        <p:xfrm>
          <a:off x="831175" y="3380798"/>
          <a:ext cx="4703440" cy="3017520"/>
        </p:xfrm>
        <a:graphic>
          <a:graphicData uri="http://schemas.openxmlformats.org/drawingml/2006/table">
            <a:tbl>
              <a:tblPr/>
              <a:tblGrid>
                <a:gridCol w="64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带符号的十进制形式整数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正数不带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八进制无符号形式输出整数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十六进制无符号形式输出整数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十进制无符号形式输出整数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以字符形式输出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一个字符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以小数形式输出浮点数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以指数形式输出浮点数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g, 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从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中选择宽度较短的形式输出浮点数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Group 27">
            <a:extLst>
              <a:ext uri="{FF2B5EF4-FFF2-40B4-BE49-F238E27FC236}">
                <a16:creationId xmlns:a16="http://schemas.microsoft.com/office/drawing/2014/main" id="{93C5F45F-5C25-4060-81EF-81F7098D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116982"/>
              </p:ext>
            </p:extLst>
          </p:nvPr>
        </p:nvGraphicFramePr>
        <p:xfrm>
          <a:off x="5874478" y="3380798"/>
          <a:ext cx="4248472" cy="1926352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h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表示长整型整数，用于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表示短整型整数，用于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表示输出数据的宽度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.n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对浮点数，表示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位小数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对字符串，表示前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个字符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输出左对齐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218114-31B3-49A2-B191-8D108F96CF06}"/>
              </a:ext>
            </a:extLst>
          </p:cNvPr>
          <p:cNvSpPr/>
          <p:nvPr/>
        </p:nvSpPr>
        <p:spPr bwMode="auto">
          <a:xfrm>
            <a:off x="813999" y="2987098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C5C001-DC0F-4005-8223-90E8503C2D11}"/>
              </a:ext>
            </a:extLst>
          </p:cNvPr>
          <p:cNvSpPr/>
          <p:nvPr/>
        </p:nvSpPr>
        <p:spPr bwMode="auto">
          <a:xfrm>
            <a:off x="5874479" y="2987098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936242-5FE7-4111-9506-8964CB3C6B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13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Welcome\x21\n");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70"/>
            <a:ext cx="4147127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\x21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zh-CN" altLang="en-US" sz="1600" b="1" dirty="0">
                <a:latin typeface="+mn-ea"/>
              </a:rPr>
              <a:t>哪个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字符的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进制转义表示？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!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转义符在格式控制表列中的输出形式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是：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整数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739241" y="1323975"/>
            <a:ext cx="610020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写出与左侧程序输出完全一致的，用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实现的代码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贴源码或截图均可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7526F5-7B9E-9178-87E5-8CD55A6B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47" y="3865243"/>
            <a:ext cx="3363327" cy="13263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85DFEA-E9B5-7AFB-82C8-1A2172B4D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033" y="2178372"/>
            <a:ext cx="6175160" cy="350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7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23B5A-A0F8-45DD-A85D-EEEA057043FC}"/>
              </a:ext>
            </a:extLst>
          </p:cNvPr>
          <p:cNvSpPr/>
          <p:nvPr/>
        </p:nvSpPr>
        <p:spPr bwMode="auto">
          <a:xfrm>
            <a:off x="59211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小于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，只输出第一个数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%d 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EA1E5C-88C7-4721-A15B-AC0D975F178C}"/>
              </a:ext>
            </a:extLst>
          </p:cNvPr>
          <p:cNvSpPr/>
          <p:nvPr/>
        </p:nvSpPr>
        <p:spPr bwMode="auto">
          <a:xfrm>
            <a:off x="571425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大于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报</a:t>
            </a:r>
            <a:r>
              <a:rPr kumimoji="1" lang="en-US" altLang="zh-CN" sz="1600" b="1" u="sng" dirty="0">
                <a:latin typeface="+mn-ea"/>
              </a:rPr>
              <a:t>warning</a:t>
            </a:r>
            <a:r>
              <a:rPr kumimoji="1" lang="zh-CN" altLang="en-US" sz="1600" b="1" u="sng" dirty="0">
                <a:latin typeface="+mn-ea"/>
              </a:rPr>
              <a:t>，最后多出的</a:t>
            </a:r>
            <a:r>
              <a:rPr kumimoji="1" lang="en-US" altLang="zh-CN" sz="1600" b="1" u="sng" dirty="0">
                <a:latin typeface="+mn-ea"/>
              </a:rPr>
              <a:t>%d</a:t>
            </a:r>
            <a:r>
              <a:rPr kumimoji="1" lang="zh-CN" altLang="en-US" sz="1600" b="1" u="sng" dirty="0">
                <a:latin typeface="+mn-ea"/>
              </a:rPr>
              <a:t>对应输出未知数字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E5B522-6B25-846E-4874-DDC5F0BB0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65" y="3682664"/>
            <a:ext cx="3503150" cy="11894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3D55AA-26EF-FED9-4C58-FAEF1A8BD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84" y="5095283"/>
            <a:ext cx="5122140" cy="3437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4C9F94C-CDA6-E398-2E15-47A52D181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960" y="3690474"/>
            <a:ext cx="4077269" cy="13622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BFBF19-7956-40BF-ABD4-4FE162284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504" y="5265702"/>
            <a:ext cx="6296412" cy="31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ret1, ret2, ret3, ret4, ret5;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ret1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b=%d\n",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ret2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b=%d\n", a,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跟上面比，少一个逗号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ret3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ret4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ret5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("Hello");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跟上面比，少一个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("\n");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 %d %d %d\n", ret1, ret2, ret3, ret4, ret5);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7232073" y="1323975"/>
            <a:ext cx="360737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对运行结果进行分析后，你认为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的返回值的含义是：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输出的“”内的字符串的长度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B61CF7-0FCC-73AC-F506-1E6EA586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2" y="1656266"/>
            <a:ext cx="3607376" cy="235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6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0613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 = -2;</a:t>
            </a:r>
          </a:p>
          <a:p>
            <a:r>
              <a:rPr lang="pt-BR" altLang="zh-CN" sz="1200" b="1" dirty="0">
                <a:latin typeface="+mn-ea"/>
              </a:rPr>
              <a:t>    printf("a=%hi %hd %hu %ho %hx %hX\n", a, a, a, a, a, a);</a:t>
            </a:r>
          </a:p>
          <a:p>
            <a:r>
              <a:rPr lang="pt-BR" altLang="zh-CN" sz="1200" b="1" dirty="0">
                <a:latin typeface="+mn-ea"/>
              </a:rPr>
              <a:t>    printf("a=%i %d %u %o %x %X\n", a, a, a, a, a, a);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("a=%li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a, a, a, a, a, a);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short b = 40000;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 %d %u %o %x %X\n", b, b, b, b, b, b);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b, b, b, b, b, b);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c = 70000;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("c=%hi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c, c, c, c, c, c);</a:t>
            </a:r>
          </a:p>
          <a:p>
            <a:r>
              <a:rPr lang="pt-BR" altLang="zh-CN" sz="1200" b="1" dirty="0">
                <a:latin typeface="+mn-ea"/>
              </a:rPr>
              <a:t>    printf("c=%i %d %u %o %x %X\n", c, c, c, c, c, c);</a:t>
            </a:r>
          </a:p>
          <a:p>
            <a:r>
              <a:rPr lang="it-IT" altLang="zh-CN" sz="1200" b="1" dirty="0">
                <a:latin typeface="+mn-ea"/>
              </a:rPr>
              <a:t>    printf("c=%li %ld %lu %lo %lx %lX\n", c, c, c, c, c, c);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653454" y="1323972"/>
            <a:ext cx="51829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用于</a:t>
            </a:r>
            <a:r>
              <a:rPr kumimoji="1" lang="en-US" altLang="zh-CN" sz="1600" b="1" dirty="0" err="1">
                <a:latin typeface="+mn-ea"/>
              </a:rPr>
              <a:t>d,o,x,u</a:t>
            </a:r>
            <a:r>
              <a:rPr kumimoji="1" lang="zh-CN" altLang="en-US" sz="1600" b="1" dirty="0">
                <a:latin typeface="+mn-ea"/>
              </a:rPr>
              <a:t>之前，表示输出长整型整数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用于</a:t>
            </a:r>
            <a:r>
              <a:rPr kumimoji="1" lang="en-US" altLang="zh-CN" sz="1600" b="1" dirty="0" err="1">
                <a:latin typeface="+mn-ea"/>
              </a:rPr>
              <a:t>d,o,x,u</a:t>
            </a:r>
            <a:r>
              <a:rPr kumimoji="1" lang="zh-CN" altLang="en-US" sz="1600" b="1" dirty="0">
                <a:latin typeface="+mn-ea"/>
              </a:rPr>
              <a:t>之前，表示输出短整型整数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在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方式中，如果要输出的数据类型与格式控制符的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类型不一致，则以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数据类型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提醒：先看清楚，是字母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l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还是数字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2F6B4-F414-9129-F1BD-D624E15F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74" y="1214749"/>
            <a:ext cx="4457141" cy="20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94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ld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("a=%10ld*\n",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("a=%-10ld*\n\n",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("a=%-10d*\n\n", a);</a:t>
            </a:r>
            <a:r>
              <a:rPr kumimoji="1" lang="en-US" altLang="zh-CN" sz="800" b="1" dirty="0">
                <a:solidFill>
                  <a:srgbClr val="0070C0"/>
                </a:solidFill>
                <a:latin typeface="+mn-ea"/>
              </a:rPr>
              <a:t>//</a:t>
            </a:r>
            <a:r>
              <a:rPr kumimoji="1" lang="zh-CN" altLang="en-US" sz="800" b="1" dirty="0">
                <a:solidFill>
                  <a:srgbClr val="0070C0"/>
                </a:solidFill>
                <a:latin typeface="+mn-ea"/>
              </a:rPr>
              <a:t>这个多出来的</a:t>
            </a:r>
            <a:r>
              <a:rPr kumimoji="1" lang="en-US" altLang="zh-CN" sz="800" b="1" dirty="0">
                <a:solidFill>
                  <a:srgbClr val="0070C0"/>
                </a:solidFill>
                <a:latin typeface="+mn-ea"/>
              </a:rPr>
              <a:t>\n</a:t>
            </a:r>
            <a:r>
              <a:rPr kumimoji="1" lang="zh-CN" altLang="en-US" sz="800" b="1" dirty="0">
                <a:solidFill>
                  <a:srgbClr val="0070C0"/>
                </a:solidFill>
                <a:latin typeface="+mn-ea"/>
              </a:rPr>
              <a:t>应该写在下一行吧？</a:t>
            </a:r>
            <a:endParaRPr kumimoji="1" lang="en-US" altLang="zh-CN" sz="800" b="1" dirty="0">
              <a:solidFill>
                <a:srgbClr val="0070C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("a=%-10d*\n", -a);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("a=%10hd*\n",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("a=%-10hd*\n\n",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%10ld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%-10ld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长整型带符号十进制数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%d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hd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%10hd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%-10hd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zh-CN" altLang="en-US" sz="1600" b="1" u="sng" dirty="0">
                <a:latin typeface="+mn-ea"/>
              </a:rPr>
              <a:t>短整型带符号十进制数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如果输出负数且指定宽度，负号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总宽度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2D1B2F-C49E-6964-EB18-7074527C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935" y="-12474"/>
            <a:ext cx="2338778" cy="26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 = 123.456f;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123456789.0f;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0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小数（小数点后有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位）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指数（小数点后有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位） 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指数（小数点后有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位） 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形式输出，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的区别是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输出的是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还是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（大小写）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f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中选择宽度较短的形式输出浮点数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仔细观察并叙述清楚，如果觉得左例还不足以理解，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可以自己再构造测试数据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：输出形式的差别为</a:t>
            </a:r>
            <a:r>
              <a:rPr kumimoji="1" lang="en-US" altLang="zh-CN" sz="1600" b="1" dirty="0">
                <a:latin typeface="+mn-ea"/>
              </a:rPr>
              <a:t>_e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大小写的差别</a:t>
            </a:r>
            <a:r>
              <a:rPr kumimoji="1" lang="en-US" altLang="zh-CN" sz="1600" b="1" dirty="0">
                <a:latin typeface="+mn-ea"/>
              </a:rPr>
              <a:t>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B337AB-8316-3252-20E9-B1EAB745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028" y="1594857"/>
            <a:ext cx="2694618" cy="38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f = 123.456;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数据：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、格式符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是否有区别？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、如何证明你给出的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的结论？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提示：三组数据的哪组能证明？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三组数据都能证明，因为三组数据在使用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输出时的结果无差别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475B30-D7DF-F938-3A85-664D26034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84" y="1464048"/>
            <a:ext cx="2580073" cy="449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26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#include &lt;</a:t>
            </a:r>
            <a:r>
              <a:rPr kumimoji="1" lang="en-US" altLang="zh-CN" sz="1200" b="1" dirty="0" err="1">
                <a:latin typeface="+mn-ea"/>
              </a:rPr>
              <a:t>stdio.h</a:t>
            </a:r>
            <a:r>
              <a:rPr kumimoji="1" lang="en-US" altLang="zh-CN" sz="12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double f = 123456.789;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("f=%10.2f*\n",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("f=%-10.2f*\n\n",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("f=%10.2e*\n",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("f=%-10.2e*\n\n",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("f=%-10.2g*\n", -f);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("f=%-10.3g*\n",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运行结果：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参考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zh-CN" altLang="en-US" sz="1200" b="1" dirty="0">
                <a:latin typeface="+mn-ea"/>
              </a:rPr>
              <a:t>的格式控制符和附加格式控制符，给出解释：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%10.2f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浮点数小数形式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%-10.2f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浮点数小数形式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___10______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__2____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%10.2e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浮点数指数形式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%-10.2e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浮点数指数形式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____10_____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ea"/>
              </a:rPr>
              <a:t>对</a:t>
            </a:r>
            <a:r>
              <a:rPr lang="en-US" altLang="zh-CN" sz="1200" b="1" dirty="0">
                <a:latin typeface="+mn-ea"/>
              </a:rPr>
              <a:t>%f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%e</a:t>
            </a:r>
            <a:r>
              <a:rPr lang="zh-CN" altLang="en-US" sz="1200" b="1" dirty="0">
                <a:latin typeface="+mn-ea"/>
              </a:rPr>
              <a:t>而言，指定的总宽度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__(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不包含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latin typeface="+mn-ea"/>
              </a:rPr>
              <a:t>小数点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%g</a:t>
            </a:r>
            <a:r>
              <a:rPr kumimoji="1" lang="zh-CN" altLang="en-US" sz="1200" b="1" dirty="0">
                <a:latin typeface="+mn-ea"/>
              </a:rPr>
              <a:t>而言，</a:t>
            </a:r>
            <a:r>
              <a:rPr kumimoji="1" lang="en-US" altLang="zh-CN" sz="1200" b="1" dirty="0">
                <a:latin typeface="+mn-ea"/>
              </a:rPr>
              <a:t>%</a:t>
            </a:r>
            <a:r>
              <a:rPr kumimoji="1" lang="en-US" altLang="zh-CN" sz="1200" b="1" dirty="0" err="1">
                <a:latin typeface="+mn-ea"/>
              </a:rPr>
              <a:t>m.n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代表的位数是指</a:t>
            </a:r>
            <a:r>
              <a:rPr kumimoji="1" lang="en-US" altLang="zh-CN" sz="1200" b="1" dirty="0">
                <a:latin typeface="+mn-ea"/>
              </a:rPr>
              <a:t>______</a:t>
            </a:r>
            <a:r>
              <a:rPr kumimoji="1" lang="zh-CN" altLang="en-US" sz="1200" b="1" dirty="0">
                <a:latin typeface="+mn-ea"/>
              </a:rPr>
              <a:t>有效位数</a:t>
            </a:r>
            <a:r>
              <a:rPr kumimoji="1" lang="en-US" altLang="zh-CN" sz="1200" b="1" dirty="0">
                <a:latin typeface="+mn-ea"/>
              </a:rPr>
              <a:t>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如果输出负数且指定宽度，负号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不占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总宽度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361D3-016D-1BAB-F40D-9FB7BCB7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84" y="1323972"/>
            <a:ext cx="2546469" cy="37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1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f = 123456789.123;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("f=%-10.2f*\n", f);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("f=%.2f*\n\n", f);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12345678901234567.6789;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("d=%-10.2f*\n", 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("d=%.2f*\n\n", d);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给出下面两个概念的结论：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、在数据的有效位数超过精度时，则输出：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在精度以内输出的数字是准确的，超出精度后输出不可信数字，小数部分为</a:t>
            </a:r>
            <a:r>
              <a:rPr kumimoji="1" lang="en-US" altLang="zh-CN" sz="1600" b="1" dirty="0"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、如果指定的总宽度小于有效位数的宽度，则输出：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无视该指定，输出完整的数字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C79FD4-C64C-F830-BA22-26E0509A2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223" y="500332"/>
            <a:ext cx="2928202" cy="23866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880F34-36E7-C86E-1865-2CE1372C5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079" y="2900851"/>
            <a:ext cx="6468378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4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#define str "</a:t>
            </a:r>
            <a:r>
              <a:rPr kumimoji="1" lang="en-US" altLang="zh-CN" sz="1600" b="1" dirty="0" err="1">
                <a:latin typeface="+mn-ea"/>
              </a:rPr>
              <a:t>abcdefghijklmnopqrstuvwxyz</a:t>
            </a:r>
            <a:r>
              <a:rPr kumimoji="1" lang="en-US" altLang="zh-CN" sz="1600" b="1" dirty="0">
                <a:latin typeface="+mn-ea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("str=%-30s*\n",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("str=%-10.5s*\n",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%s  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%30s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__30__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%-30s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字符串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__30__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如果指定的总宽度小于字符串的长度，则：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无视该指定，输出完整字符串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</a:t>
            </a:r>
            <a:r>
              <a:rPr kumimoji="1" lang="en-US" altLang="zh-CN" sz="1600" b="1" dirty="0">
                <a:latin typeface="+mn-ea"/>
              </a:rPr>
              <a:t>%s</a:t>
            </a:r>
            <a:r>
              <a:rPr kumimoji="1" lang="zh-CN" altLang="en-US" sz="1600" b="1" dirty="0">
                <a:latin typeface="+mn-ea"/>
              </a:rPr>
              <a:t>而言，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m.n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代表的位数是指</a:t>
            </a:r>
            <a:r>
              <a:rPr kumimoji="1" lang="en-US" altLang="zh-CN" sz="1600" b="1" dirty="0">
                <a:latin typeface="+mn-ea"/>
              </a:rPr>
              <a:t>_____</a:t>
            </a:r>
            <a:r>
              <a:rPr kumimoji="1" lang="zh-CN" altLang="en-US" sz="1600" b="1" dirty="0">
                <a:latin typeface="+mn-ea"/>
              </a:rPr>
              <a:t>前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_________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FA0C97-505B-B8C8-1B76-E2474DDF5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86" y="112331"/>
            <a:ext cx="3782681" cy="24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71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#include &lt;stdio.h&gt;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#define str "Student"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int a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printf("ch=%c\n",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printf("s=%s\n\n",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printf("a=0%o\n",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printf("a=0x%x\n",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printf("ch=\'%c\'\n",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printf("s=\"%s\"\n\n",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double d = 0.783;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</a:t>
            </a:r>
            <a:r>
              <a:rPr kumimoji="1" lang="zh-CN" altLang="pt-BR" sz="1600" b="1" dirty="0">
                <a:latin typeface="+mn-ea"/>
              </a:rPr>
              <a:t>百分比</a:t>
            </a:r>
            <a:r>
              <a:rPr kumimoji="1" lang="pt-BR" altLang="zh-CN" sz="1600" b="1" dirty="0">
                <a:latin typeface="+mn-ea"/>
              </a:rPr>
              <a:t>=%.2f%%\n", d * 100);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、对比第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组和第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组输出，得出的结论是：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    格式控制符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附加格式控制符，只负责给出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数据本身</a:t>
            </a:r>
            <a:r>
              <a:rPr lang="en-US" altLang="zh-CN" sz="16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的输出，若需要前导字符、单双引号等，需要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自行添加</a:t>
            </a:r>
            <a:r>
              <a:rPr lang="en-US" altLang="zh-CN" sz="1600" b="1" dirty="0">
                <a:latin typeface="+mn-ea"/>
              </a:rPr>
              <a:t>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、输出字符</a:t>
            </a:r>
            <a:r>
              <a:rPr kumimoji="1" lang="en-US" altLang="zh-CN" sz="1600" b="1" dirty="0">
                <a:latin typeface="+mn-ea"/>
              </a:rPr>
              <a:t>'%'</a:t>
            </a:r>
            <a:r>
              <a:rPr kumimoji="1" lang="zh-CN" altLang="en-US" sz="1600" b="1" dirty="0">
                <a:latin typeface="+mn-ea"/>
              </a:rPr>
              <a:t>的方法是：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"%%"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2C8C1E-35CE-D996-7C92-FF5E22A9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746" y="214630"/>
            <a:ext cx="3825227" cy="334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16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格式控制表列，地址表列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>
                <a:latin typeface="+mn-ea"/>
              </a:rPr>
              <a:t>格式控制表列的</a:t>
            </a:r>
            <a:r>
              <a:rPr lang="zh-CN" altLang="en-US" sz="1600" b="1" dirty="0">
                <a:latin typeface="+mn-ea"/>
              </a:rPr>
              <a:t>内容：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格式字符，表示按格式输入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地址表列：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表示取地址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变量名：取该变量的内存地址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★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不能跟表达式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理由与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等相同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常用的格式符种类：</a:t>
            </a:r>
          </a:p>
        </p:txBody>
      </p:sp>
      <p:graphicFrame>
        <p:nvGraphicFramePr>
          <p:cNvPr id="6" name="Group 40">
            <a:extLst>
              <a:ext uri="{FF2B5EF4-FFF2-40B4-BE49-F238E27FC236}">
                <a16:creationId xmlns:a16="http://schemas.microsoft.com/office/drawing/2014/main" id="{998B7E31-38FF-44BF-91F3-EFFD7A706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82130"/>
              </p:ext>
            </p:extLst>
          </p:nvPr>
        </p:nvGraphicFramePr>
        <p:xfrm>
          <a:off x="821879" y="3938435"/>
          <a:ext cx="4991472" cy="268224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输入带符号的十进制形式整数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输入八进制无符号形式整数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x,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输入十六进制无符号形式整数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输入十进制无符号形式整数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输入单个字符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输入小数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指数形式的浮点数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e,E,g,G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ED3010C0-1634-4294-B99E-70A93C1A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99583"/>
              </p:ext>
            </p:extLst>
          </p:nvPr>
        </p:nvGraphicFramePr>
        <p:xfrm>
          <a:off x="6096000" y="4988893"/>
          <a:ext cx="3960440" cy="1633736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l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输入长整型数，用于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double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f,e,g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h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输入短整型数，用于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n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指定输入数据所占的宽度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*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本输入项不赋给相应的变量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FDA51A5-C6A0-40F4-B38B-69CBDDB70A83}"/>
              </a:ext>
            </a:extLst>
          </p:cNvPr>
          <p:cNvSpPr/>
          <p:nvPr/>
        </p:nvSpPr>
        <p:spPr bwMode="auto">
          <a:xfrm>
            <a:off x="821879" y="3574531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19727-16CB-4D35-B28F-88D5119FEA89}"/>
              </a:ext>
            </a:extLst>
          </p:cNvPr>
          <p:cNvSpPr/>
          <p:nvPr/>
        </p:nvSpPr>
        <p:spPr bwMode="auto">
          <a:xfrm>
            <a:off x="6096000" y="4618457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9655E-1A30-4440-B075-E877ECC3AE71}"/>
              </a:ext>
            </a:extLst>
          </p:cNvPr>
          <p:cNvSpPr/>
          <p:nvPr/>
        </p:nvSpPr>
        <p:spPr bwMode="auto">
          <a:xfrm>
            <a:off x="6096000" y="1195488"/>
            <a:ext cx="5915914" cy="3319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特别说明：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    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系列认为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函数是不安全的输入，因此缺省禁止使用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编译报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error)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，如果想继续使用，必须在源程序一开始加定义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为了和其它编译器兼容，以及方便后续课程的学习，我们仍然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会继续使用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scanf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另：加 </a:t>
            </a: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_CRT_SECURE_NO_WARNINGS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的程序在其它编译器中可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FF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/>
                <a:ea typeface="宋体"/>
              </a:rPr>
              <a:t>正常使用</a:t>
            </a:r>
            <a:endParaRPr kumimoji="1" lang="en-US" altLang="zh-CN" sz="1600" b="1" dirty="0">
              <a:solidFill>
                <a:srgbClr val="FF00FF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注：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VS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系列中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C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语言用于安全输入的函数是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，使用方法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同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，考虑到兼容性，不建议大家使用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，有兴</a:t>
            </a:r>
            <a:endParaRPr kumimoji="1" lang="en-US" altLang="zh-CN" sz="1600" b="1" dirty="0">
              <a:solidFill>
                <a:srgbClr val="3333CC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/>
                <a:ea typeface="宋体"/>
              </a:rPr>
              <a:t>趣可以自行查阅有关资料</a:t>
            </a:r>
            <a:endParaRPr kumimoji="1" lang="zh-CN" altLang="en-US" sz="16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1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(↙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表示回车键，下同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结论：用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输入时，如果地址表列中直接跟变量名，则</a:t>
            </a:r>
            <a:r>
              <a:rPr kumimoji="1" lang="en-US" altLang="zh-CN" sz="1200" b="1" dirty="0">
                <a:latin typeface="+mn-ea"/>
              </a:rPr>
              <a:t>_____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(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正确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，其中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未初始化，报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；若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已初始化，出现</a:t>
            </a:r>
            <a:r>
              <a:rPr kumimoji="1" lang="en-US" altLang="zh-CN" sz="1200" b="1" dirty="0">
                <a:latin typeface="+mn-ea"/>
              </a:rPr>
              <a:t>Debug Assertion Failed</a:t>
            </a:r>
            <a:r>
              <a:rPr kumimoji="1" lang="zh-CN" altLang="en-US" sz="1200" b="1" dirty="0">
                <a:latin typeface="+mn-ea"/>
              </a:rPr>
              <a:t>窗口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未初始化，给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赋值一个未知数字；若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已初始化，在键盘输入后不给出反应</a:t>
            </a:r>
            <a:r>
              <a:rPr kumimoji="1" lang="en-US" altLang="zh-CN" sz="1200" b="1" dirty="0">
                <a:latin typeface="+mn-ea"/>
              </a:rPr>
              <a:t>_______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AA3F8-A807-1808-94F3-63F322C1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9962"/>
            <a:ext cx="5829192" cy="2694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60CD2B-2A9C-BF06-4FCC-C022DAAD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82" y="5266088"/>
            <a:ext cx="3795861" cy="1268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FB6B36C-5594-BD3F-C2D7-E6FE56F96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184" y="2483564"/>
            <a:ext cx="2955176" cy="23216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0ECE46-B409-17C2-E941-D6932FA0F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231" y="4841697"/>
            <a:ext cx="3744646" cy="105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90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4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//%d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结论：多个输入时，格式控制符间是否有空格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(</a:t>
            </a:r>
            <a:r>
              <a:rPr kumimoji="1" lang="zh-CN" altLang="en-US" sz="1600" b="1" dirty="0">
                <a:latin typeface="+mn-ea"/>
              </a:rPr>
              <a:t>影响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正确性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63AF88-571A-9F03-CEAF-75E3296B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60" y="4274735"/>
            <a:ext cx="2993116" cy="1000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C6A2DC-9E1E-540B-22BC-6790F8C61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61" y="5764210"/>
            <a:ext cx="2633418" cy="10937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4E96DD-8980-458B-7771-C2F6B2A03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95" y="3910383"/>
            <a:ext cx="2669899" cy="85364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D09898-2D2F-BB28-307C-FE5DB823B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763" y="4755559"/>
            <a:ext cx="3218039" cy="122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9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a=0, b=0;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&amp;a, 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地址表列多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5"/>
            <a:ext cx="5122140" cy="25504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结论：当地址表列的个数多于格式控制符时，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，只有第一个输入的数据被赋给第一个变量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71"/>
            <a:ext cx="5122140" cy="26596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格式符多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71"/>
            <a:ext cx="2572496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44C284-3614-4037-9019-1818F6AE907B}"/>
              </a:ext>
            </a:extLst>
          </p:cNvPr>
          <p:cNvSpPr/>
          <p:nvPr/>
        </p:nvSpPr>
        <p:spPr bwMode="auto">
          <a:xfrm>
            <a:off x="8286750" y="3983669"/>
            <a:ext cx="2549644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5D18E-025F-4069-B6FC-7888B6149CF9}"/>
              </a:ext>
            </a:extLst>
          </p:cNvPr>
          <p:cNvSpPr/>
          <p:nvPr/>
        </p:nvSpPr>
        <p:spPr bwMode="auto">
          <a:xfrm>
            <a:off x="5714254" y="5638799"/>
            <a:ext cx="5122140" cy="8953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结论：当格式控制符的个数多个地址表列时</a:t>
            </a:r>
            <a:r>
              <a:rPr kumimoji="1" lang="en-US" altLang="zh-CN" sz="1200" b="1" dirty="0">
                <a:latin typeface="+mn-ea"/>
              </a:rPr>
              <a:t>_VS</a:t>
            </a:r>
            <a:r>
              <a:rPr kumimoji="1" lang="zh-CN" altLang="en-US" sz="1200" b="1" dirty="0">
                <a:latin typeface="+mn-ea"/>
              </a:rPr>
              <a:t>会报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，在键盘输入后无法给出反应，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不会有错，只会将第一个输入的数赋给变量</a:t>
            </a:r>
            <a:r>
              <a:rPr kumimoji="1" lang="en-US" altLang="zh-CN" sz="1200" b="1" dirty="0">
                <a:latin typeface="+mn-ea"/>
              </a:rPr>
              <a:t>______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A5DCC0-A68D-0708-7DD8-D6FDF635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03" y="3685876"/>
            <a:ext cx="2608607" cy="8286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5BE8FC-8FBB-5330-63D4-BD4572A36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362" y="4471485"/>
            <a:ext cx="4031892" cy="2719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F0C9954-4F61-FB7C-EB3C-D1E2F067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245" y="4785412"/>
            <a:ext cx="2656137" cy="89170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4848647-A3CE-E625-AC1B-40AB69BFF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89" y="5677115"/>
            <a:ext cx="5195968" cy="2642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FDCE098-2514-5355-F3E6-182FB4D88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261" y="4372795"/>
            <a:ext cx="1758638" cy="47629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4042389-E604-02D3-89F4-ED3EE87C7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889" y="4774263"/>
            <a:ext cx="3906874" cy="1825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EFD127-0088-6FFA-A8AF-F9D773D3C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509" y="5321216"/>
            <a:ext cx="1642599" cy="51017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4C5A182-1293-BC89-602E-5F9621D91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4912" y="5845411"/>
            <a:ext cx="3906874" cy="18251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6119E95-894A-27D2-5245-7BBEC99C77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0177" y="3398601"/>
            <a:ext cx="2458488" cy="77814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0E066A2-8D74-9FCA-8664-754DFDB438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8185" y="4711862"/>
            <a:ext cx="2344187" cy="89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80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结论：在输入正确时，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的返回值是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输入的数据赋给的变量的个数</a:t>
            </a:r>
            <a:r>
              <a:rPr kumimoji="1" lang="en-US" altLang="zh-CN" sz="1600" b="1" dirty="0">
                <a:latin typeface="+mn-ea"/>
              </a:rPr>
              <a:t>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914A7F-F533-4BAC-1B24-DA9CA315A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2" y="4673965"/>
            <a:ext cx="4086795" cy="1276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31E4FB-60BF-FD2A-486F-97EE2F05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178" y="4349593"/>
            <a:ext cx="405821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1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983666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10,15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=%d", &amp;a, &amp;b);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10,15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a=10,b=15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结论：当格式控制符中有其它字符（逗号，</a:t>
            </a:r>
            <a:r>
              <a:rPr kumimoji="1" lang="en-US" altLang="zh-CN" sz="1200" b="1" dirty="0">
                <a:latin typeface="+mn-ea"/>
              </a:rPr>
              <a:t>a=</a:t>
            </a:r>
            <a:r>
              <a:rPr kumimoji="1" lang="zh-CN" altLang="en-US" sz="1200" b="1" dirty="0">
                <a:latin typeface="+mn-ea"/>
              </a:rPr>
              <a:t>等）时，对这些字符的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输入方法是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按照原样在键盘上输入</a:t>
            </a:r>
            <a:r>
              <a:rPr kumimoji="1" lang="en-US" altLang="zh-CN" sz="1200" b="1" dirty="0">
                <a:latin typeface="+mn-ea"/>
              </a:rPr>
              <a:t>________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24FCE5-4D27-5103-5A83-8251774BB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81" y="4305318"/>
            <a:ext cx="2786893" cy="9585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C1EF05C-8A60-A1BE-16C4-F117944D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81" y="5534026"/>
            <a:ext cx="3187416" cy="10001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9E0F94-3FFF-F042-AA31-35743A117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895" y="3337012"/>
            <a:ext cx="2868570" cy="9163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A4610B-EBFC-FC61-41DC-F21AF56AB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895" y="4230567"/>
            <a:ext cx="2780351" cy="9145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3DE52F0-F627-570B-5ABC-CACE299C4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080" y="5082201"/>
            <a:ext cx="2938994" cy="9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41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3446485" cy="31146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0589" y="4438649"/>
            <a:ext cx="3446485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6B113-D59A-4183-9543-77347AAC4566}"/>
              </a:ext>
            </a:extLst>
          </p:cNvPr>
          <p:cNvSpPr/>
          <p:nvPr/>
        </p:nvSpPr>
        <p:spPr bwMode="auto">
          <a:xfrm>
            <a:off x="7480508" y="1323965"/>
            <a:ext cx="3520867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5F224-2C6E-4BB6-8EC5-B84635D1F911}"/>
              </a:ext>
            </a:extLst>
          </p:cNvPr>
          <p:cNvSpPr/>
          <p:nvPr/>
        </p:nvSpPr>
        <p:spPr bwMode="auto">
          <a:xfrm>
            <a:off x="7486249" y="4438641"/>
            <a:ext cx="3512075" cy="12090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70000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0F3F63-DACA-4A70-834E-261EE777A3A4}"/>
              </a:ext>
            </a:extLst>
          </p:cNvPr>
          <p:cNvSpPr/>
          <p:nvPr/>
        </p:nvSpPr>
        <p:spPr bwMode="auto">
          <a:xfrm>
            <a:off x="4038600" y="1323969"/>
            <a:ext cx="3441908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("c=%d\n",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300598-E1EC-48F0-8F31-63C5AEA2936F}"/>
              </a:ext>
            </a:extLst>
          </p:cNvPr>
          <p:cNvSpPr/>
          <p:nvPr/>
        </p:nvSpPr>
        <p:spPr bwMode="auto">
          <a:xfrm>
            <a:off x="4037074" y="4438645"/>
            <a:ext cx="3443434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BC8F18-2F36-419F-9503-80B433A8719D}"/>
              </a:ext>
            </a:extLst>
          </p:cNvPr>
          <p:cNvSpPr/>
          <p:nvPr/>
        </p:nvSpPr>
        <p:spPr bwMode="auto">
          <a:xfrm>
            <a:off x="590589" y="5647691"/>
            <a:ext cx="10407735" cy="886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、附加格式控制符</a:t>
            </a:r>
            <a:r>
              <a:rPr kumimoji="1" lang="en-US" altLang="zh-CN" sz="1200" b="1" dirty="0">
                <a:latin typeface="+mn-ea"/>
              </a:rPr>
              <a:t>h</a:t>
            </a:r>
            <a:r>
              <a:rPr kumimoji="1" lang="zh-CN" altLang="en-US" sz="1200" b="1" dirty="0">
                <a:latin typeface="+mn-ea"/>
              </a:rPr>
              <a:t>的作用是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用于</a:t>
            </a:r>
            <a:r>
              <a:rPr kumimoji="1" lang="en-US" altLang="zh-CN" sz="1200" b="1" dirty="0">
                <a:latin typeface="+mn-ea"/>
              </a:rPr>
              <a:t>d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o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x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u</a:t>
            </a:r>
            <a:r>
              <a:rPr kumimoji="1" lang="zh-CN" altLang="en-US" sz="1200" b="1" dirty="0">
                <a:latin typeface="+mn-ea"/>
              </a:rPr>
              <a:t>格式字符前，输入短整型数</a:t>
            </a:r>
            <a:r>
              <a:rPr kumimoji="1" lang="en-US" altLang="zh-CN" sz="1200" b="1" dirty="0"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200" b="1" dirty="0">
                <a:latin typeface="+mn-ea"/>
              </a:rPr>
              <a:t>4/2</a:t>
            </a:r>
            <a:r>
              <a:rPr kumimoji="1" lang="zh-CN" altLang="en-US" sz="1200" b="1" dirty="0">
                <a:latin typeface="+mn-ea"/>
              </a:rPr>
              <a:t>字节），则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错，格式符数据类型大于变量类型，给变量赋的值是对的，格式符数据类型小于变量类型，给变量赋的值是错的</a:t>
            </a:r>
            <a:r>
              <a:rPr kumimoji="1" lang="en-US" altLang="zh-CN" sz="1200" b="1" dirty="0">
                <a:latin typeface="+mn-ea"/>
              </a:rPr>
              <a:t>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、记住这个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，相关错误的原理性分析，第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章完成后会明白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1BBD1E-F67F-991C-1CF4-AEF1DE53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33" y="4056498"/>
            <a:ext cx="2073545" cy="14731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185542-A9FA-87D9-5E4D-EE982744D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56941"/>
            <a:ext cx="4232694" cy="1453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AB4589D-9EA6-AAD1-DF65-8188ED8C5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113" y="4804834"/>
            <a:ext cx="2498349" cy="81555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9F37F1-9696-2719-5C8A-BF07A7657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412" y="5702299"/>
            <a:ext cx="5154939" cy="1588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CA3C5BD-AF7C-B65F-8728-0ABE4F9B7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429" y="4085331"/>
            <a:ext cx="2943508" cy="8775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F1E67A6-0AA5-7A77-F8E5-F3703EFF24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9163" y="4962856"/>
            <a:ext cx="2855269" cy="92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43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("%d %x %o",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("a=%d, b=%d, c=%d\n",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56CD1B-B98C-467D-1DA1-8BF0AC66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688" y="1434502"/>
            <a:ext cx="3361000" cy="10312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506D4F-9DD2-38A5-E404-0511C937E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013" y="2576248"/>
            <a:ext cx="3360188" cy="10814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564BF6-4544-3A90-920E-CC13090D6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936" y="3768218"/>
            <a:ext cx="3485064" cy="11890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B5281E-66B4-2F83-4EEA-C670FA62E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748" y="5179101"/>
            <a:ext cx="3360188" cy="113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30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%hx %ho", &amp;a, &amp;b, &amp;c);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b=%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, 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\n", a, b, 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EA5BCA-92E4-61E0-5F70-8C03C06F4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553" y="1214743"/>
            <a:ext cx="3509361" cy="10991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97CFC2-4C8B-274A-7F56-07A13D3C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523" y="2341032"/>
            <a:ext cx="3667127" cy="11342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CD5937-112F-61CD-FCA2-8CCE85848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340" y="3673888"/>
            <a:ext cx="3715935" cy="13308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55CA8C-00F1-DEE0-F250-BA7DA15D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99" y="5343088"/>
            <a:ext cx="3556708" cy="12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93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31527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 %*2d 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 b=%d\n",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4476749"/>
            <a:ext cx="5122140" cy="2057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*md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*m</a:t>
            </a:r>
            <a:r>
              <a:rPr kumimoji="1" lang="zh-CN" altLang="en-US" sz="1600" b="1" dirty="0">
                <a:latin typeface="+mn-ea"/>
              </a:rPr>
              <a:t>表示：输入数据时不赋给变量的宽度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3152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("a=%d\n",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4476750"/>
            <a:ext cx="5122140" cy="20478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%md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表示：输入数据的宽度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5E55AB-9FCE-2883-7B4C-8CFA6220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87" y="4811292"/>
            <a:ext cx="3347347" cy="1016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5F1CD0-19ED-1928-612F-1CBE0DF0C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567" y="4811292"/>
            <a:ext cx="3745203" cy="1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9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7514394" y="1323970"/>
            <a:ext cx="3537537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%3d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405325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AEFAD7-4E6A-40BB-8C6F-D16012EA5A30}"/>
              </a:ext>
            </a:extLst>
          </p:cNvPr>
          <p:cNvSpPr/>
          <p:nvPr/>
        </p:nvSpPr>
        <p:spPr bwMode="auto">
          <a:xfrm>
            <a:off x="4053254" y="1323969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%x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C01EBE-E02B-4308-936A-5E7671612492}"/>
              </a:ext>
            </a:extLst>
          </p:cNvPr>
          <p:cNvSpPr/>
          <p:nvPr/>
        </p:nvSpPr>
        <p:spPr bwMode="auto">
          <a:xfrm>
            <a:off x="7514394" y="3692769"/>
            <a:ext cx="3537537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12a**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530A6-81DD-44C3-A9A3-E1D20B3C3295}"/>
              </a:ext>
            </a:extLst>
          </p:cNvPr>
          <p:cNvSpPr/>
          <p:nvPr/>
        </p:nvSpPr>
        <p:spPr bwMode="auto">
          <a:xfrm>
            <a:off x="590589" y="5723792"/>
            <a:ext cx="10461342" cy="8103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输入的终止条件是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输入空格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非法输入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超出指定的输入宽度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输入回车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共四项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229ED9-A0E3-0CB7-8CB2-F5EEB34C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79" y="3498012"/>
            <a:ext cx="1897811" cy="6426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598CC7-3229-C55A-2066-22045869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377" y="4482818"/>
            <a:ext cx="2170372" cy="72178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2A7336-FF18-3662-6DA4-292DB553A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117" y="5354525"/>
            <a:ext cx="2275234" cy="71507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1EEEF2A-C220-44C8-57DB-6FF3F0A07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819" y="3429000"/>
            <a:ext cx="1897811" cy="57427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C0E781E-A5EF-3617-F87F-2F1DF6D0D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785" y="4460637"/>
            <a:ext cx="1984088" cy="59289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8EEA332-475D-2DA1-CC09-0FB029ADE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382" y="5206227"/>
            <a:ext cx="2396045" cy="70439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ADA8CFC-0038-5EED-F508-576AB68AD1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2959" y="3328659"/>
            <a:ext cx="2894806" cy="87804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AC7FEE7-C3F0-606C-8A0F-73D2C94686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5539" y="4150469"/>
            <a:ext cx="2583811" cy="74247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A622C5C-3F0E-CF71-1B0A-B8080031FC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5837" y="5098764"/>
            <a:ext cx="2529697" cy="81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6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3600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("%3d%*2d%3d",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("%d</a:t>
            </a:r>
            <a:r>
              <a:rPr kumimoji="1" lang="en-US" altLang="zh-CN" sz="1600" b="1" dirty="0">
                <a:latin typeface="宋体"/>
              </a:rPr>
              <a:t> %d\n", a, 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683977"/>
            <a:ext cx="5122140" cy="2453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12345678↙ 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123456789↙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/>
                <a:ea typeface="宋体" pitchFamily="2" charset="-122"/>
                <a:cs typeface="Times New Roman" charset="0"/>
              </a:rPr>
              <a:t>123 45 678↙</a:t>
            </a:r>
            <a:r>
              <a:rPr kumimoji="1" lang="zh-CN" altLang="en-US" sz="16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600" b="1" dirty="0">
              <a:latin typeface="宋体"/>
              <a:ea typeface="宋体" pitchFamily="2" charset="-122"/>
              <a:cs typeface="Times New Roman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5122140" cy="23600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("%3d%3d",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</a:t>
            </a:r>
            <a:r>
              <a:rPr kumimoji="1" lang="en-US" altLang="zh-CN" sz="1600" b="1" dirty="0">
                <a:latin typeface="+mn-ea"/>
              </a:rPr>
              <a:t> %d\n", a,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680314"/>
            <a:ext cx="5122140" cy="24567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12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↙ 345↙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12↙ 3456↙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 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123↙456↙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1234︺5678↙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 ，输出：</a:t>
            </a:r>
            <a:endParaRPr kumimoji="1" lang="en-US" altLang="zh-CN" sz="1200" b="1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123456↙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宋体"/>
              <a:ea typeface="宋体" pitchFamily="2" charset="-122"/>
              <a:cs typeface="Times New Roman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/>
                <a:ea typeface="宋体" pitchFamily="2" charset="-122"/>
              </a:rPr>
              <a:t>输入：</a:t>
            </a:r>
            <a:r>
              <a:rPr kumimoji="1" lang="en-US" altLang="zh-CN" sz="1200" b="1" u="sng" dirty="0">
                <a:latin typeface="宋体"/>
                <a:ea typeface="宋体" pitchFamily="2" charset="-122"/>
              </a:rPr>
              <a:t>1</a:t>
            </a:r>
            <a:r>
              <a:rPr kumimoji="1" lang="en-US" altLang="zh-CN" sz="1200" b="1" u="sng" dirty="0">
                <a:latin typeface="宋体"/>
                <a:ea typeface="宋体" pitchFamily="2" charset="-122"/>
                <a:cs typeface="Times New Roman" charset="0"/>
              </a:rPr>
              <a:t>2345678↙</a:t>
            </a:r>
            <a:r>
              <a:rPr kumimoji="1" lang="en-US" altLang="zh-CN" sz="1200" b="1" dirty="0">
                <a:latin typeface="宋体"/>
                <a:ea typeface="宋体" pitchFamily="2" charset="-122"/>
                <a:cs typeface="Times New Roman" charset="0"/>
              </a:rPr>
              <a:t>   </a:t>
            </a:r>
            <a:r>
              <a:rPr kumimoji="1" lang="zh-CN" altLang="en-US" sz="1200" b="1" dirty="0">
                <a:latin typeface="宋体"/>
                <a:ea typeface="宋体" pitchFamily="2" charset="-122"/>
                <a:cs typeface="Times New Roman" charset="0"/>
              </a:rPr>
              <a:t>，输出：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注：特别关注第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项的结果，想想为什么？：</a:t>
            </a:r>
            <a:r>
              <a:rPr kumimoji="1" lang="zh-CN" altLang="en-US" sz="1050" b="1" dirty="0">
                <a:latin typeface="+mn-ea"/>
              </a:rPr>
              <a:t>将输入的数据按顺序读取并赋给变量，没有赋的存放在缓冲区，下一次读取并赋给变量的时候在缓冲区中按顺序读取，因此在读取赋给</a:t>
            </a:r>
            <a:r>
              <a:rPr kumimoji="1" lang="en-US" altLang="zh-CN" sz="1050" b="1" dirty="0">
                <a:latin typeface="+mn-ea"/>
              </a:rPr>
              <a:t>b</a:t>
            </a:r>
            <a:r>
              <a:rPr kumimoji="1" lang="zh-CN" altLang="en-US" sz="1050" b="1" dirty="0">
                <a:latin typeface="+mn-ea"/>
              </a:rPr>
              <a:t>的数据是从</a:t>
            </a:r>
            <a:r>
              <a:rPr kumimoji="1" lang="en-US" altLang="zh-CN" sz="1050" b="1" dirty="0">
                <a:latin typeface="+mn-ea"/>
              </a:rPr>
              <a:t>3</a:t>
            </a:r>
            <a:r>
              <a:rPr kumimoji="1" lang="zh-CN" altLang="en-US" sz="1050" b="1" dirty="0">
                <a:latin typeface="+mn-ea"/>
              </a:rPr>
              <a:t>开始读，到空格输入终止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CF29FC-145E-4F6B-97EC-4C0FF5963AAF}"/>
              </a:ext>
            </a:extLst>
          </p:cNvPr>
          <p:cNvSpPr/>
          <p:nvPr/>
        </p:nvSpPr>
        <p:spPr bwMode="auto">
          <a:xfrm>
            <a:off x="590588" y="6563765"/>
            <a:ext cx="10245806" cy="7209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考查上题得出的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终止条件的结论是否完整，如果不完整，补充修改上题的结论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6B49F7-D7F0-968C-549D-4AD6F0D9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40" y="3077332"/>
            <a:ext cx="2512012" cy="8954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8C98DE-E291-239D-3A1A-CC7180F61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811" y="3583910"/>
            <a:ext cx="2043575" cy="7778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64495C-FCA7-3013-939D-822CE273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340" y="4338769"/>
            <a:ext cx="1814372" cy="62593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711FE3-B215-3064-B659-7331B1E34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768" y="4727676"/>
            <a:ext cx="2080252" cy="6607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7C042B-220C-34AE-AF40-18BBF36BC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5340" y="5334827"/>
            <a:ext cx="1939880" cy="5607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CC32533-B97C-3DD4-79D8-6568F1EFE4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036" y="5580253"/>
            <a:ext cx="2024345" cy="5715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0B3E34C-FB39-AF1B-E7CC-246B7A2734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4250" y="3140015"/>
            <a:ext cx="3152752" cy="83280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54216CA-3488-BFB8-CBC8-124C746DDA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4250" y="3997624"/>
            <a:ext cx="2730724" cy="74998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1A29296-AA8E-6823-5307-168580F8CD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8331" y="4753167"/>
            <a:ext cx="2822562" cy="73830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05D0B98-3B5E-5C2E-F952-23E2CBCD0A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8330" y="5527962"/>
            <a:ext cx="2807191" cy="8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15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L.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("%f", &amp;f);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("f=%f\n",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、附加格式控制符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放在</a:t>
            </a:r>
            <a:r>
              <a:rPr kumimoji="1" lang="en-US" altLang="zh-CN" sz="1600" b="1" dirty="0">
                <a:latin typeface="+mn-ea"/>
              </a:rPr>
              <a:t>f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e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g</a:t>
            </a:r>
            <a:r>
              <a:rPr kumimoji="1" lang="zh-CN" altLang="en-US" sz="1600" b="1" dirty="0">
                <a:latin typeface="+mn-ea"/>
              </a:rPr>
              <a:t>前表示输入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型数，放在</a:t>
            </a:r>
            <a:r>
              <a:rPr kumimoji="1" lang="en-US" altLang="zh-CN" sz="1600" b="1" dirty="0">
                <a:latin typeface="+mn-ea"/>
              </a:rPr>
              <a:t>d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o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u</a:t>
            </a:r>
            <a:r>
              <a:rPr kumimoji="1" lang="zh-CN" altLang="en-US" sz="1600" b="1" dirty="0">
                <a:latin typeface="+mn-ea"/>
              </a:rPr>
              <a:t>前表述输入长整型数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600" b="1" dirty="0">
                <a:latin typeface="+mn-ea"/>
              </a:rPr>
              <a:t>4/8</a:t>
            </a:r>
            <a:r>
              <a:rPr kumimoji="1" lang="zh-CN" altLang="en-US" sz="1600" b="1" dirty="0">
                <a:latin typeface="+mn-ea"/>
              </a:rPr>
              <a:t>字节），则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，赋给变量的数据错误</a:t>
            </a:r>
            <a:r>
              <a:rPr kumimoji="1" lang="en-US" altLang="zh-CN" sz="1600" b="1" dirty="0">
                <a:latin typeface="+mn-ea"/>
              </a:rPr>
              <a:t>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中，输出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中， 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4"/>
            <a:ext cx="2625871" cy="1236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9647B8-4068-87F2-827F-A9094470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01" y="4303662"/>
            <a:ext cx="2745013" cy="8574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686FEB-E399-A511-3F4E-4DA4DCDF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558" y="4113975"/>
            <a:ext cx="1918298" cy="137305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ED2554-E52E-3A2A-A231-1AC02031E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176" y="5186891"/>
            <a:ext cx="3546584" cy="14287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6DDB921-57B6-CCFB-C071-CD6750D35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264" y="4381025"/>
            <a:ext cx="2323053" cy="70629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0EC0B04-C5E2-0D08-1B62-B6E4738D3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189" y="4306322"/>
            <a:ext cx="3906811" cy="47273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F1E1C18-E95D-F4E1-119E-672987EC4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1121" y="4779056"/>
            <a:ext cx="4805479" cy="10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72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M.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714254" y="1323970"/>
            <a:ext cx="5122140" cy="24567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("%7f", &amp;f);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780692"/>
            <a:ext cx="5122140" cy="2039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1"/>
            <a:ext cx="5122140" cy="24567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("%7.2f", &amp;f);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4F7020-1E85-4E42-85B3-DF1599847D9A}"/>
              </a:ext>
            </a:extLst>
          </p:cNvPr>
          <p:cNvSpPr/>
          <p:nvPr/>
        </p:nvSpPr>
        <p:spPr bwMode="auto">
          <a:xfrm>
            <a:off x="592114" y="3780693"/>
            <a:ext cx="5122140" cy="20398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582C0F-6A84-4677-9843-F794C5DAB88B}"/>
              </a:ext>
            </a:extLst>
          </p:cNvPr>
          <p:cNvSpPr/>
          <p:nvPr/>
        </p:nvSpPr>
        <p:spPr bwMode="auto">
          <a:xfrm>
            <a:off x="590589" y="5820507"/>
            <a:ext cx="10245805" cy="71363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%mf/%</a:t>
            </a:r>
            <a:r>
              <a:rPr kumimoji="1" lang="en-US" altLang="zh-CN" sz="1200" b="1" dirty="0" err="1">
                <a:latin typeface="+mn-ea"/>
              </a:rPr>
              <a:t>mlf</a:t>
            </a:r>
            <a:r>
              <a:rPr kumimoji="1" lang="zh-CN" altLang="en-US" sz="1200" b="1" dirty="0">
                <a:latin typeface="+mn-ea"/>
              </a:rPr>
              <a:t>如果指定了宽度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赋给变量的值的前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位（包括小数点）与键盘输入的值保持一致，后面不保持一致</a:t>
            </a:r>
            <a:r>
              <a:rPr kumimoji="1" lang="en-US" altLang="zh-CN" sz="1200" b="1" dirty="0">
                <a:latin typeface="+mn-ea"/>
              </a:rPr>
              <a:t>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%m.nf/%</a:t>
            </a:r>
            <a:r>
              <a:rPr kumimoji="1" lang="en-US" altLang="zh-CN" sz="1200" b="1" dirty="0" err="1">
                <a:latin typeface="+mn-ea"/>
              </a:rPr>
              <a:t>m.nlf</a:t>
            </a:r>
            <a:r>
              <a:rPr kumimoji="1" lang="zh-CN" altLang="en-US" sz="1200" b="1" dirty="0">
                <a:latin typeface="+mn-ea"/>
              </a:rPr>
              <a:t>如果指定了精度（小数点后的位数），则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报</a:t>
            </a:r>
            <a:r>
              <a:rPr kumimoji="1" lang="en-US" altLang="zh-CN" sz="1200" b="1" dirty="0">
                <a:latin typeface="+mn-ea"/>
              </a:rPr>
              <a:t>warning</a:t>
            </a:r>
            <a:r>
              <a:rPr kumimoji="1" lang="zh-CN" altLang="en-US" sz="1200" b="1" dirty="0">
                <a:latin typeface="+mn-ea"/>
              </a:rPr>
              <a:t>，变量被赋未知数值</a:t>
            </a:r>
            <a:r>
              <a:rPr kumimoji="1" lang="en-US" altLang="zh-CN" sz="1200" b="1" dirty="0">
                <a:latin typeface="+mn-ea"/>
              </a:rPr>
              <a:t>____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（注：确认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%f/%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lf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是否支持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.n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形式的附加格式控制符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8578D9-5278-46D5-847C-31B03B7D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39" y="3386598"/>
            <a:ext cx="2415952" cy="7881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6BBF03-4837-3E4A-58F1-AA0985363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24" y="2036647"/>
            <a:ext cx="3988484" cy="3300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27479EE-5CCF-5250-797F-420AA1E1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635" y="4297708"/>
            <a:ext cx="2562154" cy="7797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C2F5E3-B190-DB10-4933-B0E88120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363" y="5019595"/>
            <a:ext cx="2809437" cy="8588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5A216FD-7B8E-F5B7-665E-6DB9BE00C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483" y="3552824"/>
            <a:ext cx="2736474" cy="8800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6F8B049-65D9-6ABB-7334-6E58246B7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037" y="4387772"/>
            <a:ext cx="2675365" cy="82565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7519968-914F-904F-A844-5395BCBC12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50" y="5213366"/>
            <a:ext cx="3074793" cy="9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4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N.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 %c", &amp;c1, &amp;c2);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("c1=%c c2=%c\n",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3539578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c%c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", &amp;c1, &amp;c2);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%c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("c1=%d c2=%d\n", c1, c2);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3539577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（特别关注此项的差异）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87CCDA-74EF-40B1-9633-868C0546D9E2}"/>
              </a:ext>
            </a:extLst>
          </p:cNvPr>
          <p:cNvSpPr/>
          <p:nvPr/>
        </p:nvSpPr>
        <p:spPr bwMode="auto">
          <a:xfrm>
            <a:off x="590589" y="5623353"/>
            <a:ext cx="10245805" cy="910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只读</a:t>
            </a:r>
            <a:r>
              <a:rPr kumimoji="1" lang="en-US" altLang="zh-CN" sz="1200" b="1" dirty="0">
                <a:latin typeface="+mn-ea"/>
              </a:rPr>
              <a:t>___1__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在输入转义符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单引号等特殊字符时，得到的是</a:t>
            </a:r>
            <a:r>
              <a:rPr kumimoji="1" lang="en-US" altLang="zh-CN" sz="1200" b="1" dirty="0">
                <a:latin typeface="+mn-ea"/>
              </a:rPr>
              <a:t>_______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____________(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特殊字符的转义含义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、空格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不是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方式的有效输入，但必须注意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若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的“”中两个格式字符之间没有空格，输入时在相应位置打空格会被读取并赋值给变量，因此不应打空格</a:t>
            </a:r>
            <a:r>
              <a:rPr kumimoji="1" lang="en-US" altLang="zh-CN" sz="1200" b="1" dirty="0">
                <a:latin typeface="+mn-ea"/>
              </a:rPr>
              <a:t>______________________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0B6FCD-94C5-B837-A686-EBDB430E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48" y="3107850"/>
            <a:ext cx="2630631" cy="7712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A0E13D9-A107-C150-0B78-14C692E1F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49" y="3843843"/>
            <a:ext cx="2670888" cy="8006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575FFD1-5787-BA72-3F0D-4724DC78E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412" y="4615328"/>
            <a:ext cx="2024344" cy="6668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FAF7476-2207-49FA-7B6A-05856E6C5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268" y="5220767"/>
            <a:ext cx="2630631" cy="8051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9C80858-884B-CF0D-4666-A47A566EA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6588" y="3095023"/>
            <a:ext cx="2756097" cy="8689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826DACE-55C6-F54A-952C-50A4FDD0F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4224" y="3953526"/>
            <a:ext cx="2630631" cy="7455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257A5C3-93A5-B903-F25B-52716537A2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52" y="4693757"/>
            <a:ext cx="2304200" cy="67453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BE2CB41-7132-427E-E139-E334F94E85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5408" y="5354336"/>
            <a:ext cx="2520534" cy="70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69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O.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3924295"/>
            <a:ext cx="2625871" cy="12367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BFAE3D-481C-44E2-8B1B-6DF84209748D}"/>
              </a:ext>
            </a:extLst>
          </p:cNvPr>
          <p:cNvSpPr/>
          <p:nvPr/>
        </p:nvSpPr>
        <p:spPr bwMode="auto">
          <a:xfrm>
            <a:off x="592114" y="1323972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short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hd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F4F30C-D298-4A21-A8F4-1F55688BD0E4}"/>
              </a:ext>
            </a:extLst>
          </p:cNvPr>
          <p:cNvSpPr/>
          <p:nvPr/>
        </p:nvSpPr>
        <p:spPr bwMode="auto">
          <a:xfrm>
            <a:off x="3217985" y="1323970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C60FD-4E38-446D-8B20-64D47E7A1088}"/>
              </a:ext>
            </a:extLst>
          </p:cNvPr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long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ld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20665F-34AD-4023-A7B6-BCD20FF3D7DC}"/>
              </a:ext>
            </a:extLst>
          </p:cNvPr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float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=%f\n",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DD6E2-C64B-46E5-8260-360139BA35CB}"/>
              </a:ext>
            </a:extLst>
          </p:cNvPr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%c</a:t>
            </a:r>
            <a:r>
              <a:rPr kumimoji="1" lang="zh-CN" altLang="en-US" sz="1600" b="1" dirty="0">
                <a:latin typeface="+mn-ea"/>
              </a:rPr>
              <a:t>方式读入时，地址表列中的变量不能是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非字符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不要列</a:t>
            </a:r>
            <a:r>
              <a:rPr kumimoji="1" lang="en-US" altLang="zh-CN" sz="1600" b="1" dirty="0">
                <a:latin typeface="+mn-ea"/>
              </a:rPr>
              <a:t>short/int/long/float</a:t>
            </a:r>
            <a:r>
              <a:rPr kumimoji="1" lang="zh-CN" altLang="en-US" sz="1600" b="1" dirty="0">
                <a:latin typeface="+mn-ea"/>
              </a:rPr>
              <a:t>等具体名称，总结共性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目前只需要记住现象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结论，学习完第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章后，会从原理上理解为什么有错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8D766-ADD5-475B-B9E5-51B40EFC171D}"/>
              </a:ext>
            </a:extLst>
          </p:cNvPr>
          <p:cNvSpPr/>
          <p:nvPr/>
        </p:nvSpPr>
        <p:spPr bwMode="auto">
          <a:xfrm>
            <a:off x="321798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2B3BF6-88B9-4E83-BE3B-74341E329AF3}"/>
              </a:ext>
            </a:extLst>
          </p:cNvPr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EA7C76-F1BE-45D8-B43D-A071C46EAC67}"/>
              </a:ext>
            </a:extLst>
          </p:cNvPr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ECCFD0-2A7C-6F81-4257-B88F9060C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3" y="4446178"/>
            <a:ext cx="2571252" cy="7149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88440A-CB96-7BAD-5C17-D0D29B3EA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9390"/>
            <a:ext cx="3902133" cy="13017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70F8B22-8C43-F08F-C60F-8008C4BB4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294" y="4487335"/>
            <a:ext cx="2635820" cy="7149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67534B2-7E0B-38C7-42C4-91C6A4B6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046" y="3604124"/>
            <a:ext cx="5022316" cy="13017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3095B55-1E5A-E7B2-3456-0B6EA301C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2488" y="4514890"/>
            <a:ext cx="2588018" cy="6873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13889FA-2497-80ED-F778-86C5F0A312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982" y="3429000"/>
            <a:ext cx="4406141" cy="11764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FA71976-F164-1BCD-277F-A0A874B36E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8308" y="4484302"/>
            <a:ext cx="2854589" cy="8126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5F5D0DC-7053-B638-2FF1-FB1CE68BC4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3053" y="3713759"/>
            <a:ext cx="4959219" cy="12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07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P.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s1[10],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s2[10];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是数组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后续内容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("%s %s",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("s1=%s\ns2=%s\n", s1, s2);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 特别说明：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数组名，代表了数组的首地址，因此放在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中时，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可以不加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&amp;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，具体概念后续数组时再详细说明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 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ji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</a:t>
            </a:r>
            <a:r>
              <a:rPr kumimoji="1" lang="en-US" altLang="zh-CN" sz="1200" b="1" dirty="0">
                <a:latin typeface="+mn-ea"/>
              </a:rPr>
              <a:t>↙(9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hello12345</a:t>
            </a:r>
            <a:r>
              <a:rPr kumimoji="1" lang="en-US" altLang="zh-CN" sz="1200" b="1" dirty="0">
                <a:latin typeface="+mn-ea"/>
              </a:rPr>
              <a:t>↙(10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tongjiuniversity</a:t>
            </a:r>
            <a:r>
              <a:rPr kumimoji="1" lang="en-US" altLang="zh-CN" sz="1200" b="1" dirty="0">
                <a:latin typeface="+mn-ea"/>
              </a:rPr>
              <a:t>↙(</a:t>
            </a:r>
            <a:r>
              <a:rPr kumimoji="1" lang="zh-CN" altLang="en-US" sz="1200" b="1" dirty="0">
                <a:latin typeface="+mn-ea"/>
              </a:rPr>
              <a:t>超过</a:t>
            </a:r>
            <a:r>
              <a:rPr kumimoji="1" lang="en-US" altLang="zh-CN" sz="1200" b="1" dirty="0">
                <a:latin typeface="+mn-ea"/>
              </a:rPr>
              <a:t>10</a:t>
            </a:r>
            <a:r>
              <a:rPr kumimoji="1" lang="zh-CN" altLang="en-US" sz="1200" b="1" dirty="0">
                <a:latin typeface="+mn-ea"/>
              </a:rPr>
              <a:t>个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%s__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能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读入含空格的字符串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</a:t>
            </a:r>
            <a:r>
              <a:rPr kumimoji="1" lang="zh-CN" altLang="en-US" sz="1200" b="1" dirty="0">
                <a:latin typeface="+mn-ea"/>
              </a:rPr>
              <a:t>输入时，如果数组的大小为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，则最多输入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（</a:t>
            </a:r>
            <a:r>
              <a:rPr kumimoji="1" lang="en-US" altLang="zh-CN" sz="1200" b="1" dirty="0">
                <a:latin typeface="+mn-ea"/>
              </a:rPr>
              <a:t>n-1</a:t>
            </a:r>
            <a:r>
              <a:rPr kumimoji="1" lang="zh-CN" altLang="en-US" sz="1200" b="1" dirty="0">
                <a:latin typeface="+mn-ea"/>
              </a:rPr>
              <a:t>）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BD8AC8-FE58-A028-D6BC-E300D14E9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44" y="887701"/>
            <a:ext cx="2860999" cy="9928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CD3A87-D0D4-8F2A-9983-116CEE920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93" y="1859566"/>
            <a:ext cx="2086267" cy="9145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18740A-B69E-AFC9-DDDF-2ABC96EA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374" y="2416153"/>
            <a:ext cx="2413444" cy="10512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62A5D0-8F33-46A6-81F3-BDE5EE35C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973" y="3429000"/>
            <a:ext cx="2557449" cy="15132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695A723-7802-CCA9-0696-28112A8E8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058" y="4885067"/>
            <a:ext cx="2557449" cy="14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15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Q.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92114" y="4035668"/>
            <a:ext cx="5122140" cy="2498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"\r\n\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tabc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charset="0"/>
              </a:rPr>
              <a:t>"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该字符串真正的内存存储为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__7_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个字节，这些字节的值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分别是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__\r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回车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 \n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换行符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\t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水平制表符 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a b c</a:t>
            </a:r>
            <a:r>
              <a:rPr kumimoji="1" lang="zh-CN" altLang="en-US" sz="1600" b="1">
                <a:solidFill>
                  <a:srgbClr val="3333CC"/>
                </a:solidFill>
                <a:latin typeface="+mn-ea"/>
              </a:rPr>
              <a:t>，</a:t>
            </a:r>
            <a:r>
              <a:rPr kumimoji="1" lang="en-US" altLang="zh-CN" sz="1600" b="1">
                <a:solidFill>
                  <a:srgbClr val="3333CC"/>
                </a:solidFill>
                <a:latin typeface="+mn-ea"/>
              </a:rPr>
              <a:t>ASCII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码为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13 10 9 97 98 99_______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59D9-7563-4E50-A1D2-30A83C78F62D}"/>
              </a:ext>
            </a:extLst>
          </p:cNvPr>
          <p:cNvSpPr/>
          <p:nvPr/>
        </p:nvSpPr>
        <p:spPr bwMode="auto">
          <a:xfrm>
            <a:off x="5714254" y="1323973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s[80], t[80];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s,%s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charset="0"/>
              </a:rPr>
              <a:t>s,t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("s=%s\n", s);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("t=%s\n", 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B3C8D2-A378-4628-9BEE-ED76837AB120}"/>
              </a:ext>
            </a:extLst>
          </p:cNvPr>
          <p:cNvSpPr/>
          <p:nvPr/>
        </p:nvSpPr>
        <p:spPr bwMode="auto">
          <a:xfrm>
            <a:off x="5714254" y="4035666"/>
            <a:ext cx="5122140" cy="24984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charset="0"/>
              </a:rPr>
              <a:t>abc,def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2-E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s,%s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之间的逗号是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原样输入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25867B-627A-918F-CB83-CDB02AA8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64" y="4323884"/>
            <a:ext cx="3330882" cy="10762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3E5926-1EDB-486D-CE6F-2D49F255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946" y="4635426"/>
            <a:ext cx="7303698" cy="7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80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R.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2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ret=%d\n", a,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0DCD52-F801-448D-A342-A399B03E22A8}"/>
              </a:ext>
            </a:extLst>
          </p:cNvPr>
          <p:cNvSpPr/>
          <p:nvPr/>
        </p:nvSpPr>
        <p:spPr bwMode="auto">
          <a:xfrm>
            <a:off x="571425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20a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10a20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abc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C2719E-D752-41AA-A169-B2B4314C8AEA}"/>
              </a:ext>
            </a:extLst>
          </p:cNvPr>
          <p:cNvSpPr/>
          <p:nvPr/>
        </p:nvSpPr>
        <p:spPr bwMode="auto">
          <a:xfrm>
            <a:off x="5714254" y="1323971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 ret=%d\n", a, b,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3DE30A-A996-4C09-8CBA-31CDEA0EF436}"/>
              </a:ext>
            </a:extLst>
          </p:cNvPr>
          <p:cNvSpPr/>
          <p:nvPr/>
        </p:nvSpPr>
        <p:spPr bwMode="auto">
          <a:xfrm>
            <a:off x="59211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10a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latin typeface="+mn-ea"/>
              </a:rPr>
              <a:t>abc</a:t>
            </a:r>
            <a:r>
              <a:rPr kumimoji="1" lang="en-US" altLang="zh-CN" sz="16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4D1D10-CE5E-4F5E-B7E6-3C027385A748}"/>
              </a:ext>
            </a:extLst>
          </p:cNvPr>
          <p:cNvSpPr/>
          <p:nvPr/>
        </p:nvSpPr>
        <p:spPr bwMode="auto">
          <a:xfrm>
            <a:off x="590589" y="6031345"/>
            <a:ext cx="10245805" cy="5027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返回值是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正确地输入并被赋值到变量上的数据的个数</a:t>
            </a:r>
            <a:r>
              <a:rPr kumimoji="1" lang="en-US" altLang="zh-CN" sz="1600" b="1" dirty="0">
                <a:latin typeface="+mn-ea"/>
              </a:rPr>
              <a:t>______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FE0220-7F81-5901-4B64-916C7D38B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23" y="3797750"/>
            <a:ext cx="2768017" cy="7484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07CE29-A4B7-3445-1D74-1DB83903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34" y="4606339"/>
            <a:ext cx="2768018" cy="6824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3BAB7C-9DF8-26EF-FBDF-CE31BC0D2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30" y="5332197"/>
            <a:ext cx="2768017" cy="7537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C22C867-468A-45B8-3DF4-2A96DFE10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848" y="3371057"/>
            <a:ext cx="3011532" cy="8533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DC382E2-A5D6-5519-C189-879005960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019" y="4143572"/>
            <a:ext cx="2715932" cy="74013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9E77AB0-7D8B-C5A8-5314-07D4B7E8E3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0012" y="4879033"/>
            <a:ext cx="2491135" cy="71914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9E2359E-3CF0-D9F4-636E-95B210B02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1678" y="5622539"/>
            <a:ext cx="2557711" cy="5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6394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10269</Words>
  <Application>Microsoft Office PowerPoint</Application>
  <PresentationFormat>宽屏</PresentationFormat>
  <Paragraphs>1428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等线</vt:lpstr>
      <vt:lpstr>宋体</vt:lpstr>
      <vt:lpstr>新宋体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89</cp:revision>
  <dcterms:created xsi:type="dcterms:W3CDTF">2020-08-13T13:39:53Z</dcterms:created>
  <dcterms:modified xsi:type="dcterms:W3CDTF">2024-03-21T07:30:32Z</dcterms:modified>
</cp:coreProperties>
</file>