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449" r:id="rId2"/>
    <p:sldId id="1237" r:id="rId3"/>
    <p:sldId id="1238" r:id="rId4"/>
    <p:sldId id="528" r:id="rId5"/>
    <p:sldId id="529" r:id="rId6"/>
    <p:sldId id="530" r:id="rId7"/>
    <p:sldId id="1239" r:id="rId8"/>
    <p:sldId id="532" r:id="rId9"/>
    <p:sldId id="124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B0A62-8FB6-4F64-9247-9FD9CCC493C2}" v="92" dt="2024-06-22T11:20:24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AB2B0A62-8FB6-4F64-9247-9FD9CCC493C2}"/>
    <pc:docChg chg="undo redo custSel modSld">
      <pc:chgData name="xi sheng" userId="b3919e0d8ca6a452" providerId="LiveId" clId="{AB2B0A62-8FB6-4F64-9247-9FD9CCC493C2}" dt="2024-06-22T11:24:57.835" v="409" actId="13926"/>
      <pc:docMkLst>
        <pc:docMk/>
      </pc:docMkLst>
      <pc:sldChg chg="addSp modSp mod">
        <pc:chgData name="xi sheng" userId="b3919e0d8ca6a452" providerId="LiveId" clId="{AB2B0A62-8FB6-4F64-9247-9FD9CCC493C2}" dt="2024-06-22T11:20:23.222" v="401" actId="20578"/>
        <pc:sldMkLst>
          <pc:docMk/>
          <pc:sldMk cId="3200478864" sldId="528"/>
        </pc:sldMkLst>
        <pc:spChg chg="add mod">
          <ac:chgData name="xi sheng" userId="b3919e0d8ca6a452" providerId="LiveId" clId="{AB2B0A62-8FB6-4F64-9247-9FD9CCC493C2}" dt="2024-03-11T12:37:09.206" v="1" actId="767"/>
          <ac:spMkLst>
            <pc:docMk/>
            <pc:sldMk cId="3200478864" sldId="528"/>
            <ac:spMk id="2" creationId="{6DECEDE5-0DDE-4074-46DC-D34C2828391D}"/>
          </ac:spMkLst>
        </pc:spChg>
        <pc:spChg chg="mod">
          <ac:chgData name="xi sheng" userId="b3919e0d8ca6a452" providerId="LiveId" clId="{AB2B0A62-8FB6-4F64-9247-9FD9CCC493C2}" dt="2024-06-22T11:20:23.222" v="401" actId="20578"/>
          <ac:spMkLst>
            <pc:docMk/>
            <pc:sldMk cId="3200478864" sldId="528"/>
            <ac:spMk id="3" creationId="{F46DDED7-DA1F-4F18-ACEF-244B92560D08}"/>
          </ac:spMkLst>
        </pc:spChg>
        <pc:spChg chg="add mod">
          <ac:chgData name="xi sheng" userId="b3919e0d8ca6a452" providerId="LiveId" clId="{AB2B0A62-8FB6-4F64-9247-9FD9CCC493C2}" dt="2024-06-22T11:09:53.561" v="400" actId="13926"/>
          <ac:spMkLst>
            <pc:docMk/>
            <pc:sldMk cId="3200478864" sldId="528"/>
            <ac:spMk id="5" creationId="{992CD8CA-899A-DEB8-2C3A-4C426545FED8}"/>
          </ac:spMkLst>
        </pc:spChg>
      </pc:sldChg>
      <pc:sldChg chg="addSp modSp mod">
        <pc:chgData name="xi sheng" userId="b3919e0d8ca6a452" providerId="LiveId" clId="{AB2B0A62-8FB6-4F64-9247-9FD9CCC493C2}" dt="2024-03-11T13:13:08.422" v="127" actId="20577"/>
        <pc:sldMkLst>
          <pc:docMk/>
          <pc:sldMk cId="1420632701" sldId="529"/>
        </pc:sldMkLst>
        <pc:spChg chg="add mod">
          <ac:chgData name="xi sheng" userId="b3919e0d8ca6a452" providerId="LiveId" clId="{AB2B0A62-8FB6-4F64-9247-9FD9CCC493C2}" dt="2024-03-11T13:13:08.422" v="127" actId="20577"/>
          <ac:spMkLst>
            <pc:docMk/>
            <pc:sldMk cId="1420632701" sldId="529"/>
            <ac:spMk id="2" creationId="{5448D83E-5FFC-AB17-F81F-47B2B3A68220}"/>
          </ac:spMkLst>
        </pc:spChg>
        <pc:spChg chg="mod">
          <ac:chgData name="xi sheng" userId="b3919e0d8ca6a452" providerId="LiveId" clId="{AB2B0A62-8FB6-4F64-9247-9FD9CCC493C2}" dt="2024-03-11T12:55:18.311" v="114" actId="21"/>
          <ac:spMkLst>
            <pc:docMk/>
            <pc:sldMk cId="1420632701" sldId="529"/>
            <ac:spMk id="3" creationId="{F46DDED7-DA1F-4F18-ACEF-244B92560D08}"/>
          </ac:spMkLst>
        </pc:spChg>
      </pc:sldChg>
      <pc:sldChg chg="addSp delSp modSp mod">
        <pc:chgData name="xi sheng" userId="b3919e0d8ca6a452" providerId="LiveId" clId="{AB2B0A62-8FB6-4F64-9247-9FD9CCC493C2}" dt="2024-06-22T11:24:57.835" v="409" actId="13926"/>
        <pc:sldMkLst>
          <pc:docMk/>
          <pc:sldMk cId="4022431983" sldId="530"/>
        </pc:sldMkLst>
        <pc:spChg chg="mod">
          <ac:chgData name="xi sheng" userId="b3919e0d8ca6a452" providerId="LiveId" clId="{AB2B0A62-8FB6-4F64-9247-9FD9CCC493C2}" dt="2024-06-22T11:24:57.835" v="409" actId="13926"/>
          <ac:spMkLst>
            <pc:docMk/>
            <pc:sldMk cId="4022431983" sldId="530"/>
            <ac:spMk id="3" creationId="{F46DDED7-DA1F-4F18-ACEF-244B92560D08}"/>
          </ac:spMkLst>
        </pc:spChg>
        <pc:picChg chg="add mod">
          <ac:chgData name="xi sheng" userId="b3919e0d8ca6a452" providerId="LiveId" clId="{AB2B0A62-8FB6-4F64-9247-9FD9CCC493C2}" dt="2024-03-11T13:25:03.321" v="130" actId="1076"/>
          <ac:picMkLst>
            <pc:docMk/>
            <pc:sldMk cId="4022431983" sldId="530"/>
            <ac:picMk id="6" creationId="{DBCF620D-A8F5-6C4A-2E11-F239D0D73B3F}"/>
          </ac:picMkLst>
        </pc:picChg>
        <pc:picChg chg="add mod">
          <ac:chgData name="xi sheng" userId="b3919e0d8ca6a452" providerId="LiveId" clId="{AB2B0A62-8FB6-4F64-9247-9FD9CCC493C2}" dt="2024-03-11T13:25:40.396" v="132" actId="1076"/>
          <ac:picMkLst>
            <pc:docMk/>
            <pc:sldMk cId="4022431983" sldId="530"/>
            <ac:picMk id="8" creationId="{85D5B2B0-2993-560F-AC99-95E98590D06F}"/>
          </ac:picMkLst>
        </pc:picChg>
        <pc:picChg chg="del">
          <ac:chgData name="xi sheng" userId="b3919e0d8ca6a452" providerId="LiveId" clId="{AB2B0A62-8FB6-4F64-9247-9FD9CCC493C2}" dt="2024-03-11T13:24:57.732" v="128" actId="478"/>
          <ac:picMkLst>
            <pc:docMk/>
            <pc:sldMk cId="4022431983" sldId="530"/>
            <ac:picMk id="15" creationId="{113CEA82-ABC1-405F-B416-94CDE2C5D29A}"/>
          </ac:picMkLst>
        </pc:picChg>
      </pc:sldChg>
      <pc:sldChg chg="addSp modSp mod">
        <pc:chgData name="xi sheng" userId="b3919e0d8ca6a452" providerId="LiveId" clId="{AB2B0A62-8FB6-4F64-9247-9FD9CCC493C2}" dt="2024-06-22T11:24:54.483" v="406" actId="13926"/>
        <pc:sldMkLst>
          <pc:docMk/>
          <pc:sldMk cId="3178174212" sldId="532"/>
        </pc:sldMkLst>
        <pc:spChg chg="mod">
          <ac:chgData name="xi sheng" userId="b3919e0d8ca6a452" providerId="LiveId" clId="{AB2B0A62-8FB6-4F64-9247-9FD9CCC493C2}" dt="2024-06-22T11:24:54.483" v="406" actId="13926"/>
          <ac:spMkLst>
            <pc:docMk/>
            <pc:sldMk cId="3178174212" sldId="532"/>
            <ac:spMk id="3" creationId="{F46DDED7-DA1F-4F18-ACEF-244B92560D08}"/>
          </ac:spMkLst>
        </pc:spChg>
        <pc:picChg chg="add mod">
          <ac:chgData name="xi sheng" userId="b3919e0d8ca6a452" providerId="LiveId" clId="{AB2B0A62-8FB6-4F64-9247-9FD9CCC493C2}" dt="2024-03-11T13:37:14.403" v="249" actId="1076"/>
          <ac:picMkLst>
            <pc:docMk/>
            <pc:sldMk cId="3178174212" sldId="532"/>
            <ac:picMk id="4" creationId="{6EB550E8-EE4B-ED97-D8E5-8D20AA5BA688}"/>
          </ac:picMkLst>
        </pc:picChg>
        <pc:picChg chg="add mod">
          <ac:chgData name="xi sheng" userId="b3919e0d8ca6a452" providerId="LiveId" clId="{AB2B0A62-8FB6-4F64-9247-9FD9CCC493C2}" dt="2024-03-11T13:37:31.175" v="251" actId="1076"/>
          <ac:picMkLst>
            <pc:docMk/>
            <pc:sldMk cId="3178174212" sldId="532"/>
            <ac:picMk id="7" creationId="{88716F94-C738-42CF-2ACE-AA499C1FE2C6}"/>
          </ac:picMkLst>
        </pc:picChg>
      </pc:sldChg>
      <pc:sldChg chg="addSp modSp mod">
        <pc:chgData name="xi sheng" userId="b3919e0d8ca6a452" providerId="LiveId" clId="{AB2B0A62-8FB6-4F64-9247-9FD9CCC493C2}" dt="2024-06-22T11:24:55.026" v="407" actId="13926"/>
        <pc:sldMkLst>
          <pc:docMk/>
          <pc:sldMk cId="4031481874" sldId="1239"/>
        </pc:sldMkLst>
        <pc:spChg chg="mod">
          <ac:chgData name="xi sheng" userId="b3919e0d8ca6a452" providerId="LiveId" clId="{AB2B0A62-8FB6-4F64-9247-9FD9CCC493C2}" dt="2024-06-22T11:24:55.026" v="407" actId="13926"/>
          <ac:spMkLst>
            <pc:docMk/>
            <pc:sldMk cId="4031481874" sldId="1239"/>
            <ac:spMk id="3" creationId="{F46DDED7-DA1F-4F18-ACEF-244B92560D08}"/>
          </ac:spMkLst>
        </pc:spChg>
        <pc:picChg chg="add mod">
          <ac:chgData name="xi sheng" userId="b3919e0d8ca6a452" providerId="LiveId" clId="{AB2B0A62-8FB6-4F64-9247-9FD9CCC493C2}" dt="2024-03-11T13:32:07.256" v="208" actId="1076"/>
          <ac:picMkLst>
            <pc:docMk/>
            <pc:sldMk cId="4031481874" sldId="1239"/>
            <ac:picMk id="6" creationId="{0DE2CD57-F3EE-584D-84FD-427DC13DF684}"/>
          </ac:picMkLst>
        </pc:picChg>
        <pc:picChg chg="add mod">
          <ac:chgData name="xi sheng" userId="b3919e0d8ca6a452" providerId="LiveId" clId="{AB2B0A62-8FB6-4F64-9247-9FD9CCC493C2}" dt="2024-03-11T13:32:20.409" v="210" actId="1076"/>
          <ac:picMkLst>
            <pc:docMk/>
            <pc:sldMk cId="4031481874" sldId="1239"/>
            <ac:picMk id="8" creationId="{BC1DFABE-BF17-524C-83F5-8B1ECD9FA08E}"/>
          </ac:picMkLst>
        </pc:picChg>
      </pc:sldChg>
      <pc:sldChg chg="addSp modSp mod">
        <pc:chgData name="xi sheng" userId="b3919e0d8ca6a452" providerId="LiveId" clId="{AB2B0A62-8FB6-4F64-9247-9FD9CCC493C2}" dt="2024-03-11T13:43:48.954" v="394"/>
        <pc:sldMkLst>
          <pc:docMk/>
          <pc:sldMk cId="3652652408" sldId="1240"/>
        </pc:sldMkLst>
        <pc:spChg chg="mod">
          <ac:chgData name="xi sheng" userId="b3919e0d8ca6a452" providerId="LiveId" clId="{AB2B0A62-8FB6-4F64-9247-9FD9CCC493C2}" dt="2024-03-11T13:43:48.954" v="394"/>
          <ac:spMkLst>
            <pc:docMk/>
            <pc:sldMk cId="3652652408" sldId="1240"/>
            <ac:spMk id="3" creationId="{F46DDED7-DA1F-4F18-ACEF-244B92560D08}"/>
          </ac:spMkLst>
        </pc:spChg>
        <pc:picChg chg="add mod">
          <ac:chgData name="xi sheng" userId="b3919e0d8ca6a452" providerId="LiveId" clId="{AB2B0A62-8FB6-4F64-9247-9FD9CCC493C2}" dt="2024-03-11T13:41:46.967" v="379" actId="1076"/>
          <ac:picMkLst>
            <pc:docMk/>
            <pc:sldMk cId="3652652408" sldId="1240"/>
            <ac:picMk id="4" creationId="{DE566716-C910-0B5B-5344-1451A94A7FBD}"/>
          </ac:picMkLst>
        </pc:picChg>
        <pc:picChg chg="add mod">
          <ac:chgData name="xi sheng" userId="b3919e0d8ca6a452" providerId="LiveId" clId="{AB2B0A62-8FB6-4F64-9247-9FD9CCC493C2}" dt="2024-03-11T13:41:59.455" v="381" actId="1076"/>
          <ac:picMkLst>
            <pc:docMk/>
            <pc:sldMk cId="3652652408" sldId="1240"/>
            <ac:picMk id="7" creationId="{F6B1DE74-A6C2-DB05-F4F8-C79BE1878C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A."\</a:t>
            </a:r>
            <a:r>
              <a:rPr lang="en-US" altLang="zh-CN" sz="1600" b="1" dirty="0" err="1">
                <a:latin typeface="+mn-ea"/>
              </a:rPr>
              <a:t>bvt</a:t>
            </a:r>
            <a:r>
              <a:rPr lang="en-US" altLang="zh-CN" sz="1600" b="1" dirty="0">
                <a:latin typeface="+mn-ea"/>
              </a:rPr>
              <a:t>\\t\</a:t>
            </a:r>
            <a:r>
              <a:rPr lang="en-US" altLang="zh-CN" sz="1600" b="1" dirty="0" err="1">
                <a:latin typeface="+mn-ea"/>
              </a:rPr>
              <a:t>nc</a:t>
            </a:r>
            <a:r>
              <a:rPr lang="en-US" altLang="zh-CN" sz="1600" b="1" dirty="0">
                <a:latin typeface="+mn-ea"/>
              </a:rPr>
              <a:t>\4391\x3fs\2a\"\r\v\\a\f"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92CD8CA-899A-DEB8-2C3A-4C426545FED8}"/>
              </a:ext>
            </a:extLst>
          </p:cNvPr>
          <p:cNvSpPr txBox="1"/>
          <p:nvPr/>
        </p:nvSpPr>
        <p:spPr>
          <a:xfrm>
            <a:off x="756745" y="2301766"/>
            <a:ext cx="998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“</a:t>
            </a:r>
            <a:r>
              <a:rPr lang="en-US" altLang="zh-CN" sz="1600" b="1" u="sng" dirty="0">
                <a:latin typeface="+mn-ea"/>
              </a:rPr>
              <a:t>\b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v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t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highlight>
                  <a:srgbClr val="FF0000"/>
                </a:highlight>
                <a:latin typeface="+mn-ea"/>
              </a:rPr>
              <a:t>\\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t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\n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c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\43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9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\x3f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s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\2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a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\”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\r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\v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\\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a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\f</a:t>
            </a:r>
            <a:r>
              <a:rPr lang="en-US" altLang="zh-CN" sz="1600" b="1" dirty="0">
                <a:latin typeface="+mn-ea"/>
              </a:rPr>
              <a:t>“ =20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047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B."</a:t>
            </a:r>
            <a:r>
              <a:rPr lang="pt-BR" altLang="zh-CN" sz="1600" b="1" dirty="0">
                <a:latin typeface="+mn-ea"/>
              </a:rPr>
              <a:t>\18\x2e\43\x8x\596\x6a\010\xd5\231\xe3\1325\x6c</a:t>
            </a:r>
            <a:r>
              <a:rPr lang="en-US" altLang="zh-CN" sz="1600" b="1" dirty="0">
                <a:latin typeface="+mn-ea"/>
              </a:rPr>
              <a:t>"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48D83E-5FFC-AB17-F81F-47B2B3A68220}"/>
              </a:ext>
            </a:extLst>
          </p:cNvPr>
          <p:cNvSpPr txBox="1"/>
          <p:nvPr/>
        </p:nvSpPr>
        <p:spPr>
          <a:xfrm>
            <a:off x="756745" y="2301766"/>
            <a:ext cx="998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"</a:t>
            </a:r>
            <a:r>
              <a:rPr lang="pt-BR" altLang="zh-CN" sz="1600" b="1" u="sng" dirty="0">
                <a:latin typeface="+mn-ea"/>
              </a:rPr>
              <a:t>\1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8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\x2e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\43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\x8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x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\5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9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6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\x6a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\010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\xd5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\231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\xe3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\132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5</a:t>
            </a:r>
            <a:r>
              <a:rPr lang="pt-BR" altLang="zh-CN" sz="1600" dirty="0">
                <a:latin typeface="+mn-ea"/>
              </a:rPr>
              <a:t> </a:t>
            </a:r>
            <a:r>
              <a:rPr lang="pt-BR" altLang="zh-CN" sz="1600" b="1" u="sng" dirty="0">
                <a:latin typeface="+mn-ea"/>
              </a:rPr>
              <a:t>\x6c</a:t>
            </a:r>
            <a:r>
              <a:rPr lang="en-US" altLang="zh-CN" sz="1600" b="1" dirty="0">
                <a:latin typeface="+mn-ea"/>
              </a:rPr>
              <a:t>“ =17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063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个，则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在第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个后截断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≤3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个但超出上限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377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error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编译提示中的那个数字是怎么来的？：“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\43456f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”中转义符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后的三位八进制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数转化为的十进制数为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284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9407236" y="597130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("\23456f")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("\43456f")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CF620D-A8F5-6C4A-2E11-F239D0D7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06" y="2748185"/>
            <a:ext cx="3338537" cy="17526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D5B2B0-2993-560F-AC99-95E98590D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409" y="4632495"/>
            <a:ext cx="2228866" cy="16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3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\x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个，则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error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编译提示中的那个数值是怎么来的？：“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\x234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”中十六进制数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234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转化为的十进制数为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564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CD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进制时，超过限定的长度的错误处理是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不一致）的。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9407236" y="597130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("\x234")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E2CD57-F3EE-584D-84FD-427DC13D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072" y="2832383"/>
            <a:ext cx="3176611" cy="1733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1DFABE-BF17-524C-83F5-8B1ECD9F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572" y="4734616"/>
            <a:ext cx="2243154" cy="1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8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warning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、对两个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的输出结果进行分析（合理猜测）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：第一个：在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之间截断，变为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不算在字符串长度内，因此字符串长度结果为“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ea typeface="宋体" pitchFamily="2" charset="-122"/>
              </a:rPr>
              <a:t>9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ea typeface="宋体" pitchFamily="2" charset="-122"/>
              </a:rPr>
              <a:t>8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ea typeface="宋体" pitchFamily="2" charset="-122"/>
              </a:rPr>
              <a:t>7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 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ea typeface="宋体" pitchFamily="2" charset="-122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”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=4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；第二个：同理，在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\*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之间截断为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 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不算在字符串长度内，因此结果为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itchFamily="2" charset="-122"/>
              </a:rPr>
              <a:t>4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("\9876")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("\*321")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B550E8-EE4B-ED97-D8E5-8D20AA5B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97" y="2902824"/>
            <a:ext cx="3448075" cy="18097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716F94-C738-42CF-2ACE-AA499C1F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97" y="4887769"/>
            <a:ext cx="2643207" cy="32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error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进制时，直接跟非法字符的错误处理是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不一致）的。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("\xg231")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("\x*231")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566716-C910-0B5B-5344-1451A94A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66" y="2801426"/>
            <a:ext cx="3295674" cy="17954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B1DE74-A6C2-DB05-F4F8-C79BE187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184" y="4668371"/>
            <a:ext cx="2347930" cy="2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52408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</TotalTime>
  <Words>1279</Words>
  <Application>Microsoft Office PowerPoint</Application>
  <PresentationFormat>宽屏</PresentationFormat>
  <Paragraphs>169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145</cp:revision>
  <dcterms:created xsi:type="dcterms:W3CDTF">2020-08-13T13:39:53Z</dcterms:created>
  <dcterms:modified xsi:type="dcterms:W3CDTF">2024-06-22T11:25:00Z</dcterms:modified>
</cp:coreProperties>
</file>