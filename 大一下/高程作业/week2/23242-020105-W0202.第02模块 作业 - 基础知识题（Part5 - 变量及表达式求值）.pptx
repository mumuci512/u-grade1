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6"/>
  </p:notesMasterIdLst>
  <p:sldIdLst>
    <p:sldId id="449" r:id="rId2"/>
    <p:sldId id="1237" r:id="rId3"/>
    <p:sldId id="1238" r:id="rId4"/>
    <p:sldId id="534" r:id="rId5"/>
    <p:sldId id="535" r:id="rId6"/>
    <p:sldId id="536" r:id="rId7"/>
    <p:sldId id="537" r:id="rId8"/>
    <p:sldId id="538" r:id="rId9"/>
    <p:sldId id="539" r:id="rId10"/>
    <p:sldId id="540" r:id="rId11"/>
    <p:sldId id="543" r:id="rId12"/>
    <p:sldId id="1245" r:id="rId13"/>
    <p:sldId id="1239" r:id="rId14"/>
    <p:sldId id="1240" r:id="rId15"/>
    <p:sldId id="1246" r:id="rId16"/>
    <p:sldId id="944" r:id="rId17"/>
    <p:sldId id="1241" r:id="rId18"/>
    <p:sldId id="1242" r:id="rId19"/>
    <p:sldId id="545" r:id="rId20"/>
    <p:sldId id="1243" r:id="rId21"/>
    <p:sldId id="1247" r:id="rId22"/>
    <p:sldId id="1244" r:id="rId23"/>
    <p:sldId id="541" r:id="rId24"/>
    <p:sldId id="542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F886A8-0C69-4263-A037-86C3C78024D6}" v="419" dt="2024-03-14T05:15:55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246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01F886A8-0C69-4263-A037-86C3C78024D6}"/>
    <pc:docChg chg="undo redo custSel addSld delSld modSld sldOrd">
      <pc:chgData name="xi sheng" userId="b3919e0d8ca6a452" providerId="LiveId" clId="{01F886A8-0C69-4263-A037-86C3C78024D6}" dt="2024-03-14T05:16:00.016" v="3542" actId="20577"/>
      <pc:docMkLst>
        <pc:docMk/>
      </pc:docMkLst>
      <pc:sldChg chg="addSp modSp mod">
        <pc:chgData name="xi sheng" userId="b3919e0d8ca6a452" providerId="LiveId" clId="{01F886A8-0C69-4263-A037-86C3C78024D6}" dt="2024-03-12T07:30:25.610" v="189" actId="20577"/>
        <pc:sldMkLst>
          <pc:docMk/>
          <pc:sldMk cId="2315454754" sldId="535"/>
        </pc:sldMkLst>
        <pc:spChg chg="add mod">
          <ac:chgData name="xi sheng" userId="b3919e0d8ca6a452" providerId="LiveId" clId="{01F886A8-0C69-4263-A037-86C3C78024D6}" dt="2024-03-12T07:30:25.610" v="189" actId="20577"/>
          <ac:spMkLst>
            <pc:docMk/>
            <pc:sldMk cId="2315454754" sldId="535"/>
            <ac:spMk id="2" creationId="{9E26C240-44FF-929E-1866-7F8149171313}"/>
          </ac:spMkLst>
        </pc:spChg>
      </pc:sldChg>
      <pc:sldChg chg="addSp modSp mod">
        <pc:chgData name="xi sheng" userId="b3919e0d8ca6a452" providerId="LiveId" clId="{01F886A8-0C69-4263-A037-86C3C78024D6}" dt="2024-03-12T07:36:46.037" v="320" actId="20577"/>
        <pc:sldMkLst>
          <pc:docMk/>
          <pc:sldMk cId="3871601475" sldId="536"/>
        </pc:sldMkLst>
        <pc:spChg chg="add mod">
          <ac:chgData name="xi sheng" userId="b3919e0d8ca6a452" providerId="LiveId" clId="{01F886A8-0C69-4263-A037-86C3C78024D6}" dt="2024-03-12T07:36:46.037" v="320" actId="20577"/>
          <ac:spMkLst>
            <pc:docMk/>
            <pc:sldMk cId="3871601475" sldId="536"/>
            <ac:spMk id="2" creationId="{CF2B63DE-E680-946E-880E-4AED411348EE}"/>
          </ac:spMkLst>
        </pc:spChg>
      </pc:sldChg>
      <pc:sldChg chg="addSp modSp mod">
        <pc:chgData name="xi sheng" userId="b3919e0d8ca6a452" providerId="LiveId" clId="{01F886A8-0C69-4263-A037-86C3C78024D6}" dt="2024-03-12T08:12:07.102" v="800" actId="207"/>
        <pc:sldMkLst>
          <pc:docMk/>
          <pc:sldMk cId="2106724130" sldId="537"/>
        </pc:sldMkLst>
        <pc:spChg chg="add mod">
          <ac:chgData name="xi sheng" userId="b3919e0d8ca6a452" providerId="LiveId" clId="{01F886A8-0C69-4263-A037-86C3C78024D6}" dt="2024-03-12T08:12:07.102" v="800" actId="207"/>
          <ac:spMkLst>
            <pc:docMk/>
            <pc:sldMk cId="2106724130" sldId="537"/>
            <ac:spMk id="2" creationId="{4E23C8D5-03DD-B549-4867-A080A0730F92}"/>
          </ac:spMkLst>
        </pc:spChg>
      </pc:sldChg>
      <pc:sldChg chg="addSp modSp mod">
        <pc:chgData name="xi sheng" userId="b3919e0d8ca6a452" providerId="LiveId" clId="{01F886A8-0C69-4263-A037-86C3C78024D6}" dt="2024-03-12T07:50:55.527" v="626"/>
        <pc:sldMkLst>
          <pc:docMk/>
          <pc:sldMk cId="1383855593" sldId="538"/>
        </pc:sldMkLst>
        <pc:spChg chg="add mod">
          <ac:chgData name="xi sheng" userId="b3919e0d8ca6a452" providerId="LiveId" clId="{01F886A8-0C69-4263-A037-86C3C78024D6}" dt="2024-03-12T07:50:55.527" v="626"/>
          <ac:spMkLst>
            <pc:docMk/>
            <pc:sldMk cId="1383855593" sldId="538"/>
            <ac:spMk id="2" creationId="{6B627AB1-2F55-A965-46AE-2386CA43EBAE}"/>
          </ac:spMkLst>
        </pc:spChg>
      </pc:sldChg>
      <pc:sldChg chg="addSp modSp mod">
        <pc:chgData name="xi sheng" userId="b3919e0d8ca6a452" providerId="LiveId" clId="{01F886A8-0C69-4263-A037-86C3C78024D6}" dt="2024-03-12T07:55:39.951" v="790" actId="20577"/>
        <pc:sldMkLst>
          <pc:docMk/>
          <pc:sldMk cId="1909278066" sldId="539"/>
        </pc:sldMkLst>
        <pc:spChg chg="add mod">
          <ac:chgData name="xi sheng" userId="b3919e0d8ca6a452" providerId="LiveId" clId="{01F886A8-0C69-4263-A037-86C3C78024D6}" dt="2024-03-12T07:55:39.951" v="790" actId="20577"/>
          <ac:spMkLst>
            <pc:docMk/>
            <pc:sldMk cId="1909278066" sldId="539"/>
            <ac:spMk id="2" creationId="{31A369D2-698A-B07D-59A6-68543E9785EE}"/>
          </ac:spMkLst>
        </pc:spChg>
      </pc:sldChg>
      <pc:sldChg chg="addSp modSp mod">
        <pc:chgData name="xi sheng" userId="b3919e0d8ca6a452" providerId="LiveId" clId="{01F886A8-0C69-4263-A037-86C3C78024D6}" dt="2024-03-12T08:24:13.579" v="882" actId="20577"/>
        <pc:sldMkLst>
          <pc:docMk/>
          <pc:sldMk cId="3176234646" sldId="540"/>
        </pc:sldMkLst>
        <pc:spChg chg="add mod">
          <ac:chgData name="xi sheng" userId="b3919e0d8ca6a452" providerId="LiveId" clId="{01F886A8-0C69-4263-A037-86C3C78024D6}" dt="2024-03-12T08:24:13.579" v="882" actId="20577"/>
          <ac:spMkLst>
            <pc:docMk/>
            <pc:sldMk cId="3176234646" sldId="540"/>
            <ac:spMk id="2" creationId="{585CDE70-53B0-F08B-DB2C-9B2076462EC5}"/>
          </ac:spMkLst>
        </pc:spChg>
      </pc:sldChg>
      <pc:sldChg chg="addSp delSp modSp mod">
        <pc:chgData name="xi sheng" userId="b3919e0d8ca6a452" providerId="LiveId" clId="{01F886A8-0C69-4263-A037-86C3C78024D6}" dt="2024-03-12T11:02:19.475" v="2009" actId="1076"/>
        <pc:sldMkLst>
          <pc:docMk/>
          <pc:sldMk cId="1052888976" sldId="542"/>
        </pc:sldMkLst>
        <pc:spChg chg="add mod">
          <ac:chgData name="xi sheng" userId="b3919e0d8ca6a452" providerId="LiveId" clId="{01F886A8-0C69-4263-A037-86C3C78024D6}" dt="2024-03-12T10:41:44.717" v="1735" actId="767"/>
          <ac:spMkLst>
            <pc:docMk/>
            <pc:sldMk cId="1052888976" sldId="542"/>
            <ac:spMk id="2" creationId="{AF92D545-0484-D921-EAE2-E00E4B9B8436}"/>
          </ac:spMkLst>
        </pc:spChg>
        <pc:spChg chg="mod">
          <ac:chgData name="xi sheng" userId="b3919e0d8ca6a452" providerId="LiveId" clId="{01F886A8-0C69-4263-A037-86C3C78024D6}" dt="2024-03-12T11:00:20.872" v="2006" actId="13926"/>
          <ac:spMkLst>
            <pc:docMk/>
            <pc:sldMk cId="1052888976" sldId="542"/>
            <ac:spMk id="3" creationId="{F46DDED7-DA1F-4F18-ACEF-244B92560D08}"/>
          </ac:spMkLst>
        </pc:spChg>
        <pc:picChg chg="add del mod">
          <ac:chgData name="xi sheng" userId="b3919e0d8ca6a452" providerId="LiveId" clId="{01F886A8-0C69-4263-A037-86C3C78024D6}" dt="2024-03-12T11:02:16.885" v="2007" actId="478"/>
          <ac:picMkLst>
            <pc:docMk/>
            <pc:sldMk cId="1052888976" sldId="542"/>
            <ac:picMk id="5" creationId="{3751EDC7-7C44-E7B1-A917-543188A4C5B0}"/>
          </ac:picMkLst>
        </pc:picChg>
        <pc:picChg chg="add mod">
          <ac:chgData name="xi sheng" userId="b3919e0d8ca6a452" providerId="LiveId" clId="{01F886A8-0C69-4263-A037-86C3C78024D6}" dt="2024-03-12T11:02:19.475" v="2009" actId="1076"/>
          <ac:picMkLst>
            <pc:docMk/>
            <pc:sldMk cId="1052888976" sldId="542"/>
            <ac:picMk id="7" creationId="{0DCB8636-1605-B5D6-AD98-11EACED6C0EE}"/>
          </ac:picMkLst>
        </pc:picChg>
      </pc:sldChg>
      <pc:sldChg chg="modSp mod">
        <pc:chgData name="xi sheng" userId="b3919e0d8ca6a452" providerId="LiveId" clId="{01F886A8-0C69-4263-A037-86C3C78024D6}" dt="2024-03-12T14:30:29.119" v="3461" actId="20577"/>
        <pc:sldMkLst>
          <pc:docMk/>
          <pc:sldMk cId="568409120" sldId="545"/>
        </pc:sldMkLst>
        <pc:spChg chg="mod">
          <ac:chgData name="xi sheng" userId="b3919e0d8ca6a452" providerId="LiveId" clId="{01F886A8-0C69-4263-A037-86C3C78024D6}" dt="2024-03-12T14:30:29.119" v="3461" actId="20577"/>
          <ac:spMkLst>
            <pc:docMk/>
            <pc:sldMk cId="568409120" sldId="545"/>
            <ac:spMk id="3" creationId="{F46DDED7-DA1F-4F18-ACEF-244B92560D08}"/>
          </ac:spMkLst>
        </pc:spChg>
      </pc:sldChg>
      <pc:sldChg chg="addSp modSp mod">
        <pc:chgData name="xi sheng" userId="b3919e0d8ca6a452" providerId="LiveId" clId="{01F886A8-0C69-4263-A037-86C3C78024D6}" dt="2024-03-12T11:10:57.315" v="2104" actId="1076"/>
        <pc:sldMkLst>
          <pc:docMk/>
          <pc:sldMk cId="2506282141" sldId="546"/>
        </pc:sldMkLst>
        <pc:spChg chg="mod">
          <ac:chgData name="xi sheng" userId="b3919e0d8ca6a452" providerId="LiveId" clId="{01F886A8-0C69-4263-A037-86C3C78024D6}" dt="2024-03-12T11:09:31.178" v="2102"/>
          <ac:spMkLst>
            <pc:docMk/>
            <pc:sldMk cId="2506282141" sldId="546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1:10:57.315" v="2104" actId="1076"/>
          <ac:picMkLst>
            <pc:docMk/>
            <pc:sldMk cId="2506282141" sldId="546"/>
            <ac:picMk id="4" creationId="{DE7E428A-BC04-3365-4B9F-0DF2EFA565E7}"/>
          </ac:picMkLst>
        </pc:picChg>
      </pc:sldChg>
      <pc:sldChg chg="addSp modSp mod">
        <pc:chgData name="xi sheng" userId="b3919e0d8ca6a452" providerId="LiveId" clId="{01F886A8-0C69-4263-A037-86C3C78024D6}" dt="2024-03-12T11:30:09.414" v="2250" actId="1076"/>
        <pc:sldMkLst>
          <pc:docMk/>
          <pc:sldMk cId="2090781181" sldId="547"/>
        </pc:sldMkLst>
        <pc:spChg chg="mod">
          <ac:chgData name="xi sheng" userId="b3919e0d8ca6a452" providerId="LiveId" clId="{01F886A8-0C69-4263-A037-86C3C78024D6}" dt="2024-03-12T11:29:17.017" v="2248"/>
          <ac:spMkLst>
            <pc:docMk/>
            <pc:sldMk cId="2090781181" sldId="547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1:30:09.414" v="2250" actId="1076"/>
          <ac:picMkLst>
            <pc:docMk/>
            <pc:sldMk cId="2090781181" sldId="547"/>
            <ac:picMk id="4" creationId="{B465FDC1-8E66-3911-78E4-33621D85FBCD}"/>
          </ac:picMkLst>
        </pc:picChg>
      </pc:sldChg>
      <pc:sldChg chg="addSp modSp mod">
        <pc:chgData name="xi sheng" userId="b3919e0d8ca6a452" providerId="LiveId" clId="{01F886A8-0C69-4263-A037-86C3C78024D6}" dt="2024-03-12T11:33:35.803" v="2366" actId="1076"/>
        <pc:sldMkLst>
          <pc:docMk/>
          <pc:sldMk cId="4155566329" sldId="548"/>
        </pc:sldMkLst>
        <pc:spChg chg="mod">
          <ac:chgData name="xi sheng" userId="b3919e0d8ca6a452" providerId="LiveId" clId="{01F886A8-0C69-4263-A037-86C3C78024D6}" dt="2024-03-12T11:33:00.363" v="2364"/>
          <ac:spMkLst>
            <pc:docMk/>
            <pc:sldMk cId="4155566329" sldId="548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1:33:35.803" v="2366" actId="1076"/>
          <ac:picMkLst>
            <pc:docMk/>
            <pc:sldMk cId="4155566329" sldId="548"/>
            <ac:picMk id="4" creationId="{61881199-B804-D365-93C7-A34F15E356C7}"/>
          </ac:picMkLst>
        </pc:picChg>
      </pc:sldChg>
      <pc:sldChg chg="addSp modSp mod">
        <pc:chgData name="xi sheng" userId="b3919e0d8ca6a452" providerId="LiveId" clId="{01F886A8-0C69-4263-A037-86C3C78024D6}" dt="2024-03-12T11:41:24.908" v="2536" actId="1076"/>
        <pc:sldMkLst>
          <pc:docMk/>
          <pc:sldMk cId="2941624343" sldId="549"/>
        </pc:sldMkLst>
        <pc:spChg chg="mod">
          <ac:chgData name="xi sheng" userId="b3919e0d8ca6a452" providerId="LiveId" clId="{01F886A8-0C69-4263-A037-86C3C78024D6}" dt="2024-03-12T11:40:49.201" v="2534"/>
          <ac:spMkLst>
            <pc:docMk/>
            <pc:sldMk cId="2941624343" sldId="549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1:41:24.908" v="2536" actId="1076"/>
          <ac:picMkLst>
            <pc:docMk/>
            <pc:sldMk cId="2941624343" sldId="549"/>
            <ac:picMk id="4" creationId="{62538C7B-D0B9-6D7D-70FF-62CCD81B18F5}"/>
          </ac:picMkLst>
        </pc:picChg>
      </pc:sldChg>
      <pc:sldChg chg="addSp modSp mod">
        <pc:chgData name="xi sheng" userId="b3919e0d8ca6a452" providerId="LiveId" clId="{01F886A8-0C69-4263-A037-86C3C78024D6}" dt="2024-03-12T11:49:33.451" v="2767" actId="1076"/>
        <pc:sldMkLst>
          <pc:docMk/>
          <pc:sldMk cId="1858911421" sldId="550"/>
        </pc:sldMkLst>
        <pc:spChg chg="mod">
          <ac:chgData name="xi sheng" userId="b3919e0d8ca6a452" providerId="LiveId" clId="{01F886A8-0C69-4263-A037-86C3C78024D6}" dt="2024-03-12T11:49:07.235" v="2765" actId="6549"/>
          <ac:spMkLst>
            <pc:docMk/>
            <pc:sldMk cId="1858911421" sldId="550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1:49:33.451" v="2767" actId="1076"/>
          <ac:picMkLst>
            <pc:docMk/>
            <pc:sldMk cId="1858911421" sldId="550"/>
            <ac:picMk id="4" creationId="{7AE20A30-D76F-90EA-0B12-B63755D240C7}"/>
          </ac:picMkLst>
        </pc:picChg>
      </pc:sldChg>
      <pc:sldChg chg="addSp modSp mod">
        <pc:chgData name="xi sheng" userId="b3919e0d8ca6a452" providerId="LiveId" clId="{01F886A8-0C69-4263-A037-86C3C78024D6}" dt="2024-03-12T12:00:49.782" v="2912" actId="1076"/>
        <pc:sldMkLst>
          <pc:docMk/>
          <pc:sldMk cId="1498510541" sldId="552"/>
        </pc:sldMkLst>
        <pc:spChg chg="mod">
          <ac:chgData name="xi sheng" userId="b3919e0d8ca6a452" providerId="LiveId" clId="{01F886A8-0C69-4263-A037-86C3C78024D6}" dt="2024-03-12T12:00:20.019" v="2910" actId="20577"/>
          <ac:spMkLst>
            <pc:docMk/>
            <pc:sldMk cId="1498510541" sldId="552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2:00:49.782" v="2912" actId="1076"/>
          <ac:picMkLst>
            <pc:docMk/>
            <pc:sldMk cId="1498510541" sldId="552"/>
            <ac:picMk id="4" creationId="{7D68C722-1AA6-840B-7042-54B596D0DCE7}"/>
          </ac:picMkLst>
        </pc:picChg>
      </pc:sldChg>
      <pc:sldChg chg="addSp modSp mod">
        <pc:chgData name="xi sheng" userId="b3919e0d8ca6a452" providerId="LiveId" clId="{01F886A8-0C69-4263-A037-86C3C78024D6}" dt="2024-03-12T12:07:27.388" v="3050" actId="20577"/>
        <pc:sldMkLst>
          <pc:docMk/>
          <pc:sldMk cId="2455238628" sldId="553"/>
        </pc:sldMkLst>
        <pc:spChg chg="mod">
          <ac:chgData name="xi sheng" userId="b3919e0d8ca6a452" providerId="LiveId" clId="{01F886A8-0C69-4263-A037-86C3C78024D6}" dt="2024-03-12T12:07:27.388" v="3050" actId="20577"/>
          <ac:spMkLst>
            <pc:docMk/>
            <pc:sldMk cId="2455238628" sldId="553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2:02:29.198" v="2917" actId="1076"/>
          <ac:picMkLst>
            <pc:docMk/>
            <pc:sldMk cId="2455238628" sldId="553"/>
            <ac:picMk id="4" creationId="{5E337FCF-99FB-8B78-C2C5-B2FE283234B1}"/>
          </ac:picMkLst>
        </pc:picChg>
      </pc:sldChg>
      <pc:sldChg chg="addSp modSp mod">
        <pc:chgData name="xi sheng" userId="b3919e0d8ca6a452" providerId="LiveId" clId="{01F886A8-0C69-4263-A037-86C3C78024D6}" dt="2024-03-12T12:11:13.939" v="3216"/>
        <pc:sldMkLst>
          <pc:docMk/>
          <pc:sldMk cId="604804909" sldId="554"/>
        </pc:sldMkLst>
        <pc:spChg chg="mod">
          <ac:chgData name="xi sheng" userId="b3919e0d8ca6a452" providerId="LiveId" clId="{01F886A8-0C69-4263-A037-86C3C78024D6}" dt="2024-03-12T12:11:13.939" v="3216"/>
          <ac:spMkLst>
            <pc:docMk/>
            <pc:sldMk cId="604804909" sldId="554"/>
            <ac:spMk id="3" creationId="{F46DDED7-DA1F-4F18-ACEF-244B92560D08}"/>
          </ac:spMkLst>
        </pc:spChg>
        <pc:picChg chg="add mod">
          <ac:chgData name="xi sheng" userId="b3919e0d8ca6a452" providerId="LiveId" clId="{01F886A8-0C69-4263-A037-86C3C78024D6}" dt="2024-03-12T12:08:03.372" v="3052" actId="1076"/>
          <ac:picMkLst>
            <pc:docMk/>
            <pc:sldMk cId="604804909" sldId="554"/>
            <ac:picMk id="4" creationId="{DA832D4B-5849-A8B2-C03A-C0B75AEE54A8}"/>
          </ac:picMkLst>
        </pc:picChg>
      </pc:sldChg>
      <pc:sldChg chg="modSp mod">
        <pc:chgData name="xi sheng" userId="b3919e0d8ca6a452" providerId="LiveId" clId="{01F886A8-0C69-4263-A037-86C3C78024D6}" dt="2024-03-12T12:26:45.847" v="3384"/>
        <pc:sldMkLst>
          <pc:docMk/>
          <pc:sldMk cId="1117283419" sldId="555"/>
        </pc:sldMkLst>
        <pc:spChg chg="mod">
          <ac:chgData name="xi sheng" userId="b3919e0d8ca6a452" providerId="LiveId" clId="{01F886A8-0C69-4263-A037-86C3C78024D6}" dt="2024-03-12T12:26:45.847" v="3384"/>
          <ac:spMkLst>
            <pc:docMk/>
            <pc:sldMk cId="1117283419" sldId="555"/>
            <ac:spMk id="3" creationId="{F46DDED7-DA1F-4F18-ACEF-244B92560D08}"/>
          </ac:spMkLst>
        </pc:spChg>
        <pc:picChg chg="mod">
          <ac:chgData name="xi sheng" userId="b3919e0d8ca6a452" providerId="LiveId" clId="{01F886A8-0C69-4263-A037-86C3C78024D6}" dt="2024-03-12T12:26:15.308" v="3370" actId="1076"/>
          <ac:picMkLst>
            <pc:docMk/>
            <pc:sldMk cId="1117283419" sldId="555"/>
            <ac:picMk id="5" creationId="{2F68FE9F-029B-4DB4-96DB-BBBE26D082A2}"/>
          </ac:picMkLst>
        </pc:picChg>
      </pc:sldChg>
      <pc:sldChg chg="modSp mod">
        <pc:chgData name="xi sheng" userId="b3919e0d8ca6a452" providerId="LiveId" clId="{01F886A8-0C69-4263-A037-86C3C78024D6}" dt="2024-03-12T09:28:38.130" v="1276" actId="20577"/>
        <pc:sldMkLst>
          <pc:docMk/>
          <pc:sldMk cId="1946871800" sldId="944"/>
        </pc:sldMkLst>
        <pc:spChg chg="mod">
          <ac:chgData name="xi sheng" userId="b3919e0d8ca6a452" providerId="LiveId" clId="{01F886A8-0C69-4263-A037-86C3C78024D6}" dt="2024-03-12T09:28:38.130" v="1276" actId="20577"/>
          <ac:spMkLst>
            <pc:docMk/>
            <pc:sldMk cId="1946871800" sldId="944"/>
            <ac:spMk id="3" creationId="{F46DDED7-DA1F-4F18-ACEF-244B92560D08}"/>
          </ac:spMkLst>
        </pc:spChg>
      </pc:sldChg>
      <pc:sldChg chg="addSp delSp modSp mod">
        <pc:chgData name="xi sheng" userId="b3919e0d8ca6a452" providerId="LiveId" clId="{01F886A8-0C69-4263-A037-86C3C78024D6}" dt="2024-03-14T05:06:49.705" v="3482" actId="11529"/>
        <pc:sldMkLst>
          <pc:docMk/>
          <pc:sldMk cId="3563844250" sldId="1239"/>
        </pc:sldMkLst>
        <pc:spChg chg="add del">
          <ac:chgData name="xi sheng" userId="b3919e0d8ca6a452" providerId="LiveId" clId="{01F886A8-0C69-4263-A037-86C3C78024D6}" dt="2024-03-14T05:05:55.435" v="3464" actId="22"/>
          <ac:spMkLst>
            <pc:docMk/>
            <pc:sldMk cId="3563844250" sldId="1239"/>
            <ac:spMk id="6" creationId="{CCA9E6CD-FD1A-2ED5-2023-7E7F6308D3FF}"/>
          </ac:spMkLst>
        </pc:spChg>
        <pc:spChg chg="add del mod">
          <ac:chgData name="xi sheng" userId="b3919e0d8ca6a452" providerId="LiveId" clId="{01F886A8-0C69-4263-A037-86C3C78024D6}" dt="2024-03-12T08:37:22.943" v="984"/>
          <ac:spMkLst>
            <pc:docMk/>
            <pc:sldMk cId="3563844250" sldId="1239"/>
            <ac:spMk id="10" creationId="{6EA74D98-FB7F-63E2-F2A1-102E8672AC18}"/>
          </ac:spMkLst>
        </pc:spChg>
        <pc:spChg chg="add mod">
          <ac:chgData name="xi sheng" userId="b3919e0d8ca6a452" providerId="LiveId" clId="{01F886A8-0C69-4263-A037-86C3C78024D6}" dt="2024-03-12T08:37:39.781" v="988" actId="20577"/>
          <ac:spMkLst>
            <pc:docMk/>
            <pc:sldMk cId="3563844250" sldId="1239"/>
            <ac:spMk id="14" creationId="{EFE90702-8139-CC00-AA29-6EC6604AE98B}"/>
          </ac:spMkLst>
        </pc:spChg>
        <pc:spChg chg="add mod">
          <ac:chgData name="xi sheng" userId="b3919e0d8ca6a452" providerId="LiveId" clId="{01F886A8-0C69-4263-A037-86C3C78024D6}" dt="2024-03-14T05:06:02.419" v="3465" actId="1076"/>
          <ac:spMkLst>
            <pc:docMk/>
            <pc:sldMk cId="3563844250" sldId="1239"/>
            <ac:spMk id="15" creationId="{2096A4E3-3B66-6BB6-5EE1-9C57F4E6ECB8}"/>
          </ac:spMkLst>
        </pc:spChg>
        <pc:spChg chg="add mod">
          <ac:chgData name="xi sheng" userId="b3919e0d8ca6a452" providerId="LiveId" clId="{01F886A8-0C69-4263-A037-86C3C78024D6}" dt="2024-03-14T05:06:11.510" v="3466"/>
          <ac:spMkLst>
            <pc:docMk/>
            <pc:sldMk cId="3563844250" sldId="1239"/>
            <ac:spMk id="20" creationId="{9DDF2E84-92FB-225C-AF20-EA433A494568}"/>
          </ac:spMkLst>
        </pc:spChg>
        <pc:spChg chg="add mod">
          <ac:chgData name="xi sheng" userId="b3919e0d8ca6a452" providerId="LiveId" clId="{01F886A8-0C69-4263-A037-86C3C78024D6}" dt="2024-03-14T05:06:11.510" v="3466"/>
          <ac:spMkLst>
            <pc:docMk/>
            <pc:sldMk cId="3563844250" sldId="1239"/>
            <ac:spMk id="21" creationId="{1FB8F7A6-FA5F-0729-D426-9DEFEF13BC10}"/>
          </ac:spMkLst>
        </pc:spChg>
        <pc:spChg chg="add mod">
          <ac:chgData name="xi sheng" userId="b3919e0d8ca6a452" providerId="LiveId" clId="{01F886A8-0C69-4263-A037-86C3C78024D6}" dt="2024-03-14T05:06:36.475" v="3480" actId="20577"/>
          <ac:spMkLst>
            <pc:docMk/>
            <pc:sldMk cId="3563844250" sldId="1239"/>
            <ac:spMk id="28" creationId="{A99D97F7-EA82-914E-05C8-7445F8A9A259}"/>
          </ac:spMkLst>
        </pc:spChg>
        <pc:spChg chg="add del mod">
          <ac:chgData name="xi sheng" userId="b3919e0d8ca6a452" providerId="LiveId" clId="{01F886A8-0C69-4263-A037-86C3C78024D6}" dt="2024-03-14T05:06:41.337" v="3481" actId="478"/>
          <ac:spMkLst>
            <pc:docMk/>
            <pc:sldMk cId="3563844250" sldId="1239"/>
            <ac:spMk id="29" creationId="{22B75A01-8EC7-153D-85AE-8C49D0885DB1}"/>
          </ac:spMkLst>
        </pc:spChg>
        <pc:spChg chg="add">
          <ac:chgData name="xi sheng" userId="b3919e0d8ca6a452" providerId="LiveId" clId="{01F886A8-0C69-4263-A037-86C3C78024D6}" dt="2024-03-14T05:06:49.705" v="3482" actId="11529"/>
          <ac:spMkLst>
            <pc:docMk/>
            <pc:sldMk cId="3563844250" sldId="1239"/>
            <ac:spMk id="30" creationId="{26907DBF-051E-895B-94ED-AA484862D615}"/>
          </ac:spMkLst>
        </pc:spChg>
        <pc:cxnChg chg="add mod">
          <ac:chgData name="xi sheng" userId="b3919e0d8ca6a452" providerId="LiveId" clId="{01F886A8-0C69-4263-A037-86C3C78024D6}" dt="2024-03-14T05:05:50.012" v="3462" actId="1076"/>
          <ac:cxnSpMkLst>
            <pc:docMk/>
            <pc:sldMk cId="3563844250" sldId="1239"/>
            <ac:cxnSpMk id="4" creationId="{ADC18000-3FA3-C1EA-4BD0-CF3776F774AB}"/>
          </ac:cxnSpMkLst>
        </pc:cxnChg>
        <pc:cxnChg chg="add mod">
          <ac:chgData name="xi sheng" userId="b3919e0d8ca6a452" providerId="LiveId" clId="{01F886A8-0C69-4263-A037-86C3C78024D6}" dt="2024-03-12T08:35:49.707" v="967" actId="1076"/>
          <ac:cxnSpMkLst>
            <pc:docMk/>
            <pc:sldMk cId="3563844250" sldId="1239"/>
            <ac:cxnSpMk id="7" creationId="{547AC345-ECCC-9267-3A31-9DBBE3D8FA75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8" creationId="{284193F8-C412-4356-CA21-0123B4C8B931}"/>
          </ac:cxnSpMkLst>
        </pc:cxnChg>
        <pc:cxnChg chg="add mod">
          <ac:chgData name="xi sheng" userId="b3919e0d8ca6a452" providerId="LiveId" clId="{01F886A8-0C69-4263-A037-86C3C78024D6}" dt="2024-03-14T05:06:15.951" v="3468" actId="1076"/>
          <ac:cxnSpMkLst>
            <pc:docMk/>
            <pc:sldMk cId="3563844250" sldId="1239"/>
            <ac:cxnSpMk id="9" creationId="{5A40C241-B332-A571-C93E-27BB63571252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10" creationId="{0545FEDF-B0BF-1650-D783-8C6505B02CE0}"/>
          </ac:cxnSpMkLst>
        </pc:cxnChg>
        <pc:cxnChg chg="add mod">
          <ac:chgData name="xi sheng" userId="b3919e0d8ca6a452" providerId="LiveId" clId="{01F886A8-0C69-4263-A037-86C3C78024D6}" dt="2024-03-14T05:06:02.419" v="3465" actId="1076"/>
          <ac:cxnSpMkLst>
            <pc:docMk/>
            <pc:sldMk cId="3563844250" sldId="1239"/>
            <ac:cxnSpMk id="11" creationId="{96DD92C7-B3A2-5A9B-4844-15199B48A88F}"/>
          </ac:cxnSpMkLst>
        </pc:cxnChg>
        <pc:cxnChg chg="add mod">
          <ac:chgData name="xi sheng" userId="b3919e0d8ca6a452" providerId="LiveId" clId="{01F886A8-0C69-4263-A037-86C3C78024D6}" dt="2024-03-14T05:06:02.419" v="3465" actId="1076"/>
          <ac:cxnSpMkLst>
            <pc:docMk/>
            <pc:sldMk cId="3563844250" sldId="1239"/>
            <ac:cxnSpMk id="12" creationId="{44B0C34A-BB6E-4780-5F51-B309290E12CC}"/>
          </ac:cxnSpMkLst>
        </pc:cxnChg>
        <pc:cxnChg chg="add mod">
          <ac:chgData name="xi sheng" userId="b3919e0d8ca6a452" providerId="LiveId" clId="{01F886A8-0C69-4263-A037-86C3C78024D6}" dt="2024-03-14T05:06:02.419" v="3465" actId="1076"/>
          <ac:cxnSpMkLst>
            <pc:docMk/>
            <pc:sldMk cId="3563844250" sldId="1239"/>
            <ac:cxnSpMk id="13" creationId="{EEE6D8D7-AA1C-74B9-5068-0E35A89F8399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16" creationId="{5FEB37F5-03B7-120F-FE9D-99B256F1451D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17" creationId="{BBA63F90-FE85-0889-0D61-28C76543F47B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18" creationId="{A6688DBD-223F-517F-F6A7-502118B52387}"/>
          </ac:cxnSpMkLst>
        </pc:cxnChg>
        <pc:cxnChg chg="add mod">
          <ac:chgData name="xi sheng" userId="b3919e0d8ca6a452" providerId="LiveId" clId="{01F886A8-0C69-4263-A037-86C3C78024D6}" dt="2024-03-14T05:06:11.510" v="3466"/>
          <ac:cxnSpMkLst>
            <pc:docMk/>
            <pc:sldMk cId="3563844250" sldId="1239"/>
            <ac:cxnSpMk id="19" creationId="{7B4FBC47-84A5-C5A1-306B-46A0F755AB9F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2" creationId="{B04B2BF6-6EB6-1A64-7D8B-C57C1B0D60EF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3" creationId="{DE5288F3-0855-13DD-90CC-A05448CCA3CD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4" creationId="{44F2772B-062B-8DCF-F8AE-221F70160698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5" creationId="{319E3B10-F7D3-312F-2B1F-7D820DD4173F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6" creationId="{F9406040-C231-0473-C5E8-817056797A7C}"/>
          </ac:cxnSpMkLst>
        </pc:cxnChg>
        <pc:cxnChg chg="add mod">
          <ac:chgData name="xi sheng" userId="b3919e0d8ca6a452" providerId="LiveId" clId="{01F886A8-0C69-4263-A037-86C3C78024D6}" dt="2024-03-14T05:06:26.637" v="3470" actId="1076"/>
          <ac:cxnSpMkLst>
            <pc:docMk/>
            <pc:sldMk cId="3563844250" sldId="1239"/>
            <ac:cxnSpMk id="27" creationId="{422A3C79-0495-2E58-4BCD-B2B032C45E72}"/>
          </ac:cxnSpMkLst>
        </pc:cxnChg>
      </pc:sldChg>
      <pc:sldChg chg="addSp modSp mod">
        <pc:chgData name="xi sheng" userId="b3919e0d8ca6a452" providerId="LiveId" clId="{01F886A8-0C69-4263-A037-86C3C78024D6}" dt="2024-03-14T05:10:04.695" v="3514" actId="20578"/>
        <pc:sldMkLst>
          <pc:docMk/>
          <pc:sldMk cId="3986033910" sldId="1240"/>
        </pc:sldMkLst>
        <pc:spChg chg="add mod">
          <ac:chgData name="xi sheng" userId="b3919e0d8ca6a452" providerId="LiveId" clId="{01F886A8-0C69-4263-A037-86C3C78024D6}" dt="2024-03-12T11:17:42.041" v="2122" actId="20577"/>
          <ac:spMkLst>
            <pc:docMk/>
            <pc:sldMk cId="3986033910" sldId="1240"/>
            <ac:spMk id="10" creationId="{68B8612B-0C04-F025-0FF8-1D825D208E8E}"/>
          </ac:spMkLst>
        </pc:spChg>
        <pc:spChg chg="add mod">
          <ac:chgData name="xi sheng" userId="b3919e0d8ca6a452" providerId="LiveId" clId="{01F886A8-0C69-4263-A037-86C3C78024D6}" dt="2024-03-14T05:07:04.557" v="3483" actId="1076"/>
          <ac:spMkLst>
            <pc:docMk/>
            <pc:sldMk cId="3986033910" sldId="1240"/>
            <ac:spMk id="11" creationId="{CEB685C3-4CB0-B336-2959-21B4A9A2C011}"/>
          </ac:spMkLst>
        </pc:spChg>
        <pc:spChg chg="add mod">
          <ac:chgData name="xi sheng" userId="b3919e0d8ca6a452" providerId="LiveId" clId="{01F886A8-0C69-4263-A037-86C3C78024D6}" dt="2024-03-14T05:10:04.695" v="3514" actId="20578"/>
          <ac:spMkLst>
            <pc:docMk/>
            <pc:sldMk cId="3986033910" sldId="1240"/>
            <ac:spMk id="18" creationId="{FC260CF0-098F-7751-335D-34491766CDF3}"/>
          </ac:spMkLst>
        </pc:spChg>
        <pc:spChg chg="add mod">
          <ac:chgData name="xi sheng" userId="b3919e0d8ca6a452" providerId="LiveId" clId="{01F886A8-0C69-4263-A037-86C3C78024D6}" dt="2024-03-14T05:07:17.693" v="3484"/>
          <ac:spMkLst>
            <pc:docMk/>
            <pc:sldMk cId="3986033910" sldId="1240"/>
            <ac:spMk id="19" creationId="{597809BD-3B26-158A-FAC5-A5023D2F0678}"/>
          </ac:spMkLst>
        </pc:spChg>
        <pc:cxnChg chg="add mod">
          <ac:chgData name="xi sheng" userId="b3919e0d8ca6a452" providerId="LiveId" clId="{01F886A8-0C69-4263-A037-86C3C78024D6}" dt="2024-03-12T08:38:39.240" v="994"/>
          <ac:cxnSpMkLst>
            <pc:docMk/>
            <pc:sldMk cId="3986033910" sldId="1240"/>
            <ac:cxnSpMk id="2" creationId="{5E905A5B-A3BC-E6F2-7033-2DD78FC212AE}"/>
          </ac:cxnSpMkLst>
        </pc:cxnChg>
        <pc:cxnChg chg="add mod">
          <ac:chgData name="xi sheng" userId="b3919e0d8ca6a452" providerId="LiveId" clId="{01F886A8-0C69-4263-A037-86C3C78024D6}" dt="2024-03-12T08:38:39.240" v="994"/>
          <ac:cxnSpMkLst>
            <pc:docMk/>
            <pc:sldMk cId="3986033910" sldId="1240"/>
            <ac:cxnSpMk id="5" creationId="{D8B23E30-FB44-A986-63DC-8CFE000AFC0F}"/>
          </ac:cxnSpMkLst>
        </pc:cxnChg>
        <pc:cxnChg chg="add mod">
          <ac:chgData name="xi sheng" userId="b3919e0d8ca6a452" providerId="LiveId" clId="{01F886A8-0C69-4263-A037-86C3C78024D6}" dt="2024-03-12T08:38:39.240" v="994"/>
          <ac:cxnSpMkLst>
            <pc:docMk/>
            <pc:sldMk cId="3986033910" sldId="1240"/>
            <ac:cxnSpMk id="6" creationId="{88E505F0-81F0-FDCD-D846-96DEACB0FB44}"/>
          </ac:cxnSpMkLst>
        </pc:cxnChg>
        <pc:cxnChg chg="add mod">
          <ac:chgData name="xi sheng" userId="b3919e0d8ca6a452" providerId="LiveId" clId="{01F886A8-0C69-4263-A037-86C3C78024D6}" dt="2024-03-14T05:07:04.557" v="3483" actId="1076"/>
          <ac:cxnSpMkLst>
            <pc:docMk/>
            <pc:sldMk cId="3986033910" sldId="1240"/>
            <ac:cxnSpMk id="7" creationId="{96C920C3-C75F-EC13-CF4B-3837B9E0277B}"/>
          </ac:cxnSpMkLst>
        </pc:cxnChg>
        <pc:cxnChg chg="add mod">
          <ac:chgData name="xi sheng" userId="b3919e0d8ca6a452" providerId="LiveId" clId="{01F886A8-0C69-4263-A037-86C3C78024D6}" dt="2024-03-14T05:07:04.557" v="3483" actId="1076"/>
          <ac:cxnSpMkLst>
            <pc:docMk/>
            <pc:sldMk cId="3986033910" sldId="1240"/>
            <ac:cxnSpMk id="8" creationId="{1552A3F6-481C-56F9-2F7B-7F5FA6D239E6}"/>
          </ac:cxnSpMkLst>
        </pc:cxnChg>
        <pc:cxnChg chg="add mod">
          <ac:chgData name="xi sheng" userId="b3919e0d8ca6a452" providerId="LiveId" clId="{01F886A8-0C69-4263-A037-86C3C78024D6}" dt="2024-03-14T05:07:04.557" v="3483" actId="1076"/>
          <ac:cxnSpMkLst>
            <pc:docMk/>
            <pc:sldMk cId="3986033910" sldId="1240"/>
            <ac:cxnSpMk id="9" creationId="{A16CC6B5-07E0-D874-8C41-01F6B76898F9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2" creationId="{63107EA0-E921-01AA-029D-CC9071CC3DBB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3" creationId="{2F036FE3-8122-E261-5698-D96A237992AD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4" creationId="{70F625C9-5652-E871-7A78-96451F13B759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5" creationId="{1E6E2B45-B2E6-FD63-AE3E-AAA80F4FC25E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6" creationId="{B41FB104-2632-D073-B74A-548FA72308B6}"/>
          </ac:cxnSpMkLst>
        </pc:cxnChg>
        <pc:cxnChg chg="add mod">
          <ac:chgData name="xi sheng" userId="b3919e0d8ca6a452" providerId="LiveId" clId="{01F886A8-0C69-4263-A037-86C3C78024D6}" dt="2024-03-14T05:07:17.693" v="3484"/>
          <ac:cxnSpMkLst>
            <pc:docMk/>
            <pc:sldMk cId="3986033910" sldId="1240"/>
            <ac:cxnSpMk id="17" creationId="{6F4C1746-CFF0-5220-0AFA-2B45C8F7138C}"/>
          </ac:cxnSpMkLst>
        </pc:cxnChg>
      </pc:sldChg>
      <pc:sldChg chg="addSp delSp modSp mod">
        <pc:chgData name="xi sheng" userId="b3919e0d8ca6a452" providerId="LiveId" clId="{01F886A8-0C69-4263-A037-86C3C78024D6}" dt="2024-03-14T05:10:53.219" v="3523" actId="478"/>
        <pc:sldMkLst>
          <pc:docMk/>
          <pc:sldMk cId="1817495848" sldId="1241"/>
        </pc:sldMkLst>
        <pc:spChg chg="add mod">
          <ac:chgData name="xi sheng" userId="b3919e0d8ca6a452" providerId="LiveId" clId="{01F886A8-0C69-4263-A037-86C3C78024D6}" dt="2024-03-14T05:10:38.443" v="3517" actId="1076"/>
          <ac:spMkLst>
            <pc:docMk/>
            <pc:sldMk cId="1817495848" sldId="1241"/>
            <ac:spMk id="10" creationId="{925140F5-00BB-B920-E8D6-BC2244946FBF}"/>
          </ac:spMkLst>
        </pc:spChg>
        <pc:spChg chg="add mod">
          <ac:chgData name="xi sheng" userId="b3919e0d8ca6a452" providerId="LiveId" clId="{01F886A8-0C69-4263-A037-86C3C78024D6}" dt="2024-03-12T11:18:49.082" v="2129" actId="767"/>
          <ac:spMkLst>
            <pc:docMk/>
            <pc:sldMk cId="1817495848" sldId="1241"/>
            <ac:spMk id="11" creationId="{1EA6C71C-6C8C-4525-3AEB-3BA5420E6A1A}"/>
          </ac:spMkLst>
        </pc:spChg>
        <pc:spChg chg="add mod">
          <ac:chgData name="xi sheng" userId="b3919e0d8ca6a452" providerId="LiveId" clId="{01F886A8-0C69-4263-A037-86C3C78024D6}" dt="2024-03-14T05:10:38.443" v="3517" actId="1076"/>
          <ac:spMkLst>
            <pc:docMk/>
            <pc:sldMk cId="1817495848" sldId="1241"/>
            <ac:spMk id="12" creationId="{E22E287B-263B-B5D3-56FE-4FCB300378E0}"/>
          </ac:spMkLst>
        </pc:spChg>
        <pc:spChg chg="add mod">
          <ac:chgData name="xi sheng" userId="b3919e0d8ca6a452" providerId="LiveId" clId="{01F886A8-0C69-4263-A037-86C3C78024D6}" dt="2024-03-14T05:10:39.098" v="3518"/>
          <ac:spMkLst>
            <pc:docMk/>
            <pc:sldMk cId="1817495848" sldId="1241"/>
            <ac:spMk id="19" creationId="{B755C94F-93B7-7431-42F8-B0DD7CA1786C}"/>
          </ac:spMkLst>
        </pc:spChg>
        <pc:spChg chg="add mod">
          <ac:chgData name="xi sheng" userId="b3919e0d8ca6a452" providerId="LiveId" clId="{01F886A8-0C69-4263-A037-86C3C78024D6}" dt="2024-03-14T05:10:50.799" v="3522" actId="403"/>
          <ac:spMkLst>
            <pc:docMk/>
            <pc:sldMk cId="1817495848" sldId="1241"/>
            <ac:spMk id="20" creationId="{75CE006E-7F1B-9848-3738-7918B78EA710}"/>
          </ac:spMkLst>
        </pc:spChg>
        <pc:spChg chg="add del mod">
          <ac:chgData name="xi sheng" userId="b3919e0d8ca6a452" providerId="LiveId" clId="{01F886A8-0C69-4263-A037-86C3C78024D6}" dt="2024-03-14T05:10:53.219" v="3523" actId="478"/>
          <ac:spMkLst>
            <pc:docMk/>
            <pc:sldMk cId="1817495848" sldId="1241"/>
            <ac:spMk id="21" creationId="{6A50D3F0-C2D8-ADD4-C2E4-59C049D594A1}"/>
          </ac:spMkLst>
        </pc:sp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2" creationId="{46D8EAC6-6693-B03E-B221-9C489AE2F220}"/>
          </ac:cxnSpMkLst>
        </pc:cxn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5" creationId="{BADFA288-9F21-761D-EC5F-941B1BD677AB}"/>
          </ac:cxnSpMkLst>
        </pc:cxn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6" creationId="{4B885163-3154-377C-EC6E-EB9F1C8E09F7}"/>
          </ac:cxnSpMkLst>
        </pc:cxn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7" creationId="{09E3FE60-502C-C7AF-79B2-E6399F076770}"/>
          </ac:cxnSpMkLst>
        </pc:cxn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8" creationId="{EC291C4F-C5E1-24E0-0FF2-96D4109D98BA}"/>
          </ac:cxnSpMkLst>
        </pc:cxnChg>
        <pc:cxnChg chg="add mod">
          <ac:chgData name="xi sheng" userId="b3919e0d8ca6a452" providerId="LiveId" clId="{01F886A8-0C69-4263-A037-86C3C78024D6}" dt="2024-03-14T05:10:38.443" v="3517" actId="1076"/>
          <ac:cxnSpMkLst>
            <pc:docMk/>
            <pc:sldMk cId="1817495848" sldId="1241"/>
            <ac:cxnSpMk id="9" creationId="{310F61A0-41A8-71BE-98EA-2F7CE37D6D97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1" creationId="{D8FD5DF2-A9D2-209B-A9BC-107DCDDB402F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3" creationId="{D13D592E-CB1B-C672-9E4B-3BABA92CA9D1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4" creationId="{3A3ED8A5-4646-64D0-865E-20B35C78FFC7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5" creationId="{7A9E99E9-B6B5-F872-EA1E-3C2933D05B77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6" creationId="{1CA30BF9-7635-86E4-6C43-E824EE9344EE}"/>
          </ac:cxnSpMkLst>
        </pc:cxnChg>
        <pc:cxnChg chg="add mod">
          <ac:chgData name="xi sheng" userId="b3919e0d8ca6a452" providerId="LiveId" clId="{01F886A8-0C69-4263-A037-86C3C78024D6}" dt="2024-03-14T05:10:39.098" v="3518"/>
          <ac:cxnSpMkLst>
            <pc:docMk/>
            <pc:sldMk cId="1817495848" sldId="1241"/>
            <ac:cxnSpMk id="17" creationId="{216D5C0B-ABC9-0351-EB25-F6B466DE5C87}"/>
          </ac:cxnSpMkLst>
        </pc:cxnChg>
      </pc:sldChg>
      <pc:sldChg chg="addSp modSp mod">
        <pc:chgData name="xi sheng" userId="b3919e0d8ca6a452" providerId="LiveId" clId="{01F886A8-0C69-4263-A037-86C3C78024D6}" dt="2024-03-12T09:40:45.409" v="1374" actId="11529"/>
        <pc:sldMkLst>
          <pc:docMk/>
          <pc:sldMk cId="3453313651" sldId="1242"/>
        </pc:sldMkLst>
        <pc:spChg chg="add mod">
          <ac:chgData name="xi sheng" userId="b3919e0d8ca6a452" providerId="LiveId" clId="{01F886A8-0C69-4263-A037-86C3C78024D6}" dt="2024-03-12T09:36:58.114" v="1329" actId="164"/>
          <ac:spMkLst>
            <pc:docMk/>
            <pc:sldMk cId="3453313651" sldId="1242"/>
            <ac:spMk id="22" creationId="{75CE8846-9875-1BD0-E86F-7273CB6442A2}"/>
          </ac:spMkLst>
        </pc:spChg>
        <pc:spChg chg="add mod">
          <ac:chgData name="xi sheng" userId="b3919e0d8ca6a452" providerId="LiveId" clId="{01F886A8-0C69-4263-A037-86C3C78024D6}" dt="2024-03-12T09:39:58.971" v="1364" actId="1076"/>
          <ac:spMkLst>
            <pc:docMk/>
            <pc:sldMk cId="3453313651" sldId="1242"/>
            <ac:spMk id="23" creationId="{5A29EE02-540A-9A4C-8493-5BCC7BC9D4D9}"/>
          </ac:spMkLst>
        </pc:spChg>
        <pc:spChg chg="mod">
          <ac:chgData name="xi sheng" userId="b3919e0d8ca6a452" providerId="LiveId" clId="{01F886A8-0C69-4263-A037-86C3C78024D6}" dt="2024-03-12T09:37:20.459" v="1334"/>
          <ac:spMkLst>
            <pc:docMk/>
            <pc:sldMk cId="3453313651" sldId="1242"/>
            <ac:spMk id="32" creationId="{75CE8846-9875-1BD0-E86F-7273CB6442A2}"/>
          </ac:spMkLst>
        </pc:spChg>
        <pc:spChg chg="mod">
          <ac:chgData name="xi sheng" userId="b3919e0d8ca6a452" providerId="LiveId" clId="{01F886A8-0C69-4263-A037-86C3C78024D6}" dt="2024-03-12T09:39:16.819" v="1357" actId="1076"/>
          <ac:spMkLst>
            <pc:docMk/>
            <pc:sldMk cId="3453313651" sldId="1242"/>
            <ac:spMk id="33" creationId="{5A29EE02-540A-9A4C-8493-5BCC7BC9D4D9}"/>
          </ac:spMkLst>
        </pc:spChg>
        <pc:spChg chg="add mod">
          <ac:chgData name="xi sheng" userId="b3919e0d8ca6a452" providerId="LiveId" clId="{01F886A8-0C69-4263-A037-86C3C78024D6}" dt="2024-03-12T09:40:00.700" v="1365" actId="1076"/>
          <ac:spMkLst>
            <pc:docMk/>
            <pc:sldMk cId="3453313651" sldId="1242"/>
            <ac:spMk id="34" creationId="{C39AB200-8A82-B1E7-9AE0-A80913D02717}"/>
          </ac:spMkLst>
        </pc:spChg>
        <pc:spChg chg="mod">
          <ac:chgData name="xi sheng" userId="b3919e0d8ca6a452" providerId="LiveId" clId="{01F886A8-0C69-4263-A037-86C3C78024D6}" dt="2024-03-12T09:39:43.079" v="1362" actId="1076"/>
          <ac:spMkLst>
            <pc:docMk/>
            <pc:sldMk cId="3453313651" sldId="1242"/>
            <ac:spMk id="42" creationId="{75CE8846-9875-1BD0-E86F-7273CB6442A2}"/>
          </ac:spMkLst>
        </pc:spChg>
        <pc:spChg chg="mod">
          <ac:chgData name="xi sheng" userId="b3919e0d8ca6a452" providerId="LiveId" clId="{01F886A8-0C69-4263-A037-86C3C78024D6}" dt="2024-03-12T09:39:40.126" v="1360" actId="1076"/>
          <ac:spMkLst>
            <pc:docMk/>
            <pc:sldMk cId="3453313651" sldId="1242"/>
            <ac:spMk id="43" creationId="{5A29EE02-540A-9A4C-8493-5BCC7BC9D4D9}"/>
          </ac:spMkLst>
        </pc:spChg>
        <pc:spChg chg="add mod">
          <ac:chgData name="xi sheng" userId="b3919e0d8ca6a452" providerId="LiveId" clId="{01F886A8-0C69-4263-A037-86C3C78024D6}" dt="2024-03-12T09:39:03.137" v="1356" actId="1076"/>
          <ac:spMkLst>
            <pc:docMk/>
            <pc:sldMk cId="3453313651" sldId="1242"/>
            <ac:spMk id="44" creationId="{F06C68E2-0D0A-FAD9-BCFA-9C3974D70EAB}"/>
          </ac:spMkLst>
        </pc:spChg>
        <pc:spChg chg="mod">
          <ac:chgData name="xi sheng" userId="b3919e0d8ca6a452" providerId="LiveId" clId="{01F886A8-0C69-4263-A037-86C3C78024D6}" dt="2024-03-12T09:38:34.592" v="1351"/>
          <ac:spMkLst>
            <pc:docMk/>
            <pc:sldMk cId="3453313651" sldId="1242"/>
            <ac:spMk id="52" creationId="{75CE8846-9875-1BD0-E86F-7273CB6442A2}"/>
          </ac:spMkLst>
        </pc:spChg>
        <pc:spChg chg="mod">
          <ac:chgData name="xi sheng" userId="b3919e0d8ca6a452" providerId="LiveId" clId="{01F886A8-0C69-4263-A037-86C3C78024D6}" dt="2024-03-12T09:38:34.592" v="1351"/>
          <ac:spMkLst>
            <pc:docMk/>
            <pc:sldMk cId="3453313651" sldId="1242"/>
            <ac:spMk id="53" creationId="{5A29EE02-540A-9A4C-8493-5BCC7BC9D4D9}"/>
          </ac:spMkLst>
        </pc:spChg>
        <pc:spChg chg="add">
          <ac:chgData name="xi sheng" userId="b3919e0d8ca6a452" providerId="LiveId" clId="{01F886A8-0C69-4263-A037-86C3C78024D6}" dt="2024-03-12T09:40:13.232" v="1367" actId="11529"/>
          <ac:spMkLst>
            <pc:docMk/>
            <pc:sldMk cId="3453313651" sldId="1242"/>
            <ac:spMk id="54" creationId="{503AFDED-E124-A776-BD48-8AD5BC0E91F9}"/>
          </ac:spMkLst>
        </pc:spChg>
        <pc:spChg chg="mod">
          <ac:chgData name="xi sheng" userId="b3919e0d8ca6a452" providerId="LiveId" clId="{01F886A8-0C69-4263-A037-86C3C78024D6}" dt="2024-03-12T09:40:34.969" v="1372"/>
          <ac:spMkLst>
            <pc:docMk/>
            <pc:sldMk cId="3453313651" sldId="1242"/>
            <ac:spMk id="62" creationId="{75CE8846-9875-1BD0-E86F-7273CB6442A2}"/>
          </ac:spMkLst>
        </pc:spChg>
        <pc:spChg chg="add">
          <ac:chgData name="xi sheng" userId="b3919e0d8ca6a452" providerId="LiveId" clId="{01F886A8-0C69-4263-A037-86C3C78024D6}" dt="2024-03-12T09:40:45.409" v="1374" actId="11529"/>
          <ac:spMkLst>
            <pc:docMk/>
            <pc:sldMk cId="3453313651" sldId="1242"/>
            <ac:spMk id="63" creationId="{AA0EF5F1-473F-E842-E1EE-DC423BD0FFDF}"/>
          </ac:spMkLst>
        </pc:spChg>
        <pc:grpChg chg="add mod">
          <ac:chgData name="xi sheng" userId="b3919e0d8ca6a452" providerId="LiveId" clId="{01F886A8-0C69-4263-A037-86C3C78024D6}" dt="2024-03-12T09:38:50.324" v="1353" actId="14100"/>
          <ac:grpSpMkLst>
            <pc:docMk/>
            <pc:sldMk cId="3453313651" sldId="1242"/>
            <ac:grpSpMk id="24" creationId="{F2D55032-DBD0-9AF4-39F7-95A5E04E82C9}"/>
          </ac:grpSpMkLst>
        </pc:grpChg>
        <pc:grpChg chg="add mod">
          <ac:chgData name="xi sheng" userId="b3919e0d8ca6a452" providerId="LiveId" clId="{01F886A8-0C69-4263-A037-86C3C78024D6}" dt="2024-03-12T09:40:04.587" v="1366" actId="1076"/>
          <ac:grpSpMkLst>
            <pc:docMk/>
            <pc:sldMk cId="3453313651" sldId="1242"/>
            <ac:grpSpMk id="25" creationId="{27F3540F-D5B6-5942-2E08-7B72E473C3A3}"/>
          </ac:grpSpMkLst>
        </pc:grpChg>
        <pc:grpChg chg="add mod">
          <ac:chgData name="xi sheng" userId="b3919e0d8ca6a452" providerId="LiveId" clId="{01F886A8-0C69-4263-A037-86C3C78024D6}" dt="2024-03-12T09:39:49.050" v="1363" actId="1076"/>
          <ac:grpSpMkLst>
            <pc:docMk/>
            <pc:sldMk cId="3453313651" sldId="1242"/>
            <ac:grpSpMk id="35" creationId="{374FC123-322A-B800-9DCE-9293B43C032B}"/>
          </ac:grpSpMkLst>
        </pc:grpChg>
        <pc:grpChg chg="add mod">
          <ac:chgData name="xi sheng" userId="b3919e0d8ca6a452" providerId="LiveId" clId="{01F886A8-0C69-4263-A037-86C3C78024D6}" dt="2024-03-12T09:40:17.482" v="1368" actId="1076"/>
          <ac:grpSpMkLst>
            <pc:docMk/>
            <pc:sldMk cId="3453313651" sldId="1242"/>
            <ac:grpSpMk id="45" creationId="{6723F395-8FCF-2C1A-DD15-87625ED4616F}"/>
          </ac:grpSpMkLst>
        </pc:grpChg>
        <pc:grpChg chg="add mod">
          <ac:chgData name="xi sheng" userId="b3919e0d8ca6a452" providerId="LiveId" clId="{01F886A8-0C69-4263-A037-86C3C78024D6}" dt="2024-03-12T09:40:38.317" v="1373" actId="1076"/>
          <ac:grpSpMkLst>
            <pc:docMk/>
            <pc:sldMk cId="3453313651" sldId="1242"/>
            <ac:grpSpMk id="55" creationId="{2C3C7B6F-F21C-0FFB-C554-BD738ABB9D00}"/>
          </ac:grpSpMkLst>
        </pc:grp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2" creationId="{89246EFA-978A-BE2E-CE89-A9F54B0959AC}"/>
          </ac:cxnSpMkLst>
        </pc:cxn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4" creationId="{92739664-E493-C3F8-F19B-CD8A2451E765}"/>
          </ac:cxnSpMkLst>
        </pc:cxn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6" creationId="{C8731724-5DCC-C2D1-96FF-3209E5F8B277}"/>
          </ac:cxnSpMkLst>
        </pc:cxn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7" creationId="{A667C971-BDD5-5DCA-7422-3673B09A7D23}"/>
          </ac:cxnSpMkLst>
        </pc:cxn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8" creationId="{B7F4BEB1-F27D-FF6C-3838-AB5359004EBB}"/>
          </ac:cxnSpMkLst>
        </pc:cxnChg>
        <pc:cxnChg chg="add mod">
          <ac:chgData name="xi sheng" userId="b3919e0d8ca6a452" providerId="LiveId" clId="{01F886A8-0C69-4263-A037-86C3C78024D6}" dt="2024-03-12T08:55:01.960" v="1134" actId="14100"/>
          <ac:cxnSpMkLst>
            <pc:docMk/>
            <pc:sldMk cId="3453313651" sldId="1242"/>
            <ac:cxnSpMk id="9" creationId="{D7EB3E9A-CA50-3A15-4031-A80C5E493D1D}"/>
          </ac:cxnSpMkLst>
        </pc:cxnChg>
        <pc:cxnChg chg="add mod">
          <ac:chgData name="xi sheng" userId="b3919e0d8ca6a452" providerId="LiveId" clId="{01F886A8-0C69-4263-A037-86C3C78024D6}" dt="2024-03-12T09:36:58.114" v="1329" actId="164"/>
          <ac:cxnSpMkLst>
            <pc:docMk/>
            <pc:sldMk cId="3453313651" sldId="1242"/>
            <ac:cxnSpMk id="16" creationId="{813267AD-7518-CAA0-FDE5-329D6DF00942}"/>
          </ac:cxnSpMkLst>
        </pc:cxnChg>
        <pc:cxnChg chg="add mod">
          <ac:chgData name="xi sheng" userId="b3919e0d8ca6a452" providerId="LiveId" clId="{01F886A8-0C69-4263-A037-86C3C78024D6}" dt="2024-03-12T09:36:58.114" v="1329" actId="164"/>
          <ac:cxnSpMkLst>
            <pc:docMk/>
            <pc:sldMk cId="3453313651" sldId="1242"/>
            <ac:cxnSpMk id="17" creationId="{380650B8-FC4C-47F2-1D9B-2BA07BC17FA0}"/>
          </ac:cxnSpMkLst>
        </pc:cxnChg>
        <pc:cxnChg chg="add mod">
          <ac:chgData name="xi sheng" userId="b3919e0d8ca6a452" providerId="LiveId" clId="{01F886A8-0C69-4263-A037-86C3C78024D6}" dt="2024-03-12T09:36:58.114" v="1329" actId="164"/>
          <ac:cxnSpMkLst>
            <pc:docMk/>
            <pc:sldMk cId="3453313651" sldId="1242"/>
            <ac:cxnSpMk id="18" creationId="{3B8DD0DD-253B-B438-D365-88D14E4C70A9}"/>
          </ac:cxnSpMkLst>
        </pc:cxnChg>
        <pc:cxnChg chg="add mod">
          <ac:chgData name="xi sheng" userId="b3919e0d8ca6a452" providerId="LiveId" clId="{01F886A8-0C69-4263-A037-86C3C78024D6}" dt="2024-03-12T09:39:58.971" v="1364" actId="1076"/>
          <ac:cxnSpMkLst>
            <pc:docMk/>
            <pc:sldMk cId="3453313651" sldId="1242"/>
            <ac:cxnSpMk id="19" creationId="{9D821208-CA31-E03E-DE64-2D3E41630704}"/>
          </ac:cxnSpMkLst>
        </pc:cxnChg>
        <pc:cxnChg chg="add mod">
          <ac:chgData name="xi sheng" userId="b3919e0d8ca6a452" providerId="LiveId" clId="{01F886A8-0C69-4263-A037-86C3C78024D6}" dt="2024-03-12T09:39:58.971" v="1364" actId="1076"/>
          <ac:cxnSpMkLst>
            <pc:docMk/>
            <pc:sldMk cId="3453313651" sldId="1242"/>
            <ac:cxnSpMk id="20" creationId="{A62665DA-58D7-C14C-3C33-0B8A9C6550C2}"/>
          </ac:cxnSpMkLst>
        </pc:cxnChg>
        <pc:cxnChg chg="add mod">
          <ac:chgData name="xi sheng" userId="b3919e0d8ca6a452" providerId="LiveId" clId="{01F886A8-0C69-4263-A037-86C3C78024D6}" dt="2024-03-12T09:39:58.971" v="1364" actId="1076"/>
          <ac:cxnSpMkLst>
            <pc:docMk/>
            <pc:sldMk cId="3453313651" sldId="1242"/>
            <ac:cxnSpMk id="21" creationId="{8216559B-B5B8-B97C-0D39-D8EE6ED0B3AB}"/>
          </ac:cxnSpMkLst>
        </pc:cxnChg>
        <pc:cxnChg chg="mod">
          <ac:chgData name="xi sheng" userId="b3919e0d8ca6a452" providerId="LiveId" clId="{01F886A8-0C69-4263-A037-86C3C78024D6}" dt="2024-03-12T09:37:20.459" v="1334"/>
          <ac:cxnSpMkLst>
            <pc:docMk/>
            <pc:sldMk cId="3453313651" sldId="1242"/>
            <ac:cxnSpMk id="2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7:20.459" v="1334"/>
          <ac:cxnSpMkLst>
            <pc:docMk/>
            <pc:sldMk cId="3453313651" sldId="1242"/>
            <ac:cxnSpMk id="2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7:20.459" v="1334"/>
          <ac:cxnSpMkLst>
            <pc:docMk/>
            <pc:sldMk cId="3453313651" sldId="1242"/>
            <ac:cxnSpMk id="2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9:16.819" v="1357" actId="1076"/>
          <ac:cxnSpMkLst>
            <pc:docMk/>
            <pc:sldMk cId="3453313651" sldId="1242"/>
            <ac:cxnSpMk id="2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9:16.819" v="1357" actId="1076"/>
          <ac:cxnSpMkLst>
            <pc:docMk/>
            <pc:sldMk cId="3453313651" sldId="1242"/>
            <ac:cxnSpMk id="3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9:16.819" v="1357" actId="1076"/>
          <ac:cxnSpMkLst>
            <pc:docMk/>
            <pc:sldMk cId="3453313651" sldId="1242"/>
            <ac:cxnSpMk id="31" creationId="{8216559B-B5B8-B97C-0D39-D8EE6ED0B3AB}"/>
          </ac:cxnSpMkLst>
        </pc:cxnChg>
        <pc:cxnChg chg="mod">
          <ac:chgData name="xi sheng" userId="b3919e0d8ca6a452" providerId="LiveId" clId="{01F886A8-0C69-4263-A037-86C3C78024D6}" dt="2024-03-12T09:37:58.233" v="1343"/>
          <ac:cxnSpMkLst>
            <pc:docMk/>
            <pc:sldMk cId="3453313651" sldId="1242"/>
            <ac:cxnSpMk id="3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7:58.233" v="1343"/>
          <ac:cxnSpMkLst>
            <pc:docMk/>
            <pc:sldMk cId="3453313651" sldId="1242"/>
            <ac:cxnSpMk id="3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7:58.233" v="1343"/>
          <ac:cxnSpMkLst>
            <pc:docMk/>
            <pc:sldMk cId="3453313651" sldId="1242"/>
            <ac:cxnSpMk id="3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9:40.126" v="1360" actId="1076"/>
          <ac:cxnSpMkLst>
            <pc:docMk/>
            <pc:sldMk cId="3453313651" sldId="1242"/>
            <ac:cxnSpMk id="3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9:40.126" v="1360" actId="1076"/>
          <ac:cxnSpMkLst>
            <pc:docMk/>
            <pc:sldMk cId="3453313651" sldId="1242"/>
            <ac:cxnSpMk id="4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9:40.126" v="1360" actId="1076"/>
          <ac:cxnSpMkLst>
            <pc:docMk/>
            <pc:sldMk cId="3453313651" sldId="1242"/>
            <ac:cxnSpMk id="41" creationId="{8216559B-B5B8-B97C-0D39-D8EE6ED0B3AB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4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4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4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4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5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8:34.592" v="1351"/>
          <ac:cxnSpMkLst>
            <pc:docMk/>
            <pc:sldMk cId="3453313651" sldId="1242"/>
            <ac:cxnSpMk id="51" creationId="{8216559B-B5B8-B97C-0D39-D8EE6ED0B3AB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5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5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5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5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6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40:34.969" v="1372"/>
          <ac:cxnSpMkLst>
            <pc:docMk/>
            <pc:sldMk cId="3453313651" sldId="1242"/>
            <ac:cxnSpMk id="61" creationId="{8216559B-B5B8-B97C-0D39-D8EE6ED0B3AB}"/>
          </ac:cxnSpMkLst>
        </pc:cxnChg>
      </pc:sldChg>
      <pc:sldChg chg="addSp delSp modSp mod ord">
        <pc:chgData name="xi sheng" userId="b3919e0d8ca6a452" providerId="LiveId" clId="{01F886A8-0C69-4263-A037-86C3C78024D6}" dt="2024-03-12T10:39:45.365" v="1733"/>
        <pc:sldMkLst>
          <pc:docMk/>
          <pc:sldMk cId="1601492055" sldId="1243"/>
        </pc:sldMkLst>
        <pc:spChg chg="add mod">
          <ac:chgData name="xi sheng" userId="b3919e0d8ca6a452" providerId="LiveId" clId="{01F886A8-0C69-4263-A037-86C3C78024D6}" dt="2024-03-12T10:10:09.539" v="1571" actId="20577"/>
          <ac:spMkLst>
            <pc:docMk/>
            <pc:sldMk cId="1601492055" sldId="1243"/>
            <ac:spMk id="10" creationId="{66FCD3B4-5DA9-7074-501D-E06E3E2992B6}"/>
          </ac:spMkLst>
        </pc:spChg>
        <pc:spChg chg="add del mod">
          <ac:chgData name="xi sheng" userId="b3919e0d8ca6a452" providerId="LiveId" clId="{01F886A8-0C69-4263-A037-86C3C78024D6}" dt="2024-03-12T10:10:37.702" v="1574" actId="478"/>
          <ac:spMkLst>
            <pc:docMk/>
            <pc:sldMk cId="1601492055" sldId="1243"/>
            <ac:spMk id="11" creationId="{2564EA4E-4921-C9D7-ACD5-04AA45E5C764}"/>
          </ac:spMkLst>
        </pc:spChg>
        <pc:spChg chg="add mod">
          <ac:chgData name="xi sheng" userId="b3919e0d8ca6a452" providerId="LiveId" clId="{01F886A8-0C69-4263-A037-86C3C78024D6}" dt="2024-03-12T10:11:41.470" v="1584" actId="20577"/>
          <ac:spMkLst>
            <pc:docMk/>
            <pc:sldMk cId="1601492055" sldId="1243"/>
            <ac:spMk id="12" creationId="{5F7F319B-1864-D2A7-75DE-6BA63DC90D0F}"/>
          </ac:spMkLst>
        </pc:sp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2" creationId="{82827409-7963-F1D4-402E-24AC38E35163}"/>
          </ac:cxnSpMkLst>
        </pc:cxn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5" creationId="{AB205D2E-C6B1-1E85-44FC-365CA74857AC}"/>
          </ac:cxnSpMkLst>
        </pc:cxn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6" creationId="{E4FC0550-59B8-6753-F044-06BD86F743BD}"/>
          </ac:cxnSpMkLst>
        </pc:cxn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7" creationId="{E6DBF915-090B-E2D6-C000-04744A010B48}"/>
          </ac:cxnSpMkLst>
        </pc:cxn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8" creationId="{F21F93DD-93F5-421A-FFFE-440B927DD5D5}"/>
          </ac:cxnSpMkLst>
        </pc:cxnChg>
        <pc:cxnChg chg="add mod">
          <ac:chgData name="xi sheng" userId="b3919e0d8ca6a452" providerId="LiveId" clId="{01F886A8-0C69-4263-A037-86C3C78024D6}" dt="2024-03-12T10:09:37.860" v="1553"/>
          <ac:cxnSpMkLst>
            <pc:docMk/>
            <pc:sldMk cId="1601492055" sldId="1243"/>
            <ac:cxnSpMk id="9" creationId="{5743CAFD-A117-B6E4-B19F-A44FC4B0D173}"/>
          </ac:cxnSpMkLst>
        </pc:cxnChg>
      </pc:sldChg>
      <pc:sldChg chg="addSp delSp modSp mod">
        <pc:chgData name="xi sheng" userId="b3919e0d8ca6a452" providerId="LiveId" clId="{01F886A8-0C69-4263-A037-86C3C78024D6}" dt="2024-03-12T11:19:54.164" v="2134" actId="1076"/>
        <pc:sldMkLst>
          <pc:docMk/>
          <pc:sldMk cId="2198506279" sldId="1244"/>
        </pc:sldMkLst>
        <pc:spChg chg="mod">
          <ac:chgData name="xi sheng" userId="b3919e0d8ca6a452" providerId="LiveId" clId="{01F886A8-0C69-4263-A037-86C3C78024D6}" dt="2024-03-12T10:29:03.917" v="1725" actId="14100"/>
          <ac:spMkLst>
            <pc:docMk/>
            <pc:sldMk cId="2198506279" sldId="1244"/>
            <ac:spMk id="11" creationId="{004647BB-900D-A29E-3218-3FDA1D67B3B7}"/>
          </ac:spMkLst>
        </pc:spChg>
        <pc:spChg chg="del mod">
          <ac:chgData name="xi sheng" userId="b3919e0d8ca6a452" providerId="LiveId" clId="{01F886A8-0C69-4263-A037-86C3C78024D6}" dt="2024-03-12T10:29:33.911" v="1731" actId="478"/>
          <ac:spMkLst>
            <pc:docMk/>
            <pc:sldMk cId="2198506279" sldId="1244"/>
            <ac:spMk id="12" creationId="{4EBB32AC-4EA5-AB00-A959-2DAC16862F31}"/>
          </ac:spMkLst>
        </pc:spChg>
        <pc:spChg chg="mod">
          <ac:chgData name="xi sheng" userId="b3919e0d8ca6a452" providerId="LiveId" clId="{01F886A8-0C69-4263-A037-86C3C78024D6}" dt="2024-03-12T10:28:34.179" v="1712" actId="21"/>
          <ac:spMkLst>
            <pc:docMk/>
            <pc:sldMk cId="2198506279" sldId="1244"/>
            <ac:spMk id="20" creationId="{2E3F077A-96ED-37E2-75DE-BFCE96AAE753}"/>
          </ac:spMkLst>
        </pc:spChg>
        <pc:spChg chg="mod">
          <ac:chgData name="xi sheng" userId="b3919e0d8ca6a452" providerId="LiveId" clId="{01F886A8-0C69-4263-A037-86C3C78024D6}" dt="2024-03-12T10:27:58.287" v="1706" actId="20577"/>
          <ac:spMkLst>
            <pc:docMk/>
            <pc:sldMk cId="2198506279" sldId="1244"/>
            <ac:spMk id="21" creationId="{BB23F11D-7FAF-E011-1EA0-5EE737552F1B}"/>
          </ac:spMkLst>
        </pc:spChg>
        <pc:spChg chg="mod">
          <ac:chgData name="xi sheng" userId="b3919e0d8ca6a452" providerId="LiveId" clId="{01F886A8-0C69-4263-A037-86C3C78024D6}" dt="2024-03-12T10:28:19.564" v="1709"/>
          <ac:spMkLst>
            <pc:docMk/>
            <pc:sldMk cId="2198506279" sldId="1244"/>
            <ac:spMk id="29" creationId="{65FCAC72-753D-EA8E-2287-5D183E67BD6C}"/>
          </ac:spMkLst>
        </pc:spChg>
        <pc:spChg chg="mod">
          <ac:chgData name="xi sheng" userId="b3919e0d8ca6a452" providerId="LiveId" clId="{01F886A8-0C69-4263-A037-86C3C78024D6}" dt="2024-03-12T10:28:19.564" v="1709"/>
          <ac:spMkLst>
            <pc:docMk/>
            <pc:sldMk cId="2198506279" sldId="1244"/>
            <ac:spMk id="30" creationId="{1247D16C-8EE4-21E6-C3CD-50336BD438AA}"/>
          </ac:spMkLst>
        </pc:spChg>
        <pc:spChg chg="add">
          <ac:chgData name="xi sheng" userId="b3919e0d8ca6a452" providerId="LiveId" clId="{01F886A8-0C69-4263-A037-86C3C78024D6}" dt="2024-03-12T11:19:46.714" v="2132" actId="11529"/>
          <ac:spMkLst>
            <pc:docMk/>
            <pc:sldMk cId="2198506279" sldId="1244"/>
            <ac:spMk id="33" creationId="{BBD1D10D-B5D6-189B-B564-ACAC371F35C2}"/>
          </ac:spMkLst>
        </pc:spChg>
        <pc:spChg chg="add mod">
          <ac:chgData name="xi sheng" userId="b3919e0d8ca6a452" providerId="LiveId" clId="{01F886A8-0C69-4263-A037-86C3C78024D6}" dt="2024-03-12T11:19:54.164" v="2134" actId="1076"/>
          <ac:spMkLst>
            <pc:docMk/>
            <pc:sldMk cId="2198506279" sldId="1244"/>
            <ac:spMk id="34" creationId="{431BE88D-E606-9CF3-7B5A-006D7F058D2E}"/>
          </ac:spMkLst>
        </pc:spChg>
        <pc:spChg chg="mod">
          <ac:chgData name="xi sheng" userId="b3919e0d8ca6a452" providerId="LiveId" clId="{01F886A8-0C69-4263-A037-86C3C78024D6}" dt="2024-03-12T10:28:09.520" v="1708"/>
          <ac:spMkLst>
            <pc:docMk/>
            <pc:sldMk cId="2198506279" sldId="1244"/>
            <ac:spMk id="2050" creationId="{00000000-0000-0000-0000-000000000000}"/>
          </ac:spMkLst>
        </pc:spChg>
        <pc:grpChg chg="add mod">
          <ac:chgData name="xi sheng" userId="b3919e0d8ca6a452" providerId="LiveId" clId="{01F886A8-0C69-4263-A037-86C3C78024D6}" dt="2024-03-12T10:29:07.355" v="1726" actId="1076"/>
          <ac:grpSpMkLst>
            <pc:docMk/>
            <pc:sldMk cId="2198506279" sldId="1244"/>
            <ac:grpSpMk id="2" creationId="{FEF3CD56-1515-9FDF-9213-32AF8BB75E66}"/>
          </ac:grpSpMkLst>
        </pc:grpChg>
        <pc:grpChg chg="add mod">
          <ac:chgData name="xi sheng" userId="b3919e0d8ca6a452" providerId="LiveId" clId="{01F886A8-0C69-4263-A037-86C3C78024D6}" dt="2024-03-12T10:26:49.319" v="1690" actId="1076"/>
          <ac:grpSpMkLst>
            <pc:docMk/>
            <pc:sldMk cId="2198506279" sldId="1244"/>
            <ac:grpSpMk id="13" creationId="{1C7D9944-CABE-4324-1B5B-5C895974C58E}"/>
          </ac:grpSpMkLst>
        </pc:grpChg>
        <pc:grpChg chg="add mod">
          <ac:chgData name="xi sheng" userId="b3919e0d8ca6a452" providerId="LiveId" clId="{01F886A8-0C69-4263-A037-86C3C78024D6}" dt="2024-03-12T10:28:19.564" v="1709"/>
          <ac:grpSpMkLst>
            <pc:docMk/>
            <pc:sldMk cId="2198506279" sldId="1244"/>
            <ac:grpSpMk id="22" creationId="{E0DE54E4-F793-FCA6-E55F-C30CE8C9D778}"/>
          </ac:grpSpMkLst>
        </pc:grpChg>
        <pc:cxnChg chg="mod">
          <ac:chgData name="xi sheng" userId="b3919e0d8ca6a452" providerId="LiveId" clId="{01F886A8-0C69-4263-A037-86C3C78024D6}" dt="2024-03-12T10:29:10.722" v="1727" actId="1076"/>
          <ac:cxnSpMkLst>
            <pc:docMk/>
            <pc:sldMk cId="2198506279" sldId="1244"/>
            <ac:cxnSpMk id="5" creationId="{21DDDBDA-1327-5720-D617-2FA38A4BFB0C}"/>
          </ac:cxnSpMkLst>
        </pc:cxnChg>
        <pc:cxnChg chg="mod">
          <ac:chgData name="xi sheng" userId="b3919e0d8ca6a452" providerId="LiveId" clId="{01F886A8-0C69-4263-A037-86C3C78024D6}" dt="2024-03-12T10:29:25.563" v="1730" actId="14100"/>
          <ac:cxnSpMkLst>
            <pc:docMk/>
            <pc:sldMk cId="2198506279" sldId="1244"/>
            <ac:cxnSpMk id="6" creationId="{D9E6548A-758C-56FB-AB93-C3918B939CA6}"/>
          </ac:cxnSpMkLst>
        </pc:cxnChg>
        <pc:cxnChg chg="mod">
          <ac:chgData name="xi sheng" userId="b3919e0d8ca6a452" providerId="LiveId" clId="{01F886A8-0C69-4263-A037-86C3C78024D6}" dt="2024-03-12T10:29:16.054" v="1728" actId="1076"/>
          <ac:cxnSpMkLst>
            <pc:docMk/>
            <pc:sldMk cId="2198506279" sldId="1244"/>
            <ac:cxnSpMk id="7" creationId="{BAD0303B-0690-F680-137A-56160014A9BC}"/>
          </ac:cxnSpMkLst>
        </pc:cxnChg>
        <pc:cxnChg chg="mod">
          <ac:chgData name="xi sheng" userId="b3919e0d8ca6a452" providerId="LiveId" clId="{01F886A8-0C69-4263-A037-86C3C78024D6}" dt="2024-03-12T10:24:24.151" v="1635"/>
          <ac:cxnSpMkLst>
            <pc:docMk/>
            <pc:sldMk cId="2198506279" sldId="1244"/>
            <ac:cxnSpMk id="8" creationId="{FAEA3E42-2916-975F-18D6-93C4EFDEDD74}"/>
          </ac:cxnSpMkLst>
        </pc:cxnChg>
        <pc:cxnChg chg="mod">
          <ac:chgData name="xi sheng" userId="b3919e0d8ca6a452" providerId="LiveId" clId="{01F886A8-0C69-4263-A037-86C3C78024D6}" dt="2024-03-12T10:24:24.151" v="1635"/>
          <ac:cxnSpMkLst>
            <pc:docMk/>
            <pc:sldMk cId="2198506279" sldId="1244"/>
            <ac:cxnSpMk id="9" creationId="{314C7E5F-AB90-51F4-0703-731D63E8CA0C}"/>
          </ac:cxnSpMkLst>
        </pc:cxnChg>
        <pc:cxnChg chg="mod">
          <ac:chgData name="xi sheng" userId="b3919e0d8ca6a452" providerId="LiveId" clId="{01F886A8-0C69-4263-A037-86C3C78024D6}" dt="2024-03-12T10:24:24.151" v="1635"/>
          <ac:cxnSpMkLst>
            <pc:docMk/>
            <pc:sldMk cId="2198506279" sldId="1244"/>
            <ac:cxnSpMk id="10" creationId="{41DCC79F-0C4F-AE36-B999-4D0E4E652288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4" creationId="{4196552F-DF7C-D854-4E50-266AD848F6D3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5" creationId="{01496E70-AE01-8A2F-9061-7BD67A60E10D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6" creationId="{3E85FB31-D441-790D-B3D2-8120263D7EAF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7" creationId="{9C32507A-AC34-F70E-A230-9BD797ECC46F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8" creationId="{7BDA57B2-909D-44DB-EFEC-26B7098575DF}"/>
          </ac:cxnSpMkLst>
        </pc:cxnChg>
        <pc:cxnChg chg="mod">
          <ac:chgData name="xi sheng" userId="b3919e0d8ca6a452" providerId="LiveId" clId="{01F886A8-0C69-4263-A037-86C3C78024D6}" dt="2024-03-12T10:26:44.954" v="1689"/>
          <ac:cxnSpMkLst>
            <pc:docMk/>
            <pc:sldMk cId="2198506279" sldId="1244"/>
            <ac:cxnSpMk id="19" creationId="{494366C7-3883-6423-0FBC-42EC192A77FC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3" creationId="{17A41767-F750-90F7-196E-2861C5B71B19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4" creationId="{C542FE99-35F4-6C37-9C31-522AA5D4BB03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5" creationId="{D482680B-F11C-6C6A-DF8B-3907C1F6D620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6" creationId="{047B5EA6-400F-93A5-3123-09AABC37CE1E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7" creationId="{E5C28ADC-295F-DB67-81BB-2F5D79407CF5}"/>
          </ac:cxnSpMkLst>
        </pc:cxnChg>
        <pc:cxnChg chg="mod">
          <ac:chgData name="xi sheng" userId="b3919e0d8ca6a452" providerId="LiveId" clId="{01F886A8-0C69-4263-A037-86C3C78024D6}" dt="2024-03-12T10:28:19.564" v="1709"/>
          <ac:cxnSpMkLst>
            <pc:docMk/>
            <pc:sldMk cId="2198506279" sldId="1244"/>
            <ac:cxnSpMk id="28" creationId="{7F77E7E4-0A57-4B37-FA81-4FAA1D6867BA}"/>
          </ac:cxnSpMkLst>
        </pc:cxnChg>
      </pc:sldChg>
      <pc:sldChg chg="modSp mod">
        <pc:chgData name="xi sheng" userId="b3919e0d8ca6a452" providerId="LiveId" clId="{01F886A8-0C69-4263-A037-86C3C78024D6}" dt="2024-03-12T08:34:35.923" v="960" actId="20577"/>
        <pc:sldMkLst>
          <pc:docMk/>
          <pc:sldMk cId="3157090883" sldId="1245"/>
        </pc:sldMkLst>
        <pc:spChg chg="mod">
          <ac:chgData name="xi sheng" userId="b3919e0d8ca6a452" providerId="LiveId" clId="{01F886A8-0C69-4263-A037-86C3C78024D6}" dt="2024-03-12T08:34:35.923" v="960" actId="20577"/>
          <ac:spMkLst>
            <pc:docMk/>
            <pc:sldMk cId="3157090883" sldId="1245"/>
            <ac:spMk id="3" creationId="{F46DDED7-DA1F-4F18-ACEF-244B92560D08}"/>
          </ac:spMkLst>
        </pc:spChg>
      </pc:sldChg>
      <pc:sldChg chg="addSp delSp modSp mod">
        <pc:chgData name="xi sheng" userId="b3919e0d8ca6a452" providerId="LiveId" clId="{01F886A8-0C69-4263-A037-86C3C78024D6}" dt="2024-03-14T05:10:13.329" v="3515" actId="21"/>
        <pc:sldMkLst>
          <pc:docMk/>
          <pc:sldMk cId="2843064917" sldId="1246"/>
        </pc:sldMkLst>
        <pc:spChg chg="add mod">
          <ac:chgData name="xi sheng" userId="b3919e0d8ca6a452" providerId="LiveId" clId="{01F886A8-0C69-4263-A037-86C3C78024D6}" dt="2024-03-14T05:08:36.318" v="3500" actId="1076"/>
          <ac:spMkLst>
            <pc:docMk/>
            <pc:sldMk cId="2843064917" sldId="1246"/>
            <ac:spMk id="10" creationId="{A0AAFF35-E7BF-7AFC-9127-C967D85E65E5}"/>
          </ac:spMkLst>
        </pc:spChg>
        <pc:spChg chg="add mod">
          <ac:chgData name="xi sheng" userId="b3919e0d8ca6a452" providerId="LiveId" clId="{01F886A8-0C69-4263-A037-86C3C78024D6}" dt="2024-03-14T05:08:05.487" v="3497" actId="1076"/>
          <ac:spMkLst>
            <pc:docMk/>
            <pc:sldMk cId="2843064917" sldId="1246"/>
            <ac:spMk id="12" creationId="{4FA188C4-910D-5F60-EBCE-68AEB69F2B93}"/>
          </ac:spMkLst>
        </pc:spChg>
        <pc:spChg chg="add del mod">
          <ac:chgData name="xi sheng" userId="b3919e0d8ca6a452" providerId="LiveId" clId="{01F886A8-0C69-4263-A037-86C3C78024D6}" dt="2024-03-14T05:08:34.020" v="3499" actId="478"/>
          <ac:spMkLst>
            <pc:docMk/>
            <pc:sldMk cId="2843064917" sldId="1246"/>
            <ac:spMk id="18" creationId="{1D64E1C4-8740-36F9-57E8-2836F75AC785}"/>
          </ac:spMkLst>
        </pc:spChg>
        <pc:spChg chg="add del mod">
          <ac:chgData name="xi sheng" userId="b3919e0d8ca6a452" providerId="LiveId" clId="{01F886A8-0C69-4263-A037-86C3C78024D6}" dt="2024-03-14T05:10:13.329" v="3515" actId="21"/>
          <ac:spMkLst>
            <pc:docMk/>
            <pc:sldMk cId="2843064917" sldId="1246"/>
            <ac:spMk id="19" creationId="{B755C94F-93B7-7431-42F8-B0DD7CA1786C}"/>
          </ac:spMkLst>
        </pc:spChg>
        <pc:spChg chg="add del mod">
          <ac:chgData name="xi sheng" userId="b3919e0d8ca6a452" providerId="LiveId" clId="{01F886A8-0C69-4263-A037-86C3C78024D6}" dt="2024-03-14T05:10:13.329" v="3515" actId="21"/>
          <ac:spMkLst>
            <pc:docMk/>
            <pc:sldMk cId="2843064917" sldId="1246"/>
            <ac:spMk id="20" creationId="{75CE006E-7F1B-9848-3738-7918B78EA710}"/>
          </ac:spMkLst>
        </pc:spChg>
        <pc:spChg chg="add del mod">
          <ac:chgData name="xi sheng" userId="b3919e0d8ca6a452" providerId="LiveId" clId="{01F886A8-0C69-4263-A037-86C3C78024D6}" dt="2024-03-14T05:10:13.329" v="3515" actId="21"/>
          <ac:spMkLst>
            <pc:docMk/>
            <pc:sldMk cId="2843064917" sldId="1246"/>
            <ac:spMk id="21" creationId="{6A50D3F0-C2D8-ADD4-C2E4-59C049D594A1}"/>
          </ac:spMkLst>
        </pc:sp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2" creationId="{7BF23933-3BDB-E1EE-D2BB-D0F87B31BB1D}"/>
          </ac:cxnSpMkLst>
        </pc:cxn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5" creationId="{5C149412-E187-A952-468F-DDA4F8CA2AA9}"/>
          </ac:cxnSpMkLst>
        </pc:cxn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6" creationId="{FEB5D86B-42D4-218F-F99F-C7AD0D323179}"/>
          </ac:cxnSpMkLst>
        </pc:cxn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7" creationId="{0BE507C6-2078-C271-BB68-5EB5962BCD1D}"/>
          </ac:cxnSpMkLst>
        </pc:cxn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8" creationId="{480E55D3-11C2-4857-1C24-9696F184F4B7}"/>
          </ac:cxnSpMkLst>
        </pc:cxnChg>
        <pc:cxnChg chg="add mod">
          <ac:chgData name="xi sheng" userId="b3919e0d8ca6a452" providerId="LiveId" clId="{01F886A8-0C69-4263-A037-86C3C78024D6}" dt="2024-03-14T05:08:05.487" v="3497" actId="1076"/>
          <ac:cxnSpMkLst>
            <pc:docMk/>
            <pc:sldMk cId="2843064917" sldId="1246"/>
            <ac:cxnSpMk id="9" creationId="{179EC849-DF96-3455-708E-9399D22A470E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1" creationId="{D8FD5DF2-A9D2-209B-A9BC-107DCDDB402F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3" creationId="{D13D592E-CB1B-C672-9E4B-3BABA92CA9D1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4" creationId="{3A3ED8A5-4646-64D0-865E-20B35C78FFC7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5" creationId="{7A9E99E9-B6B5-F872-EA1E-3C2933D05B77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6" creationId="{1CA30BF9-7635-86E4-6C43-E824EE9344EE}"/>
          </ac:cxnSpMkLst>
        </pc:cxnChg>
        <pc:cxnChg chg="add del mod">
          <ac:chgData name="xi sheng" userId="b3919e0d8ca6a452" providerId="LiveId" clId="{01F886A8-0C69-4263-A037-86C3C78024D6}" dt="2024-03-14T05:10:13.329" v="3515" actId="21"/>
          <ac:cxnSpMkLst>
            <pc:docMk/>
            <pc:sldMk cId="2843064917" sldId="1246"/>
            <ac:cxnSpMk id="17" creationId="{216D5C0B-ABC9-0351-EB25-F6B466DE5C87}"/>
          </ac:cxnSpMkLst>
        </pc:cxnChg>
      </pc:sldChg>
      <pc:sldChg chg="addSp delSp modSp mod">
        <pc:chgData name="xi sheng" userId="b3919e0d8ca6a452" providerId="LiveId" clId="{01F886A8-0C69-4263-A037-86C3C78024D6}" dt="2024-03-14T05:16:00.016" v="3542" actId="20577"/>
        <pc:sldMkLst>
          <pc:docMk/>
          <pc:sldMk cId="884708423" sldId="1247"/>
        </pc:sldMkLst>
        <pc:spChg chg="mod">
          <ac:chgData name="xi sheng" userId="b3919e0d8ca6a452" providerId="LiveId" clId="{01F886A8-0C69-4263-A037-86C3C78024D6}" dt="2024-03-12T10:23:50.517" v="1617" actId="20577"/>
          <ac:spMkLst>
            <pc:docMk/>
            <pc:sldMk cId="884708423" sldId="1247"/>
            <ac:spMk id="11" creationId="{31FDFD66-CEC3-071F-58C1-99455B64EBD1}"/>
          </ac:spMkLst>
        </pc:spChg>
        <pc:spChg chg="mod">
          <ac:chgData name="xi sheng" userId="b3919e0d8ca6a452" providerId="LiveId" clId="{01F886A8-0C69-4263-A037-86C3C78024D6}" dt="2024-03-12T10:24:10.212" v="1633" actId="20577"/>
          <ac:spMkLst>
            <pc:docMk/>
            <pc:sldMk cId="884708423" sldId="1247"/>
            <ac:spMk id="12" creationId="{267F9471-5472-D0D9-39AC-529EAEC5C735}"/>
          </ac:spMkLst>
        </pc:spChg>
        <pc:spChg chg="add del">
          <ac:chgData name="xi sheng" userId="b3919e0d8ca6a452" providerId="LiveId" clId="{01F886A8-0C69-4263-A037-86C3C78024D6}" dt="2024-03-14T05:13:26.561" v="3525" actId="22"/>
          <ac:spMkLst>
            <pc:docMk/>
            <pc:sldMk cId="884708423" sldId="1247"/>
            <ac:spMk id="14" creationId="{7D3BE6A8-FCC8-B9F9-36AD-4642E46FDA19}"/>
          </ac:spMkLst>
        </pc:spChg>
        <pc:spChg chg="mod">
          <ac:chgData name="xi sheng" userId="b3919e0d8ca6a452" providerId="LiveId" clId="{01F886A8-0C69-4263-A037-86C3C78024D6}" dt="2024-03-14T05:15:41.208" v="3534"/>
          <ac:spMkLst>
            <pc:docMk/>
            <pc:sldMk cId="884708423" sldId="1247"/>
            <ac:spMk id="22" creationId="{EB9A3737-1E12-A766-976E-C28ADC546A97}"/>
          </ac:spMkLst>
        </pc:spChg>
        <pc:spChg chg="add mod">
          <ac:chgData name="xi sheng" userId="b3919e0d8ca6a452" providerId="LiveId" clId="{01F886A8-0C69-4263-A037-86C3C78024D6}" dt="2024-03-14T05:13:41.947" v="3526"/>
          <ac:spMkLst>
            <pc:docMk/>
            <pc:sldMk cId="884708423" sldId="1247"/>
            <ac:spMk id="23" creationId="{B0300B3F-B11C-8DE6-0F0E-5D4135081C8D}"/>
          </ac:spMkLst>
        </pc:spChg>
        <pc:spChg chg="add mod">
          <ac:chgData name="xi sheng" userId="b3919e0d8ca6a452" providerId="LiveId" clId="{01F886A8-0C69-4263-A037-86C3C78024D6}" dt="2024-03-14T05:16:00.016" v="3542" actId="20577"/>
          <ac:spMkLst>
            <pc:docMk/>
            <pc:sldMk cId="884708423" sldId="1247"/>
            <ac:spMk id="24" creationId="{7BC02939-4930-F09E-4A4A-983FBB39103F}"/>
          </ac:spMkLst>
        </pc:spChg>
        <pc:grpChg chg="add mod">
          <ac:chgData name="xi sheng" userId="b3919e0d8ca6a452" providerId="LiveId" clId="{01F886A8-0C69-4263-A037-86C3C78024D6}" dt="2024-03-12T10:24:17.237" v="1634" actId="14100"/>
          <ac:grpSpMkLst>
            <pc:docMk/>
            <pc:sldMk cId="884708423" sldId="1247"/>
            <ac:grpSpMk id="2" creationId="{12AB52BA-130B-8878-934C-058DDE742839}"/>
          </ac:grpSpMkLst>
        </pc:grpChg>
        <pc:grpChg chg="add mod">
          <ac:chgData name="xi sheng" userId="b3919e0d8ca6a452" providerId="LiveId" clId="{01F886A8-0C69-4263-A037-86C3C78024D6}" dt="2024-03-14T05:13:41.947" v="3526"/>
          <ac:grpSpMkLst>
            <pc:docMk/>
            <pc:sldMk cId="884708423" sldId="1247"/>
            <ac:grpSpMk id="15" creationId="{1670429F-D4D6-BD46-7F04-8A5E8FBE8C2B}"/>
          </ac:grpSpMkLst>
        </pc:grp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5" creationId="{17FEFD93-C941-8FD4-E2B1-8ACB2FEDA6F6}"/>
          </ac:cxnSpMkLst>
        </pc:cxn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6" creationId="{27FBB6A1-00AC-FD07-D3CF-4F3CBB1B3464}"/>
          </ac:cxnSpMkLst>
        </pc:cxn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7" creationId="{83BFCB93-7BBC-ADD2-E674-E937E15F8F04}"/>
          </ac:cxnSpMkLst>
        </pc:cxn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8" creationId="{76563954-A509-5382-F0A9-130B7FD9C5DD}"/>
          </ac:cxnSpMkLst>
        </pc:cxn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9" creationId="{25A94FE2-58C4-002C-DD9E-13B6DD0AF2A9}"/>
          </ac:cxnSpMkLst>
        </pc:cxnChg>
        <pc:cxnChg chg="mod">
          <ac:chgData name="xi sheng" userId="b3919e0d8ca6a452" providerId="LiveId" clId="{01F886A8-0C69-4263-A037-86C3C78024D6}" dt="2024-03-12T10:20:36.532" v="1585"/>
          <ac:cxnSpMkLst>
            <pc:docMk/>
            <pc:sldMk cId="884708423" sldId="1247"/>
            <ac:cxnSpMk id="10" creationId="{6CCE4001-597B-F2C1-70D4-03887AA20022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16" creationId="{0EC0DD10-CA9B-21D9-8611-451F7429E148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17" creationId="{0E16B21D-433A-5C99-EEE6-BB92A2200653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18" creationId="{097DECFA-AB4E-CA1D-617F-826B25E67B45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19" creationId="{6FCBBFA4-6F81-8C98-25F0-7D8876097639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20" creationId="{4A671C40-C579-ECF1-ED1E-904E8DA6B6AD}"/>
          </ac:cxnSpMkLst>
        </pc:cxnChg>
        <pc:cxnChg chg="mod">
          <ac:chgData name="xi sheng" userId="b3919e0d8ca6a452" providerId="LiveId" clId="{01F886A8-0C69-4263-A037-86C3C78024D6}" dt="2024-03-14T05:13:41.947" v="3526"/>
          <ac:cxnSpMkLst>
            <pc:docMk/>
            <pc:sldMk cId="884708423" sldId="1247"/>
            <ac:cxnSpMk id="21" creationId="{032F2562-7556-0EA2-8D1F-635FC5E44A9A}"/>
          </ac:cxnSpMkLst>
        </pc:cxnChg>
      </pc:sldChg>
      <pc:sldChg chg="addSp delSp modSp add del mod">
        <pc:chgData name="xi sheng" userId="b3919e0d8ca6a452" providerId="LiveId" clId="{01F886A8-0C69-4263-A037-86C3C78024D6}" dt="2024-03-12T09:37:32.092" v="1338" actId="47"/>
        <pc:sldMkLst>
          <pc:docMk/>
          <pc:sldMk cId="2151257114" sldId="1248"/>
        </pc:sldMkLst>
        <pc:spChg chg="mod">
          <ac:chgData name="xi sheng" userId="b3919e0d8ca6a452" providerId="LiveId" clId="{01F886A8-0C69-4263-A037-86C3C78024D6}" dt="2024-03-12T09:37:12.174" v="1331" actId="164"/>
          <ac:spMkLst>
            <pc:docMk/>
            <pc:sldMk cId="2151257114" sldId="1248"/>
            <ac:spMk id="22" creationId="{75CE8846-9875-1BD0-E86F-7273CB6442A2}"/>
          </ac:spMkLst>
        </pc:spChg>
        <pc:spChg chg="mod">
          <ac:chgData name="xi sheng" userId="b3919e0d8ca6a452" providerId="LiveId" clId="{01F886A8-0C69-4263-A037-86C3C78024D6}" dt="2024-03-12T09:37:12.174" v="1331" actId="164"/>
          <ac:spMkLst>
            <pc:docMk/>
            <pc:sldMk cId="2151257114" sldId="1248"/>
            <ac:spMk id="23" creationId="{5A29EE02-540A-9A4C-8493-5BCC7BC9D4D9}"/>
          </ac:spMkLst>
        </pc:spChg>
        <pc:grpChg chg="add del mod">
          <ac:chgData name="xi sheng" userId="b3919e0d8ca6a452" providerId="LiveId" clId="{01F886A8-0C69-4263-A037-86C3C78024D6}" dt="2024-03-12T09:37:18.509" v="1333" actId="21"/>
          <ac:grpSpMkLst>
            <pc:docMk/>
            <pc:sldMk cId="2151257114" sldId="1248"/>
            <ac:grpSpMk id="2" creationId="{27F3540F-D5B6-5942-2E08-7B72E473C3A3}"/>
          </ac:grpSpMkLst>
        </pc:grp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1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1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1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1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2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7:12.174" v="1331" actId="164"/>
          <ac:cxnSpMkLst>
            <pc:docMk/>
            <pc:sldMk cId="2151257114" sldId="1248"/>
            <ac:cxnSpMk id="21" creationId="{8216559B-B5B8-B97C-0D39-D8EE6ED0B3AB}"/>
          </ac:cxnSpMkLst>
        </pc:cxnChg>
      </pc:sldChg>
      <pc:sldChg chg="addSp delSp modSp add del mod">
        <pc:chgData name="xi sheng" userId="b3919e0d8ca6a452" providerId="LiveId" clId="{01F886A8-0C69-4263-A037-86C3C78024D6}" dt="2024-03-12T09:40:48.714" v="1375" actId="47"/>
        <pc:sldMkLst>
          <pc:docMk/>
          <pc:sldMk cId="826804605" sldId="1249"/>
        </pc:sldMkLst>
        <pc:spChg chg="mod">
          <ac:chgData name="xi sheng" userId="b3919e0d8ca6a452" providerId="LiveId" clId="{01F886A8-0C69-4263-A037-86C3C78024D6}" dt="2024-03-12T09:37:51.793" v="1340" actId="164"/>
          <ac:spMkLst>
            <pc:docMk/>
            <pc:sldMk cId="826804605" sldId="1249"/>
            <ac:spMk id="22" creationId="{75CE8846-9875-1BD0-E86F-7273CB6442A2}"/>
          </ac:spMkLst>
        </pc:spChg>
        <pc:spChg chg="mod">
          <ac:chgData name="xi sheng" userId="b3919e0d8ca6a452" providerId="LiveId" clId="{01F886A8-0C69-4263-A037-86C3C78024D6}" dt="2024-03-12T09:37:51.793" v="1340" actId="164"/>
          <ac:spMkLst>
            <pc:docMk/>
            <pc:sldMk cId="826804605" sldId="1249"/>
            <ac:spMk id="23" creationId="{5A29EE02-540A-9A4C-8493-5BCC7BC9D4D9}"/>
          </ac:spMkLst>
        </pc:spChg>
        <pc:grpChg chg="add del mod">
          <ac:chgData name="xi sheng" userId="b3919e0d8ca6a452" providerId="LiveId" clId="{01F886A8-0C69-4263-A037-86C3C78024D6}" dt="2024-03-12T09:37:56.422" v="1342" actId="21"/>
          <ac:grpSpMkLst>
            <pc:docMk/>
            <pc:sldMk cId="826804605" sldId="1249"/>
            <ac:grpSpMk id="2" creationId="{374FC123-322A-B800-9DCE-9293B43C032B}"/>
          </ac:grpSpMkLst>
        </pc:grp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1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1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1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1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2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7:51.793" v="1340" actId="164"/>
          <ac:cxnSpMkLst>
            <pc:docMk/>
            <pc:sldMk cId="826804605" sldId="1249"/>
            <ac:cxnSpMk id="21" creationId="{8216559B-B5B8-B97C-0D39-D8EE6ED0B3AB}"/>
          </ac:cxnSpMkLst>
        </pc:cxnChg>
      </pc:sldChg>
      <pc:sldChg chg="addSp delSp modSp add del mod">
        <pc:chgData name="xi sheng" userId="b3919e0d8ca6a452" providerId="LiveId" clId="{01F886A8-0C69-4263-A037-86C3C78024D6}" dt="2024-03-12T09:40:49.558" v="1376" actId="47"/>
        <pc:sldMkLst>
          <pc:docMk/>
          <pc:sldMk cId="2826244596" sldId="1250"/>
        </pc:sldMkLst>
        <pc:spChg chg="mod">
          <ac:chgData name="xi sheng" userId="b3919e0d8ca6a452" providerId="LiveId" clId="{01F886A8-0C69-4263-A037-86C3C78024D6}" dt="2024-03-12T09:38:22.454" v="1348" actId="164"/>
          <ac:spMkLst>
            <pc:docMk/>
            <pc:sldMk cId="2826244596" sldId="1250"/>
            <ac:spMk id="22" creationId="{75CE8846-9875-1BD0-E86F-7273CB6442A2}"/>
          </ac:spMkLst>
        </pc:spChg>
        <pc:spChg chg="mod">
          <ac:chgData name="xi sheng" userId="b3919e0d8ca6a452" providerId="LiveId" clId="{01F886A8-0C69-4263-A037-86C3C78024D6}" dt="2024-03-12T09:38:22.454" v="1348" actId="164"/>
          <ac:spMkLst>
            <pc:docMk/>
            <pc:sldMk cId="2826244596" sldId="1250"/>
            <ac:spMk id="23" creationId="{5A29EE02-540A-9A4C-8493-5BCC7BC9D4D9}"/>
          </ac:spMkLst>
        </pc:spChg>
        <pc:grpChg chg="add del mod">
          <ac:chgData name="xi sheng" userId="b3919e0d8ca6a452" providerId="LiveId" clId="{01F886A8-0C69-4263-A037-86C3C78024D6}" dt="2024-03-12T09:38:32.584" v="1350" actId="21"/>
          <ac:grpSpMkLst>
            <pc:docMk/>
            <pc:sldMk cId="2826244596" sldId="1250"/>
            <ac:grpSpMk id="2" creationId="{6723F395-8FCF-2C1A-DD15-87625ED4616F}"/>
          </ac:grpSpMkLst>
        </pc:grp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1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1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1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1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2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38:22.454" v="1348" actId="164"/>
          <ac:cxnSpMkLst>
            <pc:docMk/>
            <pc:sldMk cId="2826244596" sldId="1250"/>
            <ac:cxnSpMk id="21" creationId="{8216559B-B5B8-B97C-0D39-D8EE6ED0B3AB}"/>
          </ac:cxnSpMkLst>
        </pc:cxnChg>
      </pc:sldChg>
      <pc:sldChg chg="addSp delSp modSp add del mod">
        <pc:chgData name="xi sheng" userId="b3919e0d8ca6a452" providerId="LiveId" clId="{01F886A8-0C69-4263-A037-86C3C78024D6}" dt="2024-03-12T09:40:52.610" v="1377" actId="47"/>
        <pc:sldMkLst>
          <pc:docMk/>
          <pc:sldMk cId="1980986267" sldId="1251"/>
        </pc:sldMkLst>
        <pc:spChg chg="mod">
          <ac:chgData name="xi sheng" userId="b3919e0d8ca6a452" providerId="LiveId" clId="{01F886A8-0C69-4263-A037-86C3C78024D6}" dt="2024-03-12T09:40:27.625" v="1369" actId="164"/>
          <ac:spMkLst>
            <pc:docMk/>
            <pc:sldMk cId="1980986267" sldId="1251"/>
            <ac:spMk id="22" creationId="{75CE8846-9875-1BD0-E86F-7273CB6442A2}"/>
          </ac:spMkLst>
        </pc:spChg>
        <pc:spChg chg="del">
          <ac:chgData name="xi sheng" userId="b3919e0d8ca6a452" providerId="LiveId" clId="{01F886A8-0C69-4263-A037-86C3C78024D6}" dt="2024-03-12T09:30:56.683" v="1305" actId="478"/>
          <ac:spMkLst>
            <pc:docMk/>
            <pc:sldMk cId="1980986267" sldId="1251"/>
            <ac:spMk id="23" creationId="{5A29EE02-540A-9A4C-8493-5BCC7BC9D4D9}"/>
          </ac:spMkLst>
        </pc:spChg>
        <pc:grpChg chg="add del mod">
          <ac:chgData name="xi sheng" userId="b3919e0d8ca6a452" providerId="LiveId" clId="{01F886A8-0C69-4263-A037-86C3C78024D6}" dt="2024-03-12T09:40:32.796" v="1371" actId="21"/>
          <ac:grpSpMkLst>
            <pc:docMk/>
            <pc:sldMk cId="1980986267" sldId="1251"/>
            <ac:grpSpMk id="2" creationId="{2C3C7B6F-F21C-0FFB-C554-BD738ABB9D00}"/>
          </ac:grpSpMkLst>
        </pc:grp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16" creationId="{813267AD-7518-CAA0-FDE5-329D6DF00942}"/>
          </ac:cxnSpMkLst>
        </pc:cxn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17" creationId="{380650B8-FC4C-47F2-1D9B-2BA07BC17FA0}"/>
          </ac:cxnSpMkLst>
        </pc:cxn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18" creationId="{3B8DD0DD-253B-B438-D365-88D14E4C70A9}"/>
          </ac:cxnSpMkLst>
        </pc:cxn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19" creationId="{9D821208-CA31-E03E-DE64-2D3E41630704}"/>
          </ac:cxnSpMkLst>
        </pc:cxn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20" creationId="{A62665DA-58D7-C14C-3C33-0B8A9C6550C2}"/>
          </ac:cxnSpMkLst>
        </pc:cxnChg>
        <pc:cxnChg chg="mod">
          <ac:chgData name="xi sheng" userId="b3919e0d8ca6a452" providerId="LiveId" clId="{01F886A8-0C69-4263-A037-86C3C78024D6}" dt="2024-03-12T09:40:27.625" v="1369" actId="164"/>
          <ac:cxnSpMkLst>
            <pc:docMk/>
            <pc:sldMk cId="1980986267" sldId="1251"/>
            <ac:cxnSpMk id="21" creationId="{8216559B-B5B8-B97C-0D39-D8EE6ED0B3A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4930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64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编译即可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14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</a:p>
        </p:txBody>
      </p:sp>
    </p:spTree>
    <p:extLst>
      <p:ext uri="{BB962C8B-B14F-4D97-AF65-F5344CB8AC3E}">
        <p14:creationId xmlns:p14="http://schemas.microsoft.com/office/powerpoint/2010/main" val="398200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zh-CN" altLang="en-US" sz="1600" b="1" dirty="0">
                <a:latin typeface="+mn-ea"/>
              </a:rPr>
              <a:t>贴图要求：只需要截取输出窗口中的有效部分即可，如果全部截取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截取过大，则视为无效贴图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例：无效贴图                                                                       例：有效贴图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F2BCB20-A7D3-4325-B240-F17B741FF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53" y="1614221"/>
            <a:ext cx="8291512" cy="48998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C82EAA-7133-41BE-BA1F-9E1E1339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148" y="1614221"/>
            <a:ext cx="2257143" cy="6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297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4F729A-2D3C-4354-85A0-5C9158A13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DD2CE91-BE2A-4B86-AC07-767012B3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5433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short a=1;</a:t>
            </a:r>
          </a:p>
          <a:p>
            <a:r>
              <a:rPr lang="en-US" altLang="zh-CN" sz="1600" b="1" dirty="0">
                <a:latin typeface="+mn-ea"/>
              </a:rPr>
              <a:t>    short b=a-2;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b=a-2</a:t>
            </a:r>
            <a:r>
              <a:rPr lang="zh-CN" altLang="en-US" sz="1600" b="1" dirty="0">
                <a:latin typeface="+mn-ea"/>
              </a:rPr>
              <a:t>，得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二进制补码形式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a =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00000000 00000000</a:t>
            </a:r>
            <a:r>
              <a:rPr lang="en-US" altLang="zh-CN" sz="1600" b="1" dirty="0">
                <a:latin typeface="+mn-ea"/>
              </a:rPr>
              <a:t> 00000000 00000001  -&gt; a </a:t>
            </a:r>
            <a:r>
              <a:rPr lang="zh-CN" altLang="en-US" sz="1600" b="1" dirty="0">
                <a:latin typeface="+mn-ea"/>
              </a:rPr>
              <a:t>（红色表示整型提升的填充位）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-)  2 = 00000000 00000000 00000000 00000010  -&gt; 2</a:t>
            </a:r>
          </a:p>
          <a:p>
            <a:r>
              <a:rPr lang="en-US" altLang="zh-CN" sz="1600" b="1" dirty="0">
                <a:latin typeface="+mn-ea"/>
              </a:rPr>
              <a:t>  ---------------------------------------------------</a:t>
            </a:r>
          </a:p>
          <a:p>
            <a:r>
              <a:rPr lang="en-US" altLang="zh-CN" sz="1600" b="1" dirty="0">
                <a:latin typeface="+mn-ea"/>
              </a:rPr>
              <a:t>          11111111 11111111 11111111 11111111  -&gt; a-2(int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    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= </a:t>
            </a:r>
            <a:r>
              <a:rPr lang="en-US" altLang="zh-CN" sz="1600" b="1" strike="sngStrike" dirty="0">
                <a:solidFill>
                  <a:srgbClr val="FF0000"/>
                </a:solidFill>
                <a:latin typeface="+mn-ea"/>
              </a:rPr>
              <a:t>11111111 11111111</a:t>
            </a:r>
            <a:r>
              <a:rPr lang="en-US" altLang="zh-CN" sz="1600" b="1" dirty="0">
                <a:latin typeface="+mn-ea"/>
              </a:rPr>
              <a:t> 11111111 11111111  -&gt; b=a-2(</a:t>
            </a:r>
            <a:r>
              <a:rPr lang="zh-CN" altLang="en-US" sz="1600" b="1" dirty="0">
                <a:latin typeface="+mn-ea"/>
              </a:rPr>
              <a:t>二进制补码形式，删除线表示丢弃的位数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Step2</a:t>
            </a:r>
            <a:r>
              <a:rPr lang="zh-CN" altLang="en-US" sz="1600" b="1" dirty="0">
                <a:latin typeface="+mn-ea"/>
              </a:rPr>
              <a:t>：求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的十进制表示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）减一    </a:t>
            </a:r>
            <a:r>
              <a:rPr lang="en-US" altLang="zh-CN" sz="1600" b="1" dirty="0">
                <a:latin typeface="+mn-ea"/>
              </a:rPr>
              <a:t>11111111 11111111</a:t>
            </a:r>
          </a:p>
          <a:p>
            <a:r>
              <a:rPr lang="en-US" altLang="zh-CN" sz="1600" b="1" dirty="0">
                <a:latin typeface="+mn-ea"/>
              </a:rPr>
              <a:t>            -) 00000000 00000001</a:t>
            </a:r>
          </a:p>
          <a:p>
            <a:r>
              <a:rPr lang="en-US" altLang="zh-CN" sz="1600" b="1" dirty="0">
                <a:latin typeface="+mn-ea"/>
              </a:rPr>
              <a:t>           -----------------------</a:t>
            </a:r>
          </a:p>
          <a:p>
            <a:r>
              <a:rPr lang="en-US" altLang="zh-CN" sz="1600" b="1" dirty="0">
                <a:latin typeface="+mn-ea"/>
              </a:rPr>
              <a:t>               11111111 11111110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）取反    </a:t>
            </a:r>
            <a:r>
              <a:rPr lang="en-US" altLang="zh-CN" sz="1600" b="1" dirty="0">
                <a:latin typeface="+mn-ea"/>
              </a:rPr>
              <a:t>00000000 00000001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）绝对值  </a:t>
            </a:r>
            <a:r>
              <a:rPr lang="en-US" altLang="zh-CN" sz="1600" b="1" dirty="0">
                <a:latin typeface="+mn-ea"/>
              </a:rPr>
              <a:t>1 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 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）加负号  </a:t>
            </a:r>
            <a:r>
              <a:rPr lang="en-US" altLang="zh-CN" sz="1600" b="1" dirty="0">
                <a:latin typeface="+mn-ea"/>
              </a:rPr>
              <a:t>-1 (</a:t>
            </a:r>
            <a:r>
              <a:rPr lang="zh-CN" altLang="en-US" sz="1600" b="1" dirty="0">
                <a:latin typeface="+mn-ea"/>
              </a:rPr>
              <a:t>十进制表示形式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4E7FCCA-3A91-49F5-8CE6-FADA6A73DF53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496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A.short</a:t>
            </a:r>
            <a:r>
              <a:rPr lang="en-US" altLang="zh-CN" sz="1600" b="1" dirty="0">
                <a:latin typeface="+mn-ea"/>
              </a:rPr>
              <a:t> a=32740;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b=a+34;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26C240-44FF-929E-1866-7F8149171313}"/>
              </a:ext>
            </a:extLst>
          </p:cNvPr>
          <p:cNvSpPr txBox="1"/>
          <p:nvPr/>
        </p:nvSpPr>
        <p:spPr>
          <a:xfrm>
            <a:off x="674764" y="1986455"/>
            <a:ext cx="100962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r>
              <a:rPr lang="en-US" altLang="zh-CN" sz="1800" b="1" dirty="0">
                <a:latin typeface="+mn-ea"/>
              </a:rPr>
              <a:t>b=a+34</a:t>
            </a:r>
            <a:r>
              <a:rPr lang="zh-CN" altLang="en-US" sz="1800" b="1" dirty="0">
                <a:latin typeface="+mn-ea"/>
              </a:rPr>
              <a:t>，得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0000 0000 0000 0000 </a:t>
            </a:r>
            <a:r>
              <a:rPr lang="en-US" altLang="zh-CN" sz="1800" b="1" dirty="0">
                <a:latin typeface="+mn-ea"/>
              </a:rPr>
              <a:t>0111 1111 1110 0100 -&gt;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-)  34= 0000 0000 0000 0000 0000 0000 0010 0010 -&gt; 2</a:t>
            </a:r>
          </a:p>
          <a:p>
            <a:r>
              <a:rPr lang="en-US" altLang="zh-CN" sz="1800" b="1" dirty="0">
                <a:latin typeface="+mn-ea"/>
              </a:rPr>
              <a:t>  ---------------------------------------------------</a:t>
            </a:r>
          </a:p>
          <a:p>
            <a:r>
              <a:rPr lang="en-US" altLang="zh-CN" sz="1800" b="1" dirty="0">
                <a:latin typeface="+mn-ea"/>
              </a:rPr>
              <a:t>	  0000 0000 0000 0000 1000 0000 0000 0110-&gt; a+34(int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    b</a:t>
            </a:r>
            <a:r>
              <a:rPr lang="zh-CN" altLang="en-US" sz="1800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0000 0000 0000 0000</a:t>
            </a:r>
            <a:r>
              <a:rPr lang="en-US" altLang="zh-CN" sz="1800" b="1" dirty="0">
                <a:latin typeface="+mn-ea"/>
              </a:rPr>
              <a:t> 1000 0000 0000 0110-&gt; b=a+34(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1000 0000 0000 0110</a:t>
            </a:r>
          </a:p>
          <a:p>
            <a:r>
              <a:rPr lang="en-US" altLang="zh-CN" sz="1800" b="1" dirty="0">
                <a:latin typeface="+mn-ea"/>
              </a:rPr>
              <a:t>            -)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              1000 0000 0000 0101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0111 1111 1111 1010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b="1" dirty="0">
                <a:latin typeface="+mn-ea"/>
              </a:rPr>
              <a:t>32762</a:t>
            </a:r>
            <a:r>
              <a:rPr lang="en-US" altLang="zh-CN" sz="1800" b="1" dirty="0">
                <a:latin typeface="+mn-ea"/>
              </a:rPr>
              <a:t>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-32762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545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B.unsigned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short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2B63DE-E680-946E-880E-4AED411348EE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Step1:a = 1111 1111 1000 1100 </a:t>
            </a:r>
          </a:p>
          <a:p>
            <a:r>
              <a:rPr lang="en-US" altLang="zh-CN" sz="1800" b="1" dirty="0">
                <a:latin typeface="+mn-ea"/>
              </a:rPr>
              <a:t>      b = 1111 1111 1000 1100 </a:t>
            </a:r>
          </a:p>
          <a:p>
            <a:r>
              <a:rPr lang="en-US" altLang="zh-CN" b="1" dirty="0">
                <a:latin typeface="+mn-ea"/>
              </a:rPr>
              <a:t>      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1111 1111 1000 1100</a:t>
            </a:r>
          </a:p>
          <a:p>
            <a:r>
              <a:rPr lang="en-US" altLang="zh-CN" sz="1800" b="1" dirty="0">
                <a:latin typeface="+mn-ea"/>
              </a:rPr>
              <a:t>            -)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	       1111 1111 1000 1011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0000 0000 0111 0100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sz="1800" b="1" dirty="0">
                <a:latin typeface="+mn-ea"/>
              </a:rPr>
              <a:t>116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-116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1601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C.short</a:t>
            </a:r>
            <a:r>
              <a:rPr lang="en-US" altLang="zh-CN" sz="1600" b="1" dirty="0">
                <a:latin typeface="+mn-ea"/>
              </a:rPr>
              <a:t> a=-2047;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23C8D5-03DD-B549-4867-A080A0730F92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r>
              <a:rPr lang="en-US" altLang="zh-CN" sz="1800" b="1" dirty="0">
                <a:latin typeface="+mn-ea"/>
              </a:rPr>
              <a:t>b=a</a:t>
            </a:r>
            <a:r>
              <a:rPr lang="zh-CN" altLang="en-US" sz="1800" b="1" dirty="0">
                <a:latin typeface="+mn-ea"/>
              </a:rPr>
              <a:t>，得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1111 1000 0000 0001</a:t>
            </a:r>
            <a:r>
              <a:rPr lang="en-US" altLang="zh-CN" sz="1800" b="1" dirty="0">
                <a:latin typeface="+mn-ea"/>
              </a:rPr>
              <a:t>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1111 1111 1111 1111 </a:t>
            </a:r>
            <a:r>
              <a:rPr lang="en-US" altLang="zh-CN" b="1" dirty="0">
                <a:latin typeface="+mn-ea"/>
              </a:rPr>
              <a:t>1111 1000 0000 0001-</a:t>
            </a:r>
            <a:r>
              <a:rPr lang="en-US" altLang="zh-CN" sz="1800" b="1" dirty="0">
                <a:latin typeface="+mn-ea"/>
              </a:rPr>
              <a:t>&gt; b(int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1111 1000 0000 0001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      -) 0000 0000 0000 0000 0000 0000 0000 0001</a:t>
            </a:r>
          </a:p>
          <a:p>
            <a:r>
              <a:rPr lang="en-US" altLang="zh-CN" sz="1800" b="1" dirty="0">
                <a:latin typeface="+mn-ea"/>
              </a:rPr>
              <a:t>           ----------------------- --------------------</a:t>
            </a:r>
          </a:p>
          <a:p>
            <a:r>
              <a:rPr lang="en-US" altLang="zh-CN" sz="1800" b="1" dirty="0">
                <a:latin typeface="+mn-ea"/>
              </a:rPr>
              <a:t> 	      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1111 1111 1111 1111 </a:t>
            </a:r>
            <a:r>
              <a:rPr lang="en-US" altLang="zh-CN" b="1" dirty="0">
                <a:latin typeface="+mn-ea"/>
              </a:rPr>
              <a:t>1111 1000 0000</a:t>
            </a:r>
            <a:r>
              <a:rPr lang="en-US" altLang="zh-CN" sz="1800" b="1" dirty="0">
                <a:latin typeface="+mn-ea"/>
              </a:rPr>
              <a:t> 0000</a:t>
            </a:r>
          </a:p>
          <a:p>
            <a:r>
              <a:rPr lang="en-US" altLang="zh-CN" b="1" dirty="0">
                <a:latin typeface="+mn-ea"/>
              </a:rPr>
              <a:t> 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0000 0000 0000 0000 0000 0111 1111 1111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 </a:t>
            </a:r>
            <a:r>
              <a:rPr lang="en-US" altLang="zh-CN" sz="1800" b="1" dirty="0">
                <a:latin typeface="+mn-ea"/>
              </a:rPr>
              <a:t>2047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 </a:t>
            </a:r>
            <a:r>
              <a:rPr lang="en-US" altLang="zh-CN" sz="1800" b="1" dirty="0">
                <a:latin typeface="+mn-ea"/>
              </a:rPr>
              <a:t>-2047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6724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D.unsigned</a:t>
            </a:r>
            <a:r>
              <a:rPr lang="en-US" altLang="zh-CN" sz="1600" b="1" dirty="0">
                <a:latin typeface="+mn-ea"/>
              </a:rPr>
              <a:t> short a=65420;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627AB1-2F55-A965-46AE-2386CA43EBAE}"/>
              </a:ext>
            </a:extLst>
          </p:cNvPr>
          <p:cNvSpPr txBox="1"/>
          <p:nvPr/>
        </p:nvSpPr>
        <p:spPr>
          <a:xfrm>
            <a:off x="674764" y="1986455"/>
            <a:ext cx="100962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00000000 00000000 00000000 00000000 00000000 00000000 </a:t>
            </a:r>
            <a:r>
              <a:rPr lang="en-US" altLang="zh-CN" sz="1800" b="1" dirty="0">
                <a:latin typeface="+mn-ea"/>
              </a:rPr>
              <a:t>11111111 10001100-&gt; a </a:t>
            </a:r>
            <a:r>
              <a:rPr lang="zh-CN" altLang="en-US" sz="1800" b="1" dirty="0">
                <a:latin typeface="+mn-ea"/>
              </a:rPr>
              <a:t>（红色表示整型提升的填充位）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</a:t>
            </a:r>
            <a:r>
              <a:rPr lang="en-US" altLang="zh-CN" sz="1800" b="1" dirty="0">
                <a:solidFill>
                  <a:srgbClr val="FF0000"/>
                </a:solidFill>
                <a:latin typeface="+mn-ea"/>
              </a:rPr>
              <a:t>00000000 00000000 00000000 00000000 00000000 00000000 </a:t>
            </a:r>
            <a:r>
              <a:rPr lang="en-US" altLang="zh-CN" sz="1800" b="1" dirty="0">
                <a:latin typeface="+mn-ea"/>
              </a:rPr>
              <a:t>11111111 10001100-&gt;  b(long long 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65420</a:t>
            </a:r>
          </a:p>
        </p:txBody>
      </p:sp>
    </p:spTree>
    <p:extLst>
      <p:ext uri="{BB962C8B-B14F-4D97-AF65-F5344CB8AC3E}">
        <p14:creationId xmlns:p14="http://schemas.microsoft.com/office/powerpoint/2010/main" val="138385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E.long</a:t>
            </a:r>
            <a:r>
              <a:rPr lang="en-US" altLang="zh-CN" sz="1600" b="1" dirty="0">
                <a:latin typeface="+mn-ea"/>
              </a:rPr>
              <a:t> long int a=4201234567;</a:t>
            </a:r>
            <a:endParaRPr lang="zh-CN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int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1A369D2-698A-B07D-59A6-68543E9785EE}"/>
              </a:ext>
            </a:extLst>
          </p:cNvPr>
          <p:cNvSpPr txBox="1"/>
          <p:nvPr/>
        </p:nvSpPr>
        <p:spPr>
          <a:xfrm>
            <a:off x="674764" y="1986455"/>
            <a:ext cx="1009623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：得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二进制补码形式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a = 00000000 00000000 00000000 00000000 11111010 01101001 11000000 10000111-&gt; a(long </a:t>
            </a:r>
            <a:r>
              <a:rPr lang="en-US" altLang="zh-CN" sz="1800" b="1" dirty="0" err="1">
                <a:latin typeface="+mn-ea"/>
              </a:rPr>
              <a:t>long</a:t>
            </a:r>
            <a:r>
              <a:rPr lang="en-US" altLang="zh-CN" sz="1800" b="1" dirty="0">
                <a:latin typeface="+mn-ea"/>
              </a:rPr>
              <a:t> 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b =</a:t>
            </a:r>
            <a:r>
              <a:rPr lang="en-US" altLang="zh-CN" sz="1800" b="1" dirty="0">
                <a:latin typeface="+mn-ea"/>
              </a:rPr>
              <a:t>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00000000 00000000 00000000 00000000 </a:t>
            </a:r>
            <a:r>
              <a:rPr lang="en-US" altLang="zh-CN" sz="1800" b="1" dirty="0">
                <a:latin typeface="+mn-ea"/>
              </a:rPr>
              <a:t>11111010 01101001 11000000 10000111-&gt; b(int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）减一    </a:t>
            </a:r>
            <a:r>
              <a:rPr lang="en-US" altLang="zh-CN" sz="1800" b="1" dirty="0">
                <a:latin typeface="+mn-ea"/>
              </a:rPr>
              <a:t>11111010 01101001 11000000 10000111</a:t>
            </a:r>
          </a:p>
          <a:p>
            <a:r>
              <a:rPr lang="en-US" altLang="zh-CN" sz="1800" b="1" dirty="0">
                <a:latin typeface="+mn-ea"/>
              </a:rPr>
              <a:t>            -) 00000000 00000000 00000000 00000001</a:t>
            </a:r>
          </a:p>
          <a:p>
            <a:r>
              <a:rPr lang="en-US" altLang="zh-CN" sz="1800" b="1" dirty="0">
                <a:latin typeface="+mn-ea"/>
              </a:rPr>
              <a:t>           -----------------------</a:t>
            </a:r>
          </a:p>
          <a:p>
            <a:r>
              <a:rPr lang="en-US" altLang="zh-CN" sz="1800" b="1" dirty="0">
                <a:latin typeface="+mn-ea"/>
              </a:rPr>
              <a:t>               11111010 01101001 11000000 10000110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2</a:t>
            </a:r>
            <a:r>
              <a:rPr lang="zh-CN" altLang="en-US" sz="1800" b="1" dirty="0">
                <a:latin typeface="+mn-ea"/>
              </a:rPr>
              <a:t>）取反    </a:t>
            </a:r>
            <a:r>
              <a:rPr lang="en-US" altLang="zh-CN" sz="1800" b="1" dirty="0">
                <a:latin typeface="+mn-ea"/>
              </a:rPr>
              <a:t>00000101 10010110 00111111 01111001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3</a:t>
            </a:r>
            <a:r>
              <a:rPr lang="zh-CN" altLang="en-US" sz="1800" b="1" dirty="0">
                <a:latin typeface="+mn-ea"/>
              </a:rPr>
              <a:t>）绝对值 </a:t>
            </a:r>
            <a:r>
              <a:rPr lang="en-US" altLang="zh-CN" sz="1800" b="1" dirty="0">
                <a:latin typeface="+mn-ea"/>
              </a:rPr>
              <a:t>93732729 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sz="1800" b="1" dirty="0">
                <a:latin typeface="+mn-ea"/>
              </a:rPr>
              <a:t>  </a:t>
            </a:r>
            <a:r>
              <a:rPr lang="zh-CN" altLang="en-US" sz="1800" b="1" dirty="0">
                <a:latin typeface="+mn-ea"/>
              </a:rPr>
              <a:t>（</a:t>
            </a:r>
            <a:r>
              <a:rPr lang="en-US" altLang="zh-CN" sz="1800" b="1" dirty="0">
                <a:latin typeface="+mn-ea"/>
              </a:rPr>
              <a:t>4</a:t>
            </a:r>
            <a:r>
              <a:rPr lang="zh-CN" altLang="en-US" sz="1800" b="1" dirty="0">
                <a:latin typeface="+mn-ea"/>
              </a:rPr>
              <a:t>）加负号 </a:t>
            </a:r>
            <a:r>
              <a:rPr lang="en-US" altLang="zh-CN" sz="1800" b="1" dirty="0">
                <a:latin typeface="+mn-ea"/>
              </a:rPr>
              <a:t>-93732729 (</a:t>
            </a:r>
            <a:r>
              <a:rPr lang="zh-CN" altLang="en-US" sz="1800" b="1" dirty="0">
                <a:latin typeface="+mn-ea"/>
              </a:rPr>
              <a:t>十进制表示形式</a:t>
            </a:r>
            <a:r>
              <a:rPr lang="en-US" altLang="zh-CN" sz="18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927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、给出下列程序段中变量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的值（要综合参考课件</a:t>
            </a:r>
            <a:r>
              <a:rPr lang="en-US" altLang="zh-CN" sz="1600" b="1" dirty="0">
                <a:latin typeface="+mn-ea"/>
              </a:rPr>
              <a:t>P.45-51 </a:t>
            </a:r>
            <a:r>
              <a:rPr lang="zh-CN" altLang="en-US" sz="1600" b="1" dirty="0">
                <a:latin typeface="+mn-ea"/>
              </a:rPr>
              <a:t>和 </a:t>
            </a:r>
            <a:r>
              <a:rPr lang="en-US" altLang="zh-CN" sz="1600" b="1" dirty="0">
                <a:latin typeface="+mn-ea"/>
              </a:rPr>
              <a:t>P.86-89</a:t>
            </a:r>
            <a:r>
              <a:rPr lang="zh-CN" altLang="en-US" sz="1600" b="1" dirty="0">
                <a:latin typeface="+mn-ea"/>
              </a:rPr>
              <a:t>，给出包含整型提升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丢弃的过程）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 err="1">
                <a:latin typeface="+mn-ea"/>
              </a:rPr>
              <a:t>F.long</a:t>
            </a:r>
            <a:r>
              <a:rPr lang="en-US" altLang="zh-CN" sz="1600" b="1" dirty="0">
                <a:latin typeface="+mn-ea"/>
              </a:rPr>
              <a:t> a=-4201234567;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提示：本题先确定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-4201234567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什么类型，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是多少，才能进行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b=a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的计算</a:t>
            </a:r>
            <a:endParaRPr lang="zh-CN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unsigned short b=a;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5CDE70-53B0-F08B-DB2C-9B2076462EC5}"/>
              </a:ext>
            </a:extLst>
          </p:cNvPr>
          <p:cNvSpPr txBox="1"/>
          <p:nvPr/>
        </p:nvSpPr>
        <p:spPr>
          <a:xfrm>
            <a:off x="674764" y="1986455"/>
            <a:ext cx="1009623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latin typeface="+mn-ea"/>
              </a:rPr>
              <a:t>Step1</a:t>
            </a:r>
            <a:r>
              <a:rPr lang="zh-CN" altLang="en-US" sz="1800" b="1" dirty="0">
                <a:latin typeface="+mn-ea"/>
              </a:rPr>
              <a:t>：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-4201234567 =1111111111111111111111111111111100000101100101100011111101111001-&gt; (long </a:t>
            </a:r>
            <a:r>
              <a:rPr lang="en-US" altLang="zh-CN" sz="1800" b="1" dirty="0" err="1">
                <a:latin typeface="+mn-ea"/>
              </a:rPr>
              <a:t>long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a 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11111111111111111111111111111111</a:t>
            </a:r>
            <a:r>
              <a:rPr lang="en-US" altLang="zh-CN" sz="1800" b="1" dirty="0">
                <a:latin typeface="+mn-ea"/>
              </a:rPr>
              <a:t> 00000101 10010110 00111111 01111001-&gt; a(long 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r>
              <a:rPr lang="en-US" altLang="zh-CN" b="1" dirty="0">
                <a:latin typeface="+mn-ea"/>
              </a:rPr>
              <a:t>      b = </a:t>
            </a:r>
            <a:r>
              <a:rPr lang="en-US" altLang="zh-CN" sz="1800" b="1" strike="sngStrike" dirty="0">
                <a:solidFill>
                  <a:srgbClr val="FF0000"/>
                </a:solidFill>
                <a:latin typeface="+mn-ea"/>
              </a:rPr>
              <a:t>00000101 10010110 </a:t>
            </a:r>
            <a:r>
              <a:rPr lang="en-US" altLang="zh-CN" sz="1800" b="1" dirty="0">
                <a:latin typeface="+mn-ea"/>
              </a:rPr>
              <a:t>00111111 01111001-&gt; b(unsigned short </a:t>
            </a:r>
            <a:r>
              <a:rPr lang="zh-CN" altLang="en-US" sz="1800" b="1" dirty="0">
                <a:latin typeface="+mn-ea"/>
              </a:rPr>
              <a:t>型</a:t>
            </a:r>
            <a:r>
              <a:rPr lang="en-US" altLang="zh-CN" sz="1800" b="1" dirty="0">
                <a:latin typeface="+mn-ea"/>
              </a:rPr>
              <a:t>)(</a:t>
            </a:r>
            <a:r>
              <a:rPr lang="zh-CN" altLang="en-US" sz="1800" b="1" dirty="0">
                <a:latin typeface="+mn-ea"/>
              </a:rPr>
              <a:t>二进制补码形式，删除线表示丢弃的位数</a:t>
            </a:r>
            <a:r>
              <a:rPr lang="en-US" altLang="zh-CN" sz="1800" b="1" dirty="0">
                <a:latin typeface="+mn-ea"/>
              </a:rPr>
              <a:t>)</a:t>
            </a:r>
          </a:p>
          <a:p>
            <a:endParaRPr lang="en-US" altLang="zh-CN" sz="1800" b="1" dirty="0">
              <a:latin typeface="+mn-ea"/>
            </a:endParaRPr>
          </a:p>
          <a:p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Step2</a:t>
            </a:r>
            <a:r>
              <a:rPr lang="zh-CN" altLang="en-US" sz="1800" b="1" dirty="0">
                <a:latin typeface="+mn-ea"/>
              </a:rPr>
              <a:t>：求</a:t>
            </a:r>
            <a:r>
              <a:rPr lang="en-US" altLang="zh-CN" sz="1800" b="1" dirty="0">
                <a:latin typeface="+mn-ea"/>
              </a:rPr>
              <a:t>b</a:t>
            </a:r>
            <a:r>
              <a:rPr lang="zh-CN" altLang="en-US" sz="1800" b="1" dirty="0">
                <a:latin typeface="+mn-ea"/>
              </a:rPr>
              <a:t>的十进制表示</a:t>
            </a:r>
            <a:endParaRPr lang="en-US" altLang="zh-CN" sz="1800" b="1" dirty="0">
              <a:latin typeface="+mn-ea"/>
            </a:endParaRPr>
          </a:p>
          <a:p>
            <a:r>
              <a:rPr lang="en-US" altLang="zh-CN" sz="1800" b="1" dirty="0">
                <a:latin typeface="+mn-ea"/>
              </a:rPr>
              <a:t>      b = 16249</a:t>
            </a:r>
          </a:p>
        </p:txBody>
      </p:sp>
    </p:spTree>
    <p:extLst>
      <p:ext uri="{BB962C8B-B14F-4D97-AF65-F5344CB8AC3E}">
        <p14:creationId xmlns:p14="http://schemas.microsoft.com/office/powerpoint/2010/main" val="3176234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 + 2 + 3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2       =&gt; 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步骤②：式</a:t>
            </a:r>
            <a:r>
              <a:rPr lang="en-US" altLang="zh-CN" sz="1600" b="1" dirty="0">
                <a:latin typeface="+mn-ea"/>
              </a:rPr>
              <a:t>1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</a:t>
            </a:r>
            <a:r>
              <a:rPr lang="en-US" altLang="zh-CN" sz="1600" b="1" dirty="0">
                <a:latin typeface="+mn-ea"/>
              </a:rPr>
              <a:t> 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6BB2FD7-445E-4037-B86D-D2885BD6F8EB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061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个步骤分别是（仿课件</a:t>
            </a:r>
            <a:r>
              <a:rPr lang="en-US" altLang="zh-CN" sz="1600" b="1" dirty="0">
                <a:latin typeface="+mn-ea"/>
              </a:rPr>
              <a:t>P.85</a:t>
            </a:r>
            <a:r>
              <a:rPr lang="zh-CN" altLang="en-US" sz="1600" b="1" dirty="0">
                <a:latin typeface="+mn-ea"/>
              </a:rPr>
              <a:t>，本页不需要画栈，但要有栈思维，下同）：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11/2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37%4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步骤③：式</a:t>
            </a:r>
            <a:r>
              <a:rPr lang="en-US" altLang="zh-CN" sz="1600" b="1" dirty="0">
                <a:latin typeface="+mn-ea"/>
              </a:rPr>
              <a:t>1+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步骤④：式</a:t>
            </a:r>
            <a:r>
              <a:rPr lang="en-US" altLang="zh-CN" sz="1600" b="1" dirty="0">
                <a:latin typeface="+mn-ea"/>
              </a:rPr>
              <a:t>3-3.2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2.5*2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4+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5709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669A9F98-131E-429B-B1EA-39C843457C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5004" y="1616332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DC18000-3FA3-C1EA-4BD0-CF3776F774AB}"/>
              </a:ext>
            </a:extLst>
          </p:cNvPr>
          <p:cNvCxnSpPr/>
          <p:nvPr/>
        </p:nvCxnSpPr>
        <p:spPr bwMode="auto">
          <a:xfrm>
            <a:off x="1936006" y="3172022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47AC345-ECCC-9267-3A31-9DBBE3D8FA75}"/>
              </a:ext>
            </a:extLst>
          </p:cNvPr>
          <p:cNvCxnSpPr/>
          <p:nvPr/>
        </p:nvCxnSpPr>
        <p:spPr bwMode="auto">
          <a:xfrm>
            <a:off x="193600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A40C241-B332-A571-C93E-27BB63571252}"/>
              </a:ext>
            </a:extLst>
          </p:cNvPr>
          <p:cNvCxnSpPr/>
          <p:nvPr/>
        </p:nvCxnSpPr>
        <p:spPr bwMode="auto">
          <a:xfrm flipV="1">
            <a:off x="3619763" y="3172022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6DD92C7-B3A2-5A9B-4844-15199B48A88F}"/>
              </a:ext>
            </a:extLst>
          </p:cNvPr>
          <p:cNvCxnSpPr/>
          <p:nvPr/>
        </p:nvCxnSpPr>
        <p:spPr bwMode="auto">
          <a:xfrm>
            <a:off x="4068555" y="3178328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4B0C34A-BB6E-4780-5F51-B309290E12CC}"/>
              </a:ext>
            </a:extLst>
          </p:cNvPr>
          <p:cNvCxnSpPr/>
          <p:nvPr/>
        </p:nvCxnSpPr>
        <p:spPr bwMode="auto">
          <a:xfrm>
            <a:off x="4068555" y="5429644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EE6D8D7-AA1C-74B9-5068-0E35A89F8399}"/>
              </a:ext>
            </a:extLst>
          </p:cNvPr>
          <p:cNvCxnSpPr/>
          <p:nvPr/>
        </p:nvCxnSpPr>
        <p:spPr bwMode="auto">
          <a:xfrm flipV="1">
            <a:off x="5752312" y="3178328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FE90702-8139-CC00-AA29-6EC6604AE98B}"/>
              </a:ext>
            </a:extLst>
          </p:cNvPr>
          <p:cNvSpPr txBox="1"/>
          <p:nvPr/>
        </p:nvSpPr>
        <p:spPr>
          <a:xfrm>
            <a:off x="2398277" y="4212049"/>
            <a:ext cx="5927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</a:p>
          <a:p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096A4E3-3B66-6BB6-5EE1-9C57F4E6ECB8}"/>
              </a:ext>
            </a:extLst>
          </p:cNvPr>
          <p:cNvSpPr txBox="1"/>
          <p:nvPr/>
        </p:nvSpPr>
        <p:spPr>
          <a:xfrm>
            <a:off x="4496326" y="4452181"/>
            <a:ext cx="636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/</a:t>
            </a:r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04B2BF6-6EB6-1A64-7D8B-C57C1B0D60EF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E5288F3-0855-13DD-90CC-A05448CCA3CD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4F2772B-062B-8DCF-F8AE-221F70160698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19E3B10-F7D3-312F-2B1F-7D820DD4173F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9406040-C231-0473-C5E8-817056797A7C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22A3C79-0495-2E58-4BCD-B2B032C45E72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99D97F7-EA82-914E-05C8-7445F8A9A259}"/>
              </a:ext>
            </a:extLst>
          </p:cNvPr>
          <p:cNvSpPr txBox="1"/>
          <p:nvPr/>
        </p:nvSpPr>
        <p:spPr>
          <a:xfrm>
            <a:off x="7204658" y="4295082"/>
            <a:ext cx="59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11/2</a:t>
            </a:r>
            <a:endParaRPr lang="zh-CN" altLang="en-US" dirty="0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26907DBF-051E-895B-94ED-AA484862D615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844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917130E0-8B62-4EA3-BDEC-DC41130E9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756" y="1616332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5E905A5B-A3BC-E6F2-7033-2DD78FC212AE}"/>
              </a:ext>
            </a:extLst>
          </p:cNvPr>
          <p:cNvCxnSpPr/>
          <p:nvPr/>
        </p:nvCxnSpPr>
        <p:spPr bwMode="auto">
          <a:xfrm>
            <a:off x="193600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8B23E30-FB44-A986-63DC-8CFE000AFC0F}"/>
              </a:ext>
            </a:extLst>
          </p:cNvPr>
          <p:cNvCxnSpPr/>
          <p:nvPr/>
        </p:nvCxnSpPr>
        <p:spPr bwMode="auto">
          <a:xfrm>
            <a:off x="193600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8E505F0-81F0-FDCD-D846-96DEACB0FB44}"/>
              </a:ext>
            </a:extLst>
          </p:cNvPr>
          <p:cNvCxnSpPr/>
          <p:nvPr/>
        </p:nvCxnSpPr>
        <p:spPr bwMode="auto">
          <a:xfrm flipV="1">
            <a:off x="3619763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6C920C3-C75F-EC13-CF4B-3837B9E0277B}"/>
              </a:ext>
            </a:extLst>
          </p:cNvPr>
          <p:cNvCxnSpPr/>
          <p:nvPr/>
        </p:nvCxnSpPr>
        <p:spPr bwMode="auto">
          <a:xfrm>
            <a:off x="4062251" y="3220923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552A3F6-481C-56F9-2F7B-7F5FA6D239E6}"/>
              </a:ext>
            </a:extLst>
          </p:cNvPr>
          <p:cNvCxnSpPr/>
          <p:nvPr/>
        </p:nvCxnSpPr>
        <p:spPr bwMode="auto">
          <a:xfrm>
            <a:off x="4062251" y="547223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16CC6B5-07E0-D874-8C41-01F6B76898F9}"/>
              </a:ext>
            </a:extLst>
          </p:cNvPr>
          <p:cNvCxnSpPr/>
          <p:nvPr/>
        </p:nvCxnSpPr>
        <p:spPr bwMode="auto">
          <a:xfrm flipV="1">
            <a:off x="5746008" y="3220923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8B8612B-0C04-F025-0FF8-1D825D208E8E}"/>
              </a:ext>
            </a:extLst>
          </p:cNvPr>
          <p:cNvSpPr txBox="1"/>
          <p:nvPr/>
        </p:nvSpPr>
        <p:spPr>
          <a:xfrm>
            <a:off x="2125192" y="4534163"/>
            <a:ext cx="1494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11/2</a:t>
            </a:r>
          </a:p>
          <a:p>
            <a:r>
              <a:rPr lang="en-US" altLang="zh-CN" dirty="0"/>
              <a:t>37%4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EB685C3-4CB0-B336-2959-21B4A9A2C011}"/>
              </a:ext>
            </a:extLst>
          </p:cNvPr>
          <p:cNvSpPr txBox="1"/>
          <p:nvPr/>
        </p:nvSpPr>
        <p:spPr>
          <a:xfrm>
            <a:off x="4685514" y="4210997"/>
            <a:ext cx="4288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</a:p>
          <a:p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3107EA0-E921-01AA-029D-CC9071CC3DBB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F036FE3-8122-E261-5698-D96A237992AD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0F625C9-5652-E871-7A78-96451F13B759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E6E2B45-B2E6-FD63-AE3E-AAA80F4FC25E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41FB104-2632-D073-B74A-548FA72308B6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4C1746-CFF0-5220-0AFA-2B45C8F7138C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C260CF0-098F-7751-335D-34491766CDF3}"/>
              </a:ext>
            </a:extLst>
          </p:cNvPr>
          <p:cNvSpPr txBox="1"/>
          <p:nvPr/>
        </p:nvSpPr>
        <p:spPr>
          <a:xfrm>
            <a:off x="6960266" y="4328218"/>
            <a:ext cx="1367577" cy="37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aseline="-25000"/>
              <a:t>11/2+37%4</a:t>
            </a:r>
            <a:endParaRPr lang="zh-CN" altLang="en-US" sz="2800" baseline="-25000" dirty="0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597809BD-3B26-158A-FAC5-A5023D2F0678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03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A.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11 / 2 + 37 % 4 - 3.2 + 2.5 * 2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917130E0-8B62-4EA3-BDEC-DC41130E97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9822" y="1605043"/>
            <a:ext cx="5174" cy="34793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7BF23933-3BDB-E1EE-D2BB-D0F87B31BB1D}"/>
              </a:ext>
            </a:extLst>
          </p:cNvPr>
          <p:cNvCxnSpPr/>
          <p:nvPr/>
        </p:nvCxnSpPr>
        <p:spPr bwMode="auto">
          <a:xfrm>
            <a:off x="813501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C149412-E187-A952-468F-DDA4F8CA2AA9}"/>
              </a:ext>
            </a:extLst>
          </p:cNvPr>
          <p:cNvCxnSpPr>
            <a:cxnSpLocks/>
          </p:cNvCxnSpPr>
          <p:nvPr/>
        </p:nvCxnSpPr>
        <p:spPr bwMode="auto">
          <a:xfrm>
            <a:off x="813501" y="5410725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EB5D86B-42D4-218F-F99F-C7AD0D323179}"/>
              </a:ext>
            </a:extLst>
          </p:cNvPr>
          <p:cNvCxnSpPr/>
          <p:nvPr/>
        </p:nvCxnSpPr>
        <p:spPr bwMode="auto">
          <a:xfrm flipV="1">
            <a:off x="3783724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BE507C6-2078-C271-BB68-5EB5962BCD1D}"/>
              </a:ext>
            </a:extLst>
          </p:cNvPr>
          <p:cNvCxnSpPr/>
          <p:nvPr/>
        </p:nvCxnSpPr>
        <p:spPr bwMode="auto">
          <a:xfrm>
            <a:off x="4135914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80E55D3-11C2-4857-1C24-9696F184F4B7}"/>
              </a:ext>
            </a:extLst>
          </p:cNvPr>
          <p:cNvCxnSpPr/>
          <p:nvPr/>
        </p:nvCxnSpPr>
        <p:spPr bwMode="auto">
          <a:xfrm>
            <a:off x="4135914" y="5410725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79EC849-DF96-3455-708E-9399D22A470E}"/>
              </a:ext>
            </a:extLst>
          </p:cNvPr>
          <p:cNvCxnSpPr/>
          <p:nvPr/>
        </p:nvCxnSpPr>
        <p:spPr bwMode="auto">
          <a:xfrm flipV="1">
            <a:off x="5819671" y="3159409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0AAFF35-E7BF-7AFC-9127-C967D85E65E5}"/>
              </a:ext>
            </a:extLst>
          </p:cNvPr>
          <p:cNvSpPr txBox="1"/>
          <p:nvPr/>
        </p:nvSpPr>
        <p:spPr>
          <a:xfrm>
            <a:off x="813501" y="4625545"/>
            <a:ext cx="2820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2.5</a:t>
            </a:r>
          </a:p>
          <a:p>
            <a:r>
              <a:rPr lang="en-US" altLang="zh-CN" dirty="0"/>
              <a:t>(11/2)+</a:t>
            </a:r>
            <a:r>
              <a:rPr lang="zh-CN" altLang="en-US" dirty="0"/>
              <a:t>（</a:t>
            </a:r>
            <a:r>
              <a:rPr lang="en-US" altLang="zh-CN" dirty="0"/>
              <a:t>37%4</a:t>
            </a:r>
            <a:r>
              <a:rPr lang="zh-CN" altLang="en-US" dirty="0"/>
              <a:t>）</a:t>
            </a:r>
            <a:r>
              <a:rPr lang="en-US" altLang="zh-CN" dirty="0"/>
              <a:t>-3.2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A188C4-910D-5F60-EBCE-68AEB69F2B93}"/>
              </a:ext>
            </a:extLst>
          </p:cNvPr>
          <p:cNvSpPr txBox="1"/>
          <p:nvPr/>
        </p:nvSpPr>
        <p:spPr>
          <a:xfrm>
            <a:off x="4746565" y="4704429"/>
            <a:ext cx="51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06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2*4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步骤②：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步骤③：</a:t>
            </a:r>
            <a:r>
              <a:rPr lang="en-US" altLang="zh-CN" sz="1600" b="1" dirty="0">
                <a:latin typeface="+mn-ea"/>
              </a:rPr>
              <a:t>3*5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en-US" altLang="zh-CN" sz="1600" b="1" dirty="0">
                <a:latin typeface="+mn-ea"/>
              </a:rPr>
              <a:t>b=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，式</a:t>
            </a:r>
            <a:r>
              <a:rPr lang="en-US" altLang="zh-CN" sz="1600" b="1" dirty="0">
                <a:latin typeface="+mn-e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687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552E607C-5B90-46C7-BA60-FA8CB69DD2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4714" y="1659364"/>
            <a:ext cx="10758" cy="35231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46D8EAC6-6693-B03E-B221-9C489AE2F220}"/>
              </a:ext>
            </a:extLst>
          </p:cNvPr>
          <p:cNvCxnSpPr/>
          <p:nvPr/>
        </p:nvCxnSpPr>
        <p:spPr bwMode="auto">
          <a:xfrm>
            <a:off x="725215" y="3216166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ADFA288-9F21-761D-EC5F-941B1BD677AB}"/>
              </a:ext>
            </a:extLst>
          </p:cNvPr>
          <p:cNvCxnSpPr>
            <a:cxnSpLocks/>
          </p:cNvCxnSpPr>
          <p:nvPr/>
        </p:nvCxnSpPr>
        <p:spPr bwMode="auto">
          <a:xfrm>
            <a:off x="725215" y="5467482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885163-3154-377C-EC6E-EB9F1C8E09F7}"/>
              </a:ext>
            </a:extLst>
          </p:cNvPr>
          <p:cNvCxnSpPr/>
          <p:nvPr/>
        </p:nvCxnSpPr>
        <p:spPr bwMode="auto">
          <a:xfrm flipV="1">
            <a:off x="3695438" y="3216166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9E3FE60-502C-C7AF-79B2-E6399F076770}"/>
              </a:ext>
            </a:extLst>
          </p:cNvPr>
          <p:cNvCxnSpPr/>
          <p:nvPr/>
        </p:nvCxnSpPr>
        <p:spPr bwMode="auto">
          <a:xfrm>
            <a:off x="3845737" y="32603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C291C4F-C5E1-24E0-0FF2-96D4109D98BA}"/>
              </a:ext>
            </a:extLst>
          </p:cNvPr>
          <p:cNvCxnSpPr/>
          <p:nvPr/>
        </p:nvCxnSpPr>
        <p:spPr bwMode="auto">
          <a:xfrm>
            <a:off x="3845737" y="55116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10F61A0-41A8-71BE-98EA-2F7CE37D6D97}"/>
              </a:ext>
            </a:extLst>
          </p:cNvPr>
          <p:cNvCxnSpPr/>
          <p:nvPr/>
        </p:nvCxnSpPr>
        <p:spPr bwMode="auto">
          <a:xfrm flipV="1">
            <a:off x="5529494" y="32603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25140F5-00BB-B920-E8D6-BC2244946FBF}"/>
              </a:ext>
            </a:extLst>
          </p:cNvPr>
          <p:cNvSpPr txBox="1"/>
          <p:nvPr/>
        </p:nvSpPr>
        <p:spPr>
          <a:xfrm>
            <a:off x="1185568" y="4735962"/>
            <a:ext cx="2055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</a:p>
          <a:p>
            <a:r>
              <a:rPr lang="en-US" altLang="zh-CN" dirty="0"/>
              <a:t>2*4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E287B-263B-B5D3-56FE-4FCB300378E0}"/>
              </a:ext>
            </a:extLst>
          </p:cNvPr>
          <p:cNvSpPr txBox="1"/>
          <p:nvPr/>
        </p:nvSpPr>
        <p:spPr>
          <a:xfrm>
            <a:off x="4431163" y="4300834"/>
            <a:ext cx="454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=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8FD5DF2-A9D2-209B-A9BC-107DCDDB402F}"/>
              </a:ext>
            </a:extLst>
          </p:cNvPr>
          <p:cNvCxnSpPr/>
          <p:nvPr/>
        </p:nvCxnSpPr>
        <p:spPr bwMode="auto">
          <a:xfrm>
            <a:off x="6742387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13D592E-CB1B-C672-9E4B-3BABA92CA9D1}"/>
              </a:ext>
            </a:extLst>
          </p:cNvPr>
          <p:cNvCxnSpPr/>
          <p:nvPr/>
        </p:nvCxnSpPr>
        <p:spPr bwMode="auto">
          <a:xfrm>
            <a:off x="6742387" y="5493759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A3ED8A5-4646-64D0-865E-20B35C78FFC7}"/>
              </a:ext>
            </a:extLst>
          </p:cNvPr>
          <p:cNvCxnSpPr/>
          <p:nvPr/>
        </p:nvCxnSpPr>
        <p:spPr bwMode="auto">
          <a:xfrm flipV="1">
            <a:off x="8426144" y="3255055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A9E99E9-B6B5-F872-EA1E-3C2933D05B77}"/>
              </a:ext>
            </a:extLst>
          </p:cNvPr>
          <p:cNvCxnSpPr/>
          <p:nvPr/>
        </p:nvCxnSpPr>
        <p:spPr bwMode="auto">
          <a:xfrm>
            <a:off x="8874936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CA30BF9-7635-86E4-6C43-E824EE9344EE}"/>
              </a:ext>
            </a:extLst>
          </p:cNvPr>
          <p:cNvCxnSpPr/>
          <p:nvPr/>
        </p:nvCxnSpPr>
        <p:spPr bwMode="auto">
          <a:xfrm>
            <a:off x="8874936" y="5512677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16D5C0B-ABC9-0351-EB25-F6B466DE5C87}"/>
              </a:ext>
            </a:extLst>
          </p:cNvPr>
          <p:cNvCxnSpPr/>
          <p:nvPr/>
        </p:nvCxnSpPr>
        <p:spPr bwMode="auto">
          <a:xfrm flipV="1">
            <a:off x="10558693" y="3261361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箭头: 右 18">
            <a:extLst>
              <a:ext uri="{FF2B5EF4-FFF2-40B4-BE49-F238E27FC236}">
                <a16:creationId xmlns:a16="http://schemas.microsoft.com/office/drawing/2014/main" id="{B755C94F-93B7-7431-42F8-B0DD7CA1786C}"/>
              </a:ext>
            </a:extLst>
          </p:cNvPr>
          <p:cNvSpPr/>
          <p:nvPr/>
        </p:nvSpPr>
        <p:spPr bwMode="auto">
          <a:xfrm>
            <a:off x="6028734" y="4067503"/>
            <a:ext cx="410953" cy="49188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CE006E-7F1B-9848-3738-7918B78EA710}"/>
              </a:ext>
            </a:extLst>
          </p:cNvPr>
          <p:cNvSpPr txBox="1"/>
          <p:nvPr/>
        </p:nvSpPr>
        <p:spPr>
          <a:xfrm>
            <a:off x="6812331" y="4572742"/>
            <a:ext cx="2820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+mn-ea"/>
              </a:rPr>
              <a:t>a = 2 * 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7495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a = 2 * 4 , a = b = 3 * 5   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5" name="Line 15">
            <a:extLst>
              <a:ext uri="{FF2B5EF4-FFF2-40B4-BE49-F238E27FC236}">
                <a16:creationId xmlns:a16="http://schemas.microsoft.com/office/drawing/2014/main" id="{E810CF33-FB34-4D24-9548-A1A319B84D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88483" y="1594816"/>
            <a:ext cx="2983" cy="3468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2D55032-DBD0-9AF4-39F7-95A5E04E82C9}"/>
              </a:ext>
            </a:extLst>
          </p:cNvPr>
          <p:cNvGrpSpPr/>
          <p:nvPr/>
        </p:nvGrpSpPr>
        <p:grpSpPr>
          <a:xfrm>
            <a:off x="952238" y="2585545"/>
            <a:ext cx="2251915" cy="1759432"/>
            <a:chOff x="952237" y="2762119"/>
            <a:chExt cx="5143500" cy="2251316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1434531" y="3057050"/>
              <a:ext cx="18288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</a:p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b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*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7F3540F-D5B6-5942-2E08-7B72E473C3A3}"/>
              </a:ext>
            </a:extLst>
          </p:cNvPr>
          <p:cNvGrpSpPr/>
          <p:nvPr/>
        </p:nvGrpSpPr>
        <p:grpSpPr>
          <a:xfrm>
            <a:off x="3855064" y="2957167"/>
            <a:ext cx="3078166" cy="1356273"/>
            <a:chOff x="1936006" y="3159410"/>
            <a:chExt cx="4995108" cy="2273190"/>
          </a:xfrm>
        </p:grpSpPr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5247357" y="3181284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5247357" y="5432600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6931114" y="3181284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3*5</a:t>
              </a:r>
            </a:p>
            <a:p>
              <a:r>
                <a:rPr lang="en-US" altLang="zh-CN" dirty="0"/>
                <a:t>b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5665692" y="3476215"/>
              <a:ext cx="696812" cy="923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34" name="箭头: 右 33">
            <a:extLst>
              <a:ext uri="{FF2B5EF4-FFF2-40B4-BE49-F238E27FC236}">
                <a16:creationId xmlns:a16="http://schemas.microsoft.com/office/drawing/2014/main" id="{C39AB200-8A82-B1E7-9AE0-A80913D02717}"/>
              </a:ext>
            </a:extLst>
          </p:cNvPr>
          <p:cNvSpPr/>
          <p:nvPr/>
        </p:nvSpPr>
        <p:spPr bwMode="auto">
          <a:xfrm>
            <a:off x="3315228" y="3315057"/>
            <a:ext cx="475684" cy="49483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74FC123-322A-B800-9DCE-9293B43C032B}"/>
              </a:ext>
            </a:extLst>
          </p:cNvPr>
          <p:cNvGrpSpPr/>
          <p:nvPr/>
        </p:nvGrpSpPr>
        <p:grpSpPr>
          <a:xfrm>
            <a:off x="7773326" y="3100791"/>
            <a:ext cx="3022758" cy="1072055"/>
            <a:chOff x="1936006" y="3159410"/>
            <a:chExt cx="5078668" cy="2251316"/>
          </a:xfrm>
        </p:grpSpPr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533091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5330916" y="5410726"/>
              <a:ext cx="168375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014674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b=3*5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5749252" y="3454340"/>
              <a:ext cx="696813" cy="646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=</a:t>
              </a:r>
            </a:p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44" name="箭头: 下 43">
            <a:extLst>
              <a:ext uri="{FF2B5EF4-FFF2-40B4-BE49-F238E27FC236}">
                <a16:creationId xmlns:a16="http://schemas.microsoft.com/office/drawing/2014/main" id="{F06C68E2-0D0A-FAD9-BCFA-9C3974D70EAB}"/>
              </a:ext>
            </a:extLst>
          </p:cNvPr>
          <p:cNvSpPr/>
          <p:nvPr/>
        </p:nvSpPr>
        <p:spPr bwMode="auto">
          <a:xfrm>
            <a:off x="9197330" y="4382303"/>
            <a:ext cx="681070" cy="503188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723F395-8FCF-2C1A-DD15-87625ED4616F}"/>
              </a:ext>
            </a:extLst>
          </p:cNvPr>
          <p:cNvGrpSpPr/>
          <p:nvPr/>
        </p:nvGrpSpPr>
        <p:grpSpPr>
          <a:xfrm>
            <a:off x="6696132" y="5257167"/>
            <a:ext cx="3714355" cy="1015299"/>
            <a:chOff x="1936006" y="3159410"/>
            <a:chExt cx="5991947" cy="2251316"/>
          </a:xfrm>
        </p:grpSpPr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624419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6244196" y="5410726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927953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300" y="3454341"/>
              <a:ext cx="18288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dirty="0"/>
            </a:p>
            <a:p>
              <a:r>
                <a:rPr lang="en-US" altLang="zh-CN" dirty="0"/>
                <a:t>a=b=3*5</a:t>
              </a:r>
            </a:p>
            <a:p>
              <a:r>
                <a:rPr lang="en-US" altLang="zh-CN" dirty="0"/>
                <a:t>a=2*4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5A29EE02-540A-9A4C-8493-5BCC7BC9D4D9}"/>
                </a:ext>
              </a:extLst>
            </p:cNvPr>
            <p:cNvSpPr txBox="1"/>
            <p:nvPr/>
          </p:nvSpPr>
          <p:spPr>
            <a:xfrm>
              <a:off x="6662531" y="3454341"/>
              <a:ext cx="6968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,</a:t>
              </a:r>
              <a:endParaRPr lang="zh-CN" altLang="en-US" dirty="0"/>
            </a:p>
          </p:txBody>
        </p:sp>
      </p:grpSp>
      <p:sp>
        <p:nvSpPr>
          <p:cNvPr id="54" name="箭头: 右 53">
            <a:extLst>
              <a:ext uri="{FF2B5EF4-FFF2-40B4-BE49-F238E27FC236}">
                <a16:creationId xmlns:a16="http://schemas.microsoft.com/office/drawing/2014/main" id="{503AFDED-E124-A776-BD48-8AD5BC0E91F9}"/>
              </a:ext>
            </a:extLst>
          </p:cNvPr>
          <p:cNvSpPr/>
          <p:nvPr/>
        </p:nvSpPr>
        <p:spPr bwMode="auto">
          <a:xfrm>
            <a:off x="7186568" y="3429000"/>
            <a:ext cx="475677" cy="43039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2C3C7B6F-F21C-0FFB-C554-BD738ABB9D00}"/>
              </a:ext>
            </a:extLst>
          </p:cNvPr>
          <p:cNvGrpSpPr/>
          <p:nvPr/>
        </p:nvGrpSpPr>
        <p:grpSpPr>
          <a:xfrm>
            <a:off x="1163395" y="5063884"/>
            <a:ext cx="4237771" cy="1248629"/>
            <a:chOff x="1936006" y="3159410"/>
            <a:chExt cx="5991947" cy="2251316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813267AD-7518-CAA0-FDE5-329D6DF00942}"/>
                </a:ext>
              </a:extLst>
            </p:cNvPr>
            <p:cNvCxnSpPr/>
            <p:nvPr/>
          </p:nvCxnSpPr>
          <p:spPr bwMode="auto">
            <a:xfrm>
              <a:off x="193600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380650B8-FC4C-47F2-1D9B-2BA07BC17FA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936006" y="5410726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B8DD0DD-253B-B438-D365-88D14E4C70A9}"/>
                </a:ext>
              </a:extLst>
            </p:cNvPr>
            <p:cNvCxnSpPr/>
            <p:nvPr/>
          </p:nvCxnSpPr>
          <p:spPr bwMode="auto">
            <a:xfrm flipV="1">
              <a:off x="4906229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9D821208-CA31-E03E-DE64-2D3E41630704}"/>
                </a:ext>
              </a:extLst>
            </p:cNvPr>
            <p:cNvCxnSpPr/>
            <p:nvPr/>
          </p:nvCxnSpPr>
          <p:spPr bwMode="auto">
            <a:xfrm>
              <a:off x="6244196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A62665DA-58D7-C14C-3C33-0B8A9C6550C2}"/>
                </a:ext>
              </a:extLst>
            </p:cNvPr>
            <p:cNvCxnSpPr/>
            <p:nvPr/>
          </p:nvCxnSpPr>
          <p:spPr bwMode="auto">
            <a:xfrm>
              <a:off x="6244196" y="5410726"/>
              <a:ext cx="168375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8216559B-B5B8-B97C-0D39-D8EE6ED0B3AB}"/>
                </a:ext>
              </a:extLst>
            </p:cNvPr>
            <p:cNvCxnSpPr/>
            <p:nvPr/>
          </p:nvCxnSpPr>
          <p:spPr bwMode="auto">
            <a:xfrm flipV="1">
              <a:off x="7927953" y="31594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75CE8846-9875-1BD0-E86F-7273CB6442A2}"/>
                </a:ext>
              </a:extLst>
            </p:cNvPr>
            <p:cNvSpPr txBox="1"/>
            <p:nvPr/>
          </p:nvSpPr>
          <p:spPr>
            <a:xfrm>
              <a:off x="2418299" y="3454341"/>
              <a:ext cx="2790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dirty="0"/>
            </a:p>
            <a:p>
              <a:r>
                <a:rPr lang="en-US" altLang="zh-CN" dirty="0"/>
                <a:t>a=2*4</a:t>
              </a:r>
              <a:r>
                <a:rPr lang="zh-CN" altLang="en-US" dirty="0"/>
                <a:t>，</a:t>
              </a:r>
              <a:r>
                <a:rPr lang="en-US" altLang="zh-CN" dirty="0"/>
                <a:t>a=b=3*5</a:t>
              </a:r>
            </a:p>
          </p:txBody>
        </p:sp>
      </p:grpSp>
      <p:sp>
        <p:nvSpPr>
          <p:cNvPr id="63" name="箭头: 左 62">
            <a:extLst>
              <a:ext uri="{FF2B5EF4-FFF2-40B4-BE49-F238E27FC236}">
                <a16:creationId xmlns:a16="http://schemas.microsoft.com/office/drawing/2014/main" id="{AA0EF5F1-473F-E842-E1EE-DC423BD0FFDF}"/>
              </a:ext>
            </a:extLst>
          </p:cNvPr>
          <p:cNvSpPr/>
          <p:nvPr/>
        </p:nvSpPr>
        <p:spPr bwMode="auto">
          <a:xfrm>
            <a:off x="5715782" y="5527869"/>
            <a:ext cx="721027" cy="406267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3313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表达式一共有</a:t>
            </a:r>
            <a:r>
              <a:rPr lang="en-US" altLang="zh-CN" sz="1600" b="1" dirty="0">
                <a:latin typeface="+mn-ea"/>
              </a:rPr>
              <a:t>__10___</a:t>
            </a:r>
            <a:r>
              <a:rPr lang="zh-CN" altLang="en-US" sz="1600" b="1" dirty="0">
                <a:latin typeface="+mn-ea"/>
              </a:rPr>
              <a:t>个运算符，因此计算的</a:t>
            </a:r>
            <a:r>
              <a:rPr lang="en-US" altLang="zh-CN" sz="1600" b="1" dirty="0">
                <a:latin typeface="+mn-ea"/>
              </a:rPr>
              <a:t>__10__</a:t>
            </a:r>
            <a:r>
              <a:rPr lang="zh-CN" altLang="en-US" sz="1600" b="1" dirty="0">
                <a:latin typeface="+mn-ea"/>
              </a:rPr>
              <a:t>个步骤分别是：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</a:t>
            </a:r>
            <a:r>
              <a:rPr lang="zh-CN" altLang="zh-CN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b+c</a:t>
            </a:r>
            <a:r>
              <a:rPr lang="en-US" altLang="zh-CN" sz="1600" b="1" dirty="0">
                <a:latin typeface="+mn-ea"/>
              </a:rPr>
              <a:t>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1</a:t>
            </a:r>
          </a:p>
          <a:p>
            <a:r>
              <a:rPr lang="zh-CN" altLang="en-US" sz="1600" b="1" dirty="0">
                <a:latin typeface="+mn-ea"/>
              </a:rPr>
              <a:t>步骤②、③：（式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r>
              <a:rPr lang="zh-CN" altLang="en-US" sz="1600" b="1" dirty="0">
                <a:latin typeface="+mn-ea"/>
              </a:rPr>
              <a:t>步骤④：</a:t>
            </a:r>
            <a:r>
              <a:rPr lang="en-US" altLang="zh-CN" sz="1600" b="1" dirty="0">
                <a:latin typeface="+mn-ea"/>
              </a:rPr>
              <a:t>3*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2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</a:t>
            </a:r>
          </a:p>
          <a:p>
            <a:r>
              <a:rPr lang="zh-CN" altLang="en-US" sz="1600" b="1" dirty="0">
                <a:latin typeface="+mn-ea"/>
              </a:rPr>
              <a:t>步骤⑤：</a:t>
            </a:r>
            <a:r>
              <a:rPr lang="en-US" altLang="zh-CN" sz="1600" b="1" dirty="0">
                <a:latin typeface="+mn-ea"/>
              </a:rPr>
              <a:t>a+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3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4</a:t>
            </a:r>
          </a:p>
          <a:p>
            <a:r>
              <a:rPr lang="zh-CN" altLang="en-US" sz="1600" b="1" dirty="0">
                <a:latin typeface="+mn-ea"/>
              </a:rPr>
              <a:t>步骤⑥：式</a:t>
            </a:r>
            <a:r>
              <a:rPr lang="en-US" altLang="zh-CN" sz="1600" b="1" dirty="0">
                <a:latin typeface="+mn-ea"/>
              </a:rPr>
              <a:t>4-5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5</a:t>
            </a:r>
          </a:p>
          <a:p>
            <a:r>
              <a:rPr lang="zh-CN" altLang="en-US" sz="1600" b="1" dirty="0">
                <a:latin typeface="+mn-ea"/>
              </a:rPr>
              <a:t>步骤⑦、⑧：（式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>
                <a:latin typeface="+mn-ea"/>
              </a:rPr>
              <a:t>6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步骤⑨：式</a:t>
            </a:r>
            <a:r>
              <a:rPr lang="en-US" altLang="zh-CN" sz="1600" b="1" dirty="0">
                <a:latin typeface="+mn-ea"/>
              </a:rPr>
              <a:t>6%4 =&gt;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7</a:t>
            </a:r>
          </a:p>
          <a:p>
            <a:r>
              <a:rPr lang="zh-CN" altLang="en-US" sz="1600" b="1" dirty="0">
                <a:latin typeface="+mn-ea"/>
              </a:rPr>
              <a:t>步骤⑩： </a:t>
            </a:r>
            <a:r>
              <a:rPr lang="en-US" altLang="zh-CN" sz="1600" b="1" dirty="0">
                <a:latin typeface="+mn-ea"/>
              </a:rPr>
              <a:t>a+</a:t>
            </a:r>
            <a:r>
              <a:rPr lang="zh-CN" altLang="en-US" sz="1600" b="1" dirty="0">
                <a:latin typeface="+mn-ea"/>
              </a:rPr>
              <a:t>式</a:t>
            </a:r>
            <a:r>
              <a:rPr lang="en-US" altLang="zh-CN" sz="1600" b="1" dirty="0">
                <a:latin typeface="+mn-ea"/>
              </a:rPr>
              <a:t>7</a:t>
            </a: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后面自行添加，主要是对</a:t>
            </a:r>
            <a:r>
              <a:rPr lang="en-US" altLang="zh-CN" sz="1600" b="1" dirty="0">
                <a:latin typeface="+mn-ea"/>
              </a:rPr>
              <a:t>()</a:t>
            </a:r>
            <a:r>
              <a:rPr lang="zh-CN" altLang="en-US" sz="1600" b="1" dirty="0">
                <a:latin typeface="+mn-ea"/>
              </a:rPr>
              <a:t>的理解，本页中一对括号可以当做一个步骤理解，后续画栈时要分开</a:t>
            </a:r>
            <a:endParaRPr lang="zh-CN" altLang="zh-CN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84091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5601" y="1005910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82827409-7963-F1D4-402E-24AC38E35163}"/>
              </a:ext>
            </a:extLst>
          </p:cNvPr>
          <p:cNvCxnSpPr/>
          <p:nvPr/>
        </p:nvCxnSpPr>
        <p:spPr bwMode="auto">
          <a:xfrm>
            <a:off x="193600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205D2E-C6B1-1E85-44FC-365CA74857AC}"/>
              </a:ext>
            </a:extLst>
          </p:cNvPr>
          <p:cNvCxnSpPr>
            <a:cxnSpLocks/>
          </p:cNvCxnSpPr>
          <p:nvPr/>
        </p:nvCxnSpPr>
        <p:spPr bwMode="auto">
          <a:xfrm>
            <a:off x="1936006" y="5410726"/>
            <a:ext cx="297022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4FC0550-59B8-6753-F044-06BD86F743BD}"/>
              </a:ext>
            </a:extLst>
          </p:cNvPr>
          <p:cNvCxnSpPr/>
          <p:nvPr/>
        </p:nvCxnSpPr>
        <p:spPr bwMode="auto">
          <a:xfrm flipV="1">
            <a:off x="4906229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6DBF915-090B-E2D6-C000-04744A010B48}"/>
              </a:ext>
            </a:extLst>
          </p:cNvPr>
          <p:cNvCxnSpPr/>
          <p:nvPr/>
        </p:nvCxnSpPr>
        <p:spPr bwMode="auto">
          <a:xfrm>
            <a:off x="6244196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21F93DD-93F5-421A-FFFE-440B927DD5D5}"/>
              </a:ext>
            </a:extLst>
          </p:cNvPr>
          <p:cNvCxnSpPr/>
          <p:nvPr/>
        </p:nvCxnSpPr>
        <p:spPr bwMode="auto">
          <a:xfrm>
            <a:off x="6244196" y="5410726"/>
            <a:ext cx="1683757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743CAFD-A117-B6E4-B19F-A44FC4B0D173}"/>
              </a:ext>
            </a:extLst>
          </p:cNvPr>
          <p:cNvCxnSpPr/>
          <p:nvPr/>
        </p:nvCxnSpPr>
        <p:spPr bwMode="auto">
          <a:xfrm flipV="1">
            <a:off x="7927953" y="3159410"/>
            <a:ext cx="0" cy="225131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66FCD3B4-5DA9-7074-501D-E06E3E2992B6}"/>
              </a:ext>
            </a:extLst>
          </p:cNvPr>
          <p:cNvSpPr txBox="1"/>
          <p:nvPr/>
        </p:nvSpPr>
        <p:spPr>
          <a:xfrm>
            <a:off x="2604463" y="3190941"/>
            <a:ext cx="1254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</a:p>
          <a:p>
            <a:r>
              <a:rPr lang="en-US" altLang="zh-CN" dirty="0"/>
              <a:t>3</a:t>
            </a:r>
          </a:p>
          <a:p>
            <a:r>
              <a:rPr lang="en-US" altLang="zh-CN" dirty="0"/>
              <a:t>a</a:t>
            </a:r>
          </a:p>
          <a:p>
            <a:r>
              <a:rPr lang="en-US" altLang="zh-CN" dirty="0"/>
              <a:t>a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7F319B-1864-D2A7-75DE-6BA63DC90D0F}"/>
              </a:ext>
            </a:extLst>
          </p:cNvPr>
          <p:cNvSpPr txBox="1"/>
          <p:nvPr/>
        </p:nvSpPr>
        <p:spPr>
          <a:xfrm>
            <a:off x="6608905" y="3402965"/>
            <a:ext cx="819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</a:p>
          <a:p>
            <a:r>
              <a:rPr lang="en-US" altLang="zh-CN" dirty="0"/>
              <a:t>*</a:t>
            </a:r>
          </a:p>
          <a:p>
            <a:r>
              <a:rPr lang="en-US" altLang="zh-CN" dirty="0"/>
              <a:t>+</a:t>
            </a:r>
          </a:p>
          <a:p>
            <a:r>
              <a:rPr lang="en-US" altLang="zh-CN" dirty="0"/>
              <a:t>(</a:t>
            </a:r>
          </a:p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492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目前准备进栈的运算符如箭头所示，画出当前运算数栈和运算符栈的状态（本页需要画栈）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8400" y="983332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2AB52BA-130B-8878-934C-058DDE742839}"/>
              </a:ext>
            </a:extLst>
          </p:cNvPr>
          <p:cNvGrpSpPr/>
          <p:nvPr/>
        </p:nvGrpSpPr>
        <p:grpSpPr>
          <a:xfrm>
            <a:off x="952238" y="2927989"/>
            <a:ext cx="5662973" cy="3138581"/>
            <a:chOff x="952237" y="2762119"/>
            <a:chExt cx="5143500" cy="2251316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17FEFD93-C941-8FD4-E2B1-8ACB2FEDA6F6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27FBB6A1-00AC-FD07-D3CF-4F3CBB1B34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3BFCB93-7BBC-ADD2-E674-E937E15F8F04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76563954-A509-5382-F0A9-130B7FD9C5DD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5A94FE2-58C4-002C-DD9E-13B6DD0AF2A9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CCE4001-597B-F2C1-70D4-03887AA20022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1FDFD66-CEC3-071F-58C1-99455B64EBD1}"/>
                </a:ext>
              </a:extLst>
            </p:cNvPr>
            <p:cNvSpPr txBox="1"/>
            <p:nvPr/>
          </p:nvSpPr>
          <p:spPr>
            <a:xfrm>
              <a:off x="1434531" y="3057050"/>
              <a:ext cx="1828800" cy="189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5</a:t>
              </a:r>
            </a:p>
            <a:p>
              <a:r>
                <a:rPr lang="en-US" altLang="zh-CN" dirty="0"/>
                <a:t>(</a:t>
              </a:r>
              <a:r>
                <a:rPr lang="en-US" altLang="zh-CN" dirty="0" err="1"/>
                <a:t>b+c</a:t>
              </a:r>
              <a:r>
                <a:rPr lang="en-US" altLang="zh-CN" dirty="0"/>
                <a:t>)</a:t>
              </a:r>
            </a:p>
            <a:p>
              <a:r>
                <a:rPr lang="en-US" altLang="zh-CN" dirty="0"/>
                <a:t>3</a:t>
              </a:r>
            </a:p>
            <a:p>
              <a:r>
                <a:rPr lang="en-US" altLang="zh-CN" dirty="0"/>
                <a:t>a</a:t>
              </a:r>
            </a:p>
            <a:p>
              <a:r>
                <a:rPr lang="en-US" altLang="zh-CN" dirty="0"/>
                <a:t>a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7F9471-5472-D0D9-39AC-529EAEC5C735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1890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</a:t>
              </a:r>
            </a:p>
            <a:p>
              <a:r>
                <a:rPr lang="en-US" altLang="zh-CN" dirty="0"/>
                <a:t>*</a:t>
              </a:r>
            </a:p>
            <a:p>
              <a:r>
                <a:rPr lang="en-US" altLang="zh-CN" dirty="0"/>
                <a:t>+</a:t>
              </a:r>
            </a:p>
            <a:p>
              <a:r>
                <a:rPr lang="en-US" altLang="zh-CN" dirty="0"/>
                <a:t>(</a:t>
              </a:r>
            </a:p>
            <a:p>
              <a:r>
                <a:rPr lang="en-US" altLang="zh-CN" dirty="0"/>
                <a:t>+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670429F-D4D6-BD46-7F04-8A5E8FBE8C2B}"/>
              </a:ext>
            </a:extLst>
          </p:cNvPr>
          <p:cNvGrpSpPr/>
          <p:nvPr/>
        </p:nvGrpSpPr>
        <p:grpSpPr>
          <a:xfrm>
            <a:off x="7418791" y="3280994"/>
            <a:ext cx="2466326" cy="1763972"/>
            <a:chOff x="462511" y="2756310"/>
            <a:chExt cx="5633226" cy="2257125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EC0DD10-CA9B-21D9-8611-451F7429E148}"/>
                </a:ext>
              </a:extLst>
            </p:cNvPr>
            <p:cNvCxnSpPr/>
            <p:nvPr/>
          </p:nvCxnSpPr>
          <p:spPr bwMode="auto">
            <a:xfrm>
              <a:off x="46251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E16B21D-433A-5C99-EEE6-BB92A220065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2511" y="5013435"/>
              <a:ext cx="367600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097DECFA-AB4E-CA1D-617F-826B25E67B45}"/>
                </a:ext>
              </a:extLst>
            </p:cNvPr>
            <p:cNvCxnSpPr/>
            <p:nvPr/>
          </p:nvCxnSpPr>
          <p:spPr bwMode="auto">
            <a:xfrm flipV="1">
              <a:off x="4138516" y="27563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FCBBFA4-6F81-8C98-25F0-7D8876097639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4A671C40-C579-ECF1-ED1E-904E8DA6B6AD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032F2562-7556-0EA2-8D1F-635FC5E44A9A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B9A3737-1E12-A766-976E-C28ADC546A97}"/>
                </a:ext>
              </a:extLst>
            </p:cNvPr>
            <p:cNvSpPr txBox="1"/>
            <p:nvPr/>
          </p:nvSpPr>
          <p:spPr>
            <a:xfrm>
              <a:off x="620958" y="3057050"/>
              <a:ext cx="4076176" cy="6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</a:rPr>
                <a:t>a</a:t>
              </a:r>
              <a:r>
                <a:rPr lang="pt-BR" altLang="zh-CN" sz="1400" b="1" dirty="0">
                  <a:latin typeface="+mn-ea"/>
                </a:rPr>
                <a:t>+3 * (</a:t>
              </a:r>
              <a:r>
                <a:rPr lang="en-US" altLang="zh-CN" sz="1400" b="1" dirty="0">
                  <a:latin typeface="+mn-ea"/>
                </a:rPr>
                <a:t>b</a:t>
              </a:r>
              <a:r>
                <a:rPr lang="pt-BR" altLang="zh-CN" sz="1400" b="1" dirty="0">
                  <a:latin typeface="+mn-ea"/>
                </a:rPr>
                <a:t> + </a:t>
              </a:r>
              <a:r>
                <a:rPr lang="en-US" altLang="zh-CN" sz="1400" b="1" dirty="0">
                  <a:latin typeface="+mn-ea"/>
                </a:rPr>
                <a:t>c</a:t>
              </a:r>
              <a:r>
                <a:rPr lang="pt-BR" altLang="zh-CN" sz="1400" b="1" dirty="0">
                  <a:latin typeface="+mn-ea"/>
                </a:rPr>
                <a:t>)-5</a:t>
              </a:r>
            </a:p>
            <a:p>
              <a:r>
                <a:rPr lang="en-US" altLang="zh-CN" sz="1400" b="1" dirty="0">
                  <a:latin typeface="+mn-ea"/>
                </a:rPr>
                <a:t>a</a:t>
              </a:r>
              <a:endParaRPr lang="en-US" altLang="zh-CN" sz="1400" dirty="0"/>
            </a:p>
          </p:txBody>
        </p:sp>
      </p:grpSp>
      <p:sp>
        <p:nvSpPr>
          <p:cNvPr id="23" name="箭头: 右 22">
            <a:extLst>
              <a:ext uri="{FF2B5EF4-FFF2-40B4-BE49-F238E27FC236}">
                <a16:creationId xmlns:a16="http://schemas.microsoft.com/office/drawing/2014/main" id="{B0300B3F-B11C-8DE6-0F0E-5D4135081C8D}"/>
              </a:ext>
            </a:extLst>
          </p:cNvPr>
          <p:cNvSpPr/>
          <p:nvPr/>
        </p:nvSpPr>
        <p:spPr bwMode="auto">
          <a:xfrm>
            <a:off x="6773908" y="3999549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BC02939-4930-F09E-4A4A-983FBB39103F}"/>
              </a:ext>
            </a:extLst>
          </p:cNvPr>
          <p:cNvSpPr txBox="1"/>
          <p:nvPr/>
        </p:nvSpPr>
        <p:spPr>
          <a:xfrm>
            <a:off x="9339492" y="3745887"/>
            <a:ext cx="492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</a:p>
          <a:p>
            <a:r>
              <a:rPr lang="en-US" altLang="zh-CN" dirty="0"/>
              <a:t>+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4708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、仿照课件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P.65-85</a:t>
            </a:r>
            <a:r>
              <a:rPr lang="zh-CN" altLang="en-US" sz="1600" b="1" dirty="0">
                <a:latin typeface="+mn-ea"/>
              </a:rPr>
              <a:t>，用栈方式给出下列表达式的求解过程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</a:t>
            </a:r>
            <a:r>
              <a:rPr lang="pt-BR" altLang="zh-CN" sz="1600" b="1" dirty="0">
                <a:latin typeface="+mn-ea"/>
              </a:rPr>
              <a:t> + (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- 5) % 4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  <a:endParaRPr lang="pt-BR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本题提示：将左右小括号分开处理，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进栈前</a:t>
            </a:r>
            <a:r>
              <a:rPr lang="zh-CN" altLang="en-US" sz="1600" b="1" dirty="0">
                <a:latin typeface="+mn-ea"/>
              </a:rPr>
              <a:t>优先级最高，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进栈后</a:t>
            </a:r>
            <a:r>
              <a:rPr lang="zh-CN" altLang="en-US" sz="1600" b="1" dirty="0">
                <a:latin typeface="+mn-ea"/>
              </a:rPr>
              <a:t>优先级最低；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")"</a:t>
            </a:r>
            <a:r>
              <a:rPr lang="zh-CN" altLang="en-US" sz="1600" b="1" dirty="0">
                <a:latin typeface="+mn-ea"/>
              </a:rPr>
              <a:t>优先级最低，因此要将栈中压在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之上的全部运算符都计算完成，随后和</a:t>
            </a:r>
            <a:r>
              <a:rPr lang="en-US" altLang="zh-CN" sz="1600" b="1" dirty="0">
                <a:latin typeface="+mn-ea"/>
              </a:rPr>
              <a:t>"("</a:t>
            </a:r>
            <a:r>
              <a:rPr lang="zh-CN" altLang="en-US" sz="1600" b="1" dirty="0">
                <a:latin typeface="+mn-ea"/>
              </a:rPr>
              <a:t>成对消除即可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目前已分析到整个表达式的尾部，画出从当前栈的状态到整个表达式分析完成的整个过程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每两个栈一组，有多组，尽量放在一页上，不够可加页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4" name="Line 15">
            <a:extLst>
              <a:ext uri="{FF2B5EF4-FFF2-40B4-BE49-F238E27FC236}">
                <a16:creationId xmlns:a16="http://schemas.microsoft.com/office/drawing/2014/main" id="{7061740B-FE96-41FA-8FBF-D1E40812959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7910" y="1016715"/>
            <a:ext cx="12551" cy="368444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EF3CD56-1515-9FDF-9213-32AF8BB75E66}"/>
              </a:ext>
            </a:extLst>
          </p:cNvPr>
          <p:cNvGrpSpPr/>
          <p:nvPr/>
        </p:nvGrpSpPr>
        <p:grpSpPr>
          <a:xfrm>
            <a:off x="7418791" y="3280994"/>
            <a:ext cx="2466326" cy="1763972"/>
            <a:chOff x="462511" y="2756310"/>
            <a:chExt cx="5633226" cy="225712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21DDDBDA-1327-5720-D617-2FA38A4BFB0C}"/>
                </a:ext>
              </a:extLst>
            </p:cNvPr>
            <p:cNvCxnSpPr/>
            <p:nvPr/>
          </p:nvCxnSpPr>
          <p:spPr bwMode="auto">
            <a:xfrm>
              <a:off x="46251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D9E6548A-758C-56FB-AB93-C3918B939CA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2511" y="5013435"/>
              <a:ext cx="367600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AD0303B-0690-F680-137A-56160014A9BC}"/>
                </a:ext>
              </a:extLst>
            </p:cNvPr>
            <p:cNvCxnSpPr/>
            <p:nvPr/>
          </p:nvCxnSpPr>
          <p:spPr bwMode="auto">
            <a:xfrm flipV="1">
              <a:off x="4138516" y="2756310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AEA3E42-2916-975F-18D6-93C4EFDEDD74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314C7E5F-AB90-51F4-0703-731D63E8CA0C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41DCC79F-0C4F-AE36-B999-4D0E4E652288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04647BB-900D-A29E-3218-3FDA1D67B3B7}"/>
                </a:ext>
              </a:extLst>
            </p:cNvPr>
            <p:cNvSpPr txBox="1"/>
            <p:nvPr/>
          </p:nvSpPr>
          <p:spPr>
            <a:xfrm>
              <a:off x="620958" y="3057050"/>
              <a:ext cx="4076176" cy="393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a+(a+3*(</a:t>
              </a:r>
              <a:r>
                <a:rPr lang="en-US" altLang="zh-CN" sz="1400" dirty="0" err="1"/>
                <a:t>b+c</a:t>
              </a:r>
              <a:r>
                <a:rPr lang="en-US" altLang="zh-CN" sz="1400" dirty="0"/>
                <a:t>)-5)%4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C7D9944-CABE-4324-1B5B-5C895974C58E}"/>
              </a:ext>
            </a:extLst>
          </p:cNvPr>
          <p:cNvGrpSpPr/>
          <p:nvPr/>
        </p:nvGrpSpPr>
        <p:grpSpPr>
          <a:xfrm>
            <a:off x="4231466" y="3285534"/>
            <a:ext cx="2302364" cy="1759432"/>
            <a:chOff x="837009" y="2762119"/>
            <a:chExt cx="5258728" cy="2251316"/>
          </a:xfrm>
        </p:grpSpPr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4196552F-DF7C-D854-4E50-266AD848F6D3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01496E70-AE01-8A2F-9061-7BD67A60E1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E85FB31-D441-790D-B3D2-8120263D7EAF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C32507A-AC34-F70E-A230-9BD797ECC46F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7BDA57B2-909D-44DB-EFEC-26B7098575DF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94366C7-3883-6423-0FBC-42EC192A77FC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E3F077A-96ED-37E2-75DE-BFCE96AAE753}"/>
                </a:ext>
              </a:extLst>
            </p:cNvPr>
            <p:cNvSpPr txBox="1"/>
            <p:nvPr/>
          </p:nvSpPr>
          <p:spPr>
            <a:xfrm>
              <a:off x="837009" y="3057050"/>
              <a:ext cx="3412083" cy="748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(a+3*(</a:t>
              </a:r>
              <a:r>
                <a:rPr lang="en-US" altLang="zh-CN" sz="1200" dirty="0" err="1"/>
                <a:t>b+c</a:t>
              </a:r>
              <a:r>
                <a:rPr lang="en-US" altLang="zh-CN" sz="1200" dirty="0"/>
                <a:t>)-5)%4</a:t>
              </a:r>
            </a:p>
            <a:p>
              <a:r>
                <a:rPr lang="en-US" altLang="zh-CN" sz="2000" dirty="0"/>
                <a:t>a</a:t>
              </a:r>
              <a:endParaRPr lang="en-US" altLang="zh-CN" sz="1200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B23F11D-7FAF-E011-1EA0-5EE737552F1B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4725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0DE54E4-F793-FCA6-E55F-C30CE8C9D778}"/>
              </a:ext>
            </a:extLst>
          </p:cNvPr>
          <p:cNvGrpSpPr/>
          <p:nvPr/>
        </p:nvGrpSpPr>
        <p:grpSpPr>
          <a:xfrm>
            <a:off x="1218150" y="3437934"/>
            <a:ext cx="2251915" cy="1759432"/>
            <a:chOff x="952237" y="2762119"/>
            <a:chExt cx="5143500" cy="2251316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7A41767-F750-90F7-196E-2861C5B71B19}"/>
                </a:ext>
              </a:extLst>
            </p:cNvPr>
            <p:cNvCxnSpPr/>
            <p:nvPr/>
          </p:nvCxnSpPr>
          <p:spPr bwMode="auto">
            <a:xfrm>
              <a:off x="9522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C542FE99-35F4-6C37-9C31-522AA5D4BB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52237" y="5013435"/>
              <a:ext cx="297022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482680B-F11C-6C6A-DF8B-3907C1F6D620}"/>
                </a:ext>
              </a:extLst>
            </p:cNvPr>
            <p:cNvCxnSpPr/>
            <p:nvPr/>
          </p:nvCxnSpPr>
          <p:spPr bwMode="auto">
            <a:xfrm flipV="1">
              <a:off x="3922460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47B5EA6-400F-93A5-3123-09AABC37CE1E}"/>
                </a:ext>
              </a:extLst>
            </p:cNvPr>
            <p:cNvCxnSpPr/>
            <p:nvPr/>
          </p:nvCxnSpPr>
          <p:spPr bwMode="auto">
            <a:xfrm>
              <a:off x="4411981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E5C28ADC-295F-DB67-81BB-2F5D79407CF5}"/>
                </a:ext>
              </a:extLst>
            </p:cNvPr>
            <p:cNvCxnSpPr/>
            <p:nvPr/>
          </p:nvCxnSpPr>
          <p:spPr bwMode="auto">
            <a:xfrm>
              <a:off x="4411981" y="5013435"/>
              <a:ext cx="16837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7F77E7E4-0A57-4B37-FA81-4FAA1D6867BA}"/>
                </a:ext>
              </a:extLst>
            </p:cNvPr>
            <p:cNvCxnSpPr/>
            <p:nvPr/>
          </p:nvCxnSpPr>
          <p:spPr bwMode="auto">
            <a:xfrm flipV="1">
              <a:off x="6095737" y="2762119"/>
              <a:ext cx="0" cy="2251316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5FCAC72-753D-EA8E-2287-5D183E67BD6C}"/>
                </a:ext>
              </a:extLst>
            </p:cNvPr>
            <p:cNvSpPr txBox="1"/>
            <p:nvPr/>
          </p:nvSpPr>
          <p:spPr>
            <a:xfrm>
              <a:off x="1434531" y="3057050"/>
              <a:ext cx="2402535" cy="1073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</a:p>
            <a:p>
              <a:r>
                <a:rPr lang="en-US" altLang="zh-CN" sz="1050" dirty="0"/>
                <a:t>(a+3*(</a:t>
              </a:r>
              <a:r>
                <a:rPr lang="en-US" altLang="zh-CN" sz="1050" dirty="0" err="1"/>
                <a:t>b+c</a:t>
              </a:r>
              <a:r>
                <a:rPr lang="en-US" altLang="zh-CN" sz="1050" dirty="0"/>
                <a:t>)-5)</a:t>
              </a:r>
            </a:p>
            <a:p>
              <a:r>
                <a:rPr lang="en-US" altLang="zh-CN" sz="2000" dirty="0"/>
                <a:t>a</a:t>
              </a:r>
              <a:endParaRPr lang="en-US" altLang="zh-CN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247D16C-8EE4-21E6-C3CD-50336BD438AA}"/>
                </a:ext>
              </a:extLst>
            </p:cNvPr>
            <p:cNvSpPr txBox="1"/>
            <p:nvPr/>
          </p:nvSpPr>
          <p:spPr>
            <a:xfrm>
              <a:off x="4824009" y="3031709"/>
              <a:ext cx="696813" cy="827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%</a:t>
              </a:r>
            </a:p>
            <a:p>
              <a:r>
                <a:rPr lang="en-US" altLang="zh-CN" dirty="0"/>
                <a:t>+</a:t>
              </a:r>
            </a:p>
          </p:txBody>
        </p:sp>
      </p:grpSp>
      <p:sp>
        <p:nvSpPr>
          <p:cNvPr id="33" name="箭头: 右 32">
            <a:extLst>
              <a:ext uri="{FF2B5EF4-FFF2-40B4-BE49-F238E27FC236}">
                <a16:creationId xmlns:a16="http://schemas.microsoft.com/office/drawing/2014/main" id="{BBD1D10D-B5D6-189B-B564-ACAC371F35C2}"/>
              </a:ext>
            </a:extLst>
          </p:cNvPr>
          <p:cNvSpPr/>
          <p:nvPr/>
        </p:nvSpPr>
        <p:spPr bwMode="auto">
          <a:xfrm>
            <a:off x="3771112" y="4100801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31BE88D-E606-9CF3-7B5A-006D7F058D2E}"/>
              </a:ext>
            </a:extLst>
          </p:cNvPr>
          <p:cNvSpPr/>
          <p:nvPr/>
        </p:nvSpPr>
        <p:spPr bwMode="auto">
          <a:xfrm>
            <a:off x="6773908" y="3999549"/>
            <a:ext cx="385959" cy="4063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8506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(1) int(11.7)                       =&gt;   11      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32L * int(11.7)                 =&gt;   352    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(3)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2LL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32L * int(11.7)           =&gt;  -350    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(4) 2LL - 32L * int(11.7)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+ 2.3f    =&gt;  -347.7   float</a:t>
            </a:r>
            <a:r>
              <a:rPr lang="zh-CN" altLang="en-US" sz="1600" b="1" dirty="0">
                <a:latin typeface="+mn-ea"/>
              </a:rPr>
              <a:t>型</a:t>
            </a:r>
            <a:endParaRPr lang="zh-CN" altLang="zh-CN" sz="1600" b="1" dirty="0">
              <a:latin typeface="+mn-ea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9EBA064-8C97-42C4-ACA3-444943AE8CD2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DEE106-E4AC-427D-AA40-57FC8EF0A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127" y="2946360"/>
            <a:ext cx="9081062" cy="29878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561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sz="1600" b="1" dirty="0">
                <a:latin typeface="+mn-ea"/>
              </a:rPr>
              <a:t>a = 2 * 4 , a = b = 3 * 5          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rabicParenBoth"/>
            </a:pPr>
            <a:r>
              <a:rPr lang="en-US" altLang="zh-CN" sz="1600" b="1" dirty="0">
                <a:latin typeface="+mn-ea"/>
              </a:rPr>
              <a:t>2*4  		=&gt; 8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pPr marL="342900" indent="-342900">
              <a:buAutoNum type="arabicParenBoth"/>
            </a:pPr>
            <a:r>
              <a:rPr lang="en-US" altLang="zh-CN" sz="1600" b="1" dirty="0">
                <a:latin typeface="+mn-ea"/>
              </a:rPr>
              <a:t>a=8		=&gt; 8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(3)3*5 		=&gt;15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(4)b=3*5 	=&gt;15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(5)a=b=3*5 	=&gt;15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(6)a=2*4, a=b=3*5 =&gt;15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pPr marL="342900" indent="-342900">
              <a:buAutoNum type="arabicParenBoth"/>
            </a:pPr>
            <a:endParaRPr lang="en-US" altLang="zh-CN" sz="1600" b="1"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CB8636-1605-B5D6-AD98-11EACED6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460" y="3807706"/>
            <a:ext cx="5643604" cy="237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888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pt-BR" altLang="zh-CN" sz="1600" b="1" dirty="0">
                <a:latin typeface="+mn-ea"/>
              </a:rPr>
              <a:t>B. 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pt-BR" altLang="zh-CN" sz="1600" b="1" dirty="0">
                <a:latin typeface="+mn-ea"/>
              </a:rPr>
              <a:t> -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3) / 5   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写验证程序时，假设所有变量均为</a:t>
            </a:r>
            <a:r>
              <a:rPr lang="en-US" altLang="zh-CN" sz="1600" b="1" dirty="0">
                <a:latin typeface="+mn-ea"/>
              </a:rPr>
              <a:t>int</a:t>
            </a:r>
            <a:r>
              <a:rPr lang="zh-CN" altLang="en-US" sz="1600" b="1" dirty="0">
                <a:latin typeface="+mn-ea"/>
              </a:rPr>
              <a:t>型，</a:t>
            </a:r>
            <a:r>
              <a:rPr lang="en-US" altLang="zh-CN" sz="1600" b="1" dirty="0" err="1">
                <a:latin typeface="+mn-ea"/>
              </a:rPr>
              <a:t>abc</a:t>
            </a:r>
            <a:r>
              <a:rPr lang="zh-CN" altLang="en-US" sz="1600" b="1" dirty="0">
                <a:latin typeface="+mn-ea"/>
              </a:rPr>
              <a:t>的值自定义即可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a=3,b=2,c=1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）（</a:t>
            </a:r>
            <a:r>
              <a:rPr lang="en-US" altLang="zh-CN" sz="1600" b="1" dirty="0">
                <a:latin typeface="+mn-ea"/>
              </a:rPr>
              <a:t>b-c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			=&gt;1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3*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b-c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			=&gt;3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3*</a:t>
            </a:r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b-c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%3			=&gt;0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pt-BR" altLang="zh-CN" sz="1600" b="1" dirty="0">
                <a:latin typeface="+mn-ea"/>
              </a:rPr>
              <a:t>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3) 	=&gt;2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pt-BR" altLang="zh-CN" sz="1600" b="1" dirty="0">
                <a:latin typeface="+mn-ea"/>
              </a:rPr>
              <a:t>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3) / 5 	=</a:t>
            </a:r>
            <a:r>
              <a:rPr lang="en-US" altLang="zh-CN" sz="1600" b="1" dirty="0">
                <a:latin typeface="+mn-ea"/>
              </a:rPr>
              <a:t>&gt;0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a</a:t>
            </a:r>
            <a:r>
              <a:rPr lang="pt-BR" altLang="zh-CN" sz="1600" b="1" dirty="0">
                <a:latin typeface="+mn-ea"/>
              </a:rPr>
              <a:t> -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+ 3 * (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pt-BR" altLang="zh-CN" sz="1600" b="1" dirty="0">
                <a:latin typeface="+mn-ea"/>
              </a:rPr>
              <a:t> - 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pt-BR" altLang="zh-CN" sz="1600" b="1" dirty="0">
                <a:latin typeface="+mn-ea"/>
              </a:rPr>
              <a:t>) </a:t>
            </a:r>
            <a:r>
              <a:rPr lang="en-US" altLang="zh-CN" sz="1600" b="1" dirty="0">
                <a:latin typeface="+mn-ea"/>
              </a:rPr>
              <a:t>%</a:t>
            </a:r>
            <a:r>
              <a:rPr lang="pt-BR" altLang="zh-CN" sz="1600" b="1" dirty="0">
                <a:latin typeface="+mn-ea"/>
              </a:rPr>
              <a:t> 3) / 5 =&gt;3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7E428A-BC04-3365-4B9F-0DF2EFA56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11" y="3807706"/>
            <a:ext cx="5953169" cy="23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282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2.5 * 3UL + 4U * 7ULL - ‘X’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2.5 * 3UL 			=&gt;7.5		double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4U * 7ULL 			=&gt;28		unsigned 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2.5 * 3UL + 4U * 7ULL	=&gt;35.5		double 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2.5 * 3UL + 4U * 7ULL - ‘X’	=&gt;-52.5		double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65FDC1-8E66-3911-78E4-33621D85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040" y="3490872"/>
            <a:ext cx="6024607" cy="217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81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2LU % 7 + 23LL % 3 + 2.5F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2LU % 7 			=&gt;2	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23LL % 3 			=&gt;2		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2LU % 7 + 23LL % 3 		=&gt;4		long </a:t>
            </a:r>
            <a:r>
              <a:rPr lang="en-US" altLang="zh-CN" sz="1600" b="1" dirty="0" err="1">
                <a:latin typeface="+mn-ea"/>
              </a:rPr>
              <a:t>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2LU % 7 + 23LL % 3 + 2.5F	=&gt;6.5		float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881199-B804-D365-93C7-A34F15E35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275" y="3513583"/>
            <a:ext cx="5719804" cy="221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66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E. 2.3 + 14 %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* 2.3F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2.8F + 7LL							=&gt;9.8	float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			=&gt;9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			=&gt;45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			=&gt;1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14 %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		=&gt;0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14 %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* 2.3F	=&gt;0	float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2.3 + 14 % 5 * </a:t>
            </a:r>
            <a:r>
              <a:rPr lang="en-US" altLang="zh-CN" sz="1600" b="1" dirty="0" err="1">
                <a:latin typeface="+mn-ea"/>
              </a:rPr>
              <a:t>static_cast</a:t>
            </a:r>
            <a:r>
              <a:rPr lang="en-US" altLang="zh-CN" sz="1600" b="1" dirty="0">
                <a:latin typeface="+mn-ea"/>
              </a:rPr>
              <a:t>&lt;unsigned long&gt;(2.8F + 7LL) % 2 * 2.3F	=&gt;2.3	double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538C7B-D0B9-6D7D-70FF-62CCD81B1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18" y="3755780"/>
            <a:ext cx="8682101" cy="23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243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、求表达式的值（要求给出计算过程、每步计算结果及数据类型、对应的验证程序及结果截图）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F. long(2.8 + 3.3) / 2 + (int)1.9 % 7LU - 'g' * 2L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2.8 + 3.3					=&gt;6.1		double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long(2.8 + 3.3) 				=&gt;6		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long(2.8 + 3.3) / 2 				=&gt;3		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(int)1.9 					=&gt;1		int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(int)1.9 % 7LU 				=&gt;1	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long(2.8 + 3.3) / 2 + (int)1.9 % 7LU 		=&gt;4	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‘g’ * 2L					=&gt;206		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 long(2.8 + 3.3) / 2 + (int)1.9 % 7LU - ‘g’ * 2L=&gt;4294967094	unsigned long</a:t>
            </a:r>
            <a:r>
              <a:rPr lang="zh-CN" altLang="en-US" sz="1600" b="1" dirty="0">
                <a:latin typeface="+mn-ea"/>
              </a:rPr>
              <a:t>型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E20A30-D76F-90EA-0B12-B63755D2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95" y="3952111"/>
            <a:ext cx="7343829" cy="237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911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、求复合赋值表达式的值（要求给出计算过程、每步计算结果中变量的值、对应的验证程序及结果截图，示例见下）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5, n = 12;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例：</a:t>
            </a:r>
            <a:r>
              <a:rPr lang="en-US" altLang="zh-CN" sz="1600" b="1" dirty="0">
                <a:latin typeface="+mn-ea"/>
              </a:rPr>
              <a:t>a += n</a:t>
            </a:r>
          </a:p>
          <a:p>
            <a:r>
              <a:rPr lang="en-US" altLang="zh-CN" sz="1600" b="1" dirty="0">
                <a:latin typeface="+mn-ea"/>
              </a:rPr>
              <a:t> =&gt; a = a + n</a:t>
            </a:r>
          </a:p>
          <a:p>
            <a:r>
              <a:rPr lang="en-US" altLang="zh-CN" sz="1600" b="1" dirty="0">
                <a:latin typeface="+mn-ea"/>
              </a:rPr>
              <a:t> (1) a + n      a=5  n=12 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(2) a = </a:t>
            </a:r>
            <a:r>
              <a:rPr lang="zh-CN" altLang="en-US" sz="1600" b="1" dirty="0">
                <a:latin typeface="+mn-ea"/>
              </a:rPr>
              <a:t>和     </a:t>
            </a:r>
            <a:r>
              <a:rPr lang="en-US" altLang="zh-CN" sz="1600" b="1" dirty="0">
                <a:latin typeface="+mn-ea"/>
              </a:rPr>
              <a:t>a=17 n=12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1E53777-AE1B-4B81-88B0-298B68D70CEC}"/>
              </a:ext>
            </a:extLst>
          </p:cNvPr>
          <p:cNvSpPr/>
          <p:nvPr/>
        </p:nvSpPr>
        <p:spPr bwMode="auto">
          <a:xfrm>
            <a:off x="8755118" y="6043448"/>
            <a:ext cx="2084332" cy="49070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</a:rPr>
              <a:t>本页不用作答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F325C80-1866-4990-A57C-B42CBAC9F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23" y="2717750"/>
            <a:ext cx="7742857" cy="2704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4227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pt-BR" altLang="zh-CN" sz="1600" b="1" dirty="0">
                <a:latin typeface="+mn-ea"/>
              </a:rPr>
              <a:t>a +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pt-BR" altLang="zh-CN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a – n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zh-CN" sz="1600" b="1" dirty="0">
                <a:latin typeface="+mn-ea"/>
              </a:rPr>
              <a:t>a = a + (a-n)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a-n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-4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a+(a-n)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a=3 n=11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68C722-1AA6-840B-7042-54B596D0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530" y="3429000"/>
            <a:ext cx="4148168" cy="23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10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B. n += a += 5</a:t>
            </a:r>
          </a:p>
          <a:p>
            <a:r>
              <a:rPr lang="en-US" altLang="zh-CN" sz="1600" b="1" dirty="0">
                <a:latin typeface="+mn-ea"/>
              </a:rPr>
              <a:t>=&gt;a=a+5; n=</a:t>
            </a:r>
            <a:r>
              <a:rPr lang="en-US" altLang="zh-CN" sz="1600" b="1" dirty="0" err="1">
                <a:latin typeface="+mn-ea"/>
              </a:rPr>
              <a:t>n+a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a+5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a=12 n=11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n+a</a:t>
            </a:r>
            <a:r>
              <a:rPr lang="en-US" altLang="zh-CN" sz="1600" b="1" dirty="0">
                <a:latin typeface="+mn-ea"/>
              </a:rPr>
              <a:t>		a=12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n=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a=12 n=23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337FCF-99FB-8B78-C2C5-B2FE28323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33" y="3874450"/>
            <a:ext cx="4167218" cy="22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386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7,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C. a += a += a *= a</a:t>
            </a:r>
          </a:p>
          <a:p>
            <a:r>
              <a:rPr lang="en-US" altLang="zh-CN" sz="1600" b="1" dirty="0">
                <a:latin typeface="+mn-ea"/>
              </a:rPr>
              <a:t>=&gt;a=a*</a:t>
            </a:r>
            <a:r>
              <a:rPr lang="en-US" altLang="zh-CN" sz="1600" b="1" dirty="0" err="1">
                <a:latin typeface="+mn-ea"/>
              </a:rPr>
              <a:t>a;a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en-US" altLang="zh-CN" sz="1600" b="1" dirty="0" err="1">
                <a:latin typeface="+mn-ea"/>
              </a:rPr>
              <a:t>a+a;a</a:t>
            </a:r>
            <a:r>
              <a:rPr lang="en-US" altLang="zh-CN" sz="1600" b="1" dirty="0">
                <a:latin typeface="+mn-ea"/>
              </a:rPr>
              <a:t>=</a:t>
            </a:r>
            <a:r>
              <a:rPr lang="en-US" altLang="zh-CN" sz="1600" b="1" dirty="0" err="1">
                <a:latin typeface="+mn-ea"/>
              </a:rPr>
              <a:t>a+a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a*a		a=7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49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积</a:t>
            </a:r>
            <a:r>
              <a:rPr lang="en-US" altLang="zh-CN" sz="1600" b="1" dirty="0">
                <a:latin typeface="+mn-ea"/>
              </a:rPr>
              <a:t>	a=49 n=11 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a+a</a:t>
            </a:r>
            <a:r>
              <a:rPr lang="en-US" altLang="zh-CN" sz="1600" b="1" dirty="0">
                <a:latin typeface="+mn-ea"/>
              </a:rPr>
              <a:t>		a=49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98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a=98 n=11 </a:t>
            </a: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 err="1">
                <a:latin typeface="+mn-ea"/>
              </a:rPr>
              <a:t>a+a</a:t>
            </a:r>
            <a:r>
              <a:rPr lang="en-US" altLang="zh-CN" sz="1600" b="1" dirty="0">
                <a:latin typeface="+mn-ea"/>
              </a:rPr>
              <a:t>		a=98 n=11 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196</a:t>
            </a:r>
            <a:r>
              <a:rPr lang="zh-CN" altLang="en-US" sz="1600" b="1" dirty="0">
                <a:latin typeface="+mn-ea"/>
              </a:rPr>
              <a:t>存放在中间变量中</a:t>
            </a:r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（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）</a:t>
            </a:r>
            <a:r>
              <a:rPr lang="en-US" altLang="zh-CN" sz="1600" b="1" dirty="0">
                <a:latin typeface="+mn-ea"/>
              </a:rPr>
              <a:t>a=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	a=196 n=11 </a:t>
            </a:r>
          </a:p>
          <a:p>
            <a:endParaRPr lang="en-US" altLang="zh-CN" sz="1600" b="1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832D4B-5849-A8B2-C03A-C0B75AEE5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87" y="3691043"/>
            <a:ext cx="4452970" cy="241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049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>
                <a:latin typeface="+mn-ea"/>
              </a:rPr>
              <a:t>4</a:t>
            </a:r>
            <a:r>
              <a:rPr lang="zh-CN" altLang="en-US" sz="1600" b="1">
                <a:latin typeface="+mn-ea"/>
              </a:rPr>
              <a:t>、</a:t>
            </a:r>
            <a:r>
              <a:rPr lang="zh-CN" altLang="en-US" sz="1600" b="1" dirty="0">
                <a:latin typeface="+mn-ea"/>
              </a:rPr>
              <a:t>求复合赋值表达式的值（要求给出计算过程、每步计算结果及数据类型、对应的验证程序及结果截图，具体见下）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081263"/>
            <a:ext cx="10247336" cy="54528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1600" b="1" dirty="0">
                <a:latin typeface="+mn-ea"/>
              </a:rPr>
              <a:t>假设</a:t>
            </a:r>
            <a:r>
              <a:rPr lang="en-US" altLang="zh-CN" sz="1600" b="1" dirty="0">
                <a:latin typeface="+mn-ea"/>
              </a:rPr>
              <a:t>int a = 6, n = 11;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D. n %= a %= 3  </a:t>
            </a:r>
            <a:r>
              <a:rPr lang="zh-CN" altLang="en-US" sz="1600" b="1" dirty="0">
                <a:latin typeface="+mn-ea"/>
              </a:rPr>
              <a:t>本题需要解释，为什么编译不报错，但运行无输出、返回代码为负值、且运行时间比</a:t>
            </a:r>
            <a:r>
              <a:rPr lang="en-US" altLang="zh-CN" sz="1600" b="1" dirty="0">
                <a:latin typeface="+mn-ea"/>
              </a:rPr>
              <a:t>7.ABC</a:t>
            </a:r>
            <a:r>
              <a:rPr lang="zh-CN" altLang="en-US" sz="1600" b="1" dirty="0">
                <a:latin typeface="+mn-ea"/>
              </a:rPr>
              <a:t>长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（无法理解或说清楚原因的，给出合理猜测也可）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=&gt;a=a%3,a</a:t>
            </a:r>
            <a:r>
              <a:rPr lang="zh-CN" altLang="en-US" sz="1600" b="1" dirty="0">
                <a:latin typeface="+mn-ea"/>
              </a:rPr>
              <a:t>变成了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，然后</a:t>
            </a:r>
            <a:r>
              <a:rPr lang="en-US" altLang="zh-CN" sz="1600" b="1" dirty="0">
                <a:latin typeface="+mn-ea"/>
              </a:rPr>
              <a:t>n=</a:t>
            </a:r>
            <a:r>
              <a:rPr lang="en-US" altLang="zh-CN" sz="1600" b="1" dirty="0" err="1">
                <a:latin typeface="+mn-ea"/>
              </a:rPr>
              <a:t>n%a</a:t>
            </a:r>
            <a:r>
              <a:rPr lang="zh-CN" altLang="en-US" sz="1600" b="1" dirty="0">
                <a:latin typeface="+mn-ea"/>
              </a:rPr>
              <a:t>，即</a:t>
            </a:r>
            <a:r>
              <a:rPr lang="en-US" altLang="zh-CN" sz="1600" b="1" dirty="0">
                <a:latin typeface="+mn-ea"/>
              </a:rPr>
              <a:t>n=n%0</a:t>
            </a:r>
            <a:r>
              <a:rPr lang="zh-CN" altLang="en-US" sz="1600" b="1" dirty="0">
                <a:latin typeface="+mn-ea"/>
              </a:rPr>
              <a:t>，除数不能为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，运算无意义，因此运行无输出。但是不会报错，返回代码是一个未定义的数值。由于对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取模是一个错误计算，计算机处理的时候需要进行额外的计算，因此运行时间比一般的计算长。</a:t>
            </a:r>
            <a:endParaRPr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68FE9F-029B-4DB4-96DB-BBBE26D0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27" y="2855427"/>
            <a:ext cx="9580952" cy="37333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17283419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</TotalTime>
  <Words>4817</Words>
  <Application>Microsoft Office PowerPoint</Application>
  <PresentationFormat>宽屏</PresentationFormat>
  <Paragraphs>471</Paragraphs>
  <Slides>34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8" baseType="lpstr">
      <vt:lpstr>等线</vt:lpstr>
      <vt:lpstr>Symbol</vt:lpstr>
      <vt:lpstr>Times New Roman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158</cp:revision>
  <dcterms:created xsi:type="dcterms:W3CDTF">2020-08-13T13:39:53Z</dcterms:created>
  <dcterms:modified xsi:type="dcterms:W3CDTF">2024-03-14T05:16:13Z</dcterms:modified>
</cp:coreProperties>
</file>