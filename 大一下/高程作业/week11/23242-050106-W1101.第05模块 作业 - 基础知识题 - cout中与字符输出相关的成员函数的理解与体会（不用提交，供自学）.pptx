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552" r:id="rId2"/>
    <p:sldId id="1237" r:id="rId3"/>
    <p:sldId id="643" r:id="rId4"/>
    <p:sldId id="558" r:id="rId5"/>
    <p:sldId id="1238" r:id="rId6"/>
    <p:sldId id="1251" r:id="rId7"/>
    <p:sldId id="1239" r:id="rId8"/>
    <p:sldId id="1244" r:id="rId9"/>
    <p:sldId id="1240" r:id="rId10"/>
    <p:sldId id="1241" r:id="rId11"/>
    <p:sldId id="1242" r:id="rId12"/>
    <p:sldId id="1243" r:id="rId13"/>
    <p:sldId id="1246" r:id="rId14"/>
    <p:sldId id="1247" r:id="rId15"/>
    <p:sldId id="1245" r:id="rId16"/>
    <p:sldId id="1248" r:id="rId17"/>
    <p:sldId id="1250" r:id="rId18"/>
    <p:sldId id="124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BB5A1-E917-47B1-B74B-A8EE61DC93EC}" v="102" dt="2024-06-19T12:24:44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E8BBB5A1-E917-47B1-B74B-A8EE61DC93EC}"/>
    <pc:docChg chg="modSld">
      <pc:chgData name="xi sheng" userId="b3919e0d8ca6a452" providerId="LiveId" clId="{E8BBB5A1-E917-47B1-B74B-A8EE61DC93EC}" dt="2024-06-19T12:27:18.482" v="496" actId="20577"/>
      <pc:docMkLst>
        <pc:docMk/>
      </pc:docMkLst>
      <pc:sldChg chg="addSp modSp mod">
        <pc:chgData name="xi sheng" userId="b3919e0d8ca6a452" providerId="LiveId" clId="{E8BBB5A1-E917-47B1-B74B-A8EE61DC93EC}" dt="2024-06-19T12:02:08.698" v="1" actId="1076"/>
        <pc:sldMkLst>
          <pc:docMk/>
          <pc:sldMk cId="2531999264" sldId="558"/>
        </pc:sldMkLst>
        <pc:picChg chg="add mod">
          <ac:chgData name="xi sheng" userId="b3919e0d8ca6a452" providerId="LiveId" clId="{E8BBB5A1-E917-47B1-B74B-A8EE61DC93EC}" dt="2024-06-19T12:02:08.698" v="1" actId="1076"/>
          <ac:picMkLst>
            <pc:docMk/>
            <pc:sldMk cId="2531999264" sldId="558"/>
            <ac:picMk id="4" creationId="{701BCC49-0D8C-3C80-6E85-5F6198A4E2D4}"/>
          </ac:picMkLst>
        </pc:picChg>
      </pc:sldChg>
      <pc:sldChg chg="addSp modSp mod">
        <pc:chgData name="xi sheng" userId="b3919e0d8ca6a452" providerId="LiveId" clId="{E8BBB5A1-E917-47B1-B74B-A8EE61DC93EC}" dt="2024-06-19T12:04:25.479" v="51" actId="207"/>
        <pc:sldMkLst>
          <pc:docMk/>
          <pc:sldMk cId="1129643231" sldId="1238"/>
        </pc:sldMkLst>
        <pc:spChg chg="mod">
          <ac:chgData name="xi sheng" userId="b3919e0d8ca6a452" providerId="LiveId" clId="{E8BBB5A1-E917-47B1-B74B-A8EE61DC93EC}" dt="2024-06-19T12:04:25.479" v="51" actId="207"/>
          <ac:spMkLst>
            <pc:docMk/>
            <pc:sldMk cId="1129643231" sldId="1238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02:43.285" v="3" actId="1076"/>
          <ac:picMkLst>
            <pc:docMk/>
            <pc:sldMk cId="1129643231" sldId="1238"/>
            <ac:picMk id="4" creationId="{E6FD616E-0236-E517-9A00-824BE2F2B776}"/>
          </ac:picMkLst>
        </pc:picChg>
      </pc:sldChg>
      <pc:sldChg chg="addSp modSp mod">
        <pc:chgData name="xi sheng" userId="b3919e0d8ca6a452" providerId="LiveId" clId="{E8BBB5A1-E917-47B1-B74B-A8EE61DC93EC}" dt="2024-06-19T12:06:23.247" v="92" actId="207"/>
        <pc:sldMkLst>
          <pc:docMk/>
          <pc:sldMk cId="3818135325" sldId="1239"/>
        </pc:sldMkLst>
        <pc:spChg chg="mod">
          <ac:chgData name="xi sheng" userId="b3919e0d8ca6a452" providerId="LiveId" clId="{E8BBB5A1-E917-47B1-B74B-A8EE61DC93EC}" dt="2024-06-19T12:06:23.247" v="92" actId="207"/>
          <ac:spMkLst>
            <pc:docMk/>
            <pc:sldMk cId="3818135325" sldId="1239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05:36.520" v="53" actId="1076"/>
          <ac:picMkLst>
            <pc:docMk/>
            <pc:sldMk cId="3818135325" sldId="1239"/>
            <ac:picMk id="4" creationId="{DC0F9D7E-E848-FA8B-F4AF-47739C33C532}"/>
          </ac:picMkLst>
        </pc:picChg>
      </pc:sldChg>
      <pc:sldChg chg="addSp modSp mod">
        <pc:chgData name="xi sheng" userId="b3919e0d8ca6a452" providerId="LiveId" clId="{E8BBB5A1-E917-47B1-B74B-A8EE61DC93EC}" dt="2024-06-19T12:10:32.310" v="182"/>
        <pc:sldMkLst>
          <pc:docMk/>
          <pc:sldMk cId="209219782" sldId="1240"/>
        </pc:sldMkLst>
        <pc:spChg chg="mod">
          <ac:chgData name="xi sheng" userId="b3919e0d8ca6a452" providerId="LiveId" clId="{E8BBB5A1-E917-47B1-B74B-A8EE61DC93EC}" dt="2024-06-19T12:10:32.310" v="182"/>
          <ac:spMkLst>
            <pc:docMk/>
            <pc:sldMk cId="209219782" sldId="1240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07:35.786" v="115" actId="1076"/>
          <ac:picMkLst>
            <pc:docMk/>
            <pc:sldMk cId="209219782" sldId="1240"/>
            <ac:picMk id="4" creationId="{0528703D-D8B7-2CA4-72E6-9D87147F8C1C}"/>
          </ac:picMkLst>
        </pc:picChg>
      </pc:sldChg>
      <pc:sldChg chg="addSp modSp mod">
        <pc:chgData name="xi sheng" userId="b3919e0d8ca6a452" providerId="LiveId" clId="{E8BBB5A1-E917-47B1-B74B-A8EE61DC93EC}" dt="2024-06-19T12:12:42.078" v="227" actId="207"/>
        <pc:sldMkLst>
          <pc:docMk/>
          <pc:sldMk cId="3466562573" sldId="1241"/>
        </pc:sldMkLst>
        <pc:spChg chg="mod">
          <ac:chgData name="xi sheng" userId="b3919e0d8ca6a452" providerId="LiveId" clId="{E8BBB5A1-E917-47B1-B74B-A8EE61DC93EC}" dt="2024-06-19T12:12:42.078" v="227" actId="207"/>
          <ac:spMkLst>
            <pc:docMk/>
            <pc:sldMk cId="3466562573" sldId="1241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10:59.948" v="184" actId="1076"/>
          <ac:picMkLst>
            <pc:docMk/>
            <pc:sldMk cId="3466562573" sldId="1241"/>
            <ac:picMk id="4" creationId="{07C0B744-402B-5634-0F50-A153F0663875}"/>
          </ac:picMkLst>
        </pc:picChg>
      </pc:sldChg>
      <pc:sldChg chg="modSp mod">
        <pc:chgData name="xi sheng" userId="b3919e0d8ca6a452" providerId="LiveId" clId="{E8BBB5A1-E917-47B1-B74B-A8EE61DC93EC}" dt="2024-06-19T12:14:12.167" v="289" actId="20577"/>
        <pc:sldMkLst>
          <pc:docMk/>
          <pc:sldMk cId="3095664155" sldId="1242"/>
        </pc:sldMkLst>
        <pc:spChg chg="mod">
          <ac:chgData name="xi sheng" userId="b3919e0d8ca6a452" providerId="LiveId" clId="{E8BBB5A1-E917-47B1-B74B-A8EE61DC93EC}" dt="2024-06-19T12:13:32.766" v="264" actId="207"/>
          <ac:spMkLst>
            <pc:docMk/>
            <pc:sldMk cId="3095664155" sldId="1242"/>
            <ac:spMk id="2" creationId="{00000000-0000-0000-0000-000000000000}"/>
          </ac:spMkLst>
        </pc:spChg>
        <pc:spChg chg="mod">
          <ac:chgData name="xi sheng" userId="b3919e0d8ca6a452" providerId="LiveId" clId="{E8BBB5A1-E917-47B1-B74B-A8EE61DC93EC}" dt="2024-06-19T12:14:12.167" v="289" actId="20577"/>
          <ac:spMkLst>
            <pc:docMk/>
            <pc:sldMk cId="3095664155" sldId="1242"/>
            <ac:spMk id="6" creationId="{C2C5EADC-FE0D-45AE-9AF1-0743273107CD}"/>
          </ac:spMkLst>
        </pc:spChg>
      </pc:sldChg>
      <pc:sldChg chg="addSp modSp mod">
        <pc:chgData name="xi sheng" userId="b3919e0d8ca6a452" providerId="LiveId" clId="{E8BBB5A1-E917-47B1-B74B-A8EE61DC93EC}" dt="2024-06-19T12:17:48.917" v="346" actId="207"/>
        <pc:sldMkLst>
          <pc:docMk/>
          <pc:sldMk cId="1652600122" sldId="1243"/>
        </pc:sldMkLst>
        <pc:spChg chg="mod">
          <ac:chgData name="xi sheng" userId="b3919e0d8ca6a452" providerId="LiveId" clId="{E8BBB5A1-E917-47B1-B74B-A8EE61DC93EC}" dt="2024-06-19T12:17:48.917" v="346" actId="207"/>
          <ac:spMkLst>
            <pc:docMk/>
            <pc:sldMk cId="1652600122" sldId="1243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14:37.200" v="293" actId="1076"/>
          <ac:picMkLst>
            <pc:docMk/>
            <pc:sldMk cId="1652600122" sldId="1243"/>
            <ac:picMk id="4" creationId="{42B0839F-07E8-9F1F-5D39-185ACB61759E}"/>
          </ac:picMkLst>
        </pc:picChg>
      </pc:sldChg>
      <pc:sldChg chg="addSp modSp mod">
        <pc:chgData name="xi sheng" userId="b3919e0d8ca6a452" providerId="LiveId" clId="{E8BBB5A1-E917-47B1-B74B-A8EE61DC93EC}" dt="2024-06-19T12:07:15.133" v="113"/>
        <pc:sldMkLst>
          <pc:docMk/>
          <pc:sldMk cId="2126168774" sldId="1244"/>
        </pc:sldMkLst>
        <pc:spChg chg="mod">
          <ac:chgData name="xi sheng" userId="b3919e0d8ca6a452" providerId="LiveId" clId="{E8BBB5A1-E917-47B1-B74B-A8EE61DC93EC}" dt="2024-06-19T12:07:15.133" v="113"/>
          <ac:spMkLst>
            <pc:docMk/>
            <pc:sldMk cId="2126168774" sldId="1244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06:43.878" v="94" actId="1076"/>
          <ac:picMkLst>
            <pc:docMk/>
            <pc:sldMk cId="2126168774" sldId="1244"/>
            <ac:picMk id="4" creationId="{12EB08C2-89FC-8F45-5F4A-79C8E4F5F01A}"/>
          </ac:picMkLst>
        </pc:picChg>
      </pc:sldChg>
      <pc:sldChg chg="addSp modSp mod">
        <pc:chgData name="xi sheng" userId="b3919e0d8ca6a452" providerId="LiveId" clId="{E8BBB5A1-E917-47B1-B74B-A8EE61DC93EC}" dt="2024-06-19T12:23:18.346" v="422" actId="207"/>
        <pc:sldMkLst>
          <pc:docMk/>
          <pc:sldMk cId="3524154898" sldId="1245"/>
        </pc:sldMkLst>
        <pc:spChg chg="mod">
          <ac:chgData name="xi sheng" userId="b3919e0d8ca6a452" providerId="LiveId" clId="{E8BBB5A1-E917-47B1-B74B-A8EE61DC93EC}" dt="2024-06-19T12:23:18.346" v="422" actId="207"/>
          <ac:spMkLst>
            <pc:docMk/>
            <pc:sldMk cId="3524154898" sldId="1245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22:40.697" v="398" actId="1076"/>
          <ac:picMkLst>
            <pc:docMk/>
            <pc:sldMk cId="3524154898" sldId="1245"/>
            <ac:picMk id="4" creationId="{48DD9912-EAB8-B476-1651-224540C72897}"/>
          </ac:picMkLst>
        </pc:picChg>
      </pc:sldChg>
      <pc:sldChg chg="addSp modSp mod">
        <pc:chgData name="xi sheng" userId="b3919e0d8ca6a452" providerId="LiveId" clId="{E8BBB5A1-E917-47B1-B74B-A8EE61DC93EC}" dt="2024-06-19T12:20:55.889" v="374" actId="20577"/>
        <pc:sldMkLst>
          <pc:docMk/>
          <pc:sldMk cId="1173269580" sldId="1246"/>
        </pc:sldMkLst>
        <pc:spChg chg="mod">
          <ac:chgData name="xi sheng" userId="b3919e0d8ca6a452" providerId="LiveId" clId="{E8BBB5A1-E917-47B1-B74B-A8EE61DC93EC}" dt="2024-06-19T12:20:55.889" v="374" actId="20577"/>
          <ac:spMkLst>
            <pc:docMk/>
            <pc:sldMk cId="1173269580" sldId="1246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19:07.900" v="349" actId="1076"/>
          <ac:picMkLst>
            <pc:docMk/>
            <pc:sldMk cId="1173269580" sldId="1246"/>
            <ac:picMk id="4" creationId="{B826BA8C-1588-0AF8-522D-0CBFBD1C6244}"/>
          </ac:picMkLst>
        </pc:picChg>
      </pc:sldChg>
      <pc:sldChg chg="addSp modSp mod">
        <pc:chgData name="xi sheng" userId="b3919e0d8ca6a452" providerId="LiveId" clId="{E8BBB5A1-E917-47B1-B74B-A8EE61DC93EC}" dt="2024-06-19T12:21:33.438" v="396"/>
        <pc:sldMkLst>
          <pc:docMk/>
          <pc:sldMk cId="3688964037" sldId="1247"/>
        </pc:sldMkLst>
        <pc:spChg chg="mod">
          <ac:chgData name="xi sheng" userId="b3919e0d8ca6a452" providerId="LiveId" clId="{E8BBB5A1-E917-47B1-B74B-A8EE61DC93EC}" dt="2024-06-19T12:21:33.438" v="396"/>
          <ac:spMkLst>
            <pc:docMk/>
            <pc:sldMk cId="3688964037" sldId="1247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20:34.791" v="371" actId="1076"/>
          <ac:picMkLst>
            <pc:docMk/>
            <pc:sldMk cId="3688964037" sldId="1247"/>
            <ac:picMk id="4" creationId="{EF458B5D-F424-471D-3F8E-24CACCD48AE3}"/>
          </ac:picMkLst>
        </pc:picChg>
      </pc:sldChg>
      <pc:sldChg chg="addSp modSp mod">
        <pc:chgData name="xi sheng" userId="b3919e0d8ca6a452" providerId="LiveId" clId="{E8BBB5A1-E917-47B1-B74B-A8EE61DC93EC}" dt="2024-06-19T12:24:09.833" v="435" actId="20577"/>
        <pc:sldMkLst>
          <pc:docMk/>
          <pc:sldMk cId="11877615" sldId="1248"/>
        </pc:sldMkLst>
        <pc:spChg chg="mod">
          <ac:chgData name="xi sheng" userId="b3919e0d8ca6a452" providerId="LiveId" clId="{E8BBB5A1-E917-47B1-B74B-A8EE61DC93EC}" dt="2024-06-19T12:24:09.833" v="435" actId="20577"/>
          <ac:spMkLst>
            <pc:docMk/>
            <pc:sldMk cId="11877615" sldId="1248"/>
            <ac:spMk id="6" creationId="{C2C5EADC-FE0D-45AE-9AF1-0743273107CD}"/>
          </ac:spMkLst>
        </pc:spChg>
        <pc:picChg chg="add mod">
          <ac:chgData name="xi sheng" userId="b3919e0d8ca6a452" providerId="LiveId" clId="{E8BBB5A1-E917-47B1-B74B-A8EE61DC93EC}" dt="2024-06-19T12:23:49.489" v="424" actId="1076"/>
          <ac:picMkLst>
            <pc:docMk/>
            <pc:sldMk cId="11877615" sldId="1248"/>
            <ac:picMk id="4" creationId="{D5E01134-6D9C-E5DC-CC53-0ADE1B5C256F}"/>
          </ac:picMkLst>
        </pc:picChg>
      </pc:sldChg>
      <pc:sldChg chg="modSp mod">
        <pc:chgData name="xi sheng" userId="b3919e0d8ca6a452" providerId="LiveId" clId="{E8BBB5A1-E917-47B1-B74B-A8EE61DC93EC}" dt="2024-06-19T12:27:13.998" v="493" actId="20577"/>
        <pc:sldMkLst>
          <pc:docMk/>
          <pc:sldMk cId="2895308496" sldId="1249"/>
        </pc:sldMkLst>
        <pc:spChg chg="mod">
          <ac:chgData name="xi sheng" userId="b3919e0d8ca6a452" providerId="LiveId" clId="{E8BBB5A1-E917-47B1-B74B-A8EE61DC93EC}" dt="2024-06-19T12:27:13.998" v="493" actId="20577"/>
          <ac:spMkLst>
            <pc:docMk/>
            <pc:sldMk cId="2895308496" sldId="1249"/>
            <ac:spMk id="2" creationId="{00000000-0000-0000-0000-000000000000}"/>
          </ac:spMkLst>
        </pc:spChg>
      </pc:sldChg>
      <pc:sldChg chg="modSp mod">
        <pc:chgData name="xi sheng" userId="b3919e0d8ca6a452" providerId="LiveId" clId="{E8BBB5A1-E917-47B1-B74B-A8EE61DC93EC}" dt="2024-06-19T12:27:18.482" v="496" actId="20577"/>
        <pc:sldMkLst>
          <pc:docMk/>
          <pc:sldMk cId="2149399578" sldId="1250"/>
        </pc:sldMkLst>
        <pc:spChg chg="mod">
          <ac:chgData name="xi sheng" userId="b3919e0d8ca6a452" providerId="LiveId" clId="{E8BBB5A1-E917-47B1-B74B-A8EE61DC93EC}" dt="2024-06-19T12:27:18.482" v="496" actId="20577"/>
          <ac:spMkLst>
            <pc:docMk/>
            <pc:sldMk cId="2149399578" sldId="125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5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减负，不用提交，里面的成员函数学会了后续也可以用</a:t>
            </a: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43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功能：向标准输出设备输出一个字符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字符串常量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变量，输出长度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超过串长，则输出串长）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706551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str[] = "Hello";</a:t>
            </a:r>
          </a:p>
          <a:p>
            <a:r>
              <a:rPr lang="en-US" altLang="zh-CN" sz="1600" b="1" dirty="0">
                <a:latin typeface="+mn-ea"/>
              </a:rPr>
              <a:t>    int 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nn-NO" altLang="zh-CN" sz="1600" b="1" dirty="0">
                <a:latin typeface="+mn-ea"/>
              </a:rPr>
              <a:t>    for (i = 0; i &lt; 5; i++)</a:t>
            </a: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(str[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('H').put('e').put('l').put('l').put('o').put(0x0A);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运行结果：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1BCC49-0D8C-3C80-6E85-5F6198A4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00" y="4951576"/>
            <a:ext cx="185763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s2[] = { 'H', 'e', 'l', 'l', 'o' };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的参数是字符串</a:t>
            </a:r>
            <a:r>
              <a:rPr lang="en-US" altLang="zh-CN" sz="1600" b="1" dirty="0">
                <a:latin typeface="+mn-ea"/>
              </a:rPr>
              <a:t>(s1)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继续输入下去，不管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中的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\0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的参数非字符串</a:t>
            </a:r>
            <a:r>
              <a:rPr lang="en-US" altLang="zh-CN" sz="1600" b="1" dirty="0">
                <a:latin typeface="+mn-ea"/>
              </a:rPr>
              <a:t>(s2)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同上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结论：用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向标准输出设备输出指定个数的字符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时，输出缓冲区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不要求？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要求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不要求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是字符串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FD616E-0236-E517-9A00-824BE2F2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807" y="444945"/>
            <a:ext cx="220058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432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功能：清除指定的控制标记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宽度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功能：设置指定的输出宽度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功能：设置填充字节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精度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   功能：设置浮点数的输出精度</a:t>
            </a:r>
          </a:p>
        </p:txBody>
      </p:sp>
      <p:graphicFrame>
        <p:nvGraphicFramePr>
          <p:cNvPr id="5" name="表格 11">
            <a:extLst>
              <a:ext uri="{FF2B5EF4-FFF2-40B4-BE49-F238E27FC236}">
                <a16:creationId xmlns:a16="http://schemas.microsoft.com/office/drawing/2014/main" id="{0AC3E673-0432-47AA-8DB1-BDD0A1D80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5793537"/>
              </p:ext>
            </p:extLst>
          </p:nvPr>
        </p:nvGraphicFramePr>
        <p:xfrm>
          <a:off x="4566084" y="1278106"/>
          <a:ext cx="7253585" cy="2398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7185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控制标记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cin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，不适用于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6523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setw</a:t>
            </a:r>
            <a:r>
              <a:rPr lang="en-US" altLang="zh-CN" sz="1600" b="1" dirty="0">
                <a:latin typeface="+mn-ea"/>
              </a:rPr>
              <a:t>(10)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仅一次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0F9D7E-E848-FA8B-F4AF-47739C33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594" y="856795"/>
            <a:ext cx="421063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353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('$');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(12);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 ');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（）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、默认的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设置是哪个字符？空格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EB08C2-89FC-8F45-5F4A-79C8E4F5F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916" y="644578"/>
            <a:ext cx="3953427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687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始终（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也是，而且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一定要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reset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一下才能解除）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28703D-D8B7-2CA4-72E6-9D87147F8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07" y="931556"/>
            <a:ext cx="4410691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97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略</a:t>
            </a:r>
            <a:r>
              <a:rPr lang="en-US" altLang="zh-CN" sz="1600" b="1" dirty="0">
                <a:latin typeface="+mn-ea"/>
              </a:rPr>
              <a:t>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</a:t>
            </a:r>
            <a:r>
              <a:rPr lang="zh-CN" altLang="en-US" sz="1600" b="1" dirty="0">
                <a:latin typeface="+mn-ea"/>
              </a:rPr>
              <a:t>略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、不设置默认是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对齐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有效（与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相同）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无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效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 （与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相同） 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C0B744-402B-5634-0F50-A153F0663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773" y="536323"/>
            <a:ext cx="407726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6257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cont.unsetf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char s1[] = "Hello";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::right)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所用的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()_______</a:t>
            </a:r>
            <a:r>
              <a:rPr lang="zh-CN" altLang="en-US" sz="1600" b="1" dirty="0">
                <a:latin typeface="+mn-ea"/>
              </a:rPr>
              <a:t>等价于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_______</a:t>
            </a:r>
            <a:r>
              <a:rPr lang="en-US" altLang="zh-CN" sz="1600" b="1" dirty="0" err="1">
                <a:latin typeface="+mn-ea"/>
              </a:rPr>
              <a:t>resetiosflags</a:t>
            </a:r>
            <a:r>
              <a:rPr lang="en-US" altLang="zh-CN" sz="1600" b="1" dirty="0">
                <a:latin typeface="+mn-ea"/>
              </a:rPr>
              <a:t>()___________;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C9A3C5-52A6-4CFD-9F43-CA2AA3C0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158" y="1681535"/>
            <a:ext cx="1609524" cy="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41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、不做任何设置的情况下，浮点数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默认为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指数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方式；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不设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的输出宽度默认为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六位（包含整数位，不包含小数点）</a:t>
            </a:r>
            <a:r>
              <a:rPr lang="en-US" altLang="zh-CN" sz="1600" b="1" dirty="0">
                <a:latin typeface="+mn-ea"/>
              </a:rPr>
              <a:t>___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、默认情况下，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设定的宽度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B0839F-07E8-9F1F-5D39-185ACB61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52" y="454703"/>
            <a:ext cx="4602816" cy="175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001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为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，设定的宽度是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____</a:t>
            </a:r>
          </a:p>
          <a:p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26BA8C-1588-0AF8-522D-0CBFBD1C6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435" y="558757"/>
            <a:ext cx="3684829" cy="165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6958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的宽度为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，设定的宽度是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变为科学计数法后的小数部分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458B5D-F424-471D-3F8E-24CACCD48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37" y="814922"/>
            <a:ext cx="3350220" cy="126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640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与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setiosflags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相同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DD9912-EAB8-B476-1651-224540C72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193" y="1078578"/>
            <a:ext cx="422969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5489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E01134-6D9C-E5DC-CC53-0ADE1B5C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337" y="1134522"/>
            <a:ext cx="457263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61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::fixed)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28F6D-22F5-4B60-9808-2A760C8F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714" y="1586576"/>
            <a:ext cx="1333333" cy="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995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cout.unsetf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::scientific)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C5EADC-FE0D-45AE-9AF1-0743273107CD}"/>
              </a:ext>
            </a:extLst>
          </p:cNvPr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4A12F9-6882-42BD-BE3B-C4B61636B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50" y="1564695"/>
            <a:ext cx="1352381" cy="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084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3278</Words>
  <Application>Microsoft Office PowerPoint</Application>
  <PresentationFormat>宽屏</PresentationFormat>
  <Paragraphs>492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等线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68</cp:revision>
  <dcterms:created xsi:type="dcterms:W3CDTF">2020-08-13T13:39:53Z</dcterms:created>
  <dcterms:modified xsi:type="dcterms:W3CDTF">2024-06-19T12:27:23Z</dcterms:modified>
</cp:coreProperties>
</file>