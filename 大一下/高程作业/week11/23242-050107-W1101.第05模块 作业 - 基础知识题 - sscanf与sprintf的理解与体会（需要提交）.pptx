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552" r:id="rId2"/>
    <p:sldId id="1237" r:id="rId3"/>
    <p:sldId id="644" r:id="rId4"/>
    <p:sldId id="558" r:id="rId5"/>
    <p:sldId id="1241" r:id="rId6"/>
    <p:sldId id="1240" r:id="rId7"/>
    <p:sldId id="645" r:id="rId8"/>
    <p:sldId id="1242" r:id="rId9"/>
    <p:sldId id="1243" r:id="rId10"/>
    <p:sldId id="1244" r:id="rId11"/>
    <p:sldId id="1245" r:id="rId12"/>
    <p:sldId id="1246" r:id="rId13"/>
    <p:sldId id="124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53E58-60A1-4F83-A5F5-F4100C32A3D0}" v="5" dt="2024-05-12T14:16:46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E5B53E58-60A1-4F83-A5F5-F4100C32A3D0}"/>
    <pc:docChg chg="undo redo custSel modSld">
      <pc:chgData name="xi sheng" userId="b3919e0d8ca6a452" providerId="LiveId" clId="{E5B53E58-60A1-4F83-A5F5-F4100C32A3D0}" dt="2024-05-12T15:05:59.778" v="100" actId="404"/>
      <pc:docMkLst>
        <pc:docMk/>
      </pc:docMkLst>
      <pc:sldChg chg="addSp modSp mod">
        <pc:chgData name="xi sheng" userId="b3919e0d8ca6a452" providerId="LiveId" clId="{E5B53E58-60A1-4F83-A5F5-F4100C32A3D0}" dt="2024-05-12T13:59:44.926" v="1" actId="1076"/>
        <pc:sldMkLst>
          <pc:docMk/>
          <pc:sldMk cId="2531999264" sldId="558"/>
        </pc:sldMkLst>
        <pc:picChg chg="add mod">
          <ac:chgData name="xi sheng" userId="b3919e0d8ca6a452" providerId="LiveId" clId="{E5B53E58-60A1-4F83-A5F5-F4100C32A3D0}" dt="2024-05-12T13:59:44.926" v="1" actId="1076"/>
          <ac:picMkLst>
            <pc:docMk/>
            <pc:sldMk cId="2531999264" sldId="558"/>
            <ac:picMk id="6" creationId="{FD54BD9C-A798-E636-92B6-760E6AE20C7B}"/>
          </ac:picMkLst>
        </pc:picChg>
      </pc:sldChg>
      <pc:sldChg chg="addSp delSp modSp mod">
        <pc:chgData name="xi sheng" userId="b3919e0d8ca6a452" providerId="LiveId" clId="{E5B53E58-60A1-4F83-A5F5-F4100C32A3D0}" dt="2024-05-12T14:08:37.343" v="27" actId="1076"/>
        <pc:sldMkLst>
          <pc:docMk/>
          <pc:sldMk cId="2219357400" sldId="645"/>
        </pc:sldMkLst>
        <pc:picChg chg="add del mod">
          <ac:chgData name="xi sheng" userId="b3919e0d8ca6a452" providerId="LiveId" clId="{E5B53E58-60A1-4F83-A5F5-F4100C32A3D0}" dt="2024-05-12T14:08:35.023" v="25" actId="478"/>
          <ac:picMkLst>
            <pc:docMk/>
            <pc:sldMk cId="2219357400" sldId="645"/>
            <ac:picMk id="3" creationId="{ED49AFD7-AB3B-0E24-E9C5-4895DAD734EA}"/>
          </ac:picMkLst>
        </pc:picChg>
        <pc:picChg chg="add mod">
          <ac:chgData name="xi sheng" userId="b3919e0d8ca6a452" providerId="LiveId" clId="{E5B53E58-60A1-4F83-A5F5-F4100C32A3D0}" dt="2024-05-12T14:08:37.343" v="27" actId="1076"/>
          <ac:picMkLst>
            <pc:docMk/>
            <pc:sldMk cId="2219357400" sldId="645"/>
            <ac:picMk id="6" creationId="{F2615145-E640-8CBD-FAE1-BDF36B03C3CF}"/>
          </ac:picMkLst>
        </pc:picChg>
      </pc:sldChg>
      <pc:sldChg chg="addSp modSp mod">
        <pc:chgData name="xi sheng" userId="b3919e0d8ca6a452" providerId="LiveId" clId="{E5B53E58-60A1-4F83-A5F5-F4100C32A3D0}" dt="2024-05-12T14:06:17.403" v="22"/>
        <pc:sldMkLst>
          <pc:docMk/>
          <pc:sldMk cId="1391976233" sldId="1240"/>
        </pc:sldMkLst>
        <pc:spChg chg="mod">
          <ac:chgData name="xi sheng" userId="b3919e0d8ca6a452" providerId="LiveId" clId="{E5B53E58-60A1-4F83-A5F5-F4100C32A3D0}" dt="2024-05-12T14:06:17.403" v="22"/>
          <ac:spMkLst>
            <pc:docMk/>
            <pc:sldMk cId="1391976233" sldId="1240"/>
            <ac:spMk id="2" creationId="{00000000-0000-0000-0000-000000000000}"/>
          </ac:spMkLst>
        </pc:spChg>
        <pc:picChg chg="add mod">
          <ac:chgData name="xi sheng" userId="b3919e0d8ca6a452" providerId="LiveId" clId="{E5B53E58-60A1-4F83-A5F5-F4100C32A3D0}" dt="2024-05-12T14:05:42.837" v="13" actId="1076"/>
          <ac:picMkLst>
            <pc:docMk/>
            <pc:sldMk cId="1391976233" sldId="1240"/>
            <ac:picMk id="6" creationId="{FA51C5F6-4100-CFEF-0091-DF6445876216}"/>
          </ac:picMkLst>
        </pc:picChg>
        <pc:picChg chg="add mod">
          <ac:chgData name="xi sheng" userId="b3919e0d8ca6a452" providerId="LiveId" clId="{E5B53E58-60A1-4F83-A5F5-F4100C32A3D0}" dt="2024-05-12T14:05:45.075" v="14" actId="1076"/>
          <ac:picMkLst>
            <pc:docMk/>
            <pc:sldMk cId="1391976233" sldId="1240"/>
            <ac:picMk id="8" creationId="{536462DA-7DAA-D54E-D6BB-69B24FB42233}"/>
          </ac:picMkLst>
        </pc:picChg>
      </pc:sldChg>
      <pc:sldChg chg="addSp modSp mod">
        <pc:chgData name="xi sheng" userId="b3919e0d8ca6a452" providerId="LiveId" clId="{E5B53E58-60A1-4F83-A5F5-F4100C32A3D0}" dt="2024-05-12T14:03:24.095" v="4"/>
        <pc:sldMkLst>
          <pc:docMk/>
          <pc:sldMk cId="3411520089" sldId="1241"/>
        </pc:sldMkLst>
        <pc:spChg chg="mod">
          <ac:chgData name="xi sheng" userId="b3919e0d8ca6a452" providerId="LiveId" clId="{E5B53E58-60A1-4F83-A5F5-F4100C32A3D0}" dt="2024-05-12T14:03:24.095" v="4"/>
          <ac:spMkLst>
            <pc:docMk/>
            <pc:sldMk cId="3411520089" sldId="1241"/>
            <ac:spMk id="2" creationId="{00000000-0000-0000-0000-000000000000}"/>
          </ac:spMkLst>
        </pc:spChg>
        <pc:picChg chg="add mod">
          <ac:chgData name="xi sheng" userId="b3919e0d8ca6a452" providerId="LiveId" clId="{E5B53E58-60A1-4F83-A5F5-F4100C32A3D0}" dt="2024-05-12T14:03:13.076" v="3" actId="1076"/>
          <ac:picMkLst>
            <pc:docMk/>
            <pc:sldMk cId="3411520089" sldId="1241"/>
            <ac:picMk id="4" creationId="{AB7FFC23-444A-EDC0-D187-A1E370596A01}"/>
          </ac:picMkLst>
        </pc:picChg>
      </pc:sldChg>
      <pc:sldChg chg="addSp modSp mod">
        <pc:chgData name="xi sheng" userId="b3919e0d8ca6a452" providerId="LiveId" clId="{E5B53E58-60A1-4F83-A5F5-F4100C32A3D0}" dt="2024-05-12T14:13:54.740" v="32"/>
        <pc:sldMkLst>
          <pc:docMk/>
          <pc:sldMk cId="962413136" sldId="1242"/>
        </pc:sldMkLst>
        <pc:spChg chg="mod">
          <ac:chgData name="xi sheng" userId="b3919e0d8ca6a452" providerId="LiveId" clId="{E5B53E58-60A1-4F83-A5F5-F4100C32A3D0}" dt="2024-05-12T14:13:54.740" v="32"/>
          <ac:spMkLst>
            <pc:docMk/>
            <pc:sldMk cId="962413136" sldId="1242"/>
            <ac:spMk id="7" creationId="{BE795DCA-0E0C-4C62-AC52-9B956A88D52E}"/>
          </ac:spMkLst>
        </pc:spChg>
        <pc:picChg chg="add mod">
          <ac:chgData name="xi sheng" userId="b3919e0d8ca6a452" providerId="LiveId" clId="{E5B53E58-60A1-4F83-A5F5-F4100C32A3D0}" dt="2024-05-12T14:13:44.315" v="31" actId="1076"/>
          <ac:picMkLst>
            <pc:docMk/>
            <pc:sldMk cId="962413136" sldId="1242"/>
            <ac:picMk id="3" creationId="{4BB4381A-E245-15FF-43D1-7AE822182054}"/>
          </ac:picMkLst>
        </pc:picChg>
      </pc:sldChg>
      <pc:sldChg chg="addSp modSp mod">
        <pc:chgData name="xi sheng" userId="b3919e0d8ca6a452" providerId="LiveId" clId="{E5B53E58-60A1-4F83-A5F5-F4100C32A3D0}" dt="2024-05-12T14:15:22.825" v="40"/>
        <pc:sldMkLst>
          <pc:docMk/>
          <pc:sldMk cId="1458207895" sldId="1243"/>
        </pc:sldMkLst>
        <pc:spChg chg="mod">
          <ac:chgData name="xi sheng" userId="b3919e0d8ca6a452" providerId="LiveId" clId="{E5B53E58-60A1-4F83-A5F5-F4100C32A3D0}" dt="2024-05-12T14:15:22.825" v="40"/>
          <ac:spMkLst>
            <pc:docMk/>
            <pc:sldMk cId="1458207895" sldId="1243"/>
            <ac:spMk id="7" creationId="{BE795DCA-0E0C-4C62-AC52-9B956A88D52E}"/>
          </ac:spMkLst>
        </pc:spChg>
        <pc:picChg chg="add mod">
          <ac:chgData name="xi sheng" userId="b3919e0d8ca6a452" providerId="LiveId" clId="{E5B53E58-60A1-4F83-A5F5-F4100C32A3D0}" dt="2024-05-12T14:14:53.307" v="38" actId="1076"/>
          <ac:picMkLst>
            <pc:docMk/>
            <pc:sldMk cId="1458207895" sldId="1243"/>
            <ac:picMk id="3" creationId="{487075A3-389B-FC4E-64AD-66E67565D212}"/>
          </ac:picMkLst>
        </pc:picChg>
      </pc:sldChg>
      <pc:sldChg chg="addSp modSp mod">
        <pc:chgData name="xi sheng" userId="b3919e0d8ca6a452" providerId="LiveId" clId="{E5B53E58-60A1-4F83-A5F5-F4100C32A3D0}" dt="2024-05-12T14:16:46.177" v="44"/>
        <pc:sldMkLst>
          <pc:docMk/>
          <pc:sldMk cId="948402415" sldId="1244"/>
        </pc:sldMkLst>
        <pc:spChg chg="mod">
          <ac:chgData name="xi sheng" userId="b3919e0d8ca6a452" providerId="LiveId" clId="{E5B53E58-60A1-4F83-A5F5-F4100C32A3D0}" dt="2024-05-12T14:16:46.177" v="44"/>
          <ac:spMkLst>
            <pc:docMk/>
            <pc:sldMk cId="948402415" sldId="1244"/>
            <ac:spMk id="7" creationId="{BE795DCA-0E0C-4C62-AC52-9B956A88D52E}"/>
          </ac:spMkLst>
        </pc:spChg>
        <pc:picChg chg="add mod">
          <ac:chgData name="xi sheng" userId="b3919e0d8ca6a452" providerId="LiveId" clId="{E5B53E58-60A1-4F83-A5F5-F4100C32A3D0}" dt="2024-05-12T14:15:49.075" v="42" actId="1076"/>
          <ac:picMkLst>
            <pc:docMk/>
            <pc:sldMk cId="948402415" sldId="1244"/>
            <ac:picMk id="3" creationId="{B4635EA5-5A3F-E275-5EAC-C33E403F4164}"/>
          </ac:picMkLst>
        </pc:picChg>
      </pc:sldChg>
      <pc:sldChg chg="addSp modSp mod">
        <pc:chgData name="xi sheng" userId="b3919e0d8ca6a452" providerId="LiveId" clId="{E5B53E58-60A1-4F83-A5F5-F4100C32A3D0}" dt="2024-05-12T14:19:40.683" v="80" actId="1076"/>
        <pc:sldMkLst>
          <pc:docMk/>
          <pc:sldMk cId="2607416344" sldId="1245"/>
        </pc:sldMkLst>
        <pc:spChg chg="mod">
          <ac:chgData name="xi sheng" userId="b3919e0d8ca6a452" providerId="LiveId" clId="{E5B53E58-60A1-4F83-A5F5-F4100C32A3D0}" dt="2024-05-12T14:19:24.856" v="77" actId="20577"/>
          <ac:spMkLst>
            <pc:docMk/>
            <pc:sldMk cId="2607416344" sldId="1245"/>
            <ac:spMk id="6" creationId="{0AE3354E-1D8B-469A-83EE-DA8521E820D3}"/>
          </ac:spMkLst>
        </pc:spChg>
        <pc:picChg chg="add mod">
          <ac:chgData name="xi sheng" userId="b3919e0d8ca6a452" providerId="LiveId" clId="{E5B53E58-60A1-4F83-A5F5-F4100C32A3D0}" dt="2024-05-12T14:17:25.501" v="47" actId="1076"/>
          <ac:picMkLst>
            <pc:docMk/>
            <pc:sldMk cId="2607416344" sldId="1245"/>
            <ac:picMk id="4" creationId="{5A8D6456-2C80-AC1F-82E0-79F1473F27CC}"/>
          </ac:picMkLst>
        </pc:picChg>
        <pc:picChg chg="add mod">
          <ac:chgData name="xi sheng" userId="b3919e0d8ca6a452" providerId="LiveId" clId="{E5B53E58-60A1-4F83-A5F5-F4100C32A3D0}" dt="2024-05-12T14:18:16.450" v="66" actId="1076"/>
          <ac:picMkLst>
            <pc:docMk/>
            <pc:sldMk cId="2607416344" sldId="1245"/>
            <ac:picMk id="9" creationId="{F1A2392C-EC3C-52E0-5697-C8E4148D30BE}"/>
          </ac:picMkLst>
        </pc:picChg>
        <pc:picChg chg="add mod">
          <ac:chgData name="xi sheng" userId="b3919e0d8ca6a452" providerId="LiveId" clId="{E5B53E58-60A1-4F83-A5F5-F4100C32A3D0}" dt="2024-05-12T14:18:37.606" v="69" actId="1076"/>
          <ac:picMkLst>
            <pc:docMk/>
            <pc:sldMk cId="2607416344" sldId="1245"/>
            <ac:picMk id="11" creationId="{AC6898A5-C3CB-59FB-73DF-D73BE1B32550}"/>
          </ac:picMkLst>
        </pc:picChg>
        <pc:picChg chg="add mod">
          <ac:chgData name="xi sheng" userId="b3919e0d8ca6a452" providerId="LiveId" clId="{E5B53E58-60A1-4F83-A5F5-F4100C32A3D0}" dt="2024-05-12T14:18:57.467" v="72" actId="1076"/>
          <ac:picMkLst>
            <pc:docMk/>
            <pc:sldMk cId="2607416344" sldId="1245"/>
            <ac:picMk id="13" creationId="{E1D1BDEE-51F6-104C-487A-706C5E874717}"/>
          </ac:picMkLst>
        </pc:picChg>
        <pc:picChg chg="add mod">
          <ac:chgData name="xi sheng" userId="b3919e0d8ca6a452" providerId="LiveId" clId="{E5B53E58-60A1-4F83-A5F5-F4100C32A3D0}" dt="2024-05-12T14:19:19.961" v="76" actId="1076"/>
          <ac:picMkLst>
            <pc:docMk/>
            <pc:sldMk cId="2607416344" sldId="1245"/>
            <ac:picMk id="15" creationId="{C7DC4C47-CE6F-7A50-70E6-1FF911E1AC40}"/>
          </ac:picMkLst>
        </pc:picChg>
        <pc:picChg chg="add mod">
          <ac:chgData name="xi sheng" userId="b3919e0d8ca6a452" providerId="LiveId" clId="{E5B53E58-60A1-4F83-A5F5-F4100C32A3D0}" dt="2024-05-12T14:19:40.683" v="80" actId="1076"/>
          <ac:picMkLst>
            <pc:docMk/>
            <pc:sldMk cId="2607416344" sldId="1245"/>
            <ac:picMk id="17" creationId="{5FD49C04-0A07-23F2-1FE9-37262D54226C}"/>
          </ac:picMkLst>
        </pc:picChg>
      </pc:sldChg>
      <pc:sldChg chg="addSp modSp mod">
        <pc:chgData name="xi sheng" userId="b3919e0d8ca6a452" providerId="LiveId" clId="{E5B53E58-60A1-4F83-A5F5-F4100C32A3D0}" dt="2024-05-12T14:58:35.894" v="96" actId="1076"/>
        <pc:sldMkLst>
          <pc:docMk/>
          <pc:sldMk cId="1224926980" sldId="1246"/>
        </pc:sldMkLst>
        <pc:spChg chg="mod">
          <ac:chgData name="xi sheng" userId="b3919e0d8ca6a452" providerId="LiveId" clId="{E5B53E58-60A1-4F83-A5F5-F4100C32A3D0}" dt="2024-05-12T14:58:05.260" v="89" actId="20577"/>
          <ac:spMkLst>
            <pc:docMk/>
            <pc:sldMk cId="1224926980" sldId="1246"/>
            <ac:spMk id="6" creationId="{0AE3354E-1D8B-469A-83EE-DA8521E820D3}"/>
          </ac:spMkLst>
        </pc:spChg>
        <pc:spChg chg="mod">
          <ac:chgData name="xi sheng" userId="b3919e0d8ca6a452" providerId="LiveId" clId="{E5B53E58-60A1-4F83-A5F5-F4100C32A3D0}" dt="2024-05-12T14:57:29.241" v="86" actId="404"/>
          <ac:spMkLst>
            <pc:docMk/>
            <pc:sldMk cId="1224926980" sldId="1246"/>
            <ac:spMk id="7" creationId="{BE795DCA-0E0C-4C62-AC52-9B956A88D52E}"/>
          </ac:spMkLst>
        </pc:spChg>
        <pc:picChg chg="add mod">
          <ac:chgData name="xi sheng" userId="b3919e0d8ca6a452" providerId="LiveId" clId="{E5B53E58-60A1-4F83-A5F5-F4100C32A3D0}" dt="2024-05-12T14:58:15.180" v="93" actId="14100"/>
          <ac:picMkLst>
            <pc:docMk/>
            <pc:sldMk cId="1224926980" sldId="1246"/>
            <ac:picMk id="8" creationId="{44C693D4-F1EB-DD61-A057-403495DF922B}"/>
          </ac:picMkLst>
        </pc:picChg>
        <pc:picChg chg="add mod">
          <ac:chgData name="xi sheng" userId="b3919e0d8ca6a452" providerId="LiveId" clId="{E5B53E58-60A1-4F83-A5F5-F4100C32A3D0}" dt="2024-05-12T14:58:35.894" v="96" actId="1076"/>
          <ac:picMkLst>
            <pc:docMk/>
            <pc:sldMk cId="1224926980" sldId="1246"/>
            <ac:picMk id="10" creationId="{2540FB63-C206-FE9B-D0CB-2609E9EE1E78}"/>
          </ac:picMkLst>
        </pc:picChg>
      </pc:sldChg>
      <pc:sldChg chg="modSp mod">
        <pc:chgData name="xi sheng" userId="b3919e0d8ca6a452" providerId="LiveId" clId="{E5B53E58-60A1-4F83-A5F5-F4100C32A3D0}" dt="2024-05-12T15:05:59.778" v="100" actId="404"/>
        <pc:sldMkLst>
          <pc:docMk/>
          <pc:sldMk cId="1829730284" sldId="1247"/>
        </pc:sldMkLst>
        <pc:spChg chg="mod">
          <ac:chgData name="xi sheng" userId="b3919e0d8ca6a452" providerId="LiveId" clId="{E5B53E58-60A1-4F83-A5F5-F4100C32A3D0}" dt="2024-05-12T15:05:59.778" v="100" actId="404"/>
          <ac:spMkLst>
            <pc:docMk/>
            <pc:sldMk cId="1829730284" sldId="1247"/>
            <ac:spMk id="7" creationId="{BE795DCA-0E0C-4C62-AC52-9B956A88D5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5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43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5E9536-864A-4E5B-A6D4-1D9845D6239A}"/>
              </a:ext>
            </a:extLst>
          </p:cNvPr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54BD9C-A798-E636-92B6-760E6AE2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134" y="5149884"/>
            <a:ext cx="420111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"k=%6dpi=%10.2f",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的返回值是：</a:t>
            </a:r>
            <a:r>
              <a:rPr lang="zh-CN" altLang="en-US" sz="1600" b="1" dirty="0">
                <a:latin typeface="+mn-ea"/>
              </a:rPr>
              <a:t>输出字符的个数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7FFC23-444A-EDC0-D187-A1E370596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78" y="4231812"/>
            <a:ext cx="501084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200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使用时对字符数组的要求是：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要有足够空间容纳输出的数据，否则越界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3CC3A-8398-420E-B4E4-E7FBDE23FAE0}"/>
              </a:ext>
            </a:extLst>
          </p:cNvPr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51C5F6-4100-CFEF-0091-DF644587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060" y="165054"/>
            <a:ext cx="4770815" cy="38908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6462DA-7DAA-D54E-D6BB-69B24FB42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233" y="3950241"/>
            <a:ext cx="5857448" cy="17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762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s[10];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, &amp;d);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615145-E640-8CBD-FAE1-BDF36B03C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855" y="4954957"/>
            <a:ext cx="5125165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r>
              <a:rPr lang="zh-CN" altLang="en-US" sz="1600" b="1" dirty="0">
                <a:latin typeface="+mn-ea"/>
              </a:rPr>
              <a:t>正确读入的输入数据的个数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B4381A-E245-15FF-43D1-7AE82218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38" y="3999294"/>
            <a:ext cx="4124901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131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7075A3-389B-FC4E-64AD-66E67565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37" y="2244881"/>
            <a:ext cx="433448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78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635EA5-5A3F-E275-5EAC-C33E403F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9" y="2001963"/>
            <a:ext cx="4229690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024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x, w;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638355"/>
            <a:ext cx="3470278" cy="60570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F76D0-226B-4414-9299-F8A2870CE388}"/>
              </a:ext>
            </a:extLst>
          </p:cNvPr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8D6456-2C80-AC1F-82E0-79F1473F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536" y="335392"/>
            <a:ext cx="3843789" cy="11888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A2392C-EC3C-52E0-5697-C8E4148D3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438" y="1534584"/>
            <a:ext cx="3585984" cy="9943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6898A5-C3CB-59FB-73DF-D73BE1B3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844" y="2539319"/>
            <a:ext cx="4115884" cy="11449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D1BDEE-51F6-104C-487A-706C5E874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7345" y="3684294"/>
            <a:ext cx="3734170" cy="11294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7DC4C47-CE6F-7A50-70E6-1FF911E1A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857" y="4720145"/>
            <a:ext cx="4268832" cy="120654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FD49C04-0A07-23F2-1FE9-37262D542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146" y="5465761"/>
            <a:ext cx="4623239" cy="132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1634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808080"/>
                </a:solidFill>
                <a:latin typeface="+mn-ea"/>
              </a:rPr>
              <a:t>#define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6F008A"/>
                </a:solidFill>
                <a:latin typeface="+mn-ea"/>
              </a:rPr>
              <a:t>_CRT_SECURE_NO_WARNINGS</a:t>
            </a:r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808080"/>
                </a:solidFill>
                <a:latin typeface="+mn-ea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+mn-ea"/>
              </a:rPr>
              <a:t>stdio.h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main()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w;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x[13];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+mn-ea"/>
              </a:rPr>
              <a:t>请输入长度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[3..12]</a:t>
            </a:r>
            <a:r>
              <a:rPr lang="zh-CN" altLang="en-US" sz="1400" dirty="0">
                <a:solidFill>
                  <a:srgbClr val="A31515"/>
                </a:solidFill>
                <a:latin typeface="+mn-ea"/>
              </a:rPr>
              <a:t>间的字符串及显示宽度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[len+1..20]\n"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pl-PL" altLang="zh-CN" sz="1400" dirty="0">
                <a:solidFill>
                  <a:srgbClr val="000000"/>
                </a:solidFill>
                <a:latin typeface="+mn-ea"/>
              </a:rPr>
              <a:t>    scanf(</a:t>
            </a:r>
            <a:r>
              <a:rPr lang="pl-PL" altLang="zh-CN" sz="1400" dirty="0">
                <a:solidFill>
                  <a:srgbClr val="A31515"/>
                </a:solidFill>
                <a:latin typeface="+mn-ea"/>
              </a:rPr>
              <a:t>"%s %d"</a:t>
            </a:r>
            <a:r>
              <a:rPr lang="pl-PL" altLang="zh-CN" sz="1400" dirty="0">
                <a:solidFill>
                  <a:srgbClr val="000000"/>
                </a:solidFill>
                <a:latin typeface="+mn-ea"/>
              </a:rPr>
              <a:t>, &amp;x, &amp;w);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(w &lt;=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strlen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(x))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    w =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strlen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(x) + 1;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"01234567890123456789\n"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); </a:t>
            </a:r>
            <a:r>
              <a:rPr lang="en-US" altLang="zh-CN" sz="1400" dirty="0">
                <a:solidFill>
                  <a:srgbClr val="008000"/>
                </a:solidFill>
                <a:latin typeface="+mn-ea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+mn-ea"/>
              </a:rPr>
              <a:t>标尺</a:t>
            </a:r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[16];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"%%-%ds*\n"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w);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x);</a:t>
            </a: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0;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E76143-07C7-4C25-A3BF-0B0ECBF3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30E2FED-4CEE-40A9-9194-01ADD674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C693D4-F1EB-DD61-A057-403495DF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39" y="4263263"/>
            <a:ext cx="4270104" cy="10187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40FB63-C206-FE9B-D0CB-2609E9EE1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373" y="5572015"/>
            <a:ext cx="4135088" cy="10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2698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4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+mn-ea"/>
              </a:rPr>
              <a:t>#define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rgbClr val="6F008A"/>
                </a:solidFill>
                <a:latin typeface="+mn-ea"/>
              </a:rPr>
              <a:t>_CRT_SECURE_NO_WARNINGS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+mn-ea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+mn-ea"/>
              </a:rPr>
              <a:t>stdio.h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w,p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x;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+mn-ea"/>
              </a:rPr>
              <a:t>请输入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double</a:t>
            </a:r>
            <a:r>
              <a:rPr lang="zh-CN" altLang="en-US" sz="1600" dirty="0">
                <a:solidFill>
                  <a:srgbClr val="A31515"/>
                </a:solidFill>
                <a:latin typeface="+mn-ea"/>
              </a:rPr>
              <a:t>型数据及显示总宽度、小数点后位数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pl-PL" altLang="zh-CN" sz="1600" dirty="0">
                <a:solidFill>
                  <a:srgbClr val="000000"/>
                </a:solidFill>
                <a:latin typeface="+mn-ea"/>
              </a:rPr>
              <a:t>    scanf(</a:t>
            </a:r>
            <a:r>
              <a:rPr lang="pl-PL" altLang="zh-CN" sz="1600" dirty="0">
                <a:solidFill>
                  <a:srgbClr val="A31515"/>
                </a:solidFill>
                <a:latin typeface="+mn-ea"/>
              </a:rPr>
              <a:t>"%lf %d %d"</a:t>
            </a:r>
            <a:r>
              <a:rPr lang="pl-PL" altLang="zh-CN" sz="1600" dirty="0">
                <a:solidFill>
                  <a:srgbClr val="000000"/>
                </a:solidFill>
                <a:latin typeface="+mn-ea"/>
              </a:rPr>
              <a:t>, &amp;x, &amp;w,&amp;p);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"01234567890123456789\n"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 </a:t>
            </a:r>
            <a:r>
              <a:rPr lang="en-US" altLang="zh-CN" sz="1600" dirty="0">
                <a:solidFill>
                  <a:srgbClr val="008000"/>
                </a:solidFill>
                <a:latin typeface="+mn-ea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+mn-ea"/>
              </a:rPr>
              <a:t>标尺</a:t>
            </a:r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[16];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sprintf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"%%%d.%</a:t>
            </a:r>
            <a:r>
              <a:rPr lang="en-US" altLang="zh-CN" sz="1600" dirty="0" err="1">
                <a:solidFill>
                  <a:srgbClr val="A31515"/>
                </a:solidFill>
                <a:latin typeface="+mn-ea"/>
              </a:rPr>
              <a:t>dlf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*\n"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w,p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x);</a:t>
            </a: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endParaRPr kumimoji="1" lang="en-US" altLang="zh-CN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A95598-F924-42CC-96E8-5B13C902F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B26179-2D6A-4BF8-A454-2DFF0846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2FD8D1-0D41-4884-B424-3E5B5AB43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8D3B9C-4AEF-41F0-8B3E-AA8AD621E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182973028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2301</Words>
  <Application>Microsoft Office PowerPoint</Application>
  <PresentationFormat>宽屏</PresentationFormat>
  <Paragraphs>325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52</cp:revision>
  <dcterms:created xsi:type="dcterms:W3CDTF">2020-08-13T13:39:53Z</dcterms:created>
  <dcterms:modified xsi:type="dcterms:W3CDTF">2024-05-12T15:06:00Z</dcterms:modified>
</cp:coreProperties>
</file>