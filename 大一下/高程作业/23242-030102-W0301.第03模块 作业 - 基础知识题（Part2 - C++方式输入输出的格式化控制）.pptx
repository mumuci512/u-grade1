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8"/>
  </p:notesMasterIdLst>
  <p:sldIdLst>
    <p:sldId id="449" r:id="rId2"/>
    <p:sldId id="1268" r:id="rId3"/>
    <p:sldId id="1266" r:id="rId4"/>
    <p:sldId id="1230" r:id="rId5"/>
    <p:sldId id="492" r:id="rId6"/>
    <p:sldId id="1267" r:id="rId7"/>
    <p:sldId id="1265" r:id="rId8"/>
    <p:sldId id="1237" r:id="rId9"/>
    <p:sldId id="1236" r:id="rId10"/>
    <p:sldId id="1238" r:id="rId11"/>
    <p:sldId id="1239" r:id="rId12"/>
    <p:sldId id="1240" r:id="rId13"/>
    <p:sldId id="1241" r:id="rId14"/>
    <p:sldId id="1244" r:id="rId15"/>
    <p:sldId id="1243" r:id="rId16"/>
    <p:sldId id="1245" r:id="rId17"/>
    <p:sldId id="1252" r:id="rId18"/>
    <p:sldId id="1255" r:id="rId19"/>
    <p:sldId id="1254" r:id="rId20"/>
    <p:sldId id="1246" r:id="rId21"/>
    <p:sldId id="1256" r:id="rId22"/>
    <p:sldId id="1257" r:id="rId23"/>
    <p:sldId id="1258" r:id="rId24"/>
    <p:sldId id="1247" r:id="rId25"/>
    <p:sldId id="1259" r:id="rId26"/>
    <p:sldId id="1249" r:id="rId27"/>
    <p:sldId id="1263" r:id="rId28"/>
    <p:sldId id="1260" r:id="rId29"/>
    <p:sldId id="1250" r:id="rId30"/>
    <p:sldId id="1261" r:id="rId31"/>
    <p:sldId id="1262" r:id="rId32"/>
    <p:sldId id="1231" r:id="rId33"/>
    <p:sldId id="1186" r:id="rId34"/>
    <p:sldId id="1234" r:id="rId35"/>
    <p:sldId id="1235" r:id="rId36"/>
    <p:sldId id="1232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72FEB-9330-46DC-9D80-CA00FBCF4B8E}" v="480" dt="2024-03-18T12:15:49.0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0941" autoAdjust="0"/>
  </p:normalViewPr>
  <p:slideViewPr>
    <p:cSldViewPr snapToGrid="0">
      <p:cViewPr varScale="1">
        <p:scale>
          <a:sx n="80" d="100"/>
          <a:sy n="80" d="100"/>
        </p:scale>
        <p:origin x="339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18E72FEB-9330-46DC-9D80-CA00FBCF4B8E}"/>
    <pc:docChg chg="undo custSel addSld delSld modSld">
      <pc:chgData name="xi sheng" userId="b3919e0d8ca6a452" providerId="LiveId" clId="{18E72FEB-9330-46DC-9D80-CA00FBCF4B8E}" dt="2024-03-18T12:16:30.092" v="1743" actId="20577"/>
      <pc:docMkLst>
        <pc:docMk/>
      </pc:docMkLst>
      <pc:sldChg chg="addSp modSp mod">
        <pc:chgData name="xi sheng" userId="b3919e0d8ca6a452" providerId="LiveId" clId="{18E72FEB-9330-46DC-9D80-CA00FBCF4B8E}" dt="2024-03-18T11:22:08.818" v="1568" actId="1076"/>
        <pc:sldMkLst>
          <pc:docMk/>
          <pc:sldMk cId="441275790" sldId="1186"/>
        </pc:sldMkLst>
        <pc:spChg chg="mod">
          <ac:chgData name="xi sheng" userId="b3919e0d8ca6a452" providerId="LiveId" clId="{18E72FEB-9330-46DC-9D80-CA00FBCF4B8E}" dt="2024-03-18T11:18:44.802" v="1548" actId="20577"/>
          <ac:spMkLst>
            <pc:docMk/>
            <pc:sldMk cId="441275790" sldId="1186"/>
            <ac:spMk id="15" creationId="{2D4FF99D-558A-46DC-B3D6-DF68BA966D2E}"/>
          </ac:spMkLst>
        </pc:spChg>
        <pc:picChg chg="add mod">
          <ac:chgData name="xi sheng" userId="b3919e0d8ca6a452" providerId="LiveId" clId="{18E72FEB-9330-46DC-9D80-CA00FBCF4B8E}" dt="2024-03-18T11:18:39.266" v="1545" actId="1076"/>
          <ac:picMkLst>
            <pc:docMk/>
            <pc:sldMk cId="441275790" sldId="1186"/>
            <ac:picMk id="4" creationId="{99DCF58C-AD19-F389-5C14-85F3B6E666BE}"/>
          </ac:picMkLst>
        </pc:picChg>
        <pc:picChg chg="add mod">
          <ac:chgData name="xi sheng" userId="b3919e0d8ca6a452" providerId="LiveId" clId="{18E72FEB-9330-46DC-9D80-CA00FBCF4B8E}" dt="2024-03-18T11:22:08.818" v="1568" actId="1076"/>
          <ac:picMkLst>
            <pc:docMk/>
            <pc:sldMk cId="441275790" sldId="1186"/>
            <ac:picMk id="6" creationId="{72A8C164-539C-68F9-50E6-9AF98625D24C}"/>
          </ac:picMkLst>
        </pc:picChg>
        <pc:picChg chg="add mod">
          <ac:chgData name="xi sheng" userId="b3919e0d8ca6a452" providerId="LiveId" clId="{18E72FEB-9330-46DC-9D80-CA00FBCF4B8E}" dt="2024-03-18T11:19:23.244" v="1557" actId="1076"/>
          <ac:picMkLst>
            <pc:docMk/>
            <pc:sldMk cId="441275790" sldId="1186"/>
            <ac:picMk id="8" creationId="{F16570E1-9BBF-4B15-2DB6-F1B5B2B2DD97}"/>
          </ac:picMkLst>
        </pc:picChg>
        <pc:picChg chg="add mod">
          <ac:chgData name="xi sheng" userId="b3919e0d8ca6a452" providerId="LiveId" clId="{18E72FEB-9330-46DC-9D80-CA00FBCF4B8E}" dt="2024-03-18T11:20:20.458" v="1562" actId="1076"/>
          <ac:picMkLst>
            <pc:docMk/>
            <pc:sldMk cId="441275790" sldId="1186"/>
            <ac:picMk id="10" creationId="{848A98FF-1702-DF1A-45CC-F7D834BFC87D}"/>
          </ac:picMkLst>
        </pc:picChg>
        <pc:picChg chg="add mod">
          <ac:chgData name="xi sheng" userId="b3919e0d8ca6a452" providerId="LiveId" clId="{18E72FEB-9330-46DC-9D80-CA00FBCF4B8E}" dt="2024-03-18T11:21:06.529" v="1565" actId="1076"/>
          <ac:picMkLst>
            <pc:docMk/>
            <pc:sldMk cId="441275790" sldId="1186"/>
            <ac:picMk id="12" creationId="{DBE21A46-832C-B698-8251-D136883E77DC}"/>
          </ac:picMkLst>
        </pc:picChg>
      </pc:sldChg>
      <pc:sldChg chg="addSp modSp mod">
        <pc:chgData name="xi sheng" userId="b3919e0d8ca6a452" providerId="LiveId" clId="{18E72FEB-9330-46DC-9D80-CA00FBCF4B8E}" dt="2024-03-18T12:01:28.723" v="1659" actId="20577"/>
        <pc:sldMkLst>
          <pc:docMk/>
          <pc:sldMk cId="2686599357" sldId="1234"/>
        </pc:sldMkLst>
        <pc:spChg chg="mod">
          <ac:chgData name="xi sheng" userId="b3919e0d8ca6a452" providerId="LiveId" clId="{18E72FEB-9330-46DC-9D80-CA00FBCF4B8E}" dt="2024-03-18T12:01:28.723" v="1659" actId="20577"/>
          <ac:spMkLst>
            <pc:docMk/>
            <pc:sldMk cId="2686599357" sldId="1234"/>
            <ac:spMk id="15" creationId="{2D4FF99D-558A-46DC-B3D6-DF68BA966D2E}"/>
          </ac:spMkLst>
        </pc:spChg>
        <pc:picChg chg="add mod">
          <ac:chgData name="xi sheng" userId="b3919e0d8ca6a452" providerId="LiveId" clId="{18E72FEB-9330-46DC-9D80-CA00FBCF4B8E}" dt="2024-03-18T11:58:00.226" v="1615" actId="1076"/>
          <ac:picMkLst>
            <pc:docMk/>
            <pc:sldMk cId="2686599357" sldId="1234"/>
            <ac:picMk id="4" creationId="{372BFD0F-1635-767C-4D40-442BBDC181C4}"/>
          </ac:picMkLst>
        </pc:picChg>
        <pc:picChg chg="add mod">
          <ac:chgData name="xi sheng" userId="b3919e0d8ca6a452" providerId="LiveId" clId="{18E72FEB-9330-46DC-9D80-CA00FBCF4B8E}" dt="2024-03-18T11:58:46.419" v="1632" actId="1076"/>
          <ac:picMkLst>
            <pc:docMk/>
            <pc:sldMk cId="2686599357" sldId="1234"/>
            <ac:picMk id="6" creationId="{A024CF6F-B32E-6113-FCFE-E8D7599E0329}"/>
          </ac:picMkLst>
        </pc:picChg>
        <pc:picChg chg="add mod">
          <ac:chgData name="xi sheng" userId="b3919e0d8ca6a452" providerId="LiveId" clId="{18E72FEB-9330-46DC-9D80-CA00FBCF4B8E}" dt="2024-03-18T11:59:46.266" v="1644" actId="1076"/>
          <ac:picMkLst>
            <pc:docMk/>
            <pc:sldMk cId="2686599357" sldId="1234"/>
            <ac:picMk id="8" creationId="{91A132A0-ED03-5476-6063-2AF26AE44B71}"/>
          </ac:picMkLst>
        </pc:picChg>
        <pc:picChg chg="add mod">
          <ac:chgData name="xi sheng" userId="b3919e0d8ca6a452" providerId="LiveId" clId="{18E72FEB-9330-46DC-9D80-CA00FBCF4B8E}" dt="2024-03-18T12:00:33.442" v="1652" actId="1076"/>
          <ac:picMkLst>
            <pc:docMk/>
            <pc:sldMk cId="2686599357" sldId="1234"/>
            <ac:picMk id="10" creationId="{82FE8809-4A53-CB16-D83B-B552840CA3A3}"/>
          </ac:picMkLst>
        </pc:picChg>
        <pc:picChg chg="add mod">
          <ac:chgData name="xi sheng" userId="b3919e0d8ca6a452" providerId="LiveId" clId="{18E72FEB-9330-46DC-9D80-CA00FBCF4B8E}" dt="2024-03-18T12:01:21.620" v="1658" actId="1076"/>
          <ac:picMkLst>
            <pc:docMk/>
            <pc:sldMk cId="2686599357" sldId="1234"/>
            <ac:picMk id="12" creationId="{84869B55-91A1-A828-2CAE-333FED931300}"/>
          </ac:picMkLst>
        </pc:picChg>
      </pc:sldChg>
      <pc:sldChg chg="addSp delSp modSp mod">
        <pc:chgData name="xi sheng" userId="b3919e0d8ca6a452" providerId="LiveId" clId="{18E72FEB-9330-46DC-9D80-CA00FBCF4B8E}" dt="2024-03-18T12:16:30.092" v="1743" actId="20577"/>
        <pc:sldMkLst>
          <pc:docMk/>
          <pc:sldMk cId="1323623581" sldId="1235"/>
        </pc:sldMkLst>
        <pc:spChg chg="mod">
          <ac:chgData name="xi sheng" userId="b3919e0d8ca6a452" providerId="LiveId" clId="{18E72FEB-9330-46DC-9D80-CA00FBCF4B8E}" dt="2024-03-18T12:11:56.279" v="1716" actId="6549"/>
          <ac:spMkLst>
            <pc:docMk/>
            <pc:sldMk cId="1323623581" sldId="1235"/>
            <ac:spMk id="8" creationId="{59BE673F-475D-4829-90D6-5F5404A85144}"/>
          </ac:spMkLst>
        </pc:spChg>
        <pc:spChg chg="mod">
          <ac:chgData name="xi sheng" userId="b3919e0d8ca6a452" providerId="LiveId" clId="{18E72FEB-9330-46DC-9D80-CA00FBCF4B8E}" dt="2024-03-18T12:12:01.721" v="1717"/>
          <ac:spMkLst>
            <pc:docMk/>
            <pc:sldMk cId="1323623581" sldId="1235"/>
            <ac:spMk id="9" creationId="{59092854-E69B-4D22-8E67-20448F644FD8}"/>
          </ac:spMkLst>
        </pc:spChg>
        <pc:spChg chg="mod">
          <ac:chgData name="xi sheng" userId="b3919e0d8ca6a452" providerId="LiveId" clId="{18E72FEB-9330-46DC-9D80-CA00FBCF4B8E}" dt="2024-03-18T12:12:05.071" v="1718"/>
          <ac:spMkLst>
            <pc:docMk/>
            <pc:sldMk cId="1323623581" sldId="1235"/>
            <ac:spMk id="10" creationId="{96B18340-B457-4691-BA2A-EDF711533F9E}"/>
          </ac:spMkLst>
        </pc:spChg>
        <pc:spChg chg="mod">
          <ac:chgData name="xi sheng" userId="b3919e0d8ca6a452" providerId="LiveId" clId="{18E72FEB-9330-46DC-9D80-CA00FBCF4B8E}" dt="2024-03-18T12:16:30.092" v="1743" actId="20577"/>
          <ac:spMkLst>
            <pc:docMk/>
            <pc:sldMk cId="1323623581" sldId="1235"/>
            <ac:spMk id="11" creationId="{9105B215-7B00-48D1-98E3-AAFEAE3A9B5D}"/>
          </ac:spMkLst>
        </pc:spChg>
        <pc:picChg chg="add del">
          <ac:chgData name="xi sheng" userId="b3919e0d8ca6a452" providerId="LiveId" clId="{18E72FEB-9330-46DC-9D80-CA00FBCF4B8E}" dt="2024-03-18T12:06:53.914" v="1661" actId="478"/>
          <ac:picMkLst>
            <pc:docMk/>
            <pc:sldMk cId="1323623581" sldId="1235"/>
            <ac:picMk id="4" creationId="{A7DA054B-395C-40D1-8640-3909ABE3E05E}"/>
          </ac:picMkLst>
        </pc:picChg>
        <pc:picChg chg="add mod">
          <ac:chgData name="xi sheng" userId="b3919e0d8ca6a452" providerId="LiveId" clId="{18E72FEB-9330-46DC-9D80-CA00FBCF4B8E}" dt="2024-03-18T12:09:06.965" v="1694" actId="1076"/>
          <ac:picMkLst>
            <pc:docMk/>
            <pc:sldMk cId="1323623581" sldId="1235"/>
            <ac:picMk id="12" creationId="{5D5C613B-1FB6-EEC8-EE37-0F8E346B562F}"/>
          </ac:picMkLst>
        </pc:picChg>
        <pc:picChg chg="add mod">
          <ac:chgData name="xi sheng" userId="b3919e0d8ca6a452" providerId="LiveId" clId="{18E72FEB-9330-46DC-9D80-CA00FBCF4B8E}" dt="2024-03-18T12:08:42.251" v="1687" actId="14100"/>
          <ac:picMkLst>
            <pc:docMk/>
            <pc:sldMk cId="1323623581" sldId="1235"/>
            <ac:picMk id="15" creationId="{62AF1212-9E22-5E0F-459B-4DBBB9775C68}"/>
          </ac:picMkLst>
        </pc:picChg>
        <pc:picChg chg="add mod">
          <ac:chgData name="xi sheng" userId="b3919e0d8ca6a452" providerId="LiveId" clId="{18E72FEB-9330-46DC-9D80-CA00FBCF4B8E}" dt="2024-03-18T12:08:30.554" v="1681" actId="1076"/>
          <ac:picMkLst>
            <pc:docMk/>
            <pc:sldMk cId="1323623581" sldId="1235"/>
            <ac:picMk id="17" creationId="{56A35E19-23FE-F620-CBE3-BA880C9771E1}"/>
          </ac:picMkLst>
        </pc:picChg>
      </pc:sldChg>
      <pc:sldChg chg="addSp modSp mod">
        <pc:chgData name="xi sheng" userId="b3919e0d8ca6a452" providerId="LiveId" clId="{18E72FEB-9330-46DC-9D80-CA00FBCF4B8E}" dt="2024-03-17T11:56:09.865" v="121"/>
        <pc:sldMkLst>
          <pc:docMk/>
          <pc:sldMk cId="505057008" sldId="1236"/>
        </pc:sldMkLst>
        <pc:spChg chg="mod">
          <ac:chgData name="xi sheng" userId="b3919e0d8ca6a452" providerId="LiveId" clId="{18E72FEB-9330-46DC-9D80-CA00FBCF4B8E}" dt="2024-03-17T11:56:09.865" v="121"/>
          <ac:spMkLst>
            <pc:docMk/>
            <pc:sldMk cId="505057008" sldId="1236"/>
            <ac:spMk id="6" creationId="{C31B6A17-5E7C-4625-90AE-6C7D682CA9B0}"/>
          </ac:spMkLst>
        </pc:spChg>
        <pc:spChg chg="mod">
          <ac:chgData name="xi sheng" userId="b3919e0d8ca6a452" providerId="LiveId" clId="{18E72FEB-9330-46DC-9D80-CA00FBCF4B8E}" dt="2024-03-17T11:54:27.372" v="82" actId="1076"/>
          <ac:spMkLst>
            <pc:docMk/>
            <pc:sldMk cId="505057008" sldId="1236"/>
            <ac:spMk id="7" creationId="{1CA606D2-55A2-40E0-8D6D-3A0DF7E73037}"/>
          </ac:spMkLst>
        </pc:spChg>
        <pc:picChg chg="add mod">
          <ac:chgData name="xi sheng" userId="b3919e0d8ca6a452" providerId="LiveId" clId="{18E72FEB-9330-46DC-9D80-CA00FBCF4B8E}" dt="2024-03-17T11:54:46.661" v="89" actId="14100"/>
          <ac:picMkLst>
            <pc:docMk/>
            <pc:sldMk cId="505057008" sldId="1236"/>
            <ac:picMk id="4" creationId="{FDAC4F35-C528-D58F-B9A2-95476ED360A1}"/>
          </ac:picMkLst>
        </pc:picChg>
        <pc:picChg chg="add mod">
          <ac:chgData name="xi sheng" userId="b3919e0d8ca6a452" providerId="LiveId" clId="{18E72FEB-9330-46DC-9D80-CA00FBCF4B8E}" dt="2024-03-17T11:56:02.270" v="119" actId="1076"/>
          <ac:picMkLst>
            <pc:docMk/>
            <pc:sldMk cId="505057008" sldId="1236"/>
            <ac:picMk id="8" creationId="{91AB106D-04C7-88A1-D103-8F2C76FD79E9}"/>
          </ac:picMkLst>
        </pc:picChg>
      </pc:sldChg>
      <pc:sldChg chg="addSp modSp mod">
        <pc:chgData name="xi sheng" userId="b3919e0d8ca6a452" providerId="LiveId" clId="{18E72FEB-9330-46DC-9D80-CA00FBCF4B8E}" dt="2024-03-18T08:09:59.766" v="823" actId="14100"/>
        <pc:sldMkLst>
          <pc:docMk/>
          <pc:sldMk cId="3516288207" sldId="1237"/>
        </pc:sldMkLst>
        <pc:spChg chg="mod">
          <ac:chgData name="xi sheng" userId="b3919e0d8ca6a452" providerId="LiveId" clId="{18E72FEB-9330-46DC-9D80-CA00FBCF4B8E}" dt="2024-03-17T11:46:20.517" v="66"/>
          <ac:spMkLst>
            <pc:docMk/>
            <pc:sldMk cId="3516288207" sldId="1237"/>
            <ac:spMk id="6" creationId="{C31B6A17-5E7C-4625-90AE-6C7D682CA9B0}"/>
          </ac:spMkLst>
        </pc:spChg>
        <pc:picChg chg="add mod">
          <ac:chgData name="xi sheng" userId="b3919e0d8ca6a452" providerId="LiveId" clId="{18E72FEB-9330-46DC-9D80-CA00FBCF4B8E}" dt="2024-03-18T08:09:59.766" v="823" actId="14100"/>
          <ac:picMkLst>
            <pc:docMk/>
            <pc:sldMk cId="3516288207" sldId="1237"/>
            <ac:picMk id="3" creationId="{AAE9A646-17B3-C54E-D418-98632E2C8648}"/>
          </ac:picMkLst>
        </pc:picChg>
      </pc:sldChg>
      <pc:sldChg chg="addSp delSp modSp mod">
        <pc:chgData name="xi sheng" userId="b3919e0d8ca6a452" providerId="LiveId" clId="{18E72FEB-9330-46DC-9D80-CA00FBCF4B8E}" dt="2024-03-17T12:48:13.345" v="179" actId="20577"/>
        <pc:sldMkLst>
          <pc:docMk/>
          <pc:sldMk cId="170009088" sldId="1238"/>
        </pc:sldMkLst>
        <pc:spChg chg="mod">
          <ac:chgData name="xi sheng" userId="b3919e0d8ca6a452" providerId="LiveId" clId="{18E72FEB-9330-46DC-9D80-CA00FBCF4B8E}" dt="2024-03-17T12:48:13.345" v="179" actId="20577"/>
          <ac:spMkLst>
            <pc:docMk/>
            <pc:sldMk cId="170009088" sldId="1238"/>
            <ac:spMk id="6" creationId="{C31B6A17-5E7C-4625-90AE-6C7D682CA9B0}"/>
          </ac:spMkLst>
        </pc:spChg>
        <pc:picChg chg="add del">
          <ac:chgData name="xi sheng" userId="b3919e0d8ca6a452" providerId="LiveId" clId="{18E72FEB-9330-46DC-9D80-CA00FBCF4B8E}" dt="2024-03-17T12:00:58.971" v="123" actId="478"/>
          <ac:picMkLst>
            <pc:docMk/>
            <pc:sldMk cId="170009088" sldId="1238"/>
            <ac:picMk id="4" creationId="{2C1A8CDB-1A47-A502-E7B9-A6896F7866BB}"/>
          </ac:picMkLst>
        </pc:picChg>
        <pc:picChg chg="add del mod">
          <ac:chgData name="xi sheng" userId="b3919e0d8ca6a452" providerId="LiveId" clId="{18E72FEB-9330-46DC-9D80-CA00FBCF4B8E}" dt="2024-03-17T12:03:07.641" v="129" actId="478"/>
          <ac:picMkLst>
            <pc:docMk/>
            <pc:sldMk cId="170009088" sldId="1238"/>
            <ac:picMk id="8" creationId="{E4884426-41D1-CE96-5AAC-DB51928E76C1}"/>
          </ac:picMkLst>
        </pc:picChg>
        <pc:picChg chg="add mod">
          <ac:chgData name="xi sheng" userId="b3919e0d8ca6a452" providerId="LiveId" clId="{18E72FEB-9330-46DC-9D80-CA00FBCF4B8E}" dt="2024-03-17T12:47:07.115" v="154"/>
          <ac:picMkLst>
            <pc:docMk/>
            <pc:sldMk cId="170009088" sldId="1238"/>
            <ac:picMk id="9" creationId="{AFC4F361-09DF-4FF9-953A-630B2E719F7E}"/>
          </ac:picMkLst>
        </pc:picChg>
      </pc:sldChg>
      <pc:sldChg chg="addSp delSp modSp mod">
        <pc:chgData name="xi sheng" userId="b3919e0d8ca6a452" providerId="LiveId" clId="{18E72FEB-9330-46DC-9D80-CA00FBCF4B8E}" dt="2024-03-17T12:52:44.892" v="206"/>
        <pc:sldMkLst>
          <pc:docMk/>
          <pc:sldMk cId="2697379675" sldId="1239"/>
        </pc:sldMkLst>
        <pc:spChg chg="mod">
          <ac:chgData name="xi sheng" userId="b3919e0d8ca6a452" providerId="LiveId" clId="{18E72FEB-9330-46DC-9D80-CA00FBCF4B8E}" dt="2024-03-17T12:52:44.892" v="206"/>
          <ac:spMkLst>
            <pc:docMk/>
            <pc:sldMk cId="2697379675" sldId="1239"/>
            <ac:spMk id="6" creationId="{C31B6A17-5E7C-4625-90AE-6C7D682CA9B0}"/>
          </ac:spMkLst>
        </pc:spChg>
        <pc:picChg chg="add del mod">
          <ac:chgData name="xi sheng" userId="b3919e0d8ca6a452" providerId="LiveId" clId="{18E72FEB-9330-46DC-9D80-CA00FBCF4B8E}" dt="2024-03-17T12:46:20.788" v="143" actId="478"/>
          <ac:picMkLst>
            <pc:docMk/>
            <pc:sldMk cId="2697379675" sldId="1239"/>
            <ac:picMk id="4" creationId="{1E8DC47F-0F94-8A65-43F6-640D3F10FB13}"/>
          </ac:picMkLst>
        </pc:picChg>
        <pc:picChg chg="add del mod">
          <ac:chgData name="xi sheng" userId="b3919e0d8ca6a452" providerId="LiveId" clId="{18E72FEB-9330-46DC-9D80-CA00FBCF4B8E}" dt="2024-03-17T12:47:05.776" v="153" actId="21"/>
          <ac:picMkLst>
            <pc:docMk/>
            <pc:sldMk cId="2697379675" sldId="1239"/>
            <ac:picMk id="8" creationId="{AFC4F361-09DF-4FF9-953A-630B2E719F7E}"/>
          </ac:picMkLst>
        </pc:picChg>
        <pc:picChg chg="add del mod">
          <ac:chgData name="xi sheng" userId="b3919e0d8ca6a452" providerId="LiveId" clId="{18E72FEB-9330-46DC-9D80-CA00FBCF4B8E}" dt="2024-03-17T12:50:54.511" v="192" actId="478"/>
          <ac:picMkLst>
            <pc:docMk/>
            <pc:sldMk cId="2697379675" sldId="1239"/>
            <ac:picMk id="10" creationId="{2CDD4D3C-482E-0E51-B28F-1FAE3B8687C1}"/>
          </ac:picMkLst>
        </pc:picChg>
        <pc:picChg chg="add mod">
          <ac:chgData name="xi sheng" userId="b3919e0d8ca6a452" providerId="LiveId" clId="{18E72FEB-9330-46DC-9D80-CA00FBCF4B8E}" dt="2024-03-17T12:52:09.326" v="198" actId="1076"/>
          <ac:picMkLst>
            <pc:docMk/>
            <pc:sldMk cId="2697379675" sldId="1239"/>
            <ac:picMk id="12" creationId="{16055F13-6820-EE14-AC8D-46AABC79CE05}"/>
          </ac:picMkLst>
        </pc:picChg>
      </pc:sldChg>
      <pc:sldChg chg="addSp modSp mod">
        <pc:chgData name="xi sheng" userId="b3919e0d8ca6a452" providerId="LiveId" clId="{18E72FEB-9330-46DC-9D80-CA00FBCF4B8E}" dt="2024-03-17T12:54:16.406" v="208" actId="1076"/>
        <pc:sldMkLst>
          <pc:docMk/>
          <pc:sldMk cId="3920478068" sldId="1240"/>
        </pc:sldMkLst>
        <pc:picChg chg="add mod">
          <ac:chgData name="xi sheng" userId="b3919e0d8ca6a452" providerId="LiveId" clId="{18E72FEB-9330-46DC-9D80-CA00FBCF4B8E}" dt="2024-03-17T12:54:16.406" v="208" actId="1076"/>
          <ac:picMkLst>
            <pc:docMk/>
            <pc:sldMk cId="3920478068" sldId="1240"/>
            <ac:picMk id="5" creationId="{CCBA75D6-3FCD-D8B8-390C-1DE136D8E8B4}"/>
          </ac:picMkLst>
        </pc:picChg>
      </pc:sldChg>
      <pc:sldChg chg="addSp modSp mod">
        <pc:chgData name="xi sheng" userId="b3919e0d8ca6a452" providerId="LiveId" clId="{18E72FEB-9330-46DC-9D80-CA00FBCF4B8E}" dt="2024-03-18T04:49:59.100" v="267"/>
        <pc:sldMkLst>
          <pc:docMk/>
          <pc:sldMk cId="2899854170" sldId="1241"/>
        </pc:sldMkLst>
        <pc:spChg chg="mod">
          <ac:chgData name="xi sheng" userId="b3919e0d8ca6a452" providerId="LiveId" clId="{18E72FEB-9330-46DC-9D80-CA00FBCF4B8E}" dt="2024-03-18T04:49:59.100" v="267"/>
          <ac:spMkLst>
            <pc:docMk/>
            <pc:sldMk cId="2899854170" sldId="1241"/>
            <ac:spMk id="7" creationId="{1CA606D2-55A2-40E0-8D6D-3A0DF7E73037}"/>
          </ac:spMkLst>
        </pc:spChg>
        <pc:picChg chg="add mod">
          <ac:chgData name="xi sheng" userId="b3919e0d8ca6a452" providerId="LiveId" clId="{18E72FEB-9330-46DC-9D80-CA00FBCF4B8E}" dt="2024-03-17T12:58:29.215" v="210" actId="1076"/>
          <ac:picMkLst>
            <pc:docMk/>
            <pc:sldMk cId="2899854170" sldId="1241"/>
            <ac:picMk id="5" creationId="{3C5E81BD-6F0D-E142-FD29-60A2DBDBECCF}"/>
          </ac:picMkLst>
        </pc:picChg>
      </pc:sldChg>
      <pc:sldChg chg="addSp delSp modSp mod">
        <pc:chgData name="xi sheng" userId="b3919e0d8ca6a452" providerId="LiveId" clId="{18E72FEB-9330-46DC-9D80-CA00FBCF4B8E}" dt="2024-03-18T08:21:08.512" v="930"/>
        <pc:sldMkLst>
          <pc:docMk/>
          <pc:sldMk cId="3008852436" sldId="1243"/>
        </pc:sldMkLst>
        <pc:spChg chg="mod">
          <ac:chgData name="xi sheng" userId="b3919e0d8ca6a452" providerId="LiveId" clId="{18E72FEB-9330-46DC-9D80-CA00FBCF4B8E}" dt="2024-03-18T07:57:34.719" v="778" actId="20577"/>
          <ac:spMkLst>
            <pc:docMk/>
            <pc:sldMk cId="3008852436" sldId="1243"/>
            <ac:spMk id="6" creationId="{C31B6A17-5E7C-4625-90AE-6C7D682CA9B0}"/>
          </ac:spMkLst>
        </pc:spChg>
        <pc:spChg chg="add mod">
          <ac:chgData name="xi sheng" userId="b3919e0d8ca6a452" providerId="LiveId" clId="{18E72FEB-9330-46DC-9D80-CA00FBCF4B8E}" dt="2024-03-18T07:57:20.090" v="768" actId="767"/>
          <ac:spMkLst>
            <pc:docMk/>
            <pc:sldMk cId="3008852436" sldId="1243"/>
            <ac:spMk id="7" creationId="{1A4F8B72-FA9E-D2BE-FB9C-A841B5075C7C}"/>
          </ac:spMkLst>
        </pc:spChg>
        <pc:spChg chg="add mod">
          <ac:chgData name="xi sheng" userId="b3919e0d8ca6a452" providerId="LiveId" clId="{18E72FEB-9330-46DC-9D80-CA00FBCF4B8E}" dt="2024-03-18T08:21:08.512" v="930"/>
          <ac:spMkLst>
            <pc:docMk/>
            <pc:sldMk cId="3008852436" sldId="1243"/>
            <ac:spMk id="8" creationId="{4DB2C904-EA24-11E4-44CD-86F1F83B9019}"/>
          </ac:spMkLst>
        </pc:spChg>
        <pc:picChg chg="add del mod">
          <ac:chgData name="xi sheng" userId="b3919e0d8ca6a452" providerId="LiveId" clId="{18E72FEB-9330-46DC-9D80-CA00FBCF4B8E}" dt="2024-03-18T07:56:54.335" v="763" actId="478"/>
          <ac:picMkLst>
            <pc:docMk/>
            <pc:sldMk cId="3008852436" sldId="1243"/>
            <ac:picMk id="3" creationId="{94F1A32B-B54F-7C45-E1C7-52E165A4D77B}"/>
          </ac:picMkLst>
        </pc:picChg>
        <pc:picChg chg="add mod">
          <ac:chgData name="xi sheng" userId="b3919e0d8ca6a452" providerId="LiveId" clId="{18E72FEB-9330-46DC-9D80-CA00FBCF4B8E}" dt="2024-03-18T07:58:01.722" v="783" actId="1076"/>
          <ac:picMkLst>
            <pc:docMk/>
            <pc:sldMk cId="3008852436" sldId="1243"/>
            <ac:picMk id="5" creationId="{6F95BDD9-B960-B8C5-766D-AE1253100448}"/>
          </ac:picMkLst>
        </pc:picChg>
        <pc:picChg chg="add mod">
          <ac:chgData name="xi sheng" userId="b3919e0d8ca6a452" providerId="LiveId" clId="{18E72FEB-9330-46DC-9D80-CA00FBCF4B8E}" dt="2024-03-18T07:59:16.249" v="820" actId="1076"/>
          <ac:picMkLst>
            <pc:docMk/>
            <pc:sldMk cId="3008852436" sldId="1243"/>
            <ac:picMk id="10" creationId="{1687E0BA-C324-9A33-D741-05F8DBD516C5}"/>
          </ac:picMkLst>
        </pc:picChg>
      </pc:sldChg>
      <pc:sldChg chg="addSp modSp mod">
        <pc:chgData name="xi sheng" userId="b3919e0d8ca6a452" providerId="LiveId" clId="{18E72FEB-9330-46DC-9D80-CA00FBCF4B8E}" dt="2024-03-17T12:58:51.864" v="212" actId="1076"/>
        <pc:sldMkLst>
          <pc:docMk/>
          <pc:sldMk cId="2804780362" sldId="1244"/>
        </pc:sldMkLst>
        <pc:picChg chg="add mod">
          <ac:chgData name="xi sheng" userId="b3919e0d8ca6a452" providerId="LiveId" clId="{18E72FEB-9330-46DC-9D80-CA00FBCF4B8E}" dt="2024-03-17T12:58:51.864" v="212" actId="1076"/>
          <ac:picMkLst>
            <pc:docMk/>
            <pc:sldMk cId="2804780362" sldId="1244"/>
            <ac:picMk id="5" creationId="{2EB02370-03FF-E39D-DBFC-2172F489139C}"/>
          </ac:picMkLst>
        </pc:picChg>
      </pc:sldChg>
      <pc:sldChg chg="addSp modSp mod">
        <pc:chgData name="xi sheng" userId="b3919e0d8ca6a452" providerId="LiveId" clId="{18E72FEB-9330-46DC-9D80-CA00FBCF4B8E}" dt="2024-03-18T07:34:25.836" v="753" actId="1076"/>
        <pc:sldMkLst>
          <pc:docMk/>
          <pc:sldMk cId="601860872" sldId="1245"/>
        </pc:sldMkLst>
        <pc:picChg chg="add mod">
          <ac:chgData name="xi sheng" userId="b3919e0d8ca6a452" providerId="LiveId" clId="{18E72FEB-9330-46DC-9D80-CA00FBCF4B8E}" dt="2024-03-18T07:34:25.836" v="753" actId="1076"/>
          <ac:picMkLst>
            <pc:docMk/>
            <pc:sldMk cId="601860872" sldId="1245"/>
            <ac:picMk id="4" creationId="{336873BB-B451-0459-AF53-66F39A6396D9}"/>
          </ac:picMkLst>
        </pc:picChg>
      </pc:sldChg>
      <pc:sldChg chg="addSp modSp mod">
        <pc:chgData name="xi sheng" userId="b3919e0d8ca6a452" providerId="LiveId" clId="{18E72FEB-9330-46DC-9D80-CA00FBCF4B8E}" dt="2024-03-18T08:28:51.384" v="996" actId="1076"/>
        <pc:sldMkLst>
          <pc:docMk/>
          <pc:sldMk cId="2593237247" sldId="1246"/>
        </pc:sldMkLst>
        <pc:picChg chg="add mod">
          <ac:chgData name="xi sheng" userId="b3919e0d8ca6a452" providerId="LiveId" clId="{18E72FEB-9330-46DC-9D80-CA00FBCF4B8E}" dt="2024-03-18T08:28:51.384" v="996" actId="1076"/>
          <ac:picMkLst>
            <pc:docMk/>
            <pc:sldMk cId="2593237247" sldId="1246"/>
            <ac:picMk id="4" creationId="{37C0DDF9-13AC-23FA-B1E0-B5EFAA8FA7A7}"/>
          </ac:picMkLst>
        </pc:picChg>
      </pc:sldChg>
      <pc:sldChg chg="addSp modSp mod">
        <pc:chgData name="xi sheng" userId="b3919e0d8ca6a452" providerId="LiveId" clId="{18E72FEB-9330-46DC-9D80-CA00FBCF4B8E}" dt="2024-03-18T08:44:31.798" v="1146" actId="1076"/>
        <pc:sldMkLst>
          <pc:docMk/>
          <pc:sldMk cId="3535651602" sldId="1247"/>
        </pc:sldMkLst>
        <pc:picChg chg="add mod">
          <ac:chgData name="xi sheng" userId="b3919e0d8ca6a452" providerId="LiveId" clId="{18E72FEB-9330-46DC-9D80-CA00FBCF4B8E}" dt="2024-03-18T08:44:14.004" v="1143" actId="1076"/>
          <ac:picMkLst>
            <pc:docMk/>
            <pc:sldMk cId="3535651602" sldId="1247"/>
            <ac:picMk id="3" creationId="{B1C8B638-0A2C-7096-FA57-4FD49A078DC3}"/>
          </ac:picMkLst>
        </pc:picChg>
        <pc:picChg chg="add mod">
          <ac:chgData name="xi sheng" userId="b3919e0d8ca6a452" providerId="LiveId" clId="{18E72FEB-9330-46DC-9D80-CA00FBCF4B8E}" dt="2024-03-18T08:44:31.798" v="1146" actId="1076"/>
          <ac:picMkLst>
            <pc:docMk/>
            <pc:sldMk cId="3535651602" sldId="1247"/>
            <ac:picMk id="5" creationId="{61941BC8-DC48-E045-26F0-3D4163576642}"/>
          </ac:picMkLst>
        </pc:picChg>
      </pc:sldChg>
      <pc:sldChg chg="addSp modSp mod">
        <pc:chgData name="xi sheng" userId="b3919e0d8ca6a452" providerId="LiveId" clId="{18E72FEB-9330-46DC-9D80-CA00FBCF4B8E}" dt="2024-03-18T08:58:16.650" v="1359"/>
        <pc:sldMkLst>
          <pc:docMk/>
          <pc:sldMk cId="1878053091" sldId="1249"/>
        </pc:sldMkLst>
        <pc:spChg chg="mod">
          <ac:chgData name="xi sheng" userId="b3919e0d8ca6a452" providerId="LiveId" clId="{18E72FEB-9330-46DC-9D80-CA00FBCF4B8E}" dt="2024-03-18T08:58:16.650" v="1359"/>
          <ac:spMkLst>
            <pc:docMk/>
            <pc:sldMk cId="1878053091" sldId="1249"/>
            <ac:spMk id="8" creationId="{9C5CE073-0217-4BFF-8DE1-C53D69470CA4}"/>
          </ac:spMkLst>
        </pc:spChg>
        <pc:picChg chg="add mod">
          <ac:chgData name="xi sheng" userId="b3919e0d8ca6a452" providerId="LiveId" clId="{18E72FEB-9330-46DC-9D80-CA00FBCF4B8E}" dt="2024-03-18T08:54:25.082" v="1200" actId="1076"/>
          <ac:picMkLst>
            <pc:docMk/>
            <pc:sldMk cId="1878053091" sldId="1249"/>
            <ac:picMk id="4" creationId="{7ECEBDBA-D60A-93D2-09CE-484CB3E5528F}"/>
          </ac:picMkLst>
        </pc:picChg>
      </pc:sldChg>
      <pc:sldChg chg="addSp modSp mod">
        <pc:chgData name="xi sheng" userId="b3919e0d8ca6a452" providerId="LiveId" clId="{18E72FEB-9330-46DC-9D80-CA00FBCF4B8E}" dt="2024-03-18T11:04:10.809" v="1472"/>
        <pc:sldMkLst>
          <pc:docMk/>
          <pc:sldMk cId="3531340162" sldId="1250"/>
        </pc:sldMkLst>
        <pc:spChg chg="mod">
          <ac:chgData name="xi sheng" userId="b3919e0d8ca6a452" providerId="LiveId" clId="{18E72FEB-9330-46DC-9D80-CA00FBCF4B8E}" dt="2024-03-18T11:04:10.809" v="1472"/>
          <ac:spMkLst>
            <pc:docMk/>
            <pc:sldMk cId="3531340162" sldId="1250"/>
            <ac:spMk id="10" creationId="{D3B780A1-11FE-4A73-8A14-82B7DDA2A631}"/>
          </ac:spMkLst>
        </pc:spChg>
        <pc:picChg chg="add mod">
          <ac:chgData name="xi sheng" userId="b3919e0d8ca6a452" providerId="LiveId" clId="{18E72FEB-9330-46DC-9D80-CA00FBCF4B8E}" dt="2024-03-18T11:00:58.817" v="1457" actId="1076"/>
          <ac:picMkLst>
            <pc:docMk/>
            <pc:sldMk cId="3531340162" sldId="1250"/>
            <ac:picMk id="3" creationId="{278FB179-D881-A578-3D6A-42307DF95D5F}"/>
          </ac:picMkLst>
        </pc:picChg>
        <pc:picChg chg="add mod">
          <ac:chgData name="xi sheng" userId="b3919e0d8ca6a452" providerId="LiveId" clId="{18E72FEB-9330-46DC-9D80-CA00FBCF4B8E}" dt="2024-03-18T11:00:47.002" v="1455" actId="1076"/>
          <ac:picMkLst>
            <pc:docMk/>
            <pc:sldMk cId="3531340162" sldId="1250"/>
            <ac:picMk id="5" creationId="{D5AACDC4-6E62-C0B6-EE7E-B546EB2EAFAA}"/>
          </ac:picMkLst>
        </pc:picChg>
      </pc:sldChg>
      <pc:sldChg chg="addSp modSp mod">
        <pc:chgData name="xi sheng" userId="b3919e0d8ca6a452" providerId="LiveId" clId="{18E72FEB-9330-46DC-9D80-CA00FBCF4B8E}" dt="2024-03-18T08:14:11.849" v="825" actId="1076"/>
        <pc:sldMkLst>
          <pc:docMk/>
          <pc:sldMk cId="3424825598" sldId="1252"/>
        </pc:sldMkLst>
        <pc:picChg chg="add mod">
          <ac:chgData name="xi sheng" userId="b3919e0d8ca6a452" providerId="LiveId" clId="{18E72FEB-9330-46DC-9D80-CA00FBCF4B8E}" dt="2024-03-18T08:14:11.849" v="825" actId="1076"/>
          <ac:picMkLst>
            <pc:docMk/>
            <pc:sldMk cId="3424825598" sldId="1252"/>
            <ac:picMk id="4" creationId="{C01FD989-6E93-C8CD-6E4A-C4388B56DCC7}"/>
          </ac:picMkLst>
        </pc:picChg>
      </pc:sldChg>
      <pc:sldChg chg="addSp modSp mod">
        <pc:chgData name="xi sheng" userId="b3919e0d8ca6a452" providerId="LiveId" clId="{18E72FEB-9330-46DC-9D80-CA00FBCF4B8E}" dt="2024-03-18T08:39:45.350" v="1113"/>
        <pc:sldMkLst>
          <pc:docMk/>
          <pc:sldMk cId="3493342836" sldId="1254"/>
        </pc:sldMkLst>
        <pc:spChg chg="mod">
          <ac:chgData name="xi sheng" userId="b3919e0d8ca6a452" providerId="LiveId" clId="{18E72FEB-9330-46DC-9D80-CA00FBCF4B8E}" dt="2024-03-18T08:39:45.350" v="1113"/>
          <ac:spMkLst>
            <pc:docMk/>
            <pc:sldMk cId="3493342836" sldId="1254"/>
            <ac:spMk id="7" creationId="{1CA606D2-55A2-40E0-8D6D-3A0DF7E73037}"/>
          </ac:spMkLst>
        </pc:spChg>
        <pc:picChg chg="add mod">
          <ac:chgData name="xi sheng" userId="b3919e0d8ca6a452" providerId="LiveId" clId="{18E72FEB-9330-46DC-9D80-CA00FBCF4B8E}" dt="2024-03-18T08:38:53.406" v="1105" actId="1076"/>
          <ac:picMkLst>
            <pc:docMk/>
            <pc:sldMk cId="3493342836" sldId="1254"/>
            <ac:picMk id="4" creationId="{3298F087-115A-0CB6-761B-99B414B9943C}"/>
          </ac:picMkLst>
        </pc:picChg>
      </pc:sldChg>
      <pc:sldChg chg="addSp modSp mod">
        <pc:chgData name="xi sheng" userId="b3919e0d8ca6a452" providerId="LiveId" clId="{18E72FEB-9330-46DC-9D80-CA00FBCF4B8E}" dt="2024-03-18T07:35:16.209" v="759" actId="1076"/>
        <pc:sldMkLst>
          <pc:docMk/>
          <pc:sldMk cId="1006421819" sldId="1255"/>
        </pc:sldMkLst>
        <pc:picChg chg="add mod">
          <ac:chgData name="xi sheng" userId="b3919e0d8ca6a452" providerId="LiveId" clId="{18E72FEB-9330-46DC-9D80-CA00FBCF4B8E}" dt="2024-03-18T07:35:16.209" v="759" actId="1076"/>
          <ac:picMkLst>
            <pc:docMk/>
            <pc:sldMk cId="1006421819" sldId="1255"/>
            <ac:picMk id="4" creationId="{58B6FC63-A68F-017F-C72A-B455A60E5F1D}"/>
          </ac:picMkLst>
        </pc:picChg>
      </pc:sldChg>
      <pc:sldChg chg="addSp modSp mod">
        <pc:chgData name="xi sheng" userId="b3919e0d8ca6a452" providerId="LiveId" clId="{18E72FEB-9330-46DC-9D80-CA00FBCF4B8E}" dt="2024-03-18T08:28:47.912" v="995" actId="1076"/>
        <pc:sldMkLst>
          <pc:docMk/>
          <pc:sldMk cId="3511857039" sldId="1256"/>
        </pc:sldMkLst>
        <pc:picChg chg="add mod">
          <ac:chgData name="xi sheng" userId="b3919e0d8ca6a452" providerId="LiveId" clId="{18E72FEB-9330-46DC-9D80-CA00FBCF4B8E}" dt="2024-03-18T08:28:47.912" v="995" actId="1076"/>
          <ac:picMkLst>
            <pc:docMk/>
            <pc:sldMk cId="3511857039" sldId="1256"/>
            <ac:picMk id="4" creationId="{A95FFD1A-ABF8-A014-0EA9-FA25CDCFF1ED}"/>
          </ac:picMkLst>
        </pc:picChg>
      </pc:sldChg>
      <pc:sldChg chg="addSp modSp mod">
        <pc:chgData name="xi sheng" userId="b3919e0d8ca6a452" providerId="LiveId" clId="{18E72FEB-9330-46DC-9D80-CA00FBCF4B8E}" dt="2024-03-18T08:29:12.593" v="999" actId="1076"/>
        <pc:sldMkLst>
          <pc:docMk/>
          <pc:sldMk cId="384420562" sldId="1257"/>
        </pc:sldMkLst>
        <pc:picChg chg="add mod">
          <ac:chgData name="xi sheng" userId="b3919e0d8ca6a452" providerId="LiveId" clId="{18E72FEB-9330-46DC-9D80-CA00FBCF4B8E}" dt="2024-03-18T08:29:12.593" v="999" actId="1076"/>
          <ac:picMkLst>
            <pc:docMk/>
            <pc:sldMk cId="384420562" sldId="1257"/>
            <ac:picMk id="4" creationId="{07FFDD6C-043F-2FE1-24BD-5447471B39B8}"/>
          </ac:picMkLst>
        </pc:picChg>
      </pc:sldChg>
      <pc:sldChg chg="addSp modSp mod">
        <pc:chgData name="xi sheng" userId="b3919e0d8ca6a452" providerId="LiveId" clId="{18E72FEB-9330-46DC-9D80-CA00FBCF4B8E}" dt="2024-03-18T08:42:18.031" v="1138" actId="1076"/>
        <pc:sldMkLst>
          <pc:docMk/>
          <pc:sldMk cId="986188808" sldId="1258"/>
        </pc:sldMkLst>
        <pc:spChg chg="mod">
          <ac:chgData name="xi sheng" userId="b3919e0d8ca6a452" providerId="LiveId" clId="{18E72FEB-9330-46DC-9D80-CA00FBCF4B8E}" dt="2024-03-18T08:42:09.738" v="1133" actId="20577"/>
          <ac:spMkLst>
            <pc:docMk/>
            <pc:sldMk cId="986188808" sldId="1258"/>
            <ac:spMk id="8" creationId="{618D7843-6240-4609-AA4E-A1ABB7067693}"/>
          </ac:spMkLst>
        </pc:spChg>
        <pc:picChg chg="add mod">
          <ac:chgData name="xi sheng" userId="b3919e0d8ca6a452" providerId="LiveId" clId="{18E72FEB-9330-46DC-9D80-CA00FBCF4B8E}" dt="2024-03-18T08:42:18.031" v="1138" actId="1076"/>
          <ac:picMkLst>
            <pc:docMk/>
            <pc:sldMk cId="986188808" sldId="1258"/>
            <ac:picMk id="3" creationId="{19DCBEF1-4081-1F83-88DB-F1B9BBCF78A7}"/>
          </ac:picMkLst>
        </pc:picChg>
      </pc:sldChg>
      <pc:sldChg chg="addSp modSp mod">
        <pc:chgData name="xi sheng" userId="b3919e0d8ca6a452" providerId="LiveId" clId="{18E72FEB-9330-46DC-9D80-CA00FBCF4B8E}" dt="2024-03-18T08:53:28.393" v="1196" actId="20577"/>
        <pc:sldMkLst>
          <pc:docMk/>
          <pc:sldMk cId="2659890991" sldId="1259"/>
        </pc:sldMkLst>
        <pc:spChg chg="mod">
          <ac:chgData name="xi sheng" userId="b3919e0d8ca6a452" providerId="LiveId" clId="{18E72FEB-9330-46DC-9D80-CA00FBCF4B8E}" dt="2024-03-18T08:53:28.393" v="1196" actId="20577"/>
          <ac:spMkLst>
            <pc:docMk/>
            <pc:sldMk cId="2659890991" sldId="1259"/>
            <ac:spMk id="8" creationId="{F0FA0EC0-EC10-4F3D-A88F-5FF103AF9D13}"/>
          </ac:spMkLst>
        </pc:spChg>
        <pc:picChg chg="add mod">
          <ac:chgData name="xi sheng" userId="b3919e0d8ca6a452" providerId="LiveId" clId="{18E72FEB-9330-46DC-9D80-CA00FBCF4B8E}" dt="2024-03-18T08:51:38.921" v="1149" actId="1076"/>
          <ac:picMkLst>
            <pc:docMk/>
            <pc:sldMk cId="2659890991" sldId="1259"/>
            <ac:picMk id="3" creationId="{45B3F8F1-86C0-D8A0-7EAD-3FC7DAE261DB}"/>
          </ac:picMkLst>
        </pc:picChg>
        <pc:picChg chg="add mod">
          <ac:chgData name="xi sheng" userId="b3919e0d8ca6a452" providerId="LiveId" clId="{18E72FEB-9330-46DC-9D80-CA00FBCF4B8E}" dt="2024-03-18T08:52:36.416" v="1152" actId="1076"/>
          <ac:picMkLst>
            <pc:docMk/>
            <pc:sldMk cId="2659890991" sldId="1259"/>
            <ac:picMk id="5" creationId="{ABBAF480-92D5-635A-7A1B-0B7B029BCB1A}"/>
          </ac:picMkLst>
        </pc:picChg>
      </pc:sldChg>
      <pc:sldChg chg="addSp modSp mod">
        <pc:chgData name="xi sheng" userId="b3919e0d8ca6a452" providerId="LiveId" clId="{18E72FEB-9330-46DC-9D80-CA00FBCF4B8E}" dt="2024-03-18T09:05:23.042" v="1448"/>
        <pc:sldMkLst>
          <pc:docMk/>
          <pc:sldMk cId="663113968" sldId="1260"/>
        </pc:sldMkLst>
        <pc:spChg chg="mod">
          <ac:chgData name="xi sheng" userId="b3919e0d8ca6a452" providerId="LiveId" clId="{18E72FEB-9330-46DC-9D80-CA00FBCF4B8E}" dt="2024-03-18T09:05:23.042" v="1448"/>
          <ac:spMkLst>
            <pc:docMk/>
            <pc:sldMk cId="663113968" sldId="1260"/>
            <ac:spMk id="6" creationId="{C31B6A17-5E7C-4625-90AE-6C7D682CA9B0}"/>
          </ac:spMkLst>
        </pc:spChg>
        <pc:picChg chg="add mod">
          <ac:chgData name="xi sheng" userId="b3919e0d8ca6a452" providerId="LiveId" clId="{18E72FEB-9330-46DC-9D80-CA00FBCF4B8E}" dt="2024-03-18T09:01:37.803" v="1366" actId="1076"/>
          <ac:picMkLst>
            <pc:docMk/>
            <pc:sldMk cId="663113968" sldId="1260"/>
            <ac:picMk id="4" creationId="{78215404-EABF-9E88-40D7-8BDBE8EBE781}"/>
          </ac:picMkLst>
        </pc:picChg>
      </pc:sldChg>
      <pc:sldChg chg="addSp modSp mod">
        <pc:chgData name="xi sheng" userId="b3919e0d8ca6a452" providerId="LiveId" clId="{18E72FEB-9330-46DC-9D80-CA00FBCF4B8E}" dt="2024-03-18T11:05:09.714" v="1480" actId="1076"/>
        <pc:sldMkLst>
          <pc:docMk/>
          <pc:sldMk cId="3286450294" sldId="1261"/>
        </pc:sldMkLst>
        <pc:picChg chg="add mod">
          <ac:chgData name="xi sheng" userId="b3919e0d8ca6a452" providerId="LiveId" clId="{18E72FEB-9330-46DC-9D80-CA00FBCF4B8E}" dt="2024-03-18T11:04:42.818" v="1477" actId="1076"/>
          <ac:picMkLst>
            <pc:docMk/>
            <pc:sldMk cId="3286450294" sldId="1261"/>
            <ac:picMk id="4" creationId="{ACB2A7EA-7FA8-6140-0149-B78351013215}"/>
          </ac:picMkLst>
        </pc:picChg>
        <pc:picChg chg="add mod">
          <ac:chgData name="xi sheng" userId="b3919e0d8ca6a452" providerId="LiveId" clId="{18E72FEB-9330-46DC-9D80-CA00FBCF4B8E}" dt="2024-03-18T11:05:09.714" v="1480" actId="1076"/>
          <ac:picMkLst>
            <pc:docMk/>
            <pc:sldMk cId="3286450294" sldId="1261"/>
            <ac:picMk id="6" creationId="{A6211CDE-7C28-F98E-F6C0-57A88D6EE018}"/>
          </ac:picMkLst>
        </pc:picChg>
      </pc:sldChg>
      <pc:sldChg chg="addSp delSp modSp mod">
        <pc:chgData name="xi sheng" userId="b3919e0d8ca6a452" providerId="LiveId" clId="{18E72FEB-9330-46DC-9D80-CA00FBCF4B8E}" dt="2024-03-18T11:15:34.276" v="1515" actId="1076"/>
        <pc:sldMkLst>
          <pc:docMk/>
          <pc:sldMk cId="3572735563" sldId="1262"/>
        </pc:sldMkLst>
        <pc:spChg chg="mod">
          <ac:chgData name="xi sheng" userId="b3919e0d8ca6a452" providerId="LiveId" clId="{18E72FEB-9330-46DC-9D80-CA00FBCF4B8E}" dt="2024-03-18T11:15:27.065" v="1514" actId="20577"/>
          <ac:spMkLst>
            <pc:docMk/>
            <pc:sldMk cId="3572735563" sldId="1262"/>
            <ac:spMk id="10" creationId="{6149093D-B3B1-4293-9381-7327E5A68609}"/>
          </ac:spMkLst>
        </pc:spChg>
        <pc:picChg chg="add del mod">
          <ac:chgData name="xi sheng" userId="b3919e0d8ca6a452" providerId="LiveId" clId="{18E72FEB-9330-46DC-9D80-CA00FBCF4B8E}" dt="2024-03-18T11:08:46.926" v="1484" actId="478"/>
          <ac:picMkLst>
            <pc:docMk/>
            <pc:sldMk cId="3572735563" sldId="1262"/>
            <ac:picMk id="4" creationId="{DE1DF7B8-763F-5789-E44C-92DE358B3DD1}"/>
          </ac:picMkLst>
        </pc:picChg>
        <pc:picChg chg="add mod">
          <ac:chgData name="xi sheng" userId="b3919e0d8ca6a452" providerId="LiveId" clId="{18E72FEB-9330-46DC-9D80-CA00FBCF4B8E}" dt="2024-03-18T11:08:58.946" v="1489" actId="1076"/>
          <ac:picMkLst>
            <pc:docMk/>
            <pc:sldMk cId="3572735563" sldId="1262"/>
            <ac:picMk id="6" creationId="{FE1B492F-BA50-A4CC-3C67-50BEB7C0E68F}"/>
          </ac:picMkLst>
        </pc:picChg>
        <pc:picChg chg="add mod">
          <ac:chgData name="xi sheng" userId="b3919e0d8ca6a452" providerId="LiveId" clId="{18E72FEB-9330-46DC-9D80-CA00FBCF4B8E}" dt="2024-03-18T11:15:34.276" v="1515" actId="1076"/>
          <ac:picMkLst>
            <pc:docMk/>
            <pc:sldMk cId="3572735563" sldId="1262"/>
            <ac:picMk id="13" creationId="{B48250E7-743F-6EFC-FB74-5EA1543B042F}"/>
          </ac:picMkLst>
        </pc:picChg>
      </pc:sldChg>
      <pc:sldChg chg="addSp modSp mod">
        <pc:chgData name="xi sheng" userId="b3919e0d8ca6a452" providerId="LiveId" clId="{18E72FEB-9330-46DC-9D80-CA00FBCF4B8E}" dt="2024-03-18T09:01:04.437" v="1363"/>
        <pc:sldMkLst>
          <pc:docMk/>
          <pc:sldMk cId="3730444378" sldId="1263"/>
        </pc:sldMkLst>
        <pc:spChg chg="mod">
          <ac:chgData name="xi sheng" userId="b3919e0d8ca6a452" providerId="LiveId" clId="{18E72FEB-9330-46DC-9D80-CA00FBCF4B8E}" dt="2024-03-18T09:01:04.437" v="1363"/>
          <ac:spMkLst>
            <pc:docMk/>
            <pc:sldMk cId="3730444378" sldId="1263"/>
            <ac:spMk id="8" creationId="{9C5CE073-0217-4BFF-8DE1-C53D69470CA4}"/>
          </ac:spMkLst>
        </pc:spChg>
        <pc:picChg chg="add mod">
          <ac:chgData name="xi sheng" userId="b3919e0d8ca6a452" providerId="LiveId" clId="{18E72FEB-9330-46DC-9D80-CA00FBCF4B8E}" dt="2024-03-18T08:58:46.520" v="1361" actId="1076"/>
          <ac:picMkLst>
            <pc:docMk/>
            <pc:sldMk cId="3730444378" sldId="1263"/>
            <ac:picMk id="4" creationId="{89353490-1F15-A837-F871-424EDAF3E7FB}"/>
          </ac:picMkLst>
        </pc:picChg>
      </pc:sldChg>
      <pc:sldChg chg="modSp add del mod">
        <pc:chgData name="xi sheng" userId="b3919e0d8ca6a452" providerId="LiveId" clId="{18E72FEB-9330-46DC-9D80-CA00FBCF4B8E}" dt="2024-03-17T11:45:14.558" v="62"/>
        <pc:sldMkLst>
          <pc:docMk/>
          <pc:sldMk cId="4003904927" sldId="1265"/>
        </pc:sldMkLst>
        <pc:spChg chg="mod">
          <ac:chgData name="xi sheng" userId="b3919e0d8ca6a452" providerId="LiveId" clId="{18E72FEB-9330-46DC-9D80-CA00FBCF4B8E}" dt="2024-03-17T11:45:14.558" v="62"/>
          <ac:spMkLst>
            <pc:docMk/>
            <pc:sldMk cId="4003904927" sldId="1265"/>
            <ac:spMk id="3" creationId="{F46DDED7-DA1F-4F18-ACEF-244B92560D08}"/>
          </ac:spMkLst>
        </pc:spChg>
      </pc:sldChg>
      <pc:sldChg chg="addSp modSp mod">
        <pc:chgData name="xi sheng" userId="b3919e0d8ca6a452" providerId="LiveId" clId="{18E72FEB-9330-46DC-9D80-CA00FBCF4B8E}" dt="2024-03-17T11:33:24.189" v="1" actId="1076"/>
        <pc:sldMkLst>
          <pc:docMk/>
          <pc:sldMk cId="1724303007" sldId="1267"/>
        </pc:sldMkLst>
        <pc:picChg chg="add mod">
          <ac:chgData name="xi sheng" userId="b3919e0d8ca6a452" providerId="LiveId" clId="{18E72FEB-9330-46DC-9D80-CA00FBCF4B8E}" dt="2024-03-17T11:33:24.189" v="1" actId="1076"/>
          <ac:picMkLst>
            <pc:docMk/>
            <pc:sldMk cId="1724303007" sldId="1267"/>
            <ac:picMk id="4" creationId="{763A42F9-5F33-9C58-0770-BBCA5C6CDE2F}"/>
          </ac:picMkLst>
        </pc:picChg>
      </pc:sldChg>
      <pc:sldChg chg="add del">
        <pc:chgData name="xi sheng" userId="b3919e0d8ca6a452" providerId="LiveId" clId="{18E72FEB-9330-46DC-9D80-CA00FBCF4B8E}" dt="2024-03-17T12:45:52.052" v="137"/>
        <pc:sldMkLst>
          <pc:docMk/>
          <pc:sldMk cId="1526710924" sldId="1269"/>
        </pc:sldMkLst>
      </pc:sldChg>
      <pc:sldChg chg="add del">
        <pc:chgData name="xi sheng" userId="b3919e0d8ca6a452" providerId="LiveId" clId="{18E72FEB-9330-46DC-9D80-CA00FBCF4B8E}" dt="2024-03-17T12:45:48.638" v="135"/>
        <pc:sldMkLst>
          <pc:docMk/>
          <pc:sldMk cId="2103242860" sldId="1269"/>
        </pc:sldMkLst>
      </pc:sldChg>
      <pc:sldChg chg="add del">
        <pc:chgData name="xi sheng" userId="b3919e0d8ca6a452" providerId="LiveId" clId="{18E72FEB-9330-46DC-9D80-CA00FBCF4B8E}" dt="2024-03-17T12:45:56.417" v="139"/>
        <pc:sldMkLst>
          <pc:docMk/>
          <pc:sldMk cId="2609637503" sldId="1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200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说明：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中的格式控制很丰富，实现方法也有多种，下表列出的只是常用一部分，用于本次作业</a:t>
            </a:r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6" name="表格 11">
            <a:extLst>
              <a:ext uri="{FF2B5EF4-FFF2-40B4-BE49-F238E27FC236}">
                <a16:creationId xmlns:a16="http://schemas.microsoft.com/office/drawing/2014/main" id="{077349B2-0795-42D4-B88A-83371CD83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65386"/>
              </p:ext>
            </p:extLst>
          </p:nvPr>
        </p:nvGraphicFramePr>
        <p:xfrm>
          <a:off x="859057" y="1370538"/>
          <a:ext cx="10158413" cy="50874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01983">
                  <a:extLst>
                    <a:ext uri="{9D8B030D-6E8A-4147-A177-3AD203B41FA5}">
                      <a16:colId xmlns:a16="http://schemas.microsoft.com/office/drawing/2014/main" val="2298219816"/>
                    </a:ext>
                  </a:extLst>
                </a:gridCol>
                <a:gridCol w="7156430">
                  <a:extLst>
                    <a:ext uri="{9D8B030D-6E8A-4147-A177-3AD203B41FA5}">
                      <a16:colId xmlns:a16="http://schemas.microsoft.com/office/drawing/2014/main" val="1624764447"/>
                    </a:ext>
                  </a:extLst>
                </a:gridCol>
              </a:tblGrid>
              <a:tr h="2998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控制符</a:t>
                      </a: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作用</a:t>
                      </a: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858551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dec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919502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hex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101644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oct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416682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setbase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(n=8,10,16)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631303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setfill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(c)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设置填充字符，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可以是字符常量或字符变量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947795"/>
                  </a:ext>
                </a:extLst>
              </a:tr>
              <a:tr h="589568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setprecision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设置实数的精度为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位。在以一般十进制形式输出时，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代表有效数字。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fixed(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固定小数位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形式和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scientific(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指数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形式输出时，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为小数位数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5579112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setw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设置字段宽度为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44405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::fixed)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设置浮点数以固定的小数位数显示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23469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::scientific)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设置浮点数以科学计数法（即指数形式）显示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854254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::left)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输出数据左对齐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189258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::right)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输出数据右对齐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628640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skipws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忽略前导的空格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431080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::uppercase)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在以科学计数法输出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和十六进制输出字母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时，以大写表示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23211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showpos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输出正数时，给出“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+”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号</a:t>
                      </a: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49764"/>
                  </a:ext>
                </a:extLst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(*)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终止已设置的输出格式状态，括号内为具体内容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本处用*替代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194680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F971B0D8-CF69-458E-B399-EDA0A8708DD2}"/>
              </a:ext>
            </a:extLst>
          </p:cNvPr>
          <p:cNvSpPr/>
          <p:nvPr/>
        </p:nvSpPr>
        <p:spPr bwMode="auto">
          <a:xfrm>
            <a:off x="8380071" y="1370538"/>
            <a:ext cx="3631843" cy="17886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重要提示：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、后面作业需要的知识点，除非明确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提示自行上网查找，都先在本文档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中查找是否有符合要求的设置项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、不看本页，网上瞎找，然后说作业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多的，本课程及本作业不背锅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7172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进制前导符的使用：回答问题并将程序的运行结果截图贴上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允许多页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4" y="1323973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short a1 = 1234, a2 = 0x1234, a3 = 01234, a4 = 0b1101001;  //</a:t>
            </a:r>
            <a:r>
              <a:rPr lang="zh-CN" altLang="en-US" sz="1200" b="1" dirty="0">
                <a:latin typeface="+mn-ea"/>
              </a:rPr>
              <a:t>常量为各进制表示正数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en-US" altLang="zh-CN" sz="1200" b="1" dirty="0" err="1">
                <a:latin typeface="+mn-ea"/>
              </a:rPr>
              <a:t>dec</a:t>
            </a:r>
            <a:r>
              <a:rPr lang="en-US" altLang="zh-CN" sz="1200" b="1" dirty="0">
                <a:latin typeface="+mn-ea"/>
              </a:rPr>
              <a:t>:" &lt;&lt; </a:t>
            </a:r>
            <a:r>
              <a:rPr lang="en-US" altLang="zh-CN" sz="1200" b="1" dirty="0" err="1">
                <a:latin typeface="+mn-ea"/>
              </a:rPr>
              <a:t>dec</a:t>
            </a:r>
            <a:r>
              <a:rPr lang="en-US" altLang="zh-CN" sz="1200" b="1" dirty="0">
                <a:latin typeface="+mn-ea"/>
              </a:rPr>
              <a:t>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"hex:" &lt;&lt; hex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oct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b1 = -1234, b2 = -0x1234, b3 = -01234, b4 = -0b1101001;  //</a:t>
            </a:r>
            <a:r>
              <a:rPr lang="zh-CN" altLang="en-US" sz="1200" b="1" dirty="0">
                <a:latin typeface="+mn-ea"/>
              </a:rPr>
              <a:t>常量为各进制表示负数</a:t>
            </a:r>
          </a:p>
          <a:p>
            <a:r>
              <a:rPr lang="fr-FR" altLang="zh-CN" sz="1200" b="1" dirty="0">
                <a:latin typeface="+mn-ea"/>
              </a:rPr>
              <a:t>    cout &lt;&lt; "dec:" &lt;&lt; dec &lt;&lt; b1 &lt;&lt; ' ' &lt;&lt; b2 &lt;&lt; ' ' &lt;&lt; b3 &lt;&lt; ' ' &lt;&lt; b4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"hex:" &lt;&lt; hex &lt;&lt; b1 &lt;&lt; ' ' &lt;&lt; b2 &lt;&lt; ' ' &lt;&lt; b3 &lt;&lt; ' ' &lt;&lt; b4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oct &lt;&lt; b1 &lt;&lt; ' ' &lt;&lt; b2 &lt;&lt; ' ' &lt;&lt; b3 &lt;&lt; ' ' &lt;&lt; b4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c1 = 40000, c2 = 0x9876, c3 = 0171234, c4 = 0b1101010100111100;  //</a:t>
            </a:r>
            <a:r>
              <a:rPr lang="zh-CN" altLang="en-US" sz="1200" b="1" dirty="0">
                <a:latin typeface="+mn-ea"/>
              </a:rPr>
              <a:t>赋值后最高位均为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，有</a:t>
            </a:r>
            <a:r>
              <a:rPr lang="en-US" altLang="zh-CN" sz="1200" b="1" dirty="0">
                <a:latin typeface="+mn-ea"/>
              </a:rPr>
              <a:t>warning</a:t>
            </a:r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"dec:" &lt;&lt; dec &lt;&lt; c1 &lt;&lt; ' ' &lt;&lt; c2 &lt;&lt; ' ' &lt;&lt; c3 &lt;&lt; ' ' &lt;&lt; c4 &lt;&lt; endl;</a:t>
            </a:r>
          </a:p>
          <a:p>
            <a:r>
              <a:rPr lang="fr-FR" altLang="zh-CN" sz="1200" b="1" dirty="0">
                <a:latin typeface="+mn-ea"/>
              </a:rPr>
              <a:t>    cout &lt;&lt; "hex:" &lt;&lt; hex &lt;&lt; c1 &lt;&lt; ' ' &lt;&lt; c2 &lt;&lt; ' ' &lt;&lt; c3 &lt;&lt; ' ' &lt;&lt; c4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oct &lt;&lt; c1 &lt;&lt; ' ' &lt;&lt; c2 &lt;&lt; ' ' &lt;&lt; c3 &lt;&lt; ' ' &lt;&lt; c4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允许贴图覆盖代码部分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3A42F9-5F33-9C58-0770-BBCA5C6CD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288" y="1466935"/>
            <a:ext cx="2714645" cy="214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0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总结及结论：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、源程序中的整数，有</a:t>
            </a:r>
            <a:r>
              <a:rPr kumimoji="1" lang="en-US" altLang="zh-CN" sz="1600" b="1" dirty="0">
                <a:latin typeface="+mn-ea"/>
              </a:rPr>
              <a:t>___3___</a:t>
            </a:r>
            <a:r>
              <a:rPr kumimoji="1" lang="zh-CN" altLang="en-US" sz="1600" b="1" dirty="0">
                <a:latin typeface="+mn-ea"/>
              </a:rPr>
              <a:t>种不同进制的表示形式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、无论源程序中整型常量表示为何种进制，它的机内存储均为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二进制</a:t>
            </a:r>
            <a:r>
              <a:rPr kumimoji="1" lang="en-US" altLang="zh-CN" sz="1600" b="1" dirty="0">
                <a:latin typeface="+mn-ea"/>
              </a:rPr>
              <a:t>______</a:t>
            </a:r>
            <a:r>
              <a:rPr kumimoji="1" lang="zh-CN" altLang="en-US" sz="1600" b="1" dirty="0">
                <a:latin typeface="+mn-ea"/>
              </a:rPr>
              <a:t>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、如果想使数据输出时使用不同进制，要加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dec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hex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oct</a:t>
            </a:r>
            <a:r>
              <a:rPr kumimoji="1" lang="en-US" altLang="zh-CN" sz="1600" b="1" dirty="0">
                <a:latin typeface="+mn-ea"/>
              </a:rPr>
              <a:t>____________</a:t>
            </a:r>
            <a:r>
              <a:rPr kumimoji="1" lang="zh-CN" altLang="en-US" sz="1600" b="1" dirty="0">
                <a:latin typeface="+mn-ea"/>
              </a:rPr>
              <a:t>等进制前导符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、输出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二进制前导符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、只有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十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进制有负数形式输出；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16</a:t>
            </a:r>
            <a:r>
              <a:rPr kumimoji="1" lang="zh-CN" altLang="en-US" sz="1600" b="1" dirty="0">
                <a:latin typeface="+mn-ea"/>
              </a:rPr>
              <a:t>进制输出负数时，特征是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将该负数的补码视为一个二进制正数转变而来的十六进制数</a:t>
            </a:r>
            <a:r>
              <a:rPr kumimoji="1" lang="en-US" altLang="zh-CN" sz="1600" b="1" dirty="0">
                <a:latin typeface="+mn-ea"/>
              </a:rPr>
              <a:t>_________</a:t>
            </a:r>
            <a:r>
              <a:rPr kumimoji="1" lang="zh-CN" altLang="en-US" sz="1600" b="1" dirty="0">
                <a:latin typeface="+mn-ea"/>
              </a:rPr>
              <a:t>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8</a:t>
            </a:r>
            <a:r>
              <a:rPr kumimoji="1" lang="zh-CN" altLang="en-US" sz="1600" b="1" dirty="0">
                <a:latin typeface="+mn-ea"/>
              </a:rPr>
              <a:t>进制输出负数时，特征是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将该负数的补码视为一个二进制正数转变而来的八进制数</a:t>
            </a:r>
            <a:r>
              <a:rPr kumimoji="1" lang="en-US" altLang="zh-CN" sz="1600" b="1" dirty="0">
                <a:latin typeface="+mn-ea"/>
              </a:rPr>
              <a:t>_________</a:t>
            </a:r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3904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进制前导符的连续使用：回答问题并将程序的运行结果截图贴上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88076" y="5534025"/>
            <a:ext cx="10247336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+mn-ea"/>
              </a:rPr>
              <a:t>dec</a:t>
            </a:r>
            <a:r>
              <a:rPr kumimoji="1" lang="en-US" altLang="zh-CN" sz="1600" b="1" dirty="0">
                <a:latin typeface="+mn-ea"/>
              </a:rPr>
              <a:t>/hex/oct</a:t>
            </a:r>
            <a:r>
              <a:rPr kumimoji="1" lang="zh-CN" altLang="en-US" sz="1600" b="1" dirty="0">
                <a:latin typeface="+mn-ea"/>
              </a:rPr>
              <a:t>等进制前导符设置后，对后面的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数据有效，直到用另一个控制符去改变为止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88075" y="1323973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400" b="1" dirty="0">
                <a:latin typeface="+mn-ea"/>
              </a:rPr>
              <a:t>#include &lt;iostream&gt;</a:t>
            </a:r>
          </a:p>
          <a:p>
            <a:r>
              <a:rPr lang="en-US" altLang="zh-CN" sz="1400" b="1" dirty="0">
                <a:latin typeface="+mn-ea"/>
              </a:rPr>
              <a:t>#include &lt;</a:t>
            </a:r>
            <a:r>
              <a:rPr lang="en-US" altLang="zh-CN" sz="1400" b="1" dirty="0" err="1">
                <a:latin typeface="+mn-ea"/>
              </a:rPr>
              <a:t>iomanip</a:t>
            </a:r>
            <a:r>
              <a:rPr lang="en-US" altLang="zh-CN" sz="1400" b="1" dirty="0">
                <a:latin typeface="+mn-ea"/>
              </a:rPr>
              <a:t>&gt;</a:t>
            </a: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using namespace std;</a:t>
            </a:r>
          </a:p>
          <a:p>
            <a:r>
              <a:rPr lang="en-US" altLang="zh-CN" sz="1400" b="1" dirty="0">
                <a:latin typeface="+mn-ea"/>
              </a:rPr>
              <a:t>int main()</a:t>
            </a:r>
          </a:p>
          <a:p>
            <a:r>
              <a:rPr lang="en-US" altLang="zh-CN" sz="1400" b="1" dirty="0">
                <a:latin typeface="+mn-ea"/>
              </a:rPr>
              <a:t>{</a:t>
            </a:r>
          </a:p>
          <a:p>
            <a:r>
              <a:rPr lang="en-US" altLang="zh-CN" sz="1400" b="1" dirty="0">
                <a:latin typeface="+mn-ea"/>
              </a:rPr>
              <a:t>    int a = 10;</a:t>
            </a: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hex;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oct;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</a:t>
            </a:r>
            <a:r>
              <a:rPr lang="en-US" altLang="zh-CN" sz="1400" b="1" dirty="0" err="1">
                <a:latin typeface="+mn-ea"/>
              </a:rPr>
              <a:t>dec</a:t>
            </a:r>
            <a:r>
              <a:rPr lang="en-US" altLang="zh-CN" sz="1400" b="1" dirty="0">
                <a:latin typeface="+mn-ea"/>
              </a:rPr>
              <a:t>;</a:t>
            </a: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return 0;</a:t>
            </a:r>
          </a:p>
          <a:p>
            <a:r>
              <a:rPr lang="en-US" altLang="zh-CN" sz="1400" b="1" dirty="0">
                <a:latin typeface="+mn-ea"/>
              </a:rPr>
              <a:t>}</a:t>
            </a:r>
          </a:p>
          <a:p>
            <a:endParaRPr lang="en-US" altLang="zh-CN" sz="1400" b="1" dirty="0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E9A646-17B3-C54E-D418-98632E2C8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409" y="2285903"/>
            <a:ext cx="3192050" cy="152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88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C.setbase</a:t>
            </a:r>
            <a:r>
              <a:rPr lang="zh-CN" altLang="en-US" sz="1600" b="1" dirty="0">
                <a:latin typeface="+mn-ea"/>
              </a:rPr>
              <a:t>的使用：同</a:t>
            </a:r>
            <a:r>
              <a:rPr lang="en-US" altLang="zh-CN" sz="1600" b="1" dirty="0">
                <a:latin typeface="+mn-ea"/>
              </a:rPr>
              <a:t>1.A</a:t>
            </a:r>
            <a:r>
              <a:rPr lang="zh-CN" altLang="en-US" sz="1600" b="1" dirty="0">
                <a:latin typeface="+mn-ea"/>
              </a:rPr>
              <a:t>的形式，按要求自行构造测试程序，回答问题并将程序的运行结果截图贴上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允许多页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13434" y="1323974"/>
            <a:ext cx="582197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自行构造若干组测试数据，运行并截图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中允许的合法值有</a:t>
            </a:r>
            <a:r>
              <a:rPr kumimoji="1" lang="en-US" altLang="zh-CN" sz="1600" b="1" dirty="0">
                <a:latin typeface="+mn-ea"/>
              </a:rPr>
              <a:t>__8,10,16_________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中出现非法值时，处理方法是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无视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，使用</a:t>
            </a:r>
            <a:r>
              <a:rPr kumimoji="1" lang="en-US" altLang="zh-CN" sz="1600" b="1" dirty="0">
                <a:latin typeface="+mn-ea"/>
              </a:rPr>
              <a:t>10</a:t>
            </a:r>
            <a:r>
              <a:rPr kumimoji="1" lang="zh-CN" altLang="en-US" sz="1600" b="1" dirty="0">
                <a:latin typeface="+mn-ea"/>
              </a:rPr>
              <a:t>进制输出</a:t>
            </a:r>
            <a:r>
              <a:rPr kumimoji="1" lang="en-US" altLang="zh-CN" sz="1600" b="1" dirty="0">
                <a:latin typeface="+mn-ea"/>
              </a:rPr>
              <a:t>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________(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有效，直到用另一个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去改变为止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AC4F35-C528-D58F-B9A2-95476ED36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" y="1270091"/>
            <a:ext cx="4850664" cy="43537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1AB106D-04C7-88A1-D103-8F2C76FD7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140" y="4367196"/>
            <a:ext cx="5943643" cy="216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57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D.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::uppercase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</a:t>
            </a:r>
            <a:r>
              <a:rPr lang="zh-CN" altLang="en-US" sz="1600" b="1" dirty="0">
                <a:latin typeface="+mn-ea"/>
              </a:rPr>
              <a:t>：按要求自行构造测试程序，能对比看出用和不用的差别即可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13434" y="1323974"/>
            <a:ext cx="582197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测试程序中的数据类型为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，自行构造若干组测试数据，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十六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进制一起使用才能看出效果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、同一个程序中，设置完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，如果想恢复小写，具体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的做法是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设置</a:t>
            </a:r>
            <a:r>
              <a:rPr kumimoji="1" lang="en-US" altLang="zh-CN" sz="1600" b="1" dirty="0" err="1">
                <a:latin typeface="+mn-ea"/>
              </a:rPr>
              <a:t>restiosflags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n-ea"/>
                <a:ea typeface="+mn-ea"/>
              </a:rPr>
              <a:t>ios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::uppercase)</a:t>
            </a:r>
            <a:r>
              <a:rPr kumimoji="1" lang="en-US" altLang="zh-CN" sz="1600" b="1" dirty="0">
                <a:latin typeface="+mn-ea"/>
              </a:rPr>
              <a:t>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本小问如果不会，先不要问，先往后做，看后面的题目是否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有相似问题可以启发你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FC4F361-09DF-4FF9-953A-630B2E71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3352"/>
            <a:ext cx="5374929" cy="220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9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E.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showpos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</a:t>
            </a:r>
            <a:r>
              <a:rPr lang="zh-CN" altLang="en-US" sz="1600" b="1" dirty="0">
                <a:latin typeface="+mn-ea"/>
              </a:rPr>
              <a:t>：按要求自行构造测试程序，能对比看出用和不用的差别即可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13434" y="1323974"/>
            <a:ext cx="582197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测试程序中的数据类型为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，自行构造若干组测试数据，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十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进制一起使用才能看出效果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、同一个程序中，设置完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，如果想取消，具体的做法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设置</a:t>
            </a:r>
            <a:r>
              <a:rPr kumimoji="1" lang="en-US" altLang="zh-CN" sz="1600" b="1" dirty="0" err="1">
                <a:latin typeface="+mn-ea"/>
              </a:rPr>
              <a:t>restiosflags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n-ea"/>
                <a:ea typeface="+mn-ea"/>
              </a:rPr>
              <a:t>ios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::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r>
              <a:rPr kumimoji="1" lang="en-US" altLang="zh-CN" sz="1600" b="1" dirty="0">
                <a:latin typeface="+mn-ea"/>
              </a:rPr>
              <a:t>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本小问如果不会，先不要问，先往后做，看后面的题目是否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有相似问题可以启发你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6055F13-6820-EE14-AC8D-46AABC79C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461" y="3783940"/>
            <a:ext cx="5448524" cy="219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379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09396" y="1323974"/>
            <a:ext cx="582601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1728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000" b="1" dirty="0">
                <a:latin typeface="+mn-ea"/>
              </a:rPr>
              <a:t>#include &lt;iostream&gt;</a:t>
            </a: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iomanip</a:t>
            </a:r>
            <a:r>
              <a:rPr lang="en-US" altLang="zh-CN" sz="1000" b="1" dirty="0">
                <a:latin typeface="+mn-ea"/>
              </a:rPr>
              <a:t>&gt;</a:t>
            </a:r>
          </a:p>
          <a:p>
            <a:r>
              <a:rPr lang="en-US" altLang="zh-CN" sz="1000" b="1" dirty="0">
                <a:latin typeface="+mn-ea"/>
              </a:rPr>
              <a:t>using namespace std;</a:t>
            </a:r>
          </a:p>
          <a:p>
            <a:r>
              <a:rPr lang="en-US" altLang="zh-CN" sz="1000" b="1" dirty="0">
                <a:latin typeface="+mn-ea"/>
              </a:rPr>
              <a:t>int main()</a:t>
            </a:r>
          </a:p>
          <a:p>
            <a:r>
              <a:rPr lang="en-US" altLang="zh-CN" sz="1000" b="1" dirty="0">
                <a:latin typeface="+mn-ea"/>
              </a:rPr>
              <a:t>{</a:t>
            </a:r>
          </a:p>
          <a:p>
            <a:r>
              <a:rPr lang="en-US" altLang="zh-CN" sz="1000" b="1" dirty="0">
                <a:latin typeface="+mn-ea"/>
              </a:rPr>
              <a:t>    float f1 = 1234.5678F;</a:t>
            </a:r>
          </a:p>
          <a:p>
            <a:r>
              <a:rPr lang="en-US" altLang="zh-CN" sz="1000" b="1" dirty="0">
                <a:latin typeface="+mn-ea"/>
              </a:rPr>
              <a:t>    float f2 = 8765.4321F;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1</a:t>
            </a:r>
            <a:r>
              <a:rPr lang="zh-CN" altLang="en-US" sz="1000" b="1" dirty="0">
                <a:latin typeface="+mn-ea"/>
              </a:rPr>
              <a:t>组：不设或非法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(0)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2</a:t>
            </a:r>
            <a:r>
              <a:rPr lang="zh-CN" altLang="en-US" sz="1000" b="1" dirty="0">
                <a:latin typeface="+mn-ea"/>
              </a:rPr>
              <a:t>组：小于等于整数位数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(2)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(3)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(4)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3</a:t>
            </a:r>
            <a:r>
              <a:rPr lang="zh-CN" altLang="en-US" sz="1000" b="1" dirty="0">
                <a:latin typeface="+mn-ea"/>
              </a:rPr>
              <a:t>组：大于整数位数，但小与等于</a:t>
            </a:r>
            <a:r>
              <a:rPr lang="en-US" altLang="zh-CN" sz="1000" b="1" dirty="0">
                <a:latin typeface="+mn-ea"/>
              </a:rPr>
              <a:t>float</a:t>
            </a:r>
            <a:r>
              <a:rPr lang="zh-CN" altLang="en-US" sz="1000" b="1" dirty="0">
                <a:latin typeface="+mn-ea"/>
              </a:rPr>
              <a:t>型有效数字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(5)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(6)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(7)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4</a:t>
            </a:r>
            <a:r>
              <a:rPr lang="zh-CN" altLang="en-US" sz="1000" b="1" dirty="0">
                <a:latin typeface="+mn-ea"/>
              </a:rPr>
              <a:t>组：大于</a:t>
            </a:r>
            <a:r>
              <a:rPr lang="en-US" altLang="zh-CN" sz="1000" b="1" dirty="0">
                <a:latin typeface="+mn-ea"/>
              </a:rPr>
              <a:t>float</a:t>
            </a:r>
            <a:r>
              <a:rPr lang="zh-CN" altLang="en-US" sz="1000" b="1" dirty="0">
                <a:latin typeface="+mn-ea"/>
              </a:rPr>
              <a:t>型有效数字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(8)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(9)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(10)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(25)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return 0;</a:t>
            </a:r>
          </a:p>
          <a:p>
            <a:r>
              <a:rPr lang="en-US" altLang="zh-CN" sz="10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4BCE1-7EFF-4574-A662-0B3C3B991C9B}"/>
              </a:ext>
            </a:extLst>
          </p:cNvPr>
          <p:cNvSpPr/>
          <p:nvPr/>
        </p:nvSpPr>
        <p:spPr bwMode="auto">
          <a:xfrm>
            <a:off x="861848" y="2133601"/>
            <a:ext cx="1538452" cy="342899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BA75D6-3FCD-D8B8-390C-1DE136D8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792" y="1962139"/>
            <a:ext cx="2905146" cy="293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78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4" y="1323973"/>
            <a:ext cx="1024733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050" b="1" dirty="0">
                <a:latin typeface="+mn-ea"/>
              </a:rPr>
              <a:t>#include &lt;iostream&gt;</a:t>
            </a:r>
          </a:p>
          <a:p>
            <a:r>
              <a:rPr lang="en-US" altLang="zh-CN" sz="1050" b="1" dirty="0">
                <a:latin typeface="+mn-ea"/>
              </a:rPr>
              <a:t>#include &lt;</a:t>
            </a:r>
            <a:r>
              <a:rPr lang="en-US" altLang="zh-CN" sz="1050" b="1" dirty="0" err="1">
                <a:latin typeface="+mn-ea"/>
              </a:rPr>
              <a:t>iomanip</a:t>
            </a:r>
            <a:r>
              <a:rPr lang="en-US" altLang="zh-CN" sz="1050" b="1" dirty="0">
                <a:latin typeface="+mn-ea"/>
              </a:rPr>
              <a:t>&gt;</a:t>
            </a:r>
          </a:p>
          <a:p>
            <a:r>
              <a:rPr lang="en-US" altLang="zh-CN" sz="1050" b="1" dirty="0">
                <a:latin typeface="+mn-ea"/>
              </a:rPr>
              <a:t>using namespace std;</a:t>
            </a:r>
          </a:p>
          <a:p>
            <a:r>
              <a:rPr lang="en-US" altLang="zh-CN" sz="1050" b="1" dirty="0">
                <a:latin typeface="+mn-ea"/>
              </a:rPr>
              <a:t>int main()</a:t>
            </a:r>
          </a:p>
          <a:p>
            <a:r>
              <a:rPr lang="en-US" altLang="zh-CN" sz="1050" b="1" dirty="0">
                <a:latin typeface="+mn-ea"/>
              </a:rPr>
              <a:t>{</a:t>
            </a:r>
          </a:p>
          <a:p>
            <a:r>
              <a:rPr lang="en-US" altLang="zh-CN" sz="1050" b="1" dirty="0">
                <a:latin typeface="+mn-ea"/>
              </a:rPr>
              <a:t>    float f1 = 1234567890123456789.0F;</a:t>
            </a:r>
          </a:p>
          <a:p>
            <a:r>
              <a:rPr lang="en-US" altLang="zh-CN" sz="1050" b="1" dirty="0">
                <a:latin typeface="+mn-ea"/>
              </a:rPr>
              <a:t>    float f2 = 9876543210987654321.0F;</a:t>
            </a:r>
          </a:p>
          <a:p>
            <a:endParaRPr lang="zh-CN" altLang="en-US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1</a:t>
            </a:r>
            <a:r>
              <a:rPr lang="zh-CN" altLang="en-US" sz="1050" b="1" dirty="0">
                <a:latin typeface="+mn-ea"/>
              </a:rPr>
              <a:t>组：不设或非法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(0)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endParaRPr lang="en-US" altLang="zh-CN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2</a:t>
            </a:r>
            <a:r>
              <a:rPr lang="zh-CN" altLang="en-US" sz="1050" b="1" dirty="0">
                <a:latin typeface="+mn-ea"/>
              </a:rPr>
              <a:t>组：小于等于整数位数 并且 小与等于</a:t>
            </a:r>
            <a:r>
              <a:rPr lang="en-US" altLang="zh-CN" sz="1050" b="1" dirty="0">
                <a:latin typeface="+mn-ea"/>
              </a:rPr>
              <a:t>float</a:t>
            </a:r>
            <a:r>
              <a:rPr lang="zh-CN" altLang="en-US" sz="1050" b="1" dirty="0">
                <a:latin typeface="+mn-ea"/>
              </a:rPr>
              <a:t>型有效数字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(2)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(3)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(4)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(5)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(6)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(7)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endParaRPr lang="zh-CN" altLang="en-US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3</a:t>
            </a:r>
            <a:r>
              <a:rPr lang="zh-CN" altLang="en-US" sz="1050" b="1" dirty="0">
                <a:latin typeface="+mn-ea"/>
              </a:rPr>
              <a:t>组：大于</a:t>
            </a:r>
            <a:r>
              <a:rPr lang="en-US" altLang="zh-CN" sz="1050" b="1" dirty="0">
                <a:latin typeface="+mn-ea"/>
              </a:rPr>
              <a:t>float</a:t>
            </a:r>
            <a:r>
              <a:rPr lang="zh-CN" altLang="en-US" sz="1050" b="1" dirty="0">
                <a:latin typeface="+mn-ea"/>
              </a:rPr>
              <a:t>型有效数字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(8)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(9)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(10) &lt;&lt; f1 &lt;&lt; ‘ ’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为什么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f1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比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f2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少一位？因为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f1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最后一位是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，省略（可由下一行“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9396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”进位成“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940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”推出）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(11)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(25)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</a:p>
          <a:p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return 0;</a:t>
            </a:r>
          </a:p>
          <a:p>
            <a:r>
              <a:rPr lang="en-US" altLang="zh-CN" sz="105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4BCE1-7EFF-4574-A662-0B3C3B991C9B}"/>
              </a:ext>
            </a:extLst>
          </p:cNvPr>
          <p:cNvSpPr/>
          <p:nvPr/>
        </p:nvSpPr>
        <p:spPr bwMode="auto">
          <a:xfrm>
            <a:off x="861848" y="2133600"/>
            <a:ext cx="2481427" cy="3810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0A027E-79CD-478C-9BC0-EBEA804C1C8B}"/>
              </a:ext>
            </a:extLst>
          </p:cNvPr>
          <p:cNvSpPr/>
          <p:nvPr/>
        </p:nvSpPr>
        <p:spPr bwMode="auto">
          <a:xfrm>
            <a:off x="6276974" y="1323974"/>
            <a:ext cx="455843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5E81BD-6F0D-E142-FD29-60A2DBDBE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85" y="1850874"/>
            <a:ext cx="3109935" cy="288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54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009396" y="1323974"/>
            <a:ext cx="582601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41728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0.12345678F;</a:t>
            </a:r>
          </a:p>
          <a:p>
            <a:r>
              <a:rPr lang="en-US" altLang="zh-CN" sz="1100" b="1" dirty="0">
                <a:latin typeface="+mn-ea"/>
              </a:rPr>
              <a:t>    float f2 = 0.87654321F;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组：不设或非法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(0)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组：小与等于</a:t>
            </a:r>
            <a:r>
              <a:rPr lang="en-US" altLang="zh-CN" sz="1100" b="1" dirty="0">
                <a:latin typeface="+mn-ea"/>
              </a:rPr>
              <a:t>float</a:t>
            </a:r>
            <a:r>
              <a:rPr lang="zh-CN" altLang="en-US" sz="1100" b="1" dirty="0">
                <a:latin typeface="+mn-ea"/>
              </a:rPr>
              <a:t>型有效数字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(1)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(2)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(3)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(4)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(5)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(6)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(7)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3</a:t>
            </a:r>
            <a:r>
              <a:rPr lang="zh-CN" altLang="en-US" sz="1100" b="1" dirty="0">
                <a:latin typeface="+mn-ea"/>
              </a:rPr>
              <a:t>组：大于</a:t>
            </a:r>
            <a:r>
              <a:rPr lang="en-US" altLang="zh-CN" sz="1100" b="1" dirty="0">
                <a:latin typeface="+mn-ea"/>
              </a:rPr>
              <a:t>float</a:t>
            </a:r>
            <a:r>
              <a:rPr lang="zh-CN" altLang="en-US" sz="1100" b="1" dirty="0">
                <a:latin typeface="+mn-ea"/>
              </a:rPr>
              <a:t>型有效数字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(8)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(9)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(10)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(25)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F4BCE1-7EFF-4574-A662-0B3C3B991C9B}"/>
              </a:ext>
            </a:extLst>
          </p:cNvPr>
          <p:cNvSpPr/>
          <p:nvPr/>
        </p:nvSpPr>
        <p:spPr bwMode="auto">
          <a:xfrm>
            <a:off x="899948" y="2181225"/>
            <a:ext cx="1795627" cy="40005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B02370-03FF-E39D-DBFC-2172F4891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796" y="1861334"/>
            <a:ext cx="4310094" cy="272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80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88076" y="1323974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重要结论：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setprecision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指定输出位数后，系统会按指定位数输出，即使指定位数超过数据的有效位数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 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即：输出数据的某位开始是不可信的，但依然会输出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单独使用时的显示规律总结（如果数据不够，可以再自己构造测试数据）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1.F-(1)~(3)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95BDD9-B960-B8C5-766D-AE1253100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260" y="2186658"/>
            <a:ext cx="4348351" cy="348480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DB2C904-EA24-11E4-44CD-86F1F83B9019}"/>
              </a:ext>
            </a:extLst>
          </p:cNvPr>
          <p:cNvSpPr txBox="1"/>
          <p:nvPr/>
        </p:nvSpPr>
        <p:spPr>
          <a:xfrm>
            <a:off x="648010" y="2051625"/>
            <a:ext cx="547250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1" dirty="0">
                <a:latin typeface="+mn-ea"/>
              </a:rPr>
              <a:t>输出位数大于等于整数位数时，不使用科学计数法，小于整数位数时，使用科学计数法。进位时四舍五入。小数部分末尾的</a:t>
            </a:r>
            <a:r>
              <a:rPr kumimoji="1" lang="en-US" altLang="zh-CN" sz="1400" b="1" dirty="0">
                <a:latin typeface="+mn-ea"/>
              </a:rPr>
              <a:t>0</a:t>
            </a:r>
            <a:r>
              <a:rPr kumimoji="1" lang="zh-CN" altLang="en-US" sz="1400" b="1" dirty="0">
                <a:latin typeface="+mn-ea"/>
              </a:rPr>
              <a:t>会省略。不设置</a:t>
            </a:r>
            <a:r>
              <a:rPr kumimoji="1" lang="en-US" altLang="zh-CN" sz="1400" b="1" dirty="0" err="1">
                <a:latin typeface="+mn-ea"/>
              </a:rPr>
              <a:t>setpercision</a:t>
            </a:r>
            <a:r>
              <a:rPr kumimoji="1" lang="zh-CN" altLang="en-US" sz="1400" b="1" dirty="0">
                <a:latin typeface="+mn-ea"/>
              </a:rPr>
              <a:t>时，默认输出</a:t>
            </a:r>
            <a:r>
              <a:rPr kumimoji="1" lang="en-US" altLang="zh-CN" sz="1400" b="1" dirty="0">
                <a:latin typeface="+mn-ea"/>
              </a:rPr>
              <a:t>6</a:t>
            </a:r>
            <a:r>
              <a:rPr kumimoji="1" lang="zh-CN" altLang="en-US" sz="1400" b="1" dirty="0">
                <a:latin typeface="+mn-ea"/>
              </a:rPr>
              <a:t>位有效数字；非法设置</a:t>
            </a:r>
            <a:r>
              <a:rPr kumimoji="1" lang="en-US" altLang="zh-CN" sz="1400" b="1" dirty="0">
                <a:latin typeface="+mn-ea"/>
              </a:rPr>
              <a:t>0</a:t>
            </a:r>
            <a:r>
              <a:rPr kumimoji="1" lang="zh-CN" altLang="en-US" sz="1400" b="1" dirty="0">
                <a:latin typeface="+mn-ea"/>
              </a:rPr>
              <a:t>会输出</a:t>
            </a:r>
            <a:r>
              <a:rPr kumimoji="1" lang="en-US" altLang="zh-CN" sz="1400" b="1" dirty="0">
                <a:latin typeface="+mn-ea"/>
              </a:rPr>
              <a:t>1</a:t>
            </a:r>
            <a:r>
              <a:rPr kumimoji="1" lang="zh-CN" altLang="en-US" sz="1400" b="1" dirty="0">
                <a:latin typeface="+mn-ea"/>
              </a:rPr>
              <a:t>位有效数字，设置负数（无论整数小数）会输出</a:t>
            </a:r>
            <a:r>
              <a:rPr kumimoji="1" lang="en-US" altLang="zh-CN" sz="1400" b="1" dirty="0">
                <a:latin typeface="+mn-ea"/>
              </a:rPr>
              <a:t>6</a:t>
            </a:r>
            <a:r>
              <a:rPr kumimoji="1" lang="zh-CN" altLang="en-US" sz="1400" b="1" dirty="0">
                <a:latin typeface="+mn-ea"/>
              </a:rPr>
              <a:t>位有效数字，设置正小数会去尾法当做整数并报</a:t>
            </a:r>
            <a:r>
              <a:rPr kumimoji="1" lang="en-US" altLang="zh-CN" sz="1400" b="1" dirty="0">
                <a:latin typeface="+mn-ea"/>
              </a:rPr>
              <a:t>warning</a:t>
            </a:r>
            <a:r>
              <a:rPr kumimoji="1" lang="zh-CN" altLang="en-US" sz="1400" b="1" dirty="0">
                <a:latin typeface="+mn-ea"/>
              </a:rPr>
              <a:t>；设置小于</a:t>
            </a:r>
            <a:r>
              <a:rPr kumimoji="1" lang="en-US" altLang="zh-CN" sz="1400" b="1" dirty="0">
                <a:latin typeface="+mn-ea"/>
              </a:rPr>
              <a:t>float</a:t>
            </a:r>
            <a:r>
              <a:rPr kumimoji="1" lang="zh-CN" altLang="en-US" sz="1400" b="1" dirty="0">
                <a:latin typeface="+mn-ea"/>
              </a:rPr>
              <a:t>型的最小有效数字（</a:t>
            </a:r>
            <a:r>
              <a:rPr kumimoji="1" lang="en-US" altLang="zh-CN" sz="1400" b="1" dirty="0">
                <a:latin typeface="+mn-ea"/>
              </a:rPr>
              <a:t>6</a:t>
            </a:r>
            <a:r>
              <a:rPr kumimoji="1" lang="zh-CN" altLang="en-US" sz="1400" b="1" dirty="0">
                <a:latin typeface="+mn-ea"/>
              </a:rPr>
              <a:t>或</a:t>
            </a:r>
            <a:r>
              <a:rPr kumimoji="1" lang="en-US" altLang="zh-CN" sz="1400" b="1" dirty="0">
                <a:latin typeface="+mn-ea"/>
              </a:rPr>
              <a:t>7</a:t>
            </a:r>
            <a:r>
              <a:rPr kumimoji="1" lang="zh-CN" altLang="en-US" sz="1400" b="1" dirty="0">
                <a:latin typeface="+mn-ea"/>
              </a:rPr>
              <a:t>）时，会正确输出；设置等于</a:t>
            </a:r>
            <a:r>
              <a:rPr kumimoji="1" lang="en-US" altLang="zh-CN" sz="1400" b="1" dirty="0">
                <a:latin typeface="+mn-ea"/>
              </a:rPr>
              <a:t>float</a:t>
            </a:r>
            <a:r>
              <a:rPr kumimoji="1" lang="zh-CN" altLang="en-US" sz="1400" b="1" dirty="0">
                <a:latin typeface="+mn-ea"/>
              </a:rPr>
              <a:t>型的有效数字（</a:t>
            </a:r>
            <a:r>
              <a:rPr kumimoji="1" lang="en-US" altLang="zh-CN" sz="1400" b="1" dirty="0">
                <a:latin typeface="+mn-ea"/>
              </a:rPr>
              <a:t>6</a:t>
            </a:r>
            <a:r>
              <a:rPr kumimoji="1" lang="zh-CN" altLang="en-US" sz="1400" b="1" dirty="0">
                <a:latin typeface="+mn-ea"/>
              </a:rPr>
              <a:t>或</a:t>
            </a:r>
            <a:r>
              <a:rPr kumimoji="1" lang="en-US" altLang="zh-CN" sz="1400" b="1" dirty="0">
                <a:latin typeface="+mn-ea"/>
              </a:rPr>
              <a:t>7</a:t>
            </a:r>
            <a:r>
              <a:rPr kumimoji="1" lang="zh-CN" altLang="en-US" sz="1400" b="1" dirty="0">
                <a:latin typeface="+mn-ea"/>
              </a:rPr>
              <a:t>）时，可能会输出正确数也可能会输出错误数，错误数只会是最后一位，是否错误取决于后一位（</a:t>
            </a:r>
            <a:r>
              <a:rPr kumimoji="1" lang="en-US" altLang="zh-CN" sz="1400" b="1" dirty="0">
                <a:latin typeface="+mn-ea"/>
              </a:rPr>
              <a:t>7</a:t>
            </a:r>
            <a:r>
              <a:rPr kumimoji="1" lang="zh-CN" altLang="en-US" sz="1400" b="1" dirty="0">
                <a:latin typeface="+mn-ea"/>
              </a:rPr>
              <a:t>或</a:t>
            </a:r>
            <a:r>
              <a:rPr kumimoji="1" lang="en-US" altLang="zh-CN" sz="1400" b="1" dirty="0">
                <a:latin typeface="+mn-ea"/>
              </a:rPr>
              <a:t>8</a:t>
            </a:r>
            <a:r>
              <a:rPr kumimoji="1" lang="zh-CN" altLang="en-US" sz="1400" b="1" dirty="0">
                <a:latin typeface="+mn-ea"/>
              </a:rPr>
              <a:t>位）的进位；设置大于</a:t>
            </a:r>
            <a:r>
              <a:rPr kumimoji="1" lang="en-US" altLang="zh-CN" sz="1400" b="1" dirty="0">
                <a:latin typeface="+mn-ea"/>
              </a:rPr>
              <a:t>float</a:t>
            </a:r>
            <a:r>
              <a:rPr kumimoji="1" lang="zh-CN" altLang="en-US" sz="1400" b="1" dirty="0">
                <a:latin typeface="+mn-ea"/>
              </a:rPr>
              <a:t>型有效数字（</a:t>
            </a:r>
            <a:r>
              <a:rPr kumimoji="1" lang="en-US" altLang="zh-CN" sz="1400" b="1" dirty="0">
                <a:latin typeface="+mn-ea"/>
              </a:rPr>
              <a:t>6</a:t>
            </a:r>
            <a:r>
              <a:rPr kumimoji="1" lang="zh-CN" altLang="en-US" sz="1400" b="1" dirty="0">
                <a:latin typeface="+mn-ea"/>
              </a:rPr>
              <a:t>或</a:t>
            </a:r>
            <a:r>
              <a:rPr kumimoji="1" lang="en-US" altLang="zh-CN" sz="1400" b="1" dirty="0">
                <a:latin typeface="+mn-ea"/>
              </a:rPr>
              <a:t>7</a:t>
            </a:r>
            <a:r>
              <a:rPr kumimoji="1" lang="zh-CN" altLang="en-US" sz="1400" b="1" dirty="0">
                <a:latin typeface="+mn-ea"/>
              </a:rPr>
              <a:t>），会输出不可信数字，即使指定位数超过数据的有效位数，后面也会一直输出下去，绝大部分情况下，从</a:t>
            </a:r>
            <a:r>
              <a:rPr kumimoji="1" lang="en-US" altLang="zh-CN" sz="1400" b="1" dirty="0">
                <a:latin typeface="+mn-ea"/>
              </a:rPr>
              <a:t>float</a:t>
            </a:r>
            <a:r>
              <a:rPr kumimoji="1" lang="zh-CN" altLang="en-US" sz="1400" b="1" dirty="0">
                <a:latin typeface="+mn-ea"/>
              </a:rPr>
              <a:t>有效位数的后一位（第</a:t>
            </a:r>
            <a:r>
              <a:rPr kumimoji="1" lang="en-US" altLang="zh-CN" sz="1400" b="1" dirty="0">
                <a:latin typeface="+mn-ea"/>
              </a:rPr>
              <a:t>7</a:t>
            </a:r>
            <a:r>
              <a:rPr kumimoji="1" lang="zh-CN" altLang="en-US" sz="1400" b="1" dirty="0">
                <a:latin typeface="+mn-ea"/>
              </a:rPr>
              <a:t>或</a:t>
            </a:r>
            <a:r>
              <a:rPr kumimoji="1" lang="en-US" altLang="zh-CN" sz="1400" b="1" dirty="0">
                <a:latin typeface="+mn-ea"/>
              </a:rPr>
              <a:t>8</a:t>
            </a:r>
            <a:r>
              <a:rPr kumimoji="1" lang="zh-CN" altLang="en-US" sz="1400" b="1" dirty="0">
                <a:latin typeface="+mn-ea"/>
              </a:rPr>
              <a:t>位）开始不可信，极少数数字正好在</a:t>
            </a:r>
            <a:r>
              <a:rPr kumimoji="1" lang="en-US" altLang="zh-CN" sz="1400" b="1" dirty="0">
                <a:latin typeface="+mn-ea"/>
              </a:rPr>
              <a:t>float</a:t>
            </a:r>
            <a:r>
              <a:rPr kumimoji="1" lang="zh-CN" altLang="en-US" sz="1400" b="1" dirty="0">
                <a:latin typeface="+mn-ea"/>
              </a:rPr>
              <a:t>型下精度极高，则可能从很后面的位数才开始不可信，甚至没有不可信的位数。</a:t>
            </a:r>
            <a:endParaRPr kumimoji="1" lang="en-US" altLang="zh-CN" sz="14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latin typeface="+mn-ea"/>
            </a:endParaRPr>
          </a:p>
          <a:p>
            <a:endParaRPr lang="zh-CN" altLang="en-US" sz="1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687E0BA-C324-9A33-D741-05F8DBD5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86" y="4891249"/>
            <a:ext cx="5988028" cy="139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52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705474" y="1323974"/>
            <a:ext cx="512993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1234.5678F;</a:t>
            </a:r>
          </a:p>
          <a:p>
            <a:r>
              <a:rPr lang="en-US" altLang="zh-CN" sz="1200" b="1" dirty="0">
                <a:latin typeface="+mn-ea"/>
              </a:rPr>
              <a:t>    float f2 = 8765.4321F;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16A9BA-D166-49C9-A5DF-48802B39394F}"/>
              </a:ext>
            </a:extLst>
          </p:cNvPr>
          <p:cNvSpPr/>
          <p:nvPr/>
        </p:nvSpPr>
        <p:spPr bwMode="auto">
          <a:xfrm>
            <a:off x="909545" y="2438400"/>
            <a:ext cx="1967005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6873BB-B451-0459-AF53-66F39A639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766" y="1832855"/>
            <a:ext cx="6218551" cy="214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60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1234567890123456789.0F;</a:t>
            </a:r>
          </a:p>
          <a:p>
            <a:r>
              <a:rPr lang="en-US" altLang="zh-CN" sz="1200" b="1" dirty="0">
                <a:latin typeface="+mn-ea"/>
              </a:rPr>
              <a:t>    float f2 = 9876543210987654321.0F;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1E8AA7-BBB1-4354-A1E5-7F71C65FAD13}"/>
              </a:ext>
            </a:extLst>
          </p:cNvPr>
          <p:cNvSpPr/>
          <p:nvPr/>
        </p:nvSpPr>
        <p:spPr bwMode="auto">
          <a:xfrm>
            <a:off x="5705476" y="1323974"/>
            <a:ext cx="51299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6ADC00-436C-437A-9F72-84B8A146F06D}"/>
              </a:ext>
            </a:extLst>
          </p:cNvPr>
          <p:cNvSpPr/>
          <p:nvPr/>
        </p:nvSpPr>
        <p:spPr bwMode="auto">
          <a:xfrm>
            <a:off x="909545" y="2438400"/>
            <a:ext cx="2757580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1FD989-6E93-C8CD-6E4A-C4388B56D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173" y="1676862"/>
            <a:ext cx="7040282" cy="163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25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0.12345678F;</a:t>
            </a:r>
          </a:p>
          <a:p>
            <a:r>
              <a:rPr lang="en-US" altLang="zh-CN" sz="1200" b="1" dirty="0">
                <a:latin typeface="+mn-ea"/>
              </a:rPr>
              <a:t>    float f2 = 0.87654321F;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1E8AA7-BBB1-4354-A1E5-7F71C65FAD13}"/>
              </a:ext>
            </a:extLst>
          </p:cNvPr>
          <p:cNvSpPr/>
          <p:nvPr/>
        </p:nvSpPr>
        <p:spPr bwMode="auto">
          <a:xfrm>
            <a:off x="5705476" y="1323974"/>
            <a:ext cx="51299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0DDE2F-A66F-4E8E-9769-C79801CB59DE}"/>
              </a:ext>
            </a:extLst>
          </p:cNvPr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B6FC63-A68F-017F-C72A-B455A60E5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152" y="1613561"/>
            <a:ext cx="5700935" cy="211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21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4" y="1323973"/>
            <a:ext cx="1024733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setprecision+ios</a:t>
            </a:r>
            <a:r>
              <a:rPr kumimoji="1" lang="en-US" altLang="zh-CN" sz="1600" b="1" dirty="0">
                <a:latin typeface="+mn-ea"/>
              </a:rPr>
              <a:t>::fixed</a:t>
            </a:r>
            <a:r>
              <a:rPr kumimoji="1" lang="zh-CN" altLang="en-US" sz="1600" b="1" dirty="0">
                <a:latin typeface="+mn-ea"/>
              </a:rPr>
              <a:t>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使用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以后，默认输出六位小数，不使用科学计数法，小数点的位置和赋值时一样，小数部分末尾的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0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不再省略，数据的可信规则和之前总结的单独使用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时一样；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en-US" altLang="zh-CN" sz="1600" b="1" dirty="0" err="1">
                <a:latin typeface="+mn-ea"/>
              </a:rPr>
              <a:t>setprecision+ios</a:t>
            </a:r>
            <a:r>
              <a:rPr kumimoji="1" lang="en-US" altLang="zh-CN" sz="1600" b="1" dirty="0">
                <a:latin typeface="+mn-ea"/>
              </a:rPr>
              <a:t>::fixed</a:t>
            </a:r>
            <a:r>
              <a:rPr kumimoji="1" lang="zh-CN" altLang="en-US" sz="1600" b="1" dirty="0">
                <a:latin typeface="+mn-ea"/>
              </a:rPr>
              <a:t>一起使用，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不使用科学计数法，小数点的位置和赋值时一样，小数部分末尾的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0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不再省略，</a:t>
            </a:r>
            <a:r>
              <a:rPr kumimoji="1" lang="zh-CN" altLang="en-US" sz="1600" b="1" dirty="0">
                <a:latin typeface="+mn-ea"/>
              </a:rPr>
              <a:t>输出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设置的数字的小数位数，数据的可信规则、处理负数和小数的方式和之前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总结的单独使用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时一样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1.G-(1)~(3)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98F087-115A-0CB6-761B-99B414B99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858" y="2613248"/>
            <a:ext cx="5131939" cy="36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42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1234.5678F;</a:t>
            </a:r>
          </a:p>
          <a:p>
            <a:r>
              <a:rPr lang="en-US" altLang="zh-CN" sz="1200" b="1" dirty="0">
                <a:latin typeface="+mn-ea"/>
              </a:rPr>
              <a:t>    float f2 = 8765.4321F;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8D7843-6240-4609-AA4E-A1ABB7067693}"/>
              </a:ext>
            </a:extLst>
          </p:cNvPr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FBDEC9-22C7-46F1-9EC4-D358B6E0D5CB}"/>
              </a:ext>
            </a:extLst>
          </p:cNvPr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C0DDF9-13AC-23FA-B1E0-B5EFAA8FA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59321"/>
            <a:ext cx="5544085" cy="176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37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1234567890123456789.0F;</a:t>
            </a:r>
          </a:p>
          <a:p>
            <a:r>
              <a:rPr lang="en-US" altLang="zh-CN" sz="1200" b="1" dirty="0">
                <a:latin typeface="+mn-ea"/>
              </a:rPr>
              <a:t>    float f2 = 9876543210987654321.0F;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8D7843-6240-4609-AA4E-A1ABB7067693}"/>
              </a:ext>
            </a:extLst>
          </p:cNvPr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C250AE-7F5B-4F4A-B04C-ECEAA05F1BEA}"/>
              </a:ext>
            </a:extLst>
          </p:cNvPr>
          <p:cNvSpPr/>
          <p:nvPr/>
        </p:nvSpPr>
        <p:spPr bwMode="auto">
          <a:xfrm>
            <a:off x="909545" y="2438400"/>
            <a:ext cx="2757580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5FFD1A-ABF8-A014-0EA9-FA25CDCFF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97751"/>
            <a:ext cx="5703489" cy="183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57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float f1 = 0.12345678F;</a:t>
            </a:r>
          </a:p>
          <a:p>
            <a:r>
              <a:rPr lang="en-US" altLang="zh-CN" sz="1200" b="1" dirty="0">
                <a:latin typeface="+mn-ea"/>
              </a:rPr>
              <a:t>    float f2 = 0.87654321F;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8D7843-6240-4609-AA4E-A1ABB7067693}"/>
              </a:ext>
            </a:extLst>
          </p:cNvPr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6B08D7-A4CB-4B95-BDF6-E8C1A74EAE32}"/>
              </a:ext>
            </a:extLst>
          </p:cNvPr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FFDD6C-043F-2FE1-24BD-5447471B3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287" y="1757218"/>
            <a:ext cx="5663588" cy="192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0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8D7843-6240-4609-AA4E-A1ABB7067693}"/>
              </a:ext>
            </a:extLst>
          </p:cNvPr>
          <p:cNvSpPr/>
          <p:nvPr/>
        </p:nvSpPr>
        <p:spPr bwMode="auto">
          <a:xfrm>
            <a:off x="588076" y="1333599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setprecision+ios</a:t>
            </a:r>
            <a:r>
              <a:rPr kumimoji="1" lang="en-US" altLang="zh-CN" sz="1600" b="1" dirty="0">
                <a:latin typeface="+mn-ea"/>
              </a:rPr>
              <a:t>::scientific</a:t>
            </a:r>
            <a:r>
              <a:rPr kumimoji="1" lang="zh-CN" altLang="en-US" sz="1600" b="1" dirty="0">
                <a:latin typeface="+mn-ea"/>
              </a:rPr>
              <a:t>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使用</a:t>
            </a:r>
            <a:r>
              <a:rPr kumimoji="1" lang="en-US" altLang="zh-CN" sz="1600" b="1" dirty="0" err="1">
                <a:latin typeface="+mn-ea"/>
              </a:rPr>
              <a:t>ios</a:t>
            </a:r>
            <a:r>
              <a:rPr kumimoji="1" lang="en-US" altLang="zh-CN" sz="1600" b="1" dirty="0">
                <a:latin typeface="+mn-ea"/>
              </a:rPr>
              <a:t>::scientific</a:t>
            </a:r>
            <a:r>
              <a:rPr kumimoji="1" lang="zh-CN" altLang="en-US" sz="1600" b="1" dirty="0">
                <a:latin typeface="+mn-ea"/>
              </a:rPr>
              <a:t>后，使用科学计数法输出，输出</a:t>
            </a: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位小数，小数末尾的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不再省略，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数据的可信规则和之前总结的单独使用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时一样；</a:t>
            </a:r>
            <a:r>
              <a:rPr kumimoji="1" lang="en-US" altLang="zh-CN" sz="1600" b="1" dirty="0">
                <a:latin typeface="+mn-ea"/>
              </a:rPr>
              <a:t> </a:t>
            </a:r>
            <a:r>
              <a:rPr kumimoji="1" lang="en-US" altLang="zh-CN" sz="1600" b="1" dirty="0" err="1">
                <a:latin typeface="+mn-ea"/>
              </a:rPr>
              <a:t>setprecision+ios</a:t>
            </a:r>
            <a:r>
              <a:rPr kumimoji="1" lang="en-US" altLang="zh-CN" sz="1600" b="1" dirty="0">
                <a:latin typeface="+mn-ea"/>
              </a:rPr>
              <a:t>::scientific</a:t>
            </a:r>
            <a:r>
              <a:rPr kumimoji="1" lang="zh-CN" altLang="en-US" sz="1600" b="1" dirty="0">
                <a:latin typeface="+mn-ea"/>
              </a:rPr>
              <a:t>一起使用，使用科学计数法输出且小数位数和</a:t>
            </a:r>
            <a:r>
              <a:rPr kumimoji="1" lang="en-US" altLang="zh-CN" sz="1600" b="1" dirty="0" err="1">
                <a:latin typeface="+mn-ea"/>
              </a:rPr>
              <a:t>setpercision</a:t>
            </a:r>
            <a:r>
              <a:rPr kumimoji="1" lang="zh-CN" altLang="en-US" sz="1600" b="1" dirty="0">
                <a:latin typeface="+mn-ea"/>
              </a:rPr>
              <a:t>设置的数字一样，小数末尾的</a:t>
            </a:r>
            <a:r>
              <a:rPr kumimoji="1" lang="en-US" altLang="zh-CN" sz="1600" b="1" dirty="0">
                <a:latin typeface="+mn-ea"/>
              </a:rPr>
              <a:t>0</a:t>
            </a:r>
            <a:r>
              <a:rPr kumimoji="1" lang="zh-CN" altLang="en-US" sz="1600" b="1" dirty="0">
                <a:latin typeface="+mn-ea"/>
              </a:rPr>
              <a:t>不再省略，数据的可信规则、处理负数和小数的方式和之前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总结的单独使用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时一样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1.H-(1)~(3)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9DCBEF1-4081-1F83-88DB-F1B9BBCF7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925" y="2372657"/>
            <a:ext cx="5127370" cy="382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88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I.ios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的混合使用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错误用法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577612" y="1323975"/>
            <a:ext cx="5257799" cy="32099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    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4985497" cy="320992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BC6C0C-AEE3-4A6C-90FE-95B88A9ED498}"/>
              </a:ext>
            </a:extLst>
          </p:cNvPr>
          <p:cNvSpPr/>
          <p:nvPr/>
        </p:nvSpPr>
        <p:spPr bwMode="auto">
          <a:xfrm>
            <a:off x="596153" y="4533900"/>
            <a:ext cx="4981460" cy="20002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C615DC-9794-4F74-9CB7-ABF469B814F7}"/>
              </a:ext>
            </a:extLst>
          </p:cNvPr>
          <p:cNvSpPr/>
          <p:nvPr/>
        </p:nvSpPr>
        <p:spPr bwMode="auto">
          <a:xfrm>
            <a:off x="5577612" y="4533900"/>
            <a:ext cx="5257799" cy="20002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C8B638-0A2C-7096-FA57-4FD49A078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3" y="4946377"/>
            <a:ext cx="5475228" cy="149787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1941BC8-DC48-E045-26F0-3D4163576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892" y="4891491"/>
            <a:ext cx="5650389" cy="160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51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I.ios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的混合使用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在上一页的基础上将程序改正确，并给出截图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572124" y="1323974"/>
            <a:ext cx="526328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    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86629" y="1323973"/>
            <a:ext cx="499098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</a:t>
            </a: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BC6C0C-AEE3-4A6C-90FE-95B88A9ED498}"/>
              </a:ext>
            </a:extLst>
          </p:cNvPr>
          <p:cNvSpPr/>
          <p:nvPr/>
        </p:nvSpPr>
        <p:spPr bwMode="auto">
          <a:xfrm>
            <a:off x="586629" y="4533900"/>
            <a:ext cx="4985496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C615DC-9794-4F74-9CB7-ABF469B814F7}"/>
              </a:ext>
            </a:extLst>
          </p:cNvPr>
          <p:cNvSpPr/>
          <p:nvPr/>
        </p:nvSpPr>
        <p:spPr bwMode="auto">
          <a:xfrm>
            <a:off x="5572124" y="4533900"/>
            <a:ext cx="5263287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FA0EC0-EC10-4F3D-A88F-5FF103AF9D13}"/>
              </a:ext>
            </a:extLst>
          </p:cNvPr>
          <p:cNvSpPr/>
          <p:nvPr/>
        </p:nvSpPr>
        <p:spPr bwMode="auto">
          <a:xfrm>
            <a:off x="586630" y="5534025"/>
            <a:ext cx="10248782" cy="10001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再强调一遍，先去读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P.5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，后续不再提示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如果想要在一个程序中同时显示</a:t>
            </a:r>
            <a:r>
              <a:rPr kumimoji="1" lang="en-US" altLang="zh-CN" sz="1600" b="1" dirty="0">
                <a:latin typeface="+mn-ea"/>
              </a:rPr>
              <a:t>fixed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scientific</a:t>
            </a:r>
            <a:r>
              <a:rPr kumimoji="1" lang="zh-CN" altLang="en-US" sz="1600" b="1" dirty="0">
                <a:latin typeface="+mn-ea"/>
              </a:rPr>
              <a:t>形式，需要在两者之间加入一句：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_____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</a:t>
            </a:r>
            <a:r>
              <a:rPr kumimoji="1" lang="en-US" altLang="zh-CN" sz="1600" b="1" dirty="0" err="1">
                <a:latin typeface="+mn-ea"/>
              </a:rPr>
              <a:t>resetiosflags</a:t>
            </a:r>
            <a:r>
              <a:rPr kumimoji="1" lang="en-US" altLang="zh-CN" sz="1600" b="1" dirty="0">
                <a:latin typeface="+mn-ea"/>
              </a:rPr>
              <a:t>(*);_________________________________________________________________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B3F8F1-86C0-D8A0-7EAD-3FC7DAE26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86" y="1819276"/>
            <a:ext cx="5217330" cy="3429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BAF480-92D5-635A-7A1B-0B7B029BC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544" y="1537825"/>
            <a:ext cx="5929051" cy="388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90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J.setw</a:t>
            </a:r>
            <a:r>
              <a:rPr lang="zh-CN" altLang="en-US" sz="1600" b="1" dirty="0">
                <a:latin typeface="+mn-ea"/>
              </a:rPr>
              <a:t>的基本使用 </a:t>
            </a:r>
            <a:r>
              <a:rPr lang="en-US" altLang="zh-CN" sz="1600" b="1" dirty="0">
                <a:latin typeface="+mn-ea"/>
              </a:rPr>
              <a:t>- 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717628" y="1323974"/>
            <a:ext cx="5117783" cy="359486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2551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a = 12345;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(3)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(6)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5CE073-0217-4BFF-8DE1-C53D69470CA4}"/>
              </a:ext>
            </a:extLst>
          </p:cNvPr>
          <p:cNvSpPr/>
          <p:nvPr/>
        </p:nvSpPr>
        <p:spPr bwMode="auto">
          <a:xfrm>
            <a:off x="592114" y="4918841"/>
            <a:ext cx="10243297" cy="16153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指定的宽度是总宽度，当总宽度大于数据宽度时，显示规律为：</a:t>
            </a:r>
            <a:r>
              <a:rPr kumimoji="1" lang="zh-CN" altLang="en-US" sz="1600" b="1" u="sng" dirty="0">
                <a:latin typeface="+mn-ea"/>
              </a:rPr>
              <a:t>在数据前面补空格，算上空格后宽度为</a:t>
            </a:r>
            <a:r>
              <a:rPr kumimoji="1" lang="en-US" altLang="zh-CN" sz="1600" b="1" u="sng" dirty="0" err="1">
                <a:latin typeface="+mn-ea"/>
              </a:rPr>
              <a:t>setw</a:t>
            </a:r>
            <a:r>
              <a:rPr kumimoji="1" lang="zh-CN" altLang="en-US" sz="1600" b="1" u="sng" dirty="0">
                <a:latin typeface="+mn-ea"/>
              </a:rPr>
              <a:t>指定的宽度</a:t>
            </a:r>
            <a:r>
              <a:rPr kumimoji="1" lang="zh-CN" altLang="en-US" sz="1600" b="1" dirty="0">
                <a:latin typeface="+mn-ea"/>
              </a:rPr>
              <a:t>；当总宽度小于数据宽度时，显示规律为 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输出完整数据，不补也不删</a:t>
            </a:r>
            <a:r>
              <a:rPr kumimoji="1" lang="en-US" altLang="zh-CN" sz="1600" b="1" dirty="0">
                <a:latin typeface="+mn-ea"/>
              </a:rPr>
              <a:t>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的设置后，对后面的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______(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、程序最前面两行的输出，目的是什么？：为了让后面输出数据的宽度看起来更直观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、每行输出的最后一个</a:t>
            </a:r>
            <a:r>
              <a:rPr kumimoji="1" lang="en-US" altLang="zh-CN" sz="1600" b="1" dirty="0">
                <a:latin typeface="+mn-ea"/>
              </a:rPr>
              <a:t>*</a:t>
            </a:r>
            <a:r>
              <a:rPr kumimoji="1" lang="zh-CN" altLang="en-US" sz="1600" b="1" dirty="0">
                <a:latin typeface="+mn-ea"/>
              </a:rPr>
              <a:t>，目的是什么？：为了确定每个数据结束的地方，以便计算宽度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CEBDBA-D60A-93D2-09CE-484CB3E55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846" y="1793030"/>
            <a:ext cx="5863337" cy="243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53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J.setw</a:t>
            </a:r>
            <a:r>
              <a:rPr lang="zh-CN" altLang="en-US" sz="1600" b="1" dirty="0">
                <a:latin typeface="+mn-ea"/>
              </a:rPr>
              <a:t>的基本使用 </a:t>
            </a:r>
            <a:r>
              <a:rPr lang="en-US" altLang="zh-CN" sz="1600" b="1" dirty="0">
                <a:latin typeface="+mn-ea"/>
              </a:rPr>
              <a:t>- (2)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717628" y="1323974"/>
            <a:ext cx="5117783" cy="359486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512551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double a = 0.123456789012345;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(6)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(9)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(30)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5CE073-0217-4BFF-8DE1-C53D69470CA4}"/>
              </a:ext>
            </a:extLst>
          </p:cNvPr>
          <p:cNvSpPr/>
          <p:nvPr/>
        </p:nvSpPr>
        <p:spPr bwMode="auto">
          <a:xfrm>
            <a:off x="592114" y="4918841"/>
            <a:ext cx="10243297" cy="16153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指定的宽度是总宽度，对于实型数据，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包含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包含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不包含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小数点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353490-1F15-A837-F871-424EDAF3E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751" y="1825825"/>
            <a:ext cx="6535062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44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K.setw+setfill</a:t>
            </a:r>
            <a:r>
              <a:rPr lang="zh-CN" altLang="en-US" sz="1600" b="1" dirty="0">
                <a:latin typeface="+mn-ea"/>
              </a:rPr>
              <a:t>的使用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66810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a = 12345;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('-')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9CDD72-FB4B-410F-AA54-02896F718219}"/>
              </a:ext>
            </a:extLst>
          </p:cNvPr>
          <p:cNvSpPr/>
          <p:nvPr/>
        </p:nvSpPr>
        <p:spPr bwMode="auto">
          <a:xfrm>
            <a:off x="7273158" y="1323972"/>
            <a:ext cx="3562254" cy="33321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88076" y="4656083"/>
            <a:ext cx="10247336" cy="18780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setfill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设置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n-ea"/>
                <a:ea typeface="+mn-ea"/>
              </a:rPr>
              <a:t>setw</a:t>
            </a:r>
            <a:r>
              <a:rPr lang="zh-CN" altLang="en-US" sz="1600" b="1" dirty="0">
                <a:solidFill>
                  <a:schemeClr val="tx1"/>
                </a:solidFill>
                <a:effectLst/>
                <a:latin typeface="+mn-ea"/>
                <a:ea typeface="+mn-ea"/>
              </a:rPr>
              <a:t>的填充字符</a:t>
            </a:r>
            <a:r>
              <a:rPr kumimoji="1" lang="en-US" altLang="zh-CN" sz="1600" b="1" dirty="0">
                <a:latin typeface="+mn-ea"/>
              </a:rPr>
              <a:t>__________________________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setfill</a:t>
            </a:r>
            <a:r>
              <a:rPr kumimoji="1" lang="zh-CN" altLang="en-US" sz="1600" b="1" dirty="0">
                <a:latin typeface="+mn-ea"/>
              </a:rPr>
              <a:t>的设置后，对后面的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_______(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、解释为什么第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行的第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个数</a:t>
            </a:r>
            <a:r>
              <a:rPr kumimoji="1" lang="en-US" altLang="zh-CN" sz="1600" b="1" dirty="0">
                <a:latin typeface="+mn-ea"/>
              </a:rPr>
              <a:t>(12346)</a:t>
            </a:r>
            <a:r>
              <a:rPr kumimoji="1" lang="zh-CN" altLang="en-US" sz="1600" b="1" dirty="0">
                <a:latin typeface="+mn-ea"/>
              </a:rPr>
              <a:t>前面没有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zh-CN" altLang="en-US" sz="1600" b="1" dirty="0">
                <a:latin typeface="+mn-ea"/>
              </a:rPr>
              <a:t>：因为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设置后对后面的仅一个数据有效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215404-EABF-9E88-40D7-8BDBE8EBE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392" y="1813160"/>
            <a:ext cx="4325096" cy="129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3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1B6A17-5E7C-4625-90AE-6C7D682CA9B0}"/>
              </a:ext>
            </a:extLst>
          </p:cNvPr>
          <p:cNvSpPr/>
          <p:nvPr/>
        </p:nvSpPr>
        <p:spPr bwMode="auto">
          <a:xfrm>
            <a:off x="592115" y="3832160"/>
            <a:ext cx="6901761" cy="27019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a = 12345;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         1         2         3"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::left);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6901761" cy="25081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         1         2         3"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2164CD-4F8F-4A0F-B90D-84749264FDD1}"/>
              </a:ext>
            </a:extLst>
          </p:cNvPr>
          <p:cNvSpPr/>
          <p:nvPr/>
        </p:nvSpPr>
        <p:spPr bwMode="auto">
          <a:xfrm>
            <a:off x="7493876" y="1323973"/>
            <a:ext cx="3341536" cy="25081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0BA480-9B03-4433-A2D5-0CAC0E7C79E2}"/>
              </a:ext>
            </a:extLst>
          </p:cNvPr>
          <p:cNvSpPr/>
          <p:nvPr/>
        </p:nvSpPr>
        <p:spPr bwMode="auto">
          <a:xfrm>
            <a:off x="7493876" y="3832158"/>
            <a:ext cx="3341536" cy="27019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B780A1-11FE-4A73-8A14-82B7DDA2A631}"/>
              </a:ext>
            </a:extLst>
          </p:cNvPr>
          <p:cNvSpPr/>
          <p:nvPr/>
        </p:nvSpPr>
        <p:spPr bwMode="auto">
          <a:xfrm>
            <a:off x="2854273" y="3832157"/>
            <a:ext cx="4643641" cy="9421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ios</a:t>
            </a:r>
            <a:r>
              <a:rPr kumimoji="1" lang="en-US" altLang="zh-CN" sz="1600" b="1" dirty="0">
                <a:latin typeface="+mn-ea"/>
              </a:rPr>
              <a:t>::left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使输出的数据左对齐</a:t>
            </a:r>
            <a:r>
              <a:rPr kumimoji="1" lang="en-US" altLang="zh-CN" sz="1600" b="1" dirty="0">
                <a:latin typeface="+mn-ea"/>
              </a:rPr>
              <a:t>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、如果不设置，缺省是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右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右对齐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8FB179-D881-A578-3D6A-42307DF95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734" y="1898812"/>
            <a:ext cx="4318923" cy="14001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5AACDC4-6E62-C0B6-EE7E-B546EB2EA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619" y="4489314"/>
            <a:ext cx="4617776" cy="14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40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(2) - </a:t>
            </a:r>
            <a:r>
              <a:rPr lang="zh-CN" altLang="en-US" sz="1600" b="1" dirty="0">
                <a:latin typeface="+mn-ea"/>
              </a:rPr>
              <a:t>同时使用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6897723" cy="27855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2164CD-4F8F-4A0F-B90D-84749264FDD1}"/>
              </a:ext>
            </a:extLst>
          </p:cNvPr>
          <p:cNvSpPr/>
          <p:nvPr/>
        </p:nvSpPr>
        <p:spPr bwMode="auto">
          <a:xfrm>
            <a:off x="7489838" y="1323972"/>
            <a:ext cx="3345574" cy="278557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0BA480-9B03-4433-A2D5-0CAC0E7C79E2}"/>
              </a:ext>
            </a:extLst>
          </p:cNvPr>
          <p:cNvSpPr/>
          <p:nvPr/>
        </p:nvSpPr>
        <p:spPr bwMode="auto">
          <a:xfrm>
            <a:off x="7489838" y="4109545"/>
            <a:ext cx="3345574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01A248-64DE-4177-A73B-DD4C6923EDAB}"/>
              </a:ext>
            </a:extLst>
          </p:cNvPr>
          <p:cNvSpPr/>
          <p:nvPr/>
        </p:nvSpPr>
        <p:spPr bwMode="auto">
          <a:xfrm>
            <a:off x="592115" y="4109545"/>
            <a:ext cx="6897723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B2A7EA-7FA8-6140-0149-B7835101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211" y="1796244"/>
            <a:ext cx="4274095" cy="1542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6211CDE-7C28-F98E-F6C0-57A88D6EE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248" y="4693376"/>
            <a:ext cx="4561341" cy="155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50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在上一页的基础上将程序改正确，并给出截图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606D2-55A2-40E0-8D6D-3A0DF7E73037}"/>
              </a:ext>
            </a:extLst>
          </p:cNvPr>
          <p:cNvSpPr/>
          <p:nvPr/>
        </p:nvSpPr>
        <p:spPr bwMode="auto">
          <a:xfrm>
            <a:off x="592115" y="1323973"/>
            <a:ext cx="6897723" cy="27855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2164CD-4F8F-4A0F-B90D-84749264FDD1}"/>
              </a:ext>
            </a:extLst>
          </p:cNvPr>
          <p:cNvSpPr/>
          <p:nvPr/>
        </p:nvSpPr>
        <p:spPr bwMode="auto">
          <a:xfrm>
            <a:off x="7489838" y="1323972"/>
            <a:ext cx="3345574" cy="278557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0BA480-9B03-4433-A2D5-0CAC0E7C79E2}"/>
              </a:ext>
            </a:extLst>
          </p:cNvPr>
          <p:cNvSpPr/>
          <p:nvPr/>
        </p:nvSpPr>
        <p:spPr bwMode="auto">
          <a:xfrm>
            <a:off x="7489838" y="4109545"/>
            <a:ext cx="3345574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01A248-64DE-4177-A73B-DD4C6923EDAB}"/>
              </a:ext>
            </a:extLst>
          </p:cNvPr>
          <p:cNvSpPr/>
          <p:nvPr/>
        </p:nvSpPr>
        <p:spPr bwMode="auto">
          <a:xfrm>
            <a:off x="592115" y="4109545"/>
            <a:ext cx="6897723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</a:p>
          <a:p>
            <a:r>
              <a:rPr lang="en-US" altLang="zh-CN" sz="1100" b="1" dirty="0">
                <a:latin typeface="+mn-ea"/>
              </a:rPr>
              <a:t>using namespace std;</a:t>
            </a:r>
          </a:p>
          <a:p>
            <a:r>
              <a:rPr lang="en-US" altLang="zh-CN" sz="1100" b="1" dirty="0">
                <a:latin typeface="+mn-ea"/>
              </a:rPr>
              <a:t>int main()</a:t>
            </a:r>
          </a:p>
          <a:p>
            <a:r>
              <a:rPr lang="en-US" altLang="zh-CN" sz="1100" b="1" dirty="0">
                <a:latin typeface="+mn-ea"/>
              </a:rPr>
              <a:t>{</a:t>
            </a:r>
          </a:p>
          <a:p>
            <a:r>
              <a:rPr lang="en-US" altLang="zh-CN" sz="1100" b="1" dirty="0">
                <a:latin typeface="+mn-ea"/>
              </a:rPr>
              <a:t>    int a = 12345;</a:t>
            </a: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</a:p>
          <a:p>
            <a:r>
              <a:rPr lang="en-US" altLang="zh-CN" sz="1100" b="1" dirty="0">
                <a:latin typeface="+mn-ea"/>
              </a:rPr>
              <a:t>    return 0;</a:t>
            </a:r>
          </a:p>
          <a:p>
            <a:r>
              <a:rPr lang="en-US" altLang="zh-CN" sz="1100" b="1" dirty="0">
                <a:latin typeface="+mn-ea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49093D-B3B1-4293-9381-7327E5A68609}"/>
              </a:ext>
            </a:extLst>
          </p:cNvPr>
          <p:cNvSpPr/>
          <p:nvPr/>
        </p:nvSpPr>
        <p:spPr bwMode="auto">
          <a:xfrm>
            <a:off x="2574532" y="4109543"/>
            <a:ext cx="4915306" cy="840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如果想要</a:t>
            </a:r>
            <a:r>
              <a:rPr kumimoji="1" lang="en-US" altLang="zh-CN" sz="1200" b="1" dirty="0">
                <a:latin typeface="+mn-ea"/>
              </a:rPr>
              <a:t>right</a:t>
            </a:r>
            <a:r>
              <a:rPr kumimoji="1" lang="zh-CN" altLang="en-US" sz="1200" b="1" dirty="0">
                <a:latin typeface="+mn-ea"/>
              </a:rPr>
              <a:t>对齐后再</a:t>
            </a:r>
            <a:r>
              <a:rPr kumimoji="1" lang="en-US" altLang="zh-CN" sz="1200" b="1" dirty="0">
                <a:latin typeface="+mn-ea"/>
              </a:rPr>
              <a:t>left</a:t>
            </a:r>
            <a:r>
              <a:rPr kumimoji="1" lang="zh-CN" altLang="en-US" sz="1200" b="1" dirty="0">
                <a:latin typeface="+mn-ea"/>
              </a:rPr>
              <a:t>对齐，需要在两者之间加入一句：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________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</a:t>
            </a:r>
            <a:r>
              <a:rPr kumimoji="1" lang="en-US" altLang="zh-CN" sz="1200" b="1" dirty="0" err="1">
                <a:latin typeface="+mn-ea"/>
              </a:rPr>
              <a:t>resetiosflags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en-US" altLang="zh-CN" sz="1200" b="1" dirty="0" err="1">
                <a:latin typeface="+mn-ea"/>
              </a:rPr>
              <a:t>ios</a:t>
            </a:r>
            <a:r>
              <a:rPr kumimoji="1" lang="en-US" altLang="zh-CN" sz="1200" b="1" dirty="0">
                <a:latin typeface="+mn-ea"/>
              </a:rPr>
              <a:t>::right);__________________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1B492F-BA50-A4CC-3C67-50BEB7C0E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76" y="1221904"/>
            <a:ext cx="9538446" cy="277841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48250E7-743F-6EFC-FB74-5EA1543B0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323" y="4696519"/>
            <a:ext cx="8229600" cy="217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35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2214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基本要求：从键盘输入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进制数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772F63-C142-43E7-B13D-87DC0D16BE02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short a;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hex &gt;&gt; a;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:" &lt;&lt; 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"hex:" &lt;&lt; hex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"oct:" &lt;&lt; oct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4FF99D-558A-46DC-B3D6-DF68BA966D2E}"/>
              </a:ext>
            </a:extLst>
          </p:cNvPr>
          <p:cNvSpPr/>
          <p:nvPr/>
        </p:nvSpPr>
        <p:spPr bwMode="auto">
          <a:xfrm>
            <a:off x="4953000" y="1323974"/>
            <a:ext cx="58824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1a2b↙ </a:t>
            </a:r>
            <a:r>
              <a:rPr kumimoji="1" lang="zh-CN" altLang="en-US" sz="1600" b="1" dirty="0">
                <a:latin typeface="+mn-ea"/>
              </a:rPr>
              <a:t>（合理正数）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a1b2↙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 err="1">
                <a:latin typeface="+mn-ea"/>
              </a:rPr>
              <a:t>fffff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-1a2b↙</a:t>
            </a:r>
            <a:r>
              <a:rPr kumimoji="1" lang="zh-CN" altLang="en-US" sz="1600" b="1" dirty="0">
                <a:latin typeface="+mn-ea"/>
              </a:rPr>
              <a:t>（合理负数）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en-US" altLang="zh-CN" sz="1600" b="1" dirty="0" err="1">
                <a:latin typeface="+mn-ea"/>
              </a:rPr>
              <a:t>fffff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、暂不考虑输入错误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DCF58C-AD19-F389-5C14-85F3B6E66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557" y="505435"/>
            <a:ext cx="2910116" cy="13233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2A8C164-539C-68F9-50E6-9AF98625D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121" y="1828799"/>
            <a:ext cx="2259043" cy="11372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16570E1-9BBF-4B15-2DB6-F1B5B2B2D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158" y="3340063"/>
            <a:ext cx="2544913" cy="11779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48A98FF-1702-DF1A-45CC-F7D834BFC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205" y="4453980"/>
            <a:ext cx="2413781" cy="115044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BE21A46-832C-B698-8251-D136883E77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7048" y="5436315"/>
            <a:ext cx="2910116" cy="142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75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基本要求：从键盘输入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进制数（自行构造测试数据）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772F63-C142-43E7-B13D-87DC0D16BE02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a;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en-US" altLang="zh-CN" sz="1600" b="1" dirty="0" err="1">
                <a:latin typeface="+mn-ea"/>
              </a:rPr>
              <a:t>setbase</a:t>
            </a:r>
            <a:r>
              <a:rPr lang="en-US" altLang="zh-CN" sz="1600" b="1" dirty="0">
                <a:latin typeface="+mn-ea"/>
              </a:rPr>
              <a:t>(8) &gt;&gt; a;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:" &lt;&lt; 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"hex:" &lt;&lt; hex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"oct:" &lt;&lt; oct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4FF99D-558A-46DC-B3D6-DF68BA966D2E}"/>
              </a:ext>
            </a:extLst>
          </p:cNvPr>
          <p:cNvSpPr/>
          <p:nvPr/>
        </p:nvSpPr>
        <p:spPr bwMode="auto">
          <a:xfrm>
            <a:off x="4953000" y="1323974"/>
            <a:ext cx="58824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__123__↙ </a:t>
            </a:r>
            <a:r>
              <a:rPr kumimoji="1" lang="zh-CN" altLang="en-US" sz="1600" b="1" dirty="0">
                <a:latin typeface="+mn-ea"/>
              </a:rPr>
              <a:t>（合理正数）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 30653520525 ___ 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 112402761777__ 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__-123__ ↙</a:t>
            </a:r>
            <a:r>
              <a:rPr kumimoji="1" lang="zh-CN" altLang="en-US" sz="1600" b="1" dirty="0">
                <a:latin typeface="+mn-ea"/>
              </a:rPr>
              <a:t>（合理负数）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_-112402761777 ___↙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、暂不考虑输入错误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2BFD0F-1635-767C-4D40-442BBDC18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557" y="606556"/>
            <a:ext cx="2470973" cy="12163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024CF6F-B32E-6113-FCFE-E8D7599E0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67" y="2091924"/>
            <a:ext cx="2730676" cy="12493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1A132A0-ED03-5476-6063-2AF26AE44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691" y="3610226"/>
            <a:ext cx="2820894" cy="125836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2FE8809-4A53-CB16-D83B-B552840CA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6840" y="4558471"/>
            <a:ext cx="2642121" cy="124468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4869B55-91A1-A828-2CAE-333FED9313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466" y="5454283"/>
            <a:ext cx="3001448" cy="131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99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格式控制符</a:t>
            </a:r>
            <a:r>
              <a:rPr lang="en-US" altLang="zh-CN" sz="1600" b="1" dirty="0" err="1">
                <a:latin typeface="+mn-ea"/>
              </a:rPr>
              <a:t>setiosflags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 err="1">
                <a:latin typeface="+mn-ea"/>
              </a:rPr>
              <a:t>skipws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的使用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772F63-C142-43E7-B13D-87DC0D16BE02}"/>
              </a:ext>
            </a:extLst>
          </p:cNvPr>
          <p:cNvSpPr/>
          <p:nvPr/>
        </p:nvSpPr>
        <p:spPr bwMode="auto">
          <a:xfrm>
            <a:off x="592114" y="1323975"/>
            <a:ext cx="267496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B28C72-FA6E-405F-A229-208F8DAB25C0}"/>
              </a:ext>
            </a:extLst>
          </p:cNvPr>
          <p:cNvSpPr/>
          <p:nvPr/>
        </p:nvSpPr>
        <p:spPr bwMode="auto">
          <a:xfrm>
            <a:off x="3267076" y="1323974"/>
            <a:ext cx="401659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setiosflags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0C7E5C-63E8-4246-BCEB-6A5AD344DFA1}"/>
              </a:ext>
            </a:extLst>
          </p:cNvPr>
          <p:cNvSpPr/>
          <p:nvPr/>
        </p:nvSpPr>
        <p:spPr bwMode="auto">
          <a:xfrm>
            <a:off x="7283669" y="1323974"/>
            <a:ext cx="35557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cin.unsetf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BE673F-475D-4829-90D6-5F5404A85144}"/>
              </a:ext>
            </a:extLst>
          </p:cNvPr>
          <p:cNvSpPr/>
          <p:nvPr/>
        </p:nvSpPr>
        <p:spPr bwMode="auto">
          <a:xfrm>
            <a:off x="592113" y="4645572"/>
            <a:ext cx="2674961" cy="188857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12 34</a:t>
            </a:r>
            <a:r>
              <a:rPr kumimoji="1" lang="en-US" altLang="zh-CN" sz="1600" b="1" dirty="0">
                <a:latin typeface="宋体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_12</a:t>
            </a:r>
            <a:r>
              <a:rPr kumimoji="1" lang="en-US" altLang="zh-CN" sz="1600" b="1" dirty="0">
                <a:latin typeface="宋体"/>
              </a:rPr>
              <a:t> ↙34 ↙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092854-E69B-4D22-8E67-20448F644FD8}"/>
              </a:ext>
            </a:extLst>
          </p:cNvPr>
          <p:cNvSpPr/>
          <p:nvPr/>
        </p:nvSpPr>
        <p:spPr bwMode="auto">
          <a:xfrm>
            <a:off x="3267075" y="4645572"/>
            <a:ext cx="4016592" cy="188857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12 34</a:t>
            </a:r>
            <a:r>
              <a:rPr kumimoji="1" lang="en-US" altLang="zh-CN" sz="1600" b="1" dirty="0">
                <a:latin typeface="宋体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 12</a:t>
            </a:r>
            <a:r>
              <a:rPr kumimoji="1" lang="en-US" altLang="zh-CN" sz="1600" b="1" dirty="0">
                <a:latin typeface="宋体"/>
              </a:rPr>
              <a:t> ↙34 ↙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B18340-B457-4691-BA2A-EDF711533F9E}"/>
              </a:ext>
            </a:extLst>
          </p:cNvPr>
          <p:cNvSpPr/>
          <p:nvPr/>
        </p:nvSpPr>
        <p:spPr bwMode="auto">
          <a:xfrm>
            <a:off x="7283667" y="4645571"/>
            <a:ext cx="3555782" cy="18887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12 34</a:t>
            </a:r>
            <a:r>
              <a:rPr kumimoji="1" lang="en-US" altLang="zh-CN" sz="1600" b="1" dirty="0">
                <a:latin typeface="宋体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 12</a:t>
            </a:r>
            <a:r>
              <a:rPr kumimoji="1" lang="en-US" altLang="zh-CN" sz="1600" b="1" dirty="0">
                <a:latin typeface="宋体"/>
              </a:rPr>
              <a:t> ↙0 ↙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05B215-7B00-48D1-98E3-AAFEAE3A9B5D}"/>
              </a:ext>
            </a:extLst>
          </p:cNvPr>
          <p:cNvSpPr/>
          <p:nvPr/>
        </p:nvSpPr>
        <p:spPr bwMode="auto">
          <a:xfrm>
            <a:off x="592112" y="5423338"/>
            <a:ext cx="10247336" cy="11108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综合以上三个例子可以得到如下结论：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“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忽略前导空格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”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的意思，是空格不作为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_0_____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，而是做为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使输入终止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（因此导致第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个例子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未取得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34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setiosflags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在缺省情况下是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有效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有效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无效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的，即不设置也生效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、如果想取消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忽略前导空格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的设置，应使用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cin.unsetf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skipws</a:t>
            </a: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_____________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D5C613B-1FB6-EEC8-EE37-0F8E346B5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93" y="4053197"/>
            <a:ext cx="1816151" cy="68742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2AF1212-9E22-5E0F-459B-4DBBB9775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057" y="3787970"/>
            <a:ext cx="2474111" cy="95734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6A35E19-23FE-F620-CBE3-BA880C977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853" y="1468896"/>
            <a:ext cx="2801196" cy="112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23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989487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2352</TotalTime>
  <Words>8477</Words>
  <Application>Microsoft Office PowerPoint</Application>
  <PresentationFormat>宽屏</PresentationFormat>
  <Paragraphs>1017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0" baseType="lpstr">
      <vt:lpstr>等线</vt:lpstr>
      <vt:lpstr>宋体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237</cp:revision>
  <dcterms:created xsi:type="dcterms:W3CDTF">2020-08-13T13:39:53Z</dcterms:created>
  <dcterms:modified xsi:type="dcterms:W3CDTF">2024-03-18T12:16:31Z</dcterms:modified>
</cp:coreProperties>
</file>