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28"/>
  </p:notesMasterIdLst>
  <p:sldIdLst>
    <p:sldId id="838" r:id="rId2"/>
    <p:sldId id="1237" r:id="rId3"/>
    <p:sldId id="990" r:id="rId4"/>
    <p:sldId id="992" r:id="rId5"/>
    <p:sldId id="993" r:id="rId6"/>
    <p:sldId id="1238" r:id="rId7"/>
    <p:sldId id="1244" r:id="rId8"/>
    <p:sldId id="1245" r:id="rId9"/>
    <p:sldId id="1239" r:id="rId10"/>
    <p:sldId id="1246" r:id="rId11"/>
    <p:sldId id="1247" r:id="rId12"/>
    <p:sldId id="1240" r:id="rId13"/>
    <p:sldId id="1248" r:id="rId14"/>
    <p:sldId id="1249" r:id="rId15"/>
    <p:sldId id="1250" r:id="rId16"/>
    <p:sldId id="1241" r:id="rId17"/>
    <p:sldId id="1251" r:id="rId18"/>
    <p:sldId id="1252" r:id="rId19"/>
    <p:sldId id="1253" r:id="rId20"/>
    <p:sldId id="1254" r:id="rId21"/>
    <p:sldId id="1242" r:id="rId22"/>
    <p:sldId id="1255" r:id="rId23"/>
    <p:sldId id="1256" r:id="rId24"/>
    <p:sldId id="1257" r:id="rId25"/>
    <p:sldId id="1243" r:id="rId26"/>
    <p:sldId id="1258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E2DD42-42BD-4084-B1DA-27D870C63EFE}" v="179" dt="2024-05-09T14:09:23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F8E2DD42-42BD-4084-B1DA-27D870C63EFE}"/>
    <pc:docChg chg="undo custSel modSld">
      <pc:chgData name="xi sheng" userId="b3919e0d8ca6a452" providerId="LiveId" clId="{F8E2DD42-42BD-4084-B1DA-27D870C63EFE}" dt="2024-05-09T14:11:32.218" v="875" actId="20577"/>
      <pc:docMkLst>
        <pc:docMk/>
      </pc:docMkLst>
      <pc:sldChg chg="addSp modSp mod">
        <pc:chgData name="xi sheng" userId="b3919e0d8ca6a452" providerId="LiveId" clId="{F8E2DD42-42BD-4084-B1DA-27D870C63EFE}" dt="2024-05-09T14:11:32.218" v="875" actId="20577"/>
        <pc:sldMkLst>
          <pc:docMk/>
          <pc:sldMk cId="3326971709" sldId="993"/>
        </pc:sldMkLst>
        <pc:spChg chg="mod">
          <ac:chgData name="xi sheng" userId="b3919e0d8ca6a452" providerId="LiveId" clId="{F8E2DD42-42BD-4084-B1DA-27D870C63EFE}" dt="2024-05-09T07:34:26.585" v="5"/>
          <ac:spMkLst>
            <pc:docMk/>
            <pc:sldMk cId="3326971709" sldId="993"/>
            <ac:spMk id="8" creationId="{2A01A97C-F98F-4774-9B2B-260540420E95}"/>
          </ac:spMkLst>
        </pc:spChg>
        <pc:spChg chg="mod">
          <ac:chgData name="xi sheng" userId="b3919e0d8ca6a452" providerId="LiveId" clId="{F8E2DD42-42BD-4084-B1DA-27D870C63EFE}" dt="2024-05-09T14:11:32.218" v="875" actId="20577"/>
          <ac:spMkLst>
            <pc:docMk/>
            <pc:sldMk cId="3326971709" sldId="993"/>
            <ac:spMk id="9" creationId="{E012389A-BD8F-4936-BF73-8A73F0345C15}"/>
          </ac:spMkLst>
        </pc:spChg>
        <pc:picChg chg="add mod">
          <ac:chgData name="xi sheng" userId="b3919e0d8ca6a452" providerId="LiveId" clId="{F8E2DD42-42BD-4084-B1DA-27D870C63EFE}" dt="2024-05-09T07:32:57.288" v="1" actId="1076"/>
          <ac:picMkLst>
            <pc:docMk/>
            <pc:sldMk cId="3326971709" sldId="993"/>
            <ac:picMk id="3" creationId="{4767DB7D-40AC-BC17-8699-2B8D34878F4B}"/>
          </ac:picMkLst>
        </pc:picChg>
      </pc:sldChg>
      <pc:sldChg chg="addSp modSp mod">
        <pc:chgData name="xi sheng" userId="b3919e0d8ca6a452" providerId="LiveId" clId="{F8E2DD42-42BD-4084-B1DA-27D870C63EFE}" dt="2024-05-09T14:02:35.453" v="590" actId="20577"/>
        <pc:sldMkLst>
          <pc:docMk/>
          <pc:sldMk cId="2644306732" sldId="1244"/>
        </pc:sldMkLst>
        <pc:spChg chg="mod">
          <ac:chgData name="xi sheng" userId="b3919e0d8ca6a452" providerId="LiveId" clId="{F8E2DD42-42BD-4084-B1DA-27D870C63EFE}" dt="2024-05-09T07:39:17.900" v="21"/>
          <ac:spMkLst>
            <pc:docMk/>
            <pc:sldMk cId="2644306732" sldId="1244"/>
            <ac:spMk id="8" creationId="{2A01A97C-F98F-4774-9B2B-260540420E95}"/>
          </ac:spMkLst>
        </pc:spChg>
        <pc:spChg chg="mod">
          <ac:chgData name="xi sheng" userId="b3919e0d8ca6a452" providerId="LiveId" clId="{F8E2DD42-42BD-4084-B1DA-27D870C63EFE}" dt="2024-05-09T14:02:35.453" v="590" actId="20577"/>
          <ac:spMkLst>
            <pc:docMk/>
            <pc:sldMk cId="2644306732" sldId="1244"/>
            <ac:spMk id="9" creationId="{6B2248B6-03E4-4DCC-B63C-E19DF93006B5}"/>
          </ac:spMkLst>
        </pc:spChg>
        <pc:picChg chg="add mod">
          <ac:chgData name="xi sheng" userId="b3919e0d8ca6a452" providerId="LiveId" clId="{F8E2DD42-42BD-4084-B1DA-27D870C63EFE}" dt="2024-05-09T07:35:16.997" v="7" actId="1076"/>
          <ac:picMkLst>
            <pc:docMk/>
            <pc:sldMk cId="2644306732" sldId="1244"/>
            <ac:picMk id="3" creationId="{9DCC5926-21BC-00F1-8833-2E7409D61C0A}"/>
          </ac:picMkLst>
        </pc:picChg>
      </pc:sldChg>
      <pc:sldChg chg="addSp modSp mod">
        <pc:chgData name="xi sheng" userId="b3919e0d8ca6a452" providerId="LiveId" clId="{F8E2DD42-42BD-4084-B1DA-27D870C63EFE}" dt="2024-05-09T14:02:52.731" v="609" actId="20577"/>
        <pc:sldMkLst>
          <pc:docMk/>
          <pc:sldMk cId="2947616208" sldId="1245"/>
        </pc:sldMkLst>
        <pc:spChg chg="mod">
          <ac:chgData name="xi sheng" userId="b3919e0d8ca6a452" providerId="LiveId" clId="{F8E2DD42-42BD-4084-B1DA-27D870C63EFE}" dt="2024-05-09T07:56:09.024" v="276" actId="20577"/>
          <ac:spMkLst>
            <pc:docMk/>
            <pc:sldMk cId="2947616208" sldId="1245"/>
            <ac:spMk id="8" creationId="{2A01A97C-F98F-4774-9B2B-260540420E95}"/>
          </ac:spMkLst>
        </pc:spChg>
        <pc:spChg chg="mod">
          <ac:chgData name="xi sheng" userId="b3919e0d8ca6a452" providerId="LiveId" clId="{F8E2DD42-42BD-4084-B1DA-27D870C63EFE}" dt="2024-05-09T14:02:52.731" v="609" actId="20577"/>
          <ac:spMkLst>
            <pc:docMk/>
            <pc:sldMk cId="2947616208" sldId="1245"/>
            <ac:spMk id="9" creationId="{6B2248B6-03E4-4DCC-B63C-E19DF93006B5}"/>
          </ac:spMkLst>
        </pc:spChg>
        <pc:picChg chg="add mod">
          <ac:chgData name="xi sheng" userId="b3919e0d8ca6a452" providerId="LiveId" clId="{F8E2DD42-42BD-4084-B1DA-27D870C63EFE}" dt="2024-05-09T14:02:41.729" v="591" actId="1076"/>
          <ac:picMkLst>
            <pc:docMk/>
            <pc:sldMk cId="2947616208" sldId="1245"/>
            <ac:picMk id="4" creationId="{BEDBB118-46E0-7FB6-DA69-68C187D9B1D2}"/>
          </ac:picMkLst>
        </pc:picChg>
      </pc:sldChg>
      <pc:sldChg chg="addSp modSp mod">
        <pc:chgData name="xi sheng" userId="b3919e0d8ca6a452" providerId="LiveId" clId="{F8E2DD42-42BD-4084-B1DA-27D870C63EFE}" dt="2024-05-09T14:03:08.587" v="620" actId="20577"/>
        <pc:sldMkLst>
          <pc:docMk/>
          <pc:sldMk cId="562276876" sldId="1246"/>
        </pc:sldMkLst>
        <pc:spChg chg="mod">
          <ac:chgData name="xi sheng" userId="b3919e0d8ca6a452" providerId="LiveId" clId="{F8E2DD42-42BD-4084-B1DA-27D870C63EFE}" dt="2024-05-09T07:44:32.978" v="79"/>
          <ac:spMkLst>
            <pc:docMk/>
            <pc:sldMk cId="562276876" sldId="1246"/>
            <ac:spMk id="8" creationId="{2A01A97C-F98F-4774-9B2B-260540420E95}"/>
          </ac:spMkLst>
        </pc:spChg>
        <pc:spChg chg="mod">
          <ac:chgData name="xi sheng" userId="b3919e0d8ca6a452" providerId="LiveId" clId="{F8E2DD42-42BD-4084-B1DA-27D870C63EFE}" dt="2024-05-09T14:03:08.587" v="620" actId="20577"/>
          <ac:spMkLst>
            <pc:docMk/>
            <pc:sldMk cId="562276876" sldId="1246"/>
            <ac:spMk id="9" creationId="{6B2248B6-03E4-4DCC-B63C-E19DF93006B5}"/>
          </ac:spMkLst>
        </pc:spChg>
        <pc:picChg chg="add mod">
          <ac:chgData name="xi sheng" userId="b3919e0d8ca6a452" providerId="LiveId" clId="{F8E2DD42-42BD-4084-B1DA-27D870C63EFE}" dt="2024-05-09T07:43:40.741" v="65" actId="1076"/>
          <ac:picMkLst>
            <pc:docMk/>
            <pc:sldMk cId="562276876" sldId="1246"/>
            <ac:picMk id="3" creationId="{23CA8B03-762C-E031-54A5-A45E485E52F8}"/>
          </ac:picMkLst>
        </pc:picChg>
      </pc:sldChg>
      <pc:sldChg chg="addSp modSp mod">
        <pc:chgData name="xi sheng" userId="b3919e0d8ca6a452" providerId="LiveId" clId="{F8E2DD42-42BD-4084-B1DA-27D870C63EFE}" dt="2024-05-09T14:03:18.973" v="632" actId="20577"/>
        <pc:sldMkLst>
          <pc:docMk/>
          <pc:sldMk cId="159120274" sldId="1247"/>
        </pc:sldMkLst>
        <pc:spChg chg="mod">
          <ac:chgData name="xi sheng" userId="b3919e0d8ca6a452" providerId="LiveId" clId="{F8E2DD42-42BD-4084-B1DA-27D870C63EFE}" dt="2024-05-09T07:57:58.426" v="298"/>
          <ac:spMkLst>
            <pc:docMk/>
            <pc:sldMk cId="159120274" sldId="1247"/>
            <ac:spMk id="8" creationId="{2A01A97C-F98F-4774-9B2B-260540420E95}"/>
          </ac:spMkLst>
        </pc:spChg>
        <pc:spChg chg="mod">
          <ac:chgData name="xi sheng" userId="b3919e0d8ca6a452" providerId="LiveId" clId="{F8E2DD42-42BD-4084-B1DA-27D870C63EFE}" dt="2024-05-09T14:03:18.973" v="632" actId="20577"/>
          <ac:spMkLst>
            <pc:docMk/>
            <pc:sldMk cId="159120274" sldId="1247"/>
            <ac:spMk id="9" creationId="{6B2248B6-03E4-4DCC-B63C-E19DF93006B5}"/>
          </ac:spMkLst>
        </pc:spChg>
        <pc:picChg chg="add mod">
          <ac:chgData name="xi sheng" userId="b3919e0d8ca6a452" providerId="LiveId" clId="{F8E2DD42-42BD-4084-B1DA-27D870C63EFE}" dt="2024-05-09T14:03:13.185" v="621" actId="1076"/>
          <ac:picMkLst>
            <pc:docMk/>
            <pc:sldMk cId="159120274" sldId="1247"/>
            <ac:picMk id="3" creationId="{C60F8E2B-54DB-D526-2BAD-473F900EB159}"/>
          </ac:picMkLst>
        </pc:picChg>
      </pc:sldChg>
      <pc:sldChg chg="addSp modSp mod">
        <pc:chgData name="xi sheng" userId="b3919e0d8ca6a452" providerId="LiveId" clId="{F8E2DD42-42BD-4084-B1DA-27D870C63EFE}" dt="2024-05-09T14:03:44.300" v="669" actId="404"/>
        <pc:sldMkLst>
          <pc:docMk/>
          <pc:sldMk cId="724046898" sldId="1248"/>
        </pc:sldMkLst>
        <pc:spChg chg="mod">
          <ac:chgData name="xi sheng" userId="b3919e0d8ca6a452" providerId="LiveId" clId="{F8E2DD42-42BD-4084-B1DA-27D870C63EFE}" dt="2024-05-09T07:47:56.621" v="133"/>
          <ac:spMkLst>
            <pc:docMk/>
            <pc:sldMk cId="724046898" sldId="1248"/>
            <ac:spMk id="8" creationId="{2A01A97C-F98F-4774-9B2B-260540420E95}"/>
          </ac:spMkLst>
        </pc:spChg>
        <pc:spChg chg="mod">
          <ac:chgData name="xi sheng" userId="b3919e0d8ca6a452" providerId="LiveId" clId="{F8E2DD42-42BD-4084-B1DA-27D870C63EFE}" dt="2024-05-09T14:03:44.300" v="669" actId="404"/>
          <ac:spMkLst>
            <pc:docMk/>
            <pc:sldMk cId="724046898" sldId="1248"/>
            <ac:spMk id="9" creationId="{6B2248B6-03E4-4DCC-B63C-E19DF93006B5}"/>
          </ac:spMkLst>
        </pc:spChg>
        <pc:picChg chg="add mod">
          <ac:chgData name="xi sheng" userId="b3919e0d8ca6a452" providerId="LiveId" clId="{F8E2DD42-42BD-4084-B1DA-27D870C63EFE}" dt="2024-05-09T07:47:00.495" v="108" actId="1076"/>
          <ac:picMkLst>
            <pc:docMk/>
            <pc:sldMk cId="724046898" sldId="1248"/>
            <ac:picMk id="3" creationId="{541D22FC-42AD-5F3E-88AC-18319CD42927}"/>
          </ac:picMkLst>
        </pc:picChg>
        <pc:cxnChg chg="add mod">
          <ac:chgData name="xi sheng" userId="b3919e0d8ca6a452" providerId="LiveId" clId="{F8E2DD42-42BD-4084-B1DA-27D870C63EFE}" dt="2024-05-09T07:49:03.437" v="137" actId="1582"/>
          <ac:cxnSpMkLst>
            <pc:docMk/>
            <pc:sldMk cId="724046898" sldId="1248"/>
            <ac:cxnSpMk id="5" creationId="{AE5C3531-7C31-4382-E5A6-E8CD8B12235E}"/>
          </ac:cxnSpMkLst>
        </pc:cxnChg>
      </pc:sldChg>
      <pc:sldChg chg="addSp modSp mod">
        <pc:chgData name="xi sheng" userId="b3919e0d8ca6a452" providerId="LiveId" clId="{F8E2DD42-42BD-4084-B1DA-27D870C63EFE}" dt="2024-05-09T14:04:07.314" v="675" actId="1076"/>
        <pc:sldMkLst>
          <pc:docMk/>
          <pc:sldMk cId="414990885" sldId="1249"/>
        </pc:sldMkLst>
        <pc:spChg chg="mod">
          <ac:chgData name="xi sheng" userId="b3919e0d8ca6a452" providerId="LiveId" clId="{F8E2DD42-42BD-4084-B1DA-27D870C63EFE}" dt="2024-05-09T07:53:25.870" v="216" actId="20577"/>
          <ac:spMkLst>
            <pc:docMk/>
            <pc:sldMk cId="414990885" sldId="1249"/>
            <ac:spMk id="8" creationId="{2A01A97C-F98F-4774-9B2B-260540420E95}"/>
          </ac:spMkLst>
        </pc:spChg>
        <pc:spChg chg="mod">
          <ac:chgData name="xi sheng" userId="b3919e0d8ca6a452" providerId="LiveId" clId="{F8E2DD42-42BD-4084-B1DA-27D870C63EFE}" dt="2024-05-09T14:04:04.019" v="674" actId="20577"/>
          <ac:spMkLst>
            <pc:docMk/>
            <pc:sldMk cId="414990885" sldId="1249"/>
            <ac:spMk id="9" creationId="{6B2248B6-03E4-4DCC-B63C-E19DF93006B5}"/>
          </ac:spMkLst>
        </pc:spChg>
        <pc:picChg chg="add mod">
          <ac:chgData name="xi sheng" userId="b3919e0d8ca6a452" providerId="LiveId" clId="{F8E2DD42-42BD-4084-B1DA-27D870C63EFE}" dt="2024-05-09T14:04:07.314" v="675" actId="1076"/>
          <ac:picMkLst>
            <pc:docMk/>
            <pc:sldMk cId="414990885" sldId="1249"/>
            <ac:picMk id="3" creationId="{981ED391-7266-3B07-810A-5F7C1FD9B8ED}"/>
          </ac:picMkLst>
        </pc:picChg>
      </pc:sldChg>
      <pc:sldChg chg="addSp modSp mod">
        <pc:chgData name="xi sheng" userId="b3919e0d8ca6a452" providerId="LiveId" clId="{F8E2DD42-42BD-4084-B1DA-27D870C63EFE}" dt="2024-05-09T14:04:39.214" v="730" actId="20577"/>
        <pc:sldMkLst>
          <pc:docMk/>
          <pc:sldMk cId="4054060493" sldId="1250"/>
        </pc:sldMkLst>
        <pc:spChg chg="mod">
          <ac:chgData name="xi sheng" userId="b3919e0d8ca6a452" providerId="LiveId" clId="{F8E2DD42-42BD-4084-B1DA-27D870C63EFE}" dt="2024-05-09T07:55:14.245" v="256" actId="207"/>
          <ac:spMkLst>
            <pc:docMk/>
            <pc:sldMk cId="4054060493" sldId="1250"/>
            <ac:spMk id="7" creationId="{E22498D5-1DDF-473C-A5FE-9B49A2786D91}"/>
          </ac:spMkLst>
        </pc:spChg>
        <pc:spChg chg="mod">
          <ac:chgData name="xi sheng" userId="b3919e0d8ca6a452" providerId="LiveId" clId="{F8E2DD42-42BD-4084-B1DA-27D870C63EFE}" dt="2024-05-09T07:55:27.480" v="264" actId="20577"/>
          <ac:spMkLst>
            <pc:docMk/>
            <pc:sldMk cId="4054060493" sldId="1250"/>
            <ac:spMk id="8" creationId="{2A01A97C-F98F-4774-9B2B-260540420E95}"/>
          </ac:spMkLst>
        </pc:spChg>
        <pc:spChg chg="mod">
          <ac:chgData name="xi sheng" userId="b3919e0d8ca6a452" providerId="LiveId" clId="{F8E2DD42-42BD-4084-B1DA-27D870C63EFE}" dt="2024-05-09T14:04:39.214" v="730" actId="20577"/>
          <ac:spMkLst>
            <pc:docMk/>
            <pc:sldMk cId="4054060493" sldId="1250"/>
            <ac:spMk id="9" creationId="{6B2248B6-03E4-4DCC-B63C-E19DF93006B5}"/>
          </ac:spMkLst>
        </pc:spChg>
        <pc:picChg chg="add mod">
          <ac:chgData name="xi sheng" userId="b3919e0d8ca6a452" providerId="LiveId" clId="{F8E2DD42-42BD-4084-B1DA-27D870C63EFE}" dt="2024-05-09T14:04:19.536" v="676" actId="1076"/>
          <ac:picMkLst>
            <pc:docMk/>
            <pc:sldMk cId="4054060493" sldId="1250"/>
            <ac:picMk id="3" creationId="{25D6A155-2A90-7BCF-1F4C-631E0604E0D1}"/>
          </ac:picMkLst>
        </pc:picChg>
      </pc:sldChg>
      <pc:sldChg chg="addSp modSp mod">
        <pc:chgData name="xi sheng" userId="b3919e0d8ca6a452" providerId="LiveId" clId="{F8E2DD42-42BD-4084-B1DA-27D870C63EFE}" dt="2024-05-09T14:05:03.930" v="772" actId="20577"/>
        <pc:sldMkLst>
          <pc:docMk/>
          <pc:sldMk cId="870857595" sldId="1251"/>
        </pc:sldMkLst>
        <pc:spChg chg="mod">
          <ac:chgData name="xi sheng" userId="b3919e0d8ca6a452" providerId="LiveId" clId="{F8E2DD42-42BD-4084-B1DA-27D870C63EFE}" dt="2024-05-09T08:00:28.571" v="302"/>
          <ac:spMkLst>
            <pc:docMk/>
            <pc:sldMk cId="870857595" sldId="1251"/>
            <ac:spMk id="8" creationId="{2A01A97C-F98F-4774-9B2B-260540420E95}"/>
          </ac:spMkLst>
        </pc:spChg>
        <pc:spChg chg="mod">
          <ac:chgData name="xi sheng" userId="b3919e0d8ca6a452" providerId="LiveId" clId="{F8E2DD42-42BD-4084-B1DA-27D870C63EFE}" dt="2024-05-09T14:05:03.930" v="772" actId="20577"/>
          <ac:spMkLst>
            <pc:docMk/>
            <pc:sldMk cId="870857595" sldId="1251"/>
            <ac:spMk id="9" creationId="{6B2248B6-03E4-4DCC-B63C-E19DF93006B5}"/>
          </ac:spMkLst>
        </pc:spChg>
        <pc:picChg chg="add mod">
          <ac:chgData name="xi sheng" userId="b3919e0d8ca6a452" providerId="LiveId" clId="{F8E2DD42-42BD-4084-B1DA-27D870C63EFE}" dt="2024-05-09T07:59:10.133" v="300" actId="1076"/>
          <ac:picMkLst>
            <pc:docMk/>
            <pc:sldMk cId="870857595" sldId="1251"/>
            <ac:picMk id="3" creationId="{C03B2304-2B25-A02D-7E4A-D3D8A07AC36E}"/>
          </ac:picMkLst>
        </pc:picChg>
      </pc:sldChg>
      <pc:sldChg chg="addSp delSp modSp mod">
        <pc:chgData name="xi sheng" userId="b3919e0d8ca6a452" providerId="LiveId" clId="{F8E2DD42-42BD-4084-B1DA-27D870C63EFE}" dt="2024-05-09T14:05:19.294" v="813" actId="20577"/>
        <pc:sldMkLst>
          <pc:docMk/>
          <pc:sldMk cId="2616857065" sldId="1252"/>
        </pc:sldMkLst>
        <pc:spChg chg="mod">
          <ac:chgData name="xi sheng" userId="b3919e0d8ca6a452" providerId="LiveId" clId="{F8E2DD42-42BD-4084-B1DA-27D870C63EFE}" dt="2024-05-09T08:01:54.362" v="312" actId="20577"/>
          <ac:spMkLst>
            <pc:docMk/>
            <pc:sldMk cId="2616857065" sldId="1252"/>
            <ac:spMk id="7" creationId="{E22498D5-1DDF-473C-A5FE-9B49A2786D91}"/>
          </ac:spMkLst>
        </pc:spChg>
        <pc:spChg chg="mod">
          <ac:chgData name="xi sheng" userId="b3919e0d8ca6a452" providerId="LiveId" clId="{F8E2DD42-42BD-4084-B1DA-27D870C63EFE}" dt="2024-05-09T14:05:19.294" v="813" actId="20577"/>
          <ac:spMkLst>
            <pc:docMk/>
            <pc:sldMk cId="2616857065" sldId="1252"/>
            <ac:spMk id="9" creationId="{6B2248B6-03E4-4DCC-B63C-E19DF93006B5}"/>
          </ac:spMkLst>
        </pc:spChg>
        <pc:picChg chg="add del mod">
          <ac:chgData name="xi sheng" userId="b3919e0d8ca6a452" providerId="LiveId" clId="{F8E2DD42-42BD-4084-B1DA-27D870C63EFE}" dt="2024-05-09T08:01:11.221" v="305" actId="478"/>
          <ac:picMkLst>
            <pc:docMk/>
            <pc:sldMk cId="2616857065" sldId="1252"/>
            <ac:picMk id="3" creationId="{8056225F-167D-F008-3CE9-8CF8BF563842}"/>
          </ac:picMkLst>
        </pc:picChg>
        <pc:picChg chg="add mod">
          <ac:chgData name="xi sheng" userId="b3919e0d8ca6a452" providerId="LiveId" clId="{F8E2DD42-42BD-4084-B1DA-27D870C63EFE}" dt="2024-05-09T14:05:07.322" v="773" actId="1076"/>
          <ac:picMkLst>
            <pc:docMk/>
            <pc:sldMk cId="2616857065" sldId="1252"/>
            <ac:picMk id="5" creationId="{BEB2E3AA-B0E1-0077-365E-9CB7CF4EA329}"/>
          </ac:picMkLst>
        </pc:picChg>
      </pc:sldChg>
      <pc:sldChg chg="addSp modSp mod">
        <pc:chgData name="xi sheng" userId="b3919e0d8ca6a452" providerId="LiveId" clId="{F8E2DD42-42BD-4084-B1DA-27D870C63EFE}" dt="2024-05-09T14:06:57.259" v="825" actId="1076"/>
        <pc:sldMkLst>
          <pc:docMk/>
          <pc:sldMk cId="4042175918" sldId="1253"/>
        </pc:sldMkLst>
        <pc:spChg chg="mod">
          <ac:chgData name="xi sheng" userId="b3919e0d8ca6a452" providerId="LiveId" clId="{F8E2DD42-42BD-4084-B1DA-27D870C63EFE}" dt="2024-05-09T14:05:43.345" v="815"/>
          <ac:spMkLst>
            <pc:docMk/>
            <pc:sldMk cId="4042175918" sldId="1253"/>
            <ac:spMk id="7" creationId="{E22498D5-1DDF-473C-A5FE-9B49A2786D91}"/>
          </ac:spMkLst>
        </pc:spChg>
        <pc:spChg chg="mod">
          <ac:chgData name="xi sheng" userId="b3919e0d8ca6a452" providerId="LiveId" clId="{F8E2DD42-42BD-4084-B1DA-27D870C63EFE}" dt="2024-05-09T08:12:54.711" v="431" actId="20577"/>
          <ac:spMkLst>
            <pc:docMk/>
            <pc:sldMk cId="4042175918" sldId="1253"/>
            <ac:spMk id="8" creationId="{2A01A97C-F98F-4774-9B2B-260540420E95}"/>
          </ac:spMkLst>
        </pc:spChg>
        <pc:spChg chg="mod">
          <ac:chgData name="xi sheng" userId="b3919e0d8ca6a452" providerId="LiveId" clId="{F8E2DD42-42BD-4084-B1DA-27D870C63EFE}" dt="2024-05-09T14:06:49.353" v="823"/>
          <ac:spMkLst>
            <pc:docMk/>
            <pc:sldMk cId="4042175918" sldId="1253"/>
            <ac:spMk id="9" creationId="{6B2248B6-03E4-4DCC-B63C-E19DF93006B5}"/>
          </ac:spMkLst>
        </pc:spChg>
        <pc:picChg chg="add mod">
          <ac:chgData name="xi sheng" userId="b3919e0d8ca6a452" providerId="LiveId" clId="{F8E2DD42-42BD-4084-B1DA-27D870C63EFE}" dt="2024-05-09T14:06:57.259" v="825" actId="1076"/>
          <ac:picMkLst>
            <pc:docMk/>
            <pc:sldMk cId="4042175918" sldId="1253"/>
            <ac:picMk id="3" creationId="{A905FC1E-5ADE-5AF7-1C21-66FAA7E49703}"/>
          </ac:picMkLst>
        </pc:picChg>
        <pc:picChg chg="add mod">
          <ac:chgData name="xi sheng" userId="b3919e0d8ca6a452" providerId="LiveId" clId="{F8E2DD42-42BD-4084-B1DA-27D870C63EFE}" dt="2024-05-09T14:06:54.217" v="824" actId="1076"/>
          <ac:picMkLst>
            <pc:docMk/>
            <pc:sldMk cId="4042175918" sldId="1253"/>
            <ac:picMk id="5" creationId="{CDCBD405-FC5C-8CE1-B38A-6A24FD2C49B7}"/>
          </ac:picMkLst>
        </pc:picChg>
      </pc:sldChg>
      <pc:sldChg chg="addSp delSp modSp mod">
        <pc:chgData name="xi sheng" userId="b3919e0d8ca6a452" providerId="LiveId" clId="{F8E2DD42-42BD-4084-B1DA-27D870C63EFE}" dt="2024-05-09T14:08:46.285" v="836" actId="1076"/>
        <pc:sldMkLst>
          <pc:docMk/>
          <pc:sldMk cId="4011614049" sldId="1254"/>
        </pc:sldMkLst>
        <pc:spChg chg="mod">
          <ac:chgData name="xi sheng" userId="b3919e0d8ca6a452" providerId="LiveId" clId="{F8E2DD42-42BD-4084-B1DA-27D870C63EFE}" dt="2024-05-09T08:12:45.389" v="430" actId="20577"/>
          <ac:spMkLst>
            <pc:docMk/>
            <pc:sldMk cId="4011614049" sldId="1254"/>
            <ac:spMk id="8" creationId="{2A01A97C-F98F-4774-9B2B-260540420E95}"/>
          </ac:spMkLst>
        </pc:spChg>
        <pc:spChg chg="mod">
          <ac:chgData name="xi sheng" userId="b3919e0d8ca6a452" providerId="LiveId" clId="{F8E2DD42-42BD-4084-B1DA-27D870C63EFE}" dt="2024-05-09T14:07:51.870" v="828"/>
          <ac:spMkLst>
            <pc:docMk/>
            <pc:sldMk cId="4011614049" sldId="1254"/>
            <ac:spMk id="9" creationId="{6B2248B6-03E4-4DCC-B63C-E19DF93006B5}"/>
          </ac:spMkLst>
        </pc:spChg>
        <pc:picChg chg="add mod">
          <ac:chgData name="xi sheng" userId="b3919e0d8ca6a452" providerId="LiveId" clId="{F8E2DD42-42BD-4084-B1DA-27D870C63EFE}" dt="2024-05-09T14:07:30.475" v="827" actId="1076"/>
          <ac:picMkLst>
            <pc:docMk/>
            <pc:sldMk cId="4011614049" sldId="1254"/>
            <ac:picMk id="4" creationId="{0D3EFAB1-556D-2BE9-A0B3-38E930BD57FA}"/>
          </ac:picMkLst>
        </pc:picChg>
        <pc:picChg chg="add mod">
          <ac:chgData name="xi sheng" userId="b3919e0d8ca6a452" providerId="LiveId" clId="{F8E2DD42-42BD-4084-B1DA-27D870C63EFE}" dt="2024-05-09T14:08:46.285" v="836" actId="1076"/>
          <ac:picMkLst>
            <pc:docMk/>
            <pc:sldMk cId="4011614049" sldId="1254"/>
            <ac:picMk id="5" creationId="{5466A2A4-5331-116F-9BF3-1053B34929B1}"/>
          </ac:picMkLst>
        </pc:picChg>
        <pc:picChg chg="add del mod">
          <ac:chgData name="xi sheng" userId="b3919e0d8ca6a452" providerId="LiveId" clId="{F8E2DD42-42BD-4084-B1DA-27D870C63EFE}" dt="2024-05-09T14:08:31.486" v="830" actId="478"/>
          <ac:picMkLst>
            <pc:docMk/>
            <pc:sldMk cId="4011614049" sldId="1254"/>
            <ac:picMk id="10" creationId="{BF904A4C-CE3D-E936-A437-51492678A40C}"/>
          </ac:picMkLst>
        </pc:picChg>
      </pc:sldChg>
      <pc:sldChg chg="addSp modSp mod">
        <pc:chgData name="xi sheng" userId="b3919e0d8ca6a452" providerId="LiveId" clId="{F8E2DD42-42BD-4084-B1DA-27D870C63EFE}" dt="2024-05-09T14:09:15.226" v="845" actId="20577"/>
        <pc:sldMkLst>
          <pc:docMk/>
          <pc:sldMk cId="2825523278" sldId="1255"/>
        </pc:sldMkLst>
        <pc:spChg chg="mod">
          <ac:chgData name="xi sheng" userId="b3919e0d8ca6a452" providerId="LiveId" clId="{F8E2DD42-42BD-4084-B1DA-27D870C63EFE}" dt="2024-05-09T08:16:23.360" v="454"/>
          <ac:spMkLst>
            <pc:docMk/>
            <pc:sldMk cId="2825523278" sldId="1255"/>
            <ac:spMk id="8" creationId="{2A01A97C-F98F-4774-9B2B-260540420E95}"/>
          </ac:spMkLst>
        </pc:spChg>
        <pc:spChg chg="mod">
          <ac:chgData name="xi sheng" userId="b3919e0d8ca6a452" providerId="LiveId" clId="{F8E2DD42-42BD-4084-B1DA-27D870C63EFE}" dt="2024-05-09T14:09:15.226" v="845" actId="20577"/>
          <ac:spMkLst>
            <pc:docMk/>
            <pc:sldMk cId="2825523278" sldId="1255"/>
            <ac:spMk id="9" creationId="{6B2248B6-03E4-4DCC-B63C-E19DF93006B5}"/>
          </ac:spMkLst>
        </pc:spChg>
        <pc:picChg chg="add mod">
          <ac:chgData name="xi sheng" userId="b3919e0d8ca6a452" providerId="LiveId" clId="{F8E2DD42-42BD-4084-B1DA-27D870C63EFE}" dt="2024-05-09T08:15:33.526" v="433" actId="1076"/>
          <ac:picMkLst>
            <pc:docMk/>
            <pc:sldMk cId="2825523278" sldId="1255"/>
            <ac:picMk id="3" creationId="{7F98DE80-8325-3D97-66EE-957C62372DB0}"/>
          </ac:picMkLst>
        </pc:picChg>
      </pc:sldChg>
      <pc:sldChg chg="addSp modSp mod">
        <pc:chgData name="xi sheng" userId="b3919e0d8ca6a452" providerId="LiveId" clId="{F8E2DD42-42BD-4084-B1DA-27D870C63EFE}" dt="2024-05-09T14:09:33.770" v="855"/>
        <pc:sldMkLst>
          <pc:docMk/>
          <pc:sldMk cId="2212528688" sldId="1256"/>
        </pc:sldMkLst>
        <pc:spChg chg="mod">
          <ac:chgData name="xi sheng" userId="b3919e0d8ca6a452" providerId="LiveId" clId="{F8E2DD42-42BD-4084-B1DA-27D870C63EFE}" dt="2024-05-09T08:18:54.468" v="525" actId="20577"/>
          <ac:spMkLst>
            <pc:docMk/>
            <pc:sldMk cId="2212528688" sldId="1256"/>
            <ac:spMk id="8" creationId="{2A01A97C-F98F-4774-9B2B-260540420E95}"/>
          </ac:spMkLst>
        </pc:spChg>
        <pc:spChg chg="mod">
          <ac:chgData name="xi sheng" userId="b3919e0d8ca6a452" providerId="LiveId" clId="{F8E2DD42-42BD-4084-B1DA-27D870C63EFE}" dt="2024-05-09T14:09:33.770" v="855"/>
          <ac:spMkLst>
            <pc:docMk/>
            <pc:sldMk cId="2212528688" sldId="1256"/>
            <ac:spMk id="9" creationId="{6B2248B6-03E4-4DCC-B63C-E19DF93006B5}"/>
          </ac:spMkLst>
        </pc:spChg>
        <pc:picChg chg="add mod">
          <ac:chgData name="xi sheng" userId="b3919e0d8ca6a452" providerId="LiveId" clId="{F8E2DD42-42BD-4084-B1DA-27D870C63EFE}" dt="2024-05-09T08:17:44.810" v="456" actId="1076"/>
          <ac:picMkLst>
            <pc:docMk/>
            <pc:sldMk cId="2212528688" sldId="1256"/>
            <ac:picMk id="3" creationId="{B17EB473-AE19-F4CF-3363-221B1BAD397E}"/>
          </ac:picMkLst>
        </pc:picChg>
      </pc:sldChg>
      <pc:sldChg chg="addSp modSp mod">
        <pc:chgData name="xi sheng" userId="b3919e0d8ca6a452" providerId="LiveId" clId="{F8E2DD42-42BD-4084-B1DA-27D870C63EFE}" dt="2024-05-09T14:10:13.664" v="863" actId="1076"/>
        <pc:sldMkLst>
          <pc:docMk/>
          <pc:sldMk cId="3498145627" sldId="1257"/>
        </pc:sldMkLst>
        <pc:spChg chg="mod">
          <ac:chgData name="xi sheng" userId="b3919e0d8ca6a452" providerId="LiveId" clId="{F8E2DD42-42BD-4084-B1DA-27D870C63EFE}" dt="2024-05-09T08:21:49.432" v="533"/>
          <ac:spMkLst>
            <pc:docMk/>
            <pc:sldMk cId="3498145627" sldId="1257"/>
            <ac:spMk id="8" creationId="{2A01A97C-F98F-4774-9B2B-260540420E95}"/>
          </ac:spMkLst>
        </pc:spChg>
        <pc:spChg chg="mod">
          <ac:chgData name="xi sheng" userId="b3919e0d8ca6a452" providerId="LiveId" clId="{F8E2DD42-42BD-4084-B1DA-27D870C63EFE}" dt="2024-05-09T14:10:10.534" v="861" actId="20577"/>
          <ac:spMkLst>
            <pc:docMk/>
            <pc:sldMk cId="3498145627" sldId="1257"/>
            <ac:spMk id="9" creationId="{6B2248B6-03E4-4DCC-B63C-E19DF93006B5}"/>
          </ac:spMkLst>
        </pc:spChg>
        <pc:picChg chg="add mod">
          <ac:chgData name="xi sheng" userId="b3919e0d8ca6a452" providerId="LiveId" clId="{F8E2DD42-42BD-4084-B1DA-27D870C63EFE}" dt="2024-05-09T08:19:25.534" v="529" actId="1076"/>
          <ac:picMkLst>
            <pc:docMk/>
            <pc:sldMk cId="3498145627" sldId="1257"/>
            <ac:picMk id="3" creationId="{F7141F0C-0D74-A201-95C8-6473F44C6FDD}"/>
          </ac:picMkLst>
        </pc:picChg>
        <pc:picChg chg="add mod">
          <ac:chgData name="xi sheng" userId="b3919e0d8ca6a452" providerId="LiveId" clId="{F8E2DD42-42BD-4084-B1DA-27D870C63EFE}" dt="2024-05-09T14:10:13.664" v="863" actId="1076"/>
          <ac:picMkLst>
            <pc:docMk/>
            <pc:sldMk cId="3498145627" sldId="1257"/>
            <ac:picMk id="4" creationId="{02FE9BB9-878C-CFF0-319E-3F155EA54573}"/>
          </ac:picMkLst>
        </pc:picChg>
        <pc:picChg chg="add mod">
          <ac:chgData name="xi sheng" userId="b3919e0d8ca6a452" providerId="LiveId" clId="{F8E2DD42-42BD-4084-B1DA-27D870C63EFE}" dt="2024-05-09T08:20:13.667" v="531" actId="1076"/>
          <ac:picMkLst>
            <pc:docMk/>
            <pc:sldMk cId="3498145627" sldId="1257"/>
            <ac:picMk id="5" creationId="{F99CC94D-54FF-B6D5-1A42-F3A7E4D8DC11}"/>
          </ac:picMkLst>
        </pc:picChg>
      </pc:sldChg>
      <pc:sldChg chg="addSp modSp mod">
        <pc:chgData name="xi sheng" userId="b3919e0d8ca6a452" providerId="LiveId" clId="{F8E2DD42-42BD-4084-B1DA-27D870C63EFE}" dt="2024-05-09T14:10:26.849" v="873" actId="20577"/>
        <pc:sldMkLst>
          <pc:docMk/>
          <pc:sldMk cId="2601004186" sldId="1258"/>
        </pc:sldMkLst>
        <pc:spChg chg="mod">
          <ac:chgData name="xi sheng" userId="b3919e0d8ca6a452" providerId="LiveId" clId="{F8E2DD42-42BD-4084-B1DA-27D870C63EFE}" dt="2024-05-09T08:24:42.621" v="567" actId="20577"/>
          <ac:spMkLst>
            <pc:docMk/>
            <pc:sldMk cId="2601004186" sldId="1258"/>
            <ac:spMk id="8" creationId="{2A01A97C-F98F-4774-9B2B-260540420E95}"/>
          </ac:spMkLst>
        </pc:spChg>
        <pc:spChg chg="mod">
          <ac:chgData name="xi sheng" userId="b3919e0d8ca6a452" providerId="LiveId" clId="{F8E2DD42-42BD-4084-B1DA-27D870C63EFE}" dt="2024-05-09T14:10:26.849" v="873" actId="20577"/>
          <ac:spMkLst>
            <pc:docMk/>
            <pc:sldMk cId="2601004186" sldId="1258"/>
            <ac:spMk id="9" creationId="{6B2248B6-03E4-4DCC-B63C-E19DF93006B5}"/>
          </ac:spMkLst>
        </pc:spChg>
        <pc:picChg chg="add mod">
          <ac:chgData name="xi sheng" userId="b3919e0d8ca6a452" providerId="LiveId" clId="{F8E2DD42-42BD-4084-B1DA-27D870C63EFE}" dt="2024-05-09T08:22:46.248" v="535" actId="1076"/>
          <ac:picMkLst>
            <pc:docMk/>
            <pc:sldMk cId="2601004186" sldId="1258"/>
            <ac:picMk id="3" creationId="{DC13D010-F643-63C9-9730-78BCC4C157E6}"/>
          </ac:picMkLst>
        </pc:picChg>
        <pc:picChg chg="add mod">
          <ac:chgData name="xi sheng" userId="b3919e0d8ca6a452" providerId="LiveId" clId="{F8E2DD42-42BD-4084-B1DA-27D870C63EFE}" dt="2024-05-09T08:23:04.065" v="537" actId="1076"/>
          <ac:picMkLst>
            <pc:docMk/>
            <pc:sldMk cId="2601004186" sldId="1258"/>
            <ac:picMk id="5" creationId="{2CED2F84-E9FA-5AE2-D764-629AA55C5C4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2024/5/9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255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6D1469-C67C-43DD-86C4-BFFF7550F2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658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FEC486-F6C5-4AAA-8960-E919FE3FCC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681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DCA4C-AF04-4244-A082-F134C26C2F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8501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91335-FFD6-4CC5-9B10-2218992F66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4261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918295-1FD1-4DA7-9F4F-48ED7ABBB1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9771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58311-2B5E-4B54-A64F-80F748F0F7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9016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63A07-5878-4175-8019-C3E8ECC8F1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892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66A801-E626-4839-9137-0EEA428EDC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2851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B0799-F841-424A-B011-CEEF2562E9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6154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C77222-3A9B-4630-963E-A75EDD7F2B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0252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A121C8-6AEF-4C3E-B3B5-FD8A079270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937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454C29BD-F113-4F65-8132-FD331AFC82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8B5E3D3-37C4-4BB5-A53A-9A3EE5FD31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8348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、完成本文档中所有的题目并写出分析、运行结果，体会字符数组输入输出时不同用法的差异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9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09360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，则观察源程序编辑窗口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4F729A-2D3C-4354-85A0-5C9158A1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DD2CE91-BE2A-4B86-AC07-767012B3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9439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总体知识：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常用字符串处理函数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①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 (const char s[]);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② </a:t>
            </a:r>
            <a:r>
              <a:rPr lang="en-US" altLang="zh-CN" sz="1600" b="1" dirty="0" err="1">
                <a:latin typeface="+mn-ea"/>
              </a:rPr>
              <a:t>strcat</a:t>
            </a:r>
            <a:r>
              <a:rPr lang="en-US" altLang="zh-CN" sz="1600" b="1" dirty="0">
                <a:latin typeface="+mn-ea"/>
              </a:rPr>
              <a:t> 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③ </a:t>
            </a:r>
            <a:r>
              <a:rPr lang="en-US" altLang="zh-CN" sz="1600" b="1" dirty="0" err="1">
                <a:latin typeface="+mn-ea"/>
              </a:rPr>
              <a:t>strncat</a:t>
            </a:r>
            <a:r>
              <a:rPr lang="en-US" altLang="zh-CN" sz="1600" b="1" dirty="0">
                <a:latin typeface="+mn-ea"/>
              </a:rPr>
              <a:t>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</a:t>
            </a:r>
            <a:r>
              <a:rPr lang="en-US" altLang="zh-CN" sz="1600" b="1" dirty="0" err="1">
                <a:latin typeface="+mn-ea"/>
              </a:rPr>
              <a:t>len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④ </a:t>
            </a:r>
            <a:r>
              <a:rPr lang="en-US" altLang="zh-CN" sz="1600" b="1" dirty="0" err="1">
                <a:latin typeface="+mn-ea"/>
              </a:rPr>
              <a:t>strcpy</a:t>
            </a:r>
            <a:r>
              <a:rPr lang="en-US" altLang="zh-CN" sz="1600" b="1" dirty="0">
                <a:latin typeface="+mn-ea"/>
              </a:rPr>
              <a:t> 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⑤ </a:t>
            </a:r>
            <a:r>
              <a:rPr lang="en-US" altLang="zh-CN" sz="1600" b="1" dirty="0" err="1">
                <a:latin typeface="+mn-ea"/>
              </a:rPr>
              <a:t>strncpy</a:t>
            </a:r>
            <a:r>
              <a:rPr lang="en-US" altLang="zh-CN" sz="1600" b="1" dirty="0">
                <a:latin typeface="+mn-ea"/>
              </a:rPr>
              <a:t>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</a:t>
            </a:r>
            <a:r>
              <a:rPr lang="en-US" altLang="zh-CN" sz="1600" b="1" dirty="0" err="1">
                <a:latin typeface="+mn-ea"/>
              </a:rPr>
              <a:t>len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⑥ </a:t>
            </a:r>
            <a:r>
              <a:rPr lang="en-US" altLang="zh-CN" sz="1600" b="1" dirty="0" err="1">
                <a:latin typeface="+mn-ea"/>
              </a:rPr>
              <a:t>strcmp</a:t>
            </a:r>
            <a:r>
              <a:rPr lang="en-US" altLang="zh-CN" sz="1600" b="1" dirty="0">
                <a:latin typeface="+mn-ea"/>
              </a:rPr>
              <a:t> (const char s1[], const char s2[]);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⑦ </a:t>
            </a:r>
            <a:r>
              <a:rPr lang="en-US" altLang="zh-CN" sz="1600" b="1" dirty="0" err="1">
                <a:latin typeface="+mn-ea"/>
              </a:rPr>
              <a:t>strncmp</a:t>
            </a:r>
            <a:r>
              <a:rPr lang="en-US" altLang="zh-CN" sz="1600" b="1" dirty="0">
                <a:latin typeface="+mn-ea"/>
              </a:rPr>
              <a:t>(const char s1[], const char s2[], const unsigned int </a:t>
            </a:r>
            <a:r>
              <a:rPr lang="en-US" altLang="zh-CN" sz="1600" b="1" dirty="0" err="1">
                <a:latin typeface="+mn-ea"/>
              </a:rPr>
              <a:t>len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●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更多的字符串处理函数通过作业完成并理解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●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教材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参考资料中，很多形式是 </a:t>
            </a:r>
            <a:r>
              <a:rPr lang="en-US" altLang="zh-CN" sz="1600" b="1" dirty="0">
                <a:latin typeface="+mn-ea"/>
              </a:rPr>
              <a:t>const char *s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暂时忽略</a:t>
            </a:r>
            <a:r>
              <a:rPr lang="zh-CN" altLang="en-US" sz="1600" b="1" dirty="0">
                <a:latin typeface="+mn-ea"/>
              </a:rPr>
              <a:t>，待学习指针后再进一步理解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●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先不要考虑这些函数的返回值，待学习指针后再进一步理解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97344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1.strlen(const char s[])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能：求字符串的长度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输入参数：存放字符串的字符数组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返 回 值：整型值表示的长度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注意事项：返回第一个</a:t>
            </a:r>
            <a:r>
              <a:rPr lang="en-US" altLang="zh-CN" sz="1600" b="1" dirty="0">
                <a:latin typeface="+mn-ea"/>
              </a:rPr>
              <a:t>'\0'</a:t>
            </a:r>
            <a:r>
              <a:rPr lang="zh-CN" altLang="en-US" sz="1600" b="1" dirty="0">
                <a:latin typeface="+mn-ea"/>
              </a:rPr>
              <a:t>前的字符数量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不含</a:t>
            </a:r>
            <a:r>
              <a:rPr lang="en-US" altLang="zh-CN" sz="1600" b="1" dirty="0">
                <a:latin typeface="+mn-ea"/>
              </a:rPr>
              <a:t>'\0'</a:t>
            </a:r>
          </a:p>
        </p:txBody>
      </p:sp>
    </p:spTree>
    <p:extLst>
      <p:ext uri="{BB962C8B-B14F-4D97-AF65-F5344CB8AC3E}">
        <p14:creationId xmlns:p14="http://schemas.microsoft.com/office/powerpoint/2010/main" val="3125744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1.strlen(const char s[])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：字符数组与字符串长度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4907188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char str1[]="Hello";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strlen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char str2[]="china\0Hello\0\0";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strlen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 //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读操作，不需要加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_CRT_SECURE_NO_WARNINGS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问题：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、求数组长度时，无论是否有显式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，最后一定有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隐式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___(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显示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隐式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、当含有多个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\0(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显式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隐式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时，字符串长度计算到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_____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第一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______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为止</a:t>
            </a:r>
            <a:endParaRPr lang="zh-CN" altLang="en-US" sz="1600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012389A-BD8F-4936-BF73-8A73F0345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2811" y="1263316"/>
            <a:ext cx="3688876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latin typeface="宋体" pitchFamily="2" charset="-122"/>
                <a:ea typeface="宋体" pitchFamily="2" charset="-122"/>
              </a:rPr>
              <a:t>14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767DB7D-40AC-BC17-8699-2B8D34878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516" y="1846375"/>
            <a:ext cx="4039164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971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2.strcat(char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连接到字符串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的尾部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含尾零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两串总长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+1)</a:t>
            </a:r>
          </a:p>
        </p:txBody>
      </p:sp>
    </p:spTree>
    <p:extLst>
      <p:ext uri="{BB962C8B-B14F-4D97-AF65-F5344CB8AC3E}">
        <p14:creationId xmlns:p14="http://schemas.microsoft.com/office/powerpoint/2010/main" val="1050531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2.strcat(char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：字符串连接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6206598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str1[30]="Tongji ";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不能缺省，至少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18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字节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!!!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str2[]="University";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(str1, str2) &lt;&lt; '#'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#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的目的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问题：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str2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数组的默认长度是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__11___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、结合前面字符数组输入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输出的作业，</a:t>
            </a:r>
            <a:r>
              <a:rPr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strcat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复制时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（包含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不包含）</a:t>
            </a:r>
            <a:r>
              <a:rPr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src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1600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221" y="1263316"/>
            <a:ext cx="2389466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Tongji University#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DCC5926-21BC-00F1-8833-2E7409D61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34" y="1744753"/>
            <a:ext cx="4086795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306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2.strcat(char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：字符串连接（错误）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6206598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str1[]="Tongji ";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str2[]="University";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(str1, str2) &lt;&lt; '#'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#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的目的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str1</a:t>
            </a:r>
            <a:r>
              <a:rPr lang="zh-CN" altLang="en-US" sz="1600" b="1" dirty="0">
                <a:latin typeface="+mn-ea"/>
              </a:rPr>
              <a:t>数组的大小必须给出，不能默认，其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__18___</a:t>
            </a:r>
            <a:r>
              <a:rPr lang="zh-CN" altLang="en-US" sz="1600" b="1" dirty="0">
                <a:latin typeface="+mn-ea"/>
              </a:rPr>
              <a:t>（针对本例的一个具体数字）。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数组的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的长度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不含</a:t>
            </a:r>
            <a:r>
              <a:rPr lang="en-US" altLang="zh-CN" sz="1600" b="1" dirty="0">
                <a:latin typeface="+mn-ea"/>
              </a:rPr>
              <a:t>\0)+</a:t>
            </a:r>
            <a:r>
              <a:rPr lang="zh-CN" altLang="en-US" sz="1600" b="1" dirty="0">
                <a:latin typeface="+mn-ea"/>
              </a:rPr>
              <a:t>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长度（不含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+1__</a:t>
            </a:r>
            <a:r>
              <a:rPr lang="zh-CN" altLang="en-US" sz="1600" b="1" dirty="0">
                <a:latin typeface="+mn-ea"/>
              </a:rPr>
              <a:t>（通用规则）才能保证正确。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221" y="1263316"/>
            <a:ext cx="2389466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Tongji University#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AB16F0DB-DF48-4A18-8E11-EE9E32979626}"/>
              </a:ext>
            </a:extLst>
          </p:cNvPr>
          <p:cNvCxnSpPr>
            <a:cxnSpLocks/>
          </p:cNvCxnSpPr>
          <p:nvPr/>
        </p:nvCxnSpPr>
        <p:spPr bwMode="auto">
          <a:xfrm>
            <a:off x="2153653" y="2680138"/>
            <a:ext cx="0" cy="544325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BEDBB118-46E0-7FB6-DA69-68C187D9B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221" y="1817284"/>
            <a:ext cx="4850525" cy="377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16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3.strncat(char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n)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前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个字符</a:t>
            </a:r>
            <a:r>
              <a:rPr lang="zh-CN" altLang="en-US" sz="1600" b="1" dirty="0">
                <a:latin typeface="+mn-ea"/>
              </a:rPr>
              <a:t>连接到字符串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的尾部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要复制的长度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只读，如果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超过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长度，则只连接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个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原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dst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+n+1)</a:t>
            </a:r>
          </a:p>
        </p:txBody>
      </p:sp>
    </p:spTree>
    <p:extLst>
      <p:ext uri="{BB962C8B-B14F-4D97-AF65-F5344CB8AC3E}">
        <p14:creationId xmlns:p14="http://schemas.microsoft.com/office/powerpoint/2010/main" val="2804800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3.strncat(char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n)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：字符串连接前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例：字符串连接前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n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个字符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str1[30]="Tongji 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str2[30]="Tongji ";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str3[]="University";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strncat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(str1, str3, 3)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strncat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(str2, str3, 300)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但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超过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表示的字符串的长度时，连接规则是</a:t>
            </a:r>
            <a:r>
              <a:rPr lang="en-US" altLang="zh-CN" sz="1600" b="1" dirty="0">
                <a:latin typeface="+mn-ea"/>
              </a:rPr>
              <a:t>______</a:t>
            </a:r>
            <a:r>
              <a:rPr lang="zh-CN" altLang="en-US" sz="1600" b="1" dirty="0">
                <a:latin typeface="+mn-ea"/>
              </a:rPr>
              <a:t>只连接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个</a:t>
            </a:r>
            <a:r>
              <a:rPr lang="en-US" altLang="zh-CN" sz="1600" b="1" dirty="0">
                <a:latin typeface="+mn-ea"/>
              </a:rPr>
              <a:t>_________________________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Tongji Uni*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Tongji University*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CA8B03-762C-E031-54A5-A45E485E5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812" y="1842818"/>
            <a:ext cx="4010585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276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3.strncat(char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n)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：字符串连接前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个字符（错误）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例：字符串连接前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n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个字符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str1[]="Tongji 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str3[]="University";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缺省长度为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11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strncat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(str1, str3, 3)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str1</a:t>
            </a:r>
            <a:r>
              <a:rPr lang="zh-CN" altLang="en-US" sz="1600" b="1" dirty="0">
                <a:latin typeface="+mn-ea"/>
              </a:rPr>
              <a:t>数组的大小必须给出，不能默认，其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___11__</a:t>
            </a:r>
            <a:r>
              <a:rPr lang="zh-CN" altLang="en-US" sz="1600" b="1" dirty="0">
                <a:latin typeface="+mn-ea"/>
              </a:rPr>
              <a:t>（针对本例的一个具体数字）。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数组的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字符串长度</a:t>
            </a:r>
            <a:r>
              <a:rPr lang="en-US" altLang="zh-CN" sz="1600" b="1" dirty="0">
                <a:latin typeface="+mn-ea"/>
              </a:rPr>
              <a:t>+min(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字符串长度</a:t>
            </a:r>
            <a:r>
              <a:rPr lang="en-US" altLang="zh-CN" sz="1600" b="1" dirty="0">
                <a:latin typeface="+mn-ea"/>
              </a:rPr>
              <a:t>,n)+1________</a:t>
            </a:r>
            <a:r>
              <a:rPr lang="zh-CN" altLang="en-US" sz="1600" b="1" dirty="0">
                <a:latin typeface="+mn-ea"/>
              </a:rPr>
              <a:t>（通用规则）才能保证正确。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Tongji Uni*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8746F36-5310-4C28-B3A6-F02820454B79}"/>
              </a:ext>
            </a:extLst>
          </p:cNvPr>
          <p:cNvCxnSpPr>
            <a:cxnSpLocks/>
          </p:cNvCxnSpPr>
          <p:nvPr/>
        </p:nvCxnSpPr>
        <p:spPr bwMode="auto">
          <a:xfrm>
            <a:off x="2165685" y="2764359"/>
            <a:ext cx="0" cy="544325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C60F8E2B-54DB-D526-2BAD-473F900EB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642" y="1808155"/>
            <a:ext cx="4924113" cy="378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20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 </a:t>
            </a:r>
            <a:r>
              <a:rPr lang="en-US" altLang="zh-CN" sz="1600" b="1" dirty="0" err="1">
                <a:latin typeface="+mn-ea"/>
              </a:rPr>
              <a:t>strcpy</a:t>
            </a:r>
            <a:r>
              <a:rPr lang="en-US" altLang="zh-CN" sz="1600" b="1" dirty="0">
                <a:latin typeface="+mn-ea"/>
              </a:rPr>
              <a:t>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复制到字符串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中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覆盖原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串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串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+1)</a:t>
            </a:r>
          </a:p>
        </p:txBody>
      </p:sp>
    </p:spTree>
    <p:extLst>
      <p:ext uri="{BB962C8B-B14F-4D97-AF65-F5344CB8AC3E}">
        <p14:creationId xmlns:p14="http://schemas.microsoft.com/office/powerpoint/2010/main" val="4066679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4.strcpy(char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：字符串拷贝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a[]="student", b[]="hello";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strcpy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=0;i&lt;8;i++)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' 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、字符串复制时，复制到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__\0__</a:t>
            </a:r>
            <a:r>
              <a:rPr lang="zh-CN" altLang="en-US" sz="1600" b="1" dirty="0">
                <a:latin typeface="+mn-ea"/>
              </a:rPr>
              <a:t>为止，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包含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（包含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不包含）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，之后的字符不再复制。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、在运行截图中用箭头指出证明结论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的位置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latin typeface="宋体" pitchFamily="2" charset="-122"/>
                <a:ea typeface="宋体" pitchFamily="2" charset="-122"/>
              </a:rPr>
              <a:t>hello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latin typeface="宋体" pitchFamily="2" charset="-122"/>
                <a:ea typeface="宋体" pitchFamily="2" charset="-122"/>
              </a:rPr>
              <a:t>104 101 108 108 111 0 116 0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1D22FC-42AD-5F3E-88AC-18319CD42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250" y="1997282"/>
            <a:ext cx="4410691" cy="1333686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E5C3531-7C31-4382-E5A6-E8CD8B12235E}"/>
              </a:ext>
            </a:extLst>
          </p:cNvPr>
          <p:cNvCxnSpPr/>
          <p:nvPr/>
        </p:nvCxnSpPr>
        <p:spPr bwMode="auto">
          <a:xfrm flipV="1">
            <a:off x="9167004" y="3283789"/>
            <a:ext cx="0" cy="105242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724046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4.strcpy(char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：字符串拷贝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a[]="student", b[]="hello\0china";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strcpy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=0;i&lt;8;i++)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' 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数组的默认大小时</a:t>
            </a:r>
            <a:r>
              <a:rPr lang="en-US" altLang="zh-CN" sz="1600" b="1" dirty="0">
                <a:latin typeface="+mn-ea"/>
              </a:rPr>
              <a:t>_____8______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数组的默认大小是</a:t>
            </a:r>
            <a:r>
              <a:rPr lang="en-US" altLang="zh-CN" sz="1600" b="1" dirty="0">
                <a:latin typeface="+mn-ea"/>
              </a:rPr>
              <a:t>____12________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数组的大小超过了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数组的大小，为什么运行不出错？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中有显式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代表的字符串是</a:t>
            </a:r>
            <a:r>
              <a:rPr lang="en-US" altLang="zh-CN" sz="1600" b="1" dirty="0">
                <a:latin typeface="+mn-ea"/>
              </a:rPr>
              <a:t>hello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						</a:t>
            </a:r>
            <a:r>
              <a:rPr lang="zh-CN" altLang="en-US" sz="1600" b="1" dirty="0">
                <a:latin typeface="+mn-ea"/>
              </a:rPr>
              <a:t>加上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是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个字符，没有超过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的大小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、本例中，复制到</a:t>
            </a:r>
            <a:r>
              <a:rPr lang="en-US" altLang="zh-CN" sz="1600" b="1" dirty="0">
                <a:latin typeface="+mn-ea"/>
              </a:rPr>
              <a:t>b[_5__]</a:t>
            </a:r>
            <a:r>
              <a:rPr lang="zh-CN" altLang="en-US" sz="1600" b="1" dirty="0">
                <a:latin typeface="+mn-ea"/>
              </a:rPr>
              <a:t>就停止复制了？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hello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104 101 108 108 111 0 116 0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81ED391-7266-3B07-810A-5F7C1FD9B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319" y="1538957"/>
            <a:ext cx="4363059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90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4.strcpy(char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：字符串拷贝（有错）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a[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11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]="student", b[]="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hellochina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strcpy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]!='\0';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' 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、本程序为什么会错？复制到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上的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的长度大于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，导致非法写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、仅改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的定义使正确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如何做？（直接在上面的源程序中用红色写出修改内容即可）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数组的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长度</a:t>
            </a:r>
            <a:r>
              <a:rPr lang="en-US" altLang="zh-CN" sz="1600" b="1" dirty="0">
                <a:latin typeface="+mn-ea"/>
              </a:rPr>
              <a:t>+1________</a:t>
            </a:r>
            <a:r>
              <a:rPr lang="zh-CN" altLang="en-US" sz="1600" b="1" dirty="0">
                <a:latin typeface="+mn-ea"/>
              </a:rPr>
              <a:t>（通用规则）才能保证正确。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latin typeface="宋体" pitchFamily="2" charset="-122"/>
                <a:ea typeface="宋体" pitchFamily="2" charset="-122"/>
              </a:rPr>
              <a:t>hellochina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104 101 108 108 111 99 104 105 110 97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D6A155-2A90-7BCF-1F4C-631E0604E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469" y="1783849"/>
            <a:ext cx="4908609" cy="411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060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前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个</a:t>
            </a:r>
            <a:r>
              <a:rPr lang="zh-CN" altLang="en-US" sz="1600" b="1" dirty="0">
                <a:latin typeface="+mn-ea"/>
              </a:rPr>
              <a:t>复制到字符串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中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覆盖原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串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要复制的长度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只读，如果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超过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长度，则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只复制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个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(min(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串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,n)+1)</a:t>
            </a:r>
          </a:p>
        </p:txBody>
      </p:sp>
    </p:spTree>
    <p:extLst>
      <p:ext uri="{BB962C8B-B14F-4D97-AF65-F5344CB8AC3E}">
        <p14:creationId xmlns:p14="http://schemas.microsoft.com/office/powerpoint/2010/main" val="2354041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a[]="student", b[]="hello";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strncpy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(a, b, 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=0;i&lt;8;i++)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' 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本程序证明了</a:t>
            </a:r>
            <a:r>
              <a:rPr lang="en-US" altLang="zh-CN" sz="1600" b="1" dirty="0" err="1">
                <a:latin typeface="+mn-ea"/>
              </a:rPr>
              <a:t>strncpy</a:t>
            </a:r>
            <a:r>
              <a:rPr lang="zh-CN" altLang="en-US" sz="1600" b="1" dirty="0">
                <a:latin typeface="+mn-ea"/>
              </a:rPr>
              <a:t>复制时，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zh-CN" altLang="en-US" sz="1600" b="1" dirty="0">
                <a:latin typeface="+mn-ea"/>
              </a:rPr>
              <a:t>（包含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不包含）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latin typeface="宋体" pitchFamily="2" charset="-122"/>
                <a:ea typeface="宋体" pitchFamily="2" charset="-122"/>
              </a:rPr>
              <a:t>heudent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104 101 117 100 101 110 116 0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3B2304-2B25-A02D-7E4A-D3D8A07AC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888" y="2164542"/>
            <a:ext cx="4496427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857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a[]="student", b[]="hello";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strncpy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a,&amp;b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[2], 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=0;i&lt;8;i++)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' 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如果想从</a:t>
            </a:r>
            <a:r>
              <a:rPr lang="en-US" altLang="zh-CN" sz="1600" b="1" dirty="0">
                <a:latin typeface="+mn-ea"/>
              </a:rPr>
              <a:t>b[2]</a:t>
            </a:r>
            <a:r>
              <a:rPr lang="zh-CN" altLang="en-US" sz="1600" b="1" dirty="0">
                <a:latin typeface="+mn-ea"/>
              </a:rPr>
              <a:t>开始复制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个字符到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中，如何做？（即期望输出：</a:t>
            </a:r>
            <a:r>
              <a:rPr lang="en-US" altLang="zh-CN" sz="1600" b="1" dirty="0" err="1">
                <a:latin typeface="+mn-ea"/>
              </a:rPr>
              <a:t>lludent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（直接在源程序中修改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位置即可）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latin typeface="宋体" pitchFamily="2" charset="-122"/>
                <a:ea typeface="宋体" pitchFamily="2" charset="-122"/>
              </a:rPr>
              <a:t>lludent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108 108 117 100 101 110 116 0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EB2E3AA-B0E1-0077-365E-9CB7CF4EA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359" y="2083195"/>
            <a:ext cx="4591691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857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个字符（深度讨论）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412513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//VS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需要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char a[] = "student", b[] = "hello";</a:t>
            </a:r>
          </a:p>
          <a:p>
            <a:r>
              <a:rPr lang="nn-NO" altLang="zh-CN" sz="1200" b="1" dirty="0">
                <a:latin typeface="+mn-ea"/>
              </a:rPr>
              <a:t>    for (i = 0; i &lt; 12; i++)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//12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strncpy</a:t>
            </a:r>
            <a:r>
              <a:rPr lang="en-US" altLang="zh-CN" sz="1200" b="1" dirty="0">
                <a:latin typeface="+mn-ea"/>
              </a:rPr>
              <a:t>(a, b, 200);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a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nn-NO" altLang="zh-CN" sz="1200" b="1" dirty="0">
              <a:latin typeface="+mn-ea"/>
            </a:endParaRPr>
          </a:p>
          <a:p>
            <a:r>
              <a:rPr lang="nn-NO" altLang="zh-CN" sz="1200" b="1" dirty="0">
                <a:latin typeface="+mn-ea"/>
              </a:rPr>
              <a:t>    for (i = 0; i &lt; 12; i++)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//12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观察两个</a:t>
            </a:r>
            <a:r>
              <a:rPr lang="en-US" altLang="zh-CN" sz="1600" b="1" dirty="0">
                <a:latin typeface="+mn-ea"/>
              </a:rPr>
              <a:t>for</a:t>
            </a:r>
            <a:r>
              <a:rPr lang="zh-CN" altLang="en-US" sz="1600" b="1" dirty="0">
                <a:latin typeface="+mn-ea"/>
              </a:rPr>
              <a:t>循环的后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个数字的输出，能得到什么结论？（提示：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长度是到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为止吗</a:t>
            </a:r>
            <a:r>
              <a:rPr lang="en-US" altLang="zh-CN" sz="1600" b="1" dirty="0">
                <a:latin typeface="+mn-ea"/>
              </a:rPr>
              <a:t>?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长度不是到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为止，而是后面还会继续</a:t>
            </a:r>
            <a:r>
              <a:rPr lang="en-US" altLang="zh-CN" sz="1600" b="1" dirty="0">
                <a:latin typeface="+mn-ea"/>
              </a:rPr>
              <a:t>copy</a:t>
            </a:r>
            <a:r>
              <a:rPr lang="zh-CN" altLang="en-US" sz="1600" b="1" dirty="0">
                <a:latin typeface="+mn-ea"/>
              </a:rPr>
              <a:t>一些字符到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上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758" y="1263316"/>
            <a:ext cx="447092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VS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下程序的运行结果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050" b="1" dirty="0">
                <a:latin typeface="宋体" pitchFamily="2" charset="-122"/>
                <a:ea typeface="宋体" pitchFamily="2" charset="-122"/>
              </a:rPr>
              <a:t>115 116 117 100 101 110 116 0 -52 -52 -52 -52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050" b="1" dirty="0">
                <a:latin typeface="宋体" pitchFamily="2" charset="-122"/>
                <a:ea typeface="宋体" pitchFamily="2" charset="-122"/>
              </a:rPr>
              <a:t>hello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050" b="1" dirty="0">
                <a:latin typeface="宋体" pitchFamily="2" charset="-122"/>
                <a:ea typeface="宋体" pitchFamily="2" charset="-122"/>
              </a:rPr>
              <a:t>104 101 108 108 111 0 0 0 0 0 0 0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Dev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下程序的运行结果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600" b="1" dirty="0">
                <a:latin typeface="宋体" pitchFamily="2" charset="-122"/>
                <a:ea typeface="宋体" pitchFamily="2" charset="-122"/>
              </a:rPr>
              <a:t>115 116 117 100 101 110 116 0 8 0 0 0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600" b="1" dirty="0">
                <a:latin typeface="宋体" pitchFamily="2" charset="-122"/>
                <a:ea typeface="宋体" pitchFamily="2" charset="-122"/>
              </a:rPr>
              <a:t>hello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600" b="1" dirty="0">
                <a:latin typeface="宋体" pitchFamily="2" charset="-122"/>
                <a:ea typeface="宋体" pitchFamily="2" charset="-122"/>
              </a:rPr>
              <a:t>104 101 108 108 111 0 0 0 8 0 0 0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905FC1E-5ADE-5AF7-1C21-66FAA7E49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9872" y="436050"/>
            <a:ext cx="3213615" cy="28064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DCBD405-FC5C-8CE1-B38A-6A24FD2C4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758" y="3953825"/>
            <a:ext cx="5579623" cy="176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175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个字符（深度讨论）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412513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//VS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需要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char a[] = "student", b[] = "hello";</a:t>
            </a:r>
          </a:p>
          <a:p>
            <a:r>
              <a:rPr lang="nn-NO" altLang="zh-CN" sz="1200" b="1" dirty="0">
                <a:latin typeface="+mn-ea"/>
              </a:rPr>
              <a:t>    for (i = 0; i &lt; 20; i++)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//20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strncpy</a:t>
            </a:r>
            <a:r>
              <a:rPr lang="en-US" altLang="zh-CN" sz="1200" b="1" dirty="0">
                <a:latin typeface="+mn-ea"/>
              </a:rPr>
              <a:t>(a, b, 200);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a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nn-NO" altLang="zh-CN" sz="1200" b="1" dirty="0">
              <a:latin typeface="+mn-ea"/>
            </a:endParaRPr>
          </a:p>
          <a:p>
            <a:r>
              <a:rPr lang="nn-NO" altLang="zh-CN" sz="1200" b="1" dirty="0">
                <a:latin typeface="+mn-ea"/>
              </a:rPr>
              <a:t>    for (i = 0; i &lt; 20; i++)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//20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如果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超过了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的长度，则</a:t>
            </a:r>
            <a:r>
              <a:rPr lang="en-US" altLang="zh-CN" sz="1600" b="1" dirty="0">
                <a:latin typeface="+mn-ea"/>
              </a:rPr>
              <a:t>___copy</a:t>
            </a:r>
            <a:r>
              <a:rPr lang="zh-CN" altLang="en-US" sz="1600" b="1" dirty="0">
                <a:latin typeface="+mn-ea"/>
              </a:rPr>
              <a:t>时不会到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就结束，后面还会</a:t>
            </a:r>
            <a:r>
              <a:rPr lang="en-US" altLang="zh-CN" sz="1600" b="1" dirty="0">
                <a:latin typeface="+mn-ea"/>
              </a:rPr>
              <a:t>copy</a:t>
            </a:r>
            <a:r>
              <a:rPr lang="zh-CN" altLang="en-US" sz="1600" b="1" dirty="0">
                <a:latin typeface="+mn-ea"/>
              </a:rPr>
              <a:t>一些随机字符到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上</a:t>
            </a:r>
            <a:r>
              <a:rPr lang="en-US" altLang="zh-CN" sz="1600" b="1" dirty="0">
                <a:latin typeface="+mn-ea"/>
              </a:rPr>
              <a:t>________________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endParaRPr lang="en-US" altLang="zh-CN" sz="1600" b="1" dirty="0">
              <a:latin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758" y="1263316"/>
            <a:ext cx="447092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VS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下程序的运行结果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600" b="1" dirty="0">
                <a:latin typeface="宋体" pitchFamily="2" charset="-122"/>
                <a:ea typeface="宋体" pitchFamily="2" charset="-122"/>
              </a:rPr>
              <a:t>115 116 117 100 101 110 116 0 -52 -52 -52 -52 -52 -52 -52 -52 16 0 0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600" b="1" dirty="0">
                <a:latin typeface="宋体" pitchFamily="2" charset="-122"/>
                <a:ea typeface="宋体" pitchFamily="2" charset="-122"/>
              </a:rPr>
              <a:t>hello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600" b="1" dirty="0">
                <a:latin typeface="宋体" pitchFamily="2" charset="-122"/>
                <a:ea typeface="宋体" pitchFamily="2" charset="-122"/>
              </a:rPr>
              <a:t>104 101 108 108 111 0 0 0 0 0 0 0 0 0 0 0 16 0 0 0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Dev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下程序的运行结果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600" b="1" dirty="0">
                <a:latin typeface="宋体" pitchFamily="2" charset="-122"/>
                <a:ea typeface="宋体" pitchFamily="2" charset="-122"/>
              </a:rPr>
              <a:t>115 116 117 100 101 110 116 0 8 0 0 0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600" b="1" dirty="0">
                <a:latin typeface="宋体" pitchFamily="2" charset="-122"/>
                <a:ea typeface="宋体" pitchFamily="2" charset="-122"/>
              </a:rPr>
              <a:t>hello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b-NO" altLang="zh-CN" sz="1600" b="1" dirty="0">
                <a:latin typeface="宋体" pitchFamily="2" charset="-122"/>
                <a:ea typeface="宋体" pitchFamily="2" charset="-122"/>
              </a:rPr>
              <a:t>104 101 108 108 111 0 0 0 8 0 0 0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530A13-2990-44D7-8623-99CF7172416F}"/>
              </a:ext>
            </a:extLst>
          </p:cNvPr>
          <p:cNvSpPr/>
          <p:nvPr/>
        </p:nvSpPr>
        <p:spPr bwMode="auto">
          <a:xfrm>
            <a:off x="2995863" y="1792705"/>
            <a:ext cx="1636295" cy="67376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同上例，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数组越界到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20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3EFAB1-556D-2BE9-A0B3-38E930BD5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19" y="368053"/>
            <a:ext cx="4495669" cy="309400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466A2A4-5331-116F-9BF3-1053B3492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884" y="3915046"/>
            <a:ext cx="6171522" cy="180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614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能：比较字符串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和字符串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的大小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值：整型值</a:t>
            </a:r>
            <a:r>
              <a:rPr lang="en-US" altLang="zh-CN" sz="1600" b="1" dirty="0">
                <a:latin typeface="+mn-ea"/>
              </a:rPr>
              <a:t>(0:</a:t>
            </a:r>
            <a:r>
              <a:rPr lang="zh-CN" altLang="en-US" sz="1600" b="1" dirty="0">
                <a:latin typeface="+mn-ea"/>
              </a:rPr>
              <a:t>相等  </a:t>
            </a:r>
            <a:r>
              <a:rPr lang="en-US" altLang="zh-CN" sz="1600" b="1" dirty="0">
                <a:latin typeface="+mn-ea"/>
              </a:rPr>
              <a:t>&gt;0: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大  </a:t>
            </a:r>
            <a:r>
              <a:rPr lang="en-US" altLang="zh-CN" sz="1600" b="1" dirty="0">
                <a:latin typeface="+mn-ea"/>
              </a:rPr>
              <a:t>&lt;0: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61291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：字符串比较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   char str1[] = "house", str2[]  = "horse";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600" b="1" dirty="0">
                <a:solidFill>
                  <a:srgbClr val="000000"/>
                </a:solidFill>
                <a:latin typeface="+mn-ea"/>
              </a:rPr>
              <a:t>    char str3[] = "abcd",  str4[]  = "abcde";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str5[]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 str6[] 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str7[]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 str8[] 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str9[]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 str10[]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\0efgh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(str3, str4)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(str5, str6)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(str7, str8)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(str9, str10)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问题：两个字符串相等的条件是？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长度相等且对应位置字符的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码值相等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-1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0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F98DE80-8325-3D97-66EE-957C62372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786" y="1636296"/>
            <a:ext cx="4153480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523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：字符串比较（另一种形式）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char str1[]="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abcd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", str2[]="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abcde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k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(str1, str2);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if (k==0)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 =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else if (k&lt;0)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 &lt;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else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 &gt;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问题：给出两个字符串比较的执行过程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两串首字符对应比较，若不等则返回非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，若相等则继续比较下一个字符，重复到两串对应字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符均为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则结束比较，返回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（相等）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 &lt;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17EB473-AE19-F4CF-3363-221B1BAD3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642" y="1801858"/>
            <a:ext cx="4039164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5286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15</a:t>
            </a:r>
            <a:r>
              <a:rPr lang="zh-CN" altLang="en-US" sz="1600" b="1" dirty="0">
                <a:latin typeface="+mn-ea"/>
              </a:rPr>
              <a:t>：字符串比较（编译不错，但运行结果与期望不符合）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char str1[]="house", str2[]="horse";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 = str1 &lt; str2;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这个程序的运行结果是表示</a:t>
            </a:r>
            <a:r>
              <a:rPr lang="en-US" altLang="zh-CN" sz="1600" b="1" dirty="0">
                <a:latin typeface="+mn-ea"/>
              </a:rPr>
              <a:t>str1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str2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首地址</a:t>
            </a:r>
            <a:r>
              <a:rPr lang="en-US" altLang="zh-CN" sz="1600" b="1" dirty="0">
                <a:latin typeface="+mn-ea"/>
              </a:rPr>
              <a:t>______</a:t>
            </a:r>
            <a:r>
              <a:rPr lang="zh-CN" altLang="en-US" sz="1600" b="1" dirty="0">
                <a:latin typeface="+mn-ea"/>
              </a:rPr>
              <a:t>进行比较。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 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将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str1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和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str2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的内容互换，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  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给出运行结果 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将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str1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和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str2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都置为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"house",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  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给出运行结果 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7141F0C-0D74-A201-95C8-6473F44C6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439" y="1483757"/>
            <a:ext cx="4134427" cy="109552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99CC94D-54FF-B6D5-1A42-F3A7E4D8D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439" y="3150015"/>
            <a:ext cx="4096322" cy="91452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2FE9BB9-878C-CFF0-319E-3F155EA54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768" y="4635273"/>
            <a:ext cx="4039164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145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7.strncmp(const char s1[], const char s2[],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const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unsigned int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n)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能：比较字符串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和字符串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个字符的大小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要比较的长度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值：整型值</a:t>
            </a:r>
            <a:r>
              <a:rPr lang="en-US" altLang="zh-CN" sz="1600" b="1" dirty="0">
                <a:latin typeface="+mn-ea"/>
              </a:rPr>
              <a:t>(0:</a:t>
            </a:r>
            <a:r>
              <a:rPr lang="zh-CN" altLang="en-US" sz="1600" b="1" dirty="0">
                <a:latin typeface="+mn-ea"/>
              </a:rPr>
              <a:t>相等  </a:t>
            </a:r>
            <a:r>
              <a:rPr lang="en-US" altLang="zh-CN" sz="1600" b="1" dirty="0">
                <a:latin typeface="+mn-ea"/>
              </a:rPr>
              <a:t>&gt;0: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大  </a:t>
            </a:r>
            <a:r>
              <a:rPr lang="en-US" altLang="zh-CN" sz="1600" b="1" dirty="0">
                <a:latin typeface="+mn-ea"/>
              </a:rPr>
              <a:t>&lt;0: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小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558814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7.strncmp(const char s1[], const char s2[],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const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unsigned int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n)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：字符串比较前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600" b="1" dirty="0">
                <a:solidFill>
                  <a:srgbClr val="000000"/>
                </a:solidFill>
                <a:latin typeface="+mn-ea"/>
              </a:rPr>
              <a:t>    char str1[] = "abcd",  str2[]  = "abcde";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3)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4)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5)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100)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、当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小于短串长度时，则比较到</a:t>
            </a:r>
            <a:r>
              <a:rPr lang="en-US" altLang="zh-CN" sz="1600" b="1" dirty="0">
                <a:latin typeface="+mn-ea"/>
              </a:rPr>
              <a:t>____n_________________</a:t>
            </a:r>
            <a:r>
              <a:rPr lang="zh-CN" altLang="en-US" sz="1600" b="1" dirty="0">
                <a:latin typeface="+mn-ea"/>
              </a:rPr>
              <a:t>。</a:t>
            </a: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、当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大于等于短串长度时，则比较到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短串长度</a:t>
            </a:r>
            <a:r>
              <a:rPr lang="en-US" altLang="zh-CN" sz="1600" b="1" dirty="0">
                <a:latin typeface="+mn-ea"/>
              </a:rPr>
              <a:t>+1__________</a:t>
            </a:r>
            <a:r>
              <a:rPr lang="zh-CN" altLang="en-US" sz="1600" b="1" dirty="0">
                <a:latin typeface="+mn-ea"/>
              </a:rPr>
              <a:t>为止。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、如果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超过长串的长度，则比较到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zh-CN" altLang="en-US" sz="1600" b="1" dirty="0">
                <a:latin typeface="+mn-ea"/>
              </a:rPr>
              <a:t>短串长度</a:t>
            </a:r>
            <a:r>
              <a:rPr lang="en-US" altLang="zh-CN" sz="1600" b="1" dirty="0">
                <a:latin typeface="+mn-ea"/>
              </a:rPr>
              <a:t>+1__________</a:t>
            </a:r>
            <a:r>
              <a:rPr lang="zh-CN" altLang="en-US" sz="1600" b="1" dirty="0">
                <a:latin typeface="+mn-ea"/>
              </a:rPr>
              <a:t>为止。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-1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-1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将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str2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也置为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"</a:t>
            </a:r>
            <a:r>
              <a:rPr kumimoji="1" lang="en-US" altLang="zh-CN" sz="1600" b="1" dirty="0" err="1">
                <a:latin typeface="宋体" pitchFamily="2" charset="-122"/>
                <a:ea typeface="宋体" pitchFamily="2" charset="-122"/>
              </a:rPr>
              <a:t>abcd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"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  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latin typeface="宋体" pitchFamily="2" charset="-122"/>
                <a:ea typeface="宋体" pitchFamily="2" charset="-122"/>
              </a:rPr>
              <a:t>0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C13D010-F643-63C9-9730-78BCC4C15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861" y="985885"/>
            <a:ext cx="4124901" cy="18957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CED2F84-E9FA-5AE2-D764-629AA55C5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861" y="3159056"/>
            <a:ext cx="4115374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004186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408</TotalTime>
  <Words>4544</Words>
  <Application>Microsoft Office PowerPoint</Application>
  <PresentationFormat>宽屏</PresentationFormat>
  <Paragraphs>681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0" baseType="lpstr">
      <vt:lpstr>等线</vt:lpstr>
      <vt:lpstr>宋体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xi sheng</cp:lastModifiedBy>
  <cp:revision>50</cp:revision>
  <dcterms:created xsi:type="dcterms:W3CDTF">2020-08-13T13:39:53Z</dcterms:created>
  <dcterms:modified xsi:type="dcterms:W3CDTF">2024-05-09T14:11:39Z</dcterms:modified>
</cp:coreProperties>
</file>