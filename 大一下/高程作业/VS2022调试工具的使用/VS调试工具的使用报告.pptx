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60" r:id="rId3"/>
    <p:sldId id="261" r:id="rId4"/>
    <p:sldId id="286" r:id="rId5"/>
    <p:sldId id="262" r:id="rId6"/>
    <p:sldId id="287" r:id="rId7"/>
    <p:sldId id="288" r:id="rId8"/>
    <p:sldId id="257" r:id="rId9"/>
    <p:sldId id="258" r:id="rId10"/>
    <p:sldId id="291" r:id="rId11"/>
    <p:sldId id="292" r:id="rId12"/>
    <p:sldId id="263" r:id="rId13"/>
    <p:sldId id="264" r:id="rId14"/>
    <p:sldId id="266" r:id="rId15"/>
    <p:sldId id="268" r:id="rId16"/>
    <p:sldId id="285" r:id="rId17"/>
    <p:sldId id="267" r:id="rId18"/>
    <p:sldId id="269" r:id="rId19"/>
    <p:sldId id="276" r:id="rId20"/>
    <p:sldId id="280" r:id="rId21"/>
    <p:sldId id="281" r:id="rId22"/>
    <p:sldId id="283" r:id="rId23"/>
    <p:sldId id="272" r:id="rId24"/>
    <p:sldId id="307" r:id="rId25"/>
    <p:sldId id="274" r:id="rId26"/>
    <p:sldId id="289" r:id="rId27"/>
    <p:sldId id="293" r:id="rId28"/>
    <p:sldId id="290" r:id="rId29"/>
    <p:sldId id="294" r:id="rId30"/>
    <p:sldId id="309" r:id="rId31"/>
    <p:sldId id="312" r:id="rId32"/>
    <p:sldId id="311" r:id="rId33"/>
    <p:sldId id="315" r:id="rId34"/>
    <p:sldId id="295" r:id="rId35"/>
    <p:sldId id="331" r:id="rId36"/>
    <p:sldId id="318" r:id="rId37"/>
    <p:sldId id="322" r:id="rId38"/>
    <p:sldId id="308" r:id="rId39"/>
    <p:sldId id="319" r:id="rId40"/>
    <p:sldId id="320" r:id="rId41"/>
    <p:sldId id="323" r:id="rId42"/>
    <p:sldId id="324" r:id="rId43"/>
    <p:sldId id="317" r:id="rId44"/>
    <p:sldId id="296" r:id="rId45"/>
    <p:sldId id="297" r:id="rId46"/>
    <p:sldId id="321" r:id="rId47"/>
    <p:sldId id="298" r:id="rId48"/>
    <p:sldId id="299" r:id="rId49"/>
    <p:sldId id="300" r:id="rId50"/>
    <p:sldId id="304" r:id="rId51"/>
    <p:sldId id="306" r:id="rId52"/>
    <p:sldId id="305" r:id="rId53"/>
    <p:sldId id="310" r:id="rId54"/>
    <p:sldId id="301" r:id="rId55"/>
    <p:sldId id="302" r:id="rId56"/>
    <p:sldId id="303" r:id="rId57"/>
    <p:sldId id="325" r:id="rId58"/>
    <p:sldId id="326" r:id="rId59"/>
    <p:sldId id="327" r:id="rId60"/>
    <p:sldId id="328" r:id="rId61"/>
    <p:sldId id="329" r:id="rId62"/>
    <p:sldId id="330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FCA31-27ED-4A72-9EC6-AEAAC19F9363}" v="2737" dt="2024-06-16T05:57:13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7D0FCA31-27ED-4A72-9EC6-AEAAC19F9363}"/>
    <pc:docChg chg="undo redo custSel addSld delSld modSld sldOrd">
      <pc:chgData name="xi sheng" userId="b3919e0d8ca6a452" providerId="LiveId" clId="{7D0FCA31-27ED-4A72-9EC6-AEAAC19F9363}" dt="2024-06-16T05:57:16.539" v="9667" actId="14100"/>
      <pc:docMkLst>
        <pc:docMk/>
      </pc:docMkLst>
      <pc:sldChg chg="addSp modSp mod">
        <pc:chgData name="xi sheng" userId="b3919e0d8ca6a452" providerId="LiveId" clId="{7D0FCA31-27ED-4A72-9EC6-AEAAC19F9363}" dt="2024-05-28T07:45:04.350" v="2189"/>
        <pc:sldMkLst>
          <pc:docMk/>
          <pc:sldMk cId="434542675" sldId="257"/>
        </pc:sldMkLst>
        <pc:spChg chg="mod">
          <ac:chgData name="xi sheng" userId="b3919e0d8ca6a452" providerId="LiveId" clId="{7D0FCA31-27ED-4A72-9EC6-AEAAC19F9363}" dt="2024-05-28T07:45:04.350" v="2189"/>
          <ac:spMkLst>
            <pc:docMk/>
            <pc:sldMk cId="434542675" sldId="257"/>
            <ac:spMk id="3" creationId="{6199BA53-C5CA-E43E-6E28-EBB955FD7531}"/>
          </ac:spMkLst>
        </pc:spChg>
        <pc:spChg chg="add mod">
          <ac:chgData name="xi sheng" userId="b3919e0d8ca6a452" providerId="LiveId" clId="{7D0FCA31-27ED-4A72-9EC6-AEAAC19F9363}" dt="2024-05-28T07:44:41.266" v="2181"/>
          <ac:spMkLst>
            <pc:docMk/>
            <pc:sldMk cId="434542675" sldId="257"/>
            <ac:spMk id="4" creationId="{A6415B0E-1AA0-0281-50AF-038B14C8092A}"/>
          </ac:spMkLst>
        </pc:spChg>
        <pc:spChg chg="add">
          <ac:chgData name="xi sheng" userId="b3919e0d8ca6a452" providerId="LiveId" clId="{7D0FCA31-27ED-4A72-9EC6-AEAAC19F9363}" dt="2024-05-28T07:44:52.121" v="2184" actId="11529"/>
          <ac:spMkLst>
            <pc:docMk/>
            <pc:sldMk cId="434542675" sldId="257"/>
            <ac:spMk id="6" creationId="{DD0F52AC-4B1E-296F-41A0-CB0428BDA952}"/>
          </ac:spMkLst>
        </pc:spChg>
        <pc:picChg chg="mod">
          <ac:chgData name="xi sheng" userId="b3919e0d8ca6a452" providerId="LiveId" clId="{7D0FCA31-27ED-4A72-9EC6-AEAAC19F9363}" dt="2024-05-28T07:44:43.844" v="2183" actId="1076"/>
          <ac:picMkLst>
            <pc:docMk/>
            <pc:sldMk cId="434542675" sldId="257"/>
            <ac:picMk id="5" creationId="{9982870C-D383-988C-F384-2B9DC758119C}"/>
          </ac:picMkLst>
        </pc:picChg>
      </pc:sldChg>
      <pc:sldChg chg="modSp mod">
        <pc:chgData name="xi sheng" userId="b3919e0d8ca6a452" providerId="LiveId" clId="{7D0FCA31-27ED-4A72-9EC6-AEAAC19F9363}" dt="2024-05-28T07:45:08.311" v="2195"/>
        <pc:sldMkLst>
          <pc:docMk/>
          <pc:sldMk cId="2873191905" sldId="258"/>
        </pc:sldMkLst>
        <pc:spChg chg="mod">
          <ac:chgData name="xi sheng" userId="b3919e0d8ca6a452" providerId="LiveId" clId="{7D0FCA31-27ED-4A72-9EC6-AEAAC19F9363}" dt="2024-05-28T07:45:08.311" v="2195"/>
          <ac:spMkLst>
            <pc:docMk/>
            <pc:sldMk cId="2873191905" sldId="258"/>
            <ac:spMk id="3" creationId="{6199BA53-C5CA-E43E-6E28-EBB955FD7531}"/>
          </ac:spMkLst>
        </pc:spChg>
      </pc:sldChg>
      <pc:sldChg chg="addSp modSp del mod">
        <pc:chgData name="xi sheng" userId="b3919e0d8ca6a452" providerId="LiveId" clId="{7D0FCA31-27ED-4A72-9EC6-AEAAC19F9363}" dt="2024-05-28T07:45:12.736" v="2196" actId="47"/>
        <pc:sldMkLst>
          <pc:docMk/>
          <pc:sldMk cId="3750658511" sldId="259"/>
        </pc:sldMkLst>
        <pc:spChg chg="mod">
          <ac:chgData name="xi sheng" userId="b3919e0d8ca6a452" providerId="LiveId" clId="{7D0FCA31-27ED-4A72-9EC6-AEAAC19F9363}" dt="2024-05-26T13:34:39.048" v="17" actId="1076"/>
          <ac:spMkLst>
            <pc:docMk/>
            <pc:sldMk cId="3750658511" sldId="259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7:36:33.662" v="2000"/>
          <ac:spMkLst>
            <pc:docMk/>
            <pc:sldMk cId="3750658511" sldId="259"/>
            <ac:spMk id="3" creationId="{6199BA53-C5CA-E43E-6E28-EBB955FD7531}"/>
          </ac:spMkLst>
        </pc:spChg>
        <pc:spChg chg="add mod">
          <ac:chgData name="xi sheng" userId="b3919e0d8ca6a452" providerId="LiveId" clId="{7D0FCA31-27ED-4A72-9EC6-AEAAC19F9363}" dt="2024-05-26T13:35:42.243" v="30"/>
          <ac:spMkLst>
            <pc:docMk/>
            <pc:sldMk cId="3750658511" sldId="259"/>
            <ac:spMk id="5" creationId="{86E7D13B-50D6-0B17-AFC6-FA2EB9D9A1EA}"/>
          </ac:spMkLst>
        </pc:spChg>
        <pc:picChg chg="add mod modCrop">
          <ac:chgData name="xi sheng" userId="b3919e0d8ca6a452" providerId="LiveId" clId="{7D0FCA31-27ED-4A72-9EC6-AEAAC19F9363}" dt="2024-05-26T13:35:15.797" v="25" actId="1076"/>
          <ac:picMkLst>
            <pc:docMk/>
            <pc:sldMk cId="3750658511" sldId="259"/>
            <ac:picMk id="4" creationId="{6C45C6C8-ECAD-5B3E-B184-5562C3E55902}"/>
          </ac:picMkLst>
        </pc:picChg>
      </pc:sldChg>
      <pc:sldChg chg="modSp mod">
        <pc:chgData name="xi sheng" userId="b3919e0d8ca6a452" providerId="LiveId" clId="{7D0FCA31-27ED-4A72-9EC6-AEAAC19F9363}" dt="2024-05-28T06:59:00.112" v="1519" actId="1076"/>
        <pc:sldMkLst>
          <pc:docMk/>
          <pc:sldMk cId="4139980659" sldId="260"/>
        </pc:sldMkLst>
        <pc:spChg chg="mod">
          <ac:chgData name="xi sheng" userId="b3919e0d8ca6a452" providerId="LiveId" clId="{7D0FCA31-27ED-4A72-9EC6-AEAAC19F9363}" dt="2024-05-28T06:58:33.286" v="1495" actId="20577"/>
          <ac:spMkLst>
            <pc:docMk/>
            <pc:sldMk cId="4139980659" sldId="260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6:58:53.982" v="1517" actId="404"/>
          <ac:spMkLst>
            <pc:docMk/>
            <pc:sldMk cId="4139980659" sldId="260"/>
            <ac:spMk id="3" creationId="{6199BA53-C5CA-E43E-6E28-EBB955FD7531}"/>
          </ac:spMkLst>
        </pc:spChg>
        <pc:picChg chg="mod">
          <ac:chgData name="xi sheng" userId="b3919e0d8ca6a452" providerId="LiveId" clId="{7D0FCA31-27ED-4A72-9EC6-AEAAC19F9363}" dt="2024-05-28T06:58:58.875" v="1518" actId="14100"/>
          <ac:picMkLst>
            <pc:docMk/>
            <pc:sldMk cId="4139980659" sldId="260"/>
            <ac:picMk id="5" creationId="{02015FCF-6C2D-5C1B-0B81-E266B458CF91}"/>
          </ac:picMkLst>
        </pc:picChg>
        <pc:cxnChg chg="mod">
          <ac:chgData name="xi sheng" userId="b3919e0d8ca6a452" providerId="LiveId" clId="{7D0FCA31-27ED-4A72-9EC6-AEAAC19F9363}" dt="2024-05-28T06:59:00.112" v="1519" actId="1076"/>
          <ac:cxnSpMkLst>
            <pc:docMk/>
            <pc:sldMk cId="4139980659" sldId="260"/>
            <ac:cxnSpMk id="9" creationId="{8CF983CA-C83D-01B3-13FB-371F853AFE07}"/>
          </ac:cxnSpMkLst>
        </pc:cxnChg>
      </pc:sldChg>
      <pc:sldChg chg="addSp delSp modSp mod">
        <pc:chgData name="xi sheng" userId="b3919e0d8ca6a452" providerId="LiveId" clId="{7D0FCA31-27ED-4A72-9EC6-AEAAC19F9363}" dt="2024-05-28T07:03:32.191" v="1642" actId="1076"/>
        <pc:sldMkLst>
          <pc:docMk/>
          <pc:sldMk cId="3810891185" sldId="261"/>
        </pc:sldMkLst>
        <pc:spChg chg="mod">
          <ac:chgData name="xi sheng" userId="b3919e0d8ca6a452" providerId="LiveId" clId="{7D0FCA31-27ED-4A72-9EC6-AEAAC19F9363}" dt="2024-05-28T07:03:23.919" v="1640" actId="20577"/>
          <ac:spMkLst>
            <pc:docMk/>
            <pc:sldMk cId="3810891185" sldId="261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6:59:34.085" v="1527" actId="20577"/>
          <ac:spMkLst>
            <pc:docMk/>
            <pc:sldMk cId="3810891185" sldId="261"/>
            <ac:spMk id="3" creationId="{6199BA53-C5CA-E43E-6E28-EBB955FD7531}"/>
          </ac:spMkLst>
        </pc:spChg>
        <pc:picChg chg="add del mod ord">
          <ac:chgData name="xi sheng" userId="b3919e0d8ca6a452" providerId="LiveId" clId="{7D0FCA31-27ED-4A72-9EC6-AEAAC19F9363}" dt="2024-05-28T07:03:30.466" v="1641" actId="1076"/>
          <ac:picMkLst>
            <pc:docMk/>
            <pc:sldMk cId="3810891185" sldId="261"/>
            <ac:picMk id="6" creationId="{23F8CE0B-F390-3AB7-40CB-D6C2DC7D4335}"/>
          </ac:picMkLst>
        </pc:picChg>
        <pc:cxnChg chg="add del mod">
          <ac:chgData name="xi sheng" userId="b3919e0d8ca6a452" providerId="LiveId" clId="{7D0FCA31-27ED-4A72-9EC6-AEAAC19F9363}" dt="2024-05-28T07:03:32.191" v="1642" actId="1076"/>
          <ac:cxnSpMkLst>
            <pc:docMk/>
            <pc:sldMk cId="3810891185" sldId="261"/>
            <ac:cxnSpMk id="9" creationId="{8CF983CA-C83D-01B3-13FB-371F853AFE07}"/>
          </ac:cxnSpMkLst>
        </pc:cxnChg>
      </pc:sldChg>
      <pc:sldChg chg="modSp mod">
        <pc:chgData name="xi sheng" userId="b3919e0d8ca6a452" providerId="LiveId" clId="{7D0FCA31-27ED-4A72-9EC6-AEAAC19F9363}" dt="2024-05-28T07:03:19.104" v="1636" actId="20577"/>
        <pc:sldMkLst>
          <pc:docMk/>
          <pc:sldMk cId="3918740334" sldId="262"/>
        </pc:sldMkLst>
        <pc:spChg chg="mod">
          <ac:chgData name="xi sheng" userId="b3919e0d8ca6a452" providerId="LiveId" clId="{7D0FCA31-27ED-4A72-9EC6-AEAAC19F9363}" dt="2024-05-28T07:03:19.104" v="1636" actId="20577"/>
          <ac:spMkLst>
            <pc:docMk/>
            <pc:sldMk cId="3918740334" sldId="262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6:59:44.644" v="1533" actId="27636"/>
          <ac:spMkLst>
            <pc:docMk/>
            <pc:sldMk cId="3918740334" sldId="262"/>
            <ac:spMk id="3" creationId="{6199BA53-C5CA-E43E-6E28-EBB955FD7531}"/>
          </ac:spMkLst>
        </pc:spChg>
      </pc:sldChg>
      <pc:sldChg chg="modSp mod">
        <pc:chgData name="xi sheng" userId="b3919e0d8ca6a452" providerId="LiveId" clId="{7D0FCA31-27ED-4A72-9EC6-AEAAC19F9363}" dt="2024-05-27T14:22:44.367" v="599"/>
        <pc:sldMkLst>
          <pc:docMk/>
          <pc:sldMk cId="2476412182" sldId="263"/>
        </pc:sldMkLst>
        <pc:spChg chg="mod">
          <ac:chgData name="xi sheng" userId="b3919e0d8ca6a452" providerId="LiveId" clId="{7D0FCA31-27ED-4A72-9EC6-AEAAC19F9363}" dt="2024-05-27T14:22:44.367" v="599"/>
          <ac:spMkLst>
            <pc:docMk/>
            <pc:sldMk cId="2476412182" sldId="263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7T14:00:14.573" v="381" actId="20577"/>
          <ac:spMkLst>
            <pc:docMk/>
            <pc:sldMk cId="2476412182" sldId="263"/>
            <ac:spMk id="3" creationId="{6199BA53-C5CA-E43E-6E28-EBB955FD7531}"/>
          </ac:spMkLst>
        </pc:spChg>
      </pc:sldChg>
      <pc:sldChg chg="addSp modSp mod">
        <pc:chgData name="xi sheng" userId="b3919e0d8ca6a452" providerId="LiveId" clId="{7D0FCA31-27ED-4A72-9EC6-AEAAC19F9363}" dt="2024-05-28T07:45:48.410" v="2200" actId="1076"/>
        <pc:sldMkLst>
          <pc:docMk/>
          <pc:sldMk cId="965846901" sldId="264"/>
        </pc:sldMkLst>
        <pc:spChg chg="mod">
          <ac:chgData name="xi sheng" userId="b3919e0d8ca6a452" providerId="LiveId" clId="{7D0FCA31-27ED-4A72-9EC6-AEAAC19F9363}" dt="2024-05-27T14:22:37.461" v="589"/>
          <ac:spMkLst>
            <pc:docMk/>
            <pc:sldMk cId="965846901" sldId="264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7:45:41.602" v="2198"/>
          <ac:spMkLst>
            <pc:docMk/>
            <pc:sldMk cId="965846901" sldId="264"/>
            <ac:spMk id="3" creationId="{6199BA53-C5CA-E43E-6E28-EBB955FD7531}"/>
          </ac:spMkLst>
        </pc:spChg>
        <pc:spChg chg="add mod">
          <ac:chgData name="xi sheng" userId="b3919e0d8ca6a452" providerId="LiveId" clId="{7D0FCA31-27ED-4A72-9EC6-AEAAC19F9363}" dt="2024-05-28T07:45:48.410" v="2200" actId="1076"/>
          <ac:spMkLst>
            <pc:docMk/>
            <pc:sldMk cId="965846901" sldId="264"/>
            <ac:spMk id="4" creationId="{2F01F0F9-10AE-234E-9A97-DD344481E989}"/>
          </ac:spMkLst>
        </pc:spChg>
      </pc:sldChg>
      <pc:sldChg chg="addSp modSp del mod">
        <pc:chgData name="xi sheng" userId="b3919e0d8ca6a452" providerId="LiveId" clId="{7D0FCA31-27ED-4A72-9EC6-AEAAC19F9363}" dt="2024-05-28T07:45:51.302" v="2201" actId="47"/>
        <pc:sldMkLst>
          <pc:docMk/>
          <pc:sldMk cId="2994280967" sldId="265"/>
        </pc:sldMkLst>
        <pc:spChg chg="mod">
          <ac:chgData name="xi sheng" userId="b3919e0d8ca6a452" providerId="LiveId" clId="{7D0FCA31-27ED-4A72-9EC6-AEAAC19F9363}" dt="2024-05-27T14:22:34.187" v="587"/>
          <ac:spMkLst>
            <pc:docMk/>
            <pc:sldMk cId="2994280967" sldId="265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7T14:00:29.223" v="393" actId="20577"/>
          <ac:spMkLst>
            <pc:docMk/>
            <pc:sldMk cId="2994280967" sldId="265"/>
            <ac:spMk id="3" creationId="{6199BA53-C5CA-E43E-6E28-EBB955FD7531}"/>
          </ac:spMkLst>
        </pc:spChg>
        <pc:spChg chg="add mod">
          <ac:chgData name="xi sheng" userId="b3919e0d8ca6a452" providerId="LiveId" clId="{7D0FCA31-27ED-4A72-9EC6-AEAAC19F9363}" dt="2024-05-26T13:34:16.250" v="16" actId="1582"/>
          <ac:spMkLst>
            <pc:docMk/>
            <pc:sldMk cId="2994280967" sldId="265"/>
            <ac:spMk id="4" creationId="{7189311D-32B4-6734-C619-41DAC5177B35}"/>
          </ac:spMkLst>
        </pc:spChg>
        <pc:picChg chg="mod modCrop">
          <ac:chgData name="xi sheng" userId="b3919e0d8ca6a452" providerId="LiveId" clId="{7D0FCA31-27ED-4A72-9EC6-AEAAC19F9363}" dt="2024-05-26T13:33:59.135" v="12" actId="1076"/>
          <ac:picMkLst>
            <pc:docMk/>
            <pc:sldMk cId="2994280967" sldId="265"/>
            <ac:picMk id="5" creationId="{65B5ABCC-7C70-62CE-8E25-5535B151D6B4}"/>
          </ac:picMkLst>
        </pc:picChg>
      </pc:sldChg>
      <pc:sldChg chg="modSp mod">
        <pc:chgData name="xi sheng" userId="b3919e0d8ca6a452" providerId="LiveId" clId="{7D0FCA31-27ED-4A72-9EC6-AEAAC19F9363}" dt="2024-05-27T14:24:25.674" v="618" actId="14100"/>
        <pc:sldMkLst>
          <pc:docMk/>
          <pc:sldMk cId="878012609" sldId="266"/>
        </pc:sldMkLst>
        <pc:spChg chg="mod">
          <ac:chgData name="xi sheng" userId="b3919e0d8ca6a452" providerId="LiveId" clId="{7D0FCA31-27ED-4A72-9EC6-AEAAC19F9363}" dt="2024-05-27T14:23:45.179" v="610" actId="20577"/>
          <ac:spMkLst>
            <pc:docMk/>
            <pc:sldMk cId="878012609" sldId="266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7T14:23:59.968" v="613" actId="20577"/>
          <ac:spMkLst>
            <pc:docMk/>
            <pc:sldMk cId="878012609" sldId="266"/>
            <ac:spMk id="3" creationId="{6199BA53-C5CA-E43E-6E28-EBB955FD7531}"/>
          </ac:spMkLst>
        </pc:spChg>
        <pc:cxnChg chg="mod">
          <ac:chgData name="xi sheng" userId="b3919e0d8ca6a452" providerId="LiveId" clId="{7D0FCA31-27ED-4A72-9EC6-AEAAC19F9363}" dt="2024-05-27T14:24:13.749" v="615" actId="14100"/>
          <ac:cxnSpMkLst>
            <pc:docMk/>
            <pc:sldMk cId="878012609" sldId="266"/>
            <ac:cxnSpMk id="11" creationId="{E9CB5378-715D-1B09-D40D-EA55EE3A599D}"/>
          </ac:cxnSpMkLst>
        </pc:cxnChg>
        <pc:cxnChg chg="mod">
          <ac:chgData name="xi sheng" userId="b3919e0d8ca6a452" providerId="LiveId" clId="{7D0FCA31-27ED-4A72-9EC6-AEAAC19F9363}" dt="2024-05-27T14:24:25.674" v="618" actId="14100"/>
          <ac:cxnSpMkLst>
            <pc:docMk/>
            <pc:sldMk cId="878012609" sldId="266"/>
            <ac:cxnSpMk id="12" creationId="{75750EA1-DEE3-3930-A124-B0CF431BAFC8}"/>
          </ac:cxnSpMkLst>
        </pc:cxnChg>
        <pc:cxnChg chg="mod">
          <ac:chgData name="xi sheng" userId="b3919e0d8ca6a452" providerId="LiveId" clId="{7D0FCA31-27ED-4A72-9EC6-AEAAC19F9363}" dt="2024-05-27T14:24:21.185" v="617" actId="14100"/>
          <ac:cxnSpMkLst>
            <pc:docMk/>
            <pc:sldMk cId="878012609" sldId="266"/>
            <ac:cxnSpMk id="17" creationId="{0AF46FD3-A885-D823-9618-21E7902F7F2B}"/>
          </ac:cxnSpMkLst>
        </pc:cxnChg>
        <pc:cxnChg chg="mod">
          <ac:chgData name="xi sheng" userId="b3919e0d8ca6a452" providerId="LiveId" clId="{7D0FCA31-27ED-4A72-9EC6-AEAAC19F9363}" dt="2024-05-27T14:24:09.050" v="614" actId="14100"/>
          <ac:cxnSpMkLst>
            <pc:docMk/>
            <pc:sldMk cId="878012609" sldId="266"/>
            <ac:cxnSpMk id="22" creationId="{7A1877CE-8D9F-7031-D2EA-465E70C4F83E}"/>
          </ac:cxnSpMkLst>
        </pc:cxnChg>
      </pc:sldChg>
      <pc:sldChg chg="addSp delSp modSp add mod">
        <pc:chgData name="xi sheng" userId="b3919e0d8ca6a452" providerId="LiveId" clId="{7D0FCA31-27ED-4A72-9EC6-AEAAC19F9363}" dt="2024-05-28T06:47:46.973" v="1315" actId="20577"/>
        <pc:sldMkLst>
          <pc:docMk/>
          <pc:sldMk cId="217593214" sldId="267"/>
        </pc:sldMkLst>
        <pc:spChg chg="mod">
          <ac:chgData name="xi sheng" userId="b3919e0d8ca6a452" providerId="LiveId" clId="{7D0FCA31-27ED-4A72-9EC6-AEAAC19F9363}" dt="2024-05-28T06:47:46.973" v="1315" actId="20577"/>
          <ac:spMkLst>
            <pc:docMk/>
            <pc:sldMk cId="217593214" sldId="267"/>
            <ac:spMk id="2" creationId="{E25F87AC-8E8F-09C3-B1E9-CDAA883C62AF}"/>
          </ac:spMkLst>
        </pc:spChg>
        <pc:spChg chg="del mod">
          <ac:chgData name="xi sheng" userId="b3919e0d8ca6a452" providerId="LiveId" clId="{7D0FCA31-27ED-4A72-9EC6-AEAAC19F9363}" dt="2024-05-27T13:55:20.274" v="367" actId="478"/>
          <ac:spMkLst>
            <pc:docMk/>
            <pc:sldMk cId="217593214" sldId="267"/>
            <ac:spMk id="3" creationId="{6199BA53-C5CA-E43E-6E28-EBB955FD7531}"/>
          </ac:spMkLst>
        </pc:spChg>
        <pc:spChg chg="add del mod">
          <ac:chgData name="xi sheng" userId="b3919e0d8ca6a452" providerId="LiveId" clId="{7D0FCA31-27ED-4A72-9EC6-AEAAC19F9363}" dt="2024-05-27T13:55:04.165" v="364" actId="21"/>
          <ac:spMkLst>
            <pc:docMk/>
            <pc:sldMk cId="217593214" sldId="267"/>
            <ac:spMk id="7" creationId="{A4231340-9048-0195-CAE4-8EA8101BD73D}"/>
          </ac:spMkLst>
        </pc:spChg>
        <pc:spChg chg="del">
          <ac:chgData name="xi sheng" userId="b3919e0d8ca6a452" providerId="LiveId" clId="{7D0FCA31-27ED-4A72-9EC6-AEAAC19F9363}" dt="2024-05-27T13:50:37.824" v="216" actId="478"/>
          <ac:spMkLst>
            <pc:docMk/>
            <pc:sldMk cId="217593214" sldId="267"/>
            <ac:spMk id="18" creationId="{3605D085-0BBE-6607-7208-D8DA880801CE}"/>
          </ac:spMkLst>
        </pc:spChg>
        <pc:spChg chg="del">
          <ac:chgData name="xi sheng" userId="b3919e0d8ca6a452" providerId="LiveId" clId="{7D0FCA31-27ED-4A72-9EC6-AEAAC19F9363}" dt="2024-05-27T13:48:31.358" v="166" actId="478"/>
          <ac:spMkLst>
            <pc:docMk/>
            <pc:sldMk cId="217593214" sldId="267"/>
            <ac:spMk id="19" creationId="{3D720B37-2AAB-DD33-7690-6F11B313D77E}"/>
          </ac:spMkLst>
        </pc:spChg>
        <pc:spChg chg="del">
          <ac:chgData name="xi sheng" userId="b3919e0d8ca6a452" providerId="LiveId" clId="{7D0FCA31-27ED-4A72-9EC6-AEAAC19F9363}" dt="2024-05-27T13:50:22.788" v="210" actId="478"/>
          <ac:spMkLst>
            <pc:docMk/>
            <pc:sldMk cId="217593214" sldId="267"/>
            <ac:spMk id="20" creationId="{B71E7BED-6967-4E9C-63A5-B75A1E69B7E0}"/>
          </ac:spMkLst>
        </pc:spChg>
        <pc:spChg chg="add del mod">
          <ac:chgData name="xi sheng" userId="b3919e0d8ca6a452" providerId="LiveId" clId="{7D0FCA31-27ED-4A72-9EC6-AEAAC19F9363}" dt="2024-05-27T13:49:12.967" v="195" actId="478"/>
          <ac:spMkLst>
            <pc:docMk/>
            <pc:sldMk cId="217593214" sldId="267"/>
            <ac:spMk id="21" creationId="{02831AA3-1946-11E5-8AB0-472BC45FB9DB}"/>
          </ac:spMkLst>
        </pc:spChg>
        <pc:spChg chg="add del mod">
          <ac:chgData name="xi sheng" userId="b3919e0d8ca6a452" providerId="LiveId" clId="{7D0FCA31-27ED-4A72-9EC6-AEAAC19F9363}" dt="2024-05-27T13:55:04.165" v="364" actId="21"/>
          <ac:spMkLst>
            <pc:docMk/>
            <pc:sldMk cId="217593214" sldId="267"/>
            <ac:spMk id="23" creationId="{1D127EE5-E96B-7993-F99E-183C09AFF9D3}"/>
          </ac:spMkLst>
        </pc:spChg>
        <pc:spChg chg="add del mod">
          <ac:chgData name="xi sheng" userId="b3919e0d8ca6a452" providerId="LiveId" clId="{7D0FCA31-27ED-4A72-9EC6-AEAAC19F9363}" dt="2024-05-27T13:55:04.165" v="364" actId="21"/>
          <ac:spMkLst>
            <pc:docMk/>
            <pc:sldMk cId="217593214" sldId="267"/>
            <ac:spMk id="24" creationId="{7452AA8B-CBC6-5D55-C859-E2116803D9D6}"/>
          </ac:spMkLst>
        </pc:spChg>
        <pc:spChg chg="add mod">
          <ac:chgData name="xi sheng" userId="b3919e0d8ca6a452" providerId="LiveId" clId="{7D0FCA31-27ED-4A72-9EC6-AEAAC19F9363}" dt="2024-05-28T06:47:36.103" v="1311"/>
          <ac:spMkLst>
            <pc:docMk/>
            <pc:sldMk cId="217593214" sldId="267"/>
            <ac:spMk id="28" creationId="{46FA3D7D-0058-7E1E-7B4B-218770530CC6}"/>
          </ac:spMkLst>
        </pc:spChg>
        <pc:picChg chg="add del mod">
          <ac:chgData name="xi sheng" userId="b3919e0d8ca6a452" providerId="LiveId" clId="{7D0FCA31-27ED-4A72-9EC6-AEAAC19F9363}" dt="2024-05-27T13:55:04.165" v="364" actId="21"/>
          <ac:picMkLst>
            <pc:docMk/>
            <pc:sldMk cId="217593214" sldId="267"/>
            <ac:picMk id="5" creationId="{6546DA32-8A53-6789-0413-AD06FD5F4492}"/>
          </ac:picMkLst>
        </pc:picChg>
        <pc:picChg chg="del">
          <ac:chgData name="xi sheng" userId="b3919e0d8ca6a452" providerId="LiveId" clId="{7D0FCA31-27ED-4A72-9EC6-AEAAC19F9363}" dt="2024-05-27T13:47:12.809" v="150" actId="478"/>
          <ac:picMkLst>
            <pc:docMk/>
            <pc:sldMk cId="217593214" sldId="267"/>
            <ac:picMk id="6" creationId="{329D5C0D-EAF3-7E84-7E44-BBC176AC1947}"/>
          </ac:picMkLst>
        </pc:picChg>
        <pc:picChg chg="add del mod">
          <ac:chgData name="xi sheng" userId="b3919e0d8ca6a452" providerId="LiveId" clId="{7D0FCA31-27ED-4A72-9EC6-AEAAC19F9363}" dt="2024-05-27T13:55:04.165" v="364" actId="21"/>
          <ac:picMkLst>
            <pc:docMk/>
            <pc:sldMk cId="217593214" sldId="267"/>
            <ac:picMk id="9" creationId="{F7C1E72A-25F9-A0D5-0E37-F1A9F8FD7C76}"/>
          </ac:picMkLst>
        </pc:picChg>
        <pc:picChg chg="del">
          <ac:chgData name="xi sheng" userId="b3919e0d8ca6a452" providerId="LiveId" clId="{7D0FCA31-27ED-4A72-9EC6-AEAAC19F9363}" dt="2024-05-27T13:47:13.300" v="151" actId="478"/>
          <ac:picMkLst>
            <pc:docMk/>
            <pc:sldMk cId="217593214" sldId="267"/>
            <ac:picMk id="10" creationId="{A9F76233-AB16-F0D3-CD3B-A73FBDACD6F6}"/>
          </ac:picMkLst>
        </pc:picChg>
        <pc:picChg chg="del">
          <ac:chgData name="xi sheng" userId="b3919e0d8ca6a452" providerId="LiveId" clId="{7D0FCA31-27ED-4A72-9EC6-AEAAC19F9363}" dt="2024-05-27T13:47:13.990" v="152" actId="478"/>
          <ac:picMkLst>
            <pc:docMk/>
            <pc:sldMk cId="217593214" sldId="267"/>
            <ac:picMk id="14" creationId="{3468135F-BB66-1C80-386E-7CE7E75E5AE2}"/>
          </ac:picMkLst>
        </pc:picChg>
        <pc:picChg chg="del">
          <ac:chgData name="xi sheng" userId="b3919e0d8ca6a452" providerId="LiveId" clId="{7D0FCA31-27ED-4A72-9EC6-AEAAC19F9363}" dt="2024-05-27T13:50:20.740" v="209" actId="478"/>
          <ac:picMkLst>
            <pc:docMk/>
            <pc:sldMk cId="217593214" sldId="267"/>
            <ac:picMk id="16" creationId="{1AFA934D-3E2B-8AA6-3717-1BF21ED9514F}"/>
          </ac:picMkLst>
        </pc:picChg>
        <pc:picChg chg="add mod">
          <ac:chgData name="xi sheng" userId="b3919e0d8ca6a452" providerId="LiveId" clId="{7D0FCA31-27ED-4A72-9EC6-AEAAC19F9363}" dt="2024-05-27T14:12:40.801" v="503" actId="1076"/>
          <ac:picMkLst>
            <pc:docMk/>
            <pc:sldMk cId="217593214" sldId="267"/>
            <ac:picMk id="30" creationId="{AC7304D0-00EB-AD94-886F-63C33C5B3F00}"/>
          </ac:picMkLst>
        </pc:picChg>
        <pc:cxnChg chg="del">
          <ac:chgData name="xi sheng" userId="b3919e0d8ca6a452" providerId="LiveId" clId="{7D0FCA31-27ED-4A72-9EC6-AEAAC19F9363}" dt="2024-05-27T13:47:10.453" v="148" actId="478"/>
          <ac:cxnSpMkLst>
            <pc:docMk/>
            <pc:sldMk cId="217593214" sldId="267"/>
            <ac:cxnSpMk id="11" creationId="{E9CB5378-715D-1B09-D40D-EA55EE3A599D}"/>
          </ac:cxnSpMkLst>
        </pc:cxnChg>
        <pc:cxnChg chg="del">
          <ac:chgData name="xi sheng" userId="b3919e0d8ca6a452" providerId="LiveId" clId="{7D0FCA31-27ED-4A72-9EC6-AEAAC19F9363}" dt="2024-05-27T13:47:11.933" v="149" actId="478"/>
          <ac:cxnSpMkLst>
            <pc:docMk/>
            <pc:sldMk cId="217593214" sldId="267"/>
            <ac:cxnSpMk id="12" creationId="{75750EA1-DEE3-3930-A124-B0CF431BAFC8}"/>
          </ac:cxnSpMkLst>
        </pc:cxnChg>
        <pc:cxnChg chg="add del">
          <ac:chgData name="xi sheng" userId="b3919e0d8ca6a452" providerId="LiveId" clId="{7D0FCA31-27ED-4A72-9EC6-AEAAC19F9363}" dt="2024-05-27T13:50:58.945" v="221" actId="478"/>
          <ac:cxnSpMkLst>
            <pc:docMk/>
            <pc:sldMk cId="217593214" sldId="267"/>
            <ac:cxnSpMk id="15" creationId="{FBD9BF86-8B35-E25B-E2E2-BE63ECB7FF29}"/>
          </ac:cxnSpMkLst>
        </pc:cxnChg>
        <pc:cxnChg chg="del mod">
          <ac:chgData name="xi sheng" userId="b3919e0d8ca6a452" providerId="LiveId" clId="{7D0FCA31-27ED-4A72-9EC6-AEAAC19F9363}" dt="2024-05-27T13:50:20.231" v="208" actId="478"/>
          <ac:cxnSpMkLst>
            <pc:docMk/>
            <pc:sldMk cId="217593214" sldId="267"/>
            <ac:cxnSpMk id="17" creationId="{0AF46FD3-A885-D823-9618-21E7902F7F2B}"/>
          </ac:cxnSpMkLst>
        </pc:cxnChg>
        <pc:cxnChg chg="del">
          <ac:chgData name="xi sheng" userId="b3919e0d8ca6a452" providerId="LiveId" clId="{7D0FCA31-27ED-4A72-9EC6-AEAAC19F9363}" dt="2024-05-27T13:47:09.263" v="147" actId="478"/>
          <ac:cxnSpMkLst>
            <pc:docMk/>
            <pc:sldMk cId="217593214" sldId="267"/>
            <ac:cxnSpMk id="22" creationId="{7A1877CE-8D9F-7031-D2EA-465E70C4F83E}"/>
          </ac:cxnSpMkLst>
        </pc:cxnChg>
        <pc:cxnChg chg="add del">
          <ac:chgData name="xi sheng" userId="b3919e0d8ca6a452" providerId="LiveId" clId="{7D0FCA31-27ED-4A72-9EC6-AEAAC19F9363}" dt="2024-05-27T13:55:04.165" v="364" actId="21"/>
          <ac:cxnSpMkLst>
            <pc:docMk/>
            <pc:sldMk cId="217593214" sldId="267"/>
            <ac:cxnSpMk id="26" creationId="{04A4FB5B-4B2D-1C28-7FE8-73DBBF43D139}"/>
          </ac:cxnSpMkLst>
        </pc:cxnChg>
        <pc:cxnChg chg="add">
          <ac:chgData name="xi sheng" userId="b3919e0d8ca6a452" providerId="LiveId" clId="{7D0FCA31-27ED-4A72-9EC6-AEAAC19F9363}" dt="2024-05-27T14:12:46.779" v="504" actId="11529"/>
          <ac:cxnSpMkLst>
            <pc:docMk/>
            <pc:sldMk cId="217593214" sldId="267"/>
            <ac:cxnSpMk id="32" creationId="{6A259DC2-2FD6-5443-D167-76AFE4E2D530}"/>
          </ac:cxnSpMkLst>
        </pc:cxnChg>
        <pc:cxnChg chg="add">
          <ac:chgData name="xi sheng" userId="b3919e0d8ca6a452" providerId="LiveId" clId="{7D0FCA31-27ED-4A72-9EC6-AEAAC19F9363}" dt="2024-05-27T14:12:52.075" v="505" actId="11529"/>
          <ac:cxnSpMkLst>
            <pc:docMk/>
            <pc:sldMk cId="217593214" sldId="267"/>
            <ac:cxnSpMk id="34" creationId="{2ACD8E56-EBC6-E5B2-0348-C84B2527FE83}"/>
          </ac:cxnSpMkLst>
        </pc:cxnChg>
      </pc:sldChg>
      <pc:sldChg chg="addSp modSp new mod">
        <pc:chgData name="xi sheng" userId="b3919e0d8ca6a452" providerId="LiveId" clId="{7D0FCA31-27ED-4A72-9EC6-AEAAC19F9363}" dt="2024-05-27T14:28:10.156" v="638"/>
        <pc:sldMkLst>
          <pc:docMk/>
          <pc:sldMk cId="4151654589" sldId="268"/>
        </pc:sldMkLst>
        <pc:spChg chg="mod">
          <ac:chgData name="xi sheng" userId="b3919e0d8ca6a452" providerId="LiveId" clId="{7D0FCA31-27ED-4A72-9EC6-AEAAC19F9363}" dt="2024-05-27T14:28:10.156" v="638"/>
          <ac:spMkLst>
            <pc:docMk/>
            <pc:sldMk cId="4151654589" sldId="268"/>
            <ac:spMk id="2" creationId="{F95BB6C0-C260-A370-FE97-2092E8782479}"/>
          </ac:spMkLst>
        </pc:spChg>
        <pc:spChg chg="mod">
          <ac:chgData name="xi sheng" userId="b3919e0d8ca6a452" providerId="LiveId" clId="{7D0FCA31-27ED-4A72-9EC6-AEAAC19F9363}" dt="2024-05-27T14:09:09.192" v="448" actId="207"/>
          <ac:spMkLst>
            <pc:docMk/>
            <pc:sldMk cId="4151654589" sldId="268"/>
            <ac:spMk id="3" creationId="{456EA93E-94B3-318A-C561-00650F58D9F9}"/>
          </ac:spMkLst>
        </pc:spChg>
        <pc:spChg chg="add mod">
          <ac:chgData name="xi sheng" userId="b3919e0d8ca6a452" providerId="LiveId" clId="{7D0FCA31-27ED-4A72-9EC6-AEAAC19F9363}" dt="2024-05-27T14:09:27.337" v="449" actId="113"/>
          <ac:spMkLst>
            <pc:docMk/>
            <pc:sldMk cId="4151654589" sldId="268"/>
            <ac:spMk id="7" creationId="{A4231340-9048-0195-CAE4-8EA8101BD73D}"/>
          </ac:spMkLst>
        </pc:spChg>
        <pc:spChg chg="add mod">
          <ac:chgData name="xi sheng" userId="b3919e0d8ca6a452" providerId="LiveId" clId="{7D0FCA31-27ED-4A72-9EC6-AEAAC19F9363}" dt="2024-05-27T13:55:09.301" v="366" actId="1076"/>
          <ac:spMkLst>
            <pc:docMk/>
            <pc:sldMk cId="4151654589" sldId="268"/>
            <ac:spMk id="23" creationId="{1D127EE5-E96B-7993-F99E-183C09AFF9D3}"/>
          </ac:spMkLst>
        </pc:spChg>
        <pc:spChg chg="add mod">
          <ac:chgData name="xi sheng" userId="b3919e0d8ca6a452" providerId="LiveId" clId="{7D0FCA31-27ED-4A72-9EC6-AEAAC19F9363}" dt="2024-05-27T13:55:09.301" v="366" actId="1076"/>
          <ac:spMkLst>
            <pc:docMk/>
            <pc:sldMk cId="4151654589" sldId="268"/>
            <ac:spMk id="24" creationId="{7452AA8B-CBC6-5D55-C859-E2116803D9D6}"/>
          </ac:spMkLst>
        </pc:spChg>
        <pc:picChg chg="add mod">
          <ac:chgData name="xi sheng" userId="b3919e0d8ca6a452" providerId="LiveId" clId="{7D0FCA31-27ED-4A72-9EC6-AEAAC19F9363}" dt="2024-05-27T13:55:09.301" v="366" actId="1076"/>
          <ac:picMkLst>
            <pc:docMk/>
            <pc:sldMk cId="4151654589" sldId="268"/>
            <ac:picMk id="5" creationId="{6546DA32-8A53-6789-0413-AD06FD5F4492}"/>
          </ac:picMkLst>
        </pc:picChg>
        <pc:picChg chg="add mod">
          <ac:chgData name="xi sheng" userId="b3919e0d8ca6a452" providerId="LiveId" clId="{7D0FCA31-27ED-4A72-9EC6-AEAAC19F9363}" dt="2024-05-27T13:55:09.301" v="366" actId="1076"/>
          <ac:picMkLst>
            <pc:docMk/>
            <pc:sldMk cId="4151654589" sldId="268"/>
            <ac:picMk id="9" creationId="{F7C1E72A-25F9-A0D5-0E37-F1A9F8FD7C76}"/>
          </ac:picMkLst>
        </pc:picChg>
        <pc:cxnChg chg="add mod">
          <ac:chgData name="xi sheng" userId="b3919e0d8ca6a452" providerId="LiveId" clId="{7D0FCA31-27ED-4A72-9EC6-AEAAC19F9363}" dt="2024-05-27T13:55:09.301" v="366" actId="1076"/>
          <ac:cxnSpMkLst>
            <pc:docMk/>
            <pc:sldMk cId="4151654589" sldId="268"/>
            <ac:cxnSpMk id="26" creationId="{04A4FB5B-4B2D-1C28-7FE8-73DBBF43D139}"/>
          </ac:cxnSpMkLst>
        </pc:cxnChg>
      </pc:sldChg>
      <pc:sldChg chg="addSp delSp modSp add mod">
        <pc:chgData name="xi sheng" userId="b3919e0d8ca6a452" providerId="LiveId" clId="{7D0FCA31-27ED-4A72-9EC6-AEAAC19F9363}" dt="2024-05-28T06:47:59.880" v="1325" actId="27636"/>
        <pc:sldMkLst>
          <pc:docMk/>
          <pc:sldMk cId="3744949950" sldId="269"/>
        </pc:sldMkLst>
        <pc:spChg chg="mod">
          <ac:chgData name="xi sheng" userId="b3919e0d8ca6a452" providerId="LiveId" clId="{7D0FCA31-27ED-4A72-9EC6-AEAAC19F9363}" dt="2024-05-28T06:47:49.226" v="1317" actId="20577"/>
          <ac:spMkLst>
            <pc:docMk/>
            <pc:sldMk cId="3744949950" sldId="269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6:47:59.880" v="1325" actId="27636"/>
          <ac:spMkLst>
            <pc:docMk/>
            <pc:sldMk cId="3744949950" sldId="269"/>
            <ac:spMk id="28" creationId="{46FA3D7D-0058-7E1E-7B4B-218770530CC6}"/>
          </ac:spMkLst>
        </pc:spChg>
        <pc:picChg chg="add mod ord">
          <ac:chgData name="xi sheng" userId="b3919e0d8ca6a452" providerId="LiveId" clId="{7D0FCA31-27ED-4A72-9EC6-AEAAC19F9363}" dt="2024-05-27T14:15:39.359" v="558" actId="1076"/>
          <ac:picMkLst>
            <pc:docMk/>
            <pc:sldMk cId="3744949950" sldId="269"/>
            <ac:picMk id="4" creationId="{42BFDB75-C28A-70CB-EAB7-27BA3614D9EE}"/>
          </ac:picMkLst>
        </pc:picChg>
        <pc:picChg chg="del">
          <ac:chgData name="xi sheng" userId="b3919e0d8ca6a452" providerId="LiveId" clId="{7D0FCA31-27ED-4A72-9EC6-AEAAC19F9363}" dt="2024-05-27T14:13:58.855" v="509" actId="478"/>
          <ac:picMkLst>
            <pc:docMk/>
            <pc:sldMk cId="3744949950" sldId="269"/>
            <ac:picMk id="30" creationId="{AC7304D0-00EB-AD94-886F-63C33C5B3F00}"/>
          </ac:picMkLst>
        </pc:picChg>
        <pc:cxnChg chg="add">
          <ac:chgData name="xi sheng" userId="b3919e0d8ca6a452" providerId="LiveId" clId="{7D0FCA31-27ED-4A72-9EC6-AEAAC19F9363}" dt="2024-05-27T14:15:47.113" v="559" actId="11529"/>
          <ac:cxnSpMkLst>
            <pc:docMk/>
            <pc:sldMk cId="3744949950" sldId="269"/>
            <ac:cxnSpMk id="6" creationId="{D5BDAB9F-C3FF-678E-6C8B-BB73A71CAA3C}"/>
          </ac:cxnSpMkLst>
        </pc:cxnChg>
        <pc:cxnChg chg="add">
          <ac:chgData name="xi sheng" userId="b3919e0d8ca6a452" providerId="LiveId" clId="{7D0FCA31-27ED-4A72-9EC6-AEAAC19F9363}" dt="2024-05-27T14:16:13.285" v="571" actId="11529"/>
          <ac:cxnSpMkLst>
            <pc:docMk/>
            <pc:sldMk cId="3744949950" sldId="269"/>
            <ac:cxnSpMk id="8" creationId="{4671DDAC-99CE-607E-7D44-F7CDB0A6EC45}"/>
          </ac:cxnSpMkLst>
        </pc:cxnChg>
        <pc:cxnChg chg="mod">
          <ac:chgData name="xi sheng" userId="b3919e0d8ca6a452" providerId="LiveId" clId="{7D0FCA31-27ED-4A72-9EC6-AEAAC19F9363}" dt="2024-05-27T14:15:39.359" v="558" actId="1076"/>
          <ac:cxnSpMkLst>
            <pc:docMk/>
            <pc:sldMk cId="3744949950" sldId="269"/>
            <ac:cxnSpMk id="32" creationId="{6A259DC2-2FD6-5443-D167-76AFE4E2D530}"/>
          </ac:cxnSpMkLst>
        </pc:cxnChg>
        <pc:cxnChg chg="mod">
          <ac:chgData name="xi sheng" userId="b3919e0d8ca6a452" providerId="LiveId" clId="{7D0FCA31-27ED-4A72-9EC6-AEAAC19F9363}" dt="2024-05-27T14:15:39.359" v="558" actId="1076"/>
          <ac:cxnSpMkLst>
            <pc:docMk/>
            <pc:sldMk cId="3744949950" sldId="269"/>
            <ac:cxnSpMk id="34" creationId="{2ACD8E56-EBC6-E5B2-0348-C84B2527FE83}"/>
          </ac:cxnSpMkLst>
        </pc:cxnChg>
      </pc:sldChg>
      <pc:sldChg chg="new del">
        <pc:chgData name="xi sheng" userId="b3919e0d8ca6a452" providerId="LiveId" clId="{7D0FCA31-27ED-4A72-9EC6-AEAAC19F9363}" dt="2024-05-28T05:52:59.327" v="777" actId="47"/>
        <pc:sldMkLst>
          <pc:docMk/>
          <pc:sldMk cId="629270628" sldId="270"/>
        </pc:sldMkLst>
      </pc:sldChg>
      <pc:sldChg chg="addSp delSp modSp new add del mod">
        <pc:chgData name="xi sheng" userId="b3919e0d8ca6a452" providerId="LiveId" clId="{7D0FCA31-27ED-4A72-9EC6-AEAAC19F9363}" dt="2024-06-16T03:03:16.550" v="8829" actId="2696"/>
        <pc:sldMkLst>
          <pc:docMk/>
          <pc:sldMk cId="920813886" sldId="271"/>
        </pc:sldMkLst>
        <pc:spChg chg="mod">
          <ac:chgData name="xi sheng" userId="b3919e0d8ca6a452" providerId="LiveId" clId="{7D0FCA31-27ED-4A72-9EC6-AEAAC19F9363}" dt="2024-05-28T06:30:02.719" v="937" actId="404"/>
          <ac:spMkLst>
            <pc:docMk/>
            <pc:sldMk cId="920813886" sldId="271"/>
            <ac:spMk id="2" creationId="{ABF9A4BC-603C-A0C5-7788-058EC4C4DFF4}"/>
          </ac:spMkLst>
        </pc:spChg>
        <pc:spChg chg="mod">
          <ac:chgData name="xi sheng" userId="b3919e0d8ca6a452" providerId="LiveId" clId="{7D0FCA31-27ED-4A72-9EC6-AEAAC19F9363}" dt="2024-06-02T12:56:50.622" v="4503"/>
          <ac:spMkLst>
            <pc:docMk/>
            <pc:sldMk cId="920813886" sldId="271"/>
            <ac:spMk id="3" creationId="{D08D2A6A-3F48-C162-7FFE-0B8DD08C5912}"/>
          </ac:spMkLst>
        </pc:spChg>
        <pc:picChg chg="add del mod">
          <ac:chgData name="xi sheng" userId="b3919e0d8ca6a452" providerId="LiveId" clId="{7D0FCA31-27ED-4A72-9EC6-AEAAC19F9363}" dt="2024-06-02T12:56:59.513" v="4504" actId="478"/>
          <ac:picMkLst>
            <pc:docMk/>
            <pc:sldMk cId="920813886" sldId="271"/>
            <ac:picMk id="5" creationId="{5F7C7F77-C4CC-CB19-FAED-F9375386962B}"/>
          </ac:picMkLst>
        </pc:picChg>
        <pc:picChg chg="add mod">
          <ac:chgData name="xi sheng" userId="b3919e0d8ca6a452" providerId="LiveId" clId="{7D0FCA31-27ED-4A72-9EC6-AEAAC19F9363}" dt="2024-06-02T12:57:01.861" v="4506" actId="1076"/>
          <ac:picMkLst>
            <pc:docMk/>
            <pc:sldMk cId="920813886" sldId="271"/>
            <ac:picMk id="6" creationId="{D44AB992-E161-ED24-B685-5C154CBD26DA}"/>
          </ac:picMkLst>
        </pc:picChg>
      </pc:sldChg>
      <pc:sldChg chg="addSp delSp modSp new mod">
        <pc:chgData name="xi sheng" userId="b3919e0d8ca6a452" providerId="LiveId" clId="{7D0FCA31-27ED-4A72-9EC6-AEAAC19F9363}" dt="2024-06-10T01:34:13.834" v="4621" actId="478"/>
        <pc:sldMkLst>
          <pc:docMk/>
          <pc:sldMk cId="2547645086" sldId="272"/>
        </pc:sldMkLst>
        <pc:spChg chg="mod">
          <ac:chgData name="xi sheng" userId="b3919e0d8ca6a452" providerId="LiveId" clId="{7D0FCA31-27ED-4A72-9EC6-AEAAC19F9363}" dt="2024-05-28T07:12:03.280" v="1670" actId="6549"/>
          <ac:spMkLst>
            <pc:docMk/>
            <pc:sldMk cId="2547645086" sldId="272"/>
            <ac:spMk id="2" creationId="{F9675991-8E62-5F92-75D2-5566536B5726}"/>
          </ac:spMkLst>
        </pc:spChg>
        <pc:spChg chg="mod">
          <ac:chgData name="xi sheng" userId="b3919e0d8ca6a452" providerId="LiveId" clId="{7D0FCA31-27ED-4A72-9EC6-AEAAC19F9363}" dt="2024-06-10T01:33:07.839" v="4616"/>
          <ac:spMkLst>
            <pc:docMk/>
            <pc:sldMk cId="2547645086" sldId="272"/>
            <ac:spMk id="3" creationId="{52CBDB28-46D7-AD56-0BCB-F509BE75F2DB}"/>
          </ac:spMkLst>
        </pc:spChg>
        <pc:spChg chg="add">
          <ac:chgData name="xi sheng" userId="b3919e0d8ca6a452" providerId="LiveId" clId="{7D0FCA31-27ED-4A72-9EC6-AEAAC19F9363}" dt="2024-06-10T01:33:21.478" v="4618" actId="11529"/>
          <ac:spMkLst>
            <pc:docMk/>
            <pc:sldMk cId="2547645086" sldId="272"/>
            <ac:spMk id="8" creationId="{F5E2300E-27A1-8486-A57B-52909143D56B}"/>
          </ac:spMkLst>
        </pc:spChg>
        <pc:picChg chg="add mod">
          <ac:chgData name="xi sheng" userId="b3919e0d8ca6a452" providerId="LiveId" clId="{7D0FCA31-27ED-4A72-9EC6-AEAAC19F9363}" dt="2024-06-10T01:32:36.602" v="4598" actId="14100"/>
          <ac:picMkLst>
            <pc:docMk/>
            <pc:sldMk cId="2547645086" sldId="272"/>
            <ac:picMk id="5" creationId="{3B7DAF66-30F2-233C-B693-BE1E971CCA36}"/>
          </ac:picMkLst>
        </pc:picChg>
        <pc:picChg chg="add del">
          <ac:chgData name="xi sheng" userId="b3919e0d8ca6a452" providerId="LiveId" clId="{7D0FCA31-27ED-4A72-9EC6-AEAAC19F9363}" dt="2024-06-10T01:34:13.834" v="4621" actId="478"/>
          <ac:picMkLst>
            <pc:docMk/>
            <pc:sldMk cId="2547645086" sldId="272"/>
            <ac:picMk id="10" creationId="{05A64F35-A3A6-3CF6-6787-FAB4DCC3F99F}"/>
          </ac:picMkLst>
        </pc:picChg>
        <pc:cxnChg chg="add">
          <ac:chgData name="xi sheng" userId="b3919e0d8ca6a452" providerId="LiveId" clId="{7D0FCA31-27ED-4A72-9EC6-AEAAC19F9363}" dt="2024-06-10T01:33:15.357" v="4617" actId="11529"/>
          <ac:cxnSpMkLst>
            <pc:docMk/>
            <pc:sldMk cId="2547645086" sldId="272"/>
            <ac:cxnSpMk id="7" creationId="{6D824A2B-AD0F-DF46-0CDE-2393F37E508E}"/>
          </ac:cxnSpMkLst>
        </pc:cxnChg>
      </pc:sldChg>
      <pc:sldChg chg="modSp new del mod">
        <pc:chgData name="xi sheng" userId="b3919e0d8ca6a452" providerId="LiveId" clId="{7D0FCA31-27ED-4A72-9EC6-AEAAC19F9363}" dt="2024-05-28T07:11:12.977" v="1650" actId="47"/>
        <pc:sldMkLst>
          <pc:docMk/>
          <pc:sldMk cId="360859333" sldId="273"/>
        </pc:sldMkLst>
        <pc:spChg chg="mod">
          <ac:chgData name="xi sheng" userId="b3919e0d8ca6a452" providerId="LiveId" clId="{7D0FCA31-27ED-4A72-9EC6-AEAAC19F9363}" dt="2024-05-27T14:31:08.860" v="706" actId="20577"/>
          <ac:spMkLst>
            <pc:docMk/>
            <pc:sldMk cId="360859333" sldId="273"/>
            <ac:spMk id="2" creationId="{FA5E4868-86F0-565A-89E1-3CC2AE7C897E}"/>
          </ac:spMkLst>
        </pc:spChg>
        <pc:spChg chg="mod">
          <ac:chgData name="xi sheng" userId="b3919e0d8ca6a452" providerId="LiveId" clId="{7D0FCA31-27ED-4A72-9EC6-AEAAC19F9363}" dt="2024-05-27T14:31:53.698" v="726" actId="20577"/>
          <ac:spMkLst>
            <pc:docMk/>
            <pc:sldMk cId="360859333" sldId="273"/>
            <ac:spMk id="3" creationId="{1E14CB7A-F428-5452-6977-98A60BACE95B}"/>
          </ac:spMkLst>
        </pc:spChg>
      </pc:sldChg>
      <pc:sldChg chg="addSp delSp modSp new mod">
        <pc:chgData name="xi sheng" userId="b3919e0d8ca6a452" providerId="LiveId" clId="{7D0FCA31-27ED-4A72-9EC6-AEAAC19F9363}" dt="2024-06-02T12:59:24.589" v="4537" actId="1076"/>
        <pc:sldMkLst>
          <pc:docMk/>
          <pc:sldMk cId="2204848344" sldId="274"/>
        </pc:sldMkLst>
        <pc:spChg chg="mod">
          <ac:chgData name="xi sheng" userId="b3919e0d8ca6a452" providerId="LiveId" clId="{7D0FCA31-27ED-4A72-9EC6-AEAAC19F9363}" dt="2024-05-28T07:41:17.974" v="2176" actId="404"/>
          <ac:spMkLst>
            <pc:docMk/>
            <pc:sldMk cId="2204848344" sldId="274"/>
            <ac:spMk id="2" creationId="{E4F595A5-D75E-A6ED-16DE-B91B55E350C6}"/>
          </ac:spMkLst>
        </pc:spChg>
        <pc:spChg chg="mod">
          <ac:chgData name="xi sheng" userId="b3919e0d8ca6a452" providerId="LiveId" clId="{7D0FCA31-27ED-4A72-9EC6-AEAAC19F9363}" dt="2024-06-02T12:58:28.491" v="4528"/>
          <ac:spMkLst>
            <pc:docMk/>
            <pc:sldMk cId="2204848344" sldId="274"/>
            <ac:spMk id="3" creationId="{27782FFF-C19C-BD4D-4ECA-C300A51769CB}"/>
          </ac:spMkLst>
        </pc:spChg>
        <pc:picChg chg="add del mod">
          <ac:chgData name="xi sheng" userId="b3919e0d8ca6a452" providerId="LiveId" clId="{7D0FCA31-27ED-4A72-9EC6-AEAAC19F9363}" dt="2024-06-02T12:58:57.097" v="4531" actId="478"/>
          <ac:picMkLst>
            <pc:docMk/>
            <pc:sldMk cId="2204848344" sldId="274"/>
            <ac:picMk id="5" creationId="{31619A9B-4FD8-1336-DF4C-A3460C40B1FC}"/>
          </ac:picMkLst>
        </pc:picChg>
        <pc:picChg chg="add mod ord">
          <ac:chgData name="xi sheng" userId="b3919e0d8ca6a452" providerId="LiveId" clId="{7D0FCA31-27ED-4A72-9EC6-AEAAC19F9363}" dt="2024-06-02T12:59:20.557" v="4535" actId="167"/>
          <ac:picMkLst>
            <pc:docMk/>
            <pc:sldMk cId="2204848344" sldId="274"/>
            <ac:picMk id="6" creationId="{51B3814E-970B-FD04-ED1E-D70767C90B11}"/>
          </ac:picMkLst>
        </pc:picChg>
        <pc:cxnChg chg="add mod">
          <ac:chgData name="xi sheng" userId="b3919e0d8ca6a452" providerId="LiveId" clId="{7D0FCA31-27ED-4A72-9EC6-AEAAC19F9363}" dt="2024-06-02T12:59:24.589" v="4537" actId="1076"/>
          <ac:cxnSpMkLst>
            <pc:docMk/>
            <pc:sldMk cId="2204848344" sldId="274"/>
            <ac:cxnSpMk id="7" creationId="{83CF4209-189B-C097-4D54-01B0DE3E820A}"/>
          </ac:cxnSpMkLst>
        </pc:cxnChg>
        <pc:cxnChg chg="add mod">
          <ac:chgData name="xi sheng" userId="b3919e0d8ca6a452" providerId="LiveId" clId="{7D0FCA31-27ED-4A72-9EC6-AEAAC19F9363}" dt="2024-06-02T12:59:22.575" v="4536" actId="1076"/>
          <ac:cxnSpMkLst>
            <pc:docMk/>
            <pc:sldMk cId="2204848344" sldId="274"/>
            <ac:cxnSpMk id="9" creationId="{21A8A840-A159-04F4-40ED-00EDA2E83FAD}"/>
          </ac:cxnSpMkLst>
        </pc:cxnChg>
      </pc:sldChg>
      <pc:sldChg chg="modSp new del mod">
        <pc:chgData name="xi sheng" userId="b3919e0d8ca6a452" providerId="LiveId" clId="{7D0FCA31-27ED-4A72-9EC6-AEAAC19F9363}" dt="2024-06-10T01:35:46.360" v="4648" actId="47"/>
        <pc:sldMkLst>
          <pc:docMk/>
          <pc:sldMk cId="921791943" sldId="275"/>
        </pc:sldMkLst>
        <pc:spChg chg="mod">
          <ac:chgData name="xi sheng" userId="b3919e0d8ca6a452" providerId="LiveId" clId="{7D0FCA31-27ED-4A72-9EC6-AEAAC19F9363}" dt="2024-05-28T07:12:29.847" v="1672" actId="20577"/>
          <ac:spMkLst>
            <pc:docMk/>
            <pc:sldMk cId="921791943" sldId="275"/>
            <ac:spMk id="2" creationId="{5AB74572-9584-58FD-6FAC-BED34135BB10}"/>
          </ac:spMkLst>
        </pc:spChg>
      </pc:sldChg>
      <pc:sldChg chg="addSp delSp modSp add mod">
        <pc:chgData name="xi sheng" userId="b3919e0d8ca6a452" providerId="LiveId" clId="{7D0FCA31-27ED-4A72-9EC6-AEAAC19F9363}" dt="2024-05-28T06:47:52.138" v="1319" actId="20577"/>
        <pc:sldMkLst>
          <pc:docMk/>
          <pc:sldMk cId="2184276256" sldId="276"/>
        </pc:sldMkLst>
        <pc:spChg chg="mod">
          <ac:chgData name="xi sheng" userId="b3919e0d8ca6a452" providerId="LiveId" clId="{7D0FCA31-27ED-4A72-9EC6-AEAAC19F9363}" dt="2024-05-28T06:47:52.138" v="1319" actId="20577"/>
          <ac:spMkLst>
            <pc:docMk/>
            <pc:sldMk cId="2184276256" sldId="276"/>
            <ac:spMk id="2" creationId="{E25F87AC-8E8F-09C3-B1E9-CDAA883C62AF}"/>
          </ac:spMkLst>
        </pc:spChg>
        <pc:spChg chg="add">
          <ac:chgData name="xi sheng" userId="b3919e0d8ca6a452" providerId="LiveId" clId="{7D0FCA31-27ED-4A72-9EC6-AEAAC19F9363}" dt="2024-05-28T05:40:08.227" v="771" actId="11529"/>
          <ac:spMkLst>
            <pc:docMk/>
            <pc:sldMk cId="2184276256" sldId="276"/>
            <ac:spMk id="7" creationId="{661D7AE7-461F-96DD-A2D1-AE6BF3D93F4A}"/>
          </ac:spMkLst>
        </pc:spChg>
        <pc:spChg chg="add mod">
          <ac:chgData name="xi sheng" userId="b3919e0d8ca6a452" providerId="LiveId" clId="{7D0FCA31-27ED-4A72-9EC6-AEAAC19F9363}" dt="2024-05-28T05:40:21.925" v="773" actId="1076"/>
          <ac:spMkLst>
            <pc:docMk/>
            <pc:sldMk cId="2184276256" sldId="276"/>
            <ac:spMk id="9" creationId="{B1A00D10-E28D-18E0-A15A-176C0F377C8D}"/>
          </ac:spMkLst>
        </pc:spChg>
        <pc:spChg chg="mod">
          <ac:chgData name="xi sheng" userId="b3919e0d8ca6a452" providerId="LiveId" clId="{7D0FCA31-27ED-4A72-9EC6-AEAAC19F9363}" dt="2024-05-28T05:39:34.082" v="763"/>
          <ac:spMkLst>
            <pc:docMk/>
            <pc:sldMk cId="2184276256" sldId="276"/>
            <ac:spMk id="28" creationId="{46FA3D7D-0058-7E1E-7B4B-218770530CC6}"/>
          </ac:spMkLst>
        </pc:spChg>
        <pc:picChg chg="del">
          <ac:chgData name="xi sheng" userId="b3919e0d8ca6a452" providerId="LiveId" clId="{7D0FCA31-27ED-4A72-9EC6-AEAAC19F9363}" dt="2024-05-28T05:39:44.343" v="764" actId="478"/>
          <ac:picMkLst>
            <pc:docMk/>
            <pc:sldMk cId="2184276256" sldId="276"/>
            <ac:picMk id="4" creationId="{42BFDB75-C28A-70CB-EAB7-27BA3614D9EE}"/>
          </ac:picMkLst>
        </pc:picChg>
        <pc:picChg chg="add mod">
          <ac:chgData name="xi sheng" userId="b3919e0d8ca6a452" providerId="LiveId" clId="{7D0FCA31-27ED-4A72-9EC6-AEAAC19F9363}" dt="2024-05-28T05:40:03.379" v="770" actId="1076"/>
          <ac:picMkLst>
            <pc:docMk/>
            <pc:sldMk cId="2184276256" sldId="276"/>
            <ac:picMk id="5" creationId="{54A0AD27-C624-C231-55CF-D8FD64025EA2}"/>
          </ac:picMkLst>
        </pc:picChg>
        <pc:picChg chg="add mod">
          <ac:chgData name="xi sheng" userId="b3919e0d8ca6a452" providerId="LiveId" clId="{7D0FCA31-27ED-4A72-9EC6-AEAAC19F9363}" dt="2024-05-28T05:40:45.032" v="775" actId="1076"/>
          <ac:picMkLst>
            <pc:docMk/>
            <pc:sldMk cId="2184276256" sldId="276"/>
            <ac:picMk id="11" creationId="{7409A501-B591-09F3-2C62-02D8F3D1EA90}"/>
          </ac:picMkLst>
        </pc:picChg>
        <pc:cxnChg chg="del">
          <ac:chgData name="xi sheng" userId="b3919e0d8ca6a452" providerId="LiveId" clId="{7D0FCA31-27ED-4A72-9EC6-AEAAC19F9363}" dt="2024-05-28T05:39:44.343" v="764" actId="478"/>
          <ac:cxnSpMkLst>
            <pc:docMk/>
            <pc:sldMk cId="2184276256" sldId="276"/>
            <ac:cxnSpMk id="6" creationId="{D5BDAB9F-C3FF-678E-6C8B-BB73A71CAA3C}"/>
          </ac:cxnSpMkLst>
        </pc:cxnChg>
        <pc:cxnChg chg="del">
          <ac:chgData name="xi sheng" userId="b3919e0d8ca6a452" providerId="LiveId" clId="{7D0FCA31-27ED-4A72-9EC6-AEAAC19F9363}" dt="2024-05-28T05:39:44.343" v="764" actId="478"/>
          <ac:cxnSpMkLst>
            <pc:docMk/>
            <pc:sldMk cId="2184276256" sldId="276"/>
            <ac:cxnSpMk id="8" creationId="{4671DDAC-99CE-607E-7D44-F7CDB0A6EC45}"/>
          </ac:cxnSpMkLst>
        </pc:cxnChg>
        <pc:cxnChg chg="add">
          <ac:chgData name="xi sheng" userId="b3919e0d8ca6a452" providerId="LiveId" clId="{7D0FCA31-27ED-4A72-9EC6-AEAAC19F9363}" dt="2024-05-28T05:40:56.180" v="776" actId="11529"/>
          <ac:cxnSpMkLst>
            <pc:docMk/>
            <pc:sldMk cId="2184276256" sldId="276"/>
            <ac:cxnSpMk id="13" creationId="{F348F3B5-71D7-4AD7-3D6B-726AA2C9AB2F}"/>
          </ac:cxnSpMkLst>
        </pc:cxnChg>
        <pc:cxnChg chg="del">
          <ac:chgData name="xi sheng" userId="b3919e0d8ca6a452" providerId="LiveId" clId="{7D0FCA31-27ED-4A72-9EC6-AEAAC19F9363}" dt="2024-05-28T05:39:44.343" v="764" actId="478"/>
          <ac:cxnSpMkLst>
            <pc:docMk/>
            <pc:sldMk cId="2184276256" sldId="276"/>
            <ac:cxnSpMk id="32" creationId="{6A259DC2-2FD6-5443-D167-76AFE4E2D530}"/>
          </ac:cxnSpMkLst>
        </pc:cxnChg>
        <pc:cxnChg chg="del">
          <ac:chgData name="xi sheng" userId="b3919e0d8ca6a452" providerId="LiveId" clId="{7D0FCA31-27ED-4A72-9EC6-AEAAC19F9363}" dt="2024-05-28T05:39:44.343" v="764" actId="478"/>
          <ac:cxnSpMkLst>
            <pc:docMk/>
            <pc:sldMk cId="2184276256" sldId="276"/>
            <ac:cxnSpMk id="34" creationId="{2ACD8E56-EBC6-E5B2-0348-C84B2527FE83}"/>
          </ac:cxnSpMkLst>
        </pc:cxnChg>
      </pc:sldChg>
      <pc:sldChg chg="add del">
        <pc:chgData name="xi sheng" userId="b3919e0d8ca6a452" providerId="LiveId" clId="{7D0FCA31-27ED-4A72-9EC6-AEAAC19F9363}" dt="2024-05-28T05:53:04.978" v="779"/>
        <pc:sldMkLst>
          <pc:docMk/>
          <pc:sldMk cId="1929836402" sldId="277"/>
        </pc:sldMkLst>
      </pc:sldChg>
      <pc:sldChg chg="add del">
        <pc:chgData name="xi sheng" userId="b3919e0d8ca6a452" providerId="LiveId" clId="{7D0FCA31-27ED-4A72-9EC6-AEAAC19F9363}" dt="2024-05-28T05:39:47.521" v="766"/>
        <pc:sldMkLst>
          <pc:docMk/>
          <pc:sldMk cId="2404525080" sldId="277"/>
        </pc:sldMkLst>
      </pc:sldChg>
      <pc:sldChg chg="addSp delSp modSp add del mod">
        <pc:chgData name="xi sheng" userId="b3919e0d8ca6a452" providerId="LiveId" clId="{7D0FCA31-27ED-4A72-9EC6-AEAAC19F9363}" dt="2024-06-02T13:02:48.523" v="4575" actId="2696"/>
        <pc:sldMkLst>
          <pc:docMk/>
          <pc:sldMk cId="4185728965" sldId="277"/>
        </pc:sldMkLst>
        <pc:spChg chg="mod">
          <ac:chgData name="xi sheng" userId="b3919e0d8ca6a452" providerId="LiveId" clId="{7D0FCA31-27ED-4A72-9EC6-AEAAC19F9363}" dt="2024-05-28T05:53:31.796" v="786" actId="20577"/>
          <ac:spMkLst>
            <pc:docMk/>
            <pc:sldMk cId="4185728965" sldId="277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5:58:36.506" v="869" actId="20577"/>
          <ac:spMkLst>
            <pc:docMk/>
            <pc:sldMk cId="4185728965" sldId="277"/>
            <ac:spMk id="28" creationId="{46FA3D7D-0058-7E1E-7B4B-218770530CC6}"/>
          </ac:spMkLst>
        </pc:spChg>
        <pc:picChg chg="del">
          <ac:chgData name="xi sheng" userId="b3919e0d8ca6a452" providerId="LiveId" clId="{7D0FCA31-27ED-4A72-9EC6-AEAAC19F9363}" dt="2024-05-28T05:54:47.473" v="832" actId="478"/>
          <ac:picMkLst>
            <pc:docMk/>
            <pc:sldMk cId="4185728965" sldId="277"/>
            <ac:picMk id="4" creationId="{42BFDB75-C28A-70CB-EAB7-27BA3614D9EE}"/>
          </ac:picMkLst>
        </pc:picChg>
        <pc:picChg chg="add mod ord">
          <ac:chgData name="xi sheng" userId="b3919e0d8ca6a452" providerId="LiveId" clId="{7D0FCA31-27ED-4A72-9EC6-AEAAC19F9363}" dt="2024-05-28T06:00:43.049" v="920" actId="1076"/>
          <ac:picMkLst>
            <pc:docMk/>
            <pc:sldMk cId="4185728965" sldId="277"/>
            <ac:picMk id="5" creationId="{6E075C54-F488-B070-5DF9-930121F41313}"/>
          </ac:picMkLst>
        </pc:picChg>
        <pc:picChg chg="add mod ord modCrop">
          <ac:chgData name="xi sheng" userId="b3919e0d8ca6a452" providerId="LiveId" clId="{7D0FCA31-27ED-4A72-9EC6-AEAAC19F9363}" dt="2024-05-28T06:00:35.017" v="919" actId="1076"/>
          <ac:picMkLst>
            <pc:docMk/>
            <pc:sldMk cId="4185728965" sldId="277"/>
            <ac:picMk id="9" creationId="{E0A9E4C3-626B-5856-7F13-ED255E71E4F0}"/>
          </ac:picMkLst>
        </pc:picChg>
        <pc:cxnChg chg="mod">
          <ac:chgData name="xi sheng" userId="b3919e0d8ca6a452" providerId="LiveId" clId="{7D0FCA31-27ED-4A72-9EC6-AEAAC19F9363}" dt="2024-05-28T06:00:43.049" v="920" actId="1076"/>
          <ac:cxnSpMkLst>
            <pc:docMk/>
            <pc:sldMk cId="4185728965" sldId="277"/>
            <ac:cxnSpMk id="6" creationId="{D5BDAB9F-C3FF-678E-6C8B-BB73A71CAA3C}"/>
          </ac:cxnSpMkLst>
        </pc:cxnChg>
        <pc:cxnChg chg="add mod">
          <ac:chgData name="xi sheng" userId="b3919e0d8ca6a452" providerId="LiveId" clId="{7D0FCA31-27ED-4A72-9EC6-AEAAC19F9363}" dt="2024-05-28T06:00:43.049" v="920" actId="1076"/>
          <ac:cxnSpMkLst>
            <pc:docMk/>
            <pc:sldMk cId="4185728965" sldId="277"/>
            <ac:cxnSpMk id="7" creationId="{A42BB3F3-9D54-D680-5217-79C3D8D67B64}"/>
          </ac:cxnSpMkLst>
        </pc:cxnChg>
        <pc:cxnChg chg="del">
          <ac:chgData name="xi sheng" userId="b3919e0d8ca6a452" providerId="LiveId" clId="{7D0FCA31-27ED-4A72-9EC6-AEAAC19F9363}" dt="2024-05-28T05:58:37.884" v="870" actId="478"/>
          <ac:cxnSpMkLst>
            <pc:docMk/>
            <pc:sldMk cId="4185728965" sldId="277"/>
            <ac:cxnSpMk id="8" creationId="{4671DDAC-99CE-607E-7D44-F7CDB0A6EC45}"/>
          </ac:cxnSpMkLst>
        </pc:cxnChg>
        <pc:cxnChg chg="add mod ord">
          <ac:chgData name="xi sheng" userId="b3919e0d8ca6a452" providerId="LiveId" clId="{7D0FCA31-27ED-4A72-9EC6-AEAAC19F9363}" dt="2024-05-28T06:00:35.017" v="919" actId="1076"/>
          <ac:cxnSpMkLst>
            <pc:docMk/>
            <pc:sldMk cId="4185728965" sldId="277"/>
            <ac:cxnSpMk id="10" creationId="{8B75AA58-41DB-340F-7333-C838BA8CF181}"/>
          </ac:cxnSpMkLst>
        </pc:cxnChg>
        <pc:cxnChg chg="add mod ord">
          <ac:chgData name="xi sheng" userId="b3919e0d8ca6a452" providerId="LiveId" clId="{7D0FCA31-27ED-4A72-9EC6-AEAAC19F9363}" dt="2024-05-28T06:00:43.049" v="920" actId="1076"/>
          <ac:cxnSpMkLst>
            <pc:docMk/>
            <pc:sldMk cId="4185728965" sldId="277"/>
            <ac:cxnSpMk id="11" creationId="{65217465-6FA0-9F19-A7D5-C167939D200A}"/>
          </ac:cxnSpMkLst>
        </pc:cxnChg>
        <pc:cxnChg chg="add mod">
          <ac:chgData name="xi sheng" userId="b3919e0d8ca6a452" providerId="LiveId" clId="{7D0FCA31-27ED-4A72-9EC6-AEAAC19F9363}" dt="2024-05-28T06:00:47.722" v="922" actId="1076"/>
          <ac:cxnSpMkLst>
            <pc:docMk/>
            <pc:sldMk cId="4185728965" sldId="277"/>
            <ac:cxnSpMk id="12" creationId="{4C9636F5-A50A-2450-DFCA-2F425B17FF66}"/>
          </ac:cxnSpMkLst>
        </pc:cxnChg>
        <pc:cxnChg chg="mod">
          <ac:chgData name="xi sheng" userId="b3919e0d8ca6a452" providerId="LiveId" clId="{7D0FCA31-27ED-4A72-9EC6-AEAAC19F9363}" dt="2024-05-28T06:00:43.049" v="920" actId="1076"/>
          <ac:cxnSpMkLst>
            <pc:docMk/>
            <pc:sldMk cId="4185728965" sldId="277"/>
            <ac:cxnSpMk id="32" creationId="{6A259DC2-2FD6-5443-D167-76AFE4E2D530}"/>
          </ac:cxnSpMkLst>
        </pc:cxnChg>
        <pc:cxnChg chg="mod">
          <ac:chgData name="xi sheng" userId="b3919e0d8ca6a452" providerId="LiveId" clId="{7D0FCA31-27ED-4A72-9EC6-AEAAC19F9363}" dt="2024-05-28T06:00:43.049" v="920" actId="1076"/>
          <ac:cxnSpMkLst>
            <pc:docMk/>
            <pc:sldMk cId="4185728965" sldId="277"/>
            <ac:cxnSpMk id="34" creationId="{2ACD8E56-EBC6-E5B2-0348-C84B2527FE83}"/>
          </ac:cxnSpMkLst>
        </pc:cxnChg>
      </pc:sldChg>
      <pc:sldChg chg="add del">
        <pc:chgData name="xi sheng" userId="b3919e0d8ca6a452" providerId="LiveId" clId="{7D0FCA31-27ED-4A72-9EC6-AEAAC19F9363}" dt="2024-05-28T06:26:19.409" v="923" actId="47"/>
        <pc:sldMkLst>
          <pc:docMk/>
          <pc:sldMk cId="3163524785" sldId="278"/>
        </pc:sldMkLst>
      </pc:sldChg>
      <pc:sldChg chg="addSp delSp modSp add del mod">
        <pc:chgData name="xi sheng" userId="b3919e0d8ca6a452" providerId="LiveId" clId="{7D0FCA31-27ED-4A72-9EC6-AEAAC19F9363}" dt="2024-06-02T13:02:56.504" v="4576" actId="2696"/>
        <pc:sldMkLst>
          <pc:docMk/>
          <pc:sldMk cId="3889628677" sldId="279"/>
        </pc:sldMkLst>
        <pc:spChg chg="mod">
          <ac:chgData name="xi sheng" userId="b3919e0d8ca6a452" providerId="LiveId" clId="{7D0FCA31-27ED-4A72-9EC6-AEAAC19F9363}" dt="2024-05-28T05:59:32.545" v="912" actId="20577"/>
          <ac:spMkLst>
            <pc:docMk/>
            <pc:sldMk cId="3889628677" sldId="279"/>
            <ac:spMk id="28" creationId="{46FA3D7D-0058-7E1E-7B4B-218770530CC6}"/>
          </ac:spMkLst>
        </pc:spChg>
        <pc:picChg chg="add mod ord">
          <ac:chgData name="xi sheng" userId="b3919e0d8ca6a452" providerId="LiveId" clId="{7D0FCA31-27ED-4A72-9EC6-AEAAC19F9363}" dt="2024-05-28T05:57:28.786" v="849" actId="1076"/>
          <ac:picMkLst>
            <pc:docMk/>
            <pc:sldMk cId="3889628677" sldId="279"/>
            <ac:picMk id="4" creationId="{4116542B-3F07-B2AD-E5C6-0735A31FD81A}"/>
          </ac:picMkLst>
        </pc:picChg>
        <pc:picChg chg="del">
          <ac:chgData name="xi sheng" userId="b3919e0d8ca6a452" providerId="LiveId" clId="{7D0FCA31-27ED-4A72-9EC6-AEAAC19F9363}" dt="2024-05-28T05:57:03.769" v="844" actId="478"/>
          <ac:picMkLst>
            <pc:docMk/>
            <pc:sldMk cId="3889628677" sldId="279"/>
            <ac:picMk id="5" creationId="{6E075C54-F488-B070-5DF9-930121F41313}"/>
          </ac:picMkLst>
        </pc:picChg>
        <pc:cxnChg chg="mod">
          <ac:chgData name="xi sheng" userId="b3919e0d8ca6a452" providerId="LiveId" clId="{7D0FCA31-27ED-4A72-9EC6-AEAAC19F9363}" dt="2024-05-28T05:57:33.458" v="851" actId="1076"/>
          <ac:cxnSpMkLst>
            <pc:docMk/>
            <pc:sldMk cId="3889628677" sldId="279"/>
            <ac:cxnSpMk id="6" creationId="{D5BDAB9F-C3FF-678E-6C8B-BB73A71CAA3C}"/>
          </ac:cxnSpMkLst>
        </pc:cxnChg>
        <pc:cxnChg chg="mod">
          <ac:chgData name="xi sheng" userId="b3919e0d8ca6a452" providerId="LiveId" clId="{7D0FCA31-27ED-4A72-9EC6-AEAAC19F9363}" dt="2024-05-28T05:59:20.297" v="903" actId="1076"/>
          <ac:cxnSpMkLst>
            <pc:docMk/>
            <pc:sldMk cId="3889628677" sldId="279"/>
            <ac:cxnSpMk id="7" creationId="{A42BB3F3-9D54-D680-5217-79C3D8D67B64}"/>
          </ac:cxnSpMkLst>
        </pc:cxnChg>
        <pc:cxnChg chg="mod">
          <ac:chgData name="xi sheng" userId="b3919e0d8ca6a452" providerId="LiveId" clId="{7D0FCA31-27ED-4A72-9EC6-AEAAC19F9363}" dt="2024-05-28T05:59:22.314" v="904" actId="1076"/>
          <ac:cxnSpMkLst>
            <pc:docMk/>
            <pc:sldMk cId="3889628677" sldId="279"/>
            <ac:cxnSpMk id="8" creationId="{4671DDAC-99CE-607E-7D44-F7CDB0A6EC45}"/>
          </ac:cxnSpMkLst>
        </pc:cxnChg>
        <pc:cxnChg chg="mod">
          <ac:chgData name="xi sheng" userId="b3919e0d8ca6a452" providerId="LiveId" clId="{7D0FCA31-27ED-4A72-9EC6-AEAAC19F9363}" dt="2024-05-28T05:57:30.700" v="850" actId="1076"/>
          <ac:cxnSpMkLst>
            <pc:docMk/>
            <pc:sldMk cId="3889628677" sldId="279"/>
            <ac:cxnSpMk id="34" creationId="{2ACD8E56-EBC6-E5B2-0348-C84B2527FE83}"/>
          </ac:cxnSpMkLst>
        </pc:cxnChg>
      </pc:sldChg>
      <pc:sldChg chg="addSp delSp modSp add mod">
        <pc:chgData name="xi sheng" userId="b3919e0d8ca6a452" providerId="LiveId" clId="{7D0FCA31-27ED-4A72-9EC6-AEAAC19F9363}" dt="2024-06-02T12:57:28.308" v="4514" actId="1076"/>
        <pc:sldMkLst>
          <pc:docMk/>
          <pc:sldMk cId="1516355022" sldId="280"/>
        </pc:sldMkLst>
        <pc:spChg chg="mod">
          <ac:chgData name="xi sheng" userId="b3919e0d8ca6a452" providerId="LiveId" clId="{7D0FCA31-27ED-4A72-9EC6-AEAAC19F9363}" dt="2024-05-28T06:34:51.942" v="1002"/>
          <ac:spMkLst>
            <pc:docMk/>
            <pc:sldMk cId="1516355022" sldId="280"/>
            <ac:spMk id="3" creationId="{D08D2A6A-3F48-C162-7FFE-0B8DD08C5912}"/>
          </ac:spMkLst>
        </pc:spChg>
        <pc:picChg chg="add mod ord">
          <ac:chgData name="xi sheng" userId="b3919e0d8ca6a452" providerId="LiveId" clId="{7D0FCA31-27ED-4A72-9EC6-AEAAC19F9363}" dt="2024-06-02T12:57:24.722" v="4512" actId="1076"/>
          <ac:picMkLst>
            <pc:docMk/>
            <pc:sldMk cId="1516355022" sldId="280"/>
            <ac:picMk id="5" creationId="{1E5855B0-1B97-14B3-F172-A333F5B6A381}"/>
          </ac:picMkLst>
        </pc:picChg>
        <pc:picChg chg="del">
          <ac:chgData name="xi sheng" userId="b3919e0d8ca6a452" providerId="LiveId" clId="{7D0FCA31-27ED-4A72-9EC6-AEAAC19F9363}" dt="2024-05-28T06:34:16.557" v="993" actId="478"/>
          <ac:picMkLst>
            <pc:docMk/>
            <pc:sldMk cId="1516355022" sldId="280"/>
            <ac:picMk id="5" creationId="{5F7C7F77-C4CC-CB19-FAED-F9375386962B}"/>
          </ac:picMkLst>
        </pc:picChg>
        <pc:picChg chg="add del mod">
          <ac:chgData name="xi sheng" userId="b3919e0d8ca6a452" providerId="LiveId" clId="{7D0FCA31-27ED-4A72-9EC6-AEAAC19F9363}" dt="2024-06-02T12:57:17" v="4507" actId="478"/>
          <ac:picMkLst>
            <pc:docMk/>
            <pc:sldMk cId="1516355022" sldId="280"/>
            <ac:picMk id="6" creationId="{AEC8A17D-F5C0-7DF0-70D1-16B45E95349C}"/>
          </ac:picMkLst>
        </pc:picChg>
        <pc:cxnChg chg="add mod">
          <ac:chgData name="xi sheng" userId="b3919e0d8ca6a452" providerId="LiveId" clId="{7D0FCA31-27ED-4A72-9EC6-AEAAC19F9363}" dt="2024-06-02T12:57:26.443" v="4513" actId="1076"/>
          <ac:cxnSpMkLst>
            <pc:docMk/>
            <pc:sldMk cId="1516355022" sldId="280"/>
            <ac:cxnSpMk id="8" creationId="{EA1C90CB-4A4E-D028-9D6B-A655E79519F2}"/>
          </ac:cxnSpMkLst>
        </pc:cxnChg>
        <pc:cxnChg chg="add mod">
          <ac:chgData name="xi sheng" userId="b3919e0d8ca6a452" providerId="LiveId" clId="{7D0FCA31-27ED-4A72-9EC6-AEAAC19F9363}" dt="2024-06-02T12:57:28.308" v="4514" actId="1076"/>
          <ac:cxnSpMkLst>
            <pc:docMk/>
            <pc:sldMk cId="1516355022" sldId="280"/>
            <ac:cxnSpMk id="11" creationId="{FD87D6E9-6793-27CB-88D5-316EEC6B386F}"/>
          </ac:cxnSpMkLst>
        </pc:cxnChg>
      </pc:sldChg>
      <pc:sldChg chg="addSp delSp modSp add mod">
        <pc:chgData name="xi sheng" userId="b3919e0d8ca6a452" providerId="LiveId" clId="{7D0FCA31-27ED-4A72-9EC6-AEAAC19F9363}" dt="2024-06-02T12:57:55.195" v="4520" actId="1076"/>
        <pc:sldMkLst>
          <pc:docMk/>
          <pc:sldMk cId="230964356" sldId="281"/>
        </pc:sldMkLst>
        <pc:spChg chg="mod">
          <ac:chgData name="xi sheng" userId="b3919e0d8ca6a452" providerId="LiveId" clId="{7D0FCA31-27ED-4A72-9EC6-AEAAC19F9363}" dt="2024-05-28T07:46:14.688" v="2208" actId="1076"/>
          <ac:spMkLst>
            <pc:docMk/>
            <pc:sldMk cId="230964356" sldId="281"/>
            <ac:spMk id="2" creationId="{ABF9A4BC-603C-A0C5-7788-058EC4C4DFF4}"/>
          </ac:spMkLst>
        </pc:spChg>
        <pc:spChg chg="mod">
          <ac:chgData name="xi sheng" userId="b3919e0d8ca6a452" providerId="LiveId" clId="{7D0FCA31-27ED-4A72-9EC6-AEAAC19F9363}" dt="2024-05-28T07:46:17.212" v="2210" actId="27636"/>
          <ac:spMkLst>
            <pc:docMk/>
            <pc:sldMk cId="230964356" sldId="281"/>
            <ac:spMk id="3" creationId="{D08D2A6A-3F48-C162-7FFE-0B8DD08C5912}"/>
          </ac:spMkLst>
        </pc:spChg>
        <pc:spChg chg="add mod">
          <ac:chgData name="xi sheng" userId="b3919e0d8ca6a452" providerId="LiveId" clId="{7D0FCA31-27ED-4A72-9EC6-AEAAC19F9363}" dt="2024-06-02T12:57:53.309" v="4519" actId="1076"/>
          <ac:spMkLst>
            <pc:docMk/>
            <pc:sldMk cId="230964356" sldId="281"/>
            <ac:spMk id="7" creationId="{4233FC10-C3E3-7208-75DE-E4528650E8A6}"/>
          </ac:spMkLst>
        </pc:spChg>
        <pc:picChg chg="add del mod ord">
          <ac:chgData name="xi sheng" userId="b3919e0d8ca6a452" providerId="LiveId" clId="{7D0FCA31-27ED-4A72-9EC6-AEAAC19F9363}" dt="2024-06-02T12:57:44.219" v="4515" actId="478"/>
          <ac:picMkLst>
            <pc:docMk/>
            <pc:sldMk cId="230964356" sldId="281"/>
            <ac:picMk id="5" creationId="{1E06BBA3-3280-BE97-B004-132ECFB84ECD}"/>
          </ac:picMkLst>
        </pc:picChg>
        <pc:picChg chg="add mod ord">
          <ac:chgData name="xi sheng" userId="b3919e0d8ca6a452" providerId="LiveId" clId="{7D0FCA31-27ED-4A72-9EC6-AEAAC19F9363}" dt="2024-06-02T12:57:49.375" v="4518" actId="1076"/>
          <ac:picMkLst>
            <pc:docMk/>
            <pc:sldMk cId="230964356" sldId="281"/>
            <ac:picMk id="6" creationId="{1F6337B4-AE58-25F5-AA84-3EA6196F6B59}"/>
          </ac:picMkLst>
        </pc:picChg>
        <pc:picChg chg="del">
          <ac:chgData name="xi sheng" userId="b3919e0d8ca6a452" providerId="LiveId" clId="{7D0FCA31-27ED-4A72-9EC6-AEAAC19F9363}" dt="2024-05-28T06:35:36.712" v="1020" actId="478"/>
          <ac:picMkLst>
            <pc:docMk/>
            <pc:sldMk cId="230964356" sldId="281"/>
            <ac:picMk id="6" creationId="{AEC8A17D-F5C0-7DF0-70D1-16B45E95349C}"/>
          </ac:picMkLst>
        </pc:picChg>
        <pc:cxnChg chg="mod">
          <ac:chgData name="xi sheng" userId="b3919e0d8ca6a452" providerId="LiveId" clId="{7D0FCA31-27ED-4A72-9EC6-AEAAC19F9363}" dt="2024-06-02T12:57:55.195" v="4520" actId="1076"/>
          <ac:cxnSpMkLst>
            <pc:docMk/>
            <pc:sldMk cId="230964356" sldId="281"/>
            <ac:cxnSpMk id="8" creationId="{EA1C90CB-4A4E-D028-9D6B-A655E79519F2}"/>
          </ac:cxnSpMkLst>
        </pc:cxnChg>
        <pc:cxnChg chg="del">
          <ac:chgData name="xi sheng" userId="b3919e0d8ca6a452" providerId="LiveId" clId="{7D0FCA31-27ED-4A72-9EC6-AEAAC19F9363}" dt="2024-05-28T06:35:37.760" v="1021" actId="478"/>
          <ac:cxnSpMkLst>
            <pc:docMk/>
            <pc:sldMk cId="230964356" sldId="281"/>
            <ac:cxnSpMk id="11" creationId="{FD87D6E9-6793-27CB-88D5-316EEC6B386F}"/>
          </ac:cxnSpMkLst>
        </pc:cxnChg>
      </pc:sldChg>
      <pc:sldChg chg="addSp delSp modSp add del mod">
        <pc:chgData name="xi sheng" userId="b3919e0d8ca6a452" providerId="LiveId" clId="{7D0FCA31-27ED-4A72-9EC6-AEAAC19F9363}" dt="2024-05-28T07:46:24.712" v="2212" actId="47"/>
        <pc:sldMkLst>
          <pc:docMk/>
          <pc:sldMk cId="962398411" sldId="282"/>
        </pc:sldMkLst>
        <pc:spChg chg="mod">
          <ac:chgData name="xi sheng" userId="b3919e0d8ca6a452" providerId="LiveId" clId="{7D0FCA31-27ED-4A72-9EC6-AEAAC19F9363}" dt="2024-05-28T06:36:19.155" v="1048"/>
          <ac:spMkLst>
            <pc:docMk/>
            <pc:sldMk cId="962398411" sldId="282"/>
            <ac:spMk id="3" creationId="{D08D2A6A-3F48-C162-7FFE-0B8DD08C5912}"/>
          </ac:spMkLst>
        </pc:spChg>
        <pc:spChg chg="add">
          <ac:chgData name="xi sheng" userId="b3919e0d8ca6a452" providerId="LiveId" clId="{7D0FCA31-27ED-4A72-9EC6-AEAAC19F9363}" dt="2024-05-28T06:36:42.592" v="1056" actId="11529"/>
          <ac:spMkLst>
            <pc:docMk/>
            <pc:sldMk cId="962398411" sldId="282"/>
            <ac:spMk id="4" creationId="{B98199FC-1115-02C0-C20C-68EBB8CB2DA6}"/>
          </ac:spMkLst>
        </pc:spChg>
        <pc:picChg chg="mod modCrop">
          <ac:chgData name="xi sheng" userId="b3919e0d8ca6a452" providerId="LiveId" clId="{7D0FCA31-27ED-4A72-9EC6-AEAAC19F9363}" dt="2024-05-28T06:36:36.762" v="1054" actId="14100"/>
          <ac:picMkLst>
            <pc:docMk/>
            <pc:sldMk cId="962398411" sldId="282"/>
            <ac:picMk id="5" creationId="{1E06BBA3-3280-BE97-B004-132ECFB84ECD}"/>
          </ac:picMkLst>
        </pc:picChg>
        <pc:cxnChg chg="del">
          <ac:chgData name="xi sheng" userId="b3919e0d8ca6a452" providerId="LiveId" clId="{7D0FCA31-27ED-4A72-9EC6-AEAAC19F9363}" dt="2024-05-28T06:36:38.207" v="1055" actId="478"/>
          <ac:cxnSpMkLst>
            <pc:docMk/>
            <pc:sldMk cId="962398411" sldId="282"/>
            <ac:cxnSpMk id="8" creationId="{EA1C90CB-4A4E-D028-9D6B-A655E79519F2}"/>
          </ac:cxnSpMkLst>
        </pc:cxnChg>
      </pc:sldChg>
      <pc:sldChg chg="addSp delSp modSp add mod">
        <pc:chgData name="xi sheng" userId="b3919e0d8ca6a452" providerId="LiveId" clId="{7D0FCA31-27ED-4A72-9EC6-AEAAC19F9363}" dt="2024-06-02T12:58:17.007" v="4525" actId="1076"/>
        <pc:sldMkLst>
          <pc:docMk/>
          <pc:sldMk cId="941986688" sldId="283"/>
        </pc:sldMkLst>
        <pc:spChg chg="mod">
          <ac:chgData name="xi sheng" userId="b3919e0d8ca6a452" providerId="LiveId" clId="{7D0FCA31-27ED-4A72-9EC6-AEAAC19F9363}" dt="2024-06-02T12:58:17.007" v="4525" actId="1076"/>
          <ac:spMkLst>
            <pc:docMk/>
            <pc:sldMk cId="941986688" sldId="283"/>
            <ac:spMk id="3" creationId="{D08D2A6A-3F48-C162-7FFE-0B8DD08C5912}"/>
          </ac:spMkLst>
        </pc:spChg>
        <pc:picChg chg="add ord">
          <ac:chgData name="xi sheng" userId="b3919e0d8ca6a452" providerId="LiveId" clId="{7D0FCA31-27ED-4A72-9EC6-AEAAC19F9363}" dt="2024-06-02T12:58:14.755" v="4523" actId="167"/>
          <ac:picMkLst>
            <pc:docMk/>
            <pc:sldMk cId="941986688" sldId="283"/>
            <ac:picMk id="5" creationId="{15D52776-974C-E0AD-7AE9-B216608C535E}"/>
          </ac:picMkLst>
        </pc:picChg>
        <pc:picChg chg="del">
          <ac:chgData name="xi sheng" userId="b3919e0d8ca6a452" providerId="LiveId" clId="{7D0FCA31-27ED-4A72-9EC6-AEAAC19F9363}" dt="2024-05-28T06:37:20.104" v="1097" actId="478"/>
          <ac:picMkLst>
            <pc:docMk/>
            <pc:sldMk cId="941986688" sldId="283"/>
            <ac:picMk id="5" creationId="{1E06BBA3-3280-BE97-B004-132ECFB84ECD}"/>
          </ac:picMkLst>
        </pc:picChg>
        <pc:picChg chg="add del mod ord">
          <ac:chgData name="xi sheng" userId="b3919e0d8ca6a452" providerId="LiveId" clId="{7D0FCA31-27ED-4A72-9EC6-AEAAC19F9363}" dt="2024-06-02T12:58:11.102" v="4521" actId="478"/>
          <ac:picMkLst>
            <pc:docMk/>
            <pc:sldMk cId="941986688" sldId="283"/>
            <ac:picMk id="6" creationId="{F9F5ABD8-DDE3-CA01-ADCA-74D05907A6CF}"/>
          </ac:picMkLst>
        </pc:picChg>
        <pc:cxnChg chg="mod">
          <ac:chgData name="xi sheng" userId="b3919e0d8ca6a452" providerId="LiveId" clId="{7D0FCA31-27ED-4A72-9EC6-AEAAC19F9363}" dt="2024-06-02T12:58:16.625" v="4524" actId="1076"/>
          <ac:cxnSpMkLst>
            <pc:docMk/>
            <pc:sldMk cId="941986688" sldId="283"/>
            <ac:cxnSpMk id="8" creationId="{EA1C90CB-4A4E-D028-9D6B-A655E79519F2}"/>
          </ac:cxnSpMkLst>
        </pc:cxnChg>
      </pc:sldChg>
      <pc:sldChg chg="addSp delSp modSp add del mod">
        <pc:chgData name="xi sheng" userId="b3919e0d8ca6a452" providerId="LiveId" clId="{7D0FCA31-27ED-4A72-9EC6-AEAAC19F9363}" dt="2024-05-28T06:48:09.855" v="1328" actId="47"/>
        <pc:sldMkLst>
          <pc:docMk/>
          <pc:sldMk cId="4194815407" sldId="284"/>
        </pc:sldMkLst>
        <pc:spChg chg="mod">
          <ac:chgData name="xi sheng" userId="b3919e0d8ca6a452" providerId="LiveId" clId="{7D0FCA31-27ED-4A72-9EC6-AEAAC19F9363}" dt="2024-05-28T06:48:05.685" v="1327" actId="20577"/>
          <ac:spMkLst>
            <pc:docMk/>
            <pc:sldMk cId="4194815407" sldId="284"/>
            <ac:spMk id="2" creationId="{E25F87AC-8E8F-09C3-B1E9-CDAA883C62AF}"/>
          </ac:spMkLst>
        </pc:spChg>
        <pc:spChg chg="del">
          <ac:chgData name="xi sheng" userId="b3919e0d8ca6a452" providerId="LiveId" clId="{7D0FCA31-27ED-4A72-9EC6-AEAAC19F9363}" dt="2024-05-28T06:41:42.884" v="1105" actId="478"/>
          <ac:spMkLst>
            <pc:docMk/>
            <pc:sldMk cId="4194815407" sldId="284"/>
            <ac:spMk id="7" creationId="{661D7AE7-461F-96DD-A2D1-AE6BF3D93F4A}"/>
          </ac:spMkLst>
        </pc:spChg>
        <pc:spChg chg="del">
          <ac:chgData name="xi sheng" userId="b3919e0d8ca6a452" providerId="LiveId" clId="{7D0FCA31-27ED-4A72-9EC6-AEAAC19F9363}" dt="2024-05-28T06:41:42.884" v="1105" actId="478"/>
          <ac:spMkLst>
            <pc:docMk/>
            <pc:sldMk cId="4194815407" sldId="284"/>
            <ac:spMk id="9" creationId="{B1A00D10-E28D-18E0-A15A-176C0F377C8D}"/>
          </ac:spMkLst>
        </pc:spChg>
        <pc:spChg chg="mod">
          <ac:chgData name="xi sheng" userId="b3919e0d8ca6a452" providerId="LiveId" clId="{7D0FCA31-27ED-4A72-9EC6-AEAAC19F9363}" dt="2024-05-28T06:42:24.744" v="1147"/>
          <ac:spMkLst>
            <pc:docMk/>
            <pc:sldMk cId="4194815407" sldId="284"/>
            <ac:spMk id="28" creationId="{46FA3D7D-0058-7E1E-7B4B-218770530CC6}"/>
          </ac:spMkLst>
        </pc:spChg>
        <pc:picChg chg="add mod">
          <ac:chgData name="xi sheng" userId="b3919e0d8ca6a452" providerId="LiveId" clId="{7D0FCA31-27ED-4A72-9EC6-AEAAC19F9363}" dt="2024-05-28T06:42:01.323" v="1111" actId="1076"/>
          <ac:picMkLst>
            <pc:docMk/>
            <pc:sldMk cId="4194815407" sldId="284"/>
            <ac:picMk id="4" creationId="{496C2E4A-0F76-BA74-BB28-6307325ADD73}"/>
          </ac:picMkLst>
        </pc:picChg>
        <pc:picChg chg="del">
          <ac:chgData name="xi sheng" userId="b3919e0d8ca6a452" providerId="LiveId" clId="{7D0FCA31-27ED-4A72-9EC6-AEAAC19F9363}" dt="2024-05-28T06:41:40.062" v="1104" actId="478"/>
          <ac:picMkLst>
            <pc:docMk/>
            <pc:sldMk cId="4194815407" sldId="284"/>
            <ac:picMk id="5" creationId="{54A0AD27-C624-C231-55CF-D8FD64025EA2}"/>
          </ac:picMkLst>
        </pc:picChg>
        <pc:picChg chg="del">
          <ac:chgData name="xi sheng" userId="b3919e0d8ca6a452" providerId="LiveId" clId="{7D0FCA31-27ED-4A72-9EC6-AEAAC19F9363}" dt="2024-05-28T06:41:42.884" v="1105" actId="478"/>
          <ac:picMkLst>
            <pc:docMk/>
            <pc:sldMk cId="4194815407" sldId="284"/>
            <ac:picMk id="11" creationId="{7409A501-B591-09F3-2C62-02D8F3D1EA90}"/>
          </ac:picMkLst>
        </pc:picChg>
        <pc:cxnChg chg="del">
          <ac:chgData name="xi sheng" userId="b3919e0d8ca6a452" providerId="LiveId" clId="{7D0FCA31-27ED-4A72-9EC6-AEAAC19F9363}" dt="2024-05-28T06:41:42.884" v="1105" actId="478"/>
          <ac:cxnSpMkLst>
            <pc:docMk/>
            <pc:sldMk cId="4194815407" sldId="284"/>
            <ac:cxnSpMk id="13" creationId="{F348F3B5-71D7-4AD7-3D6B-726AA2C9AB2F}"/>
          </ac:cxnSpMkLst>
        </pc:cxnChg>
      </pc:sldChg>
      <pc:sldChg chg="addSp modSp add del mod">
        <pc:chgData name="xi sheng" userId="b3919e0d8ca6a452" providerId="LiveId" clId="{7D0FCA31-27ED-4A72-9EC6-AEAAC19F9363}" dt="2024-05-28T06:47:44.765" v="1313" actId="20577"/>
        <pc:sldMkLst>
          <pc:docMk/>
          <pc:sldMk cId="255996452" sldId="285"/>
        </pc:sldMkLst>
        <pc:spChg chg="mod">
          <ac:chgData name="xi sheng" userId="b3919e0d8ca6a452" providerId="LiveId" clId="{7D0FCA31-27ED-4A72-9EC6-AEAAC19F9363}" dt="2024-05-28T06:47:44.765" v="1313" actId="20577"/>
          <ac:spMkLst>
            <pc:docMk/>
            <pc:sldMk cId="255996452" sldId="285"/>
            <ac:spMk id="2" creationId="{E25F87AC-8E8F-09C3-B1E9-CDAA883C62AF}"/>
          </ac:spMkLst>
        </pc:spChg>
        <pc:spChg chg="add mod">
          <ac:chgData name="xi sheng" userId="b3919e0d8ca6a452" providerId="LiveId" clId="{7D0FCA31-27ED-4A72-9EC6-AEAAC19F9363}" dt="2024-05-28T06:45:52.780" v="1239" actId="113"/>
          <ac:spMkLst>
            <pc:docMk/>
            <pc:sldMk cId="255996452" sldId="285"/>
            <ac:spMk id="8" creationId="{0D23D8E8-1FFB-2FAB-2245-E73A38CF4C3C}"/>
          </ac:spMkLst>
        </pc:spChg>
        <pc:spChg chg="add mod">
          <ac:chgData name="xi sheng" userId="b3919e0d8ca6a452" providerId="LiveId" clId="{7D0FCA31-27ED-4A72-9EC6-AEAAC19F9363}" dt="2024-05-28T06:46:30.152" v="1247" actId="208"/>
          <ac:spMkLst>
            <pc:docMk/>
            <pc:sldMk cId="255996452" sldId="285"/>
            <ac:spMk id="15" creationId="{40402E9F-4F40-E369-78BF-5A1F5548F626}"/>
          </ac:spMkLst>
        </pc:spChg>
        <pc:spChg chg="mod">
          <ac:chgData name="xi sheng" userId="b3919e0d8ca6a452" providerId="LiveId" clId="{7D0FCA31-27ED-4A72-9EC6-AEAAC19F9363}" dt="2024-05-28T06:45:39.894" v="1232"/>
          <ac:spMkLst>
            <pc:docMk/>
            <pc:sldMk cId="255996452" sldId="285"/>
            <ac:spMk id="28" creationId="{46FA3D7D-0058-7E1E-7B4B-218770530CC6}"/>
          </ac:spMkLst>
        </pc:spChg>
        <pc:picChg chg="mod">
          <ac:chgData name="xi sheng" userId="b3919e0d8ca6a452" providerId="LiveId" clId="{7D0FCA31-27ED-4A72-9EC6-AEAAC19F9363}" dt="2024-05-28T06:46:13.105" v="1244" actId="1076"/>
          <ac:picMkLst>
            <pc:docMk/>
            <pc:sldMk cId="255996452" sldId="285"/>
            <ac:picMk id="4" creationId="{496C2E4A-0F76-BA74-BB28-6307325ADD73}"/>
          </ac:picMkLst>
        </pc:picChg>
        <pc:picChg chg="add mod">
          <ac:chgData name="xi sheng" userId="b3919e0d8ca6a452" providerId="LiveId" clId="{7D0FCA31-27ED-4A72-9EC6-AEAAC19F9363}" dt="2024-05-28T06:45:43.659" v="1233" actId="1076"/>
          <ac:picMkLst>
            <pc:docMk/>
            <pc:sldMk cId="255996452" sldId="285"/>
            <ac:picMk id="5" creationId="{0267D515-2C53-F409-0D36-C45747FE2167}"/>
          </ac:picMkLst>
        </pc:picChg>
        <pc:picChg chg="add mod">
          <ac:chgData name="xi sheng" userId="b3919e0d8ca6a452" providerId="LiveId" clId="{7D0FCA31-27ED-4A72-9EC6-AEAAC19F9363}" dt="2024-05-28T06:45:16.795" v="1201" actId="1076"/>
          <ac:picMkLst>
            <pc:docMk/>
            <pc:sldMk cId="255996452" sldId="285"/>
            <ac:picMk id="7" creationId="{CED85EEE-F086-A116-D8BE-7386358EE6F5}"/>
          </ac:picMkLst>
        </pc:picChg>
        <pc:cxnChg chg="add">
          <ac:chgData name="xi sheng" userId="b3919e0d8ca6a452" providerId="LiveId" clId="{7D0FCA31-27ED-4A72-9EC6-AEAAC19F9363}" dt="2024-05-28T06:45:57.978" v="1240" actId="11529"/>
          <ac:cxnSpMkLst>
            <pc:docMk/>
            <pc:sldMk cId="255996452" sldId="285"/>
            <ac:cxnSpMk id="10" creationId="{AD2FDE08-D470-DE88-FC3B-0994846155B1}"/>
          </ac:cxnSpMkLst>
        </pc:cxnChg>
        <pc:cxnChg chg="add">
          <ac:chgData name="xi sheng" userId="b3919e0d8ca6a452" providerId="LiveId" clId="{7D0FCA31-27ED-4A72-9EC6-AEAAC19F9363}" dt="2024-05-28T06:46:03.241" v="1241" actId="11529"/>
          <ac:cxnSpMkLst>
            <pc:docMk/>
            <pc:sldMk cId="255996452" sldId="285"/>
            <ac:cxnSpMk id="12" creationId="{4C12CF9A-B90E-A418-6C3B-42F1AB5B1416}"/>
          </ac:cxnSpMkLst>
        </pc:cxnChg>
        <pc:cxnChg chg="add">
          <ac:chgData name="xi sheng" userId="b3919e0d8ca6a452" providerId="LiveId" clId="{7D0FCA31-27ED-4A72-9EC6-AEAAC19F9363}" dt="2024-05-28T06:46:07.754" v="1242" actId="11529"/>
          <ac:cxnSpMkLst>
            <pc:docMk/>
            <pc:sldMk cId="255996452" sldId="285"/>
            <ac:cxnSpMk id="14" creationId="{DD254181-907F-6C44-85FE-47A413196EAF}"/>
          </ac:cxnSpMkLst>
        </pc:cxnChg>
      </pc:sldChg>
      <pc:sldChg chg="add del">
        <pc:chgData name="xi sheng" userId="b3919e0d8ca6a452" providerId="LiveId" clId="{7D0FCA31-27ED-4A72-9EC6-AEAAC19F9363}" dt="2024-05-28T06:41:45.822" v="1107"/>
        <pc:sldMkLst>
          <pc:docMk/>
          <pc:sldMk cId="4224635515" sldId="285"/>
        </pc:sldMkLst>
      </pc:sldChg>
      <pc:sldChg chg="addSp delSp modSp add del mod">
        <pc:chgData name="xi sheng" userId="b3919e0d8ca6a452" providerId="LiveId" clId="{7D0FCA31-27ED-4A72-9EC6-AEAAC19F9363}" dt="2024-05-28T07:03:49.298" v="1646" actId="20577"/>
        <pc:sldMkLst>
          <pc:docMk/>
          <pc:sldMk cId="2780436538" sldId="286"/>
        </pc:sldMkLst>
        <pc:spChg chg="mod">
          <ac:chgData name="xi sheng" userId="b3919e0d8ca6a452" providerId="LiveId" clId="{7D0FCA31-27ED-4A72-9EC6-AEAAC19F9363}" dt="2024-05-28T07:03:49.298" v="1646" actId="20577"/>
          <ac:spMkLst>
            <pc:docMk/>
            <pc:sldMk cId="2780436538" sldId="286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6:59:37.912" v="1529" actId="27636"/>
          <ac:spMkLst>
            <pc:docMk/>
            <pc:sldMk cId="2780436538" sldId="286"/>
            <ac:spMk id="3" creationId="{6199BA53-C5CA-E43E-6E28-EBB955FD7531}"/>
          </ac:spMkLst>
        </pc:spChg>
        <pc:spChg chg="add mod">
          <ac:chgData name="xi sheng" userId="b3919e0d8ca6a452" providerId="LiveId" clId="{7D0FCA31-27ED-4A72-9EC6-AEAAC19F9363}" dt="2024-05-28T06:55:33.312" v="1408" actId="208"/>
          <ac:spMkLst>
            <pc:docMk/>
            <pc:sldMk cId="2780436538" sldId="286"/>
            <ac:spMk id="12" creationId="{96DA05D0-C72B-655E-5489-EE9ED7077300}"/>
          </ac:spMkLst>
        </pc:spChg>
        <pc:picChg chg="add mod ord">
          <ac:chgData name="xi sheng" userId="b3919e0d8ca6a452" providerId="LiveId" clId="{7D0FCA31-27ED-4A72-9EC6-AEAAC19F9363}" dt="2024-05-28T06:54:45.988" v="1394" actId="167"/>
          <ac:picMkLst>
            <pc:docMk/>
            <pc:sldMk cId="2780436538" sldId="286"/>
            <ac:picMk id="5" creationId="{4121A4DB-4F77-FFD9-4281-41FBA0BAEF2E}"/>
          </ac:picMkLst>
        </pc:picChg>
        <pc:picChg chg="del">
          <ac:chgData name="xi sheng" userId="b3919e0d8ca6a452" providerId="LiveId" clId="{7D0FCA31-27ED-4A72-9EC6-AEAAC19F9363}" dt="2024-05-28T06:53:41.936" v="1346" actId="478"/>
          <ac:picMkLst>
            <pc:docMk/>
            <pc:sldMk cId="2780436538" sldId="286"/>
            <ac:picMk id="6" creationId="{23F8CE0B-F390-3AB7-40CB-D6C2DC7D4335}"/>
          </ac:picMkLst>
        </pc:picChg>
        <pc:picChg chg="add mod">
          <ac:chgData name="xi sheng" userId="b3919e0d8ca6a452" providerId="LiveId" clId="{7D0FCA31-27ED-4A72-9EC6-AEAAC19F9363}" dt="2024-05-28T06:55:26.353" v="1405" actId="1076"/>
          <ac:picMkLst>
            <pc:docMk/>
            <pc:sldMk cId="2780436538" sldId="286"/>
            <ac:picMk id="11" creationId="{8B6E3AB0-D984-DF71-8716-8C5D9C90F74F}"/>
          </ac:picMkLst>
        </pc:picChg>
        <pc:cxnChg chg="add mod">
          <ac:chgData name="xi sheng" userId="b3919e0d8ca6a452" providerId="LiveId" clId="{7D0FCA31-27ED-4A72-9EC6-AEAAC19F9363}" dt="2024-05-28T06:54:51.963" v="1397" actId="1076"/>
          <ac:cxnSpMkLst>
            <pc:docMk/>
            <pc:sldMk cId="2780436538" sldId="286"/>
            <ac:cxnSpMk id="7" creationId="{32E67503-4228-5D86-3AE2-E5C0272B758D}"/>
          </ac:cxnSpMkLst>
        </pc:cxnChg>
        <pc:cxnChg chg="add mod">
          <ac:chgData name="xi sheng" userId="b3919e0d8ca6a452" providerId="LiveId" clId="{7D0FCA31-27ED-4A72-9EC6-AEAAC19F9363}" dt="2024-05-28T06:54:56.884" v="1400" actId="1076"/>
          <ac:cxnSpMkLst>
            <pc:docMk/>
            <pc:sldMk cId="2780436538" sldId="286"/>
            <ac:cxnSpMk id="8" creationId="{82682572-4A0D-4DF4-3C38-C0F0B893D292}"/>
          </ac:cxnSpMkLst>
        </pc:cxnChg>
        <pc:cxnChg chg="mod">
          <ac:chgData name="xi sheng" userId="b3919e0d8ca6a452" providerId="LiveId" clId="{7D0FCA31-27ED-4A72-9EC6-AEAAC19F9363}" dt="2024-05-28T06:54:47.982" v="1395" actId="1076"/>
          <ac:cxnSpMkLst>
            <pc:docMk/>
            <pc:sldMk cId="2780436538" sldId="286"/>
            <ac:cxnSpMk id="9" creationId="{8CF983CA-C83D-01B3-13FB-371F853AFE07}"/>
          </ac:cxnSpMkLst>
        </pc:cxnChg>
        <pc:cxnChg chg="add">
          <ac:chgData name="xi sheng" userId="b3919e0d8ca6a452" providerId="LiveId" clId="{7D0FCA31-27ED-4A72-9EC6-AEAAC19F9363}" dt="2024-05-28T06:55:38.391" v="1409" actId="11529"/>
          <ac:cxnSpMkLst>
            <pc:docMk/>
            <pc:sldMk cId="2780436538" sldId="286"/>
            <ac:cxnSpMk id="14" creationId="{082B0E37-B831-E7BA-D8BC-9623A72E1016}"/>
          </ac:cxnSpMkLst>
        </pc:cxnChg>
        <pc:cxnChg chg="add">
          <ac:chgData name="xi sheng" userId="b3919e0d8ca6a452" providerId="LiveId" clId="{7D0FCA31-27ED-4A72-9EC6-AEAAC19F9363}" dt="2024-05-28T06:55:42.835" v="1410" actId="11529"/>
          <ac:cxnSpMkLst>
            <pc:docMk/>
            <pc:sldMk cId="2780436538" sldId="286"/>
            <ac:cxnSpMk id="16" creationId="{3A391F33-6AD6-BC9F-2EF6-78BBB0742B04}"/>
          </ac:cxnSpMkLst>
        </pc:cxnChg>
      </pc:sldChg>
      <pc:sldChg chg="addSp delSp modSp add mod">
        <pc:chgData name="xi sheng" userId="b3919e0d8ca6a452" providerId="LiveId" clId="{7D0FCA31-27ED-4A72-9EC6-AEAAC19F9363}" dt="2024-05-28T07:03:16.663" v="1634" actId="20577"/>
        <pc:sldMkLst>
          <pc:docMk/>
          <pc:sldMk cId="1172524690" sldId="287"/>
        </pc:sldMkLst>
        <pc:spChg chg="mod">
          <ac:chgData name="xi sheng" userId="b3919e0d8ca6a452" providerId="LiveId" clId="{7D0FCA31-27ED-4A72-9EC6-AEAAC19F9363}" dt="2024-05-28T07:03:16.663" v="1634" actId="20577"/>
          <ac:spMkLst>
            <pc:docMk/>
            <pc:sldMk cId="1172524690" sldId="287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7:02:39.349" v="1614"/>
          <ac:spMkLst>
            <pc:docMk/>
            <pc:sldMk cId="1172524690" sldId="287"/>
            <ac:spMk id="3" creationId="{6199BA53-C5CA-E43E-6E28-EBB955FD7531}"/>
          </ac:spMkLst>
        </pc:spChg>
        <pc:picChg chg="del">
          <ac:chgData name="xi sheng" userId="b3919e0d8ca6a452" providerId="LiveId" clId="{7D0FCA31-27ED-4A72-9EC6-AEAAC19F9363}" dt="2024-05-28T07:00:28.459" v="1544" actId="478"/>
          <ac:picMkLst>
            <pc:docMk/>
            <pc:sldMk cId="1172524690" sldId="287"/>
            <ac:picMk id="5" creationId="{037475FA-01E6-B160-E1C8-B9D4D9F3D520}"/>
          </ac:picMkLst>
        </pc:picChg>
        <pc:picChg chg="add mod">
          <ac:chgData name="xi sheng" userId="b3919e0d8ca6a452" providerId="LiveId" clId="{7D0FCA31-27ED-4A72-9EC6-AEAAC19F9363}" dt="2024-05-28T07:00:56.272" v="1548" actId="1076"/>
          <ac:picMkLst>
            <pc:docMk/>
            <pc:sldMk cId="1172524690" sldId="287"/>
            <ac:picMk id="6" creationId="{2944D264-C33D-19B6-3265-929B62FAF5FF}"/>
          </ac:picMkLst>
        </pc:picChg>
        <pc:cxnChg chg="del">
          <ac:chgData name="xi sheng" userId="b3919e0d8ca6a452" providerId="LiveId" clId="{7D0FCA31-27ED-4A72-9EC6-AEAAC19F9363}" dt="2024-05-28T07:00:29.753" v="1545" actId="478"/>
          <ac:cxnSpMkLst>
            <pc:docMk/>
            <pc:sldMk cId="1172524690" sldId="287"/>
            <ac:cxnSpMk id="8" creationId="{03B5A621-1D4C-1DB1-4155-3E0562A0F749}"/>
          </ac:cxnSpMkLst>
        </pc:cxnChg>
        <pc:cxnChg chg="del">
          <ac:chgData name="xi sheng" userId="b3919e0d8ca6a452" providerId="LiveId" clId="{7D0FCA31-27ED-4A72-9EC6-AEAAC19F9363}" dt="2024-05-28T07:00:30.560" v="1546" actId="478"/>
          <ac:cxnSpMkLst>
            <pc:docMk/>
            <pc:sldMk cId="1172524690" sldId="287"/>
            <ac:cxnSpMk id="9" creationId="{8CF983CA-C83D-01B3-13FB-371F853AFE07}"/>
          </ac:cxnSpMkLst>
        </pc:cxnChg>
        <pc:cxnChg chg="add">
          <ac:chgData name="xi sheng" userId="b3919e0d8ca6a452" providerId="LiveId" clId="{7D0FCA31-27ED-4A72-9EC6-AEAAC19F9363}" dt="2024-05-28T07:01:18.852" v="1564" actId="11529"/>
          <ac:cxnSpMkLst>
            <pc:docMk/>
            <pc:sldMk cId="1172524690" sldId="287"/>
            <ac:cxnSpMk id="10" creationId="{B8ED3BE9-3CC3-84F6-ACB4-61F486F7C823}"/>
          </ac:cxnSpMkLst>
        </pc:cxnChg>
      </pc:sldChg>
      <pc:sldChg chg="add del">
        <pc:chgData name="xi sheng" userId="b3919e0d8ca6a452" providerId="LiveId" clId="{7D0FCA31-27ED-4A72-9EC6-AEAAC19F9363}" dt="2024-05-28T06:53:29.134" v="1336"/>
        <pc:sldMkLst>
          <pc:docMk/>
          <pc:sldMk cId="1806094654" sldId="287"/>
        </pc:sldMkLst>
      </pc:sldChg>
      <pc:sldChg chg="add del">
        <pc:chgData name="xi sheng" userId="b3919e0d8ca6a452" providerId="LiveId" clId="{7D0FCA31-27ED-4A72-9EC6-AEAAC19F9363}" dt="2024-05-28T06:53:45.125" v="1348"/>
        <pc:sldMkLst>
          <pc:docMk/>
          <pc:sldMk cId="3660988229" sldId="287"/>
        </pc:sldMkLst>
      </pc:sldChg>
      <pc:sldChg chg="addSp delSp modSp add mod">
        <pc:chgData name="xi sheng" userId="b3919e0d8ca6a452" providerId="LiveId" clId="{7D0FCA31-27ED-4A72-9EC6-AEAAC19F9363}" dt="2024-05-28T07:03:14.835" v="1632" actId="20577"/>
        <pc:sldMkLst>
          <pc:docMk/>
          <pc:sldMk cId="1593460048" sldId="288"/>
        </pc:sldMkLst>
        <pc:spChg chg="mod">
          <ac:chgData name="xi sheng" userId="b3919e0d8ca6a452" providerId="LiveId" clId="{7D0FCA31-27ED-4A72-9EC6-AEAAC19F9363}" dt="2024-05-28T07:03:14.835" v="1632" actId="20577"/>
          <ac:spMkLst>
            <pc:docMk/>
            <pc:sldMk cId="1593460048" sldId="288"/>
            <ac:spMk id="2" creationId="{E25F87AC-8E8F-09C3-B1E9-CDAA883C62AF}"/>
          </ac:spMkLst>
        </pc:spChg>
        <pc:spChg chg="mod">
          <ac:chgData name="xi sheng" userId="b3919e0d8ca6a452" providerId="LiveId" clId="{7D0FCA31-27ED-4A72-9EC6-AEAAC19F9363}" dt="2024-05-28T07:03:00.088" v="1629" actId="20577"/>
          <ac:spMkLst>
            <pc:docMk/>
            <pc:sldMk cId="1593460048" sldId="288"/>
            <ac:spMk id="3" creationId="{6199BA53-C5CA-E43E-6E28-EBB955FD7531}"/>
          </ac:spMkLst>
        </pc:spChg>
        <pc:spChg chg="add">
          <ac:chgData name="xi sheng" userId="b3919e0d8ca6a452" providerId="LiveId" clId="{7D0FCA31-27ED-4A72-9EC6-AEAAC19F9363}" dt="2024-05-28T07:03:05.532" v="1630" actId="11529"/>
          <ac:spMkLst>
            <pc:docMk/>
            <pc:sldMk cId="1593460048" sldId="288"/>
            <ac:spMk id="12" creationId="{78599991-6E64-773D-B1D2-BB841CF618BE}"/>
          </ac:spMkLst>
        </pc:spChg>
        <pc:picChg chg="add mod">
          <ac:chgData name="xi sheng" userId="b3919e0d8ca6a452" providerId="LiveId" clId="{7D0FCA31-27ED-4A72-9EC6-AEAAC19F9363}" dt="2024-05-28T07:01:46.459" v="1573" actId="1076"/>
          <ac:picMkLst>
            <pc:docMk/>
            <pc:sldMk cId="1593460048" sldId="288"/>
            <ac:picMk id="5" creationId="{79B40064-408C-EE61-26E6-6398C5F7F7C8}"/>
          </ac:picMkLst>
        </pc:picChg>
        <pc:picChg chg="del">
          <ac:chgData name="xi sheng" userId="b3919e0d8ca6a452" providerId="LiveId" clId="{7D0FCA31-27ED-4A72-9EC6-AEAAC19F9363}" dt="2024-05-28T07:01:40.578" v="1569" actId="478"/>
          <ac:picMkLst>
            <pc:docMk/>
            <pc:sldMk cId="1593460048" sldId="288"/>
            <ac:picMk id="6" creationId="{2944D264-C33D-19B6-3265-929B62FAF5FF}"/>
          </ac:picMkLst>
        </pc:picChg>
        <pc:cxnChg chg="add">
          <ac:chgData name="xi sheng" userId="b3919e0d8ca6a452" providerId="LiveId" clId="{7D0FCA31-27ED-4A72-9EC6-AEAAC19F9363}" dt="2024-05-28T07:02:17.998" v="1598" actId="11529"/>
          <ac:cxnSpMkLst>
            <pc:docMk/>
            <pc:sldMk cId="1593460048" sldId="288"/>
            <ac:cxnSpMk id="8" creationId="{BA41AAFA-B9E5-33E9-902B-AB410A985114}"/>
          </ac:cxnSpMkLst>
        </pc:cxnChg>
        <pc:cxnChg chg="del">
          <ac:chgData name="xi sheng" userId="b3919e0d8ca6a452" providerId="LiveId" clId="{7D0FCA31-27ED-4A72-9EC6-AEAAC19F9363}" dt="2024-05-28T07:01:41.827" v="1570" actId="478"/>
          <ac:cxnSpMkLst>
            <pc:docMk/>
            <pc:sldMk cId="1593460048" sldId="288"/>
            <ac:cxnSpMk id="10" creationId="{B8ED3BE9-3CC3-84F6-ACB4-61F486F7C823}"/>
          </ac:cxnSpMkLst>
        </pc:cxnChg>
        <pc:cxnChg chg="add">
          <ac:chgData name="xi sheng" userId="b3919e0d8ca6a452" providerId="LiveId" clId="{7D0FCA31-27ED-4A72-9EC6-AEAAC19F9363}" dt="2024-05-28T07:02:22.073" v="1599" actId="11529"/>
          <ac:cxnSpMkLst>
            <pc:docMk/>
            <pc:sldMk cId="1593460048" sldId="288"/>
            <ac:cxnSpMk id="11" creationId="{93FDBAE9-E67B-2ED5-7E49-F818E6848F45}"/>
          </ac:cxnSpMkLst>
        </pc:cxnChg>
      </pc:sldChg>
      <pc:sldChg chg="addSp delSp modSp add mod">
        <pc:chgData name="xi sheng" userId="b3919e0d8ca6a452" providerId="LiveId" clId="{7D0FCA31-27ED-4A72-9EC6-AEAAC19F9363}" dt="2024-06-02T13:00:07.992" v="4548" actId="1076"/>
        <pc:sldMkLst>
          <pc:docMk/>
          <pc:sldMk cId="3023745809" sldId="289"/>
        </pc:sldMkLst>
        <pc:spChg chg="mod">
          <ac:chgData name="xi sheng" userId="b3919e0d8ca6a452" providerId="LiveId" clId="{7D0FCA31-27ED-4A72-9EC6-AEAAC19F9363}" dt="2024-05-28T07:41:26.405" v="2178" actId="404"/>
          <ac:spMkLst>
            <pc:docMk/>
            <pc:sldMk cId="3023745809" sldId="289"/>
            <ac:spMk id="2" creationId="{E4F595A5-D75E-A6ED-16DE-B91B55E350C6}"/>
          </ac:spMkLst>
        </pc:spChg>
        <pc:spChg chg="mod">
          <ac:chgData name="xi sheng" userId="b3919e0d8ca6a452" providerId="LiveId" clId="{7D0FCA31-27ED-4A72-9EC6-AEAAC19F9363}" dt="2024-06-02T12:59:34.255" v="4540"/>
          <ac:spMkLst>
            <pc:docMk/>
            <pc:sldMk cId="3023745809" sldId="289"/>
            <ac:spMk id="3" creationId="{27782FFF-C19C-BD4D-4ECA-C300A51769CB}"/>
          </ac:spMkLst>
        </pc:spChg>
        <pc:spChg chg="add mod">
          <ac:chgData name="xi sheng" userId="b3919e0d8ca6a452" providerId="LiveId" clId="{7D0FCA31-27ED-4A72-9EC6-AEAAC19F9363}" dt="2024-06-02T13:00:07.992" v="4548" actId="1076"/>
          <ac:spMkLst>
            <pc:docMk/>
            <pc:sldMk cId="3023745809" sldId="289"/>
            <ac:spMk id="8" creationId="{04BB2698-F2C1-B10B-5FBE-380715CDCDED}"/>
          </ac:spMkLst>
        </pc:spChg>
        <pc:picChg chg="del">
          <ac:chgData name="xi sheng" userId="b3919e0d8ca6a452" providerId="LiveId" clId="{7D0FCA31-27ED-4A72-9EC6-AEAAC19F9363}" dt="2024-05-28T07:27:17.817" v="1788" actId="478"/>
          <ac:picMkLst>
            <pc:docMk/>
            <pc:sldMk cId="3023745809" sldId="289"/>
            <ac:picMk id="5" creationId="{31619A9B-4FD8-1336-DF4C-A3460C40B1FC}"/>
          </ac:picMkLst>
        </pc:picChg>
        <pc:picChg chg="add del">
          <ac:chgData name="xi sheng" userId="b3919e0d8ca6a452" providerId="LiveId" clId="{7D0FCA31-27ED-4A72-9EC6-AEAAC19F9363}" dt="2024-06-02T09:35:10.618" v="2215" actId="478"/>
          <ac:picMkLst>
            <pc:docMk/>
            <pc:sldMk cId="3023745809" sldId="289"/>
            <ac:picMk id="5" creationId="{AA4F59A5-C13C-2E61-6994-077B49E57ED6}"/>
          </ac:picMkLst>
        </pc:picChg>
        <pc:picChg chg="add mod ord">
          <ac:chgData name="xi sheng" userId="b3919e0d8ca6a452" providerId="LiveId" clId="{7D0FCA31-27ED-4A72-9EC6-AEAAC19F9363}" dt="2024-06-02T13:00:00.167" v="4545" actId="1076"/>
          <ac:picMkLst>
            <pc:docMk/>
            <pc:sldMk cId="3023745809" sldId="289"/>
            <ac:picMk id="5" creationId="{CE10AA4D-8CD8-C4A2-6434-7AAB96FFF0D4}"/>
          </ac:picMkLst>
        </pc:picChg>
        <pc:picChg chg="add del mod ord">
          <ac:chgData name="xi sheng" userId="b3919e0d8ca6a452" providerId="LiveId" clId="{7D0FCA31-27ED-4A72-9EC6-AEAAC19F9363}" dt="2024-06-02T12:59:53.875" v="4541" actId="478"/>
          <ac:picMkLst>
            <pc:docMk/>
            <pc:sldMk cId="3023745809" sldId="289"/>
            <ac:picMk id="6" creationId="{73B0221C-C9DF-23B7-C5BE-306422476D9E}"/>
          </ac:picMkLst>
        </pc:picChg>
        <pc:cxnChg chg="mod">
          <ac:chgData name="xi sheng" userId="b3919e0d8ca6a452" providerId="LiveId" clId="{7D0FCA31-27ED-4A72-9EC6-AEAAC19F9363}" dt="2024-06-02T13:00:02.875" v="4546" actId="1076"/>
          <ac:cxnSpMkLst>
            <pc:docMk/>
            <pc:sldMk cId="3023745809" sldId="289"/>
            <ac:cxnSpMk id="7" creationId="{83CF4209-189B-C097-4D54-01B0DE3E820A}"/>
          </ac:cxnSpMkLst>
        </pc:cxnChg>
        <pc:cxnChg chg="mod">
          <ac:chgData name="xi sheng" userId="b3919e0d8ca6a452" providerId="LiveId" clId="{7D0FCA31-27ED-4A72-9EC6-AEAAC19F9363}" dt="2024-06-02T13:00:04.524" v="4547" actId="1076"/>
          <ac:cxnSpMkLst>
            <pc:docMk/>
            <pc:sldMk cId="3023745809" sldId="289"/>
            <ac:cxnSpMk id="9" creationId="{21A8A840-A159-04F4-40ED-00EDA2E83FAD}"/>
          </ac:cxnSpMkLst>
        </pc:cxnChg>
      </pc:sldChg>
      <pc:sldChg chg="addSp delSp modSp add mod">
        <pc:chgData name="xi sheng" userId="b3919e0d8ca6a452" providerId="LiveId" clId="{7D0FCA31-27ED-4A72-9EC6-AEAAC19F9363}" dt="2024-06-02T13:02:01.505" v="4574"/>
        <pc:sldMkLst>
          <pc:docMk/>
          <pc:sldMk cId="3191535513" sldId="290"/>
        </pc:sldMkLst>
        <pc:spChg chg="mod">
          <ac:chgData name="xi sheng" userId="b3919e0d8ca6a452" providerId="LiveId" clId="{7D0FCA31-27ED-4A72-9EC6-AEAAC19F9363}" dt="2024-05-28T07:41:30.909" v="2180" actId="404"/>
          <ac:spMkLst>
            <pc:docMk/>
            <pc:sldMk cId="3191535513" sldId="290"/>
            <ac:spMk id="2" creationId="{E4F595A5-D75E-A6ED-16DE-B91B55E350C6}"/>
          </ac:spMkLst>
        </pc:spChg>
        <pc:spChg chg="mod">
          <ac:chgData name="xi sheng" userId="b3919e0d8ca6a452" providerId="LiveId" clId="{7D0FCA31-27ED-4A72-9EC6-AEAAC19F9363}" dt="2024-06-02T13:02:01.505" v="4574"/>
          <ac:spMkLst>
            <pc:docMk/>
            <pc:sldMk cId="3191535513" sldId="290"/>
            <ac:spMk id="3" creationId="{27782FFF-C19C-BD4D-4ECA-C300A51769CB}"/>
          </ac:spMkLst>
        </pc:spChg>
        <pc:spChg chg="mod">
          <ac:chgData name="xi sheng" userId="b3919e0d8ca6a452" providerId="LiveId" clId="{7D0FCA31-27ED-4A72-9EC6-AEAAC19F9363}" dt="2024-06-02T13:01:45.809" v="4571" actId="14100"/>
          <ac:spMkLst>
            <pc:docMk/>
            <pc:sldMk cId="3191535513" sldId="290"/>
            <ac:spMk id="8" creationId="{04BB2698-F2C1-B10B-5FBE-380715CDCDED}"/>
          </ac:spMkLst>
        </pc:spChg>
        <pc:spChg chg="add mod">
          <ac:chgData name="xi sheng" userId="b3919e0d8ca6a452" providerId="LiveId" clId="{7D0FCA31-27ED-4A72-9EC6-AEAAC19F9363}" dt="2024-05-28T07:35:36.141" v="1995"/>
          <ac:spMkLst>
            <pc:docMk/>
            <pc:sldMk cId="3191535513" sldId="290"/>
            <ac:spMk id="10" creationId="{316BAAB9-BF27-5C5D-714C-0FFEFEE80757}"/>
          </ac:spMkLst>
        </pc:spChg>
        <pc:picChg chg="add del mod ord">
          <ac:chgData name="xi sheng" userId="b3919e0d8ca6a452" providerId="LiveId" clId="{7D0FCA31-27ED-4A72-9EC6-AEAAC19F9363}" dt="2024-06-02T13:01:15.722" v="4560" actId="478"/>
          <ac:picMkLst>
            <pc:docMk/>
            <pc:sldMk cId="3191535513" sldId="290"/>
            <ac:picMk id="5" creationId="{F7DBD848-D699-A99B-1404-3EBCB1A158C7}"/>
          </ac:picMkLst>
        </pc:picChg>
        <pc:picChg chg="del">
          <ac:chgData name="xi sheng" userId="b3919e0d8ca6a452" providerId="LiveId" clId="{7D0FCA31-27ED-4A72-9EC6-AEAAC19F9363}" dt="2024-05-28T07:30:29.656" v="1890" actId="478"/>
          <ac:picMkLst>
            <pc:docMk/>
            <pc:sldMk cId="3191535513" sldId="290"/>
            <ac:picMk id="6" creationId="{73B0221C-C9DF-23B7-C5BE-306422476D9E}"/>
          </ac:picMkLst>
        </pc:picChg>
        <pc:picChg chg="add mod ord">
          <ac:chgData name="xi sheng" userId="b3919e0d8ca6a452" providerId="LiveId" clId="{7D0FCA31-27ED-4A72-9EC6-AEAAC19F9363}" dt="2024-06-02T13:01:37.574" v="4568" actId="1076"/>
          <ac:picMkLst>
            <pc:docMk/>
            <pc:sldMk cId="3191535513" sldId="290"/>
            <ac:picMk id="6" creationId="{FD968734-B612-1806-20AF-3DA0CF191AA9}"/>
          </ac:picMkLst>
        </pc:picChg>
        <pc:cxnChg chg="mod">
          <ac:chgData name="xi sheng" userId="b3919e0d8ca6a452" providerId="LiveId" clId="{7D0FCA31-27ED-4A72-9EC6-AEAAC19F9363}" dt="2024-05-28T07:32:27.518" v="1932" actId="1076"/>
          <ac:cxnSpMkLst>
            <pc:docMk/>
            <pc:sldMk cId="3191535513" sldId="290"/>
            <ac:cxnSpMk id="7" creationId="{83CF4209-189B-C097-4D54-01B0DE3E820A}"/>
          </ac:cxnSpMkLst>
        </pc:cxnChg>
        <pc:cxnChg chg="mod">
          <ac:chgData name="xi sheng" userId="b3919e0d8ca6a452" providerId="LiveId" clId="{7D0FCA31-27ED-4A72-9EC6-AEAAC19F9363}" dt="2024-06-02T13:01:35.125" v="4567" actId="1076"/>
          <ac:cxnSpMkLst>
            <pc:docMk/>
            <pc:sldMk cId="3191535513" sldId="290"/>
            <ac:cxnSpMk id="9" creationId="{21A8A840-A159-04F4-40ED-00EDA2E83FAD}"/>
          </ac:cxnSpMkLst>
        </pc:cxnChg>
      </pc:sldChg>
      <pc:sldChg chg="addSp delSp modSp add mod">
        <pc:chgData name="xi sheng" userId="b3919e0d8ca6a452" providerId="LiveId" clId="{7D0FCA31-27ED-4A72-9EC6-AEAAC19F9363}" dt="2024-05-28T07:39:27.533" v="2139" actId="14100"/>
        <pc:sldMkLst>
          <pc:docMk/>
          <pc:sldMk cId="1611106494" sldId="291"/>
        </pc:sldMkLst>
        <pc:spChg chg="mod">
          <ac:chgData name="xi sheng" userId="b3919e0d8ca6a452" providerId="LiveId" clId="{7D0FCA31-27ED-4A72-9EC6-AEAAC19F9363}" dt="2024-05-28T07:39:27.533" v="2139" actId="14100"/>
          <ac:spMkLst>
            <pc:docMk/>
            <pc:sldMk cId="1611106494" sldId="291"/>
            <ac:spMk id="3" creationId="{6199BA53-C5CA-E43E-6E28-EBB955FD7531}"/>
          </ac:spMkLst>
        </pc:spChg>
        <pc:spChg chg="add">
          <ac:chgData name="xi sheng" userId="b3919e0d8ca6a452" providerId="LiveId" clId="{7D0FCA31-27ED-4A72-9EC6-AEAAC19F9363}" dt="2024-05-28T07:37:58.676" v="2053" actId="11529"/>
          <ac:spMkLst>
            <pc:docMk/>
            <pc:sldMk cId="1611106494" sldId="291"/>
            <ac:spMk id="12" creationId="{CEDD01C9-D295-96B9-8644-A24F2EC9EF23}"/>
          </ac:spMkLst>
        </pc:spChg>
        <pc:picChg chg="del">
          <ac:chgData name="xi sheng" userId="b3919e0d8ca6a452" providerId="LiveId" clId="{7D0FCA31-27ED-4A72-9EC6-AEAAC19F9363}" dt="2024-05-28T07:36:48.748" v="2006" actId="478"/>
          <ac:picMkLst>
            <pc:docMk/>
            <pc:sldMk cId="1611106494" sldId="291"/>
            <ac:picMk id="4" creationId="{6C45C6C8-ECAD-5B3E-B184-5562C3E55902}"/>
          </ac:picMkLst>
        </pc:picChg>
        <pc:picChg chg="add mod">
          <ac:chgData name="xi sheng" userId="b3919e0d8ca6a452" providerId="LiveId" clId="{7D0FCA31-27ED-4A72-9EC6-AEAAC19F9363}" dt="2024-05-28T07:37:44.072" v="2050" actId="1076"/>
          <ac:picMkLst>
            <pc:docMk/>
            <pc:sldMk cId="1611106494" sldId="291"/>
            <ac:picMk id="7" creationId="{AE51F024-1BC8-DC8E-7670-BECC859EFB6D}"/>
          </ac:picMkLst>
        </pc:picChg>
        <pc:cxnChg chg="add">
          <ac:chgData name="xi sheng" userId="b3919e0d8ca6a452" providerId="LiveId" clId="{7D0FCA31-27ED-4A72-9EC6-AEAAC19F9363}" dt="2024-05-28T07:37:49.318" v="2051" actId="11529"/>
          <ac:cxnSpMkLst>
            <pc:docMk/>
            <pc:sldMk cId="1611106494" sldId="291"/>
            <ac:cxnSpMk id="9" creationId="{88C2607B-D6D4-CAF8-E1A1-EDEF2280D2D3}"/>
          </ac:cxnSpMkLst>
        </pc:cxnChg>
        <pc:cxnChg chg="add">
          <ac:chgData name="xi sheng" userId="b3919e0d8ca6a452" providerId="LiveId" clId="{7D0FCA31-27ED-4A72-9EC6-AEAAC19F9363}" dt="2024-05-28T07:37:53.814" v="2052" actId="11529"/>
          <ac:cxnSpMkLst>
            <pc:docMk/>
            <pc:sldMk cId="1611106494" sldId="291"/>
            <ac:cxnSpMk id="11" creationId="{BE2859E9-3795-3923-72CC-8EB189E55006}"/>
          </ac:cxnSpMkLst>
        </pc:cxnChg>
      </pc:sldChg>
      <pc:sldChg chg="addSp delSp modSp add mod">
        <pc:chgData name="xi sheng" userId="b3919e0d8ca6a452" providerId="LiveId" clId="{7D0FCA31-27ED-4A72-9EC6-AEAAC19F9363}" dt="2024-05-28T07:39:33.682" v="2140"/>
        <pc:sldMkLst>
          <pc:docMk/>
          <pc:sldMk cId="1540052643" sldId="292"/>
        </pc:sldMkLst>
        <pc:spChg chg="mod">
          <ac:chgData name="xi sheng" userId="b3919e0d8ca6a452" providerId="LiveId" clId="{7D0FCA31-27ED-4A72-9EC6-AEAAC19F9363}" dt="2024-05-28T07:39:33.682" v="2140"/>
          <ac:spMkLst>
            <pc:docMk/>
            <pc:sldMk cId="1540052643" sldId="292"/>
            <ac:spMk id="3" creationId="{6199BA53-C5CA-E43E-6E28-EBB955FD7531}"/>
          </ac:spMkLst>
        </pc:spChg>
        <pc:spChg chg="del">
          <ac:chgData name="xi sheng" userId="b3919e0d8ca6a452" providerId="LiveId" clId="{7D0FCA31-27ED-4A72-9EC6-AEAAC19F9363}" dt="2024-05-28T07:38:27.625" v="2085" actId="478"/>
          <ac:spMkLst>
            <pc:docMk/>
            <pc:sldMk cId="1540052643" sldId="292"/>
            <ac:spMk id="5" creationId="{86E7D13B-50D6-0B17-AFC6-FA2EB9D9A1EA}"/>
          </ac:spMkLst>
        </pc:spChg>
        <pc:spChg chg="del">
          <ac:chgData name="xi sheng" userId="b3919e0d8ca6a452" providerId="LiveId" clId="{7D0FCA31-27ED-4A72-9EC6-AEAAC19F9363}" dt="2024-05-28T07:38:27.209" v="2084" actId="478"/>
          <ac:spMkLst>
            <pc:docMk/>
            <pc:sldMk cId="1540052643" sldId="292"/>
            <ac:spMk id="12" creationId="{CEDD01C9-D295-96B9-8644-A24F2EC9EF23}"/>
          </ac:spMkLst>
        </pc:spChg>
        <pc:picChg chg="add mod ord">
          <ac:chgData name="xi sheng" userId="b3919e0d8ca6a452" providerId="LiveId" clId="{7D0FCA31-27ED-4A72-9EC6-AEAAC19F9363}" dt="2024-05-28T07:38:42.231" v="2089" actId="167"/>
          <ac:picMkLst>
            <pc:docMk/>
            <pc:sldMk cId="1540052643" sldId="292"/>
            <ac:picMk id="6" creationId="{665F7C7C-DC8B-227B-7EFC-44BDC183AF51}"/>
          </ac:picMkLst>
        </pc:picChg>
        <pc:picChg chg="del">
          <ac:chgData name="xi sheng" userId="b3919e0d8ca6a452" providerId="LiveId" clId="{7D0FCA31-27ED-4A72-9EC6-AEAAC19F9363}" dt="2024-05-28T07:38:24.411" v="2082" actId="478"/>
          <ac:picMkLst>
            <pc:docMk/>
            <pc:sldMk cId="1540052643" sldId="292"/>
            <ac:picMk id="7" creationId="{AE51F024-1BC8-DC8E-7670-BECC859EFB6D}"/>
          </ac:picMkLst>
        </pc:picChg>
        <pc:cxnChg chg="mod">
          <ac:chgData name="xi sheng" userId="b3919e0d8ca6a452" providerId="LiveId" clId="{7D0FCA31-27ED-4A72-9EC6-AEAAC19F9363}" dt="2024-05-28T07:38:43.772" v="2090" actId="1076"/>
          <ac:cxnSpMkLst>
            <pc:docMk/>
            <pc:sldMk cId="1540052643" sldId="292"/>
            <ac:cxnSpMk id="9" creationId="{88C2607B-D6D4-CAF8-E1A1-EDEF2280D2D3}"/>
          </ac:cxnSpMkLst>
        </pc:cxnChg>
        <pc:cxnChg chg="del">
          <ac:chgData name="xi sheng" userId="b3919e0d8ca6a452" providerId="LiveId" clId="{7D0FCA31-27ED-4A72-9EC6-AEAAC19F9363}" dt="2024-05-28T07:38:26.299" v="2083" actId="478"/>
          <ac:cxnSpMkLst>
            <pc:docMk/>
            <pc:sldMk cId="1540052643" sldId="292"/>
            <ac:cxnSpMk id="11" creationId="{BE2859E9-3795-3923-72CC-8EB189E55006}"/>
          </ac:cxnSpMkLst>
        </pc:cxnChg>
      </pc:sldChg>
      <pc:sldChg chg="addSp delSp modSp add mod">
        <pc:chgData name="xi sheng" userId="b3919e0d8ca6a452" providerId="LiveId" clId="{7D0FCA31-27ED-4A72-9EC6-AEAAC19F9363}" dt="2024-06-02T13:00:57.408" v="4559" actId="1076"/>
        <pc:sldMkLst>
          <pc:docMk/>
          <pc:sldMk cId="2916393287" sldId="293"/>
        </pc:sldMkLst>
        <pc:spChg chg="mod">
          <ac:chgData name="xi sheng" userId="b3919e0d8ca6a452" providerId="LiveId" clId="{7D0FCA31-27ED-4A72-9EC6-AEAAC19F9363}" dt="2024-06-02T13:00:19.890" v="4551"/>
          <ac:spMkLst>
            <pc:docMk/>
            <pc:sldMk cId="2916393287" sldId="293"/>
            <ac:spMk id="3" creationId="{27782FFF-C19C-BD4D-4ECA-C300A51769CB}"/>
          </ac:spMkLst>
        </pc:spChg>
        <pc:spChg chg="del">
          <ac:chgData name="xi sheng" userId="b3919e0d8ca6a452" providerId="LiveId" clId="{7D0FCA31-27ED-4A72-9EC6-AEAAC19F9363}" dt="2024-06-02T09:35:27.851" v="2221" actId="478"/>
          <ac:spMkLst>
            <pc:docMk/>
            <pc:sldMk cId="2916393287" sldId="293"/>
            <ac:spMk id="8" creationId="{04BB2698-F2C1-B10B-5FBE-380715CDCDED}"/>
          </ac:spMkLst>
        </pc:spChg>
        <pc:picChg chg="del mod ord">
          <ac:chgData name="xi sheng" userId="b3919e0d8ca6a452" providerId="LiveId" clId="{7D0FCA31-27ED-4A72-9EC6-AEAAC19F9363}" dt="2024-06-02T13:00:46.800" v="4552" actId="478"/>
          <ac:picMkLst>
            <pc:docMk/>
            <pc:sldMk cId="2916393287" sldId="293"/>
            <ac:picMk id="5" creationId="{AA4F59A5-C13C-2E61-6994-077B49E57ED6}"/>
          </ac:picMkLst>
        </pc:picChg>
        <pc:picChg chg="del">
          <ac:chgData name="xi sheng" userId="b3919e0d8ca6a452" providerId="LiveId" clId="{7D0FCA31-27ED-4A72-9EC6-AEAAC19F9363}" dt="2024-06-02T09:35:17.200" v="2217" actId="478"/>
          <ac:picMkLst>
            <pc:docMk/>
            <pc:sldMk cId="2916393287" sldId="293"/>
            <ac:picMk id="6" creationId="{73B0221C-C9DF-23B7-C5BE-306422476D9E}"/>
          </ac:picMkLst>
        </pc:picChg>
        <pc:picChg chg="add mod ord">
          <ac:chgData name="xi sheng" userId="b3919e0d8ca6a452" providerId="LiveId" clId="{7D0FCA31-27ED-4A72-9EC6-AEAAC19F9363}" dt="2024-06-02T13:00:54.044" v="4557" actId="1076"/>
          <ac:picMkLst>
            <pc:docMk/>
            <pc:sldMk cId="2916393287" sldId="293"/>
            <ac:picMk id="6" creationId="{774BFBAB-0A32-1174-393F-B7A8CF9D25C2}"/>
          </ac:picMkLst>
        </pc:picChg>
        <pc:cxnChg chg="mod">
          <ac:chgData name="xi sheng" userId="b3919e0d8ca6a452" providerId="LiveId" clId="{7D0FCA31-27ED-4A72-9EC6-AEAAC19F9363}" dt="2024-06-02T13:00:57.408" v="4559" actId="1076"/>
          <ac:cxnSpMkLst>
            <pc:docMk/>
            <pc:sldMk cId="2916393287" sldId="293"/>
            <ac:cxnSpMk id="7" creationId="{83CF4209-189B-C097-4D54-01B0DE3E820A}"/>
          </ac:cxnSpMkLst>
        </pc:cxnChg>
        <pc:cxnChg chg="del">
          <ac:chgData name="xi sheng" userId="b3919e0d8ca6a452" providerId="LiveId" clId="{7D0FCA31-27ED-4A72-9EC6-AEAAC19F9363}" dt="2024-06-02T09:35:29.126" v="2222" actId="478"/>
          <ac:cxnSpMkLst>
            <pc:docMk/>
            <pc:sldMk cId="2916393287" sldId="293"/>
            <ac:cxnSpMk id="9" creationId="{21A8A840-A159-04F4-40ED-00EDA2E83FAD}"/>
          </ac:cxnSpMkLst>
        </pc:cxnChg>
      </pc:sldChg>
      <pc:sldChg chg="addSp delSp modSp new mod">
        <pc:chgData name="xi sheng" userId="b3919e0d8ca6a452" providerId="LiveId" clId="{7D0FCA31-27ED-4A72-9EC6-AEAAC19F9363}" dt="2024-06-10T03:45:39.536" v="6310" actId="113"/>
        <pc:sldMkLst>
          <pc:docMk/>
          <pc:sldMk cId="495887667" sldId="294"/>
        </pc:sldMkLst>
        <pc:spChg chg="mod">
          <ac:chgData name="xi sheng" userId="b3919e0d8ca6a452" providerId="LiveId" clId="{7D0FCA31-27ED-4A72-9EC6-AEAAC19F9363}" dt="2024-06-02T10:20:53.031" v="2714" actId="404"/>
          <ac:spMkLst>
            <pc:docMk/>
            <pc:sldMk cId="495887667" sldId="294"/>
            <ac:spMk id="2" creationId="{EC711E53-3F69-6D8E-D4FE-5EE0422140C2}"/>
          </ac:spMkLst>
        </pc:spChg>
        <pc:spChg chg="del">
          <ac:chgData name="xi sheng" userId="b3919e0d8ca6a452" providerId="LiveId" clId="{7D0FCA31-27ED-4A72-9EC6-AEAAC19F9363}" dt="2024-06-02T10:04:00.475" v="2292" actId="22"/>
          <ac:spMkLst>
            <pc:docMk/>
            <pc:sldMk cId="495887667" sldId="294"/>
            <ac:spMk id="3" creationId="{CD241194-DEA8-C32D-085C-2E430B2D0126}"/>
          </ac:spMkLst>
        </pc:spChg>
        <pc:spChg chg="add mod">
          <ac:chgData name="xi sheng" userId="b3919e0d8ca6a452" providerId="LiveId" clId="{7D0FCA31-27ED-4A72-9EC6-AEAAC19F9363}" dt="2024-06-10T03:03:23.494" v="5602" actId="20577"/>
          <ac:spMkLst>
            <pc:docMk/>
            <pc:sldMk cId="495887667" sldId="294"/>
            <ac:spMk id="6" creationId="{08563A0F-D664-5402-613F-DDBDA68386B6}"/>
          </ac:spMkLst>
        </pc:spChg>
        <pc:spChg chg="add mod">
          <ac:chgData name="xi sheng" userId="b3919e0d8ca6a452" providerId="LiveId" clId="{7D0FCA31-27ED-4A72-9EC6-AEAAC19F9363}" dt="2024-06-02T10:16:23.316" v="2640" actId="1076"/>
          <ac:spMkLst>
            <pc:docMk/>
            <pc:sldMk cId="495887667" sldId="294"/>
            <ac:spMk id="7" creationId="{E81938B1-84D9-E000-BFB2-2CDF433189B7}"/>
          </ac:spMkLst>
        </pc:spChg>
        <pc:spChg chg="add del mod">
          <ac:chgData name="xi sheng" userId="b3919e0d8ca6a452" providerId="LiveId" clId="{7D0FCA31-27ED-4A72-9EC6-AEAAC19F9363}" dt="2024-06-10T02:23:06.473" v="4975" actId="478"/>
          <ac:spMkLst>
            <pc:docMk/>
            <pc:sldMk cId="495887667" sldId="294"/>
            <ac:spMk id="8" creationId="{8928659C-F0F6-7A7C-AF25-2AC5B6DE5597}"/>
          </ac:spMkLst>
        </pc:spChg>
        <pc:spChg chg="add mod">
          <ac:chgData name="xi sheng" userId="b3919e0d8ca6a452" providerId="LiveId" clId="{7D0FCA31-27ED-4A72-9EC6-AEAAC19F9363}" dt="2024-06-10T03:45:39.536" v="6310" actId="113"/>
          <ac:spMkLst>
            <pc:docMk/>
            <pc:sldMk cId="495887667" sldId="294"/>
            <ac:spMk id="11" creationId="{0611AB24-5D2D-4EC0-C753-71F483895CF7}"/>
          </ac:spMkLst>
        </pc:spChg>
        <pc:spChg chg="add mod">
          <ac:chgData name="xi sheng" userId="b3919e0d8ca6a452" providerId="LiveId" clId="{7D0FCA31-27ED-4A72-9EC6-AEAAC19F9363}" dt="2024-06-02T10:18:38.566" v="2672" actId="14100"/>
          <ac:spMkLst>
            <pc:docMk/>
            <pc:sldMk cId="495887667" sldId="294"/>
            <ac:spMk id="14" creationId="{3CCB6738-E8CD-8AF0-01C8-734345852C03}"/>
          </ac:spMkLst>
        </pc:spChg>
        <pc:spChg chg="add mod">
          <ac:chgData name="xi sheng" userId="b3919e0d8ca6a452" providerId="LiveId" clId="{7D0FCA31-27ED-4A72-9EC6-AEAAC19F9363}" dt="2024-06-02T10:14:04.405" v="2591" actId="14100"/>
          <ac:spMkLst>
            <pc:docMk/>
            <pc:sldMk cId="495887667" sldId="294"/>
            <ac:spMk id="23" creationId="{61ABC236-9F8E-6C7C-5523-183796E7BD56}"/>
          </ac:spMkLst>
        </pc:spChg>
        <pc:spChg chg="add mod">
          <ac:chgData name="xi sheng" userId="b3919e0d8ca6a452" providerId="LiveId" clId="{7D0FCA31-27ED-4A72-9EC6-AEAAC19F9363}" dt="2024-06-02T10:14:13.387" v="2594" actId="14100"/>
          <ac:spMkLst>
            <pc:docMk/>
            <pc:sldMk cId="495887667" sldId="294"/>
            <ac:spMk id="24" creationId="{CAB226CD-D0D9-C054-049D-D366F8CBAD9A}"/>
          </ac:spMkLst>
        </pc:spChg>
        <pc:spChg chg="add mod">
          <ac:chgData name="xi sheng" userId="b3919e0d8ca6a452" providerId="LiveId" clId="{7D0FCA31-27ED-4A72-9EC6-AEAAC19F9363}" dt="2024-06-10T02:23:13.003" v="4979" actId="1076"/>
          <ac:spMkLst>
            <pc:docMk/>
            <pc:sldMk cId="495887667" sldId="294"/>
            <ac:spMk id="25" creationId="{2861FD22-EA77-0ACE-34F4-DAB31C84A894}"/>
          </ac:spMkLst>
        </pc:spChg>
        <pc:spChg chg="add">
          <ac:chgData name="xi sheng" userId="b3919e0d8ca6a452" providerId="LiveId" clId="{7D0FCA31-27ED-4A72-9EC6-AEAAC19F9363}" dt="2024-06-02T10:18:45.771" v="2673" actId="11529"/>
          <ac:spMkLst>
            <pc:docMk/>
            <pc:sldMk cId="495887667" sldId="294"/>
            <ac:spMk id="28" creationId="{242C5CBF-B234-3ECB-99EF-FC17D947A1A7}"/>
          </ac:spMkLst>
        </pc:spChg>
        <pc:spChg chg="add">
          <ac:chgData name="xi sheng" userId="b3919e0d8ca6a452" providerId="LiveId" clId="{7D0FCA31-27ED-4A72-9EC6-AEAAC19F9363}" dt="2024-06-02T10:19:05.500" v="2676" actId="11529"/>
          <ac:spMkLst>
            <pc:docMk/>
            <pc:sldMk cId="495887667" sldId="294"/>
            <ac:spMk id="33" creationId="{55AEE287-EFE5-AD0C-1DA2-62358C135C64}"/>
          </ac:spMkLst>
        </pc:spChg>
        <pc:spChg chg="add">
          <ac:chgData name="xi sheng" userId="b3919e0d8ca6a452" providerId="LiveId" clId="{7D0FCA31-27ED-4A72-9EC6-AEAAC19F9363}" dt="2024-06-02T10:19:14.628" v="2677" actId="11529"/>
          <ac:spMkLst>
            <pc:docMk/>
            <pc:sldMk cId="495887667" sldId="294"/>
            <ac:spMk id="34" creationId="{CBE5D80A-A3A4-04F0-A8B7-A6A81D56ABE5}"/>
          </ac:spMkLst>
        </pc:spChg>
        <pc:picChg chg="add del mod">
          <ac:chgData name="xi sheng" userId="b3919e0d8ca6a452" providerId="LiveId" clId="{7D0FCA31-27ED-4A72-9EC6-AEAAC19F9363}" dt="2024-06-10T02:21:57.446" v="4957" actId="21"/>
          <ac:picMkLst>
            <pc:docMk/>
            <pc:sldMk cId="495887667" sldId="294"/>
            <ac:picMk id="4" creationId="{E25A5CE9-742D-2155-5190-18E7B5162CED}"/>
          </ac:picMkLst>
        </pc:picChg>
        <pc:picChg chg="add mod ord modCrop">
          <ac:chgData name="xi sheng" userId="b3919e0d8ca6a452" providerId="LiveId" clId="{7D0FCA31-27ED-4A72-9EC6-AEAAC19F9363}" dt="2024-06-02T10:16:23.316" v="2640" actId="1076"/>
          <ac:picMkLst>
            <pc:docMk/>
            <pc:sldMk cId="495887667" sldId="294"/>
            <ac:picMk id="5" creationId="{411FDC0C-547D-351C-0759-4258C880AEEA}"/>
          </ac:picMkLst>
        </pc:picChg>
        <pc:picChg chg="add mod modCrop">
          <ac:chgData name="xi sheng" userId="b3919e0d8ca6a452" providerId="LiveId" clId="{7D0FCA31-27ED-4A72-9EC6-AEAAC19F9363}" dt="2024-06-02T10:19:20.645" v="2678" actId="732"/>
          <ac:picMkLst>
            <pc:docMk/>
            <pc:sldMk cId="495887667" sldId="294"/>
            <ac:picMk id="13" creationId="{1753A05F-E66C-0C59-6E34-2FBA14D21ABE}"/>
          </ac:picMkLst>
        </pc:picChg>
        <pc:picChg chg="add mod">
          <ac:chgData name="xi sheng" userId="b3919e0d8ca6a452" providerId="LiveId" clId="{7D0FCA31-27ED-4A72-9EC6-AEAAC19F9363}" dt="2024-06-02T10:12:30.112" v="2537" actId="1076"/>
          <ac:picMkLst>
            <pc:docMk/>
            <pc:sldMk cId="495887667" sldId="294"/>
            <ac:picMk id="18" creationId="{4DFFFC8F-EEC1-798A-AE9A-A2E559BB91D4}"/>
          </ac:picMkLst>
        </pc:picChg>
        <pc:picChg chg="add mod">
          <ac:chgData name="xi sheng" userId="b3919e0d8ca6a452" providerId="LiveId" clId="{7D0FCA31-27ED-4A72-9EC6-AEAAC19F9363}" dt="2024-06-02T10:12:33.077" v="2539" actId="14100"/>
          <ac:picMkLst>
            <pc:docMk/>
            <pc:sldMk cId="495887667" sldId="294"/>
            <ac:picMk id="20" creationId="{C7775CF8-3254-C200-560E-F383811837E2}"/>
          </ac:picMkLst>
        </pc:picChg>
        <pc:picChg chg="add mod">
          <ac:chgData name="xi sheng" userId="b3919e0d8ca6a452" providerId="LiveId" clId="{7D0FCA31-27ED-4A72-9EC6-AEAAC19F9363}" dt="2024-06-10T02:23:10.645" v="4978" actId="1076"/>
          <ac:picMkLst>
            <pc:docMk/>
            <pc:sldMk cId="495887667" sldId="294"/>
            <ac:picMk id="22" creationId="{BE58AD60-3DB7-ED5A-7AED-B76578F820AF}"/>
          </ac:picMkLst>
        </pc:picChg>
        <pc:picChg chg="add mod">
          <ac:chgData name="xi sheng" userId="b3919e0d8ca6a452" providerId="LiveId" clId="{7D0FCA31-27ED-4A72-9EC6-AEAAC19F9363}" dt="2024-06-02T10:18:30.879" v="2668" actId="1076"/>
          <ac:picMkLst>
            <pc:docMk/>
            <pc:sldMk cId="495887667" sldId="294"/>
            <ac:picMk id="27" creationId="{500EA265-9387-A1A6-1B86-C9769F2153F3}"/>
          </ac:picMkLst>
        </pc:picChg>
        <pc:cxnChg chg="add del mod">
          <ac:chgData name="xi sheng" userId="b3919e0d8ca6a452" providerId="LiveId" clId="{7D0FCA31-27ED-4A72-9EC6-AEAAC19F9363}" dt="2024-06-02T10:15:58.485" v="2634" actId="478"/>
          <ac:cxnSpMkLst>
            <pc:docMk/>
            <pc:sldMk cId="495887667" sldId="294"/>
            <ac:cxnSpMk id="9" creationId="{3D62DD69-CFE6-4E4D-F74D-A2CCD648416C}"/>
          </ac:cxnSpMkLst>
        </pc:cxnChg>
        <pc:cxnChg chg="add del mod">
          <ac:chgData name="xi sheng" userId="b3919e0d8ca6a452" providerId="LiveId" clId="{7D0FCA31-27ED-4A72-9EC6-AEAAC19F9363}" dt="2024-06-10T02:16:17.810" v="4718" actId="478"/>
          <ac:cxnSpMkLst>
            <pc:docMk/>
            <pc:sldMk cId="495887667" sldId="294"/>
            <ac:cxnSpMk id="10" creationId="{339E6B4C-0148-47E6-3758-5C8FBE4C16E8}"/>
          </ac:cxnSpMkLst>
        </pc:cxnChg>
        <pc:cxnChg chg="add del">
          <ac:chgData name="xi sheng" userId="b3919e0d8ca6a452" providerId="LiveId" clId="{7D0FCA31-27ED-4A72-9EC6-AEAAC19F9363}" dt="2024-06-10T02:16:18.885" v="4719" actId="478"/>
          <ac:cxnSpMkLst>
            <pc:docMk/>
            <pc:sldMk cId="495887667" sldId="294"/>
            <ac:cxnSpMk id="15" creationId="{4C72643C-8BCE-FD8E-6FC9-D15F828231AE}"/>
          </ac:cxnSpMkLst>
        </pc:cxnChg>
        <pc:cxnChg chg="add mod">
          <ac:chgData name="xi sheng" userId="b3919e0d8ca6a452" providerId="LiveId" clId="{7D0FCA31-27ED-4A72-9EC6-AEAAC19F9363}" dt="2024-06-02T10:18:25.285" v="2666" actId="1076"/>
          <ac:cxnSpMkLst>
            <pc:docMk/>
            <pc:sldMk cId="495887667" sldId="294"/>
            <ac:cxnSpMk id="16" creationId="{199887F0-116E-A14C-FF6E-0396F1A3CB80}"/>
          </ac:cxnSpMkLst>
        </pc:cxnChg>
        <pc:cxnChg chg="add del">
          <ac:chgData name="xi sheng" userId="b3919e0d8ca6a452" providerId="LiveId" clId="{7D0FCA31-27ED-4A72-9EC6-AEAAC19F9363}" dt="2024-06-10T02:23:07.772" v="4977" actId="478"/>
          <ac:cxnSpMkLst>
            <pc:docMk/>
            <pc:sldMk cId="495887667" sldId="294"/>
            <ac:cxnSpMk id="21" creationId="{7291FF0F-F5C5-A91A-1903-E29635260789}"/>
          </ac:cxnSpMkLst>
        </pc:cxnChg>
        <pc:cxnChg chg="add del">
          <ac:chgData name="xi sheng" userId="b3919e0d8ca6a452" providerId="LiveId" clId="{7D0FCA31-27ED-4A72-9EC6-AEAAC19F9363}" dt="2024-06-10T02:23:07.200" v="4976" actId="478"/>
          <ac:cxnSpMkLst>
            <pc:docMk/>
            <pc:sldMk cId="495887667" sldId="294"/>
            <ac:cxnSpMk id="29" creationId="{F97BC678-B922-FCF6-10C3-77AE0AB8769A}"/>
          </ac:cxnSpMkLst>
        </pc:cxnChg>
        <pc:cxnChg chg="add">
          <ac:chgData name="xi sheng" userId="b3919e0d8ca6a452" providerId="LiveId" clId="{7D0FCA31-27ED-4A72-9EC6-AEAAC19F9363}" dt="2024-06-02T10:18:50.541" v="2674" actId="11529"/>
          <ac:cxnSpMkLst>
            <pc:docMk/>
            <pc:sldMk cId="495887667" sldId="294"/>
            <ac:cxnSpMk id="30" creationId="{4CC4BE07-4066-4A22-9C41-516AAD4CE6F5}"/>
          </ac:cxnSpMkLst>
        </pc:cxnChg>
        <pc:cxnChg chg="add">
          <ac:chgData name="xi sheng" userId="b3919e0d8ca6a452" providerId="LiveId" clId="{7D0FCA31-27ED-4A72-9EC6-AEAAC19F9363}" dt="2024-06-02T10:18:55.431" v="2675" actId="11529"/>
          <ac:cxnSpMkLst>
            <pc:docMk/>
            <pc:sldMk cId="495887667" sldId="294"/>
            <ac:cxnSpMk id="32" creationId="{BD7F8FA8-5EA6-FCD5-4D6B-F011CCF7AA45}"/>
          </ac:cxnSpMkLst>
        </pc:cxnChg>
      </pc:sldChg>
      <pc:sldChg chg="addSp delSp modSp add mod">
        <pc:chgData name="xi sheng" userId="b3919e0d8ca6a452" providerId="LiveId" clId="{7D0FCA31-27ED-4A72-9EC6-AEAAC19F9363}" dt="2024-06-02T10:47:58.601" v="3061" actId="11529"/>
        <pc:sldMkLst>
          <pc:docMk/>
          <pc:sldMk cId="2073614354" sldId="295"/>
        </pc:sldMkLst>
        <pc:spChg chg="mod">
          <ac:chgData name="xi sheng" userId="b3919e0d8ca6a452" providerId="LiveId" clId="{7D0FCA31-27ED-4A72-9EC6-AEAAC19F9363}" dt="2024-06-02T10:32:00.452" v="2892" actId="27636"/>
          <ac:spMkLst>
            <pc:docMk/>
            <pc:sldMk cId="2073614354" sldId="295"/>
            <ac:spMk id="2" creationId="{EC711E53-3F69-6D8E-D4FE-5EE0422140C2}"/>
          </ac:spMkLst>
        </pc:spChg>
        <pc:spChg chg="add del mod">
          <ac:chgData name="xi sheng" userId="b3919e0d8ca6a452" providerId="LiveId" clId="{7D0FCA31-27ED-4A72-9EC6-AEAAC19F9363}" dt="2024-06-02T10:21:52.135" v="2724" actId="22"/>
          <ac:spMkLst>
            <pc:docMk/>
            <pc:sldMk cId="2073614354" sldId="295"/>
            <ac:spMk id="4" creationId="{19141203-8702-E7B3-E4FE-338E560A3C18}"/>
          </ac:spMkLst>
        </pc:spChg>
        <pc:spChg chg="mod">
          <ac:chgData name="xi sheng" userId="b3919e0d8ca6a452" providerId="LiveId" clId="{7D0FCA31-27ED-4A72-9EC6-AEAAC19F9363}" dt="2024-06-02T10:47:25.374" v="3048" actId="20577"/>
          <ac:spMkLst>
            <pc:docMk/>
            <pc:sldMk cId="2073614354" sldId="295"/>
            <ac:spMk id="6" creationId="{08563A0F-D664-5402-613F-DDBDA68386B6}"/>
          </ac:spMkLst>
        </pc:spChg>
        <pc:spChg chg="del">
          <ac:chgData name="xi sheng" userId="b3919e0d8ca6a452" providerId="LiveId" clId="{7D0FCA31-27ED-4A72-9EC6-AEAAC19F9363}" dt="2024-06-02T10:22:00.764" v="2727" actId="478"/>
          <ac:spMkLst>
            <pc:docMk/>
            <pc:sldMk cId="2073614354" sldId="295"/>
            <ac:spMk id="7" creationId="{E81938B1-84D9-E000-BFB2-2CDF433189B7}"/>
          </ac:spMkLst>
        </pc:spChg>
        <pc:spChg chg="add">
          <ac:chgData name="xi sheng" userId="b3919e0d8ca6a452" providerId="LiveId" clId="{7D0FCA31-27ED-4A72-9EC6-AEAAC19F9363}" dt="2024-06-02T10:27:52.930" v="2825" actId="11529"/>
          <ac:spMkLst>
            <pc:docMk/>
            <pc:sldMk cId="2073614354" sldId="295"/>
            <ac:spMk id="11" creationId="{1B75F6A6-487E-E87D-1F4B-3E1D49C3E755}"/>
          </ac:spMkLst>
        </pc:spChg>
        <pc:spChg chg="add">
          <ac:chgData name="xi sheng" userId="b3919e0d8ca6a452" providerId="LiveId" clId="{7D0FCA31-27ED-4A72-9EC6-AEAAC19F9363}" dt="2024-06-02T10:27:59.189" v="2826" actId="11529"/>
          <ac:spMkLst>
            <pc:docMk/>
            <pc:sldMk cId="2073614354" sldId="295"/>
            <ac:spMk id="12" creationId="{71707BEF-A7DA-0784-3A68-8D326DE6250C}"/>
          </ac:spMkLst>
        </pc:spChg>
        <pc:spChg chg="add mod">
          <ac:chgData name="xi sheng" userId="b3919e0d8ca6a452" providerId="LiveId" clId="{7D0FCA31-27ED-4A72-9EC6-AEAAC19F9363}" dt="2024-06-02T10:28:28.702" v="2834" actId="208"/>
          <ac:spMkLst>
            <pc:docMk/>
            <pc:sldMk cId="2073614354" sldId="295"/>
            <ac:spMk id="15" creationId="{8C908BF8-BC67-8B88-6E4E-D05B7FFAEDE7}"/>
          </ac:spMkLst>
        </pc:spChg>
        <pc:spChg chg="add mod">
          <ac:chgData name="xi sheng" userId="b3919e0d8ca6a452" providerId="LiveId" clId="{7D0FCA31-27ED-4A72-9EC6-AEAAC19F9363}" dt="2024-06-02T10:31:25.884" v="2871"/>
          <ac:spMkLst>
            <pc:docMk/>
            <pc:sldMk cId="2073614354" sldId="295"/>
            <ac:spMk id="18" creationId="{01EDF538-AE5E-0FC4-466E-1776F56E234E}"/>
          </ac:spMkLst>
        </pc:spChg>
        <pc:spChg chg="add">
          <ac:chgData name="xi sheng" userId="b3919e0d8ca6a452" providerId="LiveId" clId="{7D0FCA31-27ED-4A72-9EC6-AEAAC19F9363}" dt="2024-06-02T10:47:58.601" v="3061" actId="11529"/>
          <ac:spMkLst>
            <pc:docMk/>
            <pc:sldMk cId="2073614354" sldId="295"/>
            <ac:spMk id="33" creationId="{8384481F-40FD-C4B1-D339-6AC0335C56C2}"/>
          </ac:spMkLst>
        </pc:spChg>
        <pc:picChg chg="del">
          <ac:chgData name="xi sheng" userId="b3919e0d8ca6a452" providerId="LiveId" clId="{7D0FCA31-27ED-4A72-9EC6-AEAAC19F9363}" dt="2024-06-02T10:21:23.378" v="2723" actId="478"/>
          <ac:picMkLst>
            <pc:docMk/>
            <pc:sldMk cId="2073614354" sldId="295"/>
            <ac:picMk id="5" creationId="{411FDC0C-547D-351C-0759-4258C880AEEA}"/>
          </ac:picMkLst>
        </pc:picChg>
        <pc:picChg chg="add mod ord modCrop">
          <ac:chgData name="xi sheng" userId="b3919e0d8ca6a452" providerId="LiveId" clId="{7D0FCA31-27ED-4A72-9EC6-AEAAC19F9363}" dt="2024-06-02T10:37:03.570" v="2930" actId="732"/>
          <ac:picMkLst>
            <pc:docMk/>
            <pc:sldMk cId="2073614354" sldId="295"/>
            <ac:picMk id="10" creationId="{31C49F6A-EBDB-7426-A374-7BAAC8878834}"/>
          </ac:picMkLst>
        </pc:picChg>
        <pc:picChg chg="add mod">
          <ac:chgData name="xi sheng" userId="b3919e0d8ca6a452" providerId="LiveId" clId="{7D0FCA31-27ED-4A72-9EC6-AEAAC19F9363}" dt="2024-06-02T10:28:21.376" v="2831" actId="1076"/>
          <ac:picMkLst>
            <pc:docMk/>
            <pc:sldMk cId="2073614354" sldId="295"/>
            <ac:picMk id="14" creationId="{BBD0E7B4-CBD0-849B-4620-251BD846B35E}"/>
          </ac:picMkLst>
        </pc:picChg>
        <pc:picChg chg="add mod">
          <ac:chgData name="xi sheng" userId="b3919e0d8ca6a452" providerId="LiveId" clId="{7D0FCA31-27ED-4A72-9EC6-AEAAC19F9363}" dt="2024-06-02T10:37:20.745" v="2936" actId="1076"/>
          <ac:picMkLst>
            <pc:docMk/>
            <pc:sldMk cId="2073614354" sldId="295"/>
            <ac:picMk id="20" creationId="{C53C4CC7-FB5C-A197-B7DF-00490643FB4A}"/>
          </ac:picMkLst>
        </pc:picChg>
        <pc:cxnChg chg="del">
          <ac:chgData name="xi sheng" userId="b3919e0d8ca6a452" providerId="LiveId" clId="{7D0FCA31-27ED-4A72-9EC6-AEAAC19F9363}" dt="2024-06-02T10:22:01.795" v="2728" actId="478"/>
          <ac:cxnSpMkLst>
            <pc:docMk/>
            <pc:sldMk cId="2073614354" sldId="295"/>
            <ac:cxnSpMk id="9" creationId="{3D62DD69-CFE6-4E4D-F74D-A2CCD648416C}"/>
          </ac:cxnSpMkLst>
        </pc:cxnChg>
        <pc:cxnChg chg="add del">
          <ac:chgData name="xi sheng" userId="b3919e0d8ca6a452" providerId="LiveId" clId="{7D0FCA31-27ED-4A72-9EC6-AEAAC19F9363}" dt="2024-06-02T10:37:29.695" v="2938" actId="478"/>
          <ac:cxnSpMkLst>
            <pc:docMk/>
            <pc:sldMk cId="2073614354" sldId="295"/>
            <ac:cxnSpMk id="17" creationId="{EAF6FD52-1DBD-E6B0-FDB3-D9A0399BA039}"/>
          </ac:cxnSpMkLst>
        </pc:cxnChg>
        <pc:cxnChg chg="add mod">
          <ac:chgData name="xi sheng" userId="b3919e0d8ca6a452" providerId="LiveId" clId="{7D0FCA31-27ED-4A72-9EC6-AEAAC19F9363}" dt="2024-06-02T10:47:18.815" v="3042" actId="14100"/>
          <ac:cxnSpMkLst>
            <pc:docMk/>
            <pc:sldMk cId="2073614354" sldId="295"/>
            <ac:cxnSpMk id="22" creationId="{9573CAA2-1306-3B61-4A53-8CE3C75A8983}"/>
          </ac:cxnSpMkLst>
        </pc:cxnChg>
        <pc:cxnChg chg="add mod">
          <ac:chgData name="xi sheng" userId="b3919e0d8ca6a452" providerId="LiveId" clId="{7D0FCA31-27ED-4A72-9EC6-AEAAC19F9363}" dt="2024-06-02T10:47:22.205" v="3043" actId="14100"/>
          <ac:cxnSpMkLst>
            <pc:docMk/>
            <pc:sldMk cId="2073614354" sldId="295"/>
            <ac:cxnSpMk id="24" creationId="{685E200B-2AA4-2E69-FBCE-F2F2F532C157}"/>
          </ac:cxnSpMkLst>
        </pc:cxnChg>
        <pc:cxnChg chg="add mod">
          <ac:chgData name="xi sheng" userId="b3919e0d8ca6a452" providerId="LiveId" clId="{7D0FCA31-27ED-4A72-9EC6-AEAAC19F9363}" dt="2024-06-02T10:47:16.393" v="3041" actId="14100"/>
          <ac:cxnSpMkLst>
            <pc:docMk/>
            <pc:sldMk cId="2073614354" sldId="295"/>
            <ac:cxnSpMk id="27" creationId="{06324BFE-17D3-1A7E-7CEF-560625D78211}"/>
          </ac:cxnSpMkLst>
        </pc:cxnChg>
      </pc:sldChg>
      <pc:sldChg chg="addSp delSp modSp add mod">
        <pc:chgData name="xi sheng" userId="b3919e0d8ca6a452" providerId="LiveId" clId="{7D0FCA31-27ED-4A72-9EC6-AEAAC19F9363}" dt="2024-06-16T01:55:20.918" v="7563"/>
        <pc:sldMkLst>
          <pc:docMk/>
          <pc:sldMk cId="1552626787" sldId="296"/>
        </pc:sldMkLst>
        <pc:spChg chg="mod">
          <ac:chgData name="xi sheng" userId="b3919e0d8ca6a452" providerId="LiveId" clId="{7D0FCA31-27ED-4A72-9EC6-AEAAC19F9363}" dt="2024-06-10T02:27:06.791" v="5074" actId="20577"/>
          <ac:spMkLst>
            <pc:docMk/>
            <pc:sldMk cId="1552626787" sldId="296"/>
            <ac:spMk id="2" creationId="{EC711E53-3F69-6D8E-D4FE-5EE0422140C2}"/>
          </ac:spMkLst>
        </pc:spChg>
        <pc:spChg chg="add del mod">
          <ac:chgData name="xi sheng" userId="b3919e0d8ca6a452" providerId="LiveId" clId="{7D0FCA31-27ED-4A72-9EC6-AEAAC19F9363}" dt="2024-06-02T10:41:30.662" v="2956" actId="478"/>
          <ac:spMkLst>
            <pc:docMk/>
            <pc:sldMk cId="1552626787" sldId="296"/>
            <ac:spMk id="4" creationId="{69A50804-7612-C848-2966-05BEAA52BC0E}"/>
          </ac:spMkLst>
        </pc:spChg>
        <pc:spChg chg="mod">
          <ac:chgData name="xi sheng" userId="b3919e0d8ca6a452" providerId="LiveId" clId="{7D0FCA31-27ED-4A72-9EC6-AEAAC19F9363}" dt="2024-06-16T01:55:20.918" v="7563"/>
          <ac:spMkLst>
            <pc:docMk/>
            <pc:sldMk cId="1552626787" sldId="296"/>
            <ac:spMk id="6" creationId="{08563A0F-D664-5402-613F-DDBDA68386B6}"/>
          </ac:spMkLst>
        </pc:spChg>
        <pc:spChg chg="add del mod">
          <ac:chgData name="xi sheng" userId="b3919e0d8ca6a452" providerId="LiveId" clId="{7D0FCA31-27ED-4A72-9EC6-AEAAC19F9363}" dt="2024-06-02T12:24:48.948" v="4067" actId="478"/>
          <ac:spMkLst>
            <pc:docMk/>
            <pc:sldMk cId="1552626787" sldId="296"/>
            <ac:spMk id="9" creationId="{A3C44824-C61D-F5A8-F952-73D0BB5DEA14}"/>
          </ac:spMkLst>
        </pc:spChg>
        <pc:spChg chg="add del">
          <ac:chgData name="xi sheng" userId="b3919e0d8ca6a452" providerId="LiveId" clId="{7D0FCA31-27ED-4A72-9EC6-AEAAC19F9363}" dt="2024-06-02T12:26:33.543" v="4085" actId="478"/>
          <ac:spMkLst>
            <pc:docMk/>
            <pc:sldMk cId="1552626787" sldId="296"/>
            <ac:spMk id="10" creationId="{4E462ED5-DF24-0092-4372-066257B7562B}"/>
          </ac:spMkLst>
        </pc:spChg>
        <pc:spChg chg="mod">
          <ac:chgData name="xi sheng" userId="b3919e0d8ca6a452" providerId="LiveId" clId="{7D0FCA31-27ED-4A72-9EC6-AEAAC19F9363}" dt="2024-06-02T12:30:06.424" v="4115" actId="1076"/>
          <ac:spMkLst>
            <pc:docMk/>
            <pc:sldMk cId="1552626787" sldId="296"/>
            <ac:spMk id="11" creationId="{1B75F6A6-487E-E87D-1F4B-3E1D49C3E755}"/>
          </ac:spMkLst>
        </pc:spChg>
        <pc:spChg chg="del">
          <ac:chgData name="xi sheng" userId="b3919e0d8ca6a452" providerId="LiveId" clId="{7D0FCA31-27ED-4A72-9EC6-AEAAC19F9363}" dt="2024-06-02T10:41:06.788" v="2950" actId="478"/>
          <ac:spMkLst>
            <pc:docMk/>
            <pc:sldMk cId="1552626787" sldId="296"/>
            <ac:spMk id="12" creationId="{71707BEF-A7DA-0784-3A68-8D326DE6250C}"/>
          </ac:spMkLst>
        </pc:spChg>
        <pc:spChg chg="add del mod">
          <ac:chgData name="xi sheng" userId="b3919e0d8ca6a452" providerId="LiveId" clId="{7D0FCA31-27ED-4A72-9EC6-AEAAC19F9363}" dt="2024-06-02T12:30:21.557" v="4122" actId="478"/>
          <ac:spMkLst>
            <pc:docMk/>
            <pc:sldMk cId="1552626787" sldId="296"/>
            <ac:spMk id="12" creationId="{A128EF88-83AA-F1EB-F490-4CBE64E49A95}"/>
          </ac:spMkLst>
        </pc:spChg>
        <pc:spChg chg="add del mod">
          <ac:chgData name="xi sheng" userId="b3919e0d8ca6a452" providerId="LiveId" clId="{7D0FCA31-27ED-4A72-9EC6-AEAAC19F9363}" dt="2024-06-02T12:30:15.935" v="4120" actId="478"/>
          <ac:spMkLst>
            <pc:docMk/>
            <pc:sldMk cId="1552626787" sldId="296"/>
            <ac:spMk id="15" creationId="{0CC2F226-3E12-6624-D6FC-91E2EC963F7E}"/>
          </ac:spMkLst>
        </pc:spChg>
        <pc:spChg chg="del">
          <ac:chgData name="xi sheng" userId="b3919e0d8ca6a452" providerId="LiveId" clId="{7D0FCA31-27ED-4A72-9EC6-AEAAC19F9363}" dt="2024-06-02T10:41:32.419" v="2957" actId="478"/>
          <ac:spMkLst>
            <pc:docMk/>
            <pc:sldMk cId="1552626787" sldId="296"/>
            <ac:spMk id="15" creationId="{8C908BF8-BC67-8B88-6E4E-D05B7FFAEDE7}"/>
          </ac:spMkLst>
        </pc:spChg>
        <pc:spChg chg="del">
          <ac:chgData name="xi sheng" userId="b3919e0d8ca6a452" providerId="LiveId" clId="{7D0FCA31-27ED-4A72-9EC6-AEAAC19F9363}" dt="2024-06-02T10:41:24.212" v="2954" actId="478"/>
          <ac:spMkLst>
            <pc:docMk/>
            <pc:sldMk cId="1552626787" sldId="296"/>
            <ac:spMk id="18" creationId="{01EDF538-AE5E-0FC4-466E-1776F56E234E}"/>
          </ac:spMkLst>
        </pc:spChg>
        <pc:spChg chg="add del mod">
          <ac:chgData name="xi sheng" userId="b3919e0d8ca6a452" providerId="LiveId" clId="{7D0FCA31-27ED-4A72-9EC6-AEAAC19F9363}" dt="2024-06-02T12:30:23.076" v="4123" actId="478"/>
          <ac:spMkLst>
            <pc:docMk/>
            <pc:sldMk cId="1552626787" sldId="296"/>
            <ac:spMk id="19" creationId="{FF35E789-7A1C-99C1-5E24-D767F4BBEB29}"/>
          </ac:spMkLst>
        </pc:spChg>
        <pc:spChg chg="add del mod">
          <ac:chgData name="xi sheng" userId="b3919e0d8ca6a452" providerId="LiveId" clId="{7D0FCA31-27ED-4A72-9EC6-AEAAC19F9363}" dt="2024-06-02T12:30:24.090" v="4124" actId="478"/>
          <ac:spMkLst>
            <pc:docMk/>
            <pc:sldMk cId="1552626787" sldId="296"/>
            <ac:spMk id="20" creationId="{B1D1F331-CBAC-A839-B6B5-293292A8BBDF}"/>
          </ac:spMkLst>
        </pc:spChg>
        <pc:picChg chg="add del mod ord">
          <ac:chgData name="xi sheng" userId="b3919e0d8ca6a452" providerId="LiveId" clId="{7D0FCA31-27ED-4A72-9EC6-AEAAC19F9363}" dt="2024-06-02T12:23:13.430" v="4019" actId="478"/>
          <ac:picMkLst>
            <pc:docMk/>
            <pc:sldMk cId="1552626787" sldId="296"/>
            <ac:picMk id="4" creationId="{B76C787B-AEB5-E5AA-DA49-48A156567673}"/>
          </ac:picMkLst>
        </pc:picChg>
        <pc:picChg chg="add del mod ord">
          <ac:chgData name="xi sheng" userId="b3919e0d8ca6a452" providerId="LiveId" clId="{7D0FCA31-27ED-4A72-9EC6-AEAAC19F9363}" dt="2024-06-02T12:23:02.498" v="4013" actId="478"/>
          <ac:picMkLst>
            <pc:docMk/>
            <pc:sldMk cId="1552626787" sldId="296"/>
            <ac:picMk id="7" creationId="{6E3C0A7D-E55C-707E-7CB8-F58867B76DDB}"/>
          </ac:picMkLst>
        </pc:picChg>
        <pc:picChg chg="add del mod ord">
          <ac:chgData name="xi sheng" userId="b3919e0d8ca6a452" providerId="LiveId" clId="{7D0FCA31-27ED-4A72-9EC6-AEAAC19F9363}" dt="2024-06-02T12:29:45.620" v="4107" actId="478"/>
          <ac:picMkLst>
            <pc:docMk/>
            <pc:sldMk cId="1552626787" sldId="296"/>
            <ac:picMk id="8" creationId="{D2DAB8DD-BED9-12A3-0EF1-B0F5EA931610}"/>
          </ac:picMkLst>
        </pc:picChg>
        <pc:picChg chg="del">
          <ac:chgData name="xi sheng" userId="b3919e0d8ca6a452" providerId="LiveId" clId="{7D0FCA31-27ED-4A72-9EC6-AEAAC19F9363}" dt="2024-06-02T10:40:58.337" v="2946" actId="478"/>
          <ac:picMkLst>
            <pc:docMk/>
            <pc:sldMk cId="1552626787" sldId="296"/>
            <ac:picMk id="10" creationId="{31C49F6A-EBDB-7426-A374-7BAAC8878834}"/>
          </ac:picMkLst>
        </pc:picChg>
        <pc:picChg chg="del">
          <ac:chgData name="xi sheng" userId="b3919e0d8ca6a452" providerId="LiveId" clId="{7D0FCA31-27ED-4A72-9EC6-AEAAC19F9363}" dt="2024-06-02T10:41:17.552" v="2953" actId="478"/>
          <ac:picMkLst>
            <pc:docMk/>
            <pc:sldMk cId="1552626787" sldId="296"/>
            <ac:picMk id="14" creationId="{BBD0E7B4-CBD0-849B-4620-251BD846B35E}"/>
          </ac:picMkLst>
        </pc:picChg>
        <pc:picChg chg="add del mod ord">
          <ac:chgData name="xi sheng" userId="b3919e0d8ca6a452" providerId="LiveId" clId="{7D0FCA31-27ED-4A72-9EC6-AEAAC19F9363}" dt="2024-06-02T12:30:10.854" v="4118" actId="478"/>
          <ac:picMkLst>
            <pc:docMk/>
            <pc:sldMk cId="1552626787" sldId="296"/>
            <ac:picMk id="26" creationId="{AA57D14F-8548-DE7D-7AAB-5517329BA9E7}"/>
          </ac:picMkLst>
        </pc:picChg>
        <pc:cxnChg chg="add del">
          <ac:chgData name="xi sheng" userId="b3919e0d8ca6a452" providerId="LiveId" clId="{7D0FCA31-27ED-4A72-9EC6-AEAAC19F9363}" dt="2024-06-02T12:26:34.244" v="4086" actId="478"/>
          <ac:cxnSpMkLst>
            <pc:docMk/>
            <pc:sldMk cId="1552626787" sldId="296"/>
            <ac:cxnSpMk id="14" creationId="{A42EE618-1583-9298-1C4D-84E21ECE0273}"/>
          </ac:cxnSpMkLst>
        </pc:cxnChg>
        <pc:cxnChg chg="add del mod">
          <ac:chgData name="xi sheng" userId="b3919e0d8ca6a452" providerId="LiveId" clId="{7D0FCA31-27ED-4A72-9EC6-AEAAC19F9363}" dt="2024-06-02T12:30:08.358" v="4116" actId="478"/>
          <ac:cxnSpMkLst>
            <pc:docMk/>
            <pc:sldMk cId="1552626787" sldId="296"/>
            <ac:cxnSpMk id="17" creationId="{B8E0BD31-230C-DD84-CBEC-64C8BFADA788}"/>
          </ac:cxnSpMkLst>
        </pc:cxnChg>
        <pc:cxnChg chg="del">
          <ac:chgData name="xi sheng" userId="b3919e0d8ca6a452" providerId="LiveId" clId="{7D0FCA31-27ED-4A72-9EC6-AEAAC19F9363}" dt="2024-06-02T10:41:33.605" v="2958" actId="478"/>
          <ac:cxnSpMkLst>
            <pc:docMk/>
            <pc:sldMk cId="1552626787" sldId="296"/>
            <ac:cxnSpMk id="17" creationId="{EAF6FD52-1DBD-E6B0-FDB3-D9A0399BA039}"/>
          </ac:cxnSpMkLst>
        </pc:cxnChg>
        <pc:cxnChg chg="add del mod">
          <ac:chgData name="xi sheng" userId="b3919e0d8ca6a452" providerId="LiveId" clId="{7D0FCA31-27ED-4A72-9EC6-AEAAC19F9363}" dt="2024-06-02T12:30:12.623" v="4119" actId="478"/>
          <ac:cxnSpMkLst>
            <pc:docMk/>
            <pc:sldMk cId="1552626787" sldId="296"/>
            <ac:cxnSpMk id="22" creationId="{81EEE6B6-CC68-5776-6A3F-8DF407A119CC}"/>
          </ac:cxnSpMkLst>
        </pc:cxnChg>
        <pc:cxnChg chg="add del mod">
          <ac:chgData name="xi sheng" userId="b3919e0d8ca6a452" providerId="LiveId" clId="{7D0FCA31-27ED-4A72-9EC6-AEAAC19F9363}" dt="2024-06-02T12:30:20.299" v="4121" actId="478"/>
          <ac:cxnSpMkLst>
            <pc:docMk/>
            <pc:sldMk cId="1552626787" sldId="296"/>
            <ac:cxnSpMk id="24" creationId="{C2D77F4C-5265-68D4-4AC8-78D57369637C}"/>
          </ac:cxnSpMkLst>
        </pc:cxnChg>
      </pc:sldChg>
      <pc:sldChg chg="addSp delSp modSp add mod">
        <pc:chgData name="xi sheng" userId="b3919e0d8ca6a452" providerId="LiveId" clId="{7D0FCA31-27ED-4A72-9EC6-AEAAC19F9363}" dt="2024-06-16T02:32:59.313" v="8303" actId="22"/>
        <pc:sldMkLst>
          <pc:docMk/>
          <pc:sldMk cId="2383619945" sldId="297"/>
        </pc:sldMkLst>
        <pc:spChg chg="mod">
          <ac:chgData name="xi sheng" userId="b3919e0d8ca6a452" providerId="LiveId" clId="{7D0FCA31-27ED-4A72-9EC6-AEAAC19F9363}" dt="2024-06-02T11:08:51.801" v="3548" actId="404"/>
          <ac:spMkLst>
            <pc:docMk/>
            <pc:sldMk cId="2383619945" sldId="297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1:49:21.941" v="7447"/>
          <ac:spMkLst>
            <pc:docMk/>
            <pc:sldMk cId="2383619945" sldId="297"/>
            <ac:spMk id="6" creationId="{08563A0F-D664-5402-613F-DDBDA68386B6}"/>
          </ac:spMkLst>
        </pc:spChg>
        <pc:spChg chg="mod">
          <ac:chgData name="xi sheng" userId="b3919e0d8ca6a452" providerId="LiveId" clId="{7D0FCA31-27ED-4A72-9EC6-AEAAC19F9363}" dt="2024-06-02T10:51:59.302" v="3068" actId="1076"/>
          <ac:spMkLst>
            <pc:docMk/>
            <pc:sldMk cId="2383619945" sldId="297"/>
            <ac:spMk id="11" creationId="{1B75F6A6-487E-E87D-1F4B-3E1D49C3E755}"/>
          </ac:spMkLst>
        </pc:spChg>
        <pc:picChg chg="add mod ord">
          <ac:chgData name="xi sheng" userId="b3919e0d8ca6a452" providerId="LiveId" clId="{7D0FCA31-27ED-4A72-9EC6-AEAAC19F9363}" dt="2024-06-02T10:51:55.753" v="3067" actId="167"/>
          <ac:picMkLst>
            <pc:docMk/>
            <pc:sldMk cId="2383619945" sldId="297"/>
            <ac:picMk id="4" creationId="{05326DE6-948B-463C-D772-25F95501206D}"/>
          </ac:picMkLst>
        </pc:picChg>
        <pc:picChg chg="del">
          <ac:chgData name="xi sheng" userId="b3919e0d8ca6a452" providerId="LiveId" clId="{7D0FCA31-27ED-4A72-9EC6-AEAAC19F9363}" dt="2024-06-02T10:51:44.838" v="3062" actId="478"/>
          <ac:picMkLst>
            <pc:docMk/>
            <pc:sldMk cId="2383619945" sldId="297"/>
            <ac:picMk id="7" creationId="{6E3C0A7D-E55C-707E-7CB8-F58867B76DDB}"/>
          </ac:picMkLst>
        </pc:picChg>
        <pc:picChg chg="add del">
          <ac:chgData name="xi sheng" userId="b3919e0d8ca6a452" providerId="LiveId" clId="{7D0FCA31-27ED-4A72-9EC6-AEAAC19F9363}" dt="2024-06-16T02:32:59.313" v="8303" actId="22"/>
          <ac:picMkLst>
            <pc:docMk/>
            <pc:sldMk cId="2383619945" sldId="297"/>
            <ac:picMk id="7" creationId="{D92C1C8B-4EBA-A19F-3643-B94339D6099A}"/>
          </ac:picMkLst>
        </pc:picChg>
        <pc:picChg chg="add mod">
          <ac:chgData name="xi sheng" userId="b3919e0d8ca6a452" providerId="LiveId" clId="{7D0FCA31-27ED-4A72-9EC6-AEAAC19F9363}" dt="2024-06-02T10:53:33.437" v="3171" actId="1076"/>
          <ac:picMkLst>
            <pc:docMk/>
            <pc:sldMk cId="2383619945" sldId="297"/>
            <ac:picMk id="8" creationId="{35BE2807-ECC3-1ECA-F423-F36181E115CB}"/>
          </ac:picMkLst>
        </pc:picChg>
        <pc:cxnChg chg="add mod">
          <ac:chgData name="xi sheng" userId="b3919e0d8ca6a452" providerId="LiveId" clId="{7D0FCA31-27ED-4A72-9EC6-AEAAC19F9363}" dt="2024-06-16T01:49:26.992" v="7448" actId="14100"/>
          <ac:cxnSpMkLst>
            <pc:docMk/>
            <pc:sldMk cId="2383619945" sldId="297"/>
            <ac:cxnSpMk id="10" creationId="{8CFB6B2B-D708-30C2-C273-7BE53947BDD4}"/>
          </ac:cxnSpMkLst>
        </pc:cxnChg>
      </pc:sldChg>
      <pc:sldChg chg="addSp delSp modSp add mod">
        <pc:chgData name="xi sheng" userId="b3919e0d8ca6a452" providerId="LiveId" clId="{7D0FCA31-27ED-4A72-9EC6-AEAAC19F9363}" dt="2024-06-10T02:35:13.789" v="5253" actId="14100"/>
        <pc:sldMkLst>
          <pc:docMk/>
          <pc:sldMk cId="1714930383" sldId="298"/>
        </pc:sldMkLst>
        <pc:spChg chg="mod">
          <ac:chgData name="xi sheng" userId="b3919e0d8ca6a452" providerId="LiveId" clId="{7D0FCA31-27ED-4A72-9EC6-AEAAC19F9363}" dt="2024-06-10T02:33:54.128" v="5214" actId="20577"/>
          <ac:spMkLst>
            <pc:docMk/>
            <pc:sldMk cId="1714930383" sldId="298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0T02:31:28.527" v="5189"/>
          <ac:spMkLst>
            <pc:docMk/>
            <pc:sldMk cId="1714930383" sldId="298"/>
            <ac:spMk id="6" creationId="{08563A0F-D664-5402-613F-DDBDA68386B6}"/>
          </ac:spMkLst>
        </pc:spChg>
        <pc:spChg chg="add mod">
          <ac:chgData name="xi sheng" userId="b3919e0d8ca6a452" providerId="LiveId" clId="{7D0FCA31-27ED-4A72-9EC6-AEAAC19F9363}" dt="2024-06-02T10:57:46.465" v="3282" actId="1076"/>
          <ac:spMkLst>
            <pc:docMk/>
            <pc:sldMk cId="1714930383" sldId="298"/>
            <ac:spMk id="7" creationId="{1382E1A6-D3F2-56AA-3173-845AF82DD3F9}"/>
          </ac:spMkLst>
        </pc:spChg>
        <pc:spChg chg="del">
          <ac:chgData name="xi sheng" userId="b3919e0d8ca6a452" providerId="LiveId" clId="{7D0FCA31-27ED-4A72-9EC6-AEAAC19F9363}" dt="2024-06-02T10:57:04.489" v="3270" actId="478"/>
          <ac:spMkLst>
            <pc:docMk/>
            <pc:sldMk cId="1714930383" sldId="298"/>
            <ac:spMk id="11" creationId="{1B75F6A6-487E-E87D-1F4B-3E1D49C3E755}"/>
          </ac:spMkLst>
        </pc:spChg>
        <pc:spChg chg="add mod">
          <ac:chgData name="xi sheng" userId="b3919e0d8ca6a452" providerId="LiveId" clId="{7D0FCA31-27ED-4A72-9EC6-AEAAC19F9363}" dt="2024-06-10T02:31:47.427" v="5194" actId="1076"/>
          <ac:spMkLst>
            <pc:docMk/>
            <pc:sldMk cId="1714930383" sldId="298"/>
            <ac:spMk id="13" creationId="{3935A79F-E753-6CEE-885F-AE7A49810197}"/>
          </ac:spMkLst>
        </pc:spChg>
        <pc:spChg chg="add mod">
          <ac:chgData name="xi sheng" userId="b3919e0d8ca6a452" providerId="LiveId" clId="{7D0FCA31-27ED-4A72-9EC6-AEAAC19F9363}" dt="2024-06-10T02:35:02.461" v="5251" actId="1076"/>
          <ac:spMkLst>
            <pc:docMk/>
            <pc:sldMk cId="1714930383" sldId="298"/>
            <ac:spMk id="14" creationId="{D3A95201-4EBD-FA5E-287D-96209C5892BD}"/>
          </ac:spMkLst>
        </pc:spChg>
        <pc:picChg chg="del">
          <ac:chgData name="xi sheng" userId="b3919e0d8ca6a452" providerId="LiveId" clId="{7D0FCA31-27ED-4A72-9EC6-AEAAC19F9363}" dt="2024-06-02T10:57:03.038" v="3269" actId="478"/>
          <ac:picMkLst>
            <pc:docMk/>
            <pc:sldMk cId="1714930383" sldId="298"/>
            <ac:picMk id="4" creationId="{05326DE6-948B-463C-D772-25F95501206D}"/>
          </ac:picMkLst>
        </pc:picChg>
        <pc:picChg chg="add del mod">
          <ac:chgData name="xi sheng" userId="b3919e0d8ca6a452" providerId="LiveId" clId="{7D0FCA31-27ED-4A72-9EC6-AEAAC19F9363}" dt="2024-06-10T02:32:20.104" v="5197" actId="478"/>
          <ac:picMkLst>
            <pc:docMk/>
            <pc:sldMk cId="1714930383" sldId="298"/>
            <ac:picMk id="4" creationId="{F2A807B9-453C-8040-5E0F-0FACAD26BBFC}"/>
          </ac:picMkLst>
        </pc:picChg>
        <pc:picChg chg="add del mod">
          <ac:chgData name="xi sheng" userId="b3919e0d8ca6a452" providerId="LiveId" clId="{7D0FCA31-27ED-4A72-9EC6-AEAAC19F9363}" dt="2024-06-02T10:57:01.299" v="3268" actId="478"/>
          <ac:picMkLst>
            <pc:docMk/>
            <pc:sldMk cId="1714930383" sldId="298"/>
            <ac:picMk id="5" creationId="{D3B997F8-2091-22E0-B281-E8F43E43479A}"/>
          </ac:picMkLst>
        </pc:picChg>
        <pc:picChg chg="del mod">
          <ac:chgData name="xi sheng" userId="b3919e0d8ca6a452" providerId="LiveId" clId="{7D0FCA31-27ED-4A72-9EC6-AEAAC19F9363}" dt="2024-06-02T10:57:33.918" v="3275" actId="478"/>
          <ac:picMkLst>
            <pc:docMk/>
            <pc:sldMk cId="1714930383" sldId="298"/>
            <ac:picMk id="8" creationId="{35BE2807-ECC3-1ECA-F423-F36181E115CB}"/>
          </ac:picMkLst>
        </pc:picChg>
        <pc:picChg chg="add mod">
          <ac:chgData name="xi sheng" userId="b3919e0d8ca6a452" providerId="LiveId" clId="{7D0FCA31-27ED-4A72-9EC6-AEAAC19F9363}" dt="2024-06-10T02:32:34.991" v="5200" actId="1076"/>
          <ac:picMkLst>
            <pc:docMk/>
            <pc:sldMk cId="1714930383" sldId="298"/>
            <ac:picMk id="8" creationId="{E342FA49-C149-4403-E153-69390FBB3494}"/>
          </ac:picMkLst>
        </pc:picChg>
        <pc:picChg chg="add mod">
          <ac:chgData name="xi sheng" userId="b3919e0d8ca6a452" providerId="LiveId" clId="{7D0FCA31-27ED-4A72-9EC6-AEAAC19F9363}" dt="2024-06-10T02:31:43.042" v="5193" actId="1076"/>
          <ac:picMkLst>
            <pc:docMk/>
            <pc:sldMk cId="1714930383" sldId="298"/>
            <ac:picMk id="12" creationId="{324991E6-60AB-7AAF-292B-DB1B9AC23430}"/>
          </ac:picMkLst>
        </pc:picChg>
        <pc:picChg chg="add mod ord">
          <ac:chgData name="xi sheng" userId="b3919e0d8ca6a452" providerId="LiveId" clId="{7D0FCA31-27ED-4A72-9EC6-AEAAC19F9363}" dt="2024-06-10T02:31:34.334" v="5190" actId="14100"/>
          <ac:picMkLst>
            <pc:docMk/>
            <pc:sldMk cId="1714930383" sldId="298"/>
            <ac:picMk id="15" creationId="{4E6820E7-76F1-9049-EFF4-879EA50177BA}"/>
          </ac:picMkLst>
        </pc:picChg>
        <pc:cxnChg chg="mod">
          <ac:chgData name="xi sheng" userId="b3919e0d8ca6a452" providerId="LiveId" clId="{7D0FCA31-27ED-4A72-9EC6-AEAAC19F9363}" dt="2024-06-10T02:35:13.789" v="5253" actId="14100"/>
          <ac:cxnSpMkLst>
            <pc:docMk/>
            <pc:sldMk cId="1714930383" sldId="298"/>
            <ac:cxnSpMk id="10" creationId="{8CFB6B2B-D708-30C2-C273-7BE53947BDD4}"/>
          </ac:cxnSpMkLst>
        </pc:cxnChg>
        <pc:cxnChg chg="add">
          <ac:chgData name="xi sheng" userId="b3919e0d8ca6a452" providerId="LiveId" clId="{7D0FCA31-27ED-4A72-9EC6-AEAAC19F9363}" dt="2024-06-10T02:34:36.274" v="5216" actId="11529"/>
          <ac:cxnSpMkLst>
            <pc:docMk/>
            <pc:sldMk cId="1714930383" sldId="298"/>
            <ac:cxnSpMk id="11" creationId="{256D77A6-1CD9-78A8-96B3-D4B9B557F94F}"/>
          </ac:cxnSpMkLst>
        </pc:cxnChg>
        <pc:cxnChg chg="add">
          <ac:chgData name="xi sheng" userId="b3919e0d8ca6a452" providerId="LiveId" clId="{7D0FCA31-27ED-4A72-9EC6-AEAAC19F9363}" dt="2024-06-10T02:35:07.948" v="5252" actId="11529"/>
          <ac:cxnSpMkLst>
            <pc:docMk/>
            <pc:sldMk cId="1714930383" sldId="298"/>
            <ac:cxnSpMk id="17" creationId="{AA1E1427-06FE-1029-332D-6B719F2C7FE0}"/>
          </ac:cxnSpMkLst>
        </pc:cxnChg>
      </pc:sldChg>
      <pc:sldChg chg="addSp delSp modSp add mod">
        <pc:chgData name="xi sheng" userId="b3919e0d8ca6a452" providerId="LiveId" clId="{7D0FCA31-27ED-4A72-9EC6-AEAAC19F9363}" dt="2024-06-02T12:39:10.252" v="4305" actId="1076"/>
        <pc:sldMkLst>
          <pc:docMk/>
          <pc:sldMk cId="1745753938" sldId="299"/>
        </pc:sldMkLst>
        <pc:spChg chg="mod">
          <ac:chgData name="xi sheng" userId="b3919e0d8ca6a452" providerId="LiveId" clId="{7D0FCA31-27ED-4A72-9EC6-AEAAC19F9363}" dt="2024-06-02T11:08:58.650" v="3550"/>
          <ac:spMkLst>
            <pc:docMk/>
            <pc:sldMk cId="1745753938" sldId="299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02T12:39:06.636" v="4304" actId="404"/>
          <ac:spMkLst>
            <pc:docMk/>
            <pc:sldMk cId="1745753938" sldId="299"/>
            <ac:spMk id="6" creationId="{08563A0F-D664-5402-613F-DDBDA68386B6}"/>
          </ac:spMkLst>
        </pc:spChg>
        <pc:spChg chg="del">
          <ac:chgData name="xi sheng" userId="b3919e0d8ca6a452" providerId="LiveId" clId="{7D0FCA31-27ED-4A72-9EC6-AEAAC19F9363}" dt="2024-06-02T10:59:41.051" v="3320" actId="478"/>
          <ac:spMkLst>
            <pc:docMk/>
            <pc:sldMk cId="1745753938" sldId="299"/>
            <ac:spMk id="7" creationId="{1382E1A6-D3F2-56AA-3173-845AF82DD3F9}"/>
          </ac:spMkLst>
        </pc:spChg>
        <pc:spChg chg="del">
          <ac:chgData name="xi sheng" userId="b3919e0d8ca6a452" providerId="LiveId" clId="{7D0FCA31-27ED-4A72-9EC6-AEAAC19F9363}" dt="2024-06-02T10:59:39.609" v="3319" actId="478"/>
          <ac:spMkLst>
            <pc:docMk/>
            <pc:sldMk cId="1745753938" sldId="299"/>
            <ac:spMk id="13" creationId="{3935A79F-E753-6CEE-885F-AE7A49810197}"/>
          </ac:spMkLst>
        </pc:spChg>
        <pc:picChg chg="add mod ord">
          <ac:chgData name="xi sheng" userId="b3919e0d8ca6a452" providerId="LiveId" clId="{7D0FCA31-27ED-4A72-9EC6-AEAAC19F9363}" dt="2024-06-02T11:03:02.744" v="3436" actId="1076"/>
          <ac:picMkLst>
            <pc:docMk/>
            <pc:sldMk cId="1745753938" sldId="299"/>
            <ac:picMk id="4" creationId="{8A2C9CF4-78C6-C60B-871B-8BAF90BC186B}"/>
          </ac:picMkLst>
        </pc:picChg>
        <pc:picChg chg="add mod">
          <ac:chgData name="xi sheng" userId="b3919e0d8ca6a452" providerId="LiveId" clId="{7D0FCA31-27ED-4A72-9EC6-AEAAC19F9363}" dt="2024-06-02T11:03:04.448" v="3437" actId="1076"/>
          <ac:picMkLst>
            <pc:docMk/>
            <pc:sldMk cId="1745753938" sldId="299"/>
            <ac:picMk id="11" creationId="{92B63C2B-62ED-6D94-FB48-A8519F7FBC52}"/>
          </ac:picMkLst>
        </pc:picChg>
        <pc:picChg chg="del">
          <ac:chgData name="xi sheng" userId="b3919e0d8ca6a452" providerId="LiveId" clId="{7D0FCA31-27ED-4A72-9EC6-AEAAC19F9363}" dt="2024-06-02T10:59:27.708" v="3312" actId="478"/>
          <ac:picMkLst>
            <pc:docMk/>
            <pc:sldMk cId="1745753938" sldId="299"/>
            <ac:picMk id="12" creationId="{324991E6-60AB-7AAF-292B-DB1B9AC23430}"/>
          </ac:picMkLst>
        </pc:picChg>
        <pc:picChg chg="del">
          <ac:chgData name="xi sheng" userId="b3919e0d8ca6a452" providerId="LiveId" clId="{7D0FCA31-27ED-4A72-9EC6-AEAAC19F9363}" dt="2024-06-02T10:59:26.298" v="3311" actId="478"/>
          <ac:picMkLst>
            <pc:docMk/>
            <pc:sldMk cId="1745753938" sldId="299"/>
            <ac:picMk id="15" creationId="{4E6820E7-76F1-9049-EFF4-879EA50177BA}"/>
          </ac:picMkLst>
        </pc:picChg>
        <pc:cxnChg chg="add">
          <ac:chgData name="xi sheng" userId="b3919e0d8ca6a452" providerId="LiveId" clId="{7D0FCA31-27ED-4A72-9EC6-AEAAC19F9363}" dt="2024-06-02T10:59:45.433" v="3321" actId="11529"/>
          <ac:cxnSpMkLst>
            <pc:docMk/>
            <pc:sldMk cId="1745753938" sldId="299"/>
            <ac:cxnSpMk id="8" creationId="{DC1D42C1-1D1F-0845-026D-667040507C9F}"/>
          </ac:cxnSpMkLst>
        </pc:cxnChg>
        <pc:cxnChg chg="mod">
          <ac:chgData name="xi sheng" userId="b3919e0d8ca6a452" providerId="LiveId" clId="{7D0FCA31-27ED-4A72-9EC6-AEAAC19F9363}" dt="2024-06-02T10:59:38.069" v="3318" actId="1076"/>
          <ac:cxnSpMkLst>
            <pc:docMk/>
            <pc:sldMk cId="1745753938" sldId="299"/>
            <ac:cxnSpMk id="10" creationId="{8CFB6B2B-D708-30C2-C273-7BE53947BDD4}"/>
          </ac:cxnSpMkLst>
        </pc:cxnChg>
        <pc:cxnChg chg="add mod">
          <ac:chgData name="xi sheng" userId="b3919e0d8ca6a452" providerId="LiveId" clId="{7D0FCA31-27ED-4A72-9EC6-AEAAC19F9363}" dt="2024-06-02T12:39:10.252" v="4305" actId="1076"/>
          <ac:cxnSpMkLst>
            <pc:docMk/>
            <pc:sldMk cId="1745753938" sldId="299"/>
            <ac:cxnSpMk id="16" creationId="{7275CFC0-AEBC-04EE-D842-0BEC6B529F3C}"/>
          </ac:cxnSpMkLst>
        </pc:cxnChg>
      </pc:sldChg>
      <pc:sldChg chg="addSp delSp modSp add mod">
        <pc:chgData name="xi sheng" userId="b3919e0d8ca6a452" providerId="LiveId" clId="{7D0FCA31-27ED-4A72-9EC6-AEAAC19F9363}" dt="2024-06-16T01:54:15.042" v="7540" actId="20577"/>
        <pc:sldMkLst>
          <pc:docMk/>
          <pc:sldMk cId="2395190452" sldId="300"/>
        </pc:sldMkLst>
        <pc:spChg chg="mod">
          <ac:chgData name="xi sheng" userId="b3919e0d8ca6a452" providerId="LiveId" clId="{7D0FCA31-27ED-4A72-9EC6-AEAAC19F9363}" dt="2024-06-02T11:09:04.640" v="3552" actId="404"/>
          <ac:spMkLst>
            <pc:docMk/>
            <pc:sldMk cId="2395190452" sldId="300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1:54:15.042" v="7540" actId="20577"/>
          <ac:spMkLst>
            <pc:docMk/>
            <pc:sldMk cId="2395190452" sldId="300"/>
            <ac:spMk id="6" creationId="{08563A0F-D664-5402-613F-DDBDA68386B6}"/>
          </ac:spMkLst>
        </pc:spChg>
        <pc:picChg chg="del">
          <ac:chgData name="xi sheng" userId="b3919e0d8ca6a452" providerId="LiveId" clId="{7D0FCA31-27ED-4A72-9EC6-AEAAC19F9363}" dt="2024-06-02T11:06:37.714" v="3517" actId="478"/>
          <ac:picMkLst>
            <pc:docMk/>
            <pc:sldMk cId="2395190452" sldId="300"/>
            <ac:picMk id="4" creationId="{8A2C9CF4-78C6-C60B-871B-8BAF90BC186B}"/>
          </ac:picMkLst>
        </pc:picChg>
        <pc:picChg chg="add mod ord">
          <ac:chgData name="xi sheng" userId="b3919e0d8ca6a452" providerId="LiveId" clId="{7D0FCA31-27ED-4A72-9EC6-AEAAC19F9363}" dt="2024-06-02T11:06:48.257" v="3524" actId="167"/>
          <ac:picMkLst>
            <pc:docMk/>
            <pc:sldMk cId="2395190452" sldId="300"/>
            <ac:picMk id="5" creationId="{78881A41-25E9-1FC4-58D5-EE0601EE3CDD}"/>
          </ac:picMkLst>
        </pc:picChg>
        <pc:picChg chg="add mod ord">
          <ac:chgData name="xi sheng" userId="b3919e0d8ca6a452" providerId="LiveId" clId="{7D0FCA31-27ED-4A72-9EC6-AEAAC19F9363}" dt="2024-06-02T11:07:04.306" v="3529" actId="167"/>
          <ac:picMkLst>
            <pc:docMk/>
            <pc:sldMk cId="2395190452" sldId="300"/>
            <ac:picMk id="9" creationId="{50A77958-8FED-320E-8582-FF94006FA33A}"/>
          </ac:picMkLst>
        </pc:picChg>
        <pc:picChg chg="del">
          <ac:chgData name="xi sheng" userId="b3919e0d8ca6a452" providerId="LiveId" clId="{7D0FCA31-27ED-4A72-9EC6-AEAAC19F9363}" dt="2024-06-02T11:06:39.005" v="3518" actId="478"/>
          <ac:picMkLst>
            <pc:docMk/>
            <pc:sldMk cId="2395190452" sldId="300"/>
            <ac:picMk id="11" creationId="{92B63C2B-62ED-6D94-FB48-A8519F7FBC52}"/>
          </ac:picMkLst>
        </pc:picChg>
        <pc:cxnChg chg="mod">
          <ac:chgData name="xi sheng" userId="b3919e0d8ca6a452" providerId="LiveId" clId="{7D0FCA31-27ED-4A72-9EC6-AEAAC19F9363}" dt="2024-06-02T11:06:53.355" v="3526" actId="1076"/>
          <ac:cxnSpMkLst>
            <pc:docMk/>
            <pc:sldMk cId="2395190452" sldId="300"/>
            <ac:cxnSpMk id="8" creationId="{DC1D42C1-1D1F-0845-026D-667040507C9F}"/>
          </ac:cxnSpMkLst>
        </pc:cxnChg>
        <pc:cxnChg chg="mod">
          <ac:chgData name="xi sheng" userId="b3919e0d8ca6a452" providerId="LiveId" clId="{7D0FCA31-27ED-4A72-9EC6-AEAAC19F9363}" dt="2024-06-02T11:06:50.158" v="3525" actId="1076"/>
          <ac:cxnSpMkLst>
            <pc:docMk/>
            <pc:sldMk cId="2395190452" sldId="300"/>
            <ac:cxnSpMk id="10" creationId="{8CFB6B2B-D708-30C2-C273-7BE53947BDD4}"/>
          </ac:cxnSpMkLst>
        </pc:cxnChg>
        <pc:cxnChg chg="mod">
          <ac:chgData name="xi sheng" userId="b3919e0d8ca6a452" providerId="LiveId" clId="{7D0FCA31-27ED-4A72-9EC6-AEAAC19F9363}" dt="2024-06-02T11:07:09.214" v="3530" actId="1076"/>
          <ac:cxnSpMkLst>
            <pc:docMk/>
            <pc:sldMk cId="2395190452" sldId="300"/>
            <ac:cxnSpMk id="16" creationId="{7275CFC0-AEBC-04EE-D842-0BEC6B529F3C}"/>
          </ac:cxnSpMkLst>
        </pc:cxnChg>
      </pc:sldChg>
      <pc:sldChg chg="addSp delSp modSp add mod">
        <pc:chgData name="xi sheng" userId="b3919e0d8ca6a452" providerId="LiveId" clId="{7D0FCA31-27ED-4A72-9EC6-AEAAC19F9363}" dt="2024-06-02T11:17:58.453" v="3828" actId="20577"/>
        <pc:sldMkLst>
          <pc:docMk/>
          <pc:sldMk cId="2313490513" sldId="301"/>
        </pc:sldMkLst>
        <pc:spChg chg="mod">
          <ac:chgData name="xi sheng" userId="b3919e0d8ca6a452" providerId="LiveId" clId="{7D0FCA31-27ED-4A72-9EC6-AEAAC19F9363}" dt="2024-06-02T11:09:10.006" v="3554" actId="20577"/>
          <ac:spMkLst>
            <pc:docMk/>
            <pc:sldMk cId="2313490513" sldId="301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02T11:17:58.453" v="3828" actId="20577"/>
          <ac:spMkLst>
            <pc:docMk/>
            <pc:sldMk cId="2313490513" sldId="301"/>
            <ac:spMk id="6" creationId="{08563A0F-D664-5402-613F-DDBDA68386B6}"/>
          </ac:spMkLst>
        </pc:spChg>
        <pc:spChg chg="add">
          <ac:chgData name="xi sheng" userId="b3919e0d8ca6a452" providerId="LiveId" clId="{7D0FCA31-27ED-4A72-9EC6-AEAAC19F9363}" dt="2024-06-02T11:12:35.474" v="3626" actId="11529"/>
          <ac:spMkLst>
            <pc:docMk/>
            <pc:sldMk cId="2313490513" sldId="301"/>
            <ac:spMk id="11" creationId="{253565FB-9E61-8A38-2E8F-07C451101A5A}"/>
          </ac:spMkLst>
        </pc:spChg>
        <pc:picChg chg="add mod ord">
          <ac:chgData name="xi sheng" userId="b3919e0d8ca6a452" providerId="LiveId" clId="{7D0FCA31-27ED-4A72-9EC6-AEAAC19F9363}" dt="2024-06-02T11:12:21.051" v="3621" actId="167"/>
          <ac:picMkLst>
            <pc:docMk/>
            <pc:sldMk cId="2313490513" sldId="301"/>
            <ac:picMk id="4" creationId="{E1AC61BA-6825-3A13-1DA0-A591B07AF89D}"/>
          </ac:picMkLst>
        </pc:picChg>
        <pc:picChg chg="del">
          <ac:chgData name="xi sheng" userId="b3919e0d8ca6a452" providerId="LiveId" clId="{7D0FCA31-27ED-4A72-9EC6-AEAAC19F9363}" dt="2024-06-02T11:12:04.177" v="3613" actId="478"/>
          <ac:picMkLst>
            <pc:docMk/>
            <pc:sldMk cId="2313490513" sldId="301"/>
            <ac:picMk id="5" creationId="{78881A41-25E9-1FC4-58D5-EE0601EE3CDD}"/>
          </ac:picMkLst>
        </pc:picChg>
        <pc:picChg chg="del">
          <ac:chgData name="xi sheng" userId="b3919e0d8ca6a452" providerId="LiveId" clId="{7D0FCA31-27ED-4A72-9EC6-AEAAC19F9363}" dt="2024-06-02T11:12:04.993" v="3614" actId="478"/>
          <ac:picMkLst>
            <pc:docMk/>
            <pc:sldMk cId="2313490513" sldId="301"/>
            <ac:picMk id="9" creationId="{50A77958-8FED-320E-8582-FF94006FA33A}"/>
          </ac:picMkLst>
        </pc:picChg>
        <pc:picChg chg="add del">
          <ac:chgData name="xi sheng" userId="b3919e0d8ca6a452" providerId="LiveId" clId="{7D0FCA31-27ED-4A72-9EC6-AEAAC19F9363}" dt="2024-06-02T11:13:21.940" v="3655" actId="478"/>
          <ac:picMkLst>
            <pc:docMk/>
            <pc:sldMk cId="2313490513" sldId="301"/>
            <ac:picMk id="13" creationId="{0878F193-D4E9-9D5A-8638-BF8102F01DFB}"/>
          </ac:picMkLst>
        </pc:picChg>
        <pc:cxnChg chg="del">
          <ac:chgData name="xi sheng" userId="b3919e0d8ca6a452" providerId="LiveId" clId="{7D0FCA31-27ED-4A72-9EC6-AEAAC19F9363}" dt="2024-06-02T11:12:31.062" v="3625" actId="478"/>
          <ac:cxnSpMkLst>
            <pc:docMk/>
            <pc:sldMk cId="2313490513" sldId="301"/>
            <ac:cxnSpMk id="8" creationId="{DC1D42C1-1D1F-0845-026D-667040507C9F}"/>
          </ac:cxnSpMkLst>
        </pc:cxnChg>
        <pc:cxnChg chg="del mod">
          <ac:chgData name="xi sheng" userId="b3919e0d8ca6a452" providerId="LiveId" clId="{7D0FCA31-27ED-4A72-9EC6-AEAAC19F9363}" dt="2024-06-02T11:12:29.393" v="3624" actId="478"/>
          <ac:cxnSpMkLst>
            <pc:docMk/>
            <pc:sldMk cId="2313490513" sldId="301"/>
            <ac:cxnSpMk id="10" creationId="{8CFB6B2B-D708-30C2-C273-7BE53947BDD4}"/>
          </ac:cxnSpMkLst>
        </pc:cxnChg>
        <pc:cxnChg chg="mod">
          <ac:chgData name="xi sheng" userId="b3919e0d8ca6a452" providerId="LiveId" clId="{7D0FCA31-27ED-4A72-9EC6-AEAAC19F9363}" dt="2024-06-02T11:12:28.088" v="3623" actId="1076"/>
          <ac:cxnSpMkLst>
            <pc:docMk/>
            <pc:sldMk cId="2313490513" sldId="301"/>
            <ac:cxnSpMk id="16" creationId="{7275CFC0-AEBC-04EE-D842-0BEC6B529F3C}"/>
          </ac:cxnSpMkLst>
        </pc:cxnChg>
      </pc:sldChg>
      <pc:sldChg chg="addSp delSp modSp add mod">
        <pc:chgData name="xi sheng" userId="b3919e0d8ca6a452" providerId="LiveId" clId="{7D0FCA31-27ED-4A72-9EC6-AEAAC19F9363}" dt="2024-06-02T11:18:03.436" v="3834" actId="20577"/>
        <pc:sldMkLst>
          <pc:docMk/>
          <pc:sldMk cId="3119480003" sldId="302"/>
        </pc:sldMkLst>
        <pc:spChg chg="mod">
          <ac:chgData name="xi sheng" userId="b3919e0d8ca6a452" providerId="LiveId" clId="{7D0FCA31-27ED-4A72-9EC6-AEAAC19F9363}" dt="2024-06-02T11:18:03.436" v="3834" actId="20577"/>
          <ac:spMkLst>
            <pc:docMk/>
            <pc:sldMk cId="3119480003" sldId="302"/>
            <ac:spMk id="6" creationId="{08563A0F-D664-5402-613F-DDBDA68386B6}"/>
          </ac:spMkLst>
        </pc:spChg>
        <pc:spChg chg="del">
          <ac:chgData name="xi sheng" userId="b3919e0d8ca6a452" providerId="LiveId" clId="{7D0FCA31-27ED-4A72-9EC6-AEAAC19F9363}" dt="2024-06-02T11:13:37.881" v="3662" actId="478"/>
          <ac:spMkLst>
            <pc:docMk/>
            <pc:sldMk cId="3119480003" sldId="302"/>
            <ac:spMk id="11" creationId="{253565FB-9E61-8A38-2E8F-07C451101A5A}"/>
          </ac:spMkLst>
        </pc:spChg>
        <pc:picChg chg="del">
          <ac:chgData name="xi sheng" userId="b3919e0d8ca6a452" providerId="LiveId" clId="{7D0FCA31-27ED-4A72-9EC6-AEAAC19F9363}" dt="2024-06-02T11:13:24.180" v="3656" actId="478"/>
          <ac:picMkLst>
            <pc:docMk/>
            <pc:sldMk cId="3119480003" sldId="302"/>
            <ac:picMk id="4" creationId="{E1AC61BA-6825-3A13-1DA0-A591B07AF89D}"/>
          </ac:picMkLst>
        </pc:picChg>
        <pc:picChg chg="mod ord">
          <ac:chgData name="xi sheng" userId="b3919e0d8ca6a452" providerId="LiveId" clId="{7D0FCA31-27ED-4A72-9EC6-AEAAC19F9363}" dt="2024-06-02T11:13:32.890" v="3660" actId="167"/>
          <ac:picMkLst>
            <pc:docMk/>
            <pc:sldMk cId="3119480003" sldId="302"/>
            <ac:picMk id="13" creationId="{0878F193-D4E9-9D5A-8638-BF8102F01DFB}"/>
          </ac:picMkLst>
        </pc:picChg>
        <pc:cxnChg chg="add">
          <ac:chgData name="xi sheng" userId="b3919e0d8ca6a452" providerId="LiveId" clId="{7D0FCA31-27ED-4A72-9EC6-AEAAC19F9363}" dt="2024-06-02T11:13:41.456" v="3663" actId="11529"/>
          <ac:cxnSpMkLst>
            <pc:docMk/>
            <pc:sldMk cId="3119480003" sldId="302"/>
            <ac:cxnSpMk id="5" creationId="{1D3518E1-ADF8-3529-6881-135B7860D022}"/>
          </ac:cxnSpMkLst>
        </pc:cxnChg>
        <pc:cxnChg chg="mod">
          <ac:chgData name="xi sheng" userId="b3919e0d8ca6a452" providerId="LiveId" clId="{7D0FCA31-27ED-4A72-9EC6-AEAAC19F9363}" dt="2024-06-02T11:13:35.951" v="3661" actId="1076"/>
          <ac:cxnSpMkLst>
            <pc:docMk/>
            <pc:sldMk cId="3119480003" sldId="302"/>
            <ac:cxnSpMk id="16" creationId="{7275CFC0-AEBC-04EE-D842-0BEC6B529F3C}"/>
          </ac:cxnSpMkLst>
        </pc:cxnChg>
      </pc:sldChg>
      <pc:sldChg chg="addSp delSp modSp add mod">
        <pc:chgData name="xi sheng" userId="b3919e0d8ca6a452" providerId="LiveId" clId="{7D0FCA31-27ED-4A72-9EC6-AEAAC19F9363}" dt="2024-06-16T03:19:16.520" v="9025"/>
        <pc:sldMkLst>
          <pc:docMk/>
          <pc:sldMk cId="585488915" sldId="303"/>
        </pc:sldMkLst>
        <pc:spChg chg="mod">
          <ac:chgData name="xi sheng" userId="b3919e0d8ca6a452" providerId="LiveId" clId="{7D0FCA31-27ED-4A72-9EC6-AEAAC19F9363}" dt="2024-06-16T03:19:16.520" v="9025"/>
          <ac:spMkLst>
            <pc:docMk/>
            <pc:sldMk cId="585488915" sldId="303"/>
            <ac:spMk id="6" creationId="{08563A0F-D664-5402-613F-DDBDA68386B6}"/>
          </ac:spMkLst>
        </pc:spChg>
        <pc:spChg chg="add">
          <ac:chgData name="xi sheng" userId="b3919e0d8ca6a452" providerId="LiveId" clId="{7D0FCA31-27ED-4A72-9EC6-AEAAC19F9363}" dt="2024-06-02T11:18:21.989" v="3849" actId="11529"/>
          <ac:spMkLst>
            <pc:docMk/>
            <pc:sldMk cId="585488915" sldId="303"/>
            <ac:spMk id="7" creationId="{2C5B2E28-DD25-A108-0A9F-B4AF0FFF4FBA}"/>
          </ac:spMkLst>
        </pc:spChg>
        <pc:spChg chg="add mod">
          <ac:chgData name="xi sheng" userId="b3919e0d8ca6a452" providerId="LiveId" clId="{7D0FCA31-27ED-4A72-9EC6-AEAAC19F9363}" dt="2024-06-02T11:19:06.386" v="3857" actId="1076"/>
          <ac:spMkLst>
            <pc:docMk/>
            <pc:sldMk cId="585488915" sldId="303"/>
            <ac:spMk id="10" creationId="{350F5CCB-CBD0-B553-81AF-7554F27348F6}"/>
          </ac:spMkLst>
        </pc:spChg>
        <pc:picChg chg="add mod ord">
          <ac:chgData name="xi sheng" userId="b3919e0d8ca6a452" providerId="LiveId" clId="{7D0FCA31-27ED-4A72-9EC6-AEAAC19F9363}" dt="2024-06-02T11:19:37.695" v="3864" actId="1076"/>
          <ac:picMkLst>
            <pc:docMk/>
            <pc:sldMk cId="585488915" sldId="303"/>
            <ac:picMk id="4" creationId="{53545D4A-4509-A5CD-60BA-F1ED124B59AC}"/>
          </ac:picMkLst>
        </pc:picChg>
        <pc:picChg chg="add del mod">
          <ac:chgData name="xi sheng" userId="b3919e0d8ca6a452" providerId="LiveId" clId="{7D0FCA31-27ED-4A72-9EC6-AEAAC19F9363}" dt="2024-06-02T11:19:24.297" v="3859" actId="478"/>
          <ac:picMkLst>
            <pc:docMk/>
            <pc:sldMk cId="585488915" sldId="303"/>
            <ac:picMk id="9" creationId="{ADAD9DBF-4334-C551-AFA1-65F21CDA6DC4}"/>
          </ac:picMkLst>
        </pc:picChg>
        <pc:picChg chg="del mod">
          <ac:chgData name="xi sheng" userId="b3919e0d8ca6a452" providerId="LiveId" clId="{7D0FCA31-27ED-4A72-9EC6-AEAAC19F9363}" dt="2024-06-02T11:14:39.336" v="3755" actId="478"/>
          <ac:picMkLst>
            <pc:docMk/>
            <pc:sldMk cId="585488915" sldId="303"/>
            <ac:picMk id="13" creationId="{0878F193-D4E9-9D5A-8638-BF8102F01DFB}"/>
          </ac:picMkLst>
        </pc:picChg>
        <pc:picChg chg="add mod ord">
          <ac:chgData name="xi sheng" userId="b3919e0d8ca6a452" providerId="LiveId" clId="{7D0FCA31-27ED-4A72-9EC6-AEAAC19F9363}" dt="2024-06-02T11:19:42.712" v="3865" actId="1076"/>
          <ac:picMkLst>
            <pc:docMk/>
            <pc:sldMk cId="585488915" sldId="303"/>
            <ac:picMk id="15" creationId="{57C71C09-6117-1255-9563-950194814C49}"/>
          </ac:picMkLst>
        </pc:picChg>
        <pc:cxnChg chg="mod">
          <ac:chgData name="xi sheng" userId="b3919e0d8ca6a452" providerId="LiveId" clId="{7D0FCA31-27ED-4A72-9EC6-AEAAC19F9363}" dt="2024-06-02T11:15:12.822" v="3764" actId="1076"/>
          <ac:cxnSpMkLst>
            <pc:docMk/>
            <pc:sldMk cId="585488915" sldId="303"/>
            <ac:cxnSpMk id="5" creationId="{1D3518E1-ADF8-3529-6881-135B7860D022}"/>
          </ac:cxnSpMkLst>
        </pc:cxnChg>
        <pc:cxnChg chg="add mod">
          <ac:chgData name="xi sheng" userId="b3919e0d8ca6a452" providerId="LiveId" clId="{7D0FCA31-27ED-4A72-9EC6-AEAAC19F9363}" dt="2024-06-02T11:19:46.593" v="3866" actId="14100"/>
          <ac:cxnSpMkLst>
            <pc:docMk/>
            <pc:sldMk cId="585488915" sldId="303"/>
            <ac:cxnSpMk id="12" creationId="{32D42898-432C-B296-37F3-EEB3364569F1}"/>
          </ac:cxnSpMkLst>
        </pc:cxnChg>
        <pc:cxnChg chg="mod">
          <ac:chgData name="xi sheng" userId="b3919e0d8ca6a452" providerId="LiveId" clId="{7D0FCA31-27ED-4A72-9EC6-AEAAC19F9363}" dt="2024-06-02T11:15:09.986" v="3763" actId="1076"/>
          <ac:cxnSpMkLst>
            <pc:docMk/>
            <pc:sldMk cId="585488915" sldId="303"/>
            <ac:cxnSpMk id="16" creationId="{7275CFC0-AEBC-04EE-D842-0BEC6B529F3C}"/>
          </ac:cxnSpMkLst>
        </pc:cxnChg>
      </pc:sldChg>
      <pc:sldChg chg="addSp delSp modSp add mod">
        <pc:chgData name="xi sheng" userId="b3919e0d8ca6a452" providerId="LiveId" clId="{7D0FCA31-27ED-4A72-9EC6-AEAAC19F9363}" dt="2024-06-16T01:54:44.396" v="7557"/>
        <pc:sldMkLst>
          <pc:docMk/>
          <pc:sldMk cId="661834980" sldId="304"/>
        </pc:sldMkLst>
        <pc:spChg chg="mod">
          <ac:chgData name="xi sheng" userId="b3919e0d8ca6a452" providerId="LiveId" clId="{7D0FCA31-27ED-4A72-9EC6-AEAAC19F9363}" dt="2024-06-16T01:54:44.396" v="7557"/>
          <ac:spMkLst>
            <pc:docMk/>
            <pc:sldMk cId="661834980" sldId="304"/>
            <ac:spMk id="6" creationId="{08563A0F-D664-5402-613F-DDBDA68386B6}"/>
          </ac:spMkLst>
        </pc:spChg>
        <pc:spChg chg="add">
          <ac:chgData name="xi sheng" userId="b3919e0d8ca6a452" providerId="LiveId" clId="{7D0FCA31-27ED-4A72-9EC6-AEAAC19F9363}" dt="2024-06-02T12:35:50.220" v="4262" actId="11529"/>
          <ac:spMkLst>
            <pc:docMk/>
            <pc:sldMk cId="661834980" sldId="304"/>
            <ac:spMk id="23" creationId="{303CF5C3-A02B-B6F7-E0C4-7645D5D9D812}"/>
          </ac:spMkLst>
        </pc:spChg>
        <pc:spChg chg="add">
          <ac:chgData name="xi sheng" userId="b3919e0d8ca6a452" providerId="LiveId" clId="{7D0FCA31-27ED-4A72-9EC6-AEAAC19F9363}" dt="2024-06-02T12:35:54.989" v="4263" actId="11529"/>
          <ac:spMkLst>
            <pc:docMk/>
            <pc:sldMk cId="661834980" sldId="304"/>
            <ac:spMk id="24" creationId="{E9600CDA-7C0B-0A83-E5A1-F543BB55B959}"/>
          </ac:spMkLst>
        </pc:spChg>
        <pc:picChg chg="add mod ord">
          <ac:chgData name="xi sheng" userId="b3919e0d8ca6a452" providerId="LiveId" clId="{7D0FCA31-27ED-4A72-9EC6-AEAAC19F9363}" dt="2024-06-02T12:34:48.489" v="4258" actId="1076"/>
          <ac:picMkLst>
            <pc:docMk/>
            <pc:sldMk cId="661834980" sldId="304"/>
            <ac:picMk id="4" creationId="{588FEC73-C964-7FB2-4202-E0C618269FC4}"/>
          </ac:picMkLst>
        </pc:picChg>
        <pc:picChg chg="del">
          <ac:chgData name="xi sheng" userId="b3919e0d8ca6a452" providerId="LiveId" clId="{7D0FCA31-27ED-4A72-9EC6-AEAAC19F9363}" dt="2024-06-02T12:32:13.342" v="4138" actId="478"/>
          <ac:picMkLst>
            <pc:docMk/>
            <pc:sldMk cId="661834980" sldId="304"/>
            <ac:picMk id="5" creationId="{78881A41-25E9-1FC4-58D5-EE0601EE3CDD}"/>
          </ac:picMkLst>
        </pc:picChg>
        <pc:picChg chg="del">
          <ac:chgData name="xi sheng" userId="b3919e0d8ca6a452" providerId="LiveId" clId="{7D0FCA31-27ED-4A72-9EC6-AEAAC19F9363}" dt="2024-06-02T12:32:14.092" v="4139" actId="478"/>
          <ac:picMkLst>
            <pc:docMk/>
            <pc:sldMk cId="661834980" sldId="304"/>
            <ac:picMk id="9" creationId="{50A77958-8FED-320E-8582-FF94006FA33A}"/>
          </ac:picMkLst>
        </pc:picChg>
        <pc:picChg chg="add mod ord">
          <ac:chgData name="xi sheng" userId="b3919e0d8ca6a452" providerId="LiveId" clId="{7D0FCA31-27ED-4A72-9EC6-AEAAC19F9363}" dt="2024-06-02T12:34:48.489" v="4258" actId="1076"/>
          <ac:picMkLst>
            <pc:docMk/>
            <pc:sldMk cId="661834980" sldId="304"/>
            <ac:picMk id="11" creationId="{F8335FCC-62CD-068D-EDE2-FC2C81F941E1}"/>
          </ac:picMkLst>
        </pc:picChg>
        <pc:picChg chg="add mod">
          <ac:chgData name="xi sheng" userId="b3919e0d8ca6a452" providerId="LiveId" clId="{7D0FCA31-27ED-4A72-9EC6-AEAAC19F9363}" dt="2024-06-02T12:35:45.655" v="4261" actId="1076"/>
          <ac:picMkLst>
            <pc:docMk/>
            <pc:sldMk cId="661834980" sldId="304"/>
            <ac:picMk id="22" creationId="{2AB11090-4284-5616-B746-AC7E4F0C8082}"/>
          </ac:picMkLst>
        </pc:picChg>
        <pc:cxnChg chg="mod">
          <ac:chgData name="xi sheng" userId="b3919e0d8ca6a452" providerId="LiveId" clId="{7D0FCA31-27ED-4A72-9EC6-AEAAC19F9363}" dt="2024-06-02T12:36:07.072" v="4264" actId="1076"/>
          <ac:cxnSpMkLst>
            <pc:docMk/>
            <pc:sldMk cId="661834980" sldId="304"/>
            <ac:cxnSpMk id="8" creationId="{DC1D42C1-1D1F-0845-026D-667040507C9F}"/>
          </ac:cxnSpMkLst>
        </pc:cxnChg>
        <pc:cxnChg chg="mod">
          <ac:chgData name="xi sheng" userId="b3919e0d8ca6a452" providerId="LiveId" clId="{7D0FCA31-27ED-4A72-9EC6-AEAAC19F9363}" dt="2024-06-02T12:34:48.489" v="4258" actId="1076"/>
          <ac:cxnSpMkLst>
            <pc:docMk/>
            <pc:sldMk cId="661834980" sldId="304"/>
            <ac:cxnSpMk id="10" creationId="{8CFB6B2B-D708-30C2-C273-7BE53947BDD4}"/>
          </ac:cxnSpMkLst>
        </pc:cxnChg>
        <pc:cxnChg chg="add mod">
          <ac:chgData name="xi sheng" userId="b3919e0d8ca6a452" providerId="LiveId" clId="{7D0FCA31-27ED-4A72-9EC6-AEAAC19F9363}" dt="2024-06-02T12:34:48.489" v="4258" actId="1076"/>
          <ac:cxnSpMkLst>
            <pc:docMk/>
            <pc:sldMk cId="661834980" sldId="304"/>
            <ac:cxnSpMk id="13" creationId="{E0E290C2-B94E-6A85-B8AE-A95F47ABC881}"/>
          </ac:cxnSpMkLst>
        </pc:cxnChg>
        <pc:cxnChg chg="add mod">
          <ac:chgData name="xi sheng" userId="b3919e0d8ca6a452" providerId="LiveId" clId="{7D0FCA31-27ED-4A72-9EC6-AEAAC19F9363}" dt="2024-06-02T12:34:48.489" v="4258" actId="1076"/>
          <ac:cxnSpMkLst>
            <pc:docMk/>
            <pc:sldMk cId="661834980" sldId="304"/>
            <ac:cxnSpMk id="15" creationId="{16E34BF8-3FFB-FB99-FABD-BA010270AD4A}"/>
          </ac:cxnSpMkLst>
        </pc:cxnChg>
        <pc:cxnChg chg="del">
          <ac:chgData name="xi sheng" userId="b3919e0d8ca6a452" providerId="LiveId" clId="{7D0FCA31-27ED-4A72-9EC6-AEAAC19F9363}" dt="2024-06-02T12:33:18.906" v="4159" actId="478"/>
          <ac:cxnSpMkLst>
            <pc:docMk/>
            <pc:sldMk cId="661834980" sldId="304"/>
            <ac:cxnSpMk id="16" creationId="{7275CFC0-AEBC-04EE-D842-0BEC6B529F3C}"/>
          </ac:cxnSpMkLst>
        </pc:cxnChg>
        <pc:cxnChg chg="add mod">
          <ac:chgData name="xi sheng" userId="b3919e0d8ca6a452" providerId="LiveId" clId="{7D0FCA31-27ED-4A72-9EC6-AEAAC19F9363}" dt="2024-06-02T12:34:48.489" v="4258" actId="1076"/>
          <ac:cxnSpMkLst>
            <pc:docMk/>
            <pc:sldMk cId="661834980" sldId="304"/>
            <ac:cxnSpMk id="18" creationId="{3A892E12-30B9-9C01-5872-D323440FA44B}"/>
          </ac:cxnSpMkLst>
        </pc:cxnChg>
        <pc:cxnChg chg="add mod">
          <ac:chgData name="xi sheng" userId="b3919e0d8ca6a452" providerId="LiveId" clId="{7D0FCA31-27ED-4A72-9EC6-AEAAC19F9363}" dt="2024-06-02T12:36:10.789" v="4265" actId="1076"/>
          <ac:cxnSpMkLst>
            <pc:docMk/>
            <pc:sldMk cId="661834980" sldId="304"/>
            <ac:cxnSpMk id="20" creationId="{818BCA6D-C0E4-DFC9-BA6D-A1C4E0286C7A}"/>
          </ac:cxnSpMkLst>
        </pc:cxnChg>
      </pc:sldChg>
      <pc:sldChg chg="addSp delSp modSp add mod">
        <pc:chgData name="xi sheng" userId="b3919e0d8ca6a452" providerId="LiveId" clId="{7D0FCA31-27ED-4A72-9EC6-AEAAC19F9363}" dt="2024-06-02T12:43:00.283" v="4410"/>
        <pc:sldMkLst>
          <pc:docMk/>
          <pc:sldMk cId="1980858618" sldId="305"/>
        </pc:sldMkLst>
        <pc:spChg chg="mod">
          <ac:chgData name="xi sheng" userId="b3919e0d8ca6a452" providerId="LiveId" clId="{7D0FCA31-27ED-4A72-9EC6-AEAAC19F9363}" dt="2024-06-02T12:43:00.283" v="4410"/>
          <ac:spMkLst>
            <pc:docMk/>
            <pc:sldMk cId="1980858618" sldId="305"/>
            <ac:spMk id="6" creationId="{08563A0F-D664-5402-613F-DDBDA68386B6}"/>
          </ac:spMkLst>
        </pc:spChg>
        <pc:spChg chg="mod">
          <ac:chgData name="xi sheng" userId="b3919e0d8ca6a452" providerId="LiveId" clId="{7D0FCA31-27ED-4A72-9EC6-AEAAC19F9363}" dt="2024-06-02T12:41:22.086" v="4323" actId="1076"/>
          <ac:spMkLst>
            <pc:docMk/>
            <pc:sldMk cId="1980858618" sldId="305"/>
            <ac:spMk id="23" creationId="{303CF5C3-A02B-B6F7-E0C4-7645D5D9D812}"/>
          </ac:spMkLst>
        </pc:spChg>
        <pc:spChg chg="mod">
          <ac:chgData name="xi sheng" userId="b3919e0d8ca6a452" providerId="LiveId" clId="{7D0FCA31-27ED-4A72-9EC6-AEAAC19F9363}" dt="2024-06-02T12:41:22.086" v="4323" actId="1076"/>
          <ac:spMkLst>
            <pc:docMk/>
            <pc:sldMk cId="1980858618" sldId="305"/>
            <ac:spMk id="24" creationId="{E9600CDA-7C0B-0A83-E5A1-F543BB55B959}"/>
          </ac:spMkLst>
        </pc:spChg>
        <pc:picChg chg="del">
          <ac:chgData name="xi sheng" userId="b3919e0d8ca6a452" providerId="LiveId" clId="{7D0FCA31-27ED-4A72-9EC6-AEAAC19F9363}" dt="2024-06-02T12:40:13.287" v="4307" actId="478"/>
          <ac:picMkLst>
            <pc:docMk/>
            <pc:sldMk cId="1980858618" sldId="305"/>
            <ac:picMk id="4" creationId="{588FEC73-C964-7FB2-4202-E0C618269FC4}"/>
          </ac:picMkLst>
        </pc:picChg>
        <pc:picChg chg="add mod ord">
          <ac:chgData name="xi sheng" userId="b3919e0d8ca6a452" providerId="LiveId" clId="{7D0FCA31-27ED-4A72-9EC6-AEAAC19F9363}" dt="2024-06-02T12:40:33.870" v="4314" actId="1076"/>
          <ac:picMkLst>
            <pc:docMk/>
            <pc:sldMk cId="1980858618" sldId="305"/>
            <ac:picMk id="5" creationId="{9A0C00D6-D68A-CCDC-45F3-951D32D01135}"/>
          </ac:picMkLst>
        </pc:picChg>
        <pc:picChg chg="add mod ord">
          <ac:chgData name="xi sheng" userId="b3919e0d8ca6a452" providerId="LiveId" clId="{7D0FCA31-27ED-4A72-9EC6-AEAAC19F9363}" dt="2024-06-02T12:41:06.101" v="4322" actId="1076"/>
          <ac:picMkLst>
            <pc:docMk/>
            <pc:sldMk cId="1980858618" sldId="305"/>
            <ac:picMk id="9" creationId="{90C32168-0E79-A4B1-4354-D853AF60D5EB}"/>
          </ac:picMkLst>
        </pc:picChg>
        <pc:picChg chg="del">
          <ac:chgData name="xi sheng" userId="b3919e0d8ca6a452" providerId="LiveId" clId="{7D0FCA31-27ED-4A72-9EC6-AEAAC19F9363}" dt="2024-06-02T12:40:13.871" v="4308" actId="478"/>
          <ac:picMkLst>
            <pc:docMk/>
            <pc:sldMk cId="1980858618" sldId="305"/>
            <ac:picMk id="11" creationId="{F8335FCC-62CD-068D-EDE2-FC2C81F941E1}"/>
          </ac:picMkLst>
        </pc:picChg>
        <pc:picChg chg="mod">
          <ac:chgData name="xi sheng" userId="b3919e0d8ca6a452" providerId="LiveId" clId="{7D0FCA31-27ED-4A72-9EC6-AEAAC19F9363}" dt="2024-06-02T12:41:22.086" v="4323" actId="1076"/>
          <ac:picMkLst>
            <pc:docMk/>
            <pc:sldMk cId="1980858618" sldId="305"/>
            <ac:picMk id="22" creationId="{2AB11090-4284-5616-B746-AC7E4F0C8082}"/>
          </ac:picMkLst>
        </pc:picChg>
        <pc:cxnChg chg="mod">
          <ac:chgData name="xi sheng" userId="b3919e0d8ca6a452" providerId="LiveId" clId="{7D0FCA31-27ED-4A72-9EC6-AEAAC19F9363}" dt="2024-06-02T12:40:41.453" v="4316" actId="1076"/>
          <ac:cxnSpMkLst>
            <pc:docMk/>
            <pc:sldMk cId="1980858618" sldId="305"/>
            <ac:cxnSpMk id="8" creationId="{DC1D42C1-1D1F-0845-026D-667040507C9F}"/>
          </ac:cxnSpMkLst>
        </pc:cxnChg>
        <pc:cxnChg chg="mod">
          <ac:chgData name="xi sheng" userId="b3919e0d8ca6a452" providerId="LiveId" clId="{7D0FCA31-27ED-4A72-9EC6-AEAAC19F9363}" dt="2024-06-02T12:40:38.970" v="4315" actId="1076"/>
          <ac:cxnSpMkLst>
            <pc:docMk/>
            <pc:sldMk cId="1980858618" sldId="305"/>
            <ac:cxnSpMk id="10" creationId="{8CFB6B2B-D708-30C2-C273-7BE53947BDD4}"/>
          </ac:cxnSpMkLst>
        </pc:cxnChg>
        <pc:cxnChg chg="mod">
          <ac:chgData name="xi sheng" userId="b3919e0d8ca6a452" providerId="LiveId" clId="{7D0FCA31-27ED-4A72-9EC6-AEAAC19F9363}" dt="2024-06-02T12:41:24.353" v="4324" actId="1076"/>
          <ac:cxnSpMkLst>
            <pc:docMk/>
            <pc:sldMk cId="1980858618" sldId="305"/>
            <ac:cxnSpMk id="18" creationId="{3A892E12-30B9-9C01-5872-D323440FA44B}"/>
          </ac:cxnSpMkLst>
        </pc:cxnChg>
        <pc:cxnChg chg="mod">
          <ac:chgData name="xi sheng" userId="b3919e0d8ca6a452" providerId="LiveId" clId="{7D0FCA31-27ED-4A72-9EC6-AEAAC19F9363}" dt="2024-06-02T12:41:27.102" v="4325" actId="1076"/>
          <ac:cxnSpMkLst>
            <pc:docMk/>
            <pc:sldMk cId="1980858618" sldId="305"/>
            <ac:cxnSpMk id="20" creationId="{818BCA6D-C0E4-DFC9-BA6D-A1C4E0286C7A}"/>
          </ac:cxnSpMkLst>
        </pc:cxnChg>
      </pc:sldChg>
      <pc:sldChg chg="addSp delSp modSp add mod">
        <pc:chgData name="xi sheng" userId="b3919e0d8ca6a452" providerId="LiveId" clId="{7D0FCA31-27ED-4A72-9EC6-AEAAC19F9363}" dt="2024-06-16T01:53:59.082" v="7539" actId="20577"/>
        <pc:sldMkLst>
          <pc:docMk/>
          <pc:sldMk cId="1940446102" sldId="306"/>
        </pc:sldMkLst>
        <pc:spChg chg="mod">
          <ac:chgData name="xi sheng" userId="b3919e0d8ca6a452" providerId="LiveId" clId="{7D0FCA31-27ED-4A72-9EC6-AEAAC19F9363}" dt="2024-06-16T01:53:59.082" v="7539" actId="20577"/>
          <ac:spMkLst>
            <pc:docMk/>
            <pc:sldMk cId="1940446102" sldId="306"/>
            <ac:spMk id="6" creationId="{08563A0F-D664-5402-613F-DDBDA68386B6}"/>
          </ac:spMkLst>
        </pc:spChg>
        <pc:spChg chg="mod">
          <ac:chgData name="xi sheng" userId="b3919e0d8ca6a452" providerId="LiveId" clId="{7D0FCA31-27ED-4A72-9EC6-AEAAC19F9363}" dt="2024-06-02T12:46:08.682" v="4424" actId="1076"/>
          <ac:spMkLst>
            <pc:docMk/>
            <pc:sldMk cId="1940446102" sldId="306"/>
            <ac:spMk id="23" creationId="{303CF5C3-A02B-B6F7-E0C4-7645D5D9D812}"/>
          </ac:spMkLst>
        </pc:spChg>
        <pc:spChg chg="del">
          <ac:chgData name="xi sheng" userId="b3919e0d8ca6a452" providerId="LiveId" clId="{7D0FCA31-27ED-4A72-9EC6-AEAAC19F9363}" dt="2024-06-02T12:46:10.099" v="4425" actId="478"/>
          <ac:spMkLst>
            <pc:docMk/>
            <pc:sldMk cId="1940446102" sldId="306"/>
            <ac:spMk id="24" creationId="{E9600CDA-7C0B-0A83-E5A1-F543BB55B959}"/>
          </ac:spMkLst>
        </pc:spChg>
        <pc:picChg chg="del mod">
          <ac:chgData name="xi sheng" userId="b3919e0d8ca6a452" providerId="LiveId" clId="{7D0FCA31-27ED-4A72-9EC6-AEAAC19F9363}" dt="2024-06-02T12:45:33.284" v="4413" actId="478"/>
          <ac:picMkLst>
            <pc:docMk/>
            <pc:sldMk cId="1940446102" sldId="306"/>
            <ac:picMk id="4" creationId="{588FEC73-C964-7FB2-4202-E0C618269FC4}"/>
          </ac:picMkLst>
        </pc:picChg>
        <pc:picChg chg="add mod ord">
          <ac:chgData name="xi sheng" userId="b3919e0d8ca6a452" providerId="LiveId" clId="{7D0FCA31-27ED-4A72-9EC6-AEAAC19F9363}" dt="2024-06-02T12:46:05.008" v="4423" actId="1076"/>
          <ac:picMkLst>
            <pc:docMk/>
            <pc:sldMk cId="1940446102" sldId="306"/>
            <ac:picMk id="5" creationId="{4A56CDAD-03FE-F590-E79B-603596BA63E0}"/>
          </ac:picMkLst>
        </pc:picChg>
        <pc:picChg chg="add mod ord">
          <ac:chgData name="xi sheng" userId="b3919e0d8ca6a452" providerId="LiveId" clId="{7D0FCA31-27ED-4A72-9EC6-AEAAC19F9363}" dt="2024-06-02T12:46:33.638" v="4429" actId="1076"/>
          <ac:picMkLst>
            <pc:docMk/>
            <pc:sldMk cId="1940446102" sldId="306"/>
            <ac:picMk id="9" creationId="{E6599389-42FC-0667-EAAD-F4596E2EB943}"/>
          </ac:picMkLst>
        </pc:picChg>
        <pc:picChg chg="del">
          <ac:chgData name="xi sheng" userId="b3919e0d8ca6a452" providerId="LiveId" clId="{7D0FCA31-27ED-4A72-9EC6-AEAAC19F9363}" dt="2024-06-02T12:45:33.850" v="4414" actId="478"/>
          <ac:picMkLst>
            <pc:docMk/>
            <pc:sldMk cId="1940446102" sldId="306"/>
            <ac:picMk id="11" creationId="{F8335FCC-62CD-068D-EDE2-FC2C81F941E1}"/>
          </ac:picMkLst>
        </pc:picChg>
        <pc:picChg chg="del">
          <ac:chgData name="xi sheng" userId="b3919e0d8ca6a452" providerId="LiveId" clId="{7D0FCA31-27ED-4A72-9EC6-AEAAC19F9363}" dt="2024-06-02T12:46:02.401" v="4421" actId="478"/>
          <ac:picMkLst>
            <pc:docMk/>
            <pc:sldMk cId="1940446102" sldId="306"/>
            <ac:picMk id="22" creationId="{2AB11090-4284-5616-B746-AC7E4F0C8082}"/>
          </ac:picMkLst>
        </pc:picChg>
        <pc:cxnChg chg="mod">
          <ac:chgData name="xi sheng" userId="b3919e0d8ca6a452" providerId="LiveId" clId="{7D0FCA31-27ED-4A72-9EC6-AEAAC19F9363}" dt="2024-06-02T12:45:58.354" v="4420" actId="1076"/>
          <ac:cxnSpMkLst>
            <pc:docMk/>
            <pc:sldMk cId="1940446102" sldId="306"/>
            <ac:cxnSpMk id="8" creationId="{DC1D42C1-1D1F-0845-026D-667040507C9F}"/>
          </ac:cxnSpMkLst>
        </pc:cxnChg>
        <pc:cxnChg chg="mod">
          <ac:chgData name="xi sheng" userId="b3919e0d8ca6a452" providerId="LiveId" clId="{7D0FCA31-27ED-4A72-9EC6-AEAAC19F9363}" dt="2024-06-02T12:45:56.084" v="4419" actId="1076"/>
          <ac:cxnSpMkLst>
            <pc:docMk/>
            <pc:sldMk cId="1940446102" sldId="306"/>
            <ac:cxnSpMk id="13" creationId="{E0E290C2-B94E-6A85-B8AE-A95F47ABC881}"/>
          </ac:cxnSpMkLst>
        </pc:cxnChg>
        <pc:cxnChg chg="mod">
          <ac:chgData name="xi sheng" userId="b3919e0d8ca6a452" providerId="LiveId" clId="{7D0FCA31-27ED-4A72-9EC6-AEAAC19F9363}" dt="2024-06-02T12:46:36.626" v="4430" actId="1076"/>
          <ac:cxnSpMkLst>
            <pc:docMk/>
            <pc:sldMk cId="1940446102" sldId="306"/>
            <ac:cxnSpMk id="15" creationId="{16E34BF8-3FFB-FB99-FABD-BA010270AD4A}"/>
          </ac:cxnSpMkLst>
        </pc:cxnChg>
        <pc:cxnChg chg="del">
          <ac:chgData name="xi sheng" userId="b3919e0d8ca6a452" providerId="LiveId" clId="{7D0FCA31-27ED-4A72-9EC6-AEAAC19F9363}" dt="2024-06-02T12:46:41.213" v="4432" actId="478"/>
          <ac:cxnSpMkLst>
            <pc:docMk/>
            <pc:sldMk cId="1940446102" sldId="306"/>
            <ac:cxnSpMk id="18" creationId="{3A892E12-30B9-9C01-5872-D323440FA44B}"/>
          </ac:cxnSpMkLst>
        </pc:cxnChg>
        <pc:cxnChg chg="mod">
          <ac:chgData name="xi sheng" userId="b3919e0d8ca6a452" providerId="LiveId" clId="{7D0FCA31-27ED-4A72-9EC6-AEAAC19F9363}" dt="2024-06-02T12:46:39.516" v="4431" actId="1076"/>
          <ac:cxnSpMkLst>
            <pc:docMk/>
            <pc:sldMk cId="1940446102" sldId="306"/>
            <ac:cxnSpMk id="20" creationId="{818BCA6D-C0E4-DFC9-BA6D-A1C4E0286C7A}"/>
          </ac:cxnSpMkLst>
        </pc:cxnChg>
      </pc:sldChg>
      <pc:sldChg chg="addSp delSp modSp add mod">
        <pc:chgData name="xi sheng" userId="b3919e0d8ca6a452" providerId="LiveId" clId="{7D0FCA31-27ED-4A72-9EC6-AEAAC19F9363}" dt="2024-06-10T01:35:37.795" v="4647" actId="1076"/>
        <pc:sldMkLst>
          <pc:docMk/>
          <pc:sldMk cId="2593342068" sldId="307"/>
        </pc:sldMkLst>
        <pc:spChg chg="mod">
          <ac:chgData name="xi sheng" userId="b3919e0d8ca6a452" providerId="LiveId" clId="{7D0FCA31-27ED-4A72-9EC6-AEAAC19F9363}" dt="2024-06-10T01:35:20.444" v="4644" actId="14100"/>
          <ac:spMkLst>
            <pc:docMk/>
            <pc:sldMk cId="2593342068" sldId="307"/>
            <ac:spMk id="3" creationId="{52CBDB28-46D7-AD56-0BCB-F509BE75F2DB}"/>
          </ac:spMkLst>
        </pc:spChg>
        <pc:spChg chg="del">
          <ac:chgData name="xi sheng" userId="b3919e0d8ca6a452" providerId="LiveId" clId="{7D0FCA31-27ED-4A72-9EC6-AEAAC19F9363}" dt="2024-06-10T01:34:30.858" v="4626" actId="478"/>
          <ac:spMkLst>
            <pc:docMk/>
            <pc:sldMk cId="2593342068" sldId="307"/>
            <ac:spMk id="8" creationId="{F5E2300E-27A1-8486-A57B-52909143D56B}"/>
          </ac:spMkLst>
        </pc:spChg>
        <pc:picChg chg="del">
          <ac:chgData name="xi sheng" userId="b3919e0d8ca6a452" providerId="LiveId" clId="{7D0FCA31-27ED-4A72-9EC6-AEAAC19F9363}" dt="2024-06-10T01:34:18.731" v="4623" actId="478"/>
          <ac:picMkLst>
            <pc:docMk/>
            <pc:sldMk cId="2593342068" sldId="307"/>
            <ac:picMk id="5" creationId="{3B7DAF66-30F2-233C-B693-BE1E971CCA36}"/>
          </ac:picMkLst>
        </pc:picChg>
        <pc:picChg chg="mod ord">
          <ac:chgData name="xi sheng" userId="b3919e0d8ca6a452" providerId="LiveId" clId="{7D0FCA31-27ED-4A72-9EC6-AEAAC19F9363}" dt="2024-06-10T01:35:33.234" v="4645" actId="1076"/>
          <ac:picMkLst>
            <pc:docMk/>
            <pc:sldMk cId="2593342068" sldId="307"/>
            <ac:picMk id="10" creationId="{05A64F35-A3A6-3CF6-6787-FAB4DCC3F99F}"/>
          </ac:picMkLst>
        </pc:picChg>
        <pc:cxnChg chg="add mod">
          <ac:chgData name="xi sheng" userId="b3919e0d8ca6a452" providerId="LiveId" clId="{7D0FCA31-27ED-4A72-9EC6-AEAAC19F9363}" dt="2024-06-10T01:35:37.795" v="4647" actId="1076"/>
          <ac:cxnSpMkLst>
            <pc:docMk/>
            <pc:sldMk cId="2593342068" sldId="307"/>
            <ac:cxnSpMk id="6" creationId="{E78F5310-8DA0-7BFF-7DD1-3837E24F8CEE}"/>
          </ac:cxnSpMkLst>
        </pc:cxnChg>
        <pc:cxnChg chg="mod">
          <ac:chgData name="xi sheng" userId="b3919e0d8ca6a452" providerId="LiveId" clId="{7D0FCA31-27ED-4A72-9EC6-AEAAC19F9363}" dt="2024-06-10T01:35:34.919" v="4646" actId="1076"/>
          <ac:cxnSpMkLst>
            <pc:docMk/>
            <pc:sldMk cId="2593342068" sldId="307"/>
            <ac:cxnSpMk id="7" creationId="{6D824A2B-AD0F-DF46-0CDE-2393F37E508E}"/>
          </ac:cxnSpMkLst>
        </pc:cxnChg>
      </pc:sldChg>
      <pc:sldChg chg="modSp add del mod">
        <pc:chgData name="xi sheng" userId="b3919e0d8ca6a452" providerId="LiveId" clId="{7D0FCA31-27ED-4A72-9EC6-AEAAC19F9363}" dt="2024-06-10T01:56:27.908" v="4652" actId="47"/>
        <pc:sldMkLst>
          <pc:docMk/>
          <pc:sldMk cId="249517307" sldId="308"/>
        </pc:sldMkLst>
        <pc:spChg chg="mod">
          <ac:chgData name="xi sheng" userId="b3919e0d8ca6a452" providerId="LiveId" clId="{7D0FCA31-27ED-4A72-9EC6-AEAAC19F9363}" dt="2024-06-10T01:52:30.407" v="4651" actId="20577"/>
          <ac:spMkLst>
            <pc:docMk/>
            <pc:sldMk cId="249517307" sldId="308"/>
            <ac:spMk id="2" creationId="{EC711E53-3F69-6D8E-D4FE-5EE0422140C2}"/>
          </ac:spMkLst>
        </pc:spChg>
      </pc:sldChg>
      <pc:sldChg chg="addSp delSp modSp add mod">
        <pc:chgData name="xi sheng" userId="b3919e0d8ca6a452" providerId="LiveId" clId="{7D0FCA31-27ED-4A72-9EC6-AEAAC19F9363}" dt="2024-06-16T02:31:38.615" v="8293"/>
        <pc:sldMkLst>
          <pc:docMk/>
          <pc:sldMk cId="1935065626" sldId="308"/>
        </pc:sldMkLst>
        <pc:spChg chg="mod">
          <ac:chgData name="xi sheng" userId="b3919e0d8ca6a452" providerId="LiveId" clId="{7D0FCA31-27ED-4A72-9EC6-AEAAC19F9363}" dt="2024-06-10T02:26:51.270" v="5058" actId="20577"/>
          <ac:spMkLst>
            <pc:docMk/>
            <pc:sldMk cId="1935065626" sldId="308"/>
            <ac:spMk id="2" creationId="{EC711E53-3F69-6D8E-D4FE-5EE0422140C2}"/>
          </ac:spMkLst>
        </pc:spChg>
        <pc:spChg chg="add del mod">
          <ac:chgData name="xi sheng" userId="b3919e0d8ca6a452" providerId="LiveId" clId="{7D0FCA31-27ED-4A72-9EC6-AEAAC19F9363}" dt="2024-06-10T02:20:43.097" v="4946" actId="478"/>
          <ac:spMkLst>
            <pc:docMk/>
            <pc:sldMk cId="1935065626" sldId="308"/>
            <ac:spMk id="4" creationId="{F09A6677-8F33-0F64-BF1D-2FD3F78CC330}"/>
          </ac:spMkLst>
        </pc:spChg>
        <pc:spChg chg="mod">
          <ac:chgData name="xi sheng" userId="b3919e0d8ca6a452" providerId="LiveId" clId="{7D0FCA31-27ED-4A72-9EC6-AEAAC19F9363}" dt="2024-06-16T02:31:38.615" v="8293"/>
          <ac:spMkLst>
            <pc:docMk/>
            <pc:sldMk cId="1935065626" sldId="308"/>
            <ac:spMk id="6" creationId="{08563A0F-D664-5402-613F-DDBDA68386B6}"/>
          </ac:spMkLst>
        </pc:spChg>
        <pc:spChg chg="add">
          <ac:chgData name="xi sheng" userId="b3919e0d8ca6a452" providerId="LiveId" clId="{7D0FCA31-27ED-4A72-9EC6-AEAAC19F9363}" dt="2024-06-10T02:23:59.261" v="4986" actId="11529"/>
          <ac:spMkLst>
            <pc:docMk/>
            <pc:sldMk cId="1935065626" sldId="308"/>
            <ac:spMk id="8" creationId="{3C2705E9-A3C3-2FE9-FA90-B250F3019D62}"/>
          </ac:spMkLst>
        </pc:spChg>
        <pc:spChg chg="del">
          <ac:chgData name="xi sheng" userId="b3919e0d8ca6a452" providerId="LiveId" clId="{7D0FCA31-27ED-4A72-9EC6-AEAAC19F9363}" dt="2024-06-10T02:20:33.440" v="4944" actId="478"/>
          <ac:spMkLst>
            <pc:docMk/>
            <pc:sldMk cId="1935065626" sldId="308"/>
            <ac:spMk id="11" creationId="{1B75F6A6-487E-E87D-1F4B-3E1D49C3E755}"/>
          </ac:spMkLst>
        </pc:spChg>
        <pc:spChg chg="del">
          <ac:chgData name="xi sheng" userId="b3919e0d8ca6a452" providerId="LiveId" clId="{7D0FCA31-27ED-4A72-9EC6-AEAAC19F9363}" dt="2024-06-10T02:20:36.007" v="4945" actId="478"/>
          <ac:spMkLst>
            <pc:docMk/>
            <pc:sldMk cId="1935065626" sldId="308"/>
            <ac:spMk id="12" creationId="{71707BEF-A7DA-0784-3A68-8D326DE6250C}"/>
          </ac:spMkLst>
        </pc:spChg>
        <pc:spChg chg="del">
          <ac:chgData name="xi sheng" userId="b3919e0d8ca6a452" providerId="LiveId" clId="{7D0FCA31-27ED-4A72-9EC6-AEAAC19F9363}" dt="2024-06-10T02:20:29.022" v="4941" actId="478"/>
          <ac:spMkLst>
            <pc:docMk/>
            <pc:sldMk cId="1935065626" sldId="308"/>
            <ac:spMk id="15" creationId="{8C908BF8-BC67-8B88-6E4E-D05B7FFAEDE7}"/>
          </ac:spMkLst>
        </pc:spChg>
        <pc:spChg chg="del">
          <ac:chgData name="xi sheng" userId="b3919e0d8ca6a452" providerId="LiveId" clId="{7D0FCA31-27ED-4A72-9EC6-AEAAC19F9363}" dt="2024-06-10T02:20:30.772" v="4942" actId="478"/>
          <ac:spMkLst>
            <pc:docMk/>
            <pc:sldMk cId="1935065626" sldId="308"/>
            <ac:spMk id="18" creationId="{01EDF538-AE5E-0FC4-466E-1776F56E234E}"/>
          </ac:spMkLst>
        </pc:spChg>
        <pc:spChg chg="del">
          <ac:chgData name="xi sheng" userId="b3919e0d8ca6a452" providerId="LiveId" clId="{7D0FCA31-27ED-4A72-9EC6-AEAAC19F9363}" dt="2024-06-10T02:20:27.319" v="4939" actId="478"/>
          <ac:spMkLst>
            <pc:docMk/>
            <pc:sldMk cId="1935065626" sldId="308"/>
            <ac:spMk id="33" creationId="{8384481F-40FD-C4B1-D339-6AC0335C56C2}"/>
          </ac:spMkLst>
        </pc:spChg>
        <pc:picChg chg="add del">
          <ac:chgData name="xi sheng" userId="b3919e0d8ca6a452" providerId="LiveId" clId="{7D0FCA31-27ED-4A72-9EC6-AEAAC19F9363}" dt="2024-06-16T02:02:01.219" v="7610" actId="478"/>
          <ac:picMkLst>
            <pc:docMk/>
            <pc:sldMk cId="1935065626" sldId="308"/>
            <ac:picMk id="4" creationId="{1F349135-F05D-E111-DCC8-6494275382B1}"/>
          </ac:picMkLst>
        </pc:picChg>
        <pc:picChg chg="add mod">
          <ac:chgData name="xi sheng" userId="b3919e0d8ca6a452" providerId="LiveId" clId="{7D0FCA31-27ED-4A72-9EC6-AEAAC19F9363}" dt="2024-06-10T02:23:53.294" v="4985" actId="1076"/>
          <ac:picMkLst>
            <pc:docMk/>
            <pc:sldMk cId="1935065626" sldId="308"/>
            <ac:picMk id="7" creationId="{25BCB42F-CDBF-F4C4-7319-6FF5E31AD60F}"/>
          </ac:picMkLst>
        </pc:picChg>
        <pc:picChg chg="add del">
          <ac:chgData name="xi sheng" userId="b3919e0d8ca6a452" providerId="LiveId" clId="{7D0FCA31-27ED-4A72-9EC6-AEAAC19F9363}" dt="2024-06-16T02:20:16.501" v="8069" actId="478"/>
          <ac:picMkLst>
            <pc:docMk/>
            <pc:sldMk cId="1935065626" sldId="308"/>
            <ac:picMk id="9" creationId="{442CD0AB-D26B-644E-F743-332063529231}"/>
          </ac:picMkLst>
        </pc:picChg>
        <pc:picChg chg="del">
          <ac:chgData name="xi sheng" userId="b3919e0d8ca6a452" providerId="LiveId" clId="{7D0FCA31-27ED-4A72-9EC6-AEAAC19F9363}" dt="2024-06-10T02:20:31.333" v="4943" actId="478"/>
          <ac:picMkLst>
            <pc:docMk/>
            <pc:sldMk cId="1935065626" sldId="308"/>
            <ac:picMk id="10" creationId="{31C49F6A-EBDB-7426-A374-7BAAC8878834}"/>
          </ac:picMkLst>
        </pc:picChg>
        <pc:picChg chg="add del">
          <ac:chgData name="xi sheng" userId="b3919e0d8ca6a452" providerId="LiveId" clId="{7D0FCA31-27ED-4A72-9EC6-AEAAC19F9363}" dt="2024-06-16T02:20:13.128" v="8067" actId="22"/>
          <ac:picMkLst>
            <pc:docMk/>
            <pc:sldMk cId="1935065626" sldId="308"/>
            <ac:picMk id="11" creationId="{E661EBCA-0240-D7FA-DC05-74344DEF18A1}"/>
          </ac:picMkLst>
        </pc:picChg>
        <pc:picChg chg="del">
          <ac:chgData name="xi sheng" userId="b3919e0d8ca6a452" providerId="LiveId" clId="{7D0FCA31-27ED-4A72-9EC6-AEAAC19F9363}" dt="2024-06-10T02:20:28.098" v="4940" actId="478"/>
          <ac:picMkLst>
            <pc:docMk/>
            <pc:sldMk cId="1935065626" sldId="308"/>
            <ac:picMk id="14" creationId="{BBD0E7B4-CBD0-849B-4620-251BD846B35E}"/>
          </ac:picMkLst>
        </pc:picChg>
        <pc:picChg chg="del">
          <ac:chgData name="xi sheng" userId="b3919e0d8ca6a452" providerId="LiveId" clId="{7D0FCA31-27ED-4A72-9EC6-AEAAC19F9363}" dt="2024-06-10T02:20:25.682" v="4937" actId="478"/>
          <ac:picMkLst>
            <pc:docMk/>
            <pc:sldMk cId="1935065626" sldId="308"/>
            <ac:picMk id="20" creationId="{C53C4CC7-FB5C-A197-B7DF-00490643FB4A}"/>
          </ac:picMkLst>
        </pc:picChg>
        <pc:picChg chg="add mod">
          <ac:chgData name="xi sheng" userId="b3919e0d8ca6a452" providerId="LiveId" clId="{7D0FCA31-27ED-4A72-9EC6-AEAAC19F9363}" dt="2024-06-10T02:25:30.133" v="5041" actId="14100"/>
          <ac:picMkLst>
            <pc:docMk/>
            <pc:sldMk cId="1935065626" sldId="308"/>
            <ac:picMk id="26" creationId="{74102BF2-8D4E-565D-405E-839A3360BB21}"/>
          </ac:picMkLst>
        </pc:picChg>
        <pc:cxnChg chg="add mod">
          <ac:chgData name="xi sheng" userId="b3919e0d8ca6a452" providerId="LiveId" clId="{7D0FCA31-27ED-4A72-9EC6-AEAAC19F9363}" dt="2024-06-10T02:24:12.571" v="4988" actId="14100"/>
          <ac:cxnSpMkLst>
            <pc:docMk/>
            <pc:sldMk cId="1935065626" sldId="308"/>
            <ac:cxnSpMk id="13" creationId="{98361ACD-3651-B3E0-1FEE-33E61E40220B}"/>
          </ac:cxnSpMkLst>
        </pc:cxnChg>
        <pc:cxnChg chg="add">
          <ac:chgData name="xi sheng" userId="b3919e0d8ca6a452" providerId="LiveId" clId="{7D0FCA31-27ED-4A72-9EC6-AEAAC19F9363}" dt="2024-06-10T02:24:23.484" v="4989" actId="11529"/>
          <ac:cxnSpMkLst>
            <pc:docMk/>
            <pc:sldMk cId="1935065626" sldId="308"/>
            <ac:cxnSpMk id="19" creationId="{37FB5122-6DB2-1F31-B16C-A6B3A508679F}"/>
          </ac:cxnSpMkLst>
        </pc:cxnChg>
        <pc:cxnChg chg="del">
          <ac:chgData name="xi sheng" userId="b3919e0d8ca6a452" providerId="LiveId" clId="{7D0FCA31-27ED-4A72-9EC6-AEAAC19F9363}" dt="2024-06-10T02:20:26.569" v="4938" actId="478"/>
          <ac:cxnSpMkLst>
            <pc:docMk/>
            <pc:sldMk cId="1935065626" sldId="308"/>
            <ac:cxnSpMk id="22" creationId="{9573CAA2-1306-3B61-4A53-8CE3C75A8983}"/>
          </ac:cxnSpMkLst>
        </pc:cxnChg>
        <pc:cxnChg chg="add">
          <ac:chgData name="xi sheng" userId="b3919e0d8ca6a452" providerId="LiveId" clId="{7D0FCA31-27ED-4A72-9EC6-AEAAC19F9363}" dt="2024-06-10T02:24:29.118" v="4990" actId="11529"/>
          <ac:cxnSpMkLst>
            <pc:docMk/>
            <pc:sldMk cId="1935065626" sldId="308"/>
            <ac:cxnSpMk id="23" creationId="{DF5E84C1-7B36-FDA3-1A84-375EE088B1C5}"/>
          </ac:cxnSpMkLst>
        </pc:cxnChg>
        <pc:cxnChg chg="del">
          <ac:chgData name="xi sheng" userId="b3919e0d8ca6a452" providerId="LiveId" clId="{7D0FCA31-27ED-4A72-9EC6-AEAAC19F9363}" dt="2024-06-10T02:20:25.149" v="4936" actId="478"/>
          <ac:cxnSpMkLst>
            <pc:docMk/>
            <pc:sldMk cId="1935065626" sldId="308"/>
            <ac:cxnSpMk id="24" creationId="{685E200B-2AA4-2E69-FBCE-F2F2F532C157}"/>
          </ac:cxnSpMkLst>
        </pc:cxnChg>
        <pc:cxnChg chg="del">
          <ac:chgData name="xi sheng" userId="b3919e0d8ca6a452" providerId="LiveId" clId="{7D0FCA31-27ED-4A72-9EC6-AEAAC19F9363}" dt="2024-06-10T02:20:45.065" v="4947" actId="478"/>
          <ac:cxnSpMkLst>
            <pc:docMk/>
            <pc:sldMk cId="1935065626" sldId="308"/>
            <ac:cxnSpMk id="27" creationId="{06324BFE-17D3-1A7E-7CEF-560625D78211}"/>
          </ac:cxnSpMkLst>
        </pc:cxnChg>
        <pc:cxnChg chg="add">
          <ac:chgData name="xi sheng" userId="b3919e0d8ca6a452" providerId="LiveId" clId="{7D0FCA31-27ED-4A72-9EC6-AEAAC19F9363}" dt="2024-06-10T02:25:36.836" v="5042" actId="11529"/>
          <ac:cxnSpMkLst>
            <pc:docMk/>
            <pc:sldMk cId="1935065626" sldId="308"/>
            <ac:cxnSpMk id="29" creationId="{6E96B44E-28D7-E9FF-22ED-05AA13994A91}"/>
          </ac:cxnSpMkLst>
        </pc:cxnChg>
        <pc:cxnChg chg="add">
          <ac:chgData name="xi sheng" userId="b3919e0d8ca6a452" providerId="LiveId" clId="{7D0FCA31-27ED-4A72-9EC6-AEAAC19F9363}" dt="2024-06-10T02:25:40.636" v="5043" actId="11529"/>
          <ac:cxnSpMkLst>
            <pc:docMk/>
            <pc:sldMk cId="1935065626" sldId="308"/>
            <ac:cxnSpMk id="31" creationId="{F1E09135-14D1-8B25-DCF7-04E910CC9299}"/>
          </ac:cxnSpMkLst>
        </pc:cxnChg>
        <pc:cxnChg chg="add">
          <ac:chgData name="xi sheng" userId="b3919e0d8ca6a452" providerId="LiveId" clId="{7D0FCA31-27ED-4A72-9EC6-AEAAC19F9363}" dt="2024-06-10T02:25:46.784" v="5044" actId="11529"/>
          <ac:cxnSpMkLst>
            <pc:docMk/>
            <pc:sldMk cId="1935065626" sldId="308"/>
            <ac:cxnSpMk id="34" creationId="{A7D90639-74D8-5919-F0C8-C33A77EF0FC2}"/>
          </ac:cxnSpMkLst>
        </pc:cxnChg>
        <pc:cxnChg chg="add mod">
          <ac:chgData name="xi sheng" userId="b3919e0d8ca6a452" providerId="LiveId" clId="{7D0FCA31-27ED-4A72-9EC6-AEAAC19F9363}" dt="2024-06-10T02:25:52.305" v="5046" actId="1076"/>
          <ac:cxnSpMkLst>
            <pc:docMk/>
            <pc:sldMk cId="1935065626" sldId="308"/>
            <ac:cxnSpMk id="35" creationId="{C9C95A36-8E3E-08B4-7F9C-0902AC9F679D}"/>
          </ac:cxnSpMkLst>
        </pc:cxnChg>
        <pc:cxnChg chg="add">
          <ac:chgData name="xi sheng" userId="b3919e0d8ca6a452" providerId="LiveId" clId="{7D0FCA31-27ED-4A72-9EC6-AEAAC19F9363}" dt="2024-06-10T02:26:03.721" v="5047" actId="11529"/>
          <ac:cxnSpMkLst>
            <pc:docMk/>
            <pc:sldMk cId="1935065626" sldId="308"/>
            <ac:cxnSpMk id="37" creationId="{6F3A6A8A-A811-02E6-02FB-BFCAA37A0821}"/>
          </ac:cxnSpMkLst>
        </pc:cxnChg>
        <pc:cxnChg chg="add mod">
          <ac:chgData name="xi sheng" userId="b3919e0d8ca6a452" providerId="LiveId" clId="{7D0FCA31-27ED-4A72-9EC6-AEAAC19F9363}" dt="2024-06-10T02:26:13.609" v="5050" actId="14100"/>
          <ac:cxnSpMkLst>
            <pc:docMk/>
            <pc:sldMk cId="1935065626" sldId="308"/>
            <ac:cxnSpMk id="38" creationId="{E2B1DFC9-E9FF-E4FB-E499-1A055DA4FAF3}"/>
          </ac:cxnSpMkLst>
        </pc:cxnChg>
        <pc:cxnChg chg="add mod">
          <ac:chgData name="xi sheng" userId="b3919e0d8ca6a452" providerId="LiveId" clId="{7D0FCA31-27ED-4A72-9EC6-AEAAC19F9363}" dt="2024-06-10T02:26:20.384" v="5052" actId="1076"/>
          <ac:cxnSpMkLst>
            <pc:docMk/>
            <pc:sldMk cId="1935065626" sldId="308"/>
            <ac:cxnSpMk id="40" creationId="{E6883045-5BFF-CF2C-B4B4-A26EECEEFF27}"/>
          </ac:cxnSpMkLst>
        </pc:cxnChg>
        <pc:cxnChg chg="add mod">
          <ac:chgData name="xi sheng" userId="b3919e0d8ca6a452" providerId="LiveId" clId="{7D0FCA31-27ED-4A72-9EC6-AEAAC19F9363}" dt="2024-06-10T02:26:29.176" v="5055" actId="1076"/>
          <ac:cxnSpMkLst>
            <pc:docMk/>
            <pc:sldMk cId="1935065626" sldId="308"/>
            <ac:cxnSpMk id="41" creationId="{884E7FEE-D989-771C-CA46-B994679FF288}"/>
          </ac:cxnSpMkLst>
        </pc:cxnChg>
      </pc:sldChg>
      <pc:sldChg chg="addSp delSp modSp new mod">
        <pc:chgData name="xi sheng" userId="b3919e0d8ca6a452" providerId="LiveId" clId="{7D0FCA31-27ED-4A72-9EC6-AEAAC19F9363}" dt="2024-06-16T03:10:22.817" v="8927" actId="1076"/>
        <pc:sldMkLst>
          <pc:docMk/>
          <pc:sldMk cId="3543358361" sldId="309"/>
        </pc:sldMkLst>
        <pc:spChg chg="mod">
          <ac:chgData name="xi sheng" userId="b3919e0d8ca6a452" providerId="LiveId" clId="{7D0FCA31-27ED-4A72-9EC6-AEAAC19F9363}" dt="2024-06-16T03:06:53.896" v="8850" actId="1076"/>
          <ac:spMkLst>
            <pc:docMk/>
            <pc:sldMk cId="3543358361" sldId="309"/>
            <ac:spMk id="2" creationId="{CE27A7EE-86BA-69AB-8092-1BE44FEF03B4}"/>
          </ac:spMkLst>
        </pc:spChg>
        <pc:spChg chg="mod">
          <ac:chgData name="xi sheng" userId="b3919e0d8ca6a452" providerId="LiveId" clId="{7D0FCA31-27ED-4A72-9EC6-AEAAC19F9363}" dt="2024-06-16T03:06:56.765" v="8851" actId="1076"/>
          <ac:spMkLst>
            <pc:docMk/>
            <pc:sldMk cId="3543358361" sldId="309"/>
            <ac:spMk id="3" creationId="{F0A4F5AB-57A6-1680-E15A-AFDEAD623B42}"/>
          </ac:spMkLst>
        </pc:spChg>
        <pc:spChg chg="add mod">
          <ac:chgData name="xi sheng" userId="b3919e0d8ca6a452" providerId="LiveId" clId="{7D0FCA31-27ED-4A72-9EC6-AEAAC19F9363}" dt="2024-06-10T03:39:56" v="6158" actId="1076"/>
          <ac:spMkLst>
            <pc:docMk/>
            <pc:sldMk cId="3543358361" sldId="309"/>
            <ac:spMk id="5" creationId="{A93BEE73-5CEF-506C-64A4-8F28D2FEFD8A}"/>
          </ac:spMkLst>
        </pc:spChg>
        <pc:spChg chg="add mod">
          <ac:chgData name="xi sheng" userId="b3919e0d8ca6a452" providerId="LiveId" clId="{7D0FCA31-27ED-4A72-9EC6-AEAAC19F9363}" dt="2024-06-16T03:05:54.813" v="8844"/>
          <ac:spMkLst>
            <pc:docMk/>
            <pc:sldMk cId="3543358361" sldId="309"/>
            <ac:spMk id="6" creationId="{B1279AD1-7EEF-211E-9892-CB383A7B7B57}"/>
          </ac:spMkLst>
        </pc:spChg>
        <pc:spChg chg="add mod">
          <ac:chgData name="xi sheng" userId="b3919e0d8ca6a452" providerId="LiveId" clId="{7D0FCA31-27ED-4A72-9EC6-AEAAC19F9363}" dt="2024-06-16T03:10:22.817" v="8927" actId="1076"/>
          <ac:spMkLst>
            <pc:docMk/>
            <pc:sldMk cId="3543358361" sldId="309"/>
            <ac:spMk id="12" creationId="{6F5D83CE-A4DA-9B3B-96FF-C49F1A97C891}"/>
          </ac:spMkLst>
        </pc:spChg>
        <pc:spChg chg="add mod">
          <ac:chgData name="xi sheng" userId="b3919e0d8ca6a452" providerId="LiveId" clId="{7D0FCA31-27ED-4A72-9EC6-AEAAC19F9363}" dt="2024-06-10T03:53:26.259" v="6335" actId="14100"/>
          <ac:spMkLst>
            <pc:docMk/>
            <pc:sldMk cId="3543358361" sldId="309"/>
            <ac:spMk id="14" creationId="{CA6A00CF-C10D-6A82-CC3A-904C2127B439}"/>
          </ac:spMkLst>
        </pc:spChg>
        <pc:spChg chg="add">
          <ac:chgData name="xi sheng" userId="b3919e0d8ca6a452" providerId="LiveId" clId="{7D0FCA31-27ED-4A72-9EC6-AEAAC19F9363}" dt="2024-06-10T02:49:15.600" v="5308" actId="11529"/>
          <ac:spMkLst>
            <pc:docMk/>
            <pc:sldMk cId="3543358361" sldId="309"/>
            <ac:spMk id="19" creationId="{B30ADD88-705D-CEDC-FE64-C2CD7502EE76}"/>
          </ac:spMkLst>
        </pc:spChg>
        <pc:spChg chg="add mod">
          <ac:chgData name="xi sheng" userId="b3919e0d8ca6a452" providerId="LiveId" clId="{7D0FCA31-27ED-4A72-9EC6-AEAAC19F9363}" dt="2024-06-10T03:12:13.628" v="5706" actId="1076"/>
          <ac:spMkLst>
            <pc:docMk/>
            <pc:sldMk cId="3543358361" sldId="309"/>
            <ac:spMk id="22" creationId="{3F0357A5-4E89-63EB-FB2F-EBCE33008C9C}"/>
          </ac:spMkLst>
        </pc:spChg>
        <pc:spChg chg="add mod">
          <ac:chgData name="xi sheng" userId="b3919e0d8ca6a452" providerId="LiveId" clId="{7D0FCA31-27ED-4A72-9EC6-AEAAC19F9363}" dt="2024-06-10T03:17:52.480" v="5767" actId="20577"/>
          <ac:spMkLst>
            <pc:docMk/>
            <pc:sldMk cId="3543358361" sldId="309"/>
            <ac:spMk id="27" creationId="{37F4F942-CF86-0D24-B896-3F5C6133F7AE}"/>
          </ac:spMkLst>
        </pc:spChg>
        <pc:spChg chg="add mod">
          <ac:chgData name="xi sheng" userId="b3919e0d8ca6a452" providerId="LiveId" clId="{7D0FCA31-27ED-4A72-9EC6-AEAAC19F9363}" dt="2024-06-10T03:12:13.628" v="5706" actId="1076"/>
          <ac:spMkLst>
            <pc:docMk/>
            <pc:sldMk cId="3543358361" sldId="309"/>
            <ac:spMk id="32" creationId="{368A3B2E-9674-3AF8-BA8B-DB025FB1245B}"/>
          </ac:spMkLst>
        </pc:spChg>
        <pc:spChg chg="add mod">
          <ac:chgData name="xi sheng" userId="b3919e0d8ca6a452" providerId="LiveId" clId="{7D0FCA31-27ED-4A72-9EC6-AEAAC19F9363}" dt="2024-06-10T03:12:13.628" v="5706" actId="1076"/>
          <ac:spMkLst>
            <pc:docMk/>
            <pc:sldMk cId="3543358361" sldId="309"/>
            <ac:spMk id="39" creationId="{FF829EE8-A26E-DF5D-E4EE-A5F5B7E11DB8}"/>
          </ac:spMkLst>
        </pc:spChg>
        <pc:spChg chg="add mod">
          <ac:chgData name="xi sheng" userId="b3919e0d8ca6a452" providerId="LiveId" clId="{7D0FCA31-27ED-4A72-9EC6-AEAAC19F9363}" dt="2024-06-10T03:53:33.705" v="6342" actId="20577"/>
          <ac:spMkLst>
            <pc:docMk/>
            <pc:sldMk cId="3543358361" sldId="309"/>
            <ac:spMk id="45" creationId="{42E76370-639C-B8E2-9201-066BAD45051E}"/>
          </ac:spMkLst>
        </pc:spChg>
        <pc:spChg chg="add mod">
          <ac:chgData name="xi sheng" userId="b3919e0d8ca6a452" providerId="LiveId" clId="{7D0FCA31-27ED-4A72-9EC6-AEAAC19F9363}" dt="2024-06-10T03:39:38.149" v="6155" actId="14100"/>
          <ac:spMkLst>
            <pc:docMk/>
            <pc:sldMk cId="3543358361" sldId="309"/>
            <ac:spMk id="50" creationId="{A928E04C-143A-9A08-EE68-23CA5C46FC8E}"/>
          </ac:spMkLst>
        </pc:spChg>
        <pc:spChg chg="add mod">
          <ac:chgData name="xi sheng" userId="b3919e0d8ca6a452" providerId="LiveId" clId="{7D0FCA31-27ED-4A72-9EC6-AEAAC19F9363}" dt="2024-06-10T02:57:20.394" v="5563" actId="208"/>
          <ac:spMkLst>
            <pc:docMk/>
            <pc:sldMk cId="3543358361" sldId="309"/>
            <ac:spMk id="51" creationId="{E4D477DC-6FEA-5E33-52DC-F23B273D4FC8}"/>
          </ac:spMkLst>
        </pc:spChg>
        <pc:spChg chg="add mod">
          <ac:chgData name="xi sheng" userId="b3919e0d8ca6a452" providerId="LiveId" clId="{7D0FCA31-27ED-4A72-9EC6-AEAAC19F9363}" dt="2024-06-10T03:12:02.876" v="5705" actId="14100"/>
          <ac:spMkLst>
            <pc:docMk/>
            <pc:sldMk cId="3543358361" sldId="309"/>
            <ac:spMk id="52" creationId="{EA24CD24-BA05-EC35-2659-E34FC7FFD119}"/>
          </ac:spMkLst>
        </pc:spChg>
        <pc:spChg chg="add del mod">
          <ac:chgData name="xi sheng" userId="b3919e0d8ca6a452" providerId="LiveId" clId="{7D0FCA31-27ED-4A72-9EC6-AEAAC19F9363}" dt="2024-06-10T03:18:05.226" v="5769" actId="478"/>
          <ac:spMkLst>
            <pc:docMk/>
            <pc:sldMk cId="3543358361" sldId="309"/>
            <ac:spMk id="55" creationId="{E898A7AE-CC1D-0B92-DFBC-DCCE28243ECB}"/>
          </ac:spMkLst>
        </pc:spChg>
        <pc:spChg chg="add">
          <ac:chgData name="xi sheng" userId="b3919e0d8ca6a452" providerId="LiveId" clId="{7D0FCA31-27ED-4A72-9EC6-AEAAC19F9363}" dt="2024-06-10T03:40:13.997" v="6164" actId="11529"/>
          <ac:spMkLst>
            <pc:docMk/>
            <pc:sldMk cId="3543358361" sldId="309"/>
            <ac:spMk id="66" creationId="{6E12A0C5-DADC-A825-75CE-7C905AAEFFBD}"/>
          </ac:spMkLst>
        </pc:spChg>
        <pc:picChg chg="add mod">
          <ac:chgData name="xi sheng" userId="b3919e0d8ca6a452" providerId="LiveId" clId="{7D0FCA31-27ED-4A72-9EC6-AEAAC19F9363}" dt="2024-06-10T03:39:56" v="6158" actId="1076"/>
          <ac:picMkLst>
            <pc:docMk/>
            <pc:sldMk cId="3543358361" sldId="309"/>
            <ac:picMk id="4" creationId="{E25A5CE9-742D-2155-5190-18E7B5162CED}"/>
          </ac:picMkLst>
        </pc:picChg>
        <pc:picChg chg="add mod">
          <ac:chgData name="xi sheng" userId="b3919e0d8ca6a452" providerId="LiveId" clId="{7D0FCA31-27ED-4A72-9EC6-AEAAC19F9363}" dt="2024-06-10T02:50:02.490" v="5317" actId="1076"/>
          <ac:picMkLst>
            <pc:docMk/>
            <pc:sldMk cId="3543358361" sldId="309"/>
            <ac:picMk id="13" creationId="{8456B46D-3381-B713-4A8D-62E4560C8442}"/>
          </ac:picMkLst>
        </pc:picChg>
        <pc:picChg chg="add mod">
          <ac:chgData name="xi sheng" userId="b3919e0d8ca6a452" providerId="LiveId" clId="{7D0FCA31-27ED-4A72-9EC6-AEAAC19F9363}" dt="2024-06-10T03:12:13.628" v="5706" actId="1076"/>
          <ac:picMkLst>
            <pc:docMk/>
            <pc:sldMk cId="3543358361" sldId="309"/>
            <ac:picMk id="21" creationId="{3ABB5E38-1055-F8E2-4AB8-C3631BC87E76}"/>
          </ac:picMkLst>
        </pc:picChg>
        <pc:picChg chg="add mod">
          <ac:chgData name="xi sheng" userId="b3919e0d8ca6a452" providerId="LiveId" clId="{7D0FCA31-27ED-4A72-9EC6-AEAAC19F9363}" dt="2024-06-10T03:12:13.628" v="5706" actId="1076"/>
          <ac:picMkLst>
            <pc:docMk/>
            <pc:sldMk cId="3543358361" sldId="309"/>
            <ac:picMk id="29" creationId="{D076127E-3541-8063-5159-AB9CB0BBEDFD}"/>
          </ac:picMkLst>
        </pc:picChg>
        <pc:picChg chg="add mod">
          <ac:chgData name="xi sheng" userId="b3919e0d8ca6a452" providerId="LiveId" clId="{7D0FCA31-27ED-4A72-9EC6-AEAAC19F9363}" dt="2024-06-10T03:12:13.628" v="5706" actId="1076"/>
          <ac:picMkLst>
            <pc:docMk/>
            <pc:sldMk cId="3543358361" sldId="309"/>
            <ac:picMk id="38" creationId="{B8CB42B4-7197-46E4-A211-8BCBF92AF312}"/>
          </ac:picMkLst>
        </pc:picChg>
        <pc:picChg chg="add del mod">
          <ac:chgData name="xi sheng" userId="b3919e0d8ca6a452" providerId="LiveId" clId="{7D0FCA31-27ED-4A72-9EC6-AEAAC19F9363}" dt="2024-06-10T03:18:05.226" v="5769" actId="478"/>
          <ac:picMkLst>
            <pc:docMk/>
            <pc:sldMk cId="3543358361" sldId="309"/>
            <ac:picMk id="54" creationId="{820146C9-BFC4-136C-DE96-54D1002190DA}"/>
          </ac:picMkLst>
        </pc:picChg>
        <pc:picChg chg="add mod">
          <ac:chgData name="xi sheng" userId="b3919e0d8ca6a452" providerId="LiveId" clId="{7D0FCA31-27ED-4A72-9EC6-AEAAC19F9363}" dt="2024-06-10T03:40:03.784" v="6163" actId="1076"/>
          <ac:picMkLst>
            <pc:docMk/>
            <pc:sldMk cId="3543358361" sldId="309"/>
            <ac:picMk id="65" creationId="{D97A2177-F55A-1B52-E4FC-E730DA72F8E9}"/>
          </ac:picMkLst>
        </pc:picChg>
        <pc:cxnChg chg="add del">
          <ac:chgData name="xi sheng" userId="b3919e0d8ca6a452" providerId="LiveId" clId="{7D0FCA31-27ED-4A72-9EC6-AEAAC19F9363}" dt="2024-06-10T02:22:48.890" v="4970" actId="11529"/>
          <ac:cxnSpMkLst>
            <pc:docMk/>
            <pc:sldMk cId="3543358361" sldId="309"/>
            <ac:cxnSpMk id="8" creationId="{396CACBC-0795-C2AC-5EAD-F6BFD7C9C2DB}"/>
          </ac:cxnSpMkLst>
        </pc:cxnChg>
        <pc:cxnChg chg="add mod">
          <ac:chgData name="xi sheng" userId="b3919e0d8ca6a452" providerId="LiveId" clId="{7D0FCA31-27ED-4A72-9EC6-AEAAC19F9363}" dt="2024-06-16T03:10:13.091" v="8925" actId="14100"/>
          <ac:cxnSpMkLst>
            <pc:docMk/>
            <pc:sldMk cId="3543358361" sldId="309"/>
            <ac:cxnSpMk id="9" creationId="{4C505616-F189-4CE7-9FDD-30216350C019}"/>
          </ac:cxnSpMkLst>
        </pc:cxnChg>
        <pc:cxnChg chg="add mod">
          <ac:chgData name="xi sheng" userId="b3919e0d8ca6a452" providerId="LiveId" clId="{7D0FCA31-27ED-4A72-9EC6-AEAAC19F9363}" dt="2024-06-10T03:39:56" v="6158" actId="1076"/>
          <ac:cxnSpMkLst>
            <pc:docMk/>
            <pc:sldMk cId="3543358361" sldId="309"/>
            <ac:cxnSpMk id="10" creationId="{73C79489-991E-7EC3-203E-EEE6AA70187B}"/>
          </ac:cxnSpMkLst>
        </pc:cxnChg>
        <pc:cxnChg chg="add mod">
          <ac:chgData name="xi sheng" userId="b3919e0d8ca6a452" providerId="LiveId" clId="{7D0FCA31-27ED-4A72-9EC6-AEAAC19F9363}" dt="2024-06-10T03:39:56" v="6158" actId="1076"/>
          <ac:cxnSpMkLst>
            <pc:docMk/>
            <pc:sldMk cId="3543358361" sldId="309"/>
            <ac:cxnSpMk id="11" creationId="{183DC79E-1E5B-240E-DA65-FCAB20E89A85}"/>
          </ac:cxnSpMkLst>
        </pc:cxnChg>
        <pc:cxnChg chg="add">
          <ac:chgData name="xi sheng" userId="b3919e0d8ca6a452" providerId="LiveId" clId="{7D0FCA31-27ED-4A72-9EC6-AEAAC19F9363}" dt="2024-06-10T02:49:04.383" v="5306" actId="11529"/>
          <ac:cxnSpMkLst>
            <pc:docMk/>
            <pc:sldMk cId="3543358361" sldId="309"/>
            <ac:cxnSpMk id="16" creationId="{6DA9CD50-E522-78C2-BD0B-178242C986FD}"/>
          </ac:cxnSpMkLst>
        </pc:cxnChg>
        <pc:cxnChg chg="add">
          <ac:chgData name="xi sheng" userId="b3919e0d8ca6a452" providerId="LiveId" clId="{7D0FCA31-27ED-4A72-9EC6-AEAAC19F9363}" dt="2024-06-10T02:49:08.913" v="5307" actId="11529"/>
          <ac:cxnSpMkLst>
            <pc:docMk/>
            <pc:sldMk cId="3543358361" sldId="309"/>
            <ac:cxnSpMk id="18" creationId="{BEB41721-B4E1-628A-FA0F-5152F1C69E8D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24" creationId="{E4F076FF-8D4A-006E-02F9-9746089C6593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26" creationId="{760C42D0-E004-4B31-C514-AB363C67F179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34" creationId="{EF85164F-402C-22C9-5874-D266387C5292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36" creationId="{EAA10658-A09F-64FD-8353-0CB120B0DECF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41" creationId="{9DB2B113-F299-6885-9FC5-04838AAA470D}"/>
          </ac:cxnSpMkLst>
        </pc:cxnChg>
        <pc:cxnChg chg="add mod">
          <ac:chgData name="xi sheng" userId="b3919e0d8ca6a452" providerId="LiveId" clId="{7D0FCA31-27ED-4A72-9EC6-AEAAC19F9363}" dt="2024-06-10T03:12:13.628" v="5706" actId="1076"/>
          <ac:cxnSpMkLst>
            <pc:docMk/>
            <pc:sldMk cId="3543358361" sldId="309"/>
            <ac:cxnSpMk id="43" creationId="{0CF0A039-1E2F-A54E-D767-5D31B25823EB}"/>
          </ac:cxnSpMkLst>
        </pc:cxnChg>
        <pc:cxnChg chg="add del">
          <ac:chgData name="xi sheng" userId="b3919e0d8ca6a452" providerId="LiveId" clId="{7D0FCA31-27ED-4A72-9EC6-AEAAC19F9363}" dt="2024-06-10T02:56:54.620" v="5557" actId="11529"/>
          <ac:cxnSpMkLst>
            <pc:docMk/>
            <pc:sldMk cId="3543358361" sldId="309"/>
            <ac:cxnSpMk id="47" creationId="{37728581-E4B2-0B73-C249-BDF196EA6E0E}"/>
          </ac:cxnSpMkLst>
        </pc:cxnChg>
        <pc:cxnChg chg="add del">
          <ac:chgData name="xi sheng" userId="b3919e0d8ca6a452" providerId="LiveId" clId="{7D0FCA31-27ED-4A72-9EC6-AEAAC19F9363}" dt="2024-06-10T02:56:59.389" v="5559" actId="11529"/>
          <ac:cxnSpMkLst>
            <pc:docMk/>
            <pc:sldMk cId="3543358361" sldId="309"/>
            <ac:cxnSpMk id="49" creationId="{9406E61A-D963-EE07-8BA1-9AEC801F06DC}"/>
          </ac:cxnSpMkLst>
        </pc:cxnChg>
        <pc:cxnChg chg="add del mod">
          <ac:chgData name="xi sheng" userId="b3919e0d8ca6a452" providerId="LiveId" clId="{7D0FCA31-27ED-4A72-9EC6-AEAAC19F9363}" dt="2024-06-10T03:18:07.239" v="5770" actId="478"/>
          <ac:cxnSpMkLst>
            <pc:docMk/>
            <pc:sldMk cId="3543358361" sldId="309"/>
            <ac:cxnSpMk id="57" creationId="{005B8A21-F2FE-84B3-2947-69BDDF9A5A94}"/>
          </ac:cxnSpMkLst>
        </pc:cxnChg>
        <pc:cxnChg chg="add mod">
          <ac:chgData name="xi sheng" userId="b3919e0d8ca6a452" providerId="LiveId" clId="{7D0FCA31-27ED-4A72-9EC6-AEAAC19F9363}" dt="2024-06-10T03:39:56" v="6158" actId="1076"/>
          <ac:cxnSpMkLst>
            <pc:docMk/>
            <pc:sldMk cId="3543358361" sldId="309"/>
            <ac:cxnSpMk id="59" creationId="{CB466396-585C-0A50-65E6-5F6CE8986EA6}"/>
          </ac:cxnSpMkLst>
        </pc:cxnChg>
        <pc:cxnChg chg="add mod">
          <ac:chgData name="xi sheng" userId="b3919e0d8ca6a452" providerId="LiveId" clId="{7D0FCA31-27ED-4A72-9EC6-AEAAC19F9363}" dt="2024-06-10T03:34:08.490" v="6104" actId="1076"/>
          <ac:cxnSpMkLst>
            <pc:docMk/>
            <pc:sldMk cId="3543358361" sldId="309"/>
            <ac:cxnSpMk id="60" creationId="{14023A79-7341-1A9D-132A-7C2890DB742F}"/>
          </ac:cxnSpMkLst>
        </pc:cxnChg>
        <pc:cxnChg chg="add mod">
          <ac:chgData name="xi sheng" userId="b3919e0d8ca6a452" providerId="LiveId" clId="{7D0FCA31-27ED-4A72-9EC6-AEAAC19F9363}" dt="2024-06-10T03:34:12.327" v="6106" actId="1076"/>
          <ac:cxnSpMkLst>
            <pc:docMk/>
            <pc:sldMk cId="3543358361" sldId="309"/>
            <ac:cxnSpMk id="61" creationId="{59051D59-764B-5E94-5105-752AD9766BDF}"/>
          </ac:cxnSpMkLst>
        </pc:cxnChg>
        <pc:cxnChg chg="add mod">
          <ac:chgData name="xi sheng" userId="b3919e0d8ca6a452" providerId="LiveId" clId="{7D0FCA31-27ED-4A72-9EC6-AEAAC19F9363}" dt="2024-06-10T03:34:16.850" v="6108" actId="1076"/>
          <ac:cxnSpMkLst>
            <pc:docMk/>
            <pc:sldMk cId="3543358361" sldId="309"/>
            <ac:cxnSpMk id="62" creationId="{A8FC0BBF-EDBC-2DEF-73C1-E0553AC76178}"/>
          </ac:cxnSpMkLst>
        </pc:cxnChg>
        <pc:cxnChg chg="add mod">
          <ac:chgData name="xi sheng" userId="b3919e0d8ca6a452" providerId="LiveId" clId="{7D0FCA31-27ED-4A72-9EC6-AEAAC19F9363}" dt="2024-06-10T03:34:20.313" v="6110" actId="1076"/>
          <ac:cxnSpMkLst>
            <pc:docMk/>
            <pc:sldMk cId="3543358361" sldId="309"/>
            <ac:cxnSpMk id="63" creationId="{BA2F9E90-4D4E-B2E0-45AB-33BC5F517400}"/>
          </ac:cxnSpMkLst>
        </pc:cxnChg>
        <pc:cxnChg chg="add mod">
          <ac:chgData name="xi sheng" userId="b3919e0d8ca6a452" providerId="LiveId" clId="{7D0FCA31-27ED-4A72-9EC6-AEAAC19F9363}" dt="2024-06-10T03:40:21.459" v="6166" actId="1076"/>
          <ac:cxnSpMkLst>
            <pc:docMk/>
            <pc:sldMk cId="3543358361" sldId="309"/>
            <ac:cxnSpMk id="67" creationId="{477CF57D-F0DB-A852-9EF7-651C425966EF}"/>
          </ac:cxnSpMkLst>
        </pc:cxnChg>
        <pc:cxnChg chg="add mod">
          <ac:chgData name="xi sheng" userId="b3919e0d8ca6a452" providerId="LiveId" clId="{7D0FCA31-27ED-4A72-9EC6-AEAAC19F9363}" dt="2024-06-10T03:40:25.868" v="6168" actId="1076"/>
          <ac:cxnSpMkLst>
            <pc:docMk/>
            <pc:sldMk cId="3543358361" sldId="309"/>
            <ac:cxnSpMk id="68" creationId="{2C9E608C-BA33-A431-E822-01B3F7DFFC0C}"/>
          </ac:cxnSpMkLst>
        </pc:cxnChg>
        <pc:cxnChg chg="add mod">
          <ac:chgData name="xi sheng" userId="b3919e0d8ca6a452" providerId="LiveId" clId="{7D0FCA31-27ED-4A72-9EC6-AEAAC19F9363}" dt="2024-06-10T03:40:31.039" v="6170" actId="1076"/>
          <ac:cxnSpMkLst>
            <pc:docMk/>
            <pc:sldMk cId="3543358361" sldId="309"/>
            <ac:cxnSpMk id="69" creationId="{64E74024-DA39-045A-3EB8-6076BFF524D7}"/>
          </ac:cxnSpMkLst>
        </pc:cxnChg>
        <pc:cxnChg chg="add mod">
          <ac:chgData name="xi sheng" userId="b3919e0d8ca6a452" providerId="LiveId" clId="{7D0FCA31-27ED-4A72-9EC6-AEAAC19F9363}" dt="2024-06-16T03:05:59.824" v="8845" actId="14100"/>
          <ac:cxnSpMkLst>
            <pc:docMk/>
            <pc:sldMk cId="3543358361" sldId="309"/>
            <ac:cxnSpMk id="71" creationId="{155FB605-397B-DC06-4370-82E806129F13}"/>
          </ac:cxnSpMkLst>
        </pc:cxnChg>
      </pc:sldChg>
      <pc:sldChg chg="addSp delSp modSp add del mod">
        <pc:chgData name="xi sheng" userId="b3919e0d8ca6a452" providerId="LiveId" clId="{7D0FCA31-27ED-4A72-9EC6-AEAAC19F9363}" dt="2024-06-10T02:21:33.855" v="4951" actId="47"/>
        <pc:sldMkLst>
          <pc:docMk/>
          <pc:sldMk cId="3574174189" sldId="309"/>
        </pc:sldMkLst>
        <pc:spChg chg="add mod">
          <ac:chgData name="xi sheng" userId="b3919e0d8ca6a452" providerId="LiveId" clId="{7D0FCA31-27ED-4A72-9EC6-AEAAC19F9363}" dt="2024-06-10T02:21:22.997" v="4949" actId="478"/>
          <ac:spMkLst>
            <pc:docMk/>
            <pc:sldMk cId="3574174189" sldId="309"/>
            <ac:spMk id="9" creationId="{197D8554-CBC7-7B87-45B0-F0703CFEBD17}"/>
          </ac:spMkLst>
        </pc:spChg>
        <pc:spChg chg="del">
          <ac:chgData name="xi sheng" userId="b3919e0d8ca6a452" providerId="LiveId" clId="{7D0FCA31-27ED-4A72-9EC6-AEAAC19F9363}" dt="2024-06-10T02:21:26.991" v="4950" actId="478"/>
          <ac:spMkLst>
            <pc:docMk/>
            <pc:sldMk cId="3574174189" sldId="309"/>
            <ac:spMk id="33" creationId="{55AEE287-EFE5-AD0C-1DA2-62358C135C64}"/>
          </ac:spMkLst>
        </pc:spChg>
        <pc:picChg chg="del">
          <ac:chgData name="xi sheng" userId="b3919e0d8ca6a452" providerId="LiveId" clId="{7D0FCA31-27ED-4A72-9EC6-AEAAC19F9363}" dt="2024-06-10T02:21:22.997" v="4949" actId="478"/>
          <ac:picMkLst>
            <pc:docMk/>
            <pc:sldMk cId="3574174189" sldId="309"/>
            <ac:picMk id="5" creationId="{411FDC0C-547D-351C-0759-4258C880AEEA}"/>
          </ac:picMkLst>
        </pc:picChg>
      </pc:sldChg>
      <pc:sldChg chg="modSp new mod">
        <pc:chgData name="xi sheng" userId="b3919e0d8ca6a452" providerId="LiveId" clId="{7D0FCA31-27ED-4A72-9EC6-AEAAC19F9363}" dt="2024-06-16T01:55:11.935" v="7561"/>
        <pc:sldMkLst>
          <pc:docMk/>
          <pc:sldMk cId="3111815843" sldId="310"/>
        </pc:sldMkLst>
        <pc:spChg chg="mod">
          <ac:chgData name="xi sheng" userId="b3919e0d8ca6a452" providerId="LiveId" clId="{7D0FCA31-27ED-4A72-9EC6-AEAAC19F9363}" dt="2024-06-10T02:29:21.810" v="5101" actId="20577"/>
          <ac:spMkLst>
            <pc:docMk/>
            <pc:sldMk cId="3111815843" sldId="310"/>
            <ac:spMk id="2" creationId="{0CC90437-B9BF-E7C2-D623-CC063FAACE45}"/>
          </ac:spMkLst>
        </pc:spChg>
        <pc:spChg chg="mod">
          <ac:chgData name="xi sheng" userId="b3919e0d8ca6a452" providerId="LiveId" clId="{7D0FCA31-27ED-4A72-9EC6-AEAAC19F9363}" dt="2024-06-16T01:55:11.935" v="7561"/>
          <ac:spMkLst>
            <pc:docMk/>
            <pc:sldMk cId="3111815843" sldId="310"/>
            <ac:spMk id="3" creationId="{7E2ED722-9798-7377-6C70-0ECFC2F672B2}"/>
          </ac:spMkLst>
        </pc:spChg>
      </pc:sldChg>
      <pc:sldChg chg="add del">
        <pc:chgData name="xi sheng" userId="b3919e0d8ca6a452" providerId="LiveId" clId="{7D0FCA31-27ED-4A72-9EC6-AEAAC19F9363}" dt="2024-06-10T02:29:04.783" v="5082"/>
        <pc:sldMkLst>
          <pc:docMk/>
          <pc:sldMk cId="3817492864" sldId="310"/>
        </pc:sldMkLst>
      </pc:sldChg>
      <pc:sldChg chg="addSp delSp modSp add mod">
        <pc:chgData name="xi sheng" userId="b3919e0d8ca6a452" providerId="LiveId" clId="{7D0FCA31-27ED-4A72-9EC6-AEAAC19F9363}" dt="2024-06-16T03:11:01.567" v="8928" actId="20577"/>
        <pc:sldMkLst>
          <pc:docMk/>
          <pc:sldMk cId="953606440" sldId="311"/>
        </pc:sldMkLst>
        <pc:spChg chg="mod">
          <ac:chgData name="xi sheng" userId="b3919e0d8ca6a452" providerId="LiveId" clId="{7D0FCA31-27ED-4A72-9EC6-AEAAC19F9363}" dt="2024-06-16T03:11:01.567" v="8928" actId="20577"/>
          <ac:spMkLst>
            <pc:docMk/>
            <pc:sldMk cId="953606440" sldId="311"/>
            <ac:spMk id="2" creationId="{CE27A7EE-86BA-69AB-8092-1BE44FEF03B4}"/>
          </ac:spMkLst>
        </pc:spChg>
        <pc:spChg chg="mod">
          <ac:chgData name="xi sheng" userId="b3919e0d8ca6a452" providerId="LiveId" clId="{7D0FCA31-27ED-4A72-9EC6-AEAAC19F9363}" dt="2024-06-16T01:58:11.298" v="7607" actId="27636"/>
          <ac:spMkLst>
            <pc:docMk/>
            <pc:sldMk cId="953606440" sldId="311"/>
            <ac:spMk id="3" creationId="{F0A4F5AB-57A6-1680-E15A-AFDEAD623B42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5" creationId="{A93BEE73-5CEF-506C-64A4-8F28D2FEFD8A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6" creationId="{B1279AD1-7EEF-211E-9892-CB383A7B7B57}"/>
          </ac:spMkLst>
        </pc:spChg>
        <pc:spChg chg="add mod">
          <ac:chgData name="xi sheng" userId="b3919e0d8ca6a452" providerId="LiveId" clId="{7D0FCA31-27ED-4A72-9EC6-AEAAC19F9363}" dt="2024-06-16T01:45:28.820" v="7376"/>
          <ac:spMkLst>
            <pc:docMk/>
            <pc:sldMk cId="953606440" sldId="311"/>
            <ac:spMk id="6" creationId="{E927EC3C-0F2B-D20F-8ED3-F61800E3B793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14" creationId="{CA6A00CF-C10D-6A82-CC3A-904C2127B439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19" creationId="{B30ADD88-705D-CEDC-FE64-C2CD7502EE76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20" creationId="{6542EB12-EC66-9E93-F184-45389D499BE8}"/>
          </ac:spMkLst>
        </pc:spChg>
        <pc:spChg chg="del">
          <ac:chgData name="xi sheng" userId="b3919e0d8ca6a452" providerId="LiveId" clId="{7D0FCA31-27ED-4A72-9EC6-AEAAC19F9363}" dt="2024-06-10T03:19:55.558" v="5849" actId="478"/>
          <ac:spMkLst>
            <pc:docMk/>
            <pc:sldMk cId="953606440" sldId="311"/>
            <ac:spMk id="22" creationId="{3F0357A5-4E89-63EB-FB2F-EBCE33008C9C}"/>
          </ac:spMkLst>
        </pc:spChg>
        <pc:spChg chg="add mod">
          <ac:chgData name="xi sheng" userId="b3919e0d8ca6a452" providerId="LiveId" clId="{7D0FCA31-27ED-4A72-9EC6-AEAAC19F9363}" dt="2024-06-16T01:45:28.820" v="7376"/>
          <ac:spMkLst>
            <pc:docMk/>
            <pc:sldMk cId="953606440" sldId="311"/>
            <ac:spMk id="26" creationId="{E04E0756-FFCD-2683-EBC5-9FF2FF35A151}"/>
          </ac:spMkLst>
        </pc:spChg>
        <pc:spChg chg="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27" creationId="{37F4F942-CF86-0D24-B896-3F5C6133F7AE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28" creationId="{E5AA430D-C938-BA04-933F-1CB7F94B69ED}"/>
          </ac:spMkLst>
        </pc:spChg>
        <pc:spChg chg="del">
          <ac:chgData name="xi sheng" userId="b3919e0d8ca6a452" providerId="LiveId" clId="{7D0FCA31-27ED-4A72-9EC6-AEAAC19F9363}" dt="2024-06-10T03:19:55.558" v="5849" actId="478"/>
          <ac:spMkLst>
            <pc:docMk/>
            <pc:sldMk cId="953606440" sldId="311"/>
            <ac:spMk id="32" creationId="{368A3B2E-9674-3AF8-BA8B-DB025FB1245B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33" creationId="{074DACF5-D4A7-6C44-12AA-4273513C9C64}"/>
          </ac:spMkLst>
        </pc:spChg>
        <pc:spChg chg="add del">
          <ac:chgData name="xi sheng" userId="b3919e0d8ca6a452" providerId="LiveId" clId="{7D0FCA31-27ED-4A72-9EC6-AEAAC19F9363}" dt="2024-06-10T03:26:42.492" v="5976" actId="478"/>
          <ac:spMkLst>
            <pc:docMk/>
            <pc:sldMk cId="953606440" sldId="311"/>
            <ac:spMk id="35" creationId="{CCE8F085-3651-0691-3662-5CCB863C9D67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37" creationId="{8E6E5630-983C-48BF-714A-167D2074DDCD}"/>
          </ac:spMkLst>
        </pc:spChg>
        <pc:spChg chg="del">
          <ac:chgData name="xi sheng" userId="b3919e0d8ca6a452" providerId="LiveId" clId="{7D0FCA31-27ED-4A72-9EC6-AEAAC19F9363}" dt="2024-06-10T03:19:55.558" v="5849" actId="478"/>
          <ac:spMkLst>
            <pc:docMk/>
            <pc:sldMk cId="953606440" sldId="311"/>
            <ac:spMk id="39" creationId="{FF829EE8-A26E-DF5D-E4EE-A5F5B7E11DB8}"/>
          </ac:spMkLst>
        </pc:spChg>
        <pc:spChg chg="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45" creationId="{42E76370-639C-B8E2-9201-066BAD45051E}"/>
          </ac:spMkLst>
        </pc:spChg>
        <pc:spChg chg="add del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49" creationId="{B88720F5-5CF7-4372-7EBF-6798B7E85CEB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50" creationId="{A928E04C-143A-9A08-EE68-23CA5C46FC8E}"/>
          </ac:spMkLst>
        </pc:spChg>
        <pc:spChg chg="del">
          <ac:chgData name="xi sheng" userId="b3919e0d8ca6a452" providerId="LiveId" clId="{7D0FCA31-27ED-4A72-9EC6-AEAAC19F9363}" dt="2024-06-10T03:20:34.808" v="5853" actId="478"/>
          <ac:spMkLst>
            <pc:docMk/>
            <pc:sldMk cId="953606440" sldId="311"/>
            <ac:spMk id="51" creationId="{E4D477DC-6FEA-5E33-52DC-F23B273D4FC8}"/>
          </ac:spMkLst>
        </pc:spChg>
        <pc:spChg chg="del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52" creationId="{EA24CD24-BA05-EC35-2659-E34FC7FFD119}"/>
          </ac:spMkLst>
        </pc:spChg>
        <pc:spChg chg="del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55" creationId="{E898A7AE-CC1D-0B92-DFBC-DCCE28243ECB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62" creationId="{A6880AA2-6691-2DC8-30E5-498466076EE1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63" creationId="{4F2C4E49-38D5-952B-3FBD-56A9795E0C9E}"/>
          </ac:spMkLst>
        </pc:spChg>
        <pc:spChg chg="add del mod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64" creationId="{DC8A58D9-DD2A-FDF8-E3D9-4D8B9B6EF5D7}"/>
          </ac:spMkLst>
        </pc:spChg>
        <pc:spChg chg="add del">
          <ac:chgData name="xi sheng" userId="b3919e0d8ca6a452" providerId="LiveId" clId="{7D0FCA31-27ED-4A72-9EC6-AEAAC19F9363}" dt="2024-06-16T01:45:05.689" v="7373" actId="478"/>
          <ac:spMkLst>
            <pc:docMk/>
            <pc:sldMk cId="953606440" sldId="311"/>
            <ac:spMk id="79" creationId="{E6BFA35D-792E-A048-4D3B-74F7CE34B8E3}"/>
          </ac:spMkLst>
        </pc:spChg>
        <pc:picChg chg="add mod">
          <ac:chgData name="xi sheng" userId="b3919e0d8ca6a452" providerId="LiveId" clId="{7D0FCA31-27ED-4A72-9EC6-AEAAC19F9363}" dt="2024-06-16T01:45:28.820" v="7376"/>
          <ac:picMkLst>
            <pc:docMk/>
            <pc:sldMk cId="953606440" sldId="311"/>
            <ac:picMk id="4" creationId="{6E43DB43-BD04-C66E-C1BB-06C43480C7D5}"/>
          </ac:picMkLst>
        </pc:picChg>
        <pc:picChg chg="del">
          <ac:chgData name="xi sheng" userId="b3919e0d8ca6a452" providerId="LiveId" clId="{7D0FCA31-27ED-4A72-9EC6-AEAAC19F9363}" dt="2024-06-10T03:20:34.808" v="5853" actId="478"/>
          <ac:picMkLst>
            <pc:docMk/>
            <pc:sldMk cId="953606440" sldId="311"/>
            <ac:picMk id="4" creationId="{E25A5CE9-742D-2155-5190-18E7B5162CED}"/>
          </ac:picMkLst>
        </pc:picChg>
        <pc:picChg chg="add mod">
          <ac:chgData name="xi sheng" userId="b3919e0d8ca6a452" providerId="LiveId" clId="{7D0FCA31-27ED-4A72-9EC6-AEAAC19F9363}" dt="2024-06-16T01:45:28.820" v="7376"/>
          <ac:picMkLst>
            <pc:docMk/>
            <pc:sldMk cId="953606440" sldId="311"/>
            <ac:picMk id="5" creationId="{573ACDAC-2999-1E27-F986-25F7B13D769E}"/>
          </ac:picMkLst>
        </pc:picChg>
        <pc:picChg chg="add del mo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8" creationId="{22BA9EBD-CD31-92E4-971E-C90B1AFB3CB5}"/>
          </ac:picMkLst>
        </pc:picChg>
        <pc:picChg chg="del">
          <ac:chgData name="xi sheng" userId="b3919e0d8ca6a452" providerId="LiveId" clId="{7D0FCA31-27ED-4A72-9EC6-AEAAC19F9363}" dt="2024-06-10T03:20:34.808" v="5853" actId="478"/>
          <ac:picMkLst>
            <pc:docMk/>
            <pc:sldMk cId="953606440" sldId="311"/>
            <ac:picMk id="13" creationId="{8456B46D-3381-B713-4A8D-62E4560C8442}"/>
          </ac:picMkLst>
        </pc:picChg>
        <pc:picChg chg="add del mo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17" creationId="{78CB5DAB-E7DD-49DE-F6C0-626F14DFD360}"/>
          </ac:picMkLst>
        </pc:picChg>
        <pc:picChg chg="del">
          <ac:chgData name="xi sheng" userId="b3919e0d8ca6a452" providerId="LiveId" clId="{7D0FCA31-27ED-4A72-9EC6-AEAAC19F9363}" dt="2024-06-10T03:19:50.508" v="5848" actId="478"/>
          <ac:picMkLst>
            <pc:docMk/>
            <pc:sldMk cId="953606440" sldId="311"/>
            <ac:picMk id="21" creationId="{3ABB5E38-1055-F8E2-4AB8-C3631BC87E76}"/>
          </ac:picMkLst>
        </pc:picChg>
        <pc:picChg chg="add del mod or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23" creationId="{466DBED5-356F-43C0-C5F4-4FE67E56988E}"/>
          </ac:picMkLst>
        </pc:picChg>
        <pc:picChg chg="del">
          <ac:chgData name="xi sheng" userId="b3919e0d8ca6a452" providerId="LiveId" clId="{7D0FCA31-27ED-4A72-9EC6-AEAAC19F9363}" dt="2024-06-10T03:19:49.229" v="5847" actId="478"/>
          <ac:picMkLst>
            <pc:docMk/>
            <pc:sldMk cId="953606440" sldId="311"/>
            <ac:picMk id="29" creationId="{D076127E-3541-8063-5159-AB9CB0BBEDFD}"/>
          </ac:picMkLst>
        </pc:picChg>
        <pc:picChg chg="add del mod or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31" creationId="{DF2D935B-9143-1D50-4CDC-B263014AB9F4}"/>
          </ac:picMkLst>
        </pc:picChg>
        <pc:picChg chg="del">
          <ac:chgData name="xi sheng" userId="b3919e0d8ca6a452" providerId="LiveId" clId="{7D0FCA31-27ED-4A72-9EC6-AEAAC19F9363}" dt="2024-06-10T03:19:47.831" v="5846" actId="478"/>
          <ac:picMkLst>
            <pc:docMk/>
            <pc:sldMk cId="953606440" sldId="311"/>
            <ac:picMk id="38" creationId="{B8CB42B4-7197-46E4-A211-8BCBF92AF312}"/>
          </ac:picMkLst>
        </pc:picChg>
        <pc:picChg chg="del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54" creationId="{820146C9-BFC4-136C-DE96-54D1002190DA}"/>
          </ac:picMkLst>
        </pc:picChg>
        <pc:picChg chg="add del mo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66" creationId="{BE007233-3E9F-CB80-5752-31D4AF2C7A75}"/>
          </ac:picMkLst>
        </pc:picChg>
        <pc:picChg chg="add del mod">
          <ac:chgData name="xi sheng" userId="b3919e0d8ca6a452" providerId="LiveId" clId="{7D0FCA31-27ED-4A72-9EC6-AEAAC19F9363}" dt="2024-06-16T01:45:05.689" v="7373" actId="478"/>
          <ac:picMkLst>
            <pc:docMk/>
            <pc:sldMk cId="953606440" sldId="311"/>
            <ac:picMk id="74" creationId="{E162D7B4-5535-F24A-C70A-95F6C22B82A3}"/>
          </ac:picMkLst>
        </pc:picChg>
        <pc:cxnChg chg="del">
          <ac:chgData name="xi sheng" userId="b3919e0d8ca6a452" providerId="LiveId" clId="{7D0FCA31-27ED-4A72-9EC6-AEAAC19F9363}" dt="2024-06-10T03:20:34.808" v="5853" actId="478"/>
          <ac:cxnSpMkLst>
            <pc:docMk/>
            <pc:sldMk cId="953606440" sldId="311"/>
            <ac:cxnSpMk id="10" creationId="{73C79489-991E-7EC3-203E-EEE6AA70187B}"/>
          </ac:cxnSpMkLst>
        </pc:cxnChg>
        <pc:cxnChg chg="del">
          <ac:chgData name="xi sheng" userId="b3919e0d8ca6a452" providerId="LiveId" clId="{7D0FCA31-27ED-4A72-9EC6-AEAAC19F9363}" dt="2024-06-10T03:20:34.808" v="5853" actId="478"/>
          <ac:cxnSpMkLst>
            <pc:docMk/>
            <pc:sldMk cId="953606440" sldId="311"/>
            <ac:cxnSpMk id="11" creationId="{183DC79E-1E5B-240E-DA65-FCAB20E89A85}"/>
          </ac:cxnSpMkLst>
        </pc:cxnChg>
        <pc:cxnChg chg="add del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12" creationId="{BEAA88D6-862B-8EB5-9824-776F229EF8C3}"/>
          </ac:cxnSpMkLst>
        </pc:cxnChg>
        <pc:cxnChg chg="add mod">
          <ac:chgData name="xi sheng" userId="b3919e0d8ca6a452" providerId="LiveId" clId="{7D0FCA31-27ED-4A72-9EC6-AEAAC19F9363}" dt="2024-06-16T01:45:28.820" v="7376"/>
          <ac:cxnSpMkLst>
            <pc:docMk/>
            <pc:sldMk cId="953606440" sldId="311"/>
            <ac:cxnSpMk id="15" creationId="{72E48183-E4F0-87AC-151B-3EFBD8485CBC}"/>
          </ac:cxnSpMkLst>
        </pc:cxnChg>
        <pc:cxnChg chg="del">
          <ac:chgData name="xi sheng" userId="b3919e0d8ca6a452" providerId="LiveId" clId="{7D0FCA31-27ED-4A72-9EC6-AEAAC19F9363}" dt="2024-06-10T03:20:34.808" v="5853" actId="478"/>
          <ac:cxnSpMkLst>
            <pc:docMk/>
            <pc:sldMk cId="953606440" sldId="311"/>
            <ac:cxnSpMk id="16" creationId="{6DA9CD50-E522-78C2-BD0B-178242C986FD}"/>
          </ac:cxnSpMkLst>
        </pc:cxnChg>
        <pc:cxnChg chg="add mod">
          <ac:chgData name="xi sheng" userId="b3919e0d8ca6a452" providerId="LiveId" clId="{7D0FCA31-27ED-4A72-9EC6-AEAAC19F9363}" dt="2024-06-16T01:45:28.820" v="7376"/>
          <ac:cxnSpMkLst>
            <pc:docMk/>
            <pc:sldMk cId="953606440" sldId="311"/>
            <ac:cxnSpMk id="18" creationId="{1BBD49B7-DC78-5EFB-0287-995DA4B4A4BB}"/>
          </ac:cxnSpMkLst>
        </pc:cxnChg>
        <pc:cxnChg chg="del">
          <ac:chgData name="xi sheng" userId="b3919e0d8ca6a452" providerId="LiveId" clId="{7D0FCA31-27ED-4A72-9EC6-AEAAC19F9363}" dt="2024-06-10T03:20:34.808" v="5853" actId="478"/>
          <ac:cxnSpMkLst>
            <pc:docMk/>
            <pc:sldMk cId="953606440" sldId="311"/>
            <ac:cxnSpMk id="18" creationId="{BEB41721-B4E1-628A-FA0F-5152F1C69E8D}"/>
          </ac:cxnSpMkLst>
        </pc:cxnChg>
        <pc:cxnChg chg="add mod">
          <ac:chgData name="xi sheng" userId="b3919e0d8ca6a452" providerId="LiveId" clId="{7D0FCA31-27ED-4A72-9EC6-AEAAC19F9363}" dt="2024-06-16T01:45:28.820" v="7376"/>
          <ac:cxnSpMkLst>
            <pc:docMk/>
            <pc:sldMk cId="953606440" sldId="311"/>
            <ac:cxnSpMk id="21" creationId="{5D5E91BA-EA5D-5F69-0A7C-83E56049D1BF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24" creationId="{E4F076FF-8D4A-006E-02F9-9746089C6593}"/>
          </ac:cxnSpMkLst>
        </pc:cxnChg>
        <pc:cxnChg chg="add del mod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25" creationId="{6EF190B5-101D-0308-00B3-756DC80E4D8C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26" creationId="{760C42D0-E004-4B31-C514-AB363C67F179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34" creationId="{EF85164F-402C-22C9-5874-D266387C5292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36" creationId="{EAA10658-A09F-64FD-8353-0CB120B0DECF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41" creationId="{9DB2B113-F299-6885-9FC5-04838AAA470D}"/>
          </ac:cxnSpMkLst>
        </pc:cxnChg>
        <pc:cxnChg chg="add del mod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42" creationId="{63AF00C2-D732-D6F2-79D6-CF4938B10B1A}"/>
          </ac:cxnSpMkLst>
        </pc:cxnChg>
        <pc:cxnChg chg="del">
          <ac:chgData name="xi sheng" userId="b3919e0d8ca6a452" providerId="LiveId" clId="{7D0FCA31-27ED-4A72-9EC6-AEAAC19F9363}" dt="2024-06-10T03:19:55.558" v="5849" actId="478"/>
          <ac:cxnSpMkLst>
            <pc:docMk/>
            <pc:sldMk cId="953606440" sldId="311"/>
            <ac:cxnSpMk id="43" creationId="{0CF0A039-1E2F-A54E-D767-5D31B25823EB}"/>
          </ac:cxnSpMkLst>
        </pc:cxnChg>
        <pc:cxnChg chg="add del mod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46" creationId="{B1CA0136-A56A-05FD-C197-E3590C1B62C6}"/>
          </ac:cxnSpMkLst>
        </pc:cxnChg>
        <pc:cxnChg chg="add del mod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48" creationId="{E1D8892E-28A2-2BCA-32FE-DF9F66BFE718}"/>
          </ac:cxnSpMkLst>
        </pc:cxnChg>
        <pc:cxnChg chg="add del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56" creationId="{B33A4F91-1F46-CD13-EB66-F953B281AF1D}"/>
          </ac:cxnSpMkLst>
        </pc:cxnChg>
        <pc:cxnChg chg="del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57" creationId="{005B8A21-F2FE-84B3-2947-69BDDF9A5A94}"/>
          </ac:cxnSpMkLst>
        </pc:cxnChg>
        <pc:cxnChg chg="add del">
          <ac:chgData name="xi sheng" userId="b3919e0d8ca6a452" providerId="LiveId" clId="{7D0FCA31-27ED-4A72-9EC6-AEAAC19F9363}" dt="2024-06-10T03:31:17.509" v="6005" actId="11529"/>
          <ac:cxnSpMkLst>
            <pc:docMk/>
            <pc:sldMk cId="953606440" sldId="311"/>
            <ac:cxnSpMk id="59" creationId="{15653C9E-585D-4D31-09A3-B96E89A1211E}"/>
          </ac:cxnSpMkLst>
        </pc:cxnChg>
        <pc:cxnChg chg="add del">
          <ac:chgData name="xi sheng" userId="b3919e0d8ca6a452" providerId="LiveId" clId="{7D0FCA31-27ED-4A72-9EC6-AEAAC19F9363}" dt="2024-06-10T03:31:26.334" v="6007" actId="11529"/>
          <ac:cxnSpMkLst>
            <pc:docMk/>
            <pc:sldMk cId="953606440" sldId="311"/>
            <ac:cxnSpMk id="61" creationId="{AFEF9AAF-5460-D0DD-FB1B-A94EB4336F8E}"/>
          </ac:cxnSpMkLst>
        </pc:cxnChg>
        <pc:cxnChg chg="add del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68" creationId="{BF4A810F-B842-DDA8-63D2-8311BFC68FCC}"/>
          </ac:cxnSpMkLst>
        </pc:cxnChg>
        <pc:cxnChg chg="add del mod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76" creationId="{278DA87F-0666-ACE5-9B63-D07FEA2B7974}"/>
          </ac:cxnSpMkLst>
        </pc:cxnChg>
        <pc:cxnChg chg="add del">
          <ac:chgData name="xi sheng" userId="b3919e0d8ca6a452" providerId="LiveId" clId="{7D0FCA31-27ED-4A72-9EC6-AEAAC19F9363}" dt="2024-06-16T01:45:05.689" v="7373" actId="478"/>
          <ac:cxnSpMkLst>
            <pc:docMk/>
            <pc:sldMk cId="953606440" sldId="311"/>
            <ac:cxnSpMk id="78" creationId="{9C746FE2-3EE3-F05D-972C-7A8C757B3898}"/>
          </ac:cxnSpMkLst>
        </pc:cxnChg>
      </pc:sldChg>
      <pc:sldChg chg="modSp new del mod">
        <pc:chgData name="xi sheng" userId="b3919e0d8ca6a452" providerId="LiveId" clId="{7D0FCA31-27ED-4A72-9EC6-AEAAC19F9363}" dt="2024-06-10T03:23:16.142" v="5862" actId="47"/>
        <pc:sldMkLst>
          <pc:docMk/>
          <pc:sldMk cId="1149032497" sldId="312"/>
        </pc:sldMkLst>
        <pc:spChg chg="mod">
          <ac:chgData name="xi sheng" userId="b3919e0d8ca6a452" providerId="LiveId" clId="{7D0FCA31-27ED-4A72-9EC6-AEAAC19F9363}" dt="2024-06-10T03:22:05.302" v="5856"/>
          <ac:spMkLst>
            <pc:docMk/>
            <pc:sldMk cId="1149032497" sldId="312"/>
            <ac:spMk id="2" creationId="{2C05D64A-0F8E-F396-8AE0-4DA68905487D}"/>
          </ac:spMkLst>
        </pc:spChg>
      </pc:sldChg>
      <pc:sldChg chg="addSp modSp new mod">
        <pc:chgData name="xi sheng" userId="b3919e0d8ca6a452" providerId="LiveId" clId="{7D0FCA31-27ED-4A72-9EC6-AEAAC19F9363}" dt="2024-06-10T04:31:46.778" v="6596" actId="20577"/>
        <pc:sldMkLst>
          <pc:docMk/>
          <pc:sldMk cId="2148799401" sldId="312"/>
        </pc:sldMkLst>
        <pc:spChg chg="mod">
          <ac:chgData name="xi sheng" userId="b3919e0d8ca6a452" providerId="LiveId" clId="{7D0FCA31-27ED-4A72-9EC6-AEAAC19F9363}" dt="2024-06-10T04:31:46.778" v="6596" actId="20577"/>
          <ac:spMkLst>
            <pc:docMk/>
            <pc:sldMk cId="2148799401" sldId="312"/>
            <ac:spMk id="2" creationId="{58862779-86D4-3B54-F1AA-7A25DC7D9966}"/>
          </ac:spMkLst>
        </pc:spChg>
        <pc:spChg chg="mod">
          <ac:chgData name="xi sheng" userId="b3919e0d8ca6a452" providerId="LiveId" clId="{7D0FCA31-27ED-4A72-9EC6-AEAAC19F9363}" dt="2024-06-10T04:19:41.195" v="6379" actId="14100"/>
          <ac:spMkLst>
            <pc:docMk/>
            <pc:sldMk cId="2148799401" sldId="312"/>
            <ac:spMk id="3" creationId="{AF71A00C-D67D-BB9D-CB98-7B929ABF61FD}"/>
          </ac:spMkLst>
        </pc:spChg>
        <pc:spChg chg="add mod">
          <ac:chgData name="xi sheng" userId="b3919e0d8ca6a452" providerId="LiveId" clId="{7D0FCA31-27ED-4A72-9EC6-AEAAC19F9363}" dt="2024-06-10T04:30:26.137" v="6556"/>
          <ac:spMkLst>
            <pc:docMk/>
            <pc:sldMk cId="2148799401" sldId="312"/>
            <ac:spMk id="4" creationId="{2D926ACF-C4D0-0568-605A-85678C66971C}"/>
          </ac:spMkLst>
        </pc:spChg>
        <pc:spChg chg="add mod">
          <ac:chgData name="xi sheng" userId="b3919e0d8ca6a452" providerId="LiveId" clId="{7D0FCA31-27ED-4A72-9EC6-AEAAC19F9363}" dt="2024-06-10T04:30:46.084" v="6568"/>
          <ac:spMkLst>
            <pc:docMk/>
            <pc:sldMk cId="2148799401" sldId="312"/>
            <ac:spMk id="7" creationId="{2CD07EB0-767F-231A-074E-1718A6D7E4DB}"/>
          </ac:spMkLst>
        </pc:spChg>
        <pc:spChg chg="add mod">
          <ac:chgData name="xi sheng" userId="b3919e0d8ca6a452" providerId="LiveId" clId="{7D0FCA31-27ED-4A72-9EC6-AEAAC19F9363}" dt="2024-06-10T04:31:30.475" v="6593" actId="1076"/>
          <ac:spMkLst>
            <pc:docMk/>
            <pc:sldMk cId="2148799401" sldId="312"/>
            <ac:spMk id="29" creationId="{2926154B-898A-9236-AD0B-E83B4728E10C}"/>
          </ac:spMkLst>
        </pc:spChg>
        <pc:picChg chg="add mod">
          <ac:chgData name="xi sheng" userId="b3919e0d8ca6a452" providerId="LiveId" clId="{7D0FCA31-27ED-4A72-9EC6-AEAAC19F9363}" dt="2024-06-10T04:26:02.025" v="6466" actId="1076"/>
          <ac:picMkLst>
            <pc:docMk/>
            <pc:sldMk cId="2148799401" sldId="312"/>
            <ac:picMk id="6" creationId="{86279410-BF63-7E78-2EE0-EB409A0B2331}"/>
          </ac:picMkLst>
        </pc:picChg>
        <pc:picChg chg="add mod modCrop">
          <ac:chgData name="xi sheng" userId="b3919e0d8ca6a452" providerId="LiveId" clId="{7D0FCA31-27ED-4A72-9EC6-AEAAC19F9363}" dt="2024-06-10T04:28:54.138" v="6522" actId="732"/>
          <ac:picMkLst>
            <pc:docMk/>
            <pc:sldMk cId="2148799401" sldId="312"/>
            <ac:picMk id="13" creationId="{7AD702F7-7DCF-7588-A041-3A6E9398FF41}"/>
          </ac:picMkLst>
        </pc:picChg>
        <pc:picChg chg="add mod modCrop">
          <ac:chgData name="xi sheng" userId="b3919e0d8ca6a452" providerId="LiveId" clId="{7D0FCA31-27ED-4A72-9EC6-AEAAC19F9363}" dt="2024-06-10T04:28:59.643" v="6523" actId="732"/>
          <ac:picMkLst>
            <pc:docMk/>
            <pc:sldMk cId="2148799401" sldId="312"/>
            <ac:picMk id="15" creationId="{D527EAC8-BB6A-390D-7C7B-1B8474396109}"/>
          </ac:picMkLst>
        </pc:picChg>
        <pc:picChg chg="add mod">
          <ac:chgData name="xi sheng" userId="b3919e0d8ca6a452" providerId="LiveId" clId="{7D0FCA31-27ED-4A72-9EC6-AEAAC19F9363}" dt="2024-06-10T04:28:38.054" v="6521" actId="14100"/>
          <ac:picMkLst>
            <pc:docMk/>
            <pc:sldMk cId="2148799401" sldId="312"/>
            <ac:picMk id="17" creationId="{0C3D8BFD-1148-A6E9-25B8-264FEDD615BB}"/>
          </ac:picMkLst>
        </pc:picChg>
        <pc:cxnChg chg="add">
          <ac:chgData name="xi sheng" userId="b3919e0d8ca6a452" providerId="LiveId" clId="{7D0FCA31-27ED-4A72-9EC6-AEAAC19F9363}" dt="2024-06-10T04:26:06.227" v="6467" actId="11529"/>
          <ac:cxnSpMkLst>
            <pc:docMk/>
            <pc:sldMk cId="2148799401" sldId="312"/>
            <ac:cxnSpMk id="9" creationId="{2B22B749-F51A-7339-A0BE-1C826DDB4918}"/>
          </ac:cxnSpMkLst>
        </pc:cxnChg>
        <pc:cxnChg chg="add mod">
          <ac:chgData name="xi sheng" userId="b3919e0d8ca6a452" providerId="LiveId" clId="{7D0FCA31-27ED-4A72-9EC6-AEAAC19F9363}" dt="2024-06-10T04:26:09.990" v="6469" actId="1076"/>
          <ac:cxnSpMkLst>
            <pc:docMk/>
            <pc:sldMk cId="2148799401" sldId="312"/>
            <ac:cxnSpMk id="10" creationId="{FACA082B-CDA7-9918-3C5E-D16D0DA1AB6D}"/>
          </ac:cxnSpMkLst>
        </pc:cxnChg>
        <pc:cxnChg chg="add mod">
          <ac:chgData name="xi sheng" userId="b3919e0d8ca6a452" providerId="LiveId" clId="{7D0FCA31-27ED-4A72-9EC6-AEAAC19F9363}" dt="2024-06-10T04:26:15.309" v="6471" actId="1076"/>
          <ac:cxnSpMkLst>
            <pc:docMk/>
            <pc:sldMk cId="2148799401" sldId="312"/>
            <ac:cxnSpMk id="11" creationId="{CCAE1CBA-29A9-4764-4527-4105C5232934}"/>
          </ac:cxnSpMkLst>
        </pc:cxnChg>
        <pc:cxnChg chg="add">
          <ac:chgData name="xi sheng" userId="b3919e0d8ca6a452" providerId="LiveId" clId="{7D0FCA31-27ED-4A72-9EC6-AEAAC19F9363}" dt="2024-06-10T04:29:09.421" v="6524" actId="11529"/>
          <ac:cxnSpMkLst>
            <pc:docMk/>
            <pc:sldMk cId="2148799401" sldId="312"/>
            <ac:cxnSpMk id="19" creationId="{25E9BC90-5332-F749-1B92-E4AF3F6D114E}"/>
          </ac:cxnSpMkLst>
        </pc:cxnChg>
        <pc:cxnChg chg="add mod">
          <ac:chgData name="xi sheng" userId="b3919e0d8ca6a452" providerId="LiveId" clId="{7D0FCA31-27ED-4A72-9EC6-AEAAC19F9363}" dt="2024-06-10T04:29:12.884" v="6526" actId="1076"/>
          <ac:cxnSpMkLst>
            <pc:docMk/>
            <pc:sldMk cId="2148799401" sldId="312"/>
            <ac:cxnSpMk id="20" creationId="{5D955248-A888-430A-64AC-B34915CCE56E}"/>
          </ac:cxnSpMkLst>
        </pc:cxnChg>
        <pc:cxnChg chg="add mod">
          <ac:chgData name="xi sheng" userId="b3919e0d8ca6a452" providerId="LiveId" clId="{7D0FCA31-27ED-4A72-9EC6-AEAAC19F9363}" dt="2024-06-10T04:29:16.367" v="6528" actId="1076"/>
          <ac:cxnSpMkLst>
            <pc:docMk/>
            <pc:sldMk cId="2148799401" sldId="312"/>
            <ac:cxnSpMk id="21" creationId="{1FFA9293-F4B4-CE01-9B60-72C2853378EF}"/>
          </ac:cxnSpMkLst>
        </pc:cxnChg>
        <pc:cxnChg chg="add mod">
          <ac:chgData name="xi sheng" userId="b3919e0d8ca6a452" providerId="LiveId" clId="{7D0FCA31-27ED-4A72-9EC6-AEAAC19F9363}" dt="2024-06-10T04:29:20.947" v="6530" actId="1076"/>
          <ac:cxnSpMkLst>
            <pc:docMk/>
            <pc:sldMk cId="2148799401" sldId="312"/>
            <ac:cxnSpMk id="22" creationId="{F890390F-E12A-BD03-06BC-815367AA7553}"/>
          </ac:cxnSpMkLst>
        </pc:cxnChg>
        <pc:cxnChg chg="add mod">
          <ac:chgData name="xi sheng" userId="b3919e0d8ca6a452" providerId="LiveId" clId="{7D0FCA31-27ED-4A72-9EC6-AEAAC19F9363}" dt="2024-06-10T04:29:27.956" v="6533" actId="14100"/>
          <ac:cxnSpMkLst>
            <pc:docMk/>
            <pc:sldMk cId="2148799401" sldId="312"/>
            <ac:cxnSpMk id="23" creationId="{E7FBEDCA-70C9-3266-83D9-8A3DCE52FEEC}"/>
          </ac:cxnSpMkLst>
        </pc:cxnChg>
        <pc:cxnChg chg="add mod">
          <ac:chgData name="xi sheng" userId="b3919e0d8ca6a452" providerId="LiveId" clId="{7D0FCA31-27ED-4A72-9EC6-AEAAC19F9363}" dt="2024-06-10T04:29:32.043" v="6535" actId="1076"/>
          <ac:cxnSpMkLst>
            <pc:docMk/>
            <pc:sldMk cId="2148799401" sldId="312"/>
            <ac:cxnSpMk id="25" creationId="{8A013B46-4ED0-957F-5681-0F4575AC1216}"/>
          </ac:cxnSpMkLst>
        </pc:cxnChg>
        <pc:cxnChg chg="add mod">
          <ac:chgData name="xi sheng" userId="b3919e0d8ca6a452" providerId="LiveId" clId="{7D0FCA31-27ED-4A72-9EC6-AEAAC19F9363}" dt="2024-06-10T04:29:35.614" v="6537" actId="1076"/>
          <ac:cxnSpMkLst>
            <pc:docMk/>
            <pc:sldMk cId="2148799401" sldId="312"/>
            <ac:cxnSpMk id="26" creationId="{94A3B81E-A63A-3443-6735-611551658EAD}"/>
          </ac:cxnSpMkLst>
        </pc:cxnChg>
        <pc:cxnChg chg="add mod">
          <ac:chgData name="xi sheng" userId="b3919e0d8ca6a452" providerId="LiveId" clId="{7D0FCA31-27ED-4A72-9EC6-AEAAC19F9363}" dt="2024-06-10T04:29:39.287" v="6539" actId="1076"/>
          <ac:cxnSpMkLst>
            <pc:docMk/>
            <pc:sldMk cId="2148799401" sldId="312"/>
            <ac:cxnSpMk id="27" creationId="{73AEE418-FF05-39CF-445D-32773ACF1871}"/>
          </ac:cxnSpMkLst>
        </pc:cxnChg>
        <pc:cxnChg chg="add mod">
          <ac:chgData name="xi sheng" userId="b3919e0d8ca6a452" providerId="LiveId" clId="{7D0FCA31-27ED-4A72-9EC6-AEAAC19F9363}" dt="2024-06-10T04:29:43.869" v="6541" actId="1076"/>
          <ac:cxnSpMkLst>
            <pc:docMk/>
            <pc:sldMk cId="2148799401" sldId="312"/>
            <ac:cxnSpMk id="28" creationId="{50743BA2-985D-C398-290B-D8A062D90408}"/>
          </ac:cxnSpMkLst>
        </pc:cxnChg>
      </pc:sldChg>
      <pc:sldChg chg="addSp delSp modSp add del mod">
        <pc:chgData name="xi sheng" userId="b3919e0d8ca6a452" providerId="LiveId" clId="{7D0FCA31-27ED-4A72-9EC6-AEAAC19F9363}" dt="2024-06-16T01:45:18.658" v="7374" actId="47"/>
        <pc:sldMkLst>
          <pc:docMk/>
          <pc:sldMk cId="3570498731" sldId="313"/>
        </pc:sldMkLst>
        <pc:spChg chg="mod">
          <ac:chgData name="xi sheng" userId="b3919e0d8ca6a452" providerId="LiveId" clId="{7D0FCA31-27ED-4A72-9EC6-AEAAC19F9363}" dt="2024-06-10T04:36:29.865" v="6715" actId="20577"/>
          <ac:spMkLst>
            <pc:docMk/>
            <pc:sldMk cId="3570498731" sldId="313"/>
            <ac:spMk id="2" creationId="{CE27A7EE-86BA-69AB-8092-1BE44FEF03B4}"/>
          </ac:spMkLst>
        </pc:spChg>
        <pc:spChg chg="mod">
          <ac:chgData name="xi sheng" userId="b3919e0d8ca6a452" providerId="LiveId" clId="{7D0FCA31-27ED-4A72-9EC6-AEAAC19F9363}" dt="2024-06-10T05:00:09.026" v="6885" actId="27636"/>
          <ac:spMkLst>
            <pc:docMk/>
            <pc:sldMk cId="3570498731" sldId="313"/>
            <ac:spMk id="3" creationId="{F0A4F5AB-57A6-1680-E15A-AFDEAD623B42}"/>
          </ac:spMkLst>
        </pc:spChg>
        <pc:spChg chg="add del mod">
          <ac:chgData name="xi sheng" userId="b3919e0d8ca6a452" providerId="LiveId" clId="{7D0FCA31-27ED-4A72-9EC6-AEAAC19F9363}" dt="2024-06-10T04:32:17.336" v="6601"/>
          <ac:spMkLst>
            <pc:docMk/>
            <pc:sldMk cId="3570498731" sldId="313"/>
            <ac:spMk id="4" creationId="{9A65B72B-AECB-3728-B35C-D6EF712EC87C}"/>
          </ac:spMkLst>
        </pc:spChg>
        <pc:spChg chg="add mod">
          <ac:chgData name="xi sheng" userId="b3919e0d8ca6a452" providerId="LiveId" clId="{7D0FCA31-27ED-4A72-9EC6-AEAAC19F9363}" dt="2024-06-10T04:33:33.091" v="6655" actId="20577"/>
          <ac:spMkLst>
            <pc:docMk/>
            <pc:sldMk cId="3570498731" sldId="313"/>
            <ac:spMk id="5" creationId="{1774F231-AAE6-C15E-116D-F524B7D7944E}"/>
          </ac:spMkLst>
        </pc:spChg>
        <pc:spChg chg="add del mod">
          <ac:chgData name="xi sheng" userId="b3919e0d8ca6a452" providerId="LiveId" clId="{7D0FCA31-27ED-4A72-9EC6-AEAAC19F9363}" dt="2024-06-10T04:33:25.194" v="6648"/>
          <ac:spMkLst>
            <pc:docMk/>
            <pc:sldMk cId="3570498731" sldId="313"/>
            <ac:spMk id="6" creationId="{FDD36E3A-E395-D7C0-BD29-375BDFC3AC6C}"/>
          </ac:spMkLst>
        </pc:spChg>
        <pc:spChg chg="add mod">
          <ac:chgData name="xi sheng" userId="b3919e0d8ca6a452" providerId="LiveId" clId="{7D0FCA31-27ED-4A72-9EC6-AEAAC19F9363}" dt="2024-06-10T04:48:51.177" v="6843"/>
          <ac:spMkLst>
            <pc:docMk/>
            <pc:sldMk cId="3570498731" sldId="313"/>
            <ac:spMk id="7" creationId="{6D73D396-FE70-A76D-54AC-44C513032ECA}"/>
          </ac:spMkLst>
        </pc:spChg>
        <pc:spChg chg="add del mod">
          <ac:chgData name="xi sheng" userId="b3919e0d8ca6a452" providerId="LiveId" clId="{7D0FCA31-27ED-4A72-9EC6-AEAAC19F9363}" dt="2024-06-10T04:49:32.872" v="6853" actId="478"/>
          <ac:spMkLst>
            <pc:docMk/>
            <pc:sldMk cId="3570498731" sldId="313"/>
            <ac:spMk id="9" creationId="{17F2480B-C054-2D1D-B4D3-6BF8BF3CC160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20" creationId="{6542EB12-EC66-9E93-F184-45389D499BE8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27" creationId="{37F4F942-CF86-0D24-B896-3F5C6133F7AE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28" creationId="{E5AA430D-C938-BA04-933F-1CB7F94B69ED}"/>
          </ac:spMkLst>
        </pc:spChg>
        <pc:spChg chg="add">
          <ac:chgData name="xi sheng" userId="b3919e0d8ca6a452" providerId="LiveId" clId="{7D0FCA31-27ED-4A72-9EC6-AEAAC19F9363}" dt="2024-06-10T04:49:23.722" v="6850" actId="11529"/>
          <ac:spMkLst>
            <pc:docMk/>
            <pc:sldMk cId="3570498731" sldId="313"/>
            <ac:spMk id="32" creationId="{9DD5F825-B99D-863B-6ECC-77E2670E3686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33" creationId="{074DACF5-D4A7-6C44-12AA-4273513C9C64}"/>
          </ac:spMkLst>
        </pc:spChg>
        <pc:spChg chg="add mod">
          <ac:chgData name="xi sheng" userId="b3919e0d8ca6a452" providerId="LiveId" clId="{7D0FCA31-27ED-4A72-9EC6-AEAAC19F9363}" dt="2024-06-10T04:49:28.452" v="6852" actId="1076"/>
          <ac:spMkLst>
            <pc:docMk/>
            <pc:sldMk cId="3570498731" sldId="313"/>
            <ac:spMk id="34" creationId="{FC363997-6022-C9DC-1150-1C1609C52D64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37" creationId="{8E6E5630-983C-48BF-714A-167D2074DDCD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45" creationId="{42E76370-639C-B8E2-9201-066BAD45051E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49" creationId="{B88720F5-5CF7-4372-7EBF-6798B7E85CEB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52" creationId="{EA24CD24-BA05-EC35-2659-E34FC7FFD119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55" creationId="{E898A7AE-CC1D-0B92-DFBC-DCCE28243ECB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62" creationId="{A6880AA2-6691-2DC8-30E5-498466076EE1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63" creationId="{4F2C4E49-38D5-952B-3FBD-56A9795E0C9E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64" creationId="{DC8A58D9-DD2A-FDF8-E3D9-4D8B9B6EF5D7}"/>
          </ac:spMkLst>
        </pc:spChg>
        <pc:spChg chg="del">
          <ac:chgData name="xi sheng" userId="b3919e0d8ca6a452" providerId="LiveId" clId="{7D0FCA31-27ED-4A72-9EC6-AEAAC19F9363}" dt="2024-06-10T04:32:11.254" v="6598" actId="478"/>
          <ac:spMkLst>
            <pc:docMk/>
            <pc:sldMk cId="3570498731" sldId="313"/>
            <ac:spMk id="79" creationId="{E6BFA35D-792E-A048-4D3B-74F7CE34B8E3}"/>
          </ac:spMkLst>
        </pc:sp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8" creationId="{22BA9EBD-CD31-92E4-971E-C90B1AFB3CB5}"/>
          </ac:picMkLst>
        </pc:picChg>
        <pc:picChg chg="add mod">
          <ac:chgData name="xi sheng" userId="b3919e0d8ca6a452" providerId="LiveId" clId="{7D0FCA31-27ED-4A72-9EC6-AEAAC19F9363}" dt="2024-06-10T04:44:54.314" v="6815" actId="1076"/>
          <ac:picMkLst>
            <pc:docMk/>
            <pc:sldMk cId="3570498731" sldId="313"/>
            <ac:picMk id="11" creationId="{A29A749B-FD8E-FAC6-836B-B272234B7171}"/>
          </ac:picMkLst>
        </pc:picChg>
        <pc:picChg chg="add mod">
          <ac:chgData name="xi sheng" userId="b3919e0d8ca6a452" providerId="LiveId" clId="{7D0FCA31-27ED-4A72-9EC6-AEAAC19F9363}" dt="2024-06-10T04:48:56.402" v="6844" actId="1076"/>
          <ac:picMkLst>
            <pc:docMk/>
            <pc:sldMk cId="3570498731" sldId="313"/>
            <ac:picMk id="14" creationId="{2876C950-6F42-44A9-9B81-A847B5A098C2}"/>
          </ac:picMkLst>
        </pc:picChg>
        <pc:picChg chg="add mod">
          <ac:chgData name="xi sheng" userId="b3919e0d8ca6a452" providerId="LiveId" clId="{7D0FCA31-27ED-4A72-9EC6-AEAAC19F9363}" dt="2024-06-10T04:48:56.402" v="6844" actId="1076"/>
          <ac:picMkLst>
            <pc:docMk/>
            <pc:sldMk cId="3570498731" sldId="313"/>
            <ac:picMk id="16" creationId="{94E16D87-9C6B-4B1E-596B-45736EED04A9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17" creationId="{78CB5DAB-E7DD-49DE-F6C0-626F14DFD360}"/>
          </ac:picMkLst>
        </pc:picChg>
        <pc:picChg chg="add mod">
          <ac:chgData name="xi sheng" userId="b3919e0d8ca6a452" providerId="LiveId" clId="{7D0FCA31-27ED-4A72-9EC6-AEAAC19F9363}" dt="2024-06-10T04:49:06.794" v="6847" actId="1076"/>
          <ac:picMkLst>
            <pc:docMk/>
            <pc:sldMk cId="3570498731" sldId="313"/>
            <ac:picMk id="19" creationId="{3E2AA062-A2AC-74E2-84A9-4213C383B454}"/>
          </ac:picMkLst>
        </pc:picChg>
        <pc:picChg chg="add mod">
          <ac:chgData name="xi sheng" userId="b3919e0d8ca6a452" providerId="LiveId" clId="{7D0FCA31-27ED-4A72-9EC6-AEAAC19F9363}" dt="2024-06-10T04:49:04.427" v="6846" actId="1076"/>
          <ac:picMkLst>
            <pc:docMk/>
            <pc:sldMk cId="3570498731" sldId="313"/>
            <ac:picMk id="22" creationId="{EACC2F76-0767-479D-E82F-9FEBC67DCC24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23" creationId="{466DBED5-356F-43C0-C5F4-4FE67E56988E}"/>
          </ac:picMkLst>
        </pc:picChg>
        <pc:picChg chg="add del">
          <ac:chgData name="xi sheng" userId="b3919e0d8ca6a452" providerId="LiveId" clId="{7D0FCA31-27ED-4A72-9EC6-AEAAC19F9363}" dt="2024-06-10T04:48:28.083" v="6829" actId="478"/>
          <ac:picMkLst>
            <pc:docMk/>
            <pc:sldMk cId="3570498731" sldId="313"/>
            <ac:picMk id="26" creationId="{0101491D-BC5C-CC48-CBA5-0D425B6B230D}"/>
          </ac:picMkLst>
        </pc:picChg>
        <pc:picChg chg="add mod">
          <ac:chgData name="xi sheng" userId="b3919e0d8ca6a452" providerId="LiveId" clId="{7D0FCA31-27ED-4A72-9EC6-AEAAC19F9363}" dt="2024-06-10T04:49:08.586" v="6848" actId="1076"/>
          <ac:picMkLst>
            <pc:docMk/>
            <pc:sldMk cId="3570498731" sldId="313"/>
            <ac:picMk id="30" creationId="{9B532EC3-E9CA-79FF-9002-A5AE6420D069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31" creationId="{DF2D935B-9143-1D50-4CDC-B263014AB9F4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54" creationId="{820146C9-BFC4-136C-DE96-54D1002190DA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66" creationId="{BE007233-3E9F-CB80-5752-31D4AF2C7A75}"/>
          </ac:picMkLst>
        </pc:picChg>
        <pc:picChg chg="del">
          <ac:chgData name="xi sheng" userId="b3919e0d8ca6a452" providerId="LiveId" clId="{7D0FCA31-27ED-4A72-9EC6-AEAAC19F9363}" dt="2024-06-10T04:32:11.254" v="6598" actId="478"/>
          <ac:picMkLst>
            <pc:docMk/>
            <pc:sldMk cId="3570498731" sldId="313"/>
            <ac:picMk id="74" creationId="{E162D7B4-5535-F24A-C70A-95F6C22B82A3}"/>
          </ac:picMkLst>
        </pc:pic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12" creationId="{BEAA88D6-862B-8EB5-9824-776F229EF8C3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25" creationId="{6EF190B5-101D-0308-00B3-756DC80E4D8C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42" creationId="{63AF00C2-D732-D6F2-79D6-CF4938B10B1A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46" creationId="{B1CA0136-A56A-05FD-C197-E3590C1B62C6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48" creationId="{E1D8892E-28A2-2BCA-32FE-DF9F66BFE718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56" creationId="{B33A4F91-1F46-CD13-EB66-F953B281AF1D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57" creationId="{005B8A21-F2FE-84B3-2947-69BDDF9A5A94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68" creationId="{BF4A810F-B842-DDA8-63D2-8311BFC68FCC}"/>
          </ac:cxnSpMkLst>
        </pc:cxnChg>
        <pc:cxnChg chg="del mod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76" creationId="{278DA87F-0666-ACE5-9B63-D07FEA2B7974}"/>
          </ac:cxnSpMkLst>
        </pc:cxnChg>
        <pc:cxnChg chg="del">
          <ac:chgData name="xi sheng" userId="b3919e0d8ca6a452" providerId="LiveId" clId="{7D0FCA31-27ED-4A72-9EC6-AEAAC19F9363}" dt="2024-06-10T04:32:11.254" v="6598" actId="478"/>
          <ac:cxnSpMkLst>
            <pc:docMk/>
            <pc:sldMk cId="3570498731" sldId="313"/>
            <ac:cxnSpMk id="78" creationId="{9C746FE2-3EE3-F05D-972C-7A8C757B3898}"/>
          </ac:cxnSpMkLst>
        </pc:cxnChg>
      </pc:sldChg>
      <pc:sldChg chg="addSp delSp modSp add del mod">
        <pc:chgData name="xi sheng" userId="b3919e0d8ca6a452" providerId="LiveId" clId="{7D0FCA31-27ED-4A72-9EC6-AEAAC19F9363}" dt="2024-06-16T01:45:31.687" v="7377" actId="47"/>
        <pc:sldMkLst>
          <pc:docMk/>
          <pc:sldMk cId="2774963951" sldId="314"/>
        </pc:sldMkLst>
        <pc:spChg chg="mod">
          <ac:chgData name="xi sheng" userId="b3919e0d8ca6a452" providerId="LiveId" clId="{7D0FCA31-27ED-4A72-9EC6-AEAAC19F9363}" dt="2024-06-10T05:12:43.785" v="7114" actId="20577"/>
          <ac:spMkLst>
            <pc:docMk/>
            <pc:sldMk cId="2774963951" sldId="314"/>
            <ac:spMk id="2" creationId="{CE27A7EE-86BA-69AB-8092-1BE44FEF03B4}"/>
          </ac:spMkLst>
        </pc:spChg>
        <pc:spChg chg="mod">
          <ac:chgData name="xi sheng" userId="b3919e0d8ca6a452" providerId="LiveId" clId="{7D0FCA31-27ED-4A72-9EC6-AEAAC19F9363}" dt="2024-06-10T05:02:14.870" v="6897" actId="27636"/>
          <ac:spMkLst>
            <pc:docMk/>
            <pc:sldMk cId="2774963951" sldId="314"/>
            <ac:spMk id="3" creationId="{F0A4F5AB-57A6-1680-E15A-AFDEAD623B42}"/>
          </ac:spMkLst>
        </pc:spChg>
        <pc:spChg chg="add mod">
          <ac:chgData name="xi sheng" userId="b3919e0d8ca6a452" providerId="LiveId" clId="{7D0FCA31-27ED-4A72-9EC6-AEAAC19F9363}" dt="2024-06-10T05:03:41.434" v="6932" actId="20577"/>
          <ac:spMkLst>
            <pc:docMk/>
            <pc:sldMk cId="2774963951" sldId="314"/>
            <ac:spMk id="4" creationId="{24248216-ABD4-1BF3-8525-47E6364BE7E5}"/>
          </ac:spMkLst>
        </pc:spChg>
        <pc:spChg chg="del">
          <ac:chgData name="xi sheng" userId="b3919e0d8ca6a452" providerId="LiveId" clId="{7D0FCA31-27ED-4A72-9EC6-AEAAC19F9363}" dt="2024-06-10T05:02:06.155" v="6889" actId="478"/>
          <ac:spMkLst>
            <pc:docMk/>
            <pc:sldMk cId="2774963951" sldId="314"/>
            <ac:spMk id="5" creationId="{1774F231-AAE6-C15E-116D-F524B7D7944E}"/>
          </ac:spMkLst>
        </pc:spChg>
        <pc:spChg chg="del mod">
          <ac:chgData name="xi sheng" userId="b3919e0d8ca6a452" providerId="LiveId" clId="{7D0FCA31-27ED-4A72-9EC6-AEAAC19F9363}" dt="2024-06-10T04:49:39.039" v="6855" actId="478"/>
          <ac:spMkLst>
            <pc:docMk/>
            <pc:sldMk cId="2774963951" sldId="314"/>
            <ac:spMk id="7" creationId="{6D73D396-FE70-A76D-54AC-44C513032ECA}"/>
          </ac:spMkLst>
        </pc:spChg>
        <pc:spChg chg="del mod">
          <ac:chgData name="xi sheng" userId="b3919e0d8ca6a452" providerId="LiveId" clId="{7D0FCA31-27ED-4A72-9EC6-AEAAC19F9363}" dt="2024-06-10T05:02:02.359" v="6888" actId="478"/>
          <ac:spMkLst>
            <pc:docMk/>
            <pc:sldMk cId="2774963951" sldId="314"/>
            <ac:spMk id="9" creationId="{17F2480B-C054-2D1D-B4D3-6BF8BF3CC160}"/>
          </ac:spMkLst>
        </pc:spChg>
        <pc:spChg chg="add del mod">
          <ac:chgData name="xi sheng" userId="b3919e0d8ca6a452" providerId="LiveId" clId="{7D0FCA31-27ED-4A72-9EC6-AEAAC19F9363}" dt="2024-06-10T05:05:50.278" v="6943"/>
          <ac:spMkLst>
            <pc:docMk/>
            <pc:sldMk cId="2774963951" sldId="314"/>
            <ac:spMk id="25" creationId="{DE5084DA-46DA-F072-3EC0-F9FAFED3E739}"/>
          </ac:spMkLst>
        </pc:spChg>
        <pc:spChg chg="add del mod">
          <ac:chgData name="xi sheng" userId="b3919e0d8ca6a452" providerId="LiveId" clId="{7D0FCA31-27ED-4A72-9EC6-AEAAC19F9363}" dt="2024-06-16T01:45:27.220" v="7375" actId="21"/>
          <ac:spMkLst>
            <pc:docMk/>
            <pc:sldMk cId="2774963951" sldId="314"/>
            <ac:spMk id="26" creationId="{E04E0756-FFCD-2683-EBC5-9FF2FF35A151}"/>
          </ac:spMkLst>
        </pc:spChg>
        <pc:spChg chg="add del mod">
          <ac:chgData name="xi sheng" userId="b3919e0d8ca6a452" providerId="LiveId" clId="{7D0FCA31-27ED-4A72-9EC6-AEAAC19F9363}" dt="2024-06-16T01:45:27.220" v="7375" actId="21"/>
          <ac:spMkLst>
            <pc:docMk/>
            <pc:sldMk cId="2774963951" sldId="314"/>
            <ac:spMk id="27" creationId="{E927EC3C-0F2B-D20F-8ED3-F61800E3B793}"/>
          </ac:spMkLst>
        </pc:spChg>
        <pc:picChg chg="add del mod">
          <ac:chgData name="xi sheng" userId="b3919e0d8ca6a452" providerId="LiveId" clId="{7D0FCA31-27ED-4A72-9EC6-AEAAC19F9363}" dt="2024-06-16T01:45:27.220" v="7375" actId="21"/>
          <ac:picMkLst>
            <pc:docMk/>
            <pc:sldMk cId="2774963951" sldId="314"/>
            <ac:picMk id="8" creationId="{6E43DB43-BD04-C66E-C1BB-06C43480C7D5}"/>
          </ac:picMkLst>
        </pc:picChg>
        <pc:picChg chg="del mod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11" creationId="{A29A749B-FD8E-FAC6-836B-B272234B7171}"/>
          </ac:picMkLst>
        </pc:picChg>
        <pc:picChg chg="add del mod">
          <ac:chgData name="xi sheng" userId="b3919e0d8ca6a452" providerId="LiveId" clId="{7D0FCA31-27ED-4A72-9EC6-AEAAC19F9363}" dt="2024-06-16T01:45:27.220" v="7375" actId="21"/>
          <ac:picMkLst>
            <pc:docMk/>
            <pc:sldMk cId="2774963951" sldId="314"/>
            <ac:picMk id="12" creationId="{573ACDAC-2999-1E27-F986-25F7B13D769E}"/>
          </ac:picMkLst>
        </pc:picChg>
        <pc:picChg chg="del mod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14" creationId="{2876C950-6F42-44A9-9B81-A847B5A098C2}"/>
          </ac:picMkLst>
        </pc:picChg>
        <pc:picChg chg="del mod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16" creationId="{94E16D87-9C6B-4B1E-596B-45736EED04A9}"/>
          </ac:picMkLst>
        </pc:picChg>
        <pc:picChg chg="del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19" creationId="{3E2AA062-A2AC-74E2-84A9-4213C383B454}"/>
          </ac:picMkLst>
        </pc:picChg>
        <pc:picChg chg="del mod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22" creationId="{EACC2F76-0767-479D-E82F-9FEBC67DCC24}"/>
          </ac:picMkLst>
        </pc:picChg>
        <pc:picChg chg="del">
          <ac:chgData name="xi sheng" userId="b3919e0d8ca6a452" providerId="LiveId" clId="{7D0FCA31-27ED-4A72-9EC6-AEAAC19F9363}" dt="2024-06-10T04:49:39.039" v="6855" actId="478"/>
          <ac:picMkLst>
            <pc:docMk/>
            <pc:sldMk cId="2774963951" sldId="314"/>
            <ac:picMk id="30" creationId="{9B532EC3-E9CA-79FF-9002-A5AE6420D069}"/>
          </ac:picMkLst>
        </pc:picChg>
        <pc:cxnChg chg="add del">
          <ac:chgData name="xi sheng" userId="b3919e0d8ca6a452" providerId="LiveId" clId="{7D0FCA31-27ED-4A72-9EC6-AEAAC19F9363}" dt="2024-06-16T01:45:27.220" v="7375" actId="21"/>
          <ac:cxnSpMkLst>
            <pc:docMk/>
            <pc:sldMk cId="2774963951" sldId="314"/>
            <ac:cxnSpMk id="15" creationId="{72E48183-E4F0-87AC-151B-3EFBD8485CBC}"/>
          </ac:cxnSpMkLst>
        </pc:cxnChg>
        <pc:cxnChg chg="add del">
          <ac:chgData name="xi sheng" userId="b3919e0d8ca6a452" providerId="LiveId" clId="{7D0FCA31-27ED-4A72-9EC6-AEAAC19F9363}" dt="2024-06-16T01:45:27.220" v="7375" actId="21"/>
          <ac:cxnSpMkLst>
            <pc:docMk/>
            <pc:sldMk cId="2774963951" sldId="314"/>
            <ac:cxnSpMk id="18" creationId="{1BBD49B7-DC78-5EFB-0287-995DA4B4A4BB}"/>
          </ac:cxnSpMkLst>
        </pc:cxnChg>
        <pc:cxnChg chg="add del">
          <ac:chgData name="xi sheng" userId="b3919e0d8ca6a452" providerId="LiveId" clId="{7D0FCA31-27ED-4A72-9EC6-AEAAC19F9363}" dt="2024-06-16T01:45:27.220" v="7375" actId="21"/>
          <ac:cxnSpMkLst>
            <pc:docMk/>
            <pc:sldMk cId="2774963951" sldId="314"/>
            <ac:cxnSpMk id="21" creationId="{5D5E91BA-EA5D-5F69-0A7C-83E56049D1BF}"/>
          </ac:cxnSpMkLst>
        </pc:cxnChg>
        <pc:cxnChg chg="add">
          <ac:chgData name="xi sheng" userId="b3919e0d8ca6a452" providerId="LiveId" clId="{7D0FCA31-27ED-4A72-9EC6-AEAAC19F9363}" dt="2024-06-10T05:05:25.740" v="6940" actId="11529"/>
          <ac:cxnSpMkLst>
            <pc:docMk/>
            <pc:sldMk cId="2774963951" sldId="314"/>
            <ac:cxnSpMk id="24" creationId="{57AFDCBF-10A7-B965-36EA-44DFE3C9F327}"/>
          </ac:cxnSpMkLst>
        </pc:cxnChg>
      </pc:sldChg>
      <pc:sldChg chg="addSp modSp new mod">
        <pc:chgData name="xi sheng" userId="b3919e0d8ca6a452" providerId="LiveId" clId="{7D0FCA31-27ED-4A72-9EC6-AEAAC19F9363}" dt="2024-06-16T03:11:41.547" v="8937" actId="20577"/>
        <pc:sldMkLst>
          <pc:docMk/>
          <pc:sldMk cId="2973422763" sldId="315"/>
        </pc:sldMkLst>
        <pc:spChg chg="mod">
          <ac:chgData name="xi sheng" userId="b3919e0d8ca6a452" providerId="LiveId" clId="{7D0FCA31-27ED-4A72-9EC6-AEAAC19F9363}" dt="2024-06-16T03:11:41.547" v="8937" actId="20577"/>
          <ac:spMkLst>
            <pc:docMk/>
            <pc:sldMk cId="2973422763" sldId="315"/>
            <ac:spMk id="2" creationId="{ED4814D2-06F4-9C1A-7C21-305A067678CF}"/>
          </ac:spMkLst>
        </pc:spChg>
        <pc:spChg chg="mod">
          <ac:chgData name="xi sheng" userId="b3919e0d8ca6a452" providerId="LiveId" clId="{7D0FCA31-27ED-4A72-9EC6-AEAAC19F9363}" dt="2024-06-10T05:14:30.518" v="7160" actId="20577"/>
          <ac:spMkLst>
            <pc:docMk/>
            <pc:sldMk cId="2973422763" sldId="315"/>
            <ac:spMk id="3" creationId="{53C1E4CF-AAAB-3D55-23DA-5B83891D374E}"/>
          </ac:spMkLst>
        </pc:spChg>
        <pc:spChg chg="add mod">
          <ac:chgData name="xi sheng" userId="b3919e0d8ca6a452" providerId="LiveId" clId="{7D0FCA31-27ED-4A72-9EC6-AEAAC19F9363}" dt="2024-06-16T03:11:33.234" v="8931" actId="1076"/>
          <ac:spMkLst>
            <pc:docMk/>
            <pc:sldMk cId="2973422763" sldId="315"/>
            <ac:spMk id="4" creationId="{11047DFF-BF97-CB80-846A-2FD0CA1D46C9}"/>
          </ac:spMkLst>
        </pc:spChg>
        <pc:picChg chg="add mod">
          <ac:chgData name="xi sheng" userId="b3919e0d8ca6a452" providerId="LiveId" clId="{7D0FCA31-27ED-4A72-9EC6-AEAAC19F9363}" dt="2024-06-16T03:11:24.096" v="8929" actId="1076"/>
          <ac:picMkLst>
            <pc:docMk/>
            <pc:sldMk cId="2973422763" sldId="315"/>
            <ac:picMk id="5" creationId="{BB66B971-A91C-F063-3A0E-7B8070673AC7}"/>
          </ac:picMkLst>
        </pc:picChg>
        <pc:picChg chg="add mod">
          <ac:chgData name="xi sheng" userId="b3919e0d8ca6a452" providerId="LiveId" clId="{7D0FCA31-27ED-4A72-9EC6-AEAAC19F9363}" dt="2024-06-16T03:11:33.234" v="8931" actId="1076"/>
          <ac:picMkLst>
            <pc:docMk/>
            <pc:sldMk cId="2973422763" sldId="315"/>
            <ac:picMk id="6" creationId="{80EF5B73-8728-B3E5-5DBF-F70CD6110683}"/>
          </ac:picMkLst>
        </pc:picChg>
        <pc:cxnChg chg="add mod">
          <ac:chgData name="xi sheng" userId="b3919e0d8ca6a452" providerId="LiveId" clId="{7D0FCA31-27ED-4A72-9EC6-AEAAC19F9363}" dt="2024-06-16T03:11:24.096" v="8929" actId="1076"/>
          <ac:cxnSpMkLst>
            <pc:docMk/>
            <pc:sldMk cId="2973422763" sldId="315"/>
            <ac:cxnSpMk id="7" creationId="{53EB065A-C438-C3FA-61C9-00E07628EAD7}"/>
          </ac:cxnSpMkLst>
        </pc:cxnChg>
      </pc:sldChg>
      <pc:sldChg chg="addSp modSp new del mod">
        <pc:chgData name="xi sheng" userId="b3919e0d8ca6a452" providerId="LiveId" clId="{7D0FCA31-27ED-4A72-9EC6-AEAAC19F9363}" dt="2024-06-16T03:11:38.064" v="8932" actId="47"/>
        <pc:sldMkLst>
          <pc:docMk/>
          <pc:sldMk cId="2666205070" sldId="316"/>
        </pc:sldMkLst>
        <pc:spChg chg="mod">
          <ac:chgData name="xi sheng" userId="b3919e0d8ca6a452" providerId="LiveId" clId="{7D0FCA31-27ED-4A72-9EC6-AEAAC19F9363}" dt="2024-06-10T05:15:27.231" v="7166" actId="20577"/>
          <ac:spMkLst>
            <pc:docMk/>
            <pc:sldMk cId="2666205070" sldId="316"/>
            <ac:spMk id="2" creationId="{03516961-7717-6E32-FF67-D496BBCB04C3}"/>
          </ac:spMkLst>
        </pc:spChg>
        <pc:spChg chg="mod">
          <ac:chgData name="xi sheng" userId="b3919e0d8ca6a452" providerId="LiveId" clId="{7D0FCA31-27ED-4A72-9EC6-AEAAC19F9363}" dt="2024-06-16T01:48:33.395" v="7405"/>
          <ac:spMkLst>
            <pc:docMk/>
            <pc:sldMk cId="2666205070" sldId="316"/>
            <ac:spMk id="3" creationId="{3A1A2472-9A48-4ABD-8B8B-8F003A9744B3}"/>
          </ac:spMkLst>
        </pc:spChg>
        <pc:picChg chg="add">
          <ac:chgData name="xi sheng" userId="b3919e0d8ca6a452" providerId="LiveId" clId="{7D0FCA31-27ED-4A72-9EC6-AEAAC19F9363}" dt="2024-06-10T05:15:10.538" v="7162" actId="22"/>
          <ac:picMkLst>
            <pc:docMk/>
            <pc:sldMk cId="2666205070" sldId="316"/>
            <ac:picMk id="5" creationId="{75CC26E3-6AD5-C8C8-116F-A9888E585653}"/>
          </ac:picMkLst>
        </pc:picChg>
      </pc:sldChg>
      <pc:sldChg chg="addSp delSp modSp add mod">
        <pc:chgData name="xi sheng" userId="b3919e0d8ca6a452" providerId="LiveId" clId="{7D0FCA31-27ED-4A72-9EC6-AEAAC19F9363}" dt="2024-06-16T05:56:52.940" v="9660"/>
        <pc:sldMkLst>
          <pc:docMk/>
          <pc:sldMk cId="899331041" sldId="317"/>
        </pc:sldMkLst>
        <pc:spChg chg="mod">
          <ac:chgData name="xi sheng" userId="b3919e0d8ca6a452" providerId="LiveId" clId="{7D0FCA31-27ED-4A72-9EC6-AEAAC19F9363}" dt="2024-06-16T02:18:12.470" v="8041" actId="20577"/>
          <ac:spMkLst>
            <pc:docMk/>
            <pc:sldMk cId="899331041" sldId="317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5:56:52.940" v="9660"/>
          <ac:spMkLst>
            <pc:docMk/>
            <pc:sldMk cId="899331041" sldId="317"/>
            <ac:spMk id="6" creationId="{08563A0F-D664-5402-613F-DDBDA68386B6}"/>
          </ac:spMkLst>
        </pc:spChg>
        <pc:spChg chg="del">
          <ac:chgData name="xi sheng" userId="b3919e0d8ca6a452" providerId="LiveId" clId="{7D0FCA31-27ED-4A72-9EC6-AEAAC19F9363}" dt="2024-06-16T02:02:14.794" v="7613" actId="478"/>
          <ac:spMkLst>
            <pc:docMk/>
            <pc:sldMk cId="899331041" sldId="317"/>
            <ac:spMk id="8" creationId="{3C2705E9-A3C3-2FE9-FA90-B250F3019D62}"/>
          </ac:spMkLst>
        </pc:spChg>
        <pc:spChg chg="add mod">
          <ac:chgData name="xi sheng" userId="b3919e0d8ca6a452" providerId="LiveId" clId="{7D0FCA31-27ED-4A72-9EC6-AEAAC19F9363}" dt="2024-06-16T02:10:12.913" v="7842" actId="1076"/>
          <ac:spMkLst>
            <pc:docMk/>
            <pc:sldMk cId="899331041" sldId="317"/>
            <ac:spMk id="9" creationId="{5A5243BC-6F81-9C7D-742E-36BEA500EE5A}"/>
          </ac:spMkLst>
        </pc:spChg>
        <pc:spChg chg="add mod">
          <ac:chgData name="xi sheng" userId="b3919e0d8ca6a452" providerId="LiveId" clId="{7D0FCA31-27ED-4A72-9EC6-AEAAC19F9363}" dt="2024-06-16T02:12:28.944" v="7853" actId="14100"/>
          <ac:spMkLst>
            <pc:docMk/>
            <pc:sldMk cId="899331041" sldId="317"/>
            <ac:spMk id="17" creationId="{81996BD7-1521-0C80-24EA-2C7F43366A76}"/>
          </ac:spMkLst>
        </pc:spChg>
        <pc:picChg chg="del mod ord">
          <ac:chgData name="xi sheng" userId="b3919e0d8ca6a452" providerId="LiveId" clId="{7D0FCA31-27ED-4A72-9EC6-AEAAC19F9363}" dt="2024-06-16T02:07:06.023" v="7817" actId="478"/>
          <ac:picMkLst>
            <pc:docMk/>
            <pc:sldMk cId="899331041" sldId="317"/>
            <ac:picMk id="4" creationId="{1F349135-F05D-E111-DCC8-6494275382B1}"/>
          </ac:picMkLst>
        </pc:picChg>
        <pc:picChg chg="add mod">
          <ac:chgData name="xi sheng" userId="b3919e0d8ca6a452" providerId="LiveId" clId="{7D0FCA31-27ED-4A72-9EC6-AEAAC19F9363}" dt="2024-06-16T02:07:23.583" v="7821" actId="1076"/>
          <ac:picMkLst>
            <pc:docMk/>
            <pc:sldMk cId="899331041" sldId="317"/>
            <ac:picMk id="5" creationId="{883FFC45-6255-8016-127F-91AB089C9F48}"/>
          </ac:picMkLst>
        </pc:picChg>
        <pc:picChg chg="del">
          <ac:chgData name="xi sheng" userId="b3919e0d8ca6a452" providerId="LiveId" clId="{7D0FCA31-27ED-4A72-9EC6-AEAAC19F9363}" dt="2024-06-16T02:02:14.794" v="7613" actId="478"/>
          <ac:picMkLst>
            <pc:docMk/>
            <pc:sldMk cId="899331041" sldId="317"/>
            <ac:picMk id="7" creationId="{25BCB42F-CDBF-F4C4-7319-6FF5E31AD60F}"/>
          </ac:picMkLst>
        </pc:picChg>
        <pc:picChg chg="add del">
          <ac:chgData name="xi sheng" userId="b3919e0d8ca6a452" providerId="LiveId" clId="{7D0FCA31-27ED-4A72-9EC6-AEAAC19F9363}" dt="2024-06-16T02:11:46.928" v="7845" actId="478"/>
          <ac:picMkLst>
            <pc:docMk/>
            <pc:sldMk cId="899331041" sldId="317"/>
            <ac:picMk id="11" creationId="{4E7E9DB5-48A8-61E5-98CA-B37FF07DE0D5}"/>
          </ac:picMkLst>
        </pc:picChg>
        <pc:picChg chg="del">
          <ac:chgData name="xi sheng" userId="b3919e0d8ca6a452" providerId="LiveId" clId="{7D0FCA31-27ED-4A72-9EC6-AEAAC19F9363}" dt="2024-06-16T02:02:14.794" v="7613" actId="478"/>
          <ac:picMkLst>
            <pc:docMk/>
            <pc:sldMk cId="899331041" sldId="317"/>
            <ac:picMk id="26" creationId="{74102BF2-8D4E-565D-405E-839A3360BB21}"/>
          </ac:picMkLst>
        </pc:pic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13" creationId="{98361ACD-3651-B3E0-1FEE-33E61E40220B}"/>
          </ac:cxnSpMkLst>
        </pc:cxnChg>
        <pc:cxnChg chg="add">
          <ac:chgData name="xi sheng" userId="b3919e0d8ca6a452" providerId="LiveId" clId="{7D0FCA31-27ED-4A72-9EC6-AEAAC19F9363}" dt="2024-06-16T02:12:13.647" v="7850" actId="11529"/>
          <ac:cxnSpMkLst>
            <pc:docMk/>
            <pc:sldMk cId="899331041" sldId="317"/>
            <ac:cxnSpMk id="14" creationId="{E97BDE6D-F2CA-CAF6-75D0-869625ABC470}"/>
          </ac:cxnSpMkLst>
        </pc:cxnChg>
        <pc:cxnChg chg="add">
          <ac:chgData name="xi sheng" userId="b3919e0d8ca6a452" providerId="LiveId" clId="{7D0FCA31-27ED-4A72-9EC6-AEAAC19F9363}" dt="2024-06-16T02:12:19.296" v="7851" actId="11529"/>
          <ac:cxnSpMkLst>
            <pc:docMk/>
            <pc:sldMk cId="899331041" sldId="317"/>
            <ac:cxnSpMk id="16" creationId="{F9DE3ADB-93A6-6BBC-DBAA-8DE1A2F4D309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19" creationId="{37FB5122-6DB2-1F31-B16C-A6B3A508679F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23" creationId="{DF5E84C1-7B36-FDA3-1A84-375EE088B1C5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29" creationId="{6E96B44E-28D7-E9FF-22ED-05AA13994A91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31" creationId="{F1E09135-14D1-8B25-DCF7-04E910CC9299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34" creationId="{A7D90639-74D8-5919-F0C8-C33A77EF0FC2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35" creationId="{C9C95A36-8E3E-08B4-7F9C-0902AC9F679D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37" creationId="{6F3A6A8A-A811-02E6-02FB-BFCAA37A0821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38" creationId="{E2B1DFC9-E9FF-E4FB-E499-1A055DA4FAF3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40" creationId="{E6883045-5BFF-CF2C-B4B4-A26EECEEFF27}"/>
          </ac:cxnSpMkLst>
        </pc:cxnChg>
        <pc:cxnChg chg="del">
          <ac:chgData name="xi sheng" userId="b3919e0d8ca6a452" providerId="LiveId" clId="{7D0FCA31-27ED-4A72-9EC6-AEAAC19F9363}" dt="2024-06-16T02:02:14.794" v="7613" actId="478"/>
          <ac:cxnSpMkLst>
            <pc:docMk/>
            <pc:sldMk cId="899331041" sldId="317"/>
            <ac:cxnSpMk id="41" creationId="{884E7FEE-D989-771C-CA46-B994679FF288}"/>
          </ac:cxnSpMkLst>
        </pc:cxnChg>
      </pc:sldChg>
      <pc:sldChg chg="addSp delSp modSp add mod ord">
        <pc:chgData name="xi sheng" userId="b3919e0d8ca6a452" providerId="LiveId" clId="{7D0FCA31-27ED-4A72-9EC6-AEAAC19F9363}" dt="2024-06-16T02:41:18.309" v="8405" actId="478"/>
        <pc:sldMkLst>
          <pc:docMk/>
          <pc:sldMk cId="465754303" sldId="318"/>
        </pc:sldMkLst>
        <pc:spChg chg="mod">
          <ac:chgData name="xi sheng" userId="b3919e0d8ca6a452" providerId="LiveId" clId="{7D0FCA31-27ED-4A72-9EC6-AEAAC19F9363}" dt="2024-06-16T02:18:46.155" v="8064" actId="20577"/>
          <ac:spMkLst>
            <pc:docMk/>
            <pc:sldMk cId="465754303" sldId="318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2:16:56.517" v="8024"/>
          <ac:spMkLst>
            <pc:docMk/>
            <pc:sldMk cId="465754303" sldId="318"/>
            <ac:spMk id="6" creationId="{08563A0F-D664-5402-613F-DDBDA68386B6}"/>
          </ac:spMkLst>
        </pc:spChg>
        <pc:spChg chg="del">
          <ac:chgData name="xi sheng" userId="b3919e0d8ca6a452" providerId="LiveId" clId="{7D0FCA31-27ED-4A72-9EC6-AEAAC19F9363}" dt="2024-06-16T02:11:59.398" v="7847" actId="478"/>
          <ac:spMkLst>
            <pc:docMk/>
            <pc:sldMk cId="465754303" sldId="318"/>
            <ac:spMk id="9" creationId="{5A5243BC-6F81-9C7D-742E-36BEA500EE5A}"/>
          </ac:spMkLst>
        </pc:spChg>
        <pc:spChg chg="add mod">
          <ac:chgData name="xi sheng" userId="b3919e0d8ca6a452" providerId="LiveId" clId="{7D0FCA31-27ED-4A72-9EC6-AEAAC19F9363}" dt="2024-06-16T02:15:32.509" v="7982" actId="208"/>
          <ac:spMkLst>
            <pc:docMk/>
            <pc:sldMk cId="465754303" sldId="318"/>
            <ac:spMk id="14" creationId="{289BA056-7D41-64BA-C4CC-E167DF03ACE9}"/>
          </ac:spMkLst>
        </pc:spChg>
        <pc:spChg chg="add mod">
          <ac:chgData name="xi sheng" userId="b3919e0d8ca6a452" providerId="LiveId" clId="{7D0FCA31-27ED-4A72-9EC6-AEAAC19F9363}" dt="2024-06-16T02:15:48.608" v="7987" actId="208"/>
          <ac:spMkLst>
            <pc:docMk/>
            <pc:sldMk cId="465754303" sldId="318"/>
            <ac:spMk id="16" creationId="{5D52A5FA-EF31-2BF8-976B-4F4AC86BCB65}"/>
          </ac:spMkLst>
        </pc:spChg>
        <pc:spChg chg="add">
          <ac:chgData name="xi sheng" userId="b3919e0d8ca6a452" providerId="LiveId" clId="{7D0FCA31-27ED-4A72-9EC6-AEAAC19F9363}" dt="2024-06-16T02:15:58.300" v="7988" actId="11529"/>
          <ac:spMkLst>
            <pc:docMk/>
            <pc:sldMk cId="465754303" sldId="318"/>
            <ac:spMk id="17" creationId="{C1D67626-C698-C344-DF1B-A7A3E3A8FD9B}"/>
          </ac:spMkLst>
        </pc:spChg>
        <pc:spChg chg="add mod">
          <ac:chgData name="xi sheng" userId="b3919e0d8ca6a452" providerId="LiveId" clId="{7D0FCA31-27ED-4A72-9EC6-AEAAC19F9363}" dt="2024-06-16T02:16:01.768" v="7990" actId="1076"/>
          <ac:spMkLst>
            <pc:docMk/>
            <pc:sldMk cId="465754303" sldId="318"/>
            <ac:spMk id="18" creationId="{49465E18-56DB-7006-EA99-358EE4F0F18D}"/>
          </ac:spMkLst>
        </pc:spChg>
        <pc:spChg chg="add mod">
          <ac:chgData name="xi sheng" userId="b3919e0d8ca6a452" providerId="LiveId" clId="{7D0FCA31-27ED-4A72-9EC6-AEAAC19F9363}" dt="2024-06-16T02:16:07.649" v="7992" actId="1076"/>
          <ac:spMkLst>
            <pc:docMk/>
            <pc:sldMk cId="465754303" sldId="318"/>
            <ac:spMk id="19" creationId="{76B52F57-1EB6-5FB8-BC25-63C41905CAE6}"/>
          </ac:spMkLst>
        </pc:spChg>
        <pc:picChg chg="add mod">
          <ac:chgData name="xi sheng" userId="b3919e0d8ca6a452" providerId="LiveId" clId="{7D0FCA31-27ED-4A72-9EC6-AEAAC19F9363}" dt="2024-06-16T02:14:25" v="7942" actId="1076"/>
          <ac:picMkLst>
            <pc:docMk/>
            <pc:sldMk cId="465754303" sldId="318"/>
            <ac:picMk id="4" creationId="{E1D9D7C6-8C08-FA8D-DC50-95982087753C}"/>
          </ac:picMkLst>
        </pc:picChg>
        <pc:picChg chg="del">
          <ac:chgData name="xi sheng" userId="b3919e0d8ca6a452" providerId="LiveId" clId="{7D0FCA31-27ED-4A72-9EC6-AEAAC19F9363}" dt="2024-06-16T02:11:59.398" v="7847" actId="478"/>
          <ac:picMkLst>
            <pc:docMk/>
            <pc:sldMk cId="465754303" sldId="318"/>
            <ac:picMk id="5" creationId="{883FFC45-6255-8016-127F-91AB089C9F48}"/>
          </ac:picMkLst>
        </pc:picChg>
        <pc:picChg chg="mod ord">
          <ac:chgData name="xi sheng" userId="b3919e0d8ca6a452" providerId="LiveId" clId="{7D0FCA31-27ED-4A72-9EC6-AEAAC19F9363}" dt="2024-06-16T02:13:59.729" v="7939" actId="1076"/>
          <ac:picMkLst>
            <pc:docMk/>
            <pc:sldMk cId="465754303" sldId="318"/>
            <ac:picMk id="11" creationId="{4E7E9DB5-48A8-61E5-98CA-B37FF07DE0D5}"/>
          </ac:picMkLst>
        </pc:picChg>
        <pc:picChg chg="add mod">
          <ac:chgData name="xi sheng" userId="b3919e0d8ca6a452" providerId="LiveId" clId="{7D0FCA31-27ED-4A72-9EC6-AEAAC19F9363}" dt="2024-06-16T02:15:10.525" v="7968" actId="1076"/>
          <ac:picMkLst>
            <pc:docMk/>
            <pc:sldMk cId="465754303" sldId="318"/>
            <ac:picMk id="13" creationId="{7CE749B3-1BDA-3F91-2675-370C65DBE79C}"/>
          </ac:picMkLst>
        </pc:picChg>
        <pc:picChg chg="add del">
          <ac:chgData name="xi sheng" userId="b3919e0d8ca6a452" providerId="LiveId" clId="{7D0FCA31-27ED-4A72-9EC6-AEAAC19F9363}" dt="2024-06-16T02:41:18.309" v="8405" actId="478"/>
          <ac:picMkLst>
            <pc:docMk/>
            <pc:sldMk cId="465754303" sldId="318"/>
            <ac:picMk id="27" creationId="{4EB4E01A-12A3-F95F-7859-E01E58842A78}"/>
          </ac:picMkLst>
        </pc:picChg>
        <pc:cxnChg chg="add">
          <ac:chgData name="xi sheng" userId="b3919e0d8ca6a452" providerId="LiveId" clId="{7D0FCA31-27ED-4A72-9EC6-AEAAC19F9363}" dt="2024-06-16T02:14:29.872" v="7943" actId="11529"/>
          <ac:cxnSpMkLst>
            <pc:docMk/>
            <pc:sldMk cId="465754303" sldId="318"/>
            <ac:cxnSpMk id="8" creationId="{84444DA5-1996-9D0F-672B-DEA4EC267F79}"/>
          </ac:cxnSpMkLst>
        </pc:cxnChg>
        <pc:cxnChg chg="add mod">
          <ac:chgData name="xi sheng" userId="b3919e0d8ca6a452" providerId="LiveId" clId="{7D0FCA31-27ED-4A72-9EC6-AEAAC19F9363}" dt="2024-06-16T02:14:35.152" v="7945" actId="1076"/>
          <ac:cxnSpMkLst>
            <pc:docMk/>
            <pc:sldMk cId="465754303" sldId="318"/>
            <ac:cxnSpMk id="10" creationId="{2F6E24B9-A61E-C201-D737-D86F31E089BF}"/>
          </ac:cxnSpMkLst>
        </pc:cxnChg>
        <pc:cxnChg chg="add mod">
          <ac:chgData name="xi sheng" userId="b3919e0d8ca6a452" providerId="LiveId" clId="{7D0FCA31-27ED-4A72-9EC6-AEAAC19F9363}" dt="2024-06-16T02:15:41.750" v="7984" actId="1076"/>
          <ac:cxnSpMkLst>
            <pc:docMk/>
            <pc:sldMk cId="465754303" sldId="318"/>
            <ac:cxnSpMk id="15" creationId="{92A558EF-B04D-52EA-2716-56F64640041B}"/>
          </ac:cxnSpMkLst>
        </pc:cxnChg>
        <pc:cxnChg chg="add mod">
          <ac:chgData name="xi sheng" userId="b3919e0d8ca6a452" providerId="LiveId" clId="{7D0FCA31-27ED-4A72-9EC6-AEAAC19F9363}" dt="2024-06-16T02:17:13.504" v="8026" actId="14100"/>
          <ac:cxnSpMkLst>
            <pc:docMk/>
            <pc:sldMk cId="465754303" sldId="318"/>
            <ac:cxnSpMk id="21" creationId="{C9B2FC5C-1CD9-BB79-3DB9-31AF524EBB5C}"/>
          </ac:cxnSpMkLst>
        </pc:cxnChg>
        <pc:cxnChg chg="add mod">
          <ac:chgData name="xi sheng" userId="b3919e0d8ca6a452" providerId="LiveId" clId="{7D0FCA31-27ED-4A72-9EC6-AEAAC19F9363}" dt="2024-06-16T02:17:18.074" v="8028" actId="1076"/>
          <ac:cxnSpMkLst>
            <pc:docMk/>
            <pc:sldMk cId="465754303" sldId="318"/>
            <ac:cxnSpMk id="23" creationId="{5E288D7E-0B69-AE11-A869-9FB9281D5C6F}"/>
          </ac:cxnSpMkLst>
        </pc:cxnChg>
        <pc:cxnChg chg="add mod">
          <ac:chgData name="xi sheng" userId="b3919e0d8ca6a452" providerId="LiveId" clId="{7D0FCA31-27ED-4A72-9EC6-AEAAC19F9363}" dt="2024-06-16T02:17:22.798" v="8030" actId="1076"/>
          <ac:cxnSpMkLst>
            <pc:docMk/>
            <pc:sldMk cId="465754303" sldId="318"/>
            <ac:cxnSpMk id="24" creationId="{288A65FB-FD1E-4BC7-1F2F-EBCFAC4A5AFD}"/>
          </ac:cxnSpMkLst>
        </pc:cxnChg>
        <pc:cxnChg chg="add mod">
          <ac:chgData name="xi sheng" userId="b3919e0d8ca6a452" providerId="LiveId" clId="{7D0FCA31-27ED-4A72-9EC6-AEAAC19F9363}" dt="2024-06-16T02:17:27.033" v="8032" actId="1076"/>
          <ac:cxnSpMkLst>
            <pc:docMk/>
            <pc:sldMk cId="465754303" sldId="318"/>
            <ac:cxnSpMk id="25" creationId="{D4D17539-7B20-06F7-1ED7-A9897549C16F}"/>
          </ac:cxnSpMkLst>
        </pc:cxnChg>
      </pc:sldChg>
      <pc:sldChg chg="addSp delSp modSp add mod">
        <pc:chgData name="xi sheng" userId="b3919e0d8ca6a452" providerId="LiveId" clId="{7D0FCA31-27ED-4A72-9EC6-AEAAC19F9363}" dt="2024-06-16T03:13:01.329" v="8944" actId="20577"/>
        <pc:sldMkLst>
          <pc:docMk/>
          <pc:sldMk cId="3209108427" sldId="319"/>
        </pc:sldMkLst>
        <pc:spChg chg="mod">
          <ac:chgData name="xi sheng" userId="b3919e0d8ca6a452" providerId="LiveId" clId="{7D0FCA31-27ED-4A72-9EC6-AEAAC19F9363}" dt="2024-06-16T02:22:54.522" v="8124" actId="20577"/>
          <ac:spMkLst>
            <pc:docMk/>
            <pc:sldMk cId="3209108427" sldId="319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3:13:01.329" v="8944" actId="20577"/>
          <ac:spMkLst>
            <pc:docMk/>
            <pc:sldMk cId="3209108427" sldId="319"/>
            <ac:spMk id="6" creationId="{08563A0F-D664-5402-613F-DDBDA68386B6}"/>
          </ac:spMkLst>
        </pc:spChg>
        <pc:spChg chg="add del">
          <ac:chgData name="xi sheng" userId="b3919e0d8ca6a452" providerId="LiveId" clId="{7D0FCA31-27ED-4A72-9EC6-AEAAC19F9363}" dt="2024-06-16T02:20:30.568" v="8073" actId="478"/>
          <ac:spMkLst>
            <pc:docMk/>
            <pc:sldMk cId="3209108427" sldId="319"/>
            <ac:spMk id="8" creationId="{3C2705E9-A3C3-2FE9-FA90-B250F3019D62}"/>
          </ac:spMkLst>
        </pc:spChg>
        <pc:picChg chg="add mod">
          <ac:chgData name="xi sheng" userId="b3919e0d8ca6a452" providerId="LiveId" clId="{7D0FCA31-27ED-4A72-9EC6-AEAAC19F9363}" dt="2024-06-16T02:26:09.847" v="8220" actId="1076"/>
          <ac:picMkLst>
            <pc:docMk/>
            <pc:sldMk cId="3209108427" sldId="319"/>
            <ac:picMk id="4" creationId="{1C52703A-ACEF-D7D8-A4C9-4522FD7E36C7}"/>
          </ac:picMkLst>
        </pc:picChg>
        <pc:picChg chg="add del">
          <ac:chgData name="xi sheng" userId="b3919e0d8ca6a452" providerId="LiveId" clId="{7D0FCA31-27ED-4A72-9EC6-AEAAC19F9363}" dt="2024-06-16T02:20:30.568" v="8073" actId="478"/>
          <ac:picMkLst>
            <pc:docMk/>
            <pc:sldMk cId="3209108427" sldId="319"/>
            <ac:picMk id="7" creationId="{25BCB42F-CDBF-F4C4-7319-6FF5E31AD60F}"/>
          </ac:picMkLst>
        </pc:picChg>
        <pc:picChg chg="add del mod ord">
          <ac:chgData name="xi sheng" userId="b3919e0d8ca6a452" providerId="LiveId" clId="{7D0FCA31-27ED-4A72-9EC6-AEAAC19F9363}" dt="2024-06-16T02:26:04.239" v="8217" actId="478"/>
          <ac:picMkLst>
            <pc:docMk/>
            <pc:sldMk cId="3209108427" sldId="319"/>
            <ac:picMk id="9" creationId="{442CD0AB-D26B-644E-F743-332063529231}"/>
          </ac:picMkLst>
        </pc:picChg>
        <pc:picChg chg="add del">
          <ac:chgData name="xi sheng" userId="b3919e0d8ca6a452" providerId="LiveId" clId="{7D0FCA31-27ED-4A72-9EC6-AEAAC19F9363}" dt="2024-06-16T02:20:30.568" v="8073" actId="478"/>
          <ac:picMkLst>
            <pc:docMk/>
            <pc:sldMk cId="3209108427" sldId="319"/>
            <ac:picMk id="26" creationId="{74102BF2-8D4E-565D-405E-839A3360BB21}"/>
          </ac:picMkLst>
        </pc:picChg>
        <pc:cxnChg chg="add">
          <ac:chgData name="xi sheng" userId="b3919e0d8ca6a452" providerId="LiveId" clId="{7D0FCA31-27ED-4A72-9EC6-AEAAC19F9363}" dt="2024-06-16T02:26:14.888" v="8221" actId="11529"/>
          <ac:cxnSpMkLst>
            <pc:docMk/>
            <pc:sldMk cId="3209108427" sldId="319"/>
            <ac:cxnSpMk id="10" creationId="{D30B5BE0-B9E5-C713-DAB8-1433F793A12B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13" creationId="{98361ACD-3651-B3E0-1FEE-33E61E40220B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19" creationId="{37FB5122-6DB2-1F31-B16C-A6B3A508679F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23" creationId="{DF5E84C1-7B36-FDA3-1A84-375EE088B1C5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29" creationId="{6E96B44E-28D7-E9FF-22ED-05AA13994A91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31" creationId="{F1E09135-14D1-8B25-DCF7-04E910CC9299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34" creationId="{A7D90639-74D8-5919-F0C8-C33A77EF0FC2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35" creationId="{C9C95A36-8E3E-08B4-7F9C-0902AC9F679D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37" creationId="{6F3A6A8A-A811-02E6-02FB-BFCAA37A0821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38" creationId="{E2B1DFC9-E9FF-E4FB-E499-1A055DA4FAF3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40" creationId="{E6883045-5BFF-CF2C-B4B4-A26EECEEFF27}"/>
          </ac:cxnSpMkLst>
        </pc:cxnChg>
        <pc:cxnChg chg="add del">
          <ac:chgData name="xi sheng" userId="b3919e0d8ca6a452" providerId="LiveId" clId="{7D0FCA31-27ED-4A72-9EC6-AEAAC19F9363}" dt="2024-06-16T02:20:30.568" v="8073" actId="478"/>
          <ac:cxnSpMkLst>
            <pc:docMk/>
            <pc:sldMk cId="3209108427" sldId="319"/>
            <ac:cxnSpMk id="41" creationId="{884E7FEE-D989-771C-CA46-B994679FF288}"/>
          </ac:cxnSpMkLst>
        </pc:cxnChg>
      </pc:sldChg>
      <pc:sldChg chg="addSp delSp modSp add mod">
        <pc:chgData name="xi sheng" userId="b3919e0d8ca6a452" providerId="LiveId" clId="{7D0FCA31-27ED-4A72-9EC6-AEAAC19F9363}" dt="2024-06-16T03:13:06.622" v="8946" actId="20577"/>
        <pc:sldMkLst>
          <pc:docMk/>
          <pc:sldMk cId="981374118" sldId="320"/>
        </pc:sldMkLst>
        <pc:spChg chg="mod">
          <ac:chgData name="xi sheng" userId="b3919e0d8ca6a452" providerId="LiveId" clId="{7D0FCA31-27ED-4A72-9EC6-AEAAC19F9363}" dt="2024-06-16T02:29:48.092" v="8267" actId="20577"/>
          <ac:spMkLst>
            <pc:docMk/>
            <pc:sldMk cId="981374118" sldId="320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3:13:06.622" v="8946" actId="20577"/>
          <ac:spMkLst>
            <pc:docMk/>
            <pc:sldMk cId="981374118" sldId="320"/>
            <ac:spMk id="6" creationId="{08563A0F-D664-5402-613F-DDBDA68386B6}"/>
          </ac:spMkLst>
        </pc:spChg>
        <pc:picChg chg="add mod">
          <ac:chgData name="xi sheng" userId="b3919e0d8ca6a452" providerId="LiveId" clId="{7D0FCA31-27ED-4A72-9EC6-AEAAC19F9363}" dt="2024-06-16T02:24:30.454" v="8140" actId="1076"/>
          <ac:picMkLst>
            <pc:docMk/>
            <pc:sldMk cId="981374118" sldId="320"/>
            <ac:picMk id="4" creationId="{2855D0AF-A060-5875-4925-0A48763057D0}"/>
          </ac:picMkLst>
        </pc:picChg>
        <pc:picChg chg="del">
          <ac:chgData name="xi sheng" userId="b3919e0d8ca6a452" providerId="LiveId" clId="{7D0FCA31-27ED-4A72-9EC6-AEAAC19F9363}" dt="2024-06-16T02:23:51.811" v="8137" actId="478"/>
          <ac:picMkLst>
            <pc:docMk/>
            <pc:sldMk cId="981374118" sldId="320"/>
            <ac:picMk id="9" creationId="{442CD0AB-D26B-644E-F743-332063529231}"/>
          </ac:picMkLst>
        </pc:picChg>
        <pc:cxnChg chg="add">
          <ac:chgData name="xi sheng" userId="b3919e0d8ca6a452" providerId="LiveId" clId="{7D0FCA31-27ED-4A72-9EC6-AEAAC19F9363}" dt="2024-06-16T02:25:27.849" v="8214" actId="11529"/>
          <ac:cxnSpMkLst>
            <pc:docMk/>
            <pc:sldMk cId="981374118" sldId="320"/>
            <ac:cxnSpMk id="7" creationId="{EBE04CB3-7C46-98D9-7098-C3010EB8DA77}"/>
          </ac:cxnSpMkLst>
        </pc:cxnChg>
        <pc:cxnChg chg="add mod">
          <ac:chgData name="xi sheng" userId="b3919e0d8ca6a452" providerId="LiveId" clId="{7D0FCA31-27ED-4A72-9EC6-AEAAC19F9363}" dt="2024-06-16T02:25:32.248" v="8216" actId="1076"/>
          <ac:cxnSpMkLst>
            <pc:docMk/>
            <pc:sldMk cId="981374118" sldId="320"/>
            <ac:cxnSpMk id="8" creationId="{FE635B07-E73E-B9D8-A06C-7E9694141839}"/>
          </ac:cxnSpMkLst>
        </pc:cxnChg>
      </pc:sldChg>
      <pc:sldChg chg="addSp delSp modSp add mod">
        <pc:chgData name="xi sheng" userId="b3919e0d8ca6a452" providerId="LiveId" clId="{7D0FCA31-27ED-4A72-9EC6-AEAAC19F9363}" dt="2024-06-16T03:14:59.372" v="8982"/>
        <pc:sldMkLst>
          <pc:docMk/>
          <pc:sldMk cId="2952863508" sldId="321"/>
        </pc:sldMkLst>
        <pc:spChg chg="mod">
          <ac:chgData name="xi sheng" userId="b3919e0d8ca6a452" providerId="LiveId" clId="{7D0FCA31-27ED-4A72-9EC6-AEAAC19F9363}" dt="2024-06-16T03:14:37.663" v="8966" actId="20577"/>
          <ac:spMkLst>
            <pc:docMk/>
            <pc:sldMk cId="2952863508" sldId="321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2:35:26.827" v="8386" actId="14100"/>
          <ac:spMkLst>
            <pc:docMk/>
            <pc:sldMk cId="2952863508" sldId="321"/>
            <ac:spMk id="6" creationId="{08563A0F-D664-5402-613F-DDBDA68386B6}"/>
          </ac:spMkLst>
        </pc:spChg>
        <pc:spChg chg="add mod">
          <ac:chgData name="xi sheng" userId="b3919e0d8ca6a452" providerId="LiveId" clId="{7D0FCA31-27ED-4A72-9EC6-AEAAC19F9363}" dt="2024-06-16T03:14:59.372" v="8982"/>
          <ac:spMkLst>
            <pc:docMk/>
            <pc:sldMk cId="2952863508" sldId="321"/>
            <ac:spMk id="7" creationId="{9BADCCB3-3EFF-EC51-80D9-14331097ABA3}"/>
          </ac:spMkLst>
        </pc:spChg>
        <pc:spChg chg="add">
          <ac:chgData name="xi sheng" userId="b3919e0d8ca6a452" providerId="LiveId" clId="{7D0FCA31-27ED-4A72-9EC6-AEAAC19F9363}" dt="2024-06-16T02:36:55.501" v="8398" actId="11529"/>
          <ac:spMkLst>
            <pc:docMk/>
            <pc:sldMk cId="2952863508" sldId="321"/>
            <ac:spMk id="9" creationId="{A0614385-0039-DD46-B152-068C26D1BBAA}"/>
          </ac:spMkLst>
        </pc:spChg>
        <pc:spChg chg="del">
          <ac:chgData name="xi sheng" userId="b3919e0d8ca6a452" providerId="LiveId" clId="{7D0FCA31-27ED-4A72-9EC6-AEAAC19F9363}" dt="2024-06-16T02:33:59.982" v="8381" actId="478"/>
          <ac:spMkLst>
            <pc:docMk/>
            <pc:sldMk cId="2952863508" sldId="321"/>
            <ac:spMk id="11" creationId="{1B75F6A6-487E-E87D-1F4B-3E1D49C3E755}"/>
          </ac:spMkLst>
        </pc:spChg>
        <pc:picChg chg="del">
          <ac:chgData name="xi sheng" userId="b3919e0d8ca6a452" providerId="LiveId" clId="{7D0FCA31-27ED-4A72-9EC6-AEAAC19F9363}" dt="2024-06-16T02:33:55.038" v="8378" actId="478"/>
          <ac:picMkLst>
            <pc:docMk/>
            <pc:sldMk cId="2952863508" sldId="321"/>
            <ac:picMk id="4" creationId="{05326DE6-948B-463C-D772-25F95501206D}"/>
          </ac:picMkLst>
        </pc:picChg>
        <pc:picChg chg="add mod">
          <ac:chgData name="xi sheng" userId="b3919e0d8ca6a452" providerId="LiveId" clId="{7D0FCA31-27ED-4A72-9EC6-AEAAC19F9363}" dt="2024-06-16T02:35:29.515" v="8387" actId="1076"/>
          <ac:picMkLst>
            <pc:docMk/>
            <pc:sldMk cId="2952863508" sldId="321"/>
            <ac:picMk id="5" creationId="{06ED94FB-5528-5BB4-6714-9E15A5A5B275}"/>
          </ac:picMkLst>
        </pc:picChg>
        <pc:picChg chg="del">
          <ac:chgData name="xi sheng" userId="b3919e0d8ca6a452" providerId="LiveId" clId="{7D0FCA31-27ED-4A72-9EC6-AEAAC19F9363}" dt="2024-06-16T02:33:56.507" v="8379" actId="478"/>
          <ac:picMkLst>
            <pc:docMk/>
            <pc:sldMk cId="2952863508" sldId="321"/>
            <ac:picMk id="8" creationId="{35BE2807-ECC3-1ECA-F423-F36181E115CB}"/>
          </ac:picMkLst>
        </pc:picChg>
        <pc:cxnChg chg="del">
          <ac:chgData name="xi sheng" userId="b3919e0d8ca6a452" providerId="LiveId" clId="{7D0FCA31-27ED-4A72-9EC6-AEAAC19F9363}" dt="2024-06-16T02:33:58.286" v="8380" actId="478"/>
          <ac:cxnSpMkLst>
            <pc:docMk/>
            <pc:sldMk cId="2952863508" sldId="321"/>
            <ac:cxnSpMk id="10" creationId="{8CFB6B2B-D708-30C2-C273-7BE53947BDD4}"/>
          </ac:cxnSpMkLst>
        </pc:cxnChg>
        <pc:cxnChg chg="add mod">
          <ac:chgData name="xi sheng" userId="b3919e0d8ca6a452" providerId="LiveId" clId="{7D0FCA31-27ED-4A72-9EC6-AEAAC19F9363}" dt="2024-06-16T03:14:57.598" v="8977" actId="20577"/>
          <ac:cxnSpMkLst>
            <pc:docMk/>
            <pc:sldMk cId="2952863508" sldId="321"/>
            <ac:cxnSpMk id="13" creationId="{26872992-5E7B-7814-F0FC-A83FD9E9029E}"/>
          </ac:cxnSpMkLst>
        </pc:cxnChg>
      </pc:sldChg>
      <pc:sldChg chg="addSp delSp modSp add mod">
        <pc:chgData name="xi sheng" userId="b3919e0d8ca6a452" providerId="LiveId" clId="{7D0FCA31-27ED-4A72-9EC6-AEAAC19F9363}" dt="2024-06-16T02:45:55.275" v="8639"/>
        <pc:sldMkLst>
          <pc:docMk/>
          <pc:sldMk cId="2441429769" sldId="322"/>
        </pc:sldMkLst>
        <pc:spChg chg="mod">
          <ac:chgData name="xi sheng" userId="b3919e0d8ca6a452" providerId="LiveId" clId="{7D0FCA31-27ED-4A72-9EC6-AEAAC19F9363}" dt="2024-06-16T02:44:24.552" v="8580" actId="1076"/>
          <ac:spMkLst>
            <pc:docMk/>
            <pc:sldMk cId="2441429769" sldId="322"/>
            <ac:spMk id="6" creationId="{08563A0F-D664-5402-613F-DDBDA68386B6}"/>
          </ac:spMkLst>
        </pc:spChg>
        <pc:spChg chg="add mod">
          <ac:chgData name="xi sheng" userId="b3919e0d8ca6a452" providerId="LiveId" clId="{7D0FCA31-27ED-4A72-9EC6-AEAAC19F9363}" dt="2024-06-16T02:44:48.240" v="8586" actId="1076"/>
          <ac:spMkLst>
            <pc:docMk/>
            <pc:sldMk cId="2441429769" sldId="322"/>
            <ac:spMk id="7" creationId="{3A2A0C12-D696-9215-ABC2-5E5BBAE000EF}"/>
          </ac:spMkLst>
        </pc:spChg>
        <pc:spChg chg="del">
          <ac:chgData name="xi sheng" userId="b3919e0d8ca6a452" providerId="LiveId" clId="{7D0FCA31-27ED-4A72-9EC6-AEAAC19F9363}" dt="2024-06-16T02:41:30.532" v="8407" actId="478"/>
          <ac:spMkLst>
            <pc:docMk/>
            <pc:sldMk cId="2441429769" sldId="322"/>
            <ac:spMk id="14" creationId="{289BA056-7D41-64BA-C4CC-E167DF03ACE9}"/>
          </ac:spMkLst>
        </pc:spChg>
        <pc:spChg chg="del">
          <ac:chgData name="xi sheng" userId="b3919e0d8ca6a452" providerId="LiveId" clId="{7D0FCA31-27ED-4A72-9EC6-AEAAC19F9363}" dt="2024-06-16T02:41:30.532" v="8407" actId="478"/>
          <ac:spMkLst>
            <pc:docMk/>
            <pc:sldMk cId="2441429769" sldId="322"/>
            <ac:spMk id="16" creationId="{5D52A5FA-EF31-2BF8-976B-4F4AC86BCB65}"/>
          </ac:spMkLst>
        </pc:spChg>
        <pc:spChg chg="del">
          <ac:chgData name="xi sheng" userId="b3919e0d8ca6a452" providerId="LiveId" clId="{7D0FCA31-27ED-4A72-9EC6-AEAAC19F9363}" dt="2024-06-16T02:41:30.532" v="8407" actId="478"/>
          <ac:spMkLst>
            <pc:docMk/>
            <pc:sldMk cId="2441429769" sldId="322"/>
            <ac:spMk id="17" creationId="{C1D67626-C698-C344-DF1B-A7A3E3A8FD9B}"/>
          </ac:spMkLst>
        </pc:spChg>
        <pc:spChg chg="del">
          <ac:chgData name="xi sheng" userId="b3919e0d8ca6a452" providerId="LiveId" clId="{7D0FCA31-27ED-4A72-9EC6-AEAAC19F9363}" dt="2024-06-16T02:41:30.532" v="8407" actId="478"/>
          <ac:spMkLst>
            <pc:docMk/>
            <pc:sldMk cId="2441429769" sldId="322"/>
            <ac:spMk id="18" creationId="{49465E18-56DB-7006-EA99-358EE4F0F18D}"/>
          </ac:spMkLst>
        </pc:spChg>
        <pc:spChg chg="del">
          <ac:chgData name="xi sheng" userId="b3919e0d8ca6a452" providerId="LiveId" clId="{7D0FCA31-27ED-4A72-9EC6-AEAAC19F9363}" dt="2024-06-16T02:41:30.532" v="8407" actId="478"/>
          <ac:spMkLst>
            <pc:docMk/>
            <pc:sldMk cId="2441429769" sldId="322"/>
            <ac:spMk id="19" creationId="{76B52F57-1EB6-5FB8-BC25-63C41905CAE6}"/>
          </ac:spMkLst>
        </pc:spChg>
        <pc:spChg chg="add mod">
          <ac:chgData name="xi sheng" userId="b3919e0d8ca6a452" providerId="LiveId" clId="{7D0FCA31-27ED-4A72-9EC6-AEAAC19F9363}" dt="2024-06-16T02:45:55.275" v="8639"/>
          <ac:spMkLst>
            <pc:docMk/>
            <pc:sldMk cId="2441429769" sldId="322"/>
            <ac:spMk id="26" creationId="{9BE13DBD-54C4-3870-482D-090B052DC9DC}"/>
          </ac:spMkLst>
        </pc:spChg>
        <pc:spChg chg="add">
          <ac:chgData name="xi sheng" userId="b3919e0d8ca6a452" providerId="LiveId" clId="{7D0FCA31-27ED-4A72-9EC6-AEAAC19F9363}" dt="2024-06-16T02:45:40.727" v="8635" actId="11529"/>
          <ac:spMkLst>
            <pc:docMk/>
            <pc:sldMk cId="2441429769" sldId="322"/>
            <ac:spMk id="28" creationId="{E7FDA4B2-9554-EBF1-0E10-69938D72F3C1}"/>
          </ac:spMkLst>
        </pc:spChg>
        <pc:picChg chg="del">
          <ac:chgData name="xi sheng" userId="b3919e0d8ca6a452" providerId="LiveId" clId="{7D0FCA31-27ED-4A72-9EC6-AEAAC19F9363}" dt="2024-06-16T02:41:30.532" v="8407" actId="478"/>
          <ac:picMkLst>
            <pc:docMk/>
            <pc:sldMk cId="2441429769" sldId="322"/>
            <ac:picMk id="4" creationId="{E1D9D7C6-8C08-FA8D-DC50-95982087753C}"/>
          </ac:picMkLst>
        </pc:picChg>
        <pc:picChg chg="del">
          <ac:chgData name="xi sheng" userId="b3919e0d8ca6a452" providerId="LiveId" clId="{7D0FCA31-27ED-4A72-9EC6-AEAAC19F9363}" dt="2024-06-16T02:41:32.730" v="8408" actId="478"/>
          <ac:picMkLst>
            <pc:docMk/>
            <pc:sldMk cId="2441429769" sldId="322"/>
            <ac:picMk id="11" creationId="{4E7E9DB5-48A8-61E5-98CA-B37FF07DE0D5}"/>
          </ac:picMkLst>
        </pc:picChg>
        <pc:picChg chg="del">
          <ac:chgData name="xi sheng" userId="b3919e0d8ca6a452" providerId="LiveId" clId="{7D0FCA31-27ED-4A72-9EC6-AEAAC19F9363}" dt="2024-06-16T02:41:30.532" v="8407" actId="478"/>
          <ac:picMkLst>
            <pc:docMk/>
            <pc:sldMk cId="2441429769" sldId="322"/>
            <ac:picMk id="13" creationId="{7CE749B3-1BDA-3F91-2675-370C65DBE79C}"/>
          </ac:picMkLst>
        </pc:picChg>
        <pc:picChg chg="add mod">
          <ac:chgData name="xi sheng" userId="b3919e0d8ca6a452" providerId="LiveId" clId="{7D0FCA31-27ED-4A72-9EC6-AEAAC19F9363}" dt="2024-06-16T02:45:00.420" v="8590" actId="1076"/>
          <ac:picMkLst>
            <pc:docMk/>
            <pc:sldMk cId="2441429769" sldId="322"/>
            <ac:picMk id="22" creationId="{C50B25A0-703C-8B48-1176-321BFFADA8A9}"/>
          </ac:picMkLst>
        </pc:picChg>
        <pc:picChg chg="mod ord">
          <ac:chgData name="xi sheng" userId="b3919e0d8ca6a452" providerId="LiveId" clId="{7D0FCA31-27ED-4A72-9EC6-AEAAC19F9363}" dt="2024-06-16T02:44:52.633" v="8587" actId="14100"/>
          <ac:picMkLst>
            <pc:docMk/>
            <pc:sldMk cId="2441429769" sldId="322"/>
            <ac:picMk id="27" creationId="{4EB4E01A-12A3-F95F-7859-E01E58842A78}"/>
          </ac:picMkLst>
        </pc:picChg>
        <pc:cxnChg chg="add mod">
          <ac:chgData name="xi sheng" userId="b3919e0d8ca6a452" providerId="LiveId" clId="{7D0FCA31-27ED-4A72-9EC6-AEAAC19F9363}" dt="2024-06-16T02:44:44.023" v="8585" actId="1076"/>
          <ac:cxnSpMkLst>
            <pc:docMk/>
            <pc:sldMk cId="2441429769" sldId="322"/>
            <ac:cxnSpMk id="5" creationId="{345DDA84-1088-F095-156F-D99FA2A9E693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8" creationId="{84444DA5-1996-9D0F-672B-DEA4EC267F79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10" creationId="{2F6E24B9-A61E-C201-D737-D86F31E089BF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15" creationId="{92A558EF-B04D-52EA-2716-56F64640041B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21" creationId="{C9B2FC5C-1CD9-BB79-3DB9-31AF524EBB5C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23" creationId="{5E288D7E-0B69-AE11-A869-9FB9281D5C6F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24" creationId="{288A65FB-FD1E-4BC7-1F2F-EBCFAC4A5AFD}"/>
          </ac:cxnSpMkLst>
        </pc:cxnChg>
        <pc:cxnChg chg="del">
          <ac:chgData name="xi sheng" userId="b3919e0d8ca6a452" providerId="LiveId" clId="{7D0FCA31-27ED-4A72-9EC6-AEAAC19F9363}" dt="2024-06-16T02:41:30.532" v="8407" actId="478"/>
          <ac:cxnSpMkLst>
            <pc:docMk/>
            <pc:sldMk cId="2441429769" sldId="322"/>
            <ac:cxnSpMk id="25" creationId="{D4D17539-7B20-06F7-1ED7-A9897549C16F}"/>
          </ac:cxnSpMkLst>
        </pc:cxnChg>
        <pc:cxnChg chg="add">
          <ac:chgData name="xi sheng" userId="b3919e0d8ca6a452" providerId="LiveId" clId="{7D0FCA31-27ED-4A72-9EC6-AEAAC19F9363}" dt="2024-06-16T02:45:46.832" v="8636" actId="11529"/>
          <ac:cxnSpMkLst>
            <pc:docMk/>
            <pc:sldMk cId="2441429769" sldId="322"/>
            <ac:cxnSpMk id="30" creationId="{B75838E3-7912-58CC-B9CE-C6AEEC2141F0}"/>
          </ac:cxnSpMkLst>
        </pc:cxnChg>
      </pc:sldChg>
      <pc:sldChg chg="addSp delSp modSp add mod ord">
        <pc:chgData name="xi sheng" userId="b3919e0d8ca6a452" providerId="LiveId" clId="{7D0FCA31-27ED-4A72-9EC6-AEAAC19F9363}" dt="2024-06-16T03:13:30.052" v="8950" actId="20577"/>
        <pc:sldMkLst>
          <pc:docMk/>
          <pc:sldMk cId="1164919393" sldId="323"/>
        </pc:sldMkLst>
        <pc:spChg chg="mod">
          <ac:chgData name="xi sheng" userId="b3919e0d8ca6a452" providerId="LiveId" clId="{7D0FCA31-27ED-4A72-9EC6-AEAAC19F9363}" dt="2024-06-16T02:48:35.869" v="8656" actId="20577"/>
          <ac:spMkLst>
            <pc:docMk/>
            <pc:sldMk cId="1164919393" sldId="323"/>
            <ac:spMk id="2" creationId="{EC711E53-3F69-6D8E-D4FE-5EE0422140C2}"/>
          </ac:spMkLst>
        </pc:spChg>
        <pc:spChg chg="mod">
          <ac:chgData name="xi sheng" userId="b3919e0d8ca6a452" providerId="LiveId" clId="{7D0FCA31-27ED-4A72-9EC6-AEAAC19F9363}" dt="2024-06-16T03:13:30.052" v="8950" actId="20577"/>
          <ac:spMkLst>
            <pc:docMk/>
            <pc:sldMk cId="1164919393" sldId="323"/>
            <ac:spMk id="6" creationId="{08563A0F-D664-5402-613F-DDBDA68386B6}"/>
          </ac:spMkLst>
        </pc:spChg>
        <pc:picChg chg="del">
          <ac:chgData name="xi sheng" userId="b3919e0d8ca6a452" providerId="LiveId" clId="{7D0FCA31-27ED-4A72-9EC6-AEAAC19F9363}" dt="2024-06-16T02:46:40.786" v="8644" actId="478"/>
          <ac:picMkLst>
            <pc:docMk/>
            <pc:sldMk cId="1164919393" sldId="323"/>
            <ac:picMk id="4" creationId="{2855D0AF-A060-5875-4925-0A48763057D0}"/>
          </ac:picMkLst>
        </pc:picChg>
        <pc:picChg chg="add del">
          <ac:chgData name="xi sheng" userId="b3919e0d8ca6a452" providerId="LiveId" clId="{7D0FCA31-27ED-4A72-9EC6-AEAAC19F9363}" dt="2024-06-16T02:52:13.890" v="8741" actId="478"/>
          <ac:picMkLst>
            <pc:docMk/>
            <pc:sldMk cId="1164919393" sldId="323"/>
            <ac:picMk id="5" creationId="{9C410C56-A3A3-DF20-A5D4-D2E1D268D967}"/>
          </ac:picMkLst>
        </pc:picChg>
        <pc:picChg chg="add del mod">
          <ac:chgData name="xi sheng" userId="b3919e0d8ca6a452" providerId="LiveId" clId="{7D0FCA31-27ED-4A72-9EC6-AEAAC19F9363}" dt="2024-06-16T02:58:39.956" v="8799" actId="478"/>
          <ac:picMkLst>
            <pc:docMk/>
            <pc:sldMk cId="1164919393" sldId="323"/>
            <ac:picMk id="10" creationId="{12893D95-4F6E-E276-DB57-07EEFBD45F47}"/>
          </ac:picMkLst>
        </pc:picChg>
        <pc:picChg chg="add mod">
          <ac:chgData name="xi sheng" userId="b3919e0d8ca6a452" providerId="LiveId" clId="{7D0FCA31-27ED-4A72-9EC6-AEAAC19F9363}" dt="2024-06-16T02:58:46.496" v="8803" actId="1076"/>
          <ac:picMkLst>
            <pc:docMk/>
            <pc:sldMk cId="1164919393" sldId="323"/>
            <ac:picMk id="14" creationId="{41E299A7-3188-35D2-3547-E00595D2CC8F}"/>
          </ac:picMkLst>
        </pc:picChg>
        <pc:cxnChg chg="del">
          <ac:chgData name="xi sheng" userId="b3919e0d8ca6a452" providerId="LiveId" clId="{7D0FCA31-27ED-4A72-9EC6-AEAAC19F9363}" dt="2024-06-16T02:46:42.433" v="8645" actId="478"/>
          <ac:cxnSpMkLst>
            <pc:docMk/>
            <pc:sldMk cId="1164919393" sldId="323"/>
            <ac:cxnSpMk id="7" creationId="{EBE04CB3-7C46-98D9-7098-C3010EB8DA77}"/>
          </ac:cxnSpMkLst>
        </pc:cxnChg>
        <pc:cxnChg chg="del">
          <ac:chgData name="xi sheng" userId="b3919e0d8ca6a452" providerId="LiveId" clId="{7D0FCA31-27ED-4A72-9EC6-AEAAC19F9363}" dt="2024-06-16T02:46:43.711" v="8646" actId="478"/>
          <ac:cxnSpMkLst>
            <pc:docMk/>
            <pc:sldMk cId="1164919393" sldId="323"/>
            <ac:cxnSpMk id="8" creationId="{FE635B07-E73E-B9D8-A06C-7E9694141839}"/>
          </ac:cxnSpMkLst>
        </pc:cxnChg>
        <pc:cxnChg chg="add del">
          <ac:chgData name="xi sheng" userId="b3919e0d8ca6a452" providerId="LiveId" clId="{7D0FCA31-27ED-4A72-9EC6-AEAAC19F9363}" dt="2024-06-16T02:58:41.673" v="8800" actId="478"/>
          <ac:cxnSpMkLst>
            <pc:docMk/>
            <pc:sldMk cId="1164919393" sldId="323"/>
            <ac:cxnSpMk id="12" creationId="{8A6EA5D8-3CC7-636A-2BA1-1B378F225E2B}"/>
          </ac:cxnSpMkLst>
        </pc:cxnChg>
        <pc:cxnChg chg="add">
          <ac:chgData name="xi sheng" userId="b3919e0d8ca6a452" providerId="LiveId" clId="{7D0FCA31-27ED-4A72-9EC6-AEAAC19F9363}" dt="2024-06-16T02:59:37.842" v="8826" actId="11529"/>
          <ac:cxnSpMkLst>
            <pc:docMk/>
            <pc:sldMk cId="1164919393" sldId="323"/>
            <ac:cxnSpMk id="16" creationId="{84B9C5D5-77D8-4DA6-F1D2-38186B64526C}"/>
          </ac:cxnSpMkLst>
        </pc:cxnChg>
      </pc:sldChg>
      <pc:sldChg chg="addSp delSp modSp add del mod">
        <pc:chgData name="xi sheng" userId="b3919e0d8ca6a452" providerId="LiveId" clId="{7D0FCA31-27ED-4A72-9EC6-AEAAC19F9363}" dt="2024-06-16T03:13:34.977" v="8952" actId="20577"/>
        <pc:sldMkLst>
          <pc:docMk/>
          <pc:sldMk cId="3630167135" sldId="324"/>
        </pc:sldMkLst>
        <pc:spChg chg="mod">
          <ac:chgData name="xi sheng" userId="b3919e0d8ca6a452" providerId="LiveId" clId="{7D0FCA31-27ED-4A72-9EC6-AEAAC19F9363}" dt="2024-06-16T03:13:34.977" v="8952" actId="20577"/>
          <ac:spMkLst>
            <pc:docMk/>
            <pc:sldMk cId="3630167135" sldId="324"/>
            <ac:spMk id="6" creationId="{08563A0F-D664-5402-613F-DDBDA68386B6}"/>
          </ac:spMkLst>
        </pc:spChg>
        <pc:spChg chg="add">
          <ac:chgData name="xi sheng" userId="b3919e0d8ca6a452" providerId="LiveId" clId="{7D0FCA31-27ED-4A72-9EC6-AEAAC19F9363}" dt="2024-06-16T02:56:00.307" v="8770" actId="11529"/>
          <ac:spMkLst>
            <pc:docMk/>
            <pc:sldMk cId="3630167135" sldId="324"/>
            <ac:spMk id="7" creationId="{0C61E309-1346-418E-5577-41F6E2795F27}"/>
          </ac:spMkLst>
        </pc:spChg>
        <pc:spChg chg="add">
          <ac:chgData name="xi sheng" userId="b3919e0d8ca6a452" providerId="LiveId" clId="{7D0FCA31-27ED-4A72-9EC6-AEAAC19F9363}" dt="2024-06-16T02:56:07.779" v="8771" actId="11529"/>
          <ac:spMkLst>
            <pc:docMk/>
            <pc:sldMk cId="3630167135" sldId="324"/>
            <ac:spMk id="8" creationId="{111C4310-E45A-6623-C34E-0C44A888DB6C}"/>
          </ac:spMkLst>
        </pc:spChg>
        <pc:spChg chg="add del mod">
          <ac:chgData name="xi sheng" userId="b3919e0d8ca6a452" providerId="LiveId" clId="{7D0FCA31-27ED-4A72-9EC6-AEAAC19F9363}" dt="2024-06-16T02:57:14.978" v="8786" actId="478"/>
          <ac:spMkLst>
            <pc:docMk/>
            <pc:sldMk cId="3630167135" sldId="324"/>
            <ac:spMk id="18" creationId="{0F3C19BD-9BE2-C859-A0A3-1E5C37611FCA}"/>
          </ac:spMkLst>
        </pc:spChg>
        <pc:picChg chg="add mod">
          <ac:chgData name="xi sheng" userId="b3919e0d8ca6a452" providerId="LiveId" clId="{7D0FCA31-27ED-4A72-9EC6-AEAAC19F9363}" dt="2024-06-16T02:55:32.696" v="8758" actId="1076"/>
          <ac:picMkLst>
            <pc:docMk/>
            <pc:sldMk cId="3630167135" sldId="324"/>
            <ac:picMk id="4" creationId="{48F2B933-AD28-3CA8-A0BF-054C8D9ECEB4}"/>
          </ac:picMkLst>
        </pc:picChg>
        <pc:picChg chg="mod">
          <ac:chgData name="xi sheng" userId="b3919e0d8ca6a452" providerId="LiveId" clId="{7D0FCA31-27ED-4A72-9EC6-AEAAC19F9363}" dt="2024-06-16T02:55:30.714" v="8757" actId="14100"/>
          <ac:picMkLst>
            <pc:docMk/>
            <pc:sldMk cId="3630167135" sldId="324"/>
            <ac:picMk id="10" creationId="{12893D95-4F6E-E276-DB57-07EEFBD45F47}"/>
          </ac:picMkLst>
        </pc:picChg>
        <pc:cxnChg chg="add del mod">
          <ac:chgData name="xi sheng" userId="b3919e0d8ca6a452" providerId="LiveId" clId="{7D0FCA31-27ED-4A72-9EC6-AEAAC19F9363}" dt="2024-06-16T02:57:22.706" v="8787" actId="478"/>
          <ac:cxnSpMkLst>
            <pc:docMk/>
            <pc:sldMk cId="3630167135" sldId="324"/>
            <ac:cxnSpMk id="11" creationId="{420DD3AE-C36F-888E-AC65-DAB463570B09}"/>
          </ac:cxnSpMkLst>
        </pc:cxnChg>
        <pc:cxnChg chg="mod">
          <ac:chgData name="xi sheng" userId="b3919e0d8ca6a452" providerId="LiveId" clId="{7D0FCA31-27ED-4A72-9EC6-AEAAC19F9363}" dt="2024-06-16T02:56:24.921" v="8774" actId="14100"/>
          <ac:cxnSpMkLst>
            <pc:docMk/>
            <pc:sldMk cId="3630167135" sldId="324"/>
            <ac:cxnSpMk id="12" creationId="{8A6EA5D8-3CC7-636A-2BA1-1B378F225E2B}"/>
          </ac:cxnSpMkLst>
        </pc:cxnChg>
        <pc:cxnChg chg="add del mod">
          <ac:chgData name="xi sheng" userId="b3919e0d8ca6a452" providerId="LiveId" clId="{7D0FCA31-27ED-4A72-9EC6-AEAAC19F9363}" dt="2024-06-16T02:57:24.530" v="8788" actId="478"/>
          <ac:cxnSpMkLst>
            <pc:docMk/>
            <pc:sldMk cId="3630167135" sldId="324"/>
            <ac:cxnSpMk id="16" creationId="{0C846205-3C67-1B99-FFCD-E84CEA2E7AAA}"/>
          </ac:cxnSpMkLst>
        </pc:cxnChg>
      </pc:sldChg>
      <pc:sldChg chg="modSp new del mod">
        <pc:chgData name="xi sheng" userId="b3919e0d8ca6a452" providerId="LiveId" clId="{7D0FCA31-27ED-4A72-9EC6-AEAAC19F9363}" dt="2024-06-16T03:08:34.567" v="8861" actId="47"/>
        <pc:sldMkLst>
          <pc:docMk/>
          <pc:sldMk cId="1605183513" sldId="325"/>
        </pc:sldMkLst>
        <pc:spChg chg="mod">
          <ac:chgData name="xi sheng" userId="b3919e0d8ca6a452" providerId="LiveId" clId="{7D0FCA31-27ED-4A72-9EC6-AEAAC19F9363}" dt="2024-06-16T03:08:28.367" v="8860" actId="20577"/>
          <ac:spMkLst>
            <pc:docMk/>
            <pc:sldMk cId="1605183513" sldId="325"/>
            <ac:spMk id="2" creationId="{601C0685-2283-D4D0-2A78-BCDDAA42EA95}"/>
          </ac:spMkLst>
        </pc:spChg>
      </pc:sldChg>
      <pc:sldChg chg="addSp delSp modSp new mod">
        <pc:chgData name="xi sheng" userId="b3919e0d8ca6a452" providerId="LiveId" clId="{7D0FCA31-27ED-4A72-9EC6-AEAAC19F9363}" dt="2024-06-16T03:26:12.040" v="9106" actId="478"/>
        <pc:sldMkLst>
          <pc:docMk/>
          <pc:sldMk cId="2636472305" sldId="325"/>
        </pc:sldMkLst>
        <pc:spChg chg="mod">
          <ac:chgData name="xi sheng" userId="b3919e0d8ca6a452" providerId="LiveId" clId="{7D0FCA31-27ED-4A72-9EC6-AEAAC19F9363}" dt="2024-06-16T03:24:11.299" v="9041" actId="27636"/>
          <ac:spMkLst>
            <pc:docMk/>
            <pc:sldMk cId="2636472305" sldId="325"/>
            <ac:spMk id="2" creationId="{C52324BF-B209-B9B9-9BD7-F367C0A0563F}"/>
          </ac:spMkLst>
        </pc:spChg>
        <pc:spChg chg="mod">
          <ac:chgData name="xi sheng" userId="b3919e0d8ca6a452" providerId="LiveId" clId="{7D0FCA31-27ED-4A72-9EC6-AEAAC19F9363}" dt="2024-06-16T03:25:01.050" v="9096" actId="14100"/>
          <ac:spMkLst>
            <pc:docMk/>
            <pc:sldMk cId="2636472305" sldId="325"/>
            <ac:spMk id="3" creationId="{79026FCB-3113-1267-F86D-73A2119F1A07}"/>
          </ac:spMkLst>
        </pc:spChg>
        <pc:picChg chg="add mod">
          <ac:chgData name="xi sheng" userId="b3919e0d8ca6a452" providerId="LiveId" clId="{7D0FCA31-27ED-4A72-9EC6-AEAAC19F9363}" dt="2024-06-16T03:24:32.782" v="9056" actId="14100"/>
          <ac:picMkLst>
            <pc:docMk/>
            <pc:sldMk cId="2636472305" sldId="325"/>
            <ac:picMk id="5" creationId="{C6411161-2B65-5373-C721-990CFA240B43}"/>
          </ac:picMkLst>
        </pc:picChg>
        <pc:picChg chg="add del">
          <ac:chgData name="xi sheng" userId="b3919e0d8ca6a452" providerId="LiveId" clId="{7D0FCA31-27ED-4A72-9EC6-AEAAC19F9363}" dt="2024-06-16T03:26:12.040" v="9106" actId="478"/>
          <ac:picMkLst>
            <pc:docMk/>
            <pc:sldMk cId="2636472305" sldId="325"/>
            <ac:picMk id="12" creationId="{E4BB2E2C-F8B9-BC5F-135C-893613BA142A}"/>
          </ac:picMkLst>
        </pc:picChg>
        <pc:cxnChg chg="add">
          <ac:chgData name="xi sheng" userId="b3919e0d8ca6a452" providerId="LiveId" clId="{7D0FCA31-27ED-4A72-9EC6-AEAAC19F9363}" dt="2024-06-16T03:25:06.673" v="9097" actId="11529"/>
          <ac:cxnSpMkLst>
            <pc:docMk/>
            <pc:sldMk cId="2636472305" sldId="325"/>
            <ac:cxnSpMk id="7" creationId="{33024696-8F42-CC68-ED66-A24B95B68433}"/>
          </ac:cxnSpMkLst>
        </pc:cxnChg>
        <pc:cxnChg chg="add mod">
          <ac:chgData name="xi sheng" userId="b3919e0d8ca6a452" providerId="LiveId" clId="{7D0FCA31-27ED-4A72-9EC6-AEAAC19F9363}" dt="2024-06-16T03:25:09.487" v="9099" actId="1076"/>
          <ac:cxnSpMkLst>
            <pc:docMk/>
            <pc:sldMk cId="2636472305" sldId="325"/>
            <ac:cxnSpMk id="8" creationId="{FE6AF7A9-814F-AACB-324E-07B896E10995}"/>
          </ac:cxnSpMkLst>
        </pc:cxnChg>
        <pc:cxnChg chg="add mod">
          <ac:chgData name="xi sheng" userId="b3919e0d8ca6a452" providerId="LiveId" clId="{7D0FCA31-27ED-4A72-9EC6-AEAAC19F9363}" dt="2024-06-16T03:25:13.201" v="9101" actId="1076"/>
          <ac:cxnSpMkLst>
            <pc:docMk/>
            <pc:sldMk cId="2636472305" sldId="325"/>
            <ac:cxnSpMk id="9" creationId="{4CDEA02D-234A-E27D-FF31-63BFAB826AA4}"/>
          </ac:cxnSpMkLst>
        </pc:cxnChg>
        <pc:cxnChg chg="add mod">
          <ac:chgData name="xi sheng" userId="b3919e0d8ca6a452" providerId="LiveId" clId="{7D0FCA31-27ED-4A72-9EC6-AEAAC19F9363}" dt="2024-06-16T03:25:16.134" v="9103" actId="1076"/>
          <ac:cxnSpMkLst>
            <pc:docMk/>
            <pc:sldMk cId="2636472305" sldId="325"/>
            <ac:cxnSpMk id="10" creationId="{D7A317F6-D647-1399-3C9B-FDB9A58F9290}"/>
          </ac:cxnSpMkLst>
        </pc:cxnChg>
      </pc:sldChg>
      <pc:sldChg chg="addSp delSp modSp add mod">
        <pc:chgData name="xi sheng" userId="b3919e0d8ca6a452" providerId="LiveId" clId="{7D0FCA31-27ED-4A72-9EC6-AEAAC19F9363}" dt="2024-06-16T03:40:56.066" v="9587"/>
        <pc:sldMkLst>
          <pc:docMk/>
          <pc:sldMk cId="346295360" sldId="326"/>
        </pc:sldMkLst>
        <pc:spChg chg="mod">
          <ac:chgData name="xi sheng" userId="b3919e0d8ca6a452" providerId="LiveId" clId="{7D0FCA31-27ED-4A72-9EC6-AEAAC19F9363}" dt="2024-06-16T03:40:56.066" v="9587"/>
          <ac:spMkLst>
            <pc:docMk/>
            <pc:sldMk cId="346295360" sldId="326"/>
            <ac:spMk id="2" creationId="{C52324BF-B209-B9B9-9BD7-F367C0A0563F}"/>
          </ac:spMkLst>
        </pc:spChg>
        <pc:spChg chg="mod">
          <ac:chgData name="xi sheng" userId="b3919e0d8ca6a452" providerId="LiveId" clId="{7D0FCA31-27ED-4A72-9EC6-AEAAC19F9363}" dt="2024-06-16T03:35:06.372" v="9431" actId="27636"/>
          <ac:spMkLst>
            <pc:docMk/>
            <pc:sldMk cId="346295360" sldId="326"/>
            <ac:spMk id="3" creationId="{79026FCB-3113-1267-F86D-73A2119F1A07}"/>
          </ac:spMkLst>
        </pc:spChg>
        <pc:spChg chg="add">
          <ac:chgData name="xi sheng" userId="b3919e0d8ca6a452" providerId="LiveId" clId="{7D0FCA31-27ED-4A72-9EC6-AEAAC19F9363}" dt="2024-06-16T03:28:19.439" v="9259" actId="11529"/>
          <ac:spMkLst>
            <pc:docMk/>
            <pc:sldMk cId="346295360" sldId="326"/>
            <ac:spMk id="4" creationId="{6EC83E79-2FA9-809C-7D77-F7E19073FFA3}"/>
          </ac:spMkLst>
        </pc:spChg>
        <pc:spChg chg="add">
          <ac:chgData name="xi sheng" userId="b3919e0d8ca6a452" providerId="LiveId" clId="{7D0FCA31-27ED-4A72-9EC6-AEAAC19F9363}" dt="2024-06-16T03:35:27.731" v="9433" actId="11529"/>
          <ac:spMkLst>
            <pc:docMk/>
            <pc:sldMk cId="346295360" sldId="326"/>
            <ac:spMk id="14" creationId="{FF3AE48C-96D5-FD8A-018B-754C9CB1ACE3}"/>
          </ac:spMkLst>
        </pc:spChg>
        <pc:spChg chg="add mod">
          <ac:chgData name="xi sheng" userId="b3919e0d8ca6a452" providerId="LiveId" clId="{7D0FCA31-27ED-4A72-9EC6-AEAAC19F9363}" dt="2024-06-16T03:37:44.881" v="9484" actId="14100"/>
          <ac:spMkLst>
            <pc:docMk/>
            <pc:sldMk cId="346295360" sldId="326"/>
            <ac:spMk id="15" creationId="{DEDC89AB-1AF3-E82C-B1F0-DAB50A7F5537}"/>
          </ac:spMkLst>
        </pc:spChg>
        <pc:spChg chg="add mod">
          <ac:chgData name="xi sheng" userId="b3919e0d8ca6a452" providerId="LiveId" clId="{7D0FCA31-27ED-4A72-9EC6-AEAAC19F9363}" dt="2024-06-16T03:35:53.555" v="9443" actId="1076"/>
          <ac:spMkLst>
            <pc:docMk/>
            <pc:sldMk cId="346295360" sldId="326"/>
            <ac:spMk id="18" creationId="{56A573AF-C540-59ED-AE37-041447A513F0}"/>
          </ac:spMkLst>
        </pc:spChg>
        <pc:spChg chg="add mod">
          <ac:chgData name="xi sheng" userId="b3919e0d8ca6a452" providerId="LiveId" clId="{7D0FCA31-27ED-4A72-9EC6-AEAAC19F9363}" dt="2024-06-16T03:37:56.850" v="9497" actId="1076"/>
          <ac:spMkLst>
            <pc:docMk/>
            <pc:sldMk cId="346295360" sldId="326"/>
            <ac:spMk id="19" creationId="{627A7C1E-CDA9-111B-C0BD-45A865BAC3E7}"/>
          </ac:spMkLst>
        </pc:spChg>
        <pc:picChg chg="del">
          <ac:chgData name="xi sheng" userId="b3919e0d8ca6a452" providerId="LiveId" clId="{7D0FCA31-27ED-4A72-9EC6-AEAAC19F9363}" dt="2024-06-16T03:26:14.089" v="9107" actId="478"/>
          <ac:picMkLst>
            <pc:docMk/>
            <pc:sldMk cId="346295360" sldId="326"/>
            <ac:picMk id="5" creationId="{C6411161-2B65-5373-C721-990CFA240B43}"/>
          </ac:picMkLst>
        </pc:picChg>
        <pc:picChg chg="mod ord">
          <ac:chgData name="xi sheng" userId="b3919e0d8ca6a452" providerId="LiveId" clId="{7D0FCA31-27ED-4A72-9EC6-AEAAC19F9363}" dt="2024-06-16T03:26:21.699" v="9110" actId="1076"/>
          <ac:picMkLst>
            <pc:docMk/>
            <pc:sldMk cId="346295360" sldId="326"/>
            <ac:picMk id="12" creationId="{E4BB2E2C-F8B9-BC5F-135C-893613BA142A}"/>
          </ac:picMkLst>
        </pc:picChg>
        <pc:cxnChg chg="del">
          <ac:chgData name="xi sheng" userId="b3919e0d8ca6a452" providerId="LiveId" clId="{7D0FCA31-27ED-4A72-9EC6-AEAAC19F9363}" dt="2024-06-16T03:26:25.280" v="9112" actId="478"/>
          <ac:cxnSpMkLst>
            <pc:docMk/>
            <pc:sldMk cId="346295360" sldId="326"/>
            <ac:cxnSpMk id="7" creationId="{33024696-8F42-CC68-ED66-A24B95B68433}"/>
          </ac:cxnSpMkLst>
        </pc:cxnChg>
        <pc:cxnChg chg="mod">
          <ac:chgData name="xi sheng" userId="b3919e0d8ca6a452" providerId="LiveId" clId="{7D0FCA31-27ED-4A72-9EC6-AEAAC19F9363}" dt="2024-06-16T03:26:23.880" v="9111" actId="1076"/>
          <ac:cxnSpMkLst>
            <pc:docMk/>
            <pc:sldMk cId="346295360" sldId="326"/>
            <ac:cxnSpMk id="8" creationId="{FE6AF7A9-814F-AACB-324E-07B896E10995}"/>
          </ac:cxnSpMkLst>
        </pc:cxnChg>
        <pc:cxnChg chg="del">
          <ac:chgData name="xi sheng" userId="b3919e0d8ca6a452" providerId="LiveId" clId="{7D0FCA31-27ED-4A72-9EC6-AEAAC19F9363}" dt="2024-06-16T03:26:26.450" v="9113" actId="478"/>
          <ac:cxnSpMkLst>
            <pc:docMk/>
            <pc:sldMk cId="346295360" sldId="326"/>
            <ac:cxnSpMk id="9" creationId="{4CDEA02D-234A-E27D-FF31-63BFAB826AA4}"/>
          </ac:cxnSpMkLst>
        </pc:cxnChg>
        <pc:cxnChg chg="del">
          <ac:chgData name="xi sheng" userId="b3919e0d8ca6a452" providerId="LiveId" clId="{7D0FCA31-27ED-4A72-9EC6-AEAAC19F9363}" dt="2024-06-16T03:26:27.140" v="9114" actId="478"/>
          <ac:cxnSpMkLst>
            <pc:docMk/>
            <pc:sldMk cId="346295360" sldId="326"/>
            <ac:cxnSpMk id="10" creationId="{D7A317F6-D647-1399-3C9B-FDB9A58F9290}"/>
          </ac:cxnSpMkLst>
        </pc:cxnChg>
        <pc:cxnChg chg="add mod">
          <ac:chgData name="xi sheng" userId="b3919e0d8ca6a452" providerId="LiveId" clId="{7D0FCA31-27ED-4A72-9EC6-AEAAC19F9363}" dt="2024-06-16T03:35:21.313" v="9432" actId="14100"/>
          <ac:cxnSpMkLst>
            <pc:docMk/>
            <pc:sldMk cId="346295360" sldId="326"/>
            <ac:cxnSpMk id="11" creationId="{5D007EE7-9D80-93BB-C914-DA153CF83787}"/>
          </ac:cxnSpMkLst>
        </pc:cxnChg>
        <pc:cxnChg chg="add">
          <ac:chgData name="xi sheng" userId="b3919e0d8ca6a452" providerId="LiveId" clId="{7D0FCA31-27ED-4A72-9EC6-AEAAC19F9363}" dt="2024-06-16T03:35:38.831" v="9435" actId="11529"/>
          <ac:cxnSpMkLst>
            <pc:docMk/>
            <pc:sldMk cId="346295360" sldId="326"/>
            <ac:cxnSpMk id="17" creationId="{7B6A6EAF-F7FA-8DC4-A677-0C021ACE2697}"/>
          </ac:cxnSpMkLst>
        </pc:cxnChg>
        <pc:cxnChg chg="add mod">
          <ac:chgData name="xi sheng" userId="b3919e0d8ca6a452" providerId="LiveId" clId="{7D0FCA31-27ED-4A72-9EC6-AEAAC19F9363}" dt="2024-06-16T03:37:44.881" v="9484" actId="14100"/>
          <ac:cxnSpMkLst>
            <pc:docMk/>
            <pc:sldMk cId="346295360" sldId="326"/>
            <ac:cxnSpMk id="21" creationId="{ED834E6F-AACA-EE7E-2DFF-EE620E2900FC}"/>
          </ac:cxnSpMkLst>
        </pc:cxnChg>
      </pc:sldChg>
      <pc:sldChg chg="addSp delSp modSp add mod">
        <pc:chgData name="xi sheng" userId="b3919e0d8ca6a452" providerId="LiveId" clId="{7D0FCA31-27ED-4A72-9EC6-AEAAC19F9363}" dt="2024-06-16T03:30:19.871" v="9329"/>
        <pc:sldMkLst>
          <pc:docMk/>
          <pc:sldMk cId="2194244911" sldId="327"/>
        </pc:sldMkLst>
        <pc:spChg chg="mod">
          <ac:chgData name="xi sheng" userId="b3919e0d8ca6a452" providerId="LiveId" clId="{7D0FCA31-27ED-4A72-9EC6-AEAAC19F9363}" dt="2024-06-16T03:30:19.871" v="9329"/>
          <ac:spMkLst>
            <pc:docMk/>
            <pc:sldMk cId="2194244911" sldId="327"/>
            <ac:spMk id="3" creationId="{79026FCB-3113-1267-F86D-73A2119F1A07}"/>
          </ac:spMkLst>
        </pc:spChg>
        <pc:spChg chg="del">
          <ac:chgData name="xi sheng" userId="b3919e0d8ca6a452" providerId="LiveId" clId="{7D0FCA31-27ED-4A72-9EC6-AEAAC19F9363}" dt="2024-06-16T03:29:56.151" v="9318" actId="478"/>
          <ac:spMkLst>
            <pc:docMk/>
            <pc:sldMk cId="2194244911" sldId="327"/>
            <ac:spMk id="4" creationId="{6EC83E79-2FA9-809C-7D77-F7E19073FFA3}"/>
          </ac:spMkLst>
        </pc:spChg>
        <pc:spChg chg="add">
          <ac:chgData name="xi sheng" userId="b3919e0d8ca6a452" providerId="LiveId" clId="{7D0FCA31-27ED-4A72-9EC6-AEAAC19F9363}" dt="2024-06-16T03:30:10.565" v="9324" actId="11529"/>
          <ac:spMkLst>
            <pc:docMk/>
            <pc:sldMk cId="2194244911" sldId="327"/>
            <ac:spMk id="7" creationId="{92CE5C30-19AA-63F1-5215-883E9FFB54D6}"/>
          </ac:spMkLst>
        </pc:spChg>
        <pc:picChg chg="add mod">
          <ac:chgData name="xi sheng" userId="b3919e0d8ca6a452" providerId="LiveId" clId="{7D0FCA31-27ED-4A72-9EC6-AEAAC19F9363}" dt="2024-06-16T03:30:01.937" v="9323" actId="14100"/>
          <ac:picMkLst>
            <pc:docMk/>
            <pc:sldMk cId="2194244911" sldId="327"/>
            <ac:picMk id="6" creationId="{49FC6685-EB8D-AB4C-DD17-F29807874ADD}"/>
          </ac:picMkLst>
        </pc:picChg>
        <pc:picChg chg="del">
          <ac:chgData name="xi sheng" userId="b3919e0d8ca6a452" providerId="LiveId" clId="{7D0FCA31-27ED-4A72-9EC6-AEAAC19F9363}" dt="2024-06-16T03:29:56.650" v="9319" actId="478"/>
          <ac:picMkLst>
            <pc:docMk/>
            <pc:sldMk cId="2194244911" sldId="327"/>
            <ac:picMk id="12" creationId="{E4BB2E2C-F8B9-BC5F-135C-893613BA142A}"/>
          </ac:picMkLst>
        </pc:picChg>
        <pc:cxnChg chg="del">
          <ac:chgData name="xi sheng" userId="b3919e0d8ca6a452" providerId="LiveId" clId="{7D0FCA31-27ED-4A72-9EC6-AEAAC19F9363}" dt="2024-06-16T03:29:56.151" v="9318" actId="478"/>
          <ac:cxnSpMkLst>
            <pc:docMk/>
            <pc:sldMk cId="2194244911" sldId="327"/>
            <ac:cxnSpMk id="8" creationId="{FE6AF7A9-814F-AACB-324E-07B896E10995}"/>
          </ac:cxnSpMkLst>
        </pc:cxnChg>
        <pc:cxnChg chg="del">
          <ac:chgData name="xi sheng" userId="b3919e0d8ca6a452" providerId="LiveId" clId="{7D0FCA31-27ED-4A72-9EC6-AEAAC19F9363}" dt="2024-06-16T03:29:56.151" v="9318" actId="478"/>
          <ac:cxnSpMkLst>
            <pc:docMk/>
            <pc:sldMk cId="2194244911" sldId="327"/>
            <ac:cxnSpMk id="11" creationId="{5D007EE7-9D80-93BB-C914-DA153CF83787}"/>
          </ac:cxnSpMkLst>
        </pc:cxnChg>
      </pc:sldChg>
      <pc:sldChg chg="addSp delSp modSp add mod">
        <pc:chgData name="xi sheng" userId="b3919e0d8ca6a452" providerId="LiveId" clId="{7D0FCA31-27ED-4A72-9EC6-AEAAC19F9363}" dt="2024-06-16T03:41:03.740" v="9588"/>
        <pc:sldMkLst>
          <pc:docMk/>
          <pc:sldMk cId="218526451" sldId="328"/>
        </pc:sldMkLst>
        <pc:spChg chg="mod">
          <ac:chgData name="xi sheng" userId="b3919e0d8ca6a452" providerId="LiveId" clId="{7D0FCA31-27ED-4A72-9EC6-AEAAC19F9363}" dt="2024-06-16T03:41:03.740" v="9588"/>
          <ac:spMkLst>
            <pc:docMk/>
            <pc:sldMk cId="218526451" sldId="328"/>
            <ac:spMk id="2" creationId="{C52324BF-B209-B9B9-9BD7-F367C0A0563F}"/>
          </ac:spMkLst>
        </pc:spChg>
        <pc:spChg chg="mod">
          <ac:chgData name="xi sheng" userId="b3919e0d8ca6a452" providerId="LiveId" clId="{7D0FCA31-27ED-4A72-9EC6-AEAAC19F9363}" dt="2024-06-16T03:33:38.931" v="9420"/>
          <ac:spMkLst>
            <pc:docMk/>
            <pc:sldMk cId="218526451" sldId="328"/>
            <ac:spMk id="3" creationId="{79026FCB-3113-1267-F86D-73A2119F1A07}"/>
          </ac:spMkLst>
        </pc:spChg>
        <pc:spChg chg="del">
          <ac:chgData name="xi sheng" userId="b3919e0d8ca6a452" providerId="LiveId" clId="{7D0FCA31-27ED-4A72-9EC6-AEAAC19F9363}" dt="2024-06-16T03:33:23.374" v="9400" actId="478"/>
          <ac:spMkLst>
            <pc:docMk/>
            <pc:sldMk cId="218526451" sldId="328"/>
            <ac:spMk id="7" creationId="{92CE5C30-19AA-63F1-5215-883E9FFB54D6}"/>
          </ac:spMkLst>
        </pc:spChg>
        <pc:picChg chg="add mod">
          <ac:chgData name="xi sheng" userId="b3919e0d8ca6a452" providerId="LiveId" clId="{7D0FCA31-27ED-4A72-9EC6-AEAAC19F9363}" dt="2024-06-16T03:33:26.793" v="9402" actId="14100"/>
          <ac:picMkLst>
            <pc:docMk/>
            <pc:sldMk cId="218526451" sldId="328"/>
            <ac:picMk id="5" creationId="{C4178F6E-E4C3-AB56-F0B8-7F86DC272C67}"/>
          </ac:picMkLst>
        </pc:picChg>
        <pc:picChg chg="del">
          <ac:chgData name="xi sheng" userId="b3919e0d8ca6a452" providerId="LiveId" clId="{7D0FCA31-27ED-4A72-9EC6-AEAAC19F9363}" dt="2024-06-16T03:33:22.399" v="9399" actId="478"/>
          <ac:picMkLst>
            <pc:docMk/>
            <pc:sldMk cId="218526451" sldId="328"/>
            <ac:picMk id="6" creationId="{49FC6685-EB8D-AB4C-DD17-F29807874ADD}"/>
          </ac:picMkLst>
        </pc:picChg>
        <pc:cxnChg chg="add">
          <ac:chgData name="xi sheng" userId="b3919e0d8ca6a452" providerId="LiveId" clId="{7D0FCA31-27ED-4A72-9EC6-AEAAC19F9363}" dt="2024-06-16T03:33:43.982" v="9421" actId="11529"/>
          <ac:cxnSpMkLst>
            <pc:docMk/>
            <pc:sldMk cId="218526451" sldId="328"/>
            <ac:cxnSpMk id="9" creationId="{7C094046-941B-7BC1-85AA-D458C7C30C29}"/>
          </ac:cxnSpMkLst>
        </pc:cxnChg>
        <pc:cxnChg chg="add">
          <ac:chgData name="xi sheng" userId="b3919e0d8ca6a452" providerId="LiveId" clId="{7D0FCA31-27ED-4A72-9EC6-AEAAC19F9363}" dt="2024-06-16T03:33:49.918" v="9422" actId="11529"/>
          <ac:cxnSpMkLst>
            <pc:docMk/>
            <pc:sldMk cId="218526451" sldId="328"/>
            <ac:cxnSpMk id="11" creationId="{142CF4C1-06E6-47F1-ABB4-76A02922717A}"/>
          </ac:cxnSpMkLst>
        </pc:cxnChg>
      </pc:sldChg>
      <pc:sldChg chg="addSp modSp new mod">
        <pc:chgData name="xi sheng" userId="b3919e0d8ca6a452" providerId="LiveId" clId="{7D0FCA31-27ED-4A72-9EC6-AEAAC19F9363}" dt="2024-06-16T05:46:25.997" v="9606" actId="20577"/>
        <pc:sldMkLst>
          <pc:docMk/>
          <pc:sldMk cId="4254288217" sldId="329"/>
        </pc:sldMkLst>
        <pc:spChg chg="mod">
          <ac:chgData name="xi sheng" userId="b3919e0d8ca6a452" providerId="LiveId" clId="{7D0FCA31-27ED-4A72-9EC6-AEAAC19F9363}" dt="2024-06-16T05:46:25.997" v="9606" actId="20577"/>
          <ac:spMkLst>
            <pc:docMk/>
            <pc:sldMk cId="4254288217" sldId="329"/>
            <ac:spMk id="2" creationId="{54074DC0-15FD-C238-E4E3-122CA2F5EE6B}"/>
          </ac:spMkLst>
        </pc:spChg>
        <pc:spChg chg="mod">
          <ac:chgData name="xi sheng" userId="b3919e0d8ca6a452" providerId="LiveId" clId="{7D0FCA31-27ED-4A72-9EC6-AEAAC19F9363}" dt="2024-06-16T03:38:55.872" v="9517"/>
          <ac:spMkLst>
            <pc:docMk/>
            <pc:sldMk cId="4254288217" sldId="329"/>
            <ac:spMk id="3" creationId="{3FC26C77-AAE1-81E4-58BD-635DA66D8203}"/>
          </ac:spMkLst>
        </pc:spChg>
        <pc:picChg chg="add mod">
          <ac:chgData name="xi sheng" userId="b3919e0d8ca6a452" providerId="LiveId" clId="{7D0FCA31-27ED-4A72-9EC6-AEAAC19F9363}" dt="2024-06-16T03:39:11.589" v="9519" actId="1076"/>
          <ac:picMkLst>
            <pc:docMk/>
            <pc:sldMk cId="4254288217" sldId="329"/>
            <ac:picMk id="5" creationId="{BC7CE68C-A501-9623-C361-5697099AD0F6}"/>
          </ac:picMkLst>
        </pc:picChg>
        <pc:cxnChg chg="add">
          <ac:chgData name="xi sheng" userId="b3919e0d8ca6a452" providerId="LiveId" clId="{7D0FCA31-27ED-4A72-9EC6-AEAAC19F9363}" dt="2024-06-16T03:39:16.466" v="9520" actId="11529"/>
          <ac:cxnSpMkLst>
            <pc:docMk/>
            <pc:sldMk cId="4254288217" sldId="329"/>
            <ac:cxnSpMk id="7" creationId="{E21118B3-88C5-7EFF-096E-B7E7A8318FAD}"/>
          </ac:cxnSpMkLst>
        </pc:cxnChg>
      </pc:sldChg>
      <pc:sldChg chg="addSp delSp modSp add mod">
        <pc:chgData name="xi sheng" userId="b3919e0d8ca6a452" providerId="LiveId" clId="{7D0FCA31-27ED-4A72-9EC6-AEAAC19F9363}" dt="2024-06-16T05:46:29.808" v="9610" actId="20577"/>
        <pc:sldMkLst>
          <pc:docMk/>
          <pc:sldMk cId="1992234188" sldId="330"/>
        </pc:sldMkLst>
        <pc:spChg chg="mod">
          <ac:chgData name="xi sheng" userId="b3919e0d8ca6a452" providerId="LiveId" clId="{7D0FCA31-27ED-4A72-9EC6-AEAAC19F9363}" dt="2024-06-16T05:46:29.808" v="9610" actId="20577"/>
          <ac:spMkLst>
            <pc:docMk/>
            <pc:sldMk cId="1992234188" sldId="330"/>
            <ac:spMk id="2" creationId="{54074DC0-15FD-C238-E4E3-122CA2F5EE6B}"/>
          </ac:spMkLst>
        </pc:spChg>
        <pc:spChg chg="mod">
          <ac:chgData name="xi sheng" userId="b3919e0d8ca6a452" providerId="LiveId" clId="{7D0FCA31-27ED-4A72-9EC6-AEAAC19F9363}" dt="2024-06-16T03:40:18.209" v="9566" actId="1076"/>
          <ac:spMkLst>
            <pc:docMk/>
            <pc:sldMk cId="1992234188" sldId="330"/>
            <ac:spMk id="3" creationId="{3FC26C77-AAE1-81E4-58BD-635DA66D8203}"/>
          </ac:spMkLst>
        </pc:spChg>
        <pc:spChg chg="add">
          <ac:chgData name="xi sheng" userId="b3919e0d8ca6a452" providerId="LiveId" clId="{7D0FCA31-27ED-4A72-9EC6-AEAAC19F9363}" dt="2024-06-16T03:41:40.328" v="9602" actId="11529"/>
          <ac:spMkLst>
            <pc:docMk/>
            <pc:sldMk cId="1992234188" sldId="330"/>
            <ac:spMk id="11" creationId="{C199784E-1B01-3468-A730-039DBC0C816E}"/>
          </ac:spMkLst>
        </pc:spChg>
        <pc:picChg chg="del">
          <ac:chgData name="xi sheng" userId="b3919e0d8ca6a452" providerId="LiveId" clId="{7D0FCA31-27ED-4A72-9EC6-AEAAC19F9363}" dt="2024-06-16T03:39:42.628" v="9528" actId="478"/>
          <ac:picMkLst>
            <pc:docMk/>
            <pc:sldMk cId="1992234188" sldId="330"/>
            <ac:picMk id="5" creationId="{BC7CE68C-A501-9623-C361-5697099AD0F6}"/>
          </ac:picMkLst>
        </pc:picChg>
        <pc:picChg chg="add mod">
          <ac:chgData name="xi sheng" userId="b3919e0d8ca6a452" providerId="LiveId" clId="{7D0FCA31-27ED-4A72-9EC6-AEAAC19F9363}" dt="2024-06-16T03:39:47.824" v="9532" actId="1076"/>
          <ac:picMkLst>
            <pc:docMk/>
            <pc:sldMk cId="1992234188" sldId="330"/>
            <ac:picMk id="6" creationId="{5D8674B2-EEBA-222C-C523-A629FB581E4B}"/>
          </ac:picMkLst>
        </pc:picChg>
        <pc:cxnChg chg="del">
          <ac:chgData name="xi sheng" userId="b3919e0d8ca6a452" providerId="LiveId" clId="{7D0FCA31-27ED-4A72-9EC6-AEAAC19F9363}" dt="2024-06-16T03:39:43.582" v="9529" actId="478"/>
          <ac:cxnSpMkLst>
            <pc:docMk/>
            <pc:sldMk cId="1992234188" sldId="330"/>
            <ac:cxnSpMk id="7" creationId="{E21118B3-88C5-7EFF-096E-B7E7A8318FAD}"/>
          </ac:cxnSpMkLst>
        </pc:cxnChg>
        <pc:cxnChg chg="add">
          <ac:chgData name="xi sheng" userId="b3919e0d8ca6a452" providerId="LiveId" clId="{7D0FCA31-27ED-4A72-9EC6-AEAAC19F9363}" dt="2024-06-16T03:41:32.959" v="9599" actId="11529"/>
          <ac:cxnSpMkLst>
            <pc:docMk/>
            <pc:sldMk cId="1992234188" sldId="330"/>
            <ac:cxnSpMk id="9" creationId="{B2228450-25A4-7B3E-0D47-9A719480F561}"/>
          </ac:cxnSpMkLst>
        </pc:cxnChg>
        <pc:cxnChg chg="add mod">
          <ac:chgData name="xi sheng" userId="b3919e0d8ca6a452" providerId="LiveId" clId="{7D0FCA31-27ED-4A72-9EC6-AEAAC19F9363}" dt="2024-06-16T03:41:35.987" v="9601" actId="1076"/>
          <ac:cxnSpMkLst>
            <pc:docMk/>
            <pc:sldMk cId="1992234188" sldId="330"/>
            <ac:cxnSpMk id="10" creationId="{FBBE5CB4-7A00-A825-AAED-2667B9E538BE}"/>
          </ac:cxnSpMkLst>
        </pc:cxnChg>
      </pc:sldChg>
      <pc:sldChg chg="addSp delSp modSp new mod">
        <pc:chgData name="xi sheng" userId="b3919e0d8ca6a452" providerId="LiveId" clId="{7D0FCA31-27ED-4A72-9EC6-AEAAC19F9363}" dt="2024-06-16T05:57:16.539" v="9667" actId="14100"/>
        <pc:sldMkLst>
          <pc:docMk/>
          <pc:sldMk cId="4161392484" sldId="331"/>
        </pc:sldMkLst>
        <pc:spChg chg="mod">
          <ac:chgData name="xi sheng" userId="b3919e0d8ca6a452" providerId="LiveId" clId="{7D0FCA31-27ED-4A72-9EC6-AEAAC19F9363}" dt="2024-06-16T05:55:20.801" v="9612"/>
          <ac:spMkLst>
            <pc:docMk/>
            <pc:sldMk cId="4161392484" sldId="331"/>
            <ac:spMk id="2" creationId="{1BFA4522-286D-7BCF-2CBA-5DDB600922B1}"/>
          </ac:spMkLst>
        </pc:spChg>
        <pc:spChg chg="del">
          <ac:chgData name="xi sheng" userId="b3919e0d8ca6a452" providerId="LiveId" clId="{7D0FCA31-27ED-4A72-9EC6-AEAAC19F9363}" dt="2024-06-16T05:55:28.499" v="9613"/>
          <ac:spMkLst>
            <pc:docMk/>
            <pc:sldMk cId="4161392484" sldId="331"/>
            <ac:spMk id="3" creationId="{BB25D49A-CF3D-E639-EF35-C8C52085BCAD}"/>
          </ac:spMkLst>
        </pc:spChg>
        <pc:spChg chg="add">
          <ac:chgData name="xi sheng" userId="b3919e0d8ca6a452" providerId="LiveId" clId="{7D0FCA31-27ED-4A72-9EC6-AEAAC19F9363}" dt="2024-06-16T05:55:43.101" v="9617" actId="11529"/>
          <ac:spMkLst>
            <pc:docMk/>
            <pc:sldMk cId="4161392484" sldId="331"/>
            <ac:spMk id="5" creationId="{A4CB15A2-7C75-F56F-B546-A22D455190FE}"/>
          </ac:spMkLst>
        </pc:spChg>
        <pc:spChg chg="add mod">
          <ac:chgData name="xi sheng" userId="b3919e0d8ca6a452" providerId="LiveId" clId="{7D0FCA31-27ED-4A72-9EC6-AEAAC19F9363}" dt="2024-06-16T05:57:16.539" v="9667" actId="14100"/>
          <ac:spMkLst>
            <pc:docMk/>
            <pc:sldMk cId="4161392484" sldId="331"/>
            <ac:spMk id="6" creationId="{1D9CB64A-70B6-5120-9C75-D20C8D094173}"/>
          </ac:spMkLst>
        </pc:spChg>
        <pc:picChg chg="add mod modCrop">
          <ac:chgData name="xi sheng" userId="b3919e0d8ca6a452" providerId="LiveId" clId="{7D0FCA31-27ED-4A72-9EC6-AEAAC19F9363}" dt="2024-06-16T05:55:38.668" v="9616" actId="1076"/>
          <ac:picMkLst>
            <pc:docMk/>
            <pc:sldMk cId="4161392484" sldId="331"/>
            <ac:picMk id="4" creationId="{DE362579-04D7-DE5F-25BB-DD2AF747FA5C}"/>
          </ac:picMkLst>
        </pc:picChg>
        <pc:picChg chg="add mod">
          <ac:chgData name="xi sheng" userId="b3919e0d8ca6a452" providerId="LiveId" clId="{7D0FCA31-27ED-4A72-9EC6-AEAAC19F9363}" dt="2024-06-16T05:56:25.754" v="9654" actId="1076"/>
          <ac:picMkLst>
            <pc:docMk/>
            <pc:sldMk cId="4161392484" sldId="331"/>
            <ac:picMk id="1026" creationId="{28DE2A71-4C90-0EBD-931E-09621D3E65AB}"/>
          </ac:picMkLst>
        </pc:picChg>
        <pc:cxnChg chg="add mod">
          <ac:chgData name="xi sheng" userId="b3919e0d8ca6a452" providerId="LiveId" clId="{7D0FCA31-27ED-4A72-9EC6-AEAAC19F9363}" dt="2024-06-16T05:56:31.794" v="9655" actId="1076"/>
          <ac:cxnSpMkLst>
            <pc:docMk/>
            <pc:sldMk cId="4161392484" sldId="331"/>
            <ac:cxnSpMk id="8" creationId="{6BDCB4EC-8FCB-0AD3-9EC9-82653EB38C2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8F5BD-910A-4FDB-BF18-A67F6F67563A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FE548-12B0-40B4-84E9-249990813E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001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16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981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74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1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3932E-BF93-1690-87A5-2F469A3F1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1F2C3F-F5D2-E5FD-1B09-C2619DC46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5FB4F-DD0D-7C0C-2B18-2C611BB2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AEB83-0882-E56A-00FC-373D45D8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0D06C-A087-0DB1-0511-DE23C823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88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F012A-5CCD-428D-CB9B-1CF71F0A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2006E-D3B3-788F-6532-899E61359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7D0B4-4A6E-CCD0-1F87-F44D9FA0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E4A1D-1129-72C7-7A3A-FB11B83E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75735-44B2-8E31-B4B5-8A5279F5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8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EBD60-673F-A69F-43D4-BCF562D2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2F53A7-8398-E532-F197-D7F49AE05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ED1CC-0D44-184A-09D7-97A54A17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5A711-2B26-7994-6C5C-27D67450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AA6002-3388-A66F-1DDC-938FDF97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8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8BDB5-B750-5CAB-780C-55B495CA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AA109-61CD-8E0E-486D-C67181321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ED64-003A-FC14-5964-67503B4A9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12DC91-2C8D-300A-5E08-C0AF7B39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5C0072-51B8-D7A4-0388-10F2CA13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026038-30CE-BEFC-F7D6-B5E0FB33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96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1BD97-C1CA-4C53-3823-DABBF992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894BAB-6544-F63B-19DA-6F4083F82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C674D-EB07-A5AB-A264-9ECFDD5AE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145DC7-5412-5C86-CA65-B292EB232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6B5F5D-4712-653D-40C8-D78D42B32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92EDA8-4506-327B-8898-75CA12F5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5A9ADF-27CC-DE33-26E8-869E5924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123E02-971C-26AA-71D8-EE930B4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10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F727D-AFCD-FD43-3A86-6C272694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537865-F713-3197-AEBC-05F7E9D6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BFB244-E6FF-B802-DE76-F0A8D437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C78940-EF47-8D4B-B430-14150BB7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80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361BED-C2F9-3F8A-FD62-C823702E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EA7FDB-0B9F-9229-7E2B-5FDADC5B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65CE4-ABCD-D1AE-6497-EA2A8154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B05D0-8B2C-0544-0775-D801ACA1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6F200-467E-FEA6-AAFD-116AE29A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B6DC02-AEB1-9249-7015-A96190716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3A5160-3B6C-96D5-6B26-9CE2C88F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532793-FA6C-C757-95BC-B48FBD82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F85179-FA47-8B0F-0F54-A45A7902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11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E3FD2-B262-180C-04C6-AF51FB2E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D6D2CC-6E5F-237F-8B01-E8917C493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AECA8-6B5B-51DC-125B-895A42FF7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BE3431-62BC-F378-C533-2EBC51DA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05AC2C-E986-F92C-86C6-785E7A20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C27713-1BDA-FADD-6B30-20E94103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8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CFA2F-B27A-1288-C004-E73A21FD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E539E1-817E-B028-4CAB-769C579F5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692F7-8873-0A89-4AD2-0D2F5D1D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71BF1-6D5F-3594-58AE-93ACC314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6939B-C106-8599-F5EA-981940C0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87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7B5BB1-0617-584F-4DE9-BE3F5CAAE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BA4811-B11F-73DE-17C4-9395CFE23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5B8FA-CA14-FF00-3254-0A643BA3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AD145-236A-6202-5273-40872D65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6C18B-E38E-3EF4-B35A-7251C211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9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CCA010-C447-3A74-8BB6-A10B3268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387DEB-1E8F-B28B-2ACF-217857CEE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0E89F-45B5-054A-35BA-F2119969B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56CC1-3933-4680-AEFD-68BB59595D94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3D44B-8C33-B72D-2FF3-572241D1F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0DB4F4-8000-591B-75EC-C93CE4490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6D980-72A8-404F-89A4-02140087B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99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51FDA-4629-DD77-C92C-300F2DBB1A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VS</a:t>
            </a:r>
            <a:r>
              <a:rPr lang="zh-CN" altLang="en-US" dirty="0"/>
              <a:t>调试工具的使用报告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6769DB-BFD9-EEBE-9924-6ADE1F32E3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2350222 </a:t>
            </a:r>
            <a:r>
              <a:rPr lang="zh-CN" altLang="en-US" dirty="0"/>
              <a:t>信</a:t>
            </a:r>
            <a:r>
              <a:rPr lang="en-US" altLang="zh-CN" dirty="0"/>
              <a:t>12 </a:t>
            </a:r>
            <a:r>
              <a:rPr lang="zh-CN" altLang="en-US" dirty="0"/>
              <a:t>盛曦</a:t>
            </a:r>
          </a:p>
        </p:txBody>
      </p:sp>
    </p:spTree>
    <p:extLst>
      <p:ext uri="{BB962C8B-B14F-4D97-AF65-F5344CB8AC3E}">
        <p14:creationId xmlns:p14="http://schemas.microsoft.com/office/powerpoint/2010/main" val="210753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015FCF-6C2D-5C1B-0B81-E266B458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69" y="1909313"/>
            <a:ext cx="9610185" cy="474667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0-1</a:t>
            </a:r>
            <a:r>
              <a:rPr lang="zh-CN" altLang="en-US" sz="2000" dirty="0"/>
              <a:t>设断点</a:t>
            </a:r>
            <a:endParaRPr lang="en-US" altLang="zh-CN" sz="2000" dirty="0"/>
          </a:p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程序中，希望在进入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函数前设断点为例</a:t>
            </a:r>
            <a:endParaRPr lang="en-US" altLang="zh-CN" sz="2000" dirty="0"/>
          </a:p>
          <a:p>
            <a:r>
              <a:rPr lang="zh-CN" altLang="en-US" sz="2000" dirty="0"/>
              <a:t>方法一：左键单击该行的最左侧即可设置断点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/>
          <p:nvPr/>
        </p:nvCxnSpPr>
        <p:spPr>
          <a:xfrm flipH="1" flipV="1">
            <a:off x="1383102" y="3825837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98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3F8CE0B-F390-3AB7-40CB-D6C2DC7D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725" y="2064439"/>
            <a:ext cx="8786712" cy="46820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0-1</a:t>
            </a:r>
            <a:r>
              <a:rPr lang="zh-CN" altLang="en-US" sz="2000" dirty="0"/>
              <a:t>设断点</a:t>
            </a:r>
            <a:endParaRPr lang="en-US" altLang="zh-CN" sz="2000" dirty="0"/>
          </a:p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程序中，希望在进入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函数前设断点为例</a:t>
            </a:r>
            <a:endParaRPr lang="en-US" altLang="zh-CN" sz="2000" dirty="0"/>
          </a:p>
          <a:p>
            <a:r>
              <a:rPr lang="zh-CN" altLang="en-US" sz="2000" dirty="0"/>
              <a:t>方法二：左键单击该行的任意位置，使光标在该行，按快捷键</a:t>
            </a:r>
            <a:r>
              <a:rPr lang="en-US" altLang="zh-CN" sz="2000" dirty="0"/>
              <a:t>F9</a:t>
            </a:r>
            <a:r>
              <a:rPr lang="zh-CN" altLang="en-US" sz="2000" dirty="0"/>
              <a:t> （需要预先</a:t>
            </a:r>
            <a:r>
              <a:rPr lang="en-US" altLang="zh-CN" sz="2000" dirty="0" err="1"/>
              <a:t>functionlock</a:t>
            </a:r>
            <a:r>
              <a:rPr lang="zh-CN" altLang="en-US" sz="2000" dirty="0"/>
              <a:t>，按住</a:t>
            </a:r>
            <a:r>
              <a:rPr lang="en-US" altLang="zh-CN" sz="2000" dirty="0" err="1"/>
              <a:t>Fn</a:t>
            </a:r>
            <a:r>
              <a:rPr lang="zh-CN" altLang="en-US" sz="2000" dirty="0"/>
              <a:t>再按</a:t>
            </a:r>
            <a:r>
              <a:rPr lang="en-US" altLang="zh-CN" sz="2000" dirty="0"/>
              <a:t>esc</a:t>
            </a:r>
            <a:r>
              <a:rPr lang="zh-CN" altLang="en-US" sz="2000" dirty="0"/>
              <a:t>，使</a:t>
            </a:r>
            <a:r>
              <a:rPr lang="en-US" altLang="zh-CN" sz="2000" dirty="0"/>
              <a:t>esc</a:t>
            </a:r>
            <a:r>
              <a:rPr lang="zh-CN" altLang="en-US" sz="2000" dirty="0"/>
              <a:t>键上的灯亮起，下略）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>
            <a:cxnSpLocks/>
          </p:cNvCxnSpPr>
          <p:nvPr/>
        </p:nvCxnSpPr>
        <p:spPr>
          <a:xfrm flipH="1" flipV="1">
            <a:off x="3979653" y="4405467"/>
            <a:ext cx="1079461" cy="9544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89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21A4DB-4F77-FFD9-4281-41FBA0BAE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035" y="59393"/>
            <a:ext cx="3990305" cy="43645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42" y="214196"/>
            <a:ext cx="4745966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：断点（本页涉及知识点</a:t>
            </a:r>
            <a:r>
              <a:rPr lang="en-US" altLang="zh-CN" sz="3600" dirty="0"/>
              <a:t>1.6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403" y="1648976"/>
            <a:ext cx="4244197" cy="2084071"/>
          </a:xfrm>
        </p:spPr>
        <p:txBody>
          <a:bodyPr>
            <a:normAutofit lnSpcReduction="10000"/>
          </a:bodyPr>
          <a:lstStyle/>
          <a:p>
            <a:r>
              <a:rPr lang="en-US" altLang="zh-CN" sz="2000" dirty="0"/>
              <a:t>0-1</a:t>
            </a:r>
            <a:r>
              <a:rPr lang="zh-CN" altLang="en-US" sz="2000" dirty="0"/>
              <a:t>设断点</a:t>
            </a:r>
            <a:endParaRPr lang="en-US" altLang="zh-CN" sz="2000" dirty="0"/>
          </a:p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程序中，希望在进入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函数前设断点为例</a:t>
            </a:r>
            <a:endParaRPr lang="en-US" altLang="zh-CN" sz="2000" dirty="0"/>
          </a:p>
          <a:p>
            <a:r>
              <a:rPr lang="zh-CN" altLang="en-US" sz="2000" dirty="0"/>
              <a:t>方法三：依次点击“调试”</a:t>
            </a:r>
            <a:r>
              <a:rPr lang="en-US" altLang="zh-CN" sz="2000" dirty="0"/>
              <a:t>-</a:t>
            </a:r>
            <a:r>
              <a:rPr lang="zh-CN" altLang="en-US" sz="2000" dirty="0"/>
              <a:t>“新建断点”</a:t>
            </a:r>
            <a:r>
              <a:rPr lang="en-US" altLang="zh-CN" sz="2000" dirty="0"/>
              <a:t>-</a:t>
            </a:r>
            <a:r>
              <a:rPr lang="zh-CN" altLang="en-US" sz="2000" dirty="0"/>
              <a:t>“函数断点”，在弹出的窗口中输入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函数，下方的选项可按需选择，最后单击确定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/>
          <p:nvPr/>
        </p:nvCxnSpPr>
        <p:spPr>
          <a:xfrm flipH="1" flipV="1">
            <a:off x="9016064" y="3224948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2E67503-4228-5D86-3AE2-E5C0272B758D}"/>
              </a:ext>
            </a:extLst>
          </p:cNvPr>
          <p:cNvCxnSpPr/>
          <p:nvPr/>
        </p:nvCxnSpPr>
        <p:spPr>
          <a:xfrm flipH="1" flipV="1">
            <a:off x="6994607" y="3063922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2682572-4A0D-4DF4-3C38-C0F0B893D292}"/>
              </a:ext>
            </a:extLst>
          </p:cNvPr>
          <p:cNvCxnSpPr/>
          <p:nvPr/>
        </p:nvCxnSpPr>
        <p:spPr>
          <a:xfrm flipH="1" flipV="1">
            <a:off x="6699008" y="227975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8B6E3AB0-D984-DF71-8716-8C5D9C90F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465" y="4423893"/>
            <a:ext cx="7504982" cy="2274516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96DA05D0-C72B-655E-5489-EE9ED7077300}"/>
              </a:ext>
            </a:extLst>
          </p:cNvPr>
          <p:cNvSpPr/>
          <p:nvPr/>
        </p:nvSpPr>
        <p:spPr>
          <a:xfrm>
            <a:off x="5371381" y="4153611"/>
            <a:ext cx="1213449" cy="567914"/>
          </a:xfrm>
          <a:prstGeom prst="down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82B0E37-B831-E7BA-D8BC-9623A72E1016}"/>
              </a:ext>
            </a:extLst>
          </p:cNvPr>
          <p:cNvCxnSpPr/>
          <p:nvPr/>
        </p:nvCxnSpPr>
        <p:spPr>
          <a:xfrm flipV="1">
            <a:off x="1857555" y="5256362"/>
            <a:ext cx="1362973" cy="454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A391F33-6AD6-BC9F-2EF6-78BBB0742B04}"/>
              </a:ext>
            </a:extLst>
          </p:cNvPr>
          <p:cNvCxnSpPr/>
          <p:nvPr/>
        </p:nvCxnSpPr>
        <p:spPr>
          <a:xfrm>
            <a:off x="7723517" y="6233377"/>
            <a:ext cx="437072" cy="3284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43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7475FA-01E6-B160-E1C8-B9D4D9F3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1" y="1726105"/>
            <a:ext cx="12192000" cy="481900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126168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000" dirty="0"/>
              <a:t>0-1</a:t>
            </a:r>
            <a:r>
              <a:rPr lang="zh-CN" altLang="en-US" sz="2000" dirty="0"/>
              <a:t>设断点</a:t>
            </a:r>
            <a:endParaRPr lang="en-US" altLang="zh-CN" sz="2000" dirty="0"/>
          </a:p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程序中，希望在进入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函数前设断点为例</a:t>
            </a:r>
            <a:endParaRPr lang="en-US" altLang="zh-CN" sz="2000" dirty="0"/>
          </a:p>
          <a:p>
            <a:r>
              <a:rPr lang="zh-CN" altLang="en-US" sz="2000" dirty="0"/>
              <a:t>注意：设置断点后开始调试</a:t>
            </a:r>
            <a:r>
              <a:rPr lang="en-US" altLang="zh-CN" sz="2000" dirty="0"/>
              <a:t>/</a:t>
            </a:r>
            <a:r>
              <a:rPr lang="zh-CN" altLang="en-US" sz="2000" dirty="0"/>
              <a:t>继续调试，程序会在开始运行这一行的</a:t>
            </a:r>
            <a:r>
              <a:rPr lang="zh-CN" altLang="en-US" sz="2000" b="1" dirty="0"/>
              <a:t>前一刻</a:t>
            </a:r>
            <a:r>
              <a:rPr lang="zh-CN" altLang="en-US" sz="2000" dirty="0"/>
              <a:t>间断。（本例中，尚未进入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/>
          <p:nvPr/>
        </p:nvCxnSpPr>
        <p:spPr>
          <a:xfrm flipH="1" flipV="1">
            <a:off x="1323834" y="5554639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3B5A621-1D4C-1DB1-4155-3E0562A0F749}"/>
              </a:ext>
            </a:extLst>
          </p:cNvPr>
          <p:cNvCxnSpPr/>
          <p:nvPr/>
        </p:nvCxnSpPr>
        <p:spPr>
          <a:xfrm flipH="1">
            <a:off x="259307" y="3992643"/>
            <a:ext cx="484496" cy="2859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74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126168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0-2</a:t>
            </a:r>
            <a:r>
              <a:rPr lang="zh-CN" altLang="en-US" sz="2000" dirty="0"/>
              <a:t>删除断点</a:t>
            </a:r>
            <a:endParaRPr lang="en-US" altLang="zh-CN" sz="2000" dirty="0"/>
          </a:p>
          <a:p>
            <a:r>
              <a:rPr lang="zh-CN" altLang="en-US" sz="2000" dirty="0"/>
              <a:t>方法一：左键单击红色圆点即可删除该处断点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44D264-C33D-19B6-3265-929B62FA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91" y="2541190"/>
            <a:ext cx="10945753" cy="3972479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8ED3BE9-3CC3-84F6-ACB4-61F486F7C823}"/>
              </a:ext>
            </a:extLst>
          </p:cNvPr>
          <p:cNvCxnSpPr/>
          <p:nvPr/>
        </p:nvCxnSpPr>
        <p:spPr>
          <a:xfrm>
            <a:off x="437072" y="2921479"/>
            <a:ext cx="753373" cy="10869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52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</a:t>
            </a:r>
            <a:r>
              <a:rPr lang="zh-CN" altLang="en-US" sz="3600" dirty="0"/>
              <a:t>：断点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4403828" cy="126168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0-2</a:t>
            </a:r>
            <a:r>
              <a:rPr lang="zh-CN" altLang="en-US" sz="2000" dirty="0"/>
              <a:t>删除断点</a:t>
            </a:r>
            <a:endParaRPr lang="en-US" altLang="zh-CN" sz="2000" dirty="0"/>
          </a:p>
          <a:p>
            <a:r>
              <a:rPr lang="zh-CN" altLang="en-US" sz="2000" dirty="0"/>
              <a:t>方法二：“调试”</a:t>
            </a:r>
            <a:r>
              <a:rPr lang="en-US" altLang="zh-CN" sz="2000" dirty="0"/>
              <a:t>&gt;</a:t>
            </a:r>
            <a:r>
              <a:rPr lang="zh-CN" altLang="en-US" sz="2000" dirty="0"/>
              <a:t>“删除所有断点”</a:t>
            </a:r>
            <a:endParaRPr lang="en-US" altLang="zh-CN" sz="2000" dirty="0"/>
          </a:p>
          <a:p>
            <a:r>
              <a:rPr lang="zh-CN" altLang="en-US" sz="2000" dirty="0"/>
              <a:t>方法三：快捷键</a:t>
            </a:r>
            <a:r>
              <a:rPr lang="en-US" altLang="zh-CN" sz="2000" dirty="0"/>
              <a:t>ctrl+shift+F9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B40064-408C-EE61-26E6-6398C5F7F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20" y="0"/>
            <a:ext cx="4673209" cy="68580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A41AAFA-B9E5-33E9-902B-AB410A985114}"/>
              </a:ext>
            </a:extLst>
          </p:cNvPr>
          <p:cNvCxnSpPr/>
          <p:nvPr/>
        </p:nvCxnSpPr>
        <p:spPr>
          <a:xfrm flipV="1">
            <a:off x="5377132" y="304800"/>
            <a:ext cx="1282460" cy="19553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3FDBAE9-E67B-2ED5-7E49-F818E6848F45}"/>
              </a:ext>
            </a:extLst>
          </p:cNvPr>
          <p:cNvCxnSpPr/>
          <p:nvPr/>
        </p:nvCxnSpPr>
        <p:spPr>
          <a:xfrm flipV="1">
            <a:off x="4888302" y="4790536"/>
            <a:ext cx="1667773" cy="2645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78599991-6E64-773D-B1D2-BB841CF618BE}"/>
              </a:ext>
            </a:extLst>
          </p:cNvPr>
          <p:cNvSpPr/>
          <p:nvPr/>
        </p:nvSpPr>
        <p:spPr>
          <a:xfrm>
            <a:off x="8747185" y="4606506"/>
            <a:ext cx="1391728" cy="44857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46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</a:t>
            </a:r>
            <a:r>
              <a:rPr lang="zh-CN" altLang="en-US" sz="3600" dirty="0"/>
              <a:t>：开始调试（本页涉及知识点</a:t>
            </a:r>
            <a:r>
              <a:rPr lang="en-US" altLang="zh-CN" sz="3600" dirty="0"/>
              <a:t>1.1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1-1 </a:t>
            </a:r>
            <a:r>
              <a:rPr lang="zh-CN" altLang="en-US" sz="2000" dirty="0"/>
              <a:t>开始调试</a:t>
            </a:r>
            <a:endParaRPr lang="en-US" altLang="zh-CN" sz="2000" dirty="0"/>
          </a:p>
          <a:p>
            <a:r>
              <a:rPr lang="zh-CN" altLang="en-US" sz="2000" dirty="0"/>
              <a:t>方法一：依次单击最上方菜单栏的“调试”</a:t>
            </a:r>
            <a:r>
              <a:rPr lang="en-US" altLang="zh-CN" sz="2000" dirty="0"/>
              <a:t>-</a:t>
            </a:r>
            <a:r>
              <a:rPr lang="zh-CN" altLang="en-US" sz="2000" dirty="0"/>
              <a:t>“开始调试”</a:t>
            </a:r>
            <a:endParaRPr lang="en-US" altLang="zh-CN" sz="2000" dirty="0"/>
          </a:p>
          <a:p>
            <a:r>
              <a:rPr lang="zh-CN" altLang="en-US" sz="2000" dirty="0"/>
              <a:t>方法二：快捷键</a:t>
            </a:r>
            <a:r>
              <a:rPr lang="en-US" altLang="zh-CN" sz="2000" dirty="0"/>
              <a:t>F5</a:t>
            </a:r>
            <a:endParaRPr lang="zh-CN" altLang="en-US" sz="2000" dirty="0"/>
          </a:p>
          <a:p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82870C-D383-988C-F384-2B9DC75811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355"/>
          <a:stretch/>
        </p:blipFill>
        <p:spPr>
          <a:xfrm>
            <a:off x="947382" y="1842448"/>
            <a:ext cx="10792085" cy="481765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F00285F-ECA3-BEE2-6EA4-1B235EF26178}"/>
              </a:ext>
            </a:extLst>
          </p:cNvPr>
          <p:cNvCxnSpPr/>
          <p:nvPr/>
        </p:nvCxnSpPr>
        <p:spPr>
          <a:xfrm flipH="1">
            <a:off x="4142096" y="1317009"/>
            <a:ext cx="771098" cy="5390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5E506D2-F403-B936-D611-62EF49452799}"/>
              </a:ext>
            </a:extLst>
          </p:cNvPr>
          <p:cNvCxnSpPr/>
          <p:nvPr/>
        </p:nvCxnSpPr>
        <p:spPr>
          <a:xfrm flipH="1">
            <a:off x="4527645" y="2191109"/>
            <a:ext cx="544687" cy="2530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D0F52AC-4B1E-296F-41A0-CB0428BDA952}"/>
              </a:ext>
            </a:extLst>
          </p:cNvPr>
          <p:cNvSpPr/>
          <p:nvPr/>
        </p:nvSpPr>
        <p:spPr>
          <a:xfrm>
            <a:off x="5072332" y="2386642"/>
            <a:ext cx="414068" cy="2530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54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</a:t>
            </a:r>
            <a:r>
              <a:rPr lang="zh-CN" altLang="en-US" sz="3600" dirty="0"/>
              <a:t>：开始调试（本页涉及知识点</a:t>
            </a:r>
            <a:r>
              <a:rPr lang="en-US" altLang="zh-CN" sz="3600" dirty="0"/>
              <a:t>1.1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1-1 </a:t>
            </a:r>
            <a:r>
              <a:rPr lang="zh-CN" altLang="en-US" sz="2000" dirty="0"/>
              <a:t>开始调试</a:t>
            </a:r>
            <a:endParaRPr lang="en-US" altLang="zh-CN" sz="2000" dirty="0"/>
          </a:p>
          <a:p>
            <a:r>
              <a:rPr lang="zh-CN" altLang="en-US" sz="2000" dirty="0"/>
              <a:t>方法三：单击绿色三角“本地</a:t>
            </a:r>
            <a:r>
              <a:rPr lang="en-US" altLang="zh-CN" sz="2000" dirty="0"/>
              <a:t>Windows</a:t>
            </a:r>
            <a:r>
              <a:rPr lang="zh-CN" altLang="en-US" sz="2000" dirty="0"/>
              <a:t>调试器”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AC71AF-2A21-C6F5-D8CE-F34090209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92" y="1724998"/>
            <a:ext cx="10348678" cy="5133002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/>
          <p:nvPr/>
        </p:nvCxnSpPr>
        <p:spPr>
          <a:xfrm flipH="1" flipV="1">
            <a:off x="5397690" y="2129051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19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56" y="716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</a:t>
            </a:r>
            <a:r>
              <a:rPr lang="zh-CN" altLang="en-US" sz="3600" dirty="0"/>
              <a:t>：开始调试（本页涉及知识点</a:t>
            </a:r>
            <a:r>
              <a:rPr lang="en-US" altLang="zh-CN" sz="3600" dirty="0"/>
              <a:t>1.1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547" y="1013583"/>
            <a:ext cx="3735271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1-2 </a:t>
            </a:r>
            <a:r>
              <a:rPr lang="zh-CN" altLang="en-US" sz="2000" dirty="0"/>
              <a:t>重新开始调试：在调试未完成时直接重新启动调试，重置一切变化</a:t>
            </a:r>
            <a:endParaRPr lang="en-US" altLang="zh-CN" sz="2000" dirty="0"/>
          </a:p>
          <a:p>
            <a:r>
              <a:rPr lang="zh-CN" altLang="en-US" sz="2000" dirty="0"/>
              <a:t>方法一：“调试”</a:t>
            </a:r>
            <a:r>
              <a:rPr lang="en-US" altLang="zh-CN" sz="2000" dirty="0"/>
              <a:t>&gt;</a:t>
            </a:r>
            <a:r>
              <a:rPr lang="zh-CN" altLang="en-US" sz="2000" dirty="0"/>
              <a:t>“重新启动”</a:t>
            </a:r>
            <a:endParaRPr lang="en-US" altLang="zh-CN" sz="2000" dirty="0"/>
          </a:p>
          <a:p>
            <a:r>
              <a:rPr lang="zh-CN" altLang="en-US" sz="2000" dirty="0"/>
              <a:t>方法二：快捷键</a:t>
            </a:r>
            <a:r>
              <a:rPr lang="en-US" altLang="zh-CN" sz="2000" dirty="0"/>
              <a:t>ctrl+shift+F5</a:t>
            </a:r>
            <a:endParaRPr lang="zh-CN" altLang="en-US" sz="20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6E7D13B-50D6-0B17-AFC6-FA2EB9D9A1EA}"/>
              </a:ext>
            </a:extLst>
          </p:cNvPr>
          <p:cNvSpPr/>
          <p:nvPr/>
        </p:nvSpPr>
        <p:spPr>
          <a:xfrm>
            <a:off x="7635922" y="3289110"/>
            <a:ext cx="1583141" cy="93487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51F024-1BC8-DC8E-7670-BECC859E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295" y="1013583"/>
            <a:ext cx="6327999" cy="573989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8C2607B-D6D4-CAF8-E1A1-EDEF2280D2D3}"/>
              </a:ext>
            </a:extLst>
          </p:cNvPr>
          <p:cNvCxnSpPr/>
          <p:nvPr/>
        </p:nvCxnSpPr>
        <p:spPr>
          <a:xfrm flipH="1">
            <a:off x="6550325" y="391064"/>
            <a:ext cx="1144437" cy="7016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E2859E9-3795-3923-72CC-8EB189E55006}"/>
              </a:ext>
            </a:extLst>
          </p:cNvPr>
          <p:cNvCxnSpPr/>
          <p:nvPr/>
        </p:nvCxnSpPr>
        <p:spPr>
          <a:xfrm flipV="1">
            <a:off x="5187351" y="3364302"/>
            <a:ext cx="908649" cy="12031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CEDD01C9-D295-96B9-8644-A24F2EC9EF23}"/>
              </a:ext>
            </a:extLst>
          </p:cNvPr>
          <p:cNvSpPr/>
          <p:nvPr/>
        </p:nvSpPr>
        <p:spPr>
          <a:xfrm>
            <a:off x="7907547" y="3189252"/>
            <a:ext cx="1477993" cy="2843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10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65F7C7C-DC8B-227B-7EFC-44BDC183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1446"/>
            <a:ext cx="12192000" cy="31979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56" y="716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</a:t>
            </a:r>
            <a:r>
              <a:rPr lang="zh-CN" altLang="en-US" sz="3600" dirty="0"/>
              <a:t>：开始调试（本页涉及知识点</a:t>
            </a:r>
            <a:r>
              <a:rPr lang="en-US" altLang="zh-CN" sz="3600" dirty="0"/>
              <a:t>1.1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547" y="101358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1-2 </a:t>
            </a:r>
            <a:r>
              <a:rPr lang="zh-CN" altLang="en-US" sz="2000" dirty="0"/>
              <a:t>重新开始调试：在调试未完成时直接重新启动调试，重置一切变化</a:t>
            </a:r>
            <a:endParaRPr lang="en-US" altLang="zh-CN" sz="2000" dirty="0"/>
          </a:p>
          <a:p>
            <a:r>
              <a:rPr lang="zh-CN" altLang="en-US" sz="2000" dirty="0"/>
              <a:t>方法三：单击蓝色回转箭头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8C2607B-D6D4-CAF8-E1A1-EDEF2280D2D3}"/>
              </a:ext>
            </a:extLst>
          </p:cNvPr>
          <p:cNvCxnSpPr/>
          <p:nvPr/>
        </p:nvCxnSpPr>
        <p:spPr>
          <a:xfrm flipH="1">
            <a:off x="7936302" y="2487637"/>
            <a:ext cx="1144437" cy="7016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05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2.1</a:t>
            </a:r>
            <a:r>
              <a:rPr lang="zh-CN" altLang="en-US" sz="3600" dirty="0"/>
              <a:t>：逐句执行（本页涉及知识点</a:t>
            </a:r>
            <a:r>
              <a:rPr lang="en-US" altLang="zh-CN" sz="3600" dirty="0"/>
              <a:t>1.2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2826224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函数并逐句执行为例</a:t>
            </a:r>
            <a:endParaRPr lang="en-US" altLang="zh-CN" sz="2000" dirty="0"/>
          </a:p>
          <a:p>
            <a:r>
              <a:rPr lang="en-US" altLang="zh-CN" sz="2000" dirty="0"/>
              <a:t>2.1-1 </a:t>
            </a:r>
            <a:r>
              <a:rPr lang="zh-CN" altLang="en-US" sz="2000" dirty="0"/>
              <a:t>设置断点（见</a:t>
            </a:r>
            <a:r>
              <a:rPr lang="en-US" altLang="zh-CN" sz="2000" dirty="0"/>
              <a:t>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2.1-2 </a:t>
            </a:r>
            <a:r>
              <a:rPr lang="zh-CN" altLang="en-US" sz="2000" dirty="0"/>
              <a:t>开始调试（见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2.1-3</a:t>
            </a:r>
            <a:r>
              <a:rPr lang="zh-CN" altLang="en-US" sz="2000" dirty="0"/>
              <a:t>逐句执行</a:t>
            </a:r>
            <a:endParaRPr lang="en-US" altLang="zh-CN" sz="2000" dirty="0"/>
          </a:p>
          <a:p>
            <a:r>
              <a:rPr lang="zh-CN" altLang="en-US" sz="2000" dirty="0"/>
              <a:t>方法一：依次单击菜单栏“调试”</a:t>
            </a:r>
            <a:r>
              <a:rPr lang="en-US" altLang="zh-CN" sz="2000" dirty="0"/>
              <a:t>-</a:t>
            </a:r>
            <a:r>
              <a:rPr lang="zh-CN" altLang="en-US" sz="2000" dirty="0"/>
              <a:t>“逐语句”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CF983CA-C83D-01B3-13FB-371F853AFE07}"/>
              </a:ext>
            </a:extLst>
          </p:cNvPr>
          <p:cNvCxnSpPr/>
          <p:nvPr/>
        </p:nvCxnSpPr>
        <p:spPr>
          <a:xfrm flipH="1" flipV="1">
            <a:off x="5397690" y="2129051"/>
            <a:ext cx="839337" cy="730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12107412-8A2F-A4B0-AADA-23777AC7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015" y="948519"/>
            <a:ext cx="8428184" cy="5288571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12C3120-7285-5F63-3F17-427E3BEF4CA4}"/>
              </a:ext>
            </a:extLst>
          </p:cNvPr>
          <p:cNvCxnSpPr/>
          <p:nvPr/>
        </p:nvCxnSpPr>
        <p:spPr>
          <a:xfrm flipH="1">
            <a:off x="6974006" y="511791"/>
            <a:ext cx="429904" cy="4965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5C4C0BA-6783-9760-4F2B-C188391F9CF4}"/>
              </a:ext>
            </a:extLst>
          </p:cNvPr>
          <p:cNvCxnSpPr/>
          <p:nvPr/>
        </p:nvCxnSpPr>
        <p:spPr>
          <a:xfrm flipH="1">
            <a:off x="7574507" y="3374440"/>
            <a:ext cx="573206" cy="1262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7F379A7-E734-ED40-06C9-EC4485E5E3E7}"/>
              </a:ext>
            </a:extLst>
          </p:cNvPr>
          <p:cNvCxnSpPr/>
          <p:nvPr/>
        </p:nvCxnSpPr>
        <p:spPr>
          <a:xfrm flipV="1">
            <a:off x="2961564" y="3429000"/>
            <a:ext cx="873457" cy="99969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ACA24D5-11B9-4A51-E002-4A0D6BD0F863}"/>
              </a:ext>
            </a:extLst>
          </p:cNvPr>
          <p:cNvSpPr txBox="1"/>
          <p:nvPr/>
        </p:nvSpPr>
        <p:spPr>
          <a:xfrm>
            <a:off x="1686635" y="4326262"/>
            <a:ext cx="1521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黄色箭头表示当前将要执行的语句</a:t>
            </a:r>
          </a:p>
        </p:txBody>
      </p:sp>
    </p:spTree>
    <p:extLst>
      <p:ext uri="{BB962C8B-B14F-4D97-AF65-F5344CB8AC3E}">
        <p14:creationId xmlns:p14="http://schemas.microsoft.com/office/powerpoint/2010/main" val="2476412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B5ABCC-7C70-62CE-8E25-5535B151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606" y="1071349"/>
            <a:ext cx="8343301" cy="519297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2.1</a:t>
            </a:r>
            <a:r>
              <a:rPr lang="zh-CN" altLang="en-US" sz="3600" dirty="0"/>
              <a:t>：逐句执行（本页涉及知识点</a:t>
            </a:r>
            <a:r>
              <a:rPr lang="en-US" altLang="zh-CN" sz="3600" dirty="0"/>
              <a:t>1.2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1" y="624623"/>
            <a:ext cx="2826224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函数并逐句执行为例</a:t>
            </a:r>
            <a:endParaRPr lang="en-US" altLang="zh-CN" sz="2000" dirty="0"/>
          </a:p>
          <a:p>
            <a:r>
              <a:rPr lang="en-US" altLang="zh-CN" sz="2000" dirty="0"/>
              <a:t>2.1-1 </a:t>
            </a:r>
            <a:r>
              <a:rPr lang="zh-CN" altLang="en-US" sz="2000" dirty="0"/>
              <a:t>设置断点（见</a:t>
            </a:r>
            <a:r>
              <a:rPr lang="en-US" altLang="zh-CN" sz="2000" dirty="0"/>
              <a:t>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2.1-2 </a:t>
            </a:r>
            <a:r>
              <a:rPr lang="zh-CN" altLang="en-US" sz="2000" dirty="0"/>
              <a:t>开始调试（见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2.1-3</a:t>
            </a:r>
            <a:r>
              <a:rPr lang="zh-CN" altLang="en-US" sz="2000" dirty="0"/>
              <a:t>逐句执行</a:t>
            </a:r>
            <a:endParaRPr lang="en-US" altLang="zh-CN" sz="2000" dirty="0"/>
          </a:p>
          <a:p>
            <a:r>
              <a:rPr lang="zh-CN" altLang="en-US" sz="2000" dirty="0"/>
              <a:t>方法二：单击蓝色向下箭头</a:t>
            </a:r>
            <a:endParaRPr lang="en-US" altLang="zh-CN" sz="2000" dirty="0"/>
          </a:p>
          <a:p>
            <a:r>
              <a:rPr lang="zh-CN" altLang="en-US" sz="2000" dirty="0"/>
              <a:t>方法三：快捷键</a:t>
            </a:r>
            <a:r>
              <a:rPr lang="en-US" altLang="zh-CN" sz="2000" dirty="0"/>
              <a:t>F11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12C3120-7285-5F63-3F17-427E3BEF4CA4}"/>
              </a:ext>
            </a:extLst>
          </p:cNvPr>
          <p:cNvCxnSpPr>
            <a:cxnSpLocks/>
          </p:cNvCxnSpPr>
          <p:nvPr/>
        </p:nvCxnSpPr>
        <p:spPr>
          <a:xfrm flipH="1">
            <a:off x="9519314" y="624623"/>
            <a:ext cx="709683" cy="79993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2F01F0F9-10AE-234E-9A97-DD344481E989}"/>
              </a:ext>
            </a:extLst>
          </p:cNvPr>
          <p:cNvSpPr/>
          <p:nvPr/>
        </p:nvSpPr>
        <p:spPr>
          <a:xfrm>
            <a:off x="9422964" y="1472452"/>
            <a:ext cx="751442" cy="20128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84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3468135F-BB66-1C80-386E-7CE7E75E5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29" y="4063981"/>
            <a:ext cx="6382399" cy="14554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26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2.2</a:t>
            </a:r>
            <a:r>
              <a:rPr lang="zh-CN" altLang="en-US" sz="3200" dirty="0"/>
              <a:t>：自定义函数内部逐句执行（本页涉及知识点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，</a:t>
            </a:r>
            <a:r>
              <a:rPr lang="en-US" altLang="zh-CN" sz="3200" dirty="0"/>
              <a:t>1.6</a:t>
            </a:r>
            <a:r>
              <a:rPr lang="zh-CN" altLang="en-US" sz="32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9BA53-C5CA-E43E-6E28-EBB955FD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1" y="825690"/>
            <a:ext cx="3152633" cy="603231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以</a:t>
            </a:r>
            <a:r>
              <a:rPr lang="en-US" altLang="zh-CN" sz="2000" dirty="0" err="1"/>
              <a:t>hanoi</a:t>
            </a:r>
            <a:r>
              <a:rPr lang="zh-CN" altLang="en-US" sz="2000" dirty="0"/>
              <a:t>程序中，希望进入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函数并逐句执行为例</a:t>
            </a:r>
            <a:endParaRPr lang="en-US" altLang="zh-CN" sz="2000" dirty="0"/>
          </a:p>
          <a:p>
            <a:r>
              <a:rPr lang="zh-CN" altLang="en-US" sz="2000" dirty="0"/>
              <a:t>可以看到，</a:t>
            </a:r>
            <a:r>
              <a:rPr lang="en-US" altLang="zh-CN" sz="2000" dirty="0"/>
              <a:t>F11</a:t>
            </a:r>
            <a:r>
              <a:rPr lang="zh-CN" altLang="en-US" sz="2000" dirty="0"/>
              <a:t>逐句执行后，黄色箭头已到达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内部，即断点处语句（调用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）的下一行。</a:t>
            </a:r>
            <a:endParaRPr lang="en-US" altLang="zh-CN" sz="2000" dirty="0"/>
          </a:p>
          <a:p>
            <a:r>
              <a:rPr lang="zh-CN" altLang="en-US" sz="2000" dirty="0"/>
              <a:t>若一直</a:t>
            </a:r>
            <a:r>
              <a:rPr lang="en-US" altLang="zh-CN" sz="2000" dirty="0"/>
              <a:t>F11</a:t>
            </a:r>
            <a:r>
              <a:rPr lang="zh-CN" altLang="en-US" sz="2000" dirty="0"/>
              <a:t>逐句执行，程序将依次执行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函数内部的每一行（按行执行，哪怕单</a:t>
            </a:r>
            <a:r>
              <a:rPr lang="en-US" altLang="zh-CN" sz="2000" dirty="0"/>
              <a:t>{</a:t>
            </a:r>
            <a:r>
              <a:rPr lang="zh-CN" altLang="en-US" sz="2000" dirty="0"/>
              <a:t>、单</a:t>
            </a:r>
            <a:r>
              <a:rPr lang="en-US" altLang="zh-CN" sz="2000" dirty="0"/>
              <a:t>}</a:t>
            </a:r>
            <a:r>
              <a:rPr lang="zh-CN" altLang="en-US" sz="2000" dirty="0"/>
              <a:t>也会停留）</a:t>
            </a:r>
            <a:endParaRPr lang="en-US" altLang="zh-CN" sz="2000" dirty="0"/>
          </a:p>
          <a:p>
            <a:r>
              <a:rPr lang="zh-CN" altLang="en-US" sz="2000" dirty="0"/>
              <a:t>最后“返回现场”</a:t>
            </a:r>
            <a:r>
              <a:rPr lang="en-US" altLang="zh-CN" sz="2000" dirty="0"/>
              <a:t>,</a:t>
            </a:r>
            <a:r>
              <a:rPr lang="zh-CN" altLang="en-US" sz="2000" dirty="0"/>
              <a:t>回到调用处，继续执行下一行（不会重新进入</a:t>
            </a:r>
            <a:r>
              <a:rPr lang="en-US" altLang="zh-CN" sz="2000" dirty="0" err="1"/>
              <a:t>change_top</a:t>
            </a:r>
            <a:r>
              <a:rPr lang="zh-CN" altLang="en-US" sz="2000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9D5C0D-EAF3-7E84-7E44-BBC176AC19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701" r="28190" b="26076"/>
          <a:stretch/>
        </p:blipFill>
        <p:spPr>
          <a:xfrm>
            <a:off x="4237629" y="888061"/>
            <a:ext cx="7231016" cy="16036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F76233-AB16-F0D3-CD3B-A73FBDACD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629" y="2715047"/>
            <a:ext cx="7322024" cy="1228696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9CB5378-715D-1B09-D40D-EA55EE3A599D}"/>
              </a:ext>
            </a:extLst>
          </p:cNvPr>
          <p:cNvCxnSpPr>
            <a:cxnSpLocks/>
          </p:cNvCxnSpPr>
          <p:nvPr/>
        </p:nvCxnSpPr>
        <p:spPr>
          <a:xfrm flipV="1">
            <a:off x="1472242" y="3505958"/>
            <a:ext cx="2827964" cy="6519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5750EA1-DEE3-3930-A124-B0CF431BAFC8}"/>
              </a:ext>
            </a:extLst>
          </p:cNvPr>
          <p:cNvCxnSpPr>
            <a:cxnSpLocks/>
          </p:cNvCxnSpPr>
          <p:nvPr/>
        </p:nvCxnSpPr>
        <p:spPr>
          <a:xfrm>
            <a:off x="3375804" y="4933666"/>
            <a:ext cx="92440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1AFA934D-3E2B-8AA6-3717-1BF21ED95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901" y="5637171"/>
            <a:ext cx="6382399" cy="1126306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AF46FD3-A885-D823-9618-21E7902F7F2B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484408" y="5687683"/>
            <a:ext cx="2011493" cy="5126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箭头: 下 17">
            <a:extLst>
              <a:ext uri="{FF2B5EF4-FFF2-40B4-BE49-F238E27FC236}">
                <a16:creationId xmlns:a16="http://schemas.microsoft.com/office/drawing/2014/main" id="{3605D085-0BBE-6607-7208-D8DA880801CE}"/>
              </a:ext>
            </a:extLst>
          </p:cNvPr>
          <p:cNvSpPr/>
          <p:nvPr/>
        </p:nvSpPr>
        <p:spPr>
          <a:xfrm>
            <a:off x="7526740" y="2538484"/>
            <a:ext cx="429905" cy="1765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3D720B37-2AAB-DD33-7690-6F11B313D77E}"/>
              </a:ext>
            </a:extLst>
          </p:cNvPr>
          <p:cNvSpPr/>
          <p:nvPr/>
        </p:nvSpPr>
        <p:spPr>
          <a:xfrm>
            <a:off x="7428828" y="3902272"/>
            <a:ext cx="429905" cy="1765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B71E7BED-6967-4E9C-63A5-B75A1E69B7E0}"/>
              </a:ext>
            </a:extLst>
          </p:cNvPr>
          <p:cNvSpPr/>
          <p:nvPr/>
        </p:nvSpPr>
        <p:spPr>
          <a:xfrm>
            <a:off x="7580142" y="5453908"/>
            <a:ext cx="429905" cy="1765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A1877CE-8D9F-7031-D2EA-465E70C4F83E}"/>
              </a:ext>
            </a:extLst>
          </p:cNvPr>
          <p:cNvCxnSpPr>
            <a:cxnSpLocks/>
          </p:cNvCxnSpPr>
          <p:nvPr/>
        </p:nvCxnSpPr>
        <p:spPr>
          <a:xfrm flipV="1">
            <a:off x="2104845" y="1576316"/>
            <a:ext cx="2195361" cy="9621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01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BB6C0-C260-A370-FE97-2092E878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2.2</a:t>
            </a:r>
            <a:r>
              <a:rPr lang="zh-CN" altLang="en-US" sz="4400" dirty="0"/>
              <a:t>：自定义函数内部逐句执行（本页涉及知识点</a:t>
            </a:r>
            <a:r>
              <a:rPr lang="en-US" altLang="zh-CN" sz="4400" dirty="0"/>
              <a:t>1.2</a:t>
            </a:r>
            <a:r>
              <a:rPr lang="zh-CN" altLang="en-US" sz="4400" dirty="0"/>
              <a:t>，</a:t>
            </a:r>
            <a:r>
              <a:rPr lang="en-US" altLang="zh-CN" sz="4400" dirty="0"/>
              <a:t>1.3</a:t>
            </a:r>
            <a:r>
              <a:rPr lang="zh-CN" altLang="en-US" sz="4400" dirty="0"/>
              <a:t>，</a:t>
            </a:r>
            <a:r>
              <a:rPr lang="en-US" altLang="zh-CN" sz="4400" dirty="0"/>
              <a:t>1.6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EA93E-94B3-318A-C561-00650F58D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788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注意：</a:t>
            </a:r>
            <a:r>
              <a:rPr lang="zh-CN" alt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默认情况下，调试器会跳过非用户代码，即</a:t>
            </a:r>
            <a:endParaRPr lang="en-US" altLang="zh-CN" b="0" i="0" dirty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zh-CN" altLang="en-US" dirty="0"/>
              <a:t>遇到</a:t>
            </a:r>
            <a:r>
              <a:rPr lang="zh-CN" altLang="en-US" dirty="0">
                <a:solidFill>
                  <a:srgbClr val="FF0000"/>
                </a:solidFill>
              </a:rPr>
              <a:t>自定义</a:t>
            </a:r>
            <a:r>
              <a:rPr lang="zh-CN" altLang="en-US" dirty="0"/>
              <a:t>函数，进入（如</a:t>
            </a:r>
            <a:r>
              <a:rPr lang="en-US" altLang="zh-CN" dirty="0" err="1"/>
              <a:t>change_top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遇到</a:t>
            </a:r>
            <a:r>
              <a:rPr lang="zh-CN" altLang="en-US" dirty="0">
                <a:solidFill>
                  <a:srgbClr val="FF0000"/>
                </a:solidFill>
              </a:rPr>
              <a:t>系统类、系统函数</a:t>
            </a:r>
            <a:r>
              <a:rPr lang="zh-CN" altLang="en-US" dirty="0"/>
              <a:t>，不进入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 err="1"/>
              <a:t>cout</a:t>
            </a:r>
            <a:r>
              <a:rPr lang="zh-CN" altLang="en-US" dirty="0"/>
              <a:t>、</a:t>
            </a:r>
            <a:r>
              <a:rPr lang="en-US" altLang="zh-CN" dirty="0"/>
              <a:t>sqrt)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46DA32-8A53-6789-0413-AD06FD5F4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9" y="4748085"/>
            <a:ext cx="4528897" cy="17447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231340-9048-0195-CAE4-8EA8101BD73D}"/>
              </a:ext>
            </a:extLst>
          </p:cNvPr>
          <p:cNvSpPr txBox="1"/>
          <p:nvPr/>
        </p:nvSpPr>
        <p:spPr>
          <a:xfrm>
            <a:off x="5120207" y="5146508"/>
            <a:ext cx="148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</a:t>
            </a:r>
            <a:r>
              <a:rPr lang="zh-CN" altLang="en-US" b="1" dirty="0"/>
              <a:t>一次</a:t>
            </a:r>
            <a:r>
              <a:rPr lang="en-US" altLang="zh-CN" dirty="0"/>
              <a:t>F11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C1E72A-25F9-A0D5-0E37-F1A9F8FD7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701" y="4850848"/>
            <a:ext cx="5204174" cy="153926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1D127EE5-E96B-7993-F99E-183C09AFF9D3}"/>
              </a:ext>
            </a:extLst>
          </p:cNvPr>
          <p:cNvSpPr/>
          <p:nvPr/>
        </p:nvSpPr>
        <p:spPr>
          <a:xfrm>
            <a:off x="8345597" y="3304491"/>
            <a:ext cx="1741557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直接跳到下一行，没有进入</a:t>
            </a:r>
            <a:r>
              <a:rPr lang="en-US" altLang="zh-CN" dirty="0" err="1">
                <a:solidFill>
                  <a:srgbClr val="FF0000"/>
                </a:solidFill>
              </a:rPr>
              <a:t>cout,sqrt</a:t>
            </a:r>
            <a:r>
              <a:rPr lang="zh-CN" altLang="en-US" dirty="0">
                <a:solidFill>
                  <a:srgbClr val="FF0000"/>
                </a:solidFill>
              </a:rPr>
              <a:t>内部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452AA8B-CBC6-5D55-C859-E2116803D9D6}"/>
              </a:ext>
            </a:extLst>
          </p:cNvPr>
          <p:cNvSpPr/>
          <p:nvPr/>
        </p:nvSpPr>
        <p:spPr>
          <a:xfrm>
            <a:off x="5120207" y="5515840"/>
            <a:ext cx="1241803" cy="445573"/>
          </a:xfrm>
          <a:prstGeom prst="right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4A4FB5B-4B2D-1C28-7FE8-73DBBF43D139}"/>
              </a:ext>
            </a:extLst>
          </p:cNvPr>
          <p:cNvCxnSpPr/>
          <p:nvPr/>
        </p:nvCxnSpPr>
        <p:spPr>
          <a:xfrm flipH="1">
            <a:off x="6906883" y="4103858"/>
            <a:ext cx="1380226" cy="17942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65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97" y="1059590"/>
            <a:ext cx="9157406" cy="910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“调用堆栈”窗口处一般不显示外部代码，可以单击“显示外部代码”或右击“</a:t>
            </a:r>
            <a:r>
              <a:rPr lang="en-US" altLang="zh-CN" sz="2400" dirty="0"/>
              <a:t>[</a:t>
            </a:r>
            <a:r>
              <a:rPr lang="zh-CN" altLang="en-US" sz="2400" dirty="0"/>
              <a:t>外部代码</a:t>
            </a:r>
            <a:r>
              <a:rPr lang="en-US" altLang="zh-CN" sz="2400" dirty="0"/>
              <a:t>]</a:t>
            </a:r>
            <a:r>
              <a:rPr lang="zh-CN" altLang="en-US" sz="2400" dirty="0"/>
              <a:t>”后，单击“显示外部代码”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6C2E4A-0F76-BA74-BB28-6307325AD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045" y="4819815"/>
            <a:ext cx="4816416" cy="19571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67D515-2C53-F409-0D36-C45747FE2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73" y="1970327"/>
            <a:ext cx="5923471" cy="23872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D85EEE-F086-A116-D8BE-7386358EE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056" y="1514958"/>
            <a:ext cx="4342340" cy="29929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23D8E8-1FFB-2FAB-2245-E73A38CF4C3C}"/>
              </a:ext>
            </a:extLst>
          </p:cNvPr>
          <p:cNvSpPr txBox="1"/>
          <p:nvPr/>
        </p:nvSpPr>
        <p:spPr>
          <a:xfrm>
            <a:off x="6602083" y="2668438"/>
            <a:ext cx="52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or</a:t>
            </a:r>
            <a:endParaRPr lang="zh-CN" altLang="en-US" sz="2400" b="1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D2FDE08-D470-DE88-FC3B-0994846155B1}"/>
              </a:ext>
            </a:extLst>
          </p:cNvPr>
          <p:cNvCxnSpPr/>
          <p:nvPr/>
        </p:nvCxnSpPr>
        <p:spPr>
          <a:xfrm flipV="1">
            <a:off x="3387306" y="2363638"/>
            <a:ext cx="724619" cy="10653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C12CF9A-B90E-A418-6C3B-42F1AB5B1416}"/>
              </a:ext>
            </a:extLst>
          </p:cNvPr>
          <p:cNvCxnSpPr/>
          <p:nvPr/>
        </p:nvCxnSpPr>
        <p:spPr>
          <a:xfrm flipV="1">
            <a:off x="7355458" y="3308209"/>
            <a:ext cx="201282" cy="5141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D254181-907F-6C44-85FE-47A413196EAF}"/>
              </a:ext>
            </a:extLst>
          </p:cNvPr>
          <p:cNvCxnSpPr/>
          <p:nvPr/>
        </p:nvCxnSpPr>
        <p:spPr>
          <a:xfrm flipH="1">
            <a:off x="8591909" y="2662535"/>
            <a:ext cx="810883" cy="4675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下 14">
            <a:extLst>
              <a:ext uri="{FF2B5EF4-FFF2-40B4-BE49-F238E27FC236}">
                <a16:creationId xmlns:a16="http://schemas.microsoft.com/office/drawing/2014/main" id="{40402E9F-4F40-E369-78BF-5A1F5548F626}"/>
              </a:ext>
            </a:extLst>
          </p:cNvPr>
          <p:cNvSpPr/>
          <p:nvPr/>
        </p:nvSpPr>
        <p:spPr>
          <a:xfrm>
            <a:off x="5561162" y="4467985"/>
            <a:ext cx="2081842" cy="229343"/>
          </a:xfrm>
          <a:prstGeom prst="down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96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53" y="1096342"/>
            <a:ext cx="9157406" cy="65210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CN" altLang="en-US" dirty="0"/>
              <a:t>为进到系统函数内部，需要选择启用外部代码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2.3-1</a:t>
            </a:r>
            <a:r>
              <a:rPr lang="zh-CN" altLang="en-US" dirty="0"/>
              <a:t>依次单击“工具”</a:t>
            </a:r>
            <a:r>
              <a:rPr lang="en-US" altLang="zh-CN" dirty="0"/>
              <a:t>-</a:t>
            </a:r>
            <a:r>
              <a:rPr lang="zh-CN" altLang="en-US" dirty="0"/>
              <a:t>“选项”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C7304D0-00EB-AD94-886F-63C33C5B3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20" y="1982551"/>
            <a:ext cx="8110334" cy="4352594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259DC2-2FD6-5443-D167-76AFE4E2D530}"/>
              </a:ext>
            </a:extLst>
          </p:cNvPr>
          <p:cNvCxnSpPr/>
          <p:nvPr/>
        </p:nvCxnSpPr>
        <p:spPr>
          <a:xfrm flipH="1">
            <a:off x="5763670" y="1622323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ACD8E56-EBC6-E5B2-0348-C84B2527FE83}"/>
              </a:ext>
            </a:extLst>
          </p:cNvPr>
          <p:cNvCxnSpPr/>
          <p:nvPr/>
        </p:nvCxnSpPr>
        <p:spPr>
          <a:xfrm flipH="1" flipV="1">
            <a:off x="6707566" y="4878766"/>
            <a:ext cx="914400" cy="690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9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BFDB75-C28A-70CB-EAB7-27BA3614D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27" y="2007078"/>
            <a:ext cx="8001387" cy="471905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53" y="1096341"/>
            <a:ext cx="9157406" cy="9107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zh-CN" altLang="en-US" dirty="0"/>
              <a:t>为进到系统函数内部，需要选择启用外部代码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2.3-2</a:t>
            </a:r>
            <a:r>
              <a:rPr lang="zh-CN" altLang="en-US" dirty="0"/>
              <a:t>在弹出的窗口中，依次单击“调试”</a:t>
            </a:r>
            <a:r>
              <a:rPr lang="en-US" altLang="zh-CN" dirty="0"/>
              <a:t>-</a:t>
            </a:r>
            <a:r>
              <a:rPr lang="zh-CN" altLang="en-US" dirty="0"/>
              <a:t>“常规”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2.3-3</a:t>
            </a:r>
            <a:r>
              <a:rPr lang="zh-CN" altLang="en-US" dirty="0"/>
              <a:t>取消勾选“启用‘仅我的代码’”</a:t>
            </a:r>
            <a:r>
              <a:rPr lang="en-US" altLang="zh-CN" dirty="0"/>
              <a:t>,</a:t>
            </a:r>
            <a:r>
              <a:rPr lang="zh-CN" altLang="en-US" dirty="0"/>
              <a:t>并单击“确定”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259DC2-2FD6-5443-D167-76AFE4E2D530}"/>
              </a:ext>
            </a:extLst>
          </p:cNvPr>
          <p:cNvCxnSpPr/>
          <p:nvPr/>
        </p:nvCxnSpPr>
        <p:spPr>
          <a:xfrm flipH="1">
            <a:off x="2935171" y="3213672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ACD8E56-EBC6-E5B2-0348-C84B2527FE83}"/>
              </a:ext>
            </a:extLst>
          </p:cNvPr>
          <p:cNvCxnSpPr/>
          <p:nvPr/>
        </p:nvCxnSpPr>
        <p:spPr>
          <a:xfrm flipH="1" flipV="1">
            <a:off x="3253736" y="3895187"/>
            <a:ext cx="914400" cy="690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5BDAB9F-C3FF-678E-6C8B-BB73A71CAA3C}"/>
              </a:ext>
            </a:extLst>
          </p:cNvPr>
          <p:cNvCxnSpPr/>
          <p:nvPr/>
        </p:nvCxnSpPr>
        <p:spPr>
          <a:xfrm flipH="1">
            <a:off x="5486400" y="3429000"/>
            <a:ext cx="1029419" cy="579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671DDAC-99CE-607E-7D44-F7CDB0A6EC45}"/>
              </a:ext>
            </a:extLst>
          </p:cNvPr>
          <p:cNvCxnSpPr/>
          <p:nvPr/>
        </p:nvCxnSpPr>
        <p:spPr>
          <a:xfrm flipV="1">
            <a:off x="7677509" y="6337540"/>
            <a:ext cx="753374" cy="2645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949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53" y="1096341"/>
            <a:ext cx="9157406" cy="910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可以进入</a:t>
            </a:r>
            <a:r>
              <a:rPr lang="en-US" altLang="zh-CN" dirty="0"/>
              <a:t>sqrt</a:t>
            </a:r>
            <a:r>
              <a:rPr lang="zh-CN" altLang="en-US" dirty="0"/>
              <a:t>等系统函数，但是并没有进入</a:t>
            </a:r>
            <a:r>
              <a:rPr lang="en-US" altLang="zh-CN" dirty="0" err="1"/>
              <a:t>cout</a:t>
            </a:r>
            <a:r>
              <a:rPr lang="zh-CN" altLang="en-US" dirty="0"/>
              <a:t>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A0AD27-C624-C231-55CF-D8FD64025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69" y="1551709"/>
            <a:ext cx="7518108" cy="1952043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661D7AE7-461F-96DD-A2D1-AE6BF3D93F4A}"/>
              </a:ext>
            </a:extLst>
          </p:cNvPr>
          <p:cNvSpPr/>
          <p:nvPr/>
        </p:nvSpPr>
        <p:spPr>
          <a:xfrm>
            <a:off x="4968815" y="3772619"/>
            <a:ext cx="764876" cy="345056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A00D10-E28D-18E0-A15A-176C0F377C8D}"/>
              </a:ext>
            </a:extLst>
          </p:cNvPr>
          <p:cNvSpPr txBox="1"/>
          <p:nvPr/>
        </p:nvSpPr>
        <p:spPr>
          <a:xfrm>
            <a:off x="5879332" y="3748343"/>
            <a:ext cx="148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</a:t>
            </a:r>
            <a:r>
              <a:rPr lang="zh-CN" altLang="en-US" b="1" dirty="0"/>
              <a:t>一次</a:t>
            </a:r>
            <a:r>
              <a:rPr lang="en-US" altLang="zh-CN" dirty="0"/>
              <a:t>F11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409A501-B591-09F3-2C62-02D8F3D1E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26" y="4253233"/>
            <a:ext cx="8688012" cy="1848108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348F3B5-71D7-4AD7-3D6B-726AA2C9AB2F}"/>
              </a:ext>
            </a:extLst>
          </p:cNvPr>
          <p:cNvCxnSpPr/>
          <p:nvPr/>
        </p:nvCxnSpPr>
        <p:spPr>
          <a:xfrm flipH="1">
            <a:off x="6487064" y="4175185"/>
            <a:ext cx="2478657" cy="9144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276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5855B0-1B97-14B3-F172-A333F5B6A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828" y="2151228"/>
            <a:ext cx="4979515" cy="479628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F9A4BC-603C-A0C5-7788-058EC4C4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3.1</a:t>
            </a:r>
            <a:r>
              <a:rPr lang="zh-CN" altLang="en-US" sz="4000" dirty="0"/>
              <a:t>跳出当前所在函数（本页涉及知识点</a:t>
            </a:r>
            <a:r>
              <a:rPr lang="en-US" altLang="zh-CN" sz="4000" dirty="0"/>
              <a:t>1.4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D2A6A-3F48-C162-7FFE-0B8DD08C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进入</a:t>
            </a:r>
            <a:r>
              <a:rPr lang="en-US" altLang="zh-CN" dirty="0" err="1"/>
              <a:t>tj_strlen</a:t>
            </a:r>
            <a:r>
              <a:rPr lang="zh-CN" altLang="en-US" dirty="0"/>
              <a:t>内部，需要跳出</a:t>
            </a:r>
            <a:endParaRPr lang="en-US" altLang="zh-CN" dirty="0"/>
          </a:p>
          <a:p>
            <a:r>
              <a:rPr lang="zh-CN" altLang="en-US" dirty="0"/>
              <a:t>方法一：依次单击调试</a:t>
            </a:r>
            <a:r>
              <a:rPr lang="en-US" altLang="zh-CN" dirty="0"/>
              <a:t>-</a:t>
            </a:r>
            <a:r>
              <a:rPr lang="zh-CN" altLang="en-US" dirty="0"/>
              <a:t>跳出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1C90CB-4A4E-D028-9D6B-A655E79519F2}"/>
              </a:ext>
            </a:extLst>
          </p:cNvPr>
          <p:cNvCxnSpPr>
            <a:cxnSpLocks/>
          </p:cNvCxnSpPr>
          <p:nvPr/>
        </p:nvCxnSpPr>
        <p:spPr>
          <a:xfrm flipH="1">
            <a:off x="6096000" y="1731034"/>
            <a:ext cx="805132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87D6E9-6793-27CB-88D5-316EEC6B386F}"/>
              </a:ext>
            </a:extLst>
          </p:cNvPr>
          <p:cNvCxnSpPr/>
          <p:nvPr/>
        </p:nvCxnSpPr>
        <p:spPr>
          <a:xfrm flipH="1">
            <a:off x="6498566" y="4871048"/>
            <a:ext cx="2202611" cy="460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355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F6337B4-AE58-25F5-AA84-3EA6196F6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737"/>
            <a:ext cx="12192000" cy="284823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F9A4BC-603C-A0C5-7788-058EC4C4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3.1</a:t>
            </a:r>
            <a:r>
              <a:rPr lang="zh-CN" altLang="en-US" sz="4000" dirty="0"/>
              <a:t>跳出当前所在函数（本页涉及知识点</a:t>
            </a:r>
            <a:r>
              <a:rPr lang="en-US" altLang="zh-CN" sz="4000" dirty="0"/>
              <a:t>1.4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D2A6A-3F48-C162-7FFE-0B8DD08C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174"/>
            <a:ext cx="10515600" cy="1207027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进入</a:t>
            </a:r>
            <a:r>
              <a:rPr lang="en-US" altLang="zh-CN" dirty="0" err="1"/>
              <a:t>tj_strlen</a:t>
            </a:r>
            <a:r>
              <a:rPr lang="zh-CN" altLang="en-US" dirty="0"/>
              <a:t>内部，需要跳出</a:t>
            </a:r>
            <a:endParaRPr lang="en-US" altLang="zh-CN" dirty="0"/>
          </a:p>
          <a:p>
            <a:r>
              <a:rPr lang="zh-CN" altLang="en-US" dirty="0"/>
              <a:t>方法二：单击蓝色向上箭头、</a:t>
            </a:r>
            <a:endParaRPr lang="en-US" altLang="zh-CN" dirty="0"/>
          </a:p>
          <a:p>
            <a:r>
              <a:rPr lang="zh-CN" altLang="en-US" dirty="0"/>
              <a:t>方法三：快捷键</a:t>
            </a:r>
            <a:r>
              <a:rPr lang="en-US" altLang="zh-CN" dirty="0"/>
              <a:t>shift+F11</a:t>
            </a:r>
            <a:endParaRPr lang="zh-CN" altLang="en-US" dirty="0"/>
          </a:p>
          <a:p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1C90CB-4A4E-D028-9D6B-A655E79519F2}"/>
              </a:ext>
            </a:extLst>
          </p:cNvPr>
          <p:cNvCxnSpPr>
            <a:cxnSpLocks/>
          </p:cNvCxnSpPr>
          <p:nvPr/>
        </p:nvCxnSpPr>
        <p:spPr>
          <a:xfrm flipH="1">
            <a:off x="10288438" y="2266637"/>
            <a:ext cx="805132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4233FC10-C3E3-7208-75DE-E4528650E8A6}"/>
              </a:ext>
            </a:extLst>
          </p:cNvPr>
          <p:cNvSpPr/>
          <p:nvPr/>
        </p:nvSpPr>
        <p:spPr>
          <a:xfrm>
            <a:off x="10587487" y="3124199"/>
            <a:ext cx="1138687" cy="27604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D52776-974C-E0AD-7AE9-B216608C5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2581156"/>
            <a:ext cx="9745435" cy="16956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F9A4BC-603C-A0C5-7788-058EC4C4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3.1</a:t>
            </a:r>
            <a:r>
              <a:rPr lang="zh-CN" altLang="en-US" sz="4000" dirty="0"/>
              <a:t>跳出当前所在函数（本页涉及知识点</a:t>
            </a:r>
            <a:r>
              <a:rPr lang="en-US" altLang="zh-CN" sz="4000" dirty="0"/>
              <a:t>1.4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D2A6A-3F48-C162-7FFE-0B8DD08C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08" y="1558131"/>
            <a:ext cx="10515600" cy="4351338"/>
          </a:xfrm>
        </p:spPr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成功跳出</a:t>
            </a:r>
            <a:r>
              <a:rPr lang="en-US" altLang="zh-CN" dirty="0" err="1"/>
              <a:t>tj_strlen</a:t>
            </a:r>
            <a:r>
              <a:rPr lang="zh-CN" altLang="en-US" dirty="0"/>
              <a:t>函数，返回现场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1C90CB-4A4E-D028-9D6B-A655E79519F2}"/>
              </a:ext>
            </a:extLst>
          </p:cNvPr>
          <p:cNvCxnSpPr>
            <a:cxnSpLocks/>
          </p:cNvCxnSpPr>
          <p:nvPr/>
        </p:nvCxnSpPr>
        <p:spPr>
          <a:xfrm flipH="1">
            <a:off x="1614577" y="2876908"/>
            <a:ext cx="805132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986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75991-8E62-5F92-75D2-5566536B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跳过整个函数（本页涉及</a:t>
            </a:r>
            <a:r>
              <a:rPr lang="en-US" altLang="zh-CN" dirty="0"/>
              <a:t>1.3,1.5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BDB28-46D7-AD56-0BCB-F509BE75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550"/>
            <a:ext cx="10515600" cy="4351338"/>
          </a:xfrm>
        </p:spPr>
        <p:txBody>
          <a:bodyPr/>
          <a:lstStyle/>
          <a:p>
            <a:r>
              <a:rPr lang="en-US" altLang="zh-CN" dirty="0"/>
              <a:t>E.g.</a:t>
            </a:r>
            <a:r>
              <a:rPr lang="zh-CN" altLang="en-US" dirty="0"/>
              <a:t>跳过</a:t>
            </a:r>
            <a:r>
              <a:rPr lang="en-US" altLang="zh-CN" dirty="0"/>
              <a:t>add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方法一：单击蓝色箭头</a:t>
            </a:r>
            <a:endParaRPr lang="en-US" altLang="zh-CN" dirty="0"/>
          </a:p>
          <a:p>
            <a:r>
              <a:rPr lang="zh-CN" altLang="en-US" dirty="0"/>
              <a:t>方法二：快捷键</a:t>
            </a:r>
            <a:r>
              <a:rPr lang="en-US" altLang="zh-CN" dirty="0"/>
              <a:t>F10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7DAF66-30F2-233C-B693-BE1E971C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93" y="2770212"/>
            <a:ext cx="8403319" cy="408778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D824A2B-AD0F-DF46-0CDE-2393F37E508E}"/>
              </a:ext>
            </a:extLst>
          </p:cNvPr>
          <p:cNvCxnSpPr/>
          <p:nvPr/>
        </p:nvCxnSpPr>
        <p:spPr>
          <a:xfrm>
            <a:off x="6314536" y="2426898"/>
            <a:ext cx="925902" cy="62685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F5E2300E-27A1-8486-A57B-52909143D56B}"/>
              </a:ext>
            </a:extLst>
          </p:cNvPr>
          <p:cNvSpPr/>
          <p:nvPr/>
        </p:nvSpPr>
        <p:spPr>
          <a:xfrm>
            <a:off x="7228936" y="3157268"/>
            <a:ext cx="690113" cy="23003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645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5A64F35-A3A6-3CF6-6787-FAB4DCC3F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70" y="2300377"/>
            <a:ext cx="6126193" cy="43995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9675991-8E62-5F92-75D2-5566536B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跳过整个函数（本页涉及</a:t>
            </a:r>
            <a:r>
              <a:rPr lang="en-US" altLang="zh-CN" dirty="0"/>
              <a:t>1.3,1.5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BDB28-46D7-AD56-0BCB-F509BE75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550"/>
            <a:ext cx="10515600" cy="1055597"/>
          </a:xfrm>
        </p:spPr>
        <p:txBody>
          <a:bodyPr/>
          <a:lstStyle/>
          <a:p>
            <a:r>
              <a:rPr lang="en-US" altLang="zh-CN" dirty="0"/>
              <a:t>E.g.</a:t>
            </a:r>
            <a:r>
              <a:rPr lang="zh-CN" altLang="en-US" dirty="0"/>
              <a:t>跳过</a:t>
            </a:r>
            <a:r>
              <a:rPr lang="en-US" altLang="zh-CN" dirty="0"/>
              <a:t>add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方法三：调试</a:t>
            </a:r>
            <a:r>
              <a:rPr lang="en-US" altLang="zh-CN" dirty="0"/>
              <a:t>&gt;</a:t>
            </a:r>
            <a:r>
              <a:rPr lang="zh-CN" altLang="en-US" dirty="0"/>
              <a:t>逐过程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D824A2B-AD0F-DF46-0CDE-2393F37E508E}"/>
              </a:ext>
            </a:extLst>
          </p:cNvPr>
          <p:cNvCxnSpPr/>
          <p:nvPr/>
        </p:nvCxnSpPr>
        <p:spPr>
          <a:xfrm>
            <a:off x="4629509" y="4678691"/>
            <a:ext cx="925902" cy="62685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78F5310-8DA0-7BFF-7DD1-3837E24F8CEE}"/>
              </a:ext>
            </a:extLst>
          </p:cNvPr>
          <p:cNvCxnSpPr/>
          <p:nvPr/>
        </p:nvCxnSpPr>
        <p:spPr>
          <a:xfrm flipH="1">
            <a:off x="5727940" y="1775662"/>
            <a:ext cx="948905" cy="6958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42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B3814E-970B-FD04-ED1E-D70767C90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765" y="2386641"/>
            <a:ext cx="5893473" cy="44052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4F595A5-D75E-A6ED-16DE-B91B55E3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3.3</a:t>
            </a:r>
            <a:r>
              <a:rPr lang="zh-CN" altLang="en-US" sz="4000" dirty="0"/>
              <a:t>跳到指定位置（本页涉及</a:t>
            </a:r>
            <a:r>
              <a:rPr lang="en-US" altLang="zh-CN" sz="4000" dirty="0"/>
              <a:t>1.3</a:t>
            </a:r>
            <a:r>
              <a:rPr lang="zh-CN" altLang="en-US" sz="4000" dirty="0"/>
              <a:t>，</a:t>
            </a:r>
            <a:r>
              <a:rPr lang="en-US" altLang="zh-CN" sz="4000" dirty="0"/>
              <a:t>1.4</a:t>
            </a:r>
            <a:r>
              <a:rPr lang="zh-CN" altLang="en-US" sz="4000" dirty="0"/>
              <a:t>，</a:t>
            </a:r>
            <a:r>
              <a:rPr lang="en-US" altLang="zh-CN" sz="4000" dirty="0"/>
              <a:t>1.5,1.6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82FFF-C19C-BD4D-4ECA-C300A517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550"/>
            <a:ext cx="10515600" cy="4351338"/>
          </a:xfrm>
        </p:spPr>
        <p:txBody>
          <a:bodyPr/>
          <a:lstStyle/>
          <a:p>
            <a:r>
              <a:rPr lang="en-US" altLang="zh-CN" dirty="0"/>
              <a:t>E.g.:</a:t>
            </a:r>
            <a:r>
              <a:rPr lang="zh-CN" altLang="en-US" dirty="0"/>
              <a:t>从</a:t>
            </a:r>
            <a:r>
              <a:rPr lang="en-US" altLang="zh-CN" dirty="0"/>
              <a:t>function</a:t>
            </a:r>
            <a:r>
              <a:rPr lang="zh-CN" altLang="en-US" dirty="0"/>
              <a:t>的第一行跳到最后一行前</a:t>
            </a:r>
            <a:endParaRPr lang="en-US" altLang="zh-CN" dirty="0"/>
          </a:p>
          <a:p>
            <a:r>
              <a:rPr lang="zh-CN" altLang="en-US" dirty="0"/>
              <a:t>方法一：在目标处设断点后，点击“继续”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3CF4209-189B-C097-4D54-01B0DE3E820A}"/>
              </a:ext>
            </a:extLst>
          </p:cNvPr>
          <p:cNvCxnSpPr/>
          <p:nvPr/>
        </p:nvCxnSpPr>
        <p:spPr>
          <a:xfrm flipV="1">
            <a:off x="1840301" y="5855964"/>
            <a:ext cx="1127185" cy="7968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A8A840-A159-04F4-40ED-00EDA2E83FAD}"/>
              </a:ext>
            </a:extLst>
          </p:cNvPr>
          <p:cNvCxnSpPr/>
          <p:nvPr/>
        </p:nvCxnSpPr>
        <p:spPr>
          <a:xfrm flipH="1">
            <a:off x="6676845" y="2030082"/>
            <a:ext cx="1690778" cy="7131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848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10AA4D-8CD8-C4A2-6434-7AAB96FFF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85" y="2242868"/>
            <a:ext cx="5036668" cy="484854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4F595A5-D75E-A6ED-16DE-B91B55E3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3998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3.3</a:t>
            </a:r>
            <a:r>
              <a:rPr lang="zh-CN" altLang="en-US" sz="4000" dirty="0"/>
              <a:t>跳到指定位置（本页涉及</a:t>
            </a:r>
            <a:r>
              <a:rPr lang="en-US" altLang="zh-CN" sz="4000" dirty="0"/>
              <a:t>1.3</a:t>
            </a:r>
            <a:r>
              <a:rPr lang="zh-CN" altLang="en-US" sz="4000" dirty="0"/>
              <a:t>，</a:t>
            </a:r>
            <a:r>
              <a:rPr lang="en-US" altLang="zh-CN" sz="4000" dirty="0"/>
              <a:t>1.4</a:t>
            </a:r>
            <a:r>
              <a:rPr lang="zh-CN" altLang="en-US" sz="4000" dirty="0"/>
              <a:t>，</a:t>
            </a:r>
            <a:r>
              <a:rPr lang="en-US" altLang="zh-CN" sz="4000" dirty="0"/>
              <a:t>1.5,1.6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82FFF-C19C-BD4D-4ECA-C300A517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99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E.g.:</a:t>
            </a:r>
            <a:r>
              <a:rPr lang="zh-CN" altLang="en-US" sz="2400" dirty="0"/>
              <a:t>从</a:t>
            </a:r>
            <a:r>
              <a:rPr lang="en-US" altLang="zh-CN" sz="2400" dirty="0"/>
              <a:t>function</a:t>
            </a:r>
            <a:r>
              <a:rPr lang="zh-CN" altLang="en-US" sz="2400" dirty="0"/>
              <a:t>的第一行跳到最后一行前</a:t>
            </a:r>
            <a:endParaRPr lang="en-US" altLang="zh-CN" sz="2400" dirty="0"/>
          </a:p>
          <a:p>
            <a:r>
              <a:rPr lang="zh-CN" altLang="en-US" sz="2400" dirty="0"/>
              <a:t>方法二：右键单击目标行的任意位置，选择“运行到光标处”</a:t>
            </a:r>
            <a:endParaRPr lang="en-US" altLang="zh-CN" sz="2400" dirty="0"/>
          </a:p>
          <a:p>
            <a:r>
              <a:rPr lang="zh-CN" altLang="en-US" sz="2400" dirty="0"/>
              <a:t>方法三：点击目标行使光标位于目标行，快捷键</a:t>
            </a:r>
            <a:r>
              <a:rPr lang="en-US" altLang="zh-CN" sz="2400" dirty="0"/>
              <a:t>ctrl+F10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3CF4209-189B-C097-4D54-01B0DE3E820A}"/>
              </a:ext>
            </a:extLst>
          </p:cNvPr>
          <p:cNvCxnSpPr/>
          <p:nvPr/>
        </p:nvCxnSpPr>
        <p:spPr>
          <a:xfrm flipV="1">
            <a:off x="3929874" y="4156335"/>
            <a:ext cx="1127185" cy="7968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A8A840-A159-04F4-40ED-00EDA2E83FAD}"/>
              </a:ext>
            </a:extLst>
          </p:cNvPr>
          <p:cNvCxnSpPr>
            <a:cxnSpLocks/>
          </p:cNvCxnSpPr>
          <p:nvPr/>
        </p:nvCxnSpPr>
        <p:spPr>
          <a:xfrm flipH="1">
            <a:off x="6563806" y="4418151"/>
            <a:ext cx="105497" cy="6131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04BB2698-F2C1-B10B-5FBE-380715CDCDED}"/>
              </a:ext>
            </a:extLst>
          </p:cNvPr>
          <p:cNvSpPr/>
          <p:nvPr/>
        </p:nvSpPr>
        <p:spPr>
          <a:xfrm>
            <a:off x="7044330" y="4896154"/>
            <a:ext cx="478197" cy="27029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745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74BFBAB-0A32-1174-393F-B7A8CF9D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17" y="2680735"/>
            <a:ext cx="10305691" cy="238306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4F595A5-D75E-A6ED-16DE-B91B55E3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3998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3.3</a:t>
            </a:r>
            <a:r>
              <a:rPr lang="zh-CN" altLang="en-US" sz="4000" dirty="0"/>
              <a:t>跳到指定位置（本页涉及</a:t>
            </a:r>
            <a:r>
              <a:rPr lang="en-US" altLang="zh-CN" sz="4000" dirty="0"/>
              <a:t>1.3</a:t>
            </a:r>
            <a:r>
              <a:rPr lang="zh-CN" altLang="en-US" sz="4000" dirty="0"/>
              <a:t>，</a:t>
            </a:r>
            <a:r>
              <a:rPr lang="en-US" altLang="zh-CN" sz="4000" dirty="0"/>
              <a:t>1.4</a:t>
            </a:r>
            <a:r>
              <a:rPr lang="zh-CN" altLang="en-US" sz="4000" dirty="0"/>
              <a:t>，</a:t>
            </a:r>
            <a:r>
              <a:rPr lang="en-US" altLang="zh-CN" sz="4000" dirty="0"/>
              <a:t>1.5,1.6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82FFF-C19C-BD4D-4ECA-C300A517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99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E.g.:</a:t>
            </a:r>
            <a:r>
              <a:rPr lang="zh-CN" altLang="en-US" sz="2400" dirty="0"/>
              <a:t>从</a:t>
            </a:r>
            <a:r>
              <a:rPr lang="en-US" altLang="zh-CN" sz="2400" dirty="0"/>
              <a:t>function</a:t>
            </a:r>
            <a:r>
              <a:rPr lang="zh-CN" altLang="en-US" sz="2400" dirty="0"/>
              <a:t>的第一行跳到最后一行前</a:t>
            </a:r>
            <a:endParaRPr lang="en-US" altLang="zh-CN" sz="2400" dirty="0"/>
          </a:p>
          <a:p>
            <a:r>
              <a:rPr lang="zh-CN" altLang="en-US" sz="2400" dirty="0"/>
              <a:t>方法四：鼠标悬停于目标代码上，将会出现绿三角图标，单击绿三角图标即可</a:t>
            </a:r>
            <a:endParaRPr lang="en-US" altLang="zh-CN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3CF4209-189B-C097-4D54-01B0DE3E820A}"/>
              </a:ext>
            </a:extLst>
          </p:cNvPr>
          <p:cNvCxnSpPr/>
          <p:nvPr/>
        </p:nvCxnSpPr>
        <p:spPr>
          <a:xfrm flipV="1">
            <a:off x="1353451" y="4586510"/>
            <a:ext cx="1127185" cy="7968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393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D968734-B612-1806-20AF-3DA0CF19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12" y="1355555"/>
            <a:ext cx="6246202" cy="399547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4F595A5-D75E-A6ED-16DE-B91B55E3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3998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3.3</a:t>
            </a:r>
            <a:r>
              <a:rPr lang="zh-CN" altLang="en-US" sz="4000" dirty="0"/>
              <a:t>跳到指定位置（本页涉及</a:t>
            </a:r>
            <a:r>
              <a:rPr lang="en-US" altLang="zh-CN" sz="4000" dirty="0"/>
              <a:t>1.3</a:t>
            </a:r>
            <a:r>
              <a:rPr lang="zh-CN" altLang="en-US" sz="4000" dirty="0"/>
              <a:t>，</a:t>
            </a:r>
            <a:r>
              <a:rPr lang="en-US" altLang="zh-CN" sz="4000" dirty="0"/>
              <a:t>1.4</a:t>
            </a:r>
            <a:r>
              <a:rPr lang="zh-CN" altLang="en-US" sz="4000" dirty="0"/>
              <a:t>，</a:t>
            </a:r>
            <a:r>
              <a:rPr lang="en-US" altLang="zh-CN" sz="4000" dirty="0"/>
              <a:t>1.5,1.6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82FFF-C19C-BD4D-4ECA-C300A517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995"/>
            <a:ext cx="5057971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E.g.:</a:t>
            </a:r>
            <a:r>
              <a:rPr lang="zh-CN" altLang="en-US" sz="2400" dirty="0"/>
              <a:t>从</a:t>
            </a:r>
            <a:r>
              <a:rPr lang="en-US" altLang="zh-CN" sz="2400" dirty="0"/>
              <a:t>function</a:t>
            </a:r>
            <a:r>
              <a:rPr lang="zh-CN" altLang="en-US" sz="2400" dirty="0"/>
              <a:t>的第一行跳到最后一行前</a:t>
            </a:r>
            <a:endParaRPr lang="en-US" altLang="zh-CN" sz="2400" dirty="0"/>
          </a:p>
          <a:p>
            <a:r>
              <a:rPr lang="zh-CN" altLang="en-US" sz="2400" dirty="0"/>
              <a:t>方法四：右键单击目标行的任意位置，选择“设置下一条语句”</a:t>
            </a:r>
            <a:endParaRPr lang="en-US" altLang="zh-CN" sz="2400" dirty="0"/>
          </a:p>
          <a:p>
            <a:r>
              <a:rPr lang="zh-CN" altLang="en-US" sz="2400" dirty="0"/>
              <a:t>方法五：点击目标行使光标位于目标行，快捷键</a:t>
            </a:r>
            <a:r>
              <a:rPr lang="en-US" altLang="zh-CN" sz="2400" dirty="0"/>
              <a:t>ctrl+shift+F10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3CF4209-189B-C097-4D54-01B0DE3E820A}"/>
              </a:ext>
            </a:extLst>
          </p:cNvPr>
          <p:cNvCxnSpPr/>
          <p:nvPr/>
        </p:nvCxnSpPr>
        <p:spPr>
          <a:xfrm flipV="1">
            <a:off x="6295386" y="2970208"/>
            <a:ext cx="1127185" cy="7968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A8A840-A159-04F4-40ED-00EDA2E83FAD}"/>
              </a:ext>
            </a:extLst>
          </p:cNvPr>
          <p:cNvCxnSpPr>
            <a:cxnSpLocks/>
          </p:cNvCxnSpPr>
          <p:nvPr/>
        </p:nvCxnSpPr>
        <p:spPr>
          <a:xfrm flipH="1">
            <a:off x="9729689" y="4014321"/>
            <a:ext cx="105497" cy="6131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04BB2698-F2C1-B10B-5FBE-380715CDCDED}"/>
              </a:ext>
            </a:extLst>
          </p:cNvPr>
          <p:cNvSpPr/>
          <p:nvPr/>
        </p:nvSpPr>
        <p:spPr>
          <a:xfrm>
            <a:off x="9835186" y="4515996"/>
            <a:ext cx="1252633" cy="26878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BAAB9-BF27-5C5D-714C-0FFEFEE80757}"/>
              </a:ext>
            </a:extLst>
          </p:cNvPr>
          <p:cNvSpPr txBox="1"/>
          <p:nvPr/>
        </p:nvSpPr>
        <p:spPr>
          <a:xfrm>
            <a:off x="1242204" y="3600091"/>
            <a:ext cx="3755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注意：此方法会直接跳到目标行，不会运行当前行和目标行之间本该运行的内容！</a:t>
            </a:r>
          </a:p>
        </p:txBody>
      </p:sp>
    </p:spTree>
    <p:extLst>
      <p:ext uri="{BB962C8B-B14F-4D97-AF65-F5344CB8AC3E}">
        <p14:creationId xmlns:p14="http://schemas.microsoft.com/office/powerpoint/2010/main" val="3191535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93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4.1</a:t>
            </a:r>
            <a:r>
              <a:rPr lang="zh-CN" altLang="en-US" sz="3600" dirty="0"/>
              <a:t>查看变量：数据提示（本页涉及</a:t>
            </a:r>
            <a:r>
              <a:rPr lang="en-US" altLang="zh-CN" sz="3600" dirty="0"/>
              <a:t>2.1,2.2,2.3,2.4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11FDC0C-547D-351C-0759-4258C880A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3696" r="48583" b="22952"/>
          <a:stretch/>
        </p:blipFill>
        <p:spPr>
          <a:xfrm>
            <a:off x="183194" y="2016098"/>
            <a:ext cx="3521245" cy="147732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82128" y="1391728"/>
            <a:ext cx="975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4.1.1</a:t>
            </a:r>
            <a:r>
              <a:rPr lang="zh-CN" altLang="en-US" sz="2400" dirty="0"/>
              <a:t>调试暂停时，将鼠标悬停在</a:t>
            </a:r>
            <a:r>
              <a:rPr lang="zh-CN" altLang="en-US" sz="2400" b="1" dirty="0"/>
              <a:t>当前可访问</a:t>
            </a:r>
            <a:r>
              <a:rPr lang="zh-CN" altLang="en-US" sz="2400" dirty="0"/>
              <a:t>的变量上，即可查看它的值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1938B1-84D9-E000-BFB2-2CDF433189B7}"/>
              </a:ext>
            </a:extLst>
          </p:cNvPr>
          <p:cNvSpPr/>
          <p:nvPr/>
        </p:nvSpPr>
        <p:spPr>
          <a:xfrm>
            <a:off x="1178942" y="2569904"/>
            <a:ext cx="1754038" cy="4657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11AB24-5D2D-4EC0-C753-71F483895CF7}"/>
              </a:ext>
            </a:extLst>
          </p:cNvPr>
          <p:cNvSpPr txBox="1"/>
          <p:nvPr/>
        </p:nvSpPr>
        <p:spPr>
          <a:xfrm>
            <a:off x="230038" y="5882470"/>
            <a:ext cx="8601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当箭头在</a:t>
            </a:r>
            <a:r>
              <a:rPr lang="en-US" altLang="zh-CN" dirty="0"/>
              <a:t>function</a:t>
            </a:r>
            <a:r>
              <a:rPr lang="zh-CN" altLang="en-US" dirty="0"/>
              <a:t>内，可访问</a:t>
            </a:r>
            <a:r>
              <a:rPr lang="zh-CN" altLang="en-US" b="1" dirty="0"/>
              <a:t>自动变量</a:t>
            </a:r>
            <a:r>
              <a:rPr lang="en-US" altLang="zh-CN" dirty="0" err="1"/>
              <a:t>localVar</a:t>
            </a:r>
            <a:r>
              <a:rPr lang="zh-CN" altLang="en-US" dirty="0"/>
              <a:t>，</a:t>
            </a:r>
            <a:r>
              <a:rPr lang="zh-CN" altLang="en-US" b="1" dirty="0"/>
              <a:t>形参</a:t>
            </a:r>
            <a:r>
              <a:rPr lang="zh-CN" altLang="en-US" dirty="0"/>
              <a:t>，</a:t>
            </a:r>
            <a:r>
              <a:rPr lang="zh-CN" altLang="en-US" b="1" dirty="0"/>
              <a:t>静态局部</a:t>
            </a:r>
            <a:r>
              <a:rPr lang="en-US" altLang="zh-CN" dirty="0" err="1"/>
              <a:t>staticLocalVar</a:t>
            </a:r>
            <a:r>
              <a:rPr lang="en-US" altLang="zh-CN" b="1" dirty="0"/>
              <a:t>,[</a:t>
            </a:r>
            <a:r>
              <a:rPr lang="zh-CN" altLang="en-US" b="1" dirty="0"/>
              <a:t>静态</a:t>
            </a:r>
            <a:r>
              <a:rPr lang="en-US" altLang="zh-CN" b="1" dirty="0"/>
              <a:t>]</a:t>
            </a:r>
            <a:r>
              <a:rPr lang="zh-CN" altLang="en-US" b="1" dirty="0"/>
              <a:t>全局变量</a:t>
            </a:r>
            <a:r>
              <a:rPr lang="en-US" altLang="zh-CN" dirty="0"/>
              <a:t>(</a:t>
            </a:r>
            <a:r>
              <a:rPr lang="zh-CN" altLang="en-US" dirty="0"/>
              <a:t>包括</a:t>
            </a:r>
            <a:r>
              <a:rPr lang="zh-CN" altLang="en-US" b="1" dirty="0"/>
              <a:t>本源文件</a:t>
            </a:r>
            <a:r>
              <a:rPr lang="zh-CN" altLang="en-US" dirty="0"/>
              <a:t>中的</a:t>
            </a:r>
            <a:r>
              <a:rPr lang="en-US" altLang="zh-CN" dirty="0" err="1"/>
              <a:t>golabal_var</a:t>
            </a:r>
            <a:r>
              <a:rPr lang="en-US" altLang="zh-CN" dirty="0"/>
              <a:t>,</a:t>
            </a:r>
            <a:r>
              <a:rPr lang="zh-CN" altLang="en-US" b="1" dirty="0"/>
              <a:t>外部全局</a:t>
            </a:r>
            <a:r>
              <a:rPr lang="en-US" altLang="zh-CN" dirty="0" err="1"/>
              <a:t>extern_var</a:t>
            </a:r>
            <a:r>
              <a:rPr lang="zh-CN" altLang="en-US" dirty="0"/>
              <a:t>，</a:t>
            </a:r>
            <a:r>
              <a:rPr lang="zh-CN" altLang="en-US" b="1" dirty="0"/>
              <a:t>另一个源文件</a:t>
            </a:r>
            <a:r>
              <a:rPr lang="zh-CN" altLang="en-US" dirty="0"/>
              <a:t>中的静态全局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static_global_var</a:t>
            </a:r>
            <a:r>
              <a:rPr lang="zh-CN" altLang="en-US" dirty="0"/>
              <a:t>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753A05F-E66C-0C59-6E34-2FBA14D21A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14" t="895" r="42594" b="-895"/>
          <a:stretch/>
        </p:blipFill>
        <p:spPr>
          <a:xfrm>
            <a:off x="10244812" y="2495909"/>
            <a:ext cx="1901182" cy="3060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CCB6738-E8CD-8AF0-01C8-734345852C03}"/>
              </a:ext>
            </a:extLst>
          </p:cNvPr>
          <p:cNvSpPr txBox="1"/>
          <p:nvPr/>
        </p:nvSpPr>
        <p:spPr>
          <a:xfrm>
            <a:off x="10035396" y="5598846"/>
            <a:ext cx="2237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当前箭头在</a:t>
            </a:r>
            <a:r>
              <a:rPr lang="en-US" altLang="zh-CN" sz="1400" dirty="0"/>
              <a:t>function</a:t>
            </a:r>
            <a:r>
              <a:rPr lang="zh-CN" altLang="en-US" sz="1400" dirty="0"/>
              <a:t>内，不可访问</a:t>
            </a:r>
            <a:r>
              <a:rPr lang="en-US" altLang="zh-CN" sz="1400" dirty="0"/>
              <a:t>main</a:t>
            </a:r>
            <a:r>
              <a:rPr lang="zh-CN" altLang="en-US" sz="1400" dirty="0"/>
              <a:t>中的局部变量，故鼠标悬停在</a:t>
            </a:r>
            <a:r>
              <a:rPr lang="en-US" altLang="zh-CN" sz="1400" dirty="0"/>
              <a:t>a</a:t>
            </a:r>
            <a:r>
              <a:rPr lang="zh-CN" altLang="en-US" sz="1400" dirty="0"/>
              <a:t>，</a:t>
            </a:r>
            <a:r>
              <a:rPr lang="en-US" altLang="zh-CN" sz="1400" dirty="0"/>
              <a:t>b</a:t>
            </a:r>
            <a:r>
              <a:rPr lang="zh-CN" altLang="en-US" sz="1400" dirty="0"/>
              <a:t>上时不会显示它们的值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9887F0-116E-A14C-FF6E-0396F1A3CB80}"/>
              </a:ext>
            </a:extLst>
          </p:cNvPr>
          <p:cNvCxnSpPr/>
          <p:nvPr/>
        </p:nvCxnSpPr>
        <p:spPr>
          <a:xfrm flipH="1">
            <a:off x="11013058" y="2616740"/>
            <a:ext cx="448574" cy="1380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4DFFFC8F-EEC1-798A-AE9A-A2E559BB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967" y="1954088"/>
            <a:ext cx="3187719" cy="194066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7775CF8-3254-C200-560E-F38381183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941" y="3943559"/>
            <a:ext cx="3187720" cy="183065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E58AD60-3DB7-ED5A-7AED-B76578F82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167" y="3684262"/>
            <a:ext cx="3253726" cy="1329580"/>
          </a:xfrm>
          <a:prstGeom prst="rect">
            <a:avLst/>
          </a:prstGeom>
        </p:spPr>
      </p:pic>
      <p:sp>
        <p:nvSpPr>
          <p:cNvPr id="23" name="椭圆 22">
            <a:extLst>
              <a:ext uri="{FF2B5EF4-FFF2-40B4-BE49-F238E27FC236}">
                <a16:creationId xmlns:a16="http://schemas.microsoft.com/office/drawing/2014/main" id="{61ABC236-9F8E-6C7C-5523-183796E7BD56}"/>
              </a:ext>
            </a:extLst>
          </p:cNvPr>
          <p:cNvSpPr/>
          <p:nvPr/>
        </p:nvSpPr>
        <p:spPr>
          <a:xfrm>
            <a:off x="4543245" y="2927230"/>
            <a:ext cx="2070340" cy="34831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AB226CD-D0D9-C054-049D-D366F8CBAD9A}"/>
              </a:ext>
            </a:extLst>
          </p:cNvPr>
          <p:cNvSpPr/>
          <p:nvPr/>
        </p:nvSpPr>
        <p:spPr>
          <a:xfrm>
            <a:off x="4330459" y="4415362"/>
            <a:ext cx="2283125" cy="44418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861FD22-EA77-0ACE-34F4-DAB31C84A894}"/>
              </a:ext>
            </a:extLst>
          </p:cNvPr>
          <p:cNvSpPr/>
          <p:nvPr/>
        </p:nvSpPr>
        <p:spPr>
          <a:xfrm>
            <a:off x="547129" y="4108482"/>
            <a:ext cx="2961767" cy="6728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00EA265-9387-A1A6-1B86-C9769F2153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661" y="2088662"/>
            <a:ext cx="3206716" cy="3060586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242C5CBF-B234-3ECB-99EF-FC17D947A1A7}"/>
              </a:ext>
            </a:extLst>
          </p:cNvPr>
          <p:cNvSpPr/>
          <p:nvPr/>
        </p:nvSpPr>
        <p:spPr>
          <a:xfrm>
            <a:off x="7729268" y="4773283"/>
            <a:ext cx="2239467" cy="3759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CC4BE07-4066-4A22-9C41-516AAD4CE6F5}"/>
              </a:ext>
            </a:extLst>
          </p:cNvPr>
          <p:cNvCxnSpPr/>
          <p:nvPr/>
        </p:nvCxnSpPr>
        <p:spPr>
          <a:xfrm flipH="1">
            <a:off x="8677542" y="2927230"/>
            <a:ext cx="242171" cy="2645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D7F8FA8-5EA6-FCD5-4D6B-F011CCF7AA45}"/>
              </a:ext>
            </a:extLst>
          </p:cNvPr>
          <p:cNvCxnSpPr/>
          <p:nvPr/>
        </p:nvCxnSpPr>
        <p:spPr>
          <a:xfrm>
            <a:off x="7059590" y="1853393"/>
            <a:ext cx="358273" cy="3549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55AEE287-EFE5-AD0C-1DA2-62358C135C64}"/>
              </a:ext>
            </a:extLst>
          </p:cNvPr>
          <p:cNvSpPr/>
          <p:nvPr/>
        </p:nvSpPr>
        <p:spPr>
          <a:xfrm>
            <a:off x="-30193" y="1825262"/>
            <a:ext cx="10126570" cy="503273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BE5D80A-A3A4-04F0-A8B7-A6A81D56ABE5}"/>
              </a:ext>
            </a:extLst>
          </p:cNvPr>
          <p:cNvSpPr/>
          <p:nvPr/>
        </p:nvSpPr>
        <p:spPr>
          <a:xfrm>
            <a:off x="10156166" y="2346385"/>
            <a:ext cx="2035834" cy="45116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87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7A7EE-86BA-69AB-8092-1BE44FEF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44" y="36026"/>
            <a:ext cx="10515600" cy="558469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4.1</a:t>
            </a:r>
            <a:r>
              <a:rPr lang="zh-CN" altLang="en-US" sz="3600" dirty="0"/>
              <a:t>查看变量：数据提示（本页涉及</a:t>
            </a:r>
            <a:r>
              <a:rPr lang="en-US" altLang="zh-CN" sz="3600" dirty="0"/>
              <a:t>3.2,3.3</a:t>
            </a:r>
            <a:r>
              <a:rPr lang="zh-CN" altLang="en-US" sz="3600" dirty="0"/>
              <a:t>，</a:t>
            </a:r>
            <a:r>
              <a:rPr lang="en-US" altLang="zh-CN" sz="3600" dirty="0"/>
              <a:t>3.4</a:t>
            </a:r>
            <a:r>
              <a:rPr lang="zh-CN" altLang="en-US" sz="3600" dirty="0"/>
              <a:t>，</a:t>
            </a:r>
            <a:r>
              <a:rPr lang="en-US" altLang="zh-CN" sz="3600" dirty="0"/>
              <a:t>3.6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4F5AB-57A6-1680-E15A-AFDEAD62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456" y="525402"/>
            <a:ext cx="10515600" cy="47301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4.1.2</a:t>
            </a:r>
            <a:r>
              <a:rPr lang="zh-CN" altLang="en-US" dirty="0"/>
              <a:t>鼠标悬停法（数据提示法）也可以查看指针变量和数组变量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5A5CE9-742D-2155-5190-18E7B516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80" y="1351025"/>
            <a:ext cx="5056858" cy="1413607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A93BEE73-5CEF-506C-64A4-8F28D2FEFD8A}"/>
              </a:ext>
            </a:extLst>
          </p:cNvPr>
          <p:cNvSpPr/>
          <p:nvPr/>
        </p:nvSpPr>
        <p:spPr>
          <a:xfrm>
            <a:off x="1860679" y="1556174"/>
            <a:ext cx="2984740" cy="7886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279AD1-7EEF-211E-9892-CB383A7B7B57}"/>
              </a:ext>
            </a:extLst>
          </p:cNvPr>
          <p:cNvSpPr txBox="1"/>
          <p:nvPr/>
        </p:nvSpPr>
        <p:spPr>
          <a:xfrm>
            <a:off x="201283" y="4157996"/>
            <a:ext cx="5305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4.1.2.1</a:t>
            </a:r>
            <a:r>
              <a:rPr lang="zh-CN" altLang="en-US" sz="1400" dirty="0"/>
              <a:t>当箭头在</a:t>
            </a:r>
            <a:r>
              <a:rPr lang="en-US" altLang="zh-CN" sz="1400" dirty="0" err="1"/>
              <a:t>arrayPointerTest</a:t>
            </a:r>
            <a:r>
              <a:rPr lang="zh-CN" altLang="en-US" sz="1400" dirty="0"/>
              <a:t>内，可访问指针变量</a:t>
            </a:r>
            <a:r>
              <a:rPr lang="en-US" altLang="zh-CN" sz="1400" dirty="0"/>
              <a:t>p</a:t>
            </a:r>
            <a:r>
              <a:rPr lang="zh-CN" altLang="en-US" sz="1400" dirty="0"/>
              <a:t>（可以是形参，也可以是函数内的），查看</a:t>
            </a:r>
            <a:r>
              <a:rPr lang="en-US" altLang="zh-CN" sz="1400" dirty="0"/>
              <a:t>p</a:t>
            </a:r>
            <a:r>
              <a:rPr lang="zh-CN" altLang="en-US" sz="1400" dirty="0"/>
              <a:t>和</a:t>
            </a:r>
            <a:r>
              <a:rPr lang="en-US" altLang="zh-CN" sz="1400" dirty="0"/>
              <a:t>*p</a:t>
            </a:r>
            <a:r>
              <a:rPr lang="zh-CN" altLang="en-US" sz="1400" dirty="0"/>
              <a:t>，</a:t>
            </a:r>
            <a:r>
              <a:rPr lang="en-US" altLang="zh-CN" sz="1400" dirty="0"/>
              <a:t>p</a:t>
            </a:r>
            <a:r>
              <a:rPr lang="zh-CN" altLang="en-US" sz="1400" dirty="0"/>
              <a:t>指向数字数组与指向简单数字，仅显示数组首元素的地址，</a:t>
            </a:r>
            <a:r>
              <a:rPr lang="en-US" altLang="zh-CN" sz="1400" dirty="0"/>
              <a:t>p</a:t>
            </a:r>
            <a:r>
              <a:rPr lang="zh-CN" altLang="en-US" sz="1400" dirty="0"/>
              <a:t>指向字符数组时，显示规则同右）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3C79489-991E-7EC3-203E-EEE6AA70187B}"/>
              </a:ext>
            </a:extLst>
          </p:cNvPr>
          <p:cNvCxnSpPr>
            <a:cxnSpLocks/>
          </p:cNvCxnSpPr>
          <p:nvPr/>
        </p:nvCxnSpPr>
        <p:spPr>
          <a:xfrm flipH="1" flipV="1">
            <a:off x="3873510" y="2160784"/>
            <a:ext cx="110436" cy="4693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83DC79E-1E5B-240E-DA65-FCAB20E89A85}"/>
              </a:ext>
            </a:extLst>
          </p:cNvPr>
          <p:cNvCxnSpPr>
            <a:cxnSpLocks/>
          </p:cNvCxnSpPr>
          <p:nvPr/>
        </p:nvCxnSpPr>
        <p:spPr>
          <a:xfrm flipH="1" flipV="1">
            <a:off x="4353713" y="2224698"/>
            <a:ext cx="89139" cy="4676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8456B46D-3381-B713-4A8D-62E4560C8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39" y="5066615"/>
            <a:ext cx="4655437" cy="9659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A6A00CF-C10D-6A82-CC3A-904C2127B439}"/>
              </a:ext>
            </a:extLst>
          </p:cNvPr>
          <p:cNvSpPr txBox="1"/>
          <p:nvPr/>
        </p:nvSpPr>
        <p:spPr>
          <a:xfrm>
            <a:off x="280380" y="6196520"/>
            <a:ext cx="5093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4.1.2.2</a:t>
            </a:r>
            <a:r>
              <a:rPr lang="zh-CN" altLang="en-US" dirty="0"/>
              <a:t>当数组可访问时，鼠标悬停在数字型数组上，可以看到该数组的首地址和数组内的元素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DA9CD50-E522-78C2-BD0B-178242C986FD}"/>
              </a:ext>
            </a:extLst>
          </p:cNvPr>
          <p:cNvCxnSpPr/>
          <p:nvPr/>
        </p:nvCxnSpPr>
        <p:spPr>
          <a:xfrm flipH="1">
            <a:off x="3565585" y="5339820"/>
            <a:ext cx="281796" cy="2622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B41721-B4E1-628A-FA0F-5152F1C69E8D}"/>
              </a:ext>
            </a:extLst>
          </p:cNvPr>
          <p:cNvCxnSpPr/>
          <p:nvPr/>
        </p:nvCxnSpPr>
        <p:spPr>
          <a:xfrm flipH="1">
            <a:off x="4088921" y="5342626"/>
            <a:ext cx="391063" cy="2645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B30ADD88-705D-CEDC-FE64-C2CD7502EE76}"/>
              </a:ext>
            </a:extLst>
          </p:cNvPr>
          <p:cNvSpPr/>
          <p:nvPr/>
        </p:nvSpPr>
        <p:spPr>
          <a:xfrm>
            <a:off x="1616015" y="5339820"/>
            <a:ext cx="3266536" cy="4571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ABB5E38-1055-F8E2-4AB8-C3631BC87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881" y="3841751"/>
            <a:ext cx="5473386" cy="904692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3F0357A5-4E89-63EB-FB2F-EBCE33008C9C}"/>
              </a:ext>
            </a:extLst>
          </p:cNvPr>
          <p:cNvSpPr/>
          <p:nvPr/>
        </p:nvSpPr>
        <p:spPr>
          <a:xfrm>
            <a:off x="6763375" y="4080624"/>
            <a:ext cx="4175185" cy="64390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4F076FF-8D4A-006E-02F9-9746089C6593}"/>
              </a:ext>
            </a:extLst>
          </p:cNvPr>
          <p:cNvCxnSpPr/>
          <p:nvPr/>
        </p:nvCxnSpPr>
        <p:spPr>
          <a:xfrm flipH="1">
            <a:off x="9489323" y="3822194"/>
            <a:ext cx="209909" cy="5632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60C42D0-E004-4B31-C514-AB363C67F179}"/>
              </a:ext>
            </a:extLst>
          </p:cNvPr>
          <p:cNvCxnSpPr/>
          <p:nvPr/>
        </p:nvCxnSpPr>
        <p:spPr>
          <a:xfrm flipH="1">
            <a:off x="10415224" y="3958115"/>
            <a:ext cx="218536" cy="4848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7F4F942-CF86-0D24-B896-3F5C6133F7AE}"/>
              </a:ext>
            </a:extLst>
          </p:cNvPr>
          <p:cNvSpPr txBox="1"/>
          <p:nvPr/>
        </p:nvSpPr>
        <p:spPr>
          <a:xfrm>
            <a:off x="5561275" y="5663207"/>
            <a:ext cx="5979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若无</a:t>
            </a:r>
            <a:r>
              <a:rPr lang="en-US" altLang="zh-CN" dirty="0"/>
              <a:t>\0</a:t>
            </a:r>
            <a:r>
              <a:rPr lang="zh-CN" altLang="en-US" dirty="0"/>
              <a:t>，则显示字符数组内用户定义的值以及“</a:t>
            </a:r>
            <a:r>
              <a:rPr lang="en-US" altLang="zh-CN" dirty="0"/>
              <a:t>…</a:t>
            </a:r>
            <a:r>
              <a:rPr lang="zh-CN" altLang="en-US" dirty="0"/>
              <a:t>” ；若有</a:t>
            </a:r>
            <a:r>
              <a:rPr lang="en-US" altLang="zh-CN" dirty="0"/>
              <a:t>\0</a:t>
            </a:r>
            <a:r>
              <a:rPr lang="zh-CN" altLang="en-US" dirty="0"/>
              <a:t>（无论显式隐式），则显示字符数组内的值，不显示</a:t>
            </a:r>
            <a:r>
              <a:rPr lang="en-US" altLang="zh-CN" dirty="0"/>
              <a:t>\0</a:t>
            </a:r>
            <a:r>
              <a:rPr lang="zh-CN" altLang="en-US" dirty="0"/>
              <a:t>，无“</a:t>
            </a:r>
            <a:r>
              <a:rPr lang="en-US" altLang="zh-CN" dirty="0"/>
              <a:t>…</a:t>
            </a:r>
            <a:r>
              <a:rPr lang="zh-CN" altLang="en-US" dirty="0"/>
              <a:t>”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076127E-3541-8063-5159-AB9CB0BBE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0809" y="2929429"/>
            <a:ext cx="5314927" cy="873208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68A3B2E-9674-3AF8-BA8B-DB025FB1245B}"/>
              </a:ext>
            </a:extLst>
          </p:cNvPr>
          <p:cNvSpPr/>
          <p:nvPr/>
        </p:nvSpPr>
        <p:spPr>
          <a:xfrm>
            <a:off x="6927276" y="3231906"/>
            <a:ext cx="4114801" cy="59028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F85164F-402C-22C9-5874-D266387C5292}"/>
              </a:ext>
            </a:extLst>
          </p:cNvPr>
          <p:cNvCxnSpPr/>
          <p:nvPr/>
        </p:nvCxnSpPr>
        <p:spPr>
          <a:xfrm flipH="1">
            <a:off x="9594277" y="3275491"/>
            <a:ext cx="194095" cy="3192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AA10658-A09F-64FD-8353-0CB120B0DECF}"/>
              </a:ext>
            </a:extLst>
          </p:cNvPr>
          <p:cNvCxnSpPr/>
          <p:nvPr/>
        </p:nvCxnSpPr>
        <p:spPr>
          <a:xfrm flipH="1">
            <a:off x="10323209" y="3366033"/>
            <a:ext cx="155276" cy="22885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B8CB42B4-7197-46E4-A211-8BCBF92AF3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1566" y="1870664"/>
            <a:ext cx="5392496" cy="1062440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FF829EE8-A26E-DF5D-E4EE-A5F5B7E11DB8}"/>
              </a:ext>
            </a:extLst>
          </p:cNvPr>
          <p:cNvSpPr/>
          <p:nvPr/>
        </p:nvSpPr>
        <p:spPr>
          <a:xfrm>
            <a:off x="6753602" y="2349253"/>
            <a:ext cx="4308625" cy="60384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DB2B113-F299-6885-9FC5-04838AAA470D}"/>
              </a:ext>
            </a:extLst>
          </p:cNvPr>
          <p:cNvCxnSpPr/>
          <p:nvPr/>
        </p:nvCxnSpPr>
        <p:spPr>
          <a:xfrm flipH="1">
            <a:off x="9864863" y="2349253"/>
            <a:ext cx="362309" cy="2981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CF0A039-1E2F-A54E-D767-5D31B25823EB}"/>
              </a:ext>
            </a:extLst>
          </p:cNvPr>
          <p:cNvCxnSpPr/>
          <p:nvPr/>
        </p:nvCxnSpPr>
        <p:spPr>
          <a:xfrm flipH="1">
            <a:off x="10399700" y="2413167"/>
            <a:ext cx="348160" cy="2342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2E76370-639C-B8E2-9201-066BAD45051E}"/>
              </a:ext>
            </a:extLst>
          </p:cNvPr>
          <p:cNvSpPr txBox="1"/>
          <p:nvPr/>
        </p:nvSpPr>
        <p:spPr>
          <a:xfrm>
            <a:off x="5521625" y="13041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4.1.2.3</a:t>
            </a:r>
            <a:r>
              <a:rPr lang="zh-CN" altLang="en-US" dirty="0"/>
              <a:t>当数组可访问时，鼠标悬停在字符型数组上，可以看到该数组的首地址和字符串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28E04C-143A-9A08-EE68-23CA5C46FC8E}"/>
              </a:ext>
            </a:extLst>
          </p:cNvPr>
          <p:cNvSpPr/>
          <p:nvPr/>
        </p:nvSpPr>
        <p:spPr>
          <a:xfrm>
            <a:off x="201283" y="1322718"/>
            <a:ext cx="5283949" cy="370478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D477DC-6FEA-5E33-52DC-F23B273D4FC8}"/>
              </a:ext>
            </a:extLst>
          </p:cNvPr>
          <p:cNvSpPr/>
          <p:nvPr/>
        </p:nvSpPr>
        <p:spPr>
          <a:xfrm>
            <a:off x="170305" y="5047058"/>
            <a:ext cx="5314927" cy="179579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A24CD24-BA05-EC35-2659-E34FC7FFD119}"/>
              </a:ext>
            </a:extLst>
          </p:cNvPr>
          <p:cNvSpPr/>
          <p:nvPr/>
        </p:nvSpPr>
        <p:spPr>
          <a:xfrm>
            <a:off x="5506755" y="1322717"/>
            <a:ext cx="6088585" cy="5467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B466396-585C-0A50-65E6-5F6CE8986EA6}"/>
              </a:ext>
            </a:extLst>
          </p:cNvPr>
          <p:cNvCxnSpPr/>
          <p:nvPr/>
        </p:nvCxnSpPr>
        <p:spPr>
          <a:xfrm>
            <a:off x="-37132" y="1803350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4023A79-7341-1A9D-132A-7C2890DB742F}"/>
              </a:ext>
            </a:extLst>
          </p:cNvPr>
          <p:cNvCxnSpPr/>
          <p:nvPr/>
        </p:nvCxnSpPr>
        <p:spPr>
          <a:xfrm>
            <a:off x="57812" y="5278845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9051D59-764B-5E94-5105-752AD9766BDF}"/>
              </a:ext>
            </a:extLst>
          </p:cNvPr>
          <p:cNvCxnSpPr/>
          <p:nvPr/>
        </p:nvCxnSpPr>
        <p:spPr>
          <a:xfrm>
            <a:off x="5294462" y="2095288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8FC0BBF-EDBC-2DEF-73C1-E0553AC76178}"/>
              </a:ext>
            </a:extLst>
          </p:cNvPr>
          <p:cNvCxnSpPr/>
          <p:nvPr/>
        </p:nvCxnSpPr>
        <p:spPr>
          <a:xfrm>
            <a:off x="5317813" y="3000220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A2F9E90-4D4E-B2E0-45AB-33BC5F517400}"/>
              </a:ext>
            </a:extLst>
          </p:cNvPr>
          <p:cNvCxnSpPr/>
          <p:nvPr/>
        </p:nvCxnSpPr>
        <p:spPr>
          <a:xfrm>
            <a:off x="5289812" y="3852367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D97A2177-F55A-1B52-E4FC-E730DA72F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53" y="2781581"/>
            <a:ext cx="5108342" cy="134550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6E12A0C5-DADC-A825-75CE-7C905AAEFFBD}"/>
              </a:ext>
            </a:extLst>
          </p:cNvPr>
          <p:cNvSpPr/>
          <p:nvPr/>
        </p:nvSpPr>
        <p:spPr>
          <a:xfrm>
            <a:off x="1125354" y="2940807"/>
            <a:ext cx="4115968" cy="6008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77CF57D-F0DB-A852-9EF7-651C425966EF}"/>
              </a:ext>
            </a:extLst>
          </p:cNvPr>
          <p:cNvCxnSpPr/>
          <p:nvPr/>
        </p:nvCxnSpPr>
        <p:spPr>
          <a:xfrm>
            <a:off x="-76269" y="2950163"/>
            <a:ext cx="454325" cy="54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C9E608C-BA33-A431-E822-01B3F7DFFC0C}"/>
              </a:ext>
            </a:extLst>
          </p:cNvPr>
          <p:cNvCxnSpPr>
            <a:cxnSpLocks/>
          </p:cNvCxnSpPr>
          <p:nvPr/>
        </p:nvCxnSpPr>
        <p:spPr>
          <a:xfrm flipH="1" flipV="1">
            <a:off x="4695675" y="3441099"/>
            <a:ext cx="89139" cy="4676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4E74024-DA39-045A-3EB8-6076BFF524D7}"/>
              </a:ext>
            </a:extLst>
          </p:cNvPr>
          <p:cNvCxnSpPr>
            <a:cxnSpLocks/>
          </p:cNvCxnSpPr>
          <p:nvPr/>
        </p:nvCxnSpPr>
        <p:spPr>
          <a:xfrm flipH="1" flipV="1">
            <a:off x="3956870" y="3420240"/>
            <a:ext cx="110436" cy="4693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55FB605-397B-DC06-4370-82E806129F13}"/>
              </a:ext>
            </a:extLst>
          </p:cNvPr>
          <p:cNvCxnSpPr>
            <a:cxnSpLocks/>
          </p:cNvCxnSpPr>
          <p:nvPr/>
        </p:nvCxnSpPr>
        <p:spPr>
          <a:xfrm flipV="1">
            <a:off x="841814" y="4757945"/>
            <a:ext cx="4930324" cy="1821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C505616-F189-4CE7-9FDD-30216350C019}"/>
              </a:ext>
            </a:extLst>
          </p:cNvPr>
          <p:cNvCxnSpPr>
            <a:cxnSpLocks/>
          </p:cNvCxnSpPr>
          <p:nvPr/>
        </p:nvCxnSpPr>
        <p:spPr>
          <a:xfrm flipH="1">
            <a:off x="4088921" y="1223486"/>
            <a:ext cx="195531" cy="3632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F5D83CE-A4DA-9B3B-96FF-C49F1A97C891}"/>
              </a:ext>
            </a:extLst>
          </p:cNvPr>
          <p:cNvSpPr txBox="1"/>
          <p:nvPr/>
        </p:nvSpPr>
        <p:spPr>
          <a:xfrm>
            <a:off x="417193" y="965324"/>
            <a:ext cx="8344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实参是一维数组名，形参是指针，其实和形参是一维数组没有区别，因为本质都是传递一维数组的地址</a:t>
            </a:r>
          </a:p>
        </p:txBody>
      </p:sp>
    </p:spTree>
    <p:extLst>
      <p:ext uri="{BB962C8B-B14F-4D97-AF65-F5344CB8AC3E}">
        <p14:creationId xmlns:p14="http://schemas.microsoft.com/office/powerpoint/2010/main" val="3543358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62779-86D4-3B54-F1AA-7A25DC7D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查看变量：数据提示（本页涉及</a:t>
            </a:r>
            <a:r>
              <a:rPr lang="en-US" altLang="zh-CN" sz="4400" dirty="0"/>
              <a:t>3.5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1A00C-D67D-BB9D-CB98-7B929ABF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8269"/>
          </a:xfrm>
        </p:spPr>
        <p:txBody>
          <a:bodyPr/>
          <a:lstStyle/>
          <a:p>
            <a:r>
              <a:rPr lang="en-US" altLang="zh-CN" dirty="0"/>
              <a:t>4.1.2</a:t>
            </a:r>
            <a:r>
              <a:rPr lang="zh-CN" altLang="en-US" dirty="0"/>
              <a:t>鼠标悬停法（数据提示法）也可以查看指针变量和数组变量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926ACF-C4D0-0568-605A-85678C66971C}"/>
              </a:ext>
            </a:extLst>
          </p:cNvPr>
          <p:cNvSpPr txBox="1"/>
          <p:nvPr/>
        </p:nvSpPr>
        <p:spPr>
          <a:xfrm>
            <a:off x="838200" y="2628181"/>
            <a:ext cx="2405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4.1.2.4</a:t>
            </a:r>
            <a:r>
              <a:rPr lang="zh-CN" altLang="en-US" dirty="0"/>
              <a:t>数组可访问时，查看二维数字型数组，会显示二维数组首地址，也会在每一个一维数组元素前显示其首地址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279410-BF63-7E78-2EE0-EB409A0B2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67" y="2763118"/>
            <a:ext cx="8626415" cy="7938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D07EB0-767F-231A-074E-1718A6D7E4DB}"/>
              </a:ext>
            </a:extLst>
          </p:cNvPr>
          <p:cNvSpPr txBox="1"/>
          <p:nvPr/>
        </p:nvSpPr>
        <p:spPr>
          <a:xfrm>
            <a:off x="253042" y="4319141"/>
            <a:ext cx="2513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4.1.2.5</a:t>
            </a:r>
            <a:r>
              <a:rPr lang="zh-CN" altLang="en-US" dirty="0"/>
              <a:t>数组可访问时，查看二维字符型数组，会显示二维数组首地址，也会在每一个一维数组元素前显示其首地址。每一个一维数组的元素如何显示，规则同</a:t>
            </a:r>
            <a:r>
              <a:rPr lang="en-US" altLang="zh-CN" dirty="0"/>
              <a:t>4.1.2.3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B22B749-F51A-7339-A0BE-1C826DDB4918}"/>
              </a:ext>
            </a:extLst>
          </p:cNvPr>
          <p:cNvCxnSpPr/>
          <p:nvPr/>
        </p:nvCxnSpPr>
        <p:spPr>
          <a:xfrm flipV="1">
            <a:off x="7234687" y="3312543"/>
            <a:ext cx="224287" cy="6038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ACA082B-CDA7-9918-3C5E-D16D0DA1AB6D}"/>
              </a:ext>
            </a:extLst>
          </p:cNvPr>
          <p:cNvCxnSpPr/>
          <p:nvPr/>
        </p:nvCxnSpPr>
        <p:spPr>
          <a:xfrm flipV="1">
            <a:off x="8732808" y="3339679"/>
            <a:ext cx="224287" cy="6038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CAE1CBA-29A9-4764-4527-4105C5232934}"/>
              </a:ext>
            </a:extLst>
          </p:cNvPr>
          <p:cNvCxnSpPr/>
          <p:nvPr/>
        </p:nvCxnSpPr>
        <p:spPr>
          <a:xfrm flipV="1">
            <a:off x="10075654" y="3312543"/>
            <a:ext cx="224287" cy="6038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7AD702F7-7DCF-7588-A041-3A6E9398FF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88"/>
          <a:stretch/>
        </p:blipFill>
        <p:spPr>
          <a:xfrm>
            <a:off x="2967486" y="4405071"/>
            <a:ext cx="9126747" cy="5813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527EAC8-BB6A-390D-7C7B-1B84743961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693"/>
          <a:stretch/>
        </p:blipFill>
        <p:spPr>
          <a:xfrm>
            <a:off x="2967486" y="5321118"/>
            <a:ext cx="9046234" cy="5813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C3D8BFD-1148-A6E9-25B8-264FEDD61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481" y="6022907"/>
            <a:ext cx="8464612" cy="478807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E9BC90-5332-F749-1B92-E4AF3F6D114E}"/>
              </a:ext>
            </a:extLst>
          </p:cNvPr>
          <p:cNvCxnSpPr/>
          <p:nvPr/>
        </p:nvCxnSpPr>
        <p:spPr>
          <a:xfrm flipV="1">
            <a:off x="7942053" y="4791640"/>
            <a:ext cx="373811" cy="4014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D955248-A888-430A-64AC-B34915CCE56E}"/>
              </a:ext>
            </a:extLst>
          </p:cNvPr>
          <p:cNvCxnSpPr/>
          <p:nvPr/>
        </p:nvCxnSpPr>
        <p:spPr>
          <a:xfrm flipV="1">
            <a:off x="9336656" y="4752318"/>
            <a:ext cx="373811" cy="4014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FFA9293-F4B4-CE01-9B60-72C2853378EF}"/>
              </a:ext>
            </a:extLst>
          </p:cNvPr>
          <p:cNvCxnSpPr/>
          <p:nvPr/>
        </p:nvCxnSpPr>
        <p:spPr>
          <a:xfrm flipV="1">
            <a:off x="10662249" y="4759003"/>
            <a:ext cx="373811" cy="4014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890390F-E12A-BD03-06BC-815367AA7553}"/>
              </a:ext>
            </a:extLst>
          </p:cNvPr>
          <p:cNvCxnSpPr/>
          <p:nvPr/>
        </p:nvCxnSpPr>
        <p:spPr>
          <a:xfrm flipV="1">
            <a:off x="10849154" y="5735971"/>
            <a:ext cx="373811" cy="4014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7FBEDCA-70C9-3266-83D9-8A3DCE52FEEC}"/>
              </a:ext>
            </a:extLst>
          </p:cNvPr>
          <p:cNvCxnSpPr>
            <a:cxnSpLocks/>
          </p:cNvCxnSpPr>
          <p:nvPr/>
        </p:nvCxnSpPr>
        <p:spPr>
          <a:xfrm flipV="1">
            <a:off x="9710467" y="5727050"/>
            <a:ext cx="255917" cy="295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A013B46-4ED0-957F-5681-0F4575AC1216}"/>
              </a:ext>
            </a:extLst>
          </p:cNvPr>
          <p:cNvCxnSpPr>
            <a:cxnSpLocks/>
          </p:cNvCxnSpPr>
          <p:nvPr/>
        </p:nvCxnSpPr>
        <p:spPr>
          <a:xfrm flipV="1">
            <a:off x="8315864" y="5735971"/>
            <a:ext cx="255917" cy="295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4A3B81E-A63A-3443-6735-611551658EAD}"/>
              </a:ext>
            </a:extLst>
          </p:cNvPr>
          <p:cNvCxnSpPr>
            <a:cxnSpLocks/>
          </p:cNvCxnSpPr>
          <p:nvPr/>
        </p:nvCxnSpPr>
        <p:spPr>
          <a:xfrm flipV="1">
            <a:off x="7539485" y="6501714"/>
            <a:ext cx="255917" cy="295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3AEE418-FF05-39CF-445D-32773ACF1871}"/>
              </a:ext>
            </a:extLst>
          </p:cNvPr>
          <p:cNvCxnSpPr>
            <a:cxnSpLocks/>
          </p:cNvCxnSpPr>
          <p:nvPr/>
        </p:nvCxnSpPr>
        <p:spPr>
          <a:xfrm flipV="1">
            <a:off x="8844951" y="6474204"/>
            <a:ext cx="255917" cy="295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0743BA2-985D-C398-290B-D8A062D90408}"/>
              </a:ext>
            </a:extLst>
          </p:cNvPr>
          <p:cNvCxnSpPr>
            <a:cxnSpLocks/>
          </p:cNvCxnSpPr>
          <p:nvPr/>
        </p:nvCxnSpPr>
        <p:spPr>
          <a:xfrm flipV="1">
            <a:off x="9987563" y="6474203"/>
            <a:ext cx="255917" cy="295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926154B-898A-9236-AD0B-E83B4728E10C}"/>
              </a:ext>
            </a:extLst>
          </p:cNvPr>
          <p:cNvSpPr txBox="1"/>
          <p:nvPr/>
        </p:nvSpPr>
        <p:spPr>
          <a:xfrm>
            <a:off x="3381555" y="2245672"/>
            <a:ext cx="4853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二维数组相当于以一维数组为元素的一维数组</a:t>
            </a:r>
          </a:p>
        </p:txBody>
      </p:sp>
    </p:spTree>
    <p:extLst>
      <p:ext uri="{BB962C8B-B14F-4D97-AF65-F5344CB8AC3E}">
        <p14:creationId xmlns:p14="http://schemas.microsoft.com/office/powerpoint/2010/main" val="2148799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7A7EE-86BA-69AB-8092-1BE44FEF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14" y="68262"/>
            <a:ext cx="10515600" cy="865227"/>
          </a:xfrm>
        </p:spPr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4F5AB-57A6-1680-E15A-AFDEAD62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86" y="892956"/>
            <a:ext cx="10515600" cy="1130693"/>
          </a:xfrm>
        </p:spPr>
        <p:txBody>
          <a:bodyPr>
            <a:normAutofit/>
          </a:bodyPr>
          <a:lstStyle/>
          <a:p>
            <a:r>
              <a:rPr lang="en-US" altLang="zh-CN" dirty="0"/>
              <a:t>4.1.3</a:t>
            </a:r>
            <a:r>
              <a:rPr lang="zh-CN" altLang="en-US" dirty="0"/>
              <a:t>鼠标悬停在不可访问的变量上，若变量与可访问变量同名，则可以查看，但实际查看的还是可访问变量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43DB43-BD04-C66E-C1BB-06C43480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14" y="2190662"/>
            <a:ext cx="6754168" cy="1524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3ACDAC-2999-1E27-F986-25F7B13D7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47" y="3714875"/>
            <a:ext cx="5106113" cy="3029373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2E48183-E4F0-87AC-151B-3EFBD8485CBC}"/>
              </a:ext>
            </a:extLst>
          </p:cNvPr>
          <p:cNvCxnSpPr/>
          <p:nvPr/>
        </p:nvCxnSpPr>
        <p:spPr>
          <a:xfrm flipV="1">
            <a:off x="2467155" y="3881887"/>
            <a:ext cx="1259456" cy="7476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BD49B7-DC78-5EFB-0287-995DA4B4A4BB}"/>
              </a:ext>
            </a:extLst>
          </p:cNvPr>
          <p:cNvCxnSpPr/>
          <p:nvPr/>
        </p:nvCxnSpPr>
        <p:spPr>
          <a:xfrm flipV="1">
            <a:off x="3295291" y="6193766"/>
            <a:ext cx="1069675" cy="3968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D5E91BA-EA5D-5F69-0A7C-83E56049D1BF}"/>
              </a:ext>
            </a:extLst>
          </p:cNvPr>
          <p:cNvCxnSpPr/>
          <p:nvPr/>
        </p:nvCxnSpPr>
        <p:spPr>
          <a:xfrm flipV="1">
            <a:off x="299049" y="2829464"/>
            <a:ext cx="994913" cy="3680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04E0756-FFCD-2683-EBC5-9FF2FF35A151}"/>
              </a:ext>
            </a:extLst>
          </p:cNvPr>
          <p:cNvSpPr txBox="1"/>
          <p:nvPr/>
        </p:nvSpPr>
        <p:spPr>
          <a:xfrm>
            <a:off x="8379124" y="3140015"/>
            <a:ext cx="3278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黄色箭头在</a:t>
            </a:r>
            <a:r>
              <a:rPr lang="en-US" altLang="zh-CN" dirty="0"/>
              <a:t>add</a:t>
            </a:r>
            <a:r>
              <a:rPr lang="zh-CN" altLang="en-US" dirty="0"/>
              <a:t>函数内，鼠标悬停在</a:t>
            </a:r>
            <a:r>
              <a:rPr lang="en-US" altLang="zh-CN" dirty="0"/>
              <a:t>main</a:t>
            </a:r>
            <a:r>
              <a:rPr lang="zh-CN" altLang="en-US" dirty="0"/>
              <a:t>中的</a:t>
            </a:r>
            <a:r>
              <a:rPr lang="en-US" altLang="zh-CN" dirty="0"/>
              <a:t>x</a:t>
            </a:r>
            <a:r>
              <a:rPr lang="zh-CN" altLang="en-US" dirty="0"/>
              <a:t>上，显示的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add</a:t>
            </a:r>
            <a:r>
              <a:rPr lang="zh-CN" altLang="en-US" dirty="0"/>
              <a:t>函数内的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27EC3C-0F2B-D20F-8ED3-F61800E3B793}"/>
              </a:ext>
            </a:extLst>
          </p:cNvPr>
          <p:cNvSpPr txBox="1"/>
          <p:nvPr/>
        </p:nvSpPr>
        <p:spPr>
          <a:xfrm>
            <a:off x="8689675" y="4790536"/>
            <a:ext cx="2254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鼠标悬停在一个变量上，只是看这个变量的名字背后的那个量是否可访问，与该变量在程序中的位置无关，因此同名时会发生混淆</a:t>
            </a:r>
          </a:p>
        </p:txBody>
      </p:sp>
    </p:spTree>
    <p:extLst>
      <p:ext uri="{BB962C8B-B14F-4D97-AF65-F5344CB8AC3E}">
        <p14:creationId xmlns:p14="http://schemas.microsoft.com/office/powerpoint/2010/main" val="953606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814D2-06F4-9C1A-7C21-305A0676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查看变量：数据提示（本页涉及</a:t>
            </a:r>
            <a:r>
              <a:rPr lang="en-US" altLang="zh-CN" sz="4400" dirty="0"/>
              <a:t>3.7</a:t>
            </a:r>
            <a:r>
              <a:rPr lang="zh-CN" altLang="en-US" sz="4400" dirty="0"/>
              <a:t>，</a:t>
            </a:r>
            <a:r>
              <a:rPr lang="en-US" altLang="zh-CN" sz="4400" dirty="0"/>
              <a:t>3.8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1E4CF-AAAB-3D55-23DA-5B83891D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4.1.5</a:t>
            </a:r>
            <a:r>
              <a:rPr lang="zh-CN" altLang="en-US" dirty="0"/>
              <a:t>鼠标悬停于指向字符串常量的指针变量，可以看到无名字符串常量的地址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66B971-A91C-F063-3A0E-7B807067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9" y="2889849"/>
            <a:ext cx="11260121" cy="91452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3EB065A-C438-C3FA-61C9-00E07628EAD7}"/>
              </a:ext>
            </a:extLst>
          </p:cNvPr>
          <p:cNvCxnSpPr/>
          <p:nvPr/>
        </p:nvCxnSpPr>
        <p:spPr>
          <a:xfrm>
            <a:off x="6829589" y="2333509"/>
            <a:ext cx="333555" cy="10136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1047DFF-BF97-CB80-846A-2FD0CA1D46C9}"/>
              </a:ext>
            </a:extLst>
          </p:cNvPr>
          <p:cNvSpPr txBox="1">
            <a:spLocks/>
          </p:cNvSpPr>
          <p:nvPr/>
        </p:nvSpPr>
        <p:spPr>
          <a:xfrm>
            <a:off x="633484" y="409797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4.1.6</a:t>
            </a:r>
            <a:r>
              <a:rPr lang="zh-CN" altLang="en-US"/>
              <a:t>鼠标悬停于引用，就如同悬停于被引用的那个变量一样。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EF5B73-8728-B3E5-5DBF-F70CD6110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201" y="5325062"/>
            <a:ext cx="5306165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22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51825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4.2.1</a:t>
            </a:r>
            <a:r>
              <a:rPr lang="zh-CN" altLang="en-US" sz="2000" dirty="0"/>
              <a:t>单击左下角“自动窗口”，即可查看当前行及前三行的变量</a:t>
            </a:r>
            <a:endParaRPr lang="en-US" altLang="zh-CN" sz="2000" dirty="0"/>
          </a:p>
          <a:p>
            <a:r>
              <a:rPr lang="en-US" altLang="zh-CN" sz="2000" dirty="0"/>
              <a:t>4.2.2</a:t>
            </a:r>
            <a:r>
              <a:rPr lang="zh-CN" altLang="en-US" sz="2000" dirty="0"/>
              <a:t>从左到右依次显示“名称”、“值”、“类型”</a:t>
            </a:r>
            <a:endParaRPr lang="en-US" altLang="zh-CN" sz="2000" dirty="0"/>
          </a:p>
          <a:p>
            <a:r>
              <a:rPr lang="en-US" altLang="zh-CN" sz="2000" dirty="0"/>
              <a:t>4.2.3</a:t>
            </a:r>
            <a:r>
              <a:rPr lang="zh-CN" altLang="en-US" sz="2000" dirty="0"/>
              <a:t>若调试时变量的值变化，则会标红</a:t>
            </a:r>
            <a:endParaRPr lang="en-US" altLang="zh-CN" sz="2000" dirty="0"/>
          </a:p>
          <a:p>
            <a:r>
              <a:rPr lang="en-US" altLang="zh-CN" sz="2000" dirty="0"/>
              <a:t>4.2.4</a:t>
            </a:r>
            <a:r>
              <a:rPr lang="zh-CN" altLang="en-US" sz="2000" dirty="0"/>
              <a:t>若找不到变量，可以搜索（</a:t>
            </a:r>
            <a:r>
              <a:rPr lang="en-US" altLang="zh-CN" sz="2000" dirty="0" err="1"/>
              <a:t>Ctrl+E</a:t>
            </a:r>
            <a:r>
              <a:rPr lang="zh-CN" altLang="en-US" sz="2000" dirty="0"/>
              <a:t>），只能搜得到符合</a:t>
            </a:r>
            <a:r>
              <a:rPr lang="en-US" altLang="zh-CN" sz="2000" dirty="0"/>
              <a:t>4.2.1</a:t>
            </a:r>
            <a:r>
              <a:rPr lang="zh-CN" altLang="en-US" sz="2000" dirty="0"/>
              <a:t>范围的变量</a:t>
            </a:r>
            <a:endParaRPr lang="en-US" altLang="zh-CN" sz="2000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1C49F6A-EBDB-7426-A374-7BAAC8878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0471"/>
          <a:stretch/>
        </p:blipFill>
        <p:spPr>
          <a:xfrm>
            <a:off x="637453" y="2806460"/>
            <a:ext cx="5458547" cy="3997742"/>
          </a:xfr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1B75F6A6-487E-E87D-1F4B-3E1D49C3E755}"/>
              </a:ext>
            </a:extLst>
          </p:cNvPr>
          <p:cNvSpPr/>
          <p:nvPr/>
        </p:nvSpPr>
        <p:spPr>
          <a:xfrm>
            <a:off x="626853" y="6556075"/>
            <a:ext cx="569343" cy="3019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707BEF-A7DA-0784-3A68-8D326DE6250C}"/>
              </a:ext>
            </a:extLst>
          </p:cNvPr>
          <p:cNvSpPr/>
          <p:nvPr/>
        </p:nvSpPr>
        <p:spPr>
          <a:xfrm>
            <a:off x="701615" y="5078083"/>
            <a:ext cx="5308121" cy="7254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D0E7B4-CBD0-849B-4620-251BD846B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1" y="5136133"/>
            <a:ext cx="5368158" cy="609335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8C908BF8-BC67-8B88-6E4E-D05B7FFAEDE7}"/>
              </a:ext>
            </a:extLst>
          </p:cNvPr>
          <p:cNvSpPr/>
          <p:nvPr/>
        </p:nvSpPr>
        <p:spPr>
          <a:xfrm>
            <a:off x="6211019" y="5367992"/>
            <a:ext cx="391064" cy="170166"/>
          </a:xfrm>
          <a:prstGeom prst="right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EDF538-AE5E-0FC4-466E-1776F56E234E}"/>
              </a:ext>
            </a:extLst>
          </p:cNvPr>
          <p:cNvSpPr txBox="1"/>
          <p:nvPr/>
        </p:nvSpPr>
        <p:spPr>
          <a:xfrm>
            <a:off x="6211019" y="5803520"/>
            <a:ext cx="199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F11</a:t>
            </a:r>
            <a:r>
              <a:rPr lang="zh-CN" altLang="en-US" dirty="0"/>
              <a:t>后，</a:t>
            </a:r>
            <a:r>
              <a:rPr lang="en-US" altLang="zh-CN" dirty="0" err="1"/>
              <a:t>localVar</a:t>
            </a:r>
            <a:r>
              <a:rPr lang="en-US" altLang="zh-CN" dirty="0"/>
              <a:t>++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3C4CC7-FB5C-A197-B7DF-00490643F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53" y="958773"/>
            <a:ext cx="4819651" cy="3429000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573CAA2-1306-3B61-4A53-8CE3C75A8983}"/>
              </a:ext>
            </a:extLst>
          </p:cNvPr>
          <p:cNvCxnSpPr>
            <a:cxnSpLocks/>
          </p:cNvCxnSpPr>
          <p:nvPr/>
        </p:nvCxnSpPr>
        <p:spPr>
          <a:xfrm>
            <a:off x="5164347" y="2110596"/>
            <a:ext cx="3531079" cy="32573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85E200B-2AA4-2E69-FBCE-F2F2F532C157}"/>
              </a:ext>
            </a:extLst>
          </p:cNvPr>
          <p:cNvCxnSpPr>
            <a:cxnSpLocks/>
          </p:cNvCxnSpPr>
          <p:nvPr/>
        </p:nvCxnSpPr>
        <p:spPr>
          <a:xfrm>
            <a:off x="2898475" y="1547004"/>
            <a:ext cx="39451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324BFE-17D3-1A7E-7CEF-560625D78211}"/>
              </a:ext>
            </a:extLst>
          </p:cNvPr>
          <p:cNvCxnSpPr>
            <a:cxnSpLocks/>
          </p:cNvCxnSpPr>
          <p:nvPr/>
        </p:nvCxnSpPr>
        <p:spPr>
          <a:xfrm flipH="1">
            <a:off x="1408981" y="2524664"/>
            <a:ext cx="2628181" cy="24499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8384481F-40FD-C4B1-D339-6AC0335C56C2}"/>
              </a:ext>
            </a:extLst>
          </p:cNvPr>
          <p:cNvSpPr/>
          <p:nvPr/>
        </p:nvSpPr>
        <p:spPr>
          <a:xfrm>
            <a:off x="6843623" y="4157932"/>
            <a:ext cx="448573" cy="22984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614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A4522-286D-7BCF-2CBA-5DDB6009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4.2</a:t>
            </a:r>
            <a:r>
              <a:rPr lang="zh-CN" altLang="en-US" sz="4400" dirty="0"/>
              <a:t>查看变量：自动窗口（本页涉及</a:t>
            </a:r>
            <a:r>
              <a:rPr lang="en-US" altLang="zh-CN" sz="4400" dirty="0"/>
              <a:t>2.1</a:t>
            </a:r>
            <a:r>
              <a:rPr lang="zh-CN" altLang="en-US" sz="4400" dirty="0"/>
              <a:t>，</a:t>
            </a:r>
            <a:r>
              <a:rPr lang="en-US" altLang="zh-CN" sz="4400" dirty="0"/>
              <a:t>2.2</a:t>
            </a:r>
            <a:r>
              <a:rPr lang="zh-CN" altLang="en-US" sz="4400" dirty="0"/>
              <a:t>，</a:t>
            </a:r>
            <a:r>
              <a:rPr lang="en-US" altLang="zh-CN" sz="4400" dirty="0"/>
              <a:t>3.1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pic>
        <p:nvPicPr>
          <p:cNvPr id="4" name="内容占位符 9">
            <a:extLst>
              <a:ext uri="{FF2B5EF4-FFF2-40B4-BE49-F238E27FC236}">
                <a16:creationId xmlns:a16="http://schemas.microsoft.com/office/drawing/2014/main" id="{DE362579-04D7-DE5F-25BB-DD2AF747F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7997" b="17376"/>
          <a:stretch/>
        </p:blipFill>
        <p:spPr>
          <a:xfrm>
            <a:off x="295848" y="1887746"/>
            <a:ext cx="5941376" cy="1541254"/>
          </a:xfr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CB15A2-7C75-F56F-B546-A22D455190FE}"/>
              </a:ext>
            </a:extLst>
          </p:cNvPr>
          <p:cNvSpPr/>
          <p:nvPr/>
        </p:nvSpPr>
        <p:spPr>
          <a:xfrm>
            <a:off x="431321" y="2748951"/>
            <a:ext cx="339305" cy="4255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9CB64A-70B6-5120-9C75-D20C8D094173}"/>
              </a:ext>
            </a:extLst>
          </p:cNvPr>
          <p:cNvSpPr txBox="1"/>
          <p:nvPr/>
        </p:nvSpPr>
        <p:spPr>
          <a:xfrm>
            <a:off x="488830" y="3669102"/>
            <a:ext cx="544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不同的量有不同的图标，在此给出表格（</a:t>
            </a:r>
            <a:r>
              <a:rPr lang="en-US" altLang="zh-CN" dirty="0" err="1"/>
              <a:t>csdn</a:t>
            </a:r>
            <a:r>
              <a:rPr lang="zh-CN" altLang="en-US" dirty="0"/>
              <a:t>下载）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BDCB4EC-8FCB-0AD3-9EC9-82653EB38C27}"/>
              </a:ext>
            </a:extLst>
          </p:cNvPr>
          <p:cNvCxnSpPr/>
          <p:nvPr/>
        </p:nvCxnSpPr>
        <p:spPr>
          <a:xfrm>
            <a:off x="706304" y="3188898"/>
            <a:ext cx="342181" cy="4945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这里写图片描述">
            <a:extLst>
              <a:ext uri="{FF2B5EF4-FFF2-40B4-BE49-F238E27FC236}">
                <a16:creationId xmlns:a16="http://schemas.microsoft.com/office/drawing/2014/main" id="{28DE2A71-4C90-0EBD-931E-09621D3E6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124" y="1126017"/>
            <a:ext cx="3086100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392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E7E9DB5-48A8-61E5-98CA-B37FF07DE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1324667"/>
            <a:ext cx="6320286" cy="28459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3.3,3.5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6544349" y="1268093"/>
            <a:ext cx="5647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4.2.5</a:t>
            </a:r>
            <a:r>
              <a:rPr lang="zh-CN" altLang="en-US" sz="2000" dirty="0"/>
              <a:t>数组：点击左边的小三角，可以查看数组内元素。若为二维</a:t>
            </a:r>
            <a:r>
              <a:rPr lang="en-US" altLang="zh-CN" sz="2000" dirty="0"/>
              <a:t>/</a:t>
            </a:r>
            <a:r>
              <a:rPr lang="zh-CN" altLang="en-US" sz="2000" dirty="0"/>
              <a:t>多维数组，则看到的是数组元素，可以进一步点开三角查看内部元素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D9D7C6-8C08-FA8D-DC50-959820877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83" y="4338448"/>
            <a:ext cx="5500664" cy="229814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4444DA5-1996-9D0F-672B-DEA4EC267F79}"/>
              </a:ext>
            </a:extLst>
          </p:cNvPr>
          <p:cNvCxnSpPr/>
          <p:nvPr/>
        </p:nvCxnSpPr>
        <p:spPr>
          <a:xfrm>
            <a:off x="57509" y="3686355"/>
            <a:ext cx="3910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F6E24B9-A61E-C201-D737-D86F31E089BF}"/>
              </a:ext>
            </a:extLst>
          </p:cNvPr>
          <p:cNvCxnSpPr/>
          <p:nvPr/>
        </p:nvCxnSpPr>
        <p:spPr>
          <a:xfrm>
            <a:off x="37381" y="3982528"/>
            <a:ext cx="3910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7CE749B3-1BDA-3F91-2675-370C65DBE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547" y="5048369"/>
            <a:ext cx="5607170" cy="1335230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289BA056-7D41-64BA-C4CC-E167DF03ACE9}"/>
              </a:ext>
            </a:extLst>
          </p:cNvPr>
          <p:cNvSpPr/>
          <p:nvPr/>
        </p:nvSpPr>
        <p:spPr>
          <a:xfrm>
            <a:off x="2432649" y="4129177"/>
            <a:ext cx="546340" cy="270295"/>
          </a:xfrm>
          <a:prstGeom prst="down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2A558EF-B04D-52EA-2716-56F64640041B}"/>
              </a:ext>
            </a:extLst>
          </p:cNvPr>
          <p:cNvCxnSpPr/>
          <p:nvPr/>
        </p:nvCxnSpPr>
        <p:spPr>
          <a:xfrm>
            <a:off x="94891" y="6104627"/>
            <a:ext cx="3910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箭头: 右 15">
            <a:extLst>
              <a:ext uri="{FF2B5EF4-FFF2-40B4-BE49-F238E27FC236}">
                <a16:creationId xmlns:a16="http://schemas.microsoft.com/office/drawing/2014/main" id="{5D52A5FA-EF31-2BF8-976B-4F4AC86BCB65}"/>
              </a:ext>
            </a:extLst>
          </p:cNvPr>
          <p:cNvSpPr/>
          <p:nvPr/>
        </p:nvSpPr>
        <p:spPr>
          <a:xfrm>
            <a:off x="5802702" y="5382883"/>
            <a:ext cx="431321" cy="638355"/>
          </a:xfrm>
          <a:prstGeom prst="right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1D67626-C698-C344-DF1B-A7A3E3A8FD9B}"/>
              </a:ext>
            </a:extLst>
          </p:cNvPr>
          <p:cNvSpPr/>
          <p:nvPr/>
        </p:nvSpPr>
        <p:spPr>
          <a:xfrm>
            <a:off x="264544" y="4779034"/>
            <a:ext cx="221412" cy="2693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9465E18-56DB-7006-EA99-358EE4F0F18D}"/>
              </a:ext>
            </a:extLst>
          </p:cNvPr>
          <p:cNvSpPr/>
          <p:nvPr/>
        </p:nvSpPr>
        <p:spPr>
          <a:xfrm>
            <a:off x="290423" y="5778714"/>
            <a:ext cx="221412" cy="2693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6B52F57-1EB6-5FB8-BC25-63C41905CAE6}"/>
              </a:ext>
            </a:extLst>
          </p:cNvPr>
          <p:cNvSpPr/>
          <p:nvPr/>
        </p:nvSpPr>
        <p:spPr>
          <a:xfrm>
            <a:off x="6584830" y="5154736"/>
            <a:ext cx="221412" cy="2693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9B2FC5C-1CD9-BB79-3DB9-31AF524EBB5C}"/>
              </a:ext>
            </a:extLst>
          </p:cNvPr>
          <p:cNvCxnSpPr>
            <a:cxnSpLocks/>
          </p:cNvCxnSpPr>
          <p:nvPr/>
        </p:nvCxnSpPr>
        <p:spPr>
          <a:xfrm flipH="1">
            <a:off x="4894053" y="4991819"/>
            <a:ext cx="419819" cy="565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288D7E-0B69-AE11-A869-9FB9281D5C6F}"/>
              </a:ext>
            </a:extLst>
          </p:cNvPr>
          <p:cNvCxnSpPr>
            <a:cxnSpLocks/>
          </p:cNvCxnSpPr>
          <p:nvPr/>
        </p:nvCxnSpPr>
        <p:spPr>
          <a:xfrm flipH="1">
            <a:off x="4994694" y="6067246"/>
            <a:ext cx="419819" cy="565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88A65FB-FD1E-4BC7-1F2F-EBCFAC4A5AFD}"/>
              </a:ext>
            </a:extLst>
          </p:cNvPr>
          <p:cNvCxnSpPr>
            <a:cxnSpLocks/>
          </p:cNvCxnSpPr>
          <p:nvPr/>
        </p:nvCxnSpPr>
        <p:spPr>
          <a:xfrm flipH="1">
            <a:off x="11271849" y="5232856"/>
            <a:ext cx="419819" cy="565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4D17539-7B20-06F7-1ED7-A9897549C16F}"/>
              </a:ext>
            </a:extLst>
          </p:cNvPr>
          <p:cNvCxnSpPr>
            <a:cxnSpLocks/>
          </p:cNvCxnSpPr>
          <p:nvPr/>
        </p:nvCxnSpPr>
        <p:spPr>
          <a:xfrm flipH="1">
            <a:off x="11143890" y="5382883"/>
            <a:ext cx="419819" cy="565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7543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4EB4E01A-12A3-F95F-7859-E01E5884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" y="2283125"/>
            <a:ext cx="7133853" cy="38667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3.3,3.5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483079" y="1268093"/>
            <a:ext cx="11708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4.2.5</a:t>
            </a:r>
            <a:r>
              <a:rPr lang="zh-CN" altLang="en-US" sz="2000" dirty="0"/>
              <a:t>数组：调试过程中，数组中即使只有一个变量变化，整个数组也会标红，若为二维</a:t>
            </a:r>
            <a:r>
              <a:rPr lang="en-US" altLang="zh-CN" sz="2000" dirty="0"/>
              <a:t>/</a:t>
            </a:r>
            <a:r>
              <a:rPr lang="zh-CN" altLang="en-US" sz="2000" dirty="0"/>
              <a:t>多维数组，则只会标红有变化的那个一维数组</a:t>
            </a:r>
            <a:endParaRPr lang="en-US" altLang="zh-CN" sz="20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45DDA84-1088-F095-156F-D99FA2A9E693}"/>
              </a:ext>
            </a:extLst>
          </p:cNvPr>
          <p:cNvCxnSpPr>
            <a:cxnSpLocks/>
          </p:cNvCxnSpPr>
          <p:nvPr/>
        </p:nvCxnSpPr>
        <p:spPr>
          <a:xfrm flipH="1">
            <a:off x="4882551" y="4324709"/>
            <a:ext cx="552091" cy="13489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A2A0C12-D696-9215-ABC2-5E5BBAE000EF}"/>
              </a:ext>
            </a:extLst>
          </p:cNvPr>
          <p:cNvSpPr txBox="1"/>
          <p:nvPr/>
        </p:nvSpPr>
        <p:spPr>
          <a:xfrm>
            <a:off x="5470025" y="3278269"/>
            <a:ext cx="14601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本例中，只有二维数组</a:t>
            </a:r>
            <a:r>
              <a:rPr lang="en-US" altLang="zh-CN" sz="1400" dirty="0">
                <a:solidFill>
                  <a:schemeClr val="bg1"/>
                </a:solidFill>
              </a:rPr>
              <a:t>twoch2</a:t>
            </a:r>
            <a:r>
              <a:rPr lang="zh-CN" altLang="en-US" sz="1400" dirty="0">
                <a:solidFill>
                  <a:schemeClr val="bg1"/>
                </a:solidFill>
              </a:rPr>
              <a:t>中的一维数组</a:t>
            </a:r>
            <a:r>
              <a:rPr lang="en-US" altLang="zh-CN" sz="1400" dirty="0">
                <a:solidFill>
                  <a:schemeClr val="bg1"/>
                </a:solidFill>
              </a:rPr>
              <a:t>twoch2[0]</a:t>
            </a:r>
            <a:r>
              <a:rPr lang="zh-CN" altLang="en-US" sz="1400" dirty="0">
                <a:solidFill>
                  <a:schemeClr val="bg1"/>
                </a:solidFill>
              </a:rPr>
              <a:t>中的第一个元素由小写转为了大写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0B25A0-703C-8B48-1176-321BFFADA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493" y="3314274"/>
            <a:ext cx="5123926" cy="13489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BE13DBD-54C4-3870-482D-090B052DC9DC}"/>
              </a:ext>
            </a:extLst>
          </p:cNvPr>
          <p:cNvSpPr txBox="1"/>
          <p:nvPr/>
        </p:nvSpPr>
        <p:spPr>
          <a:xfrm>
            <a:off x="8353438" y="5018089"/>
            <a:ext cx="2208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按小三角展开后，每个元素均未标红看不出是具体是哪个元素变化了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7FDA4B2-9554-EBF1-0E10-69938D72F3C1}"/>
              </a:ext>
            </a:extLst>
          </p:cNvPr>
          <p:cNvSpPr/>
          <p:nvPr/>
        </p:nvSpPr>
        <p:spPr>
          <a:xfrm>
            <a:off x="8689675" y="3970766"/>
            <a:ext cx="1121434" cy="6924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75838E3-7912-58CC-B9CE-C6AEEC2141F0}"/>
              </a:ext>
            </a:extLst>
          </p:cNvPr>
          <p:cNvCxnSpPr/>
          <p:nvPr/>
        </p:nvCxnSpPr>
        <p:spPr>
          <a:xfrm>
            <a:off x="9247517" y="4663264"/>
            <a:ext cx="0" cy="4378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429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4.2.6</a:t>
            </a:r>
            <a:r>
              <a:rPr lang="zh-CN" altLang="en-US" sz="2000" dirty="0"/>
              <a:t>查看指针变量：指向简单变量</a:t>
            </a:r>
            <a:endParaRPr lang="en-US" altLang="zh-CN" sz="2000" dirty="0"/>
          </a:p>
          <a:p>
            <a:r>
              <a:rPr lang="zh-CN" altLang="en-US" sz="2000" dirty="0"/>
              <a:t>若源代码有“</a:t>
            </a:r>
            <a:r>
              <a:rPr lang="en-US" altLang="zh-CN" sz="2000" dirty="0"/>
              <a:t>*</a:t>
            </a:r>
            <a:r>
              <a:rPr lang="zh-CN" altLang="en-US" sz="2000" dirty="0"/>
              <a:t>”</a:t>
            </a:r>
            <a:r>
              <a:rPr lang="en-US" altLang="zh-CN" sz="2000" dirty="0"/>
              <a:t>+</a:t>
            </a:r>
            <a:r>
              <a:rPr lang="zh-CN" altLang="en-US" sz="2000" dirty="0"/>
              <a:t>“指针变量名”的形式出现，则可以直接看到</a:t>
            </a:r>
            <a:r>
              <a:rPr lang="en-US" altLang="zh-CN" sz="2000" dirty="0"/>
              <a:t>*p</a:t>
            </a:r>
            <a:r>
              <a:rPr lang="zh-CN" altLang="en-US" sz="2000" dirty="0"/>
              <a:t>，类型为基类型</a:t>
            </a:r>
            <a:endParaRPr lang="en-US" altLang="zh-CN" sz="2000" dirty="0"/>
          </a:p>
          <a:p>
            <a:r>
              <a:rPr lang="zh-CN" altLang="en-US" sz="2000" dirty="0"/>
              <a:t>若有指针变量</a:t>
            </a:r>
            <a:r>
              <a:rPr lang="en-US" altLang="zh-CN" sz="2000" dirty="0"/>
              <a:t>/</a:t>
            </a:r>
            <a:r>
              <a:rPr lang="zh-CN" altLang="en-US" sz="2000" dirty="0"/>
              <a:t>地址直接出现，则可以看到该指针变量的值（地址），类型为基类型</a:t>
            </a:r>
            <a:r>
              <a:rPr lang="en-US" altLang="zh-CN" sz="2000" dirty="0"/>
              <a:t>+*</a:t>
            </a:r>
            <a:r>
              <a:rPr lang="zh-CN" altLang="en-US" sz="2000" dirty="0"/>
              <a:t>，单击扩展箭头，可以看到指针变量所指的地址上的变量的值，类型为基类型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BCB42F-CDBF-F4C4-7319-6FF5E31A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8" y="2237953"/>
            <a:ext cx="6387397" cy="4520242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3C2705E9-A3C3-2FE9-FA90-B250F3019D62}"/>
              </a:ext>
            </a:extLst>
          </p:cNvPr>
          <p:cNvSpPr/>
          <p:nvPr/>
        </p:nvSpPr>
        <p:spPr>
          <a:xfrm>
            <a:off x="109268" y="6527321"/>
            <a:ext cx="609600" cy="23578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8361ACD-3651-B3E0-1FEE-33E61E40220B}"/>
              </a:ext>
            </a:extLst>
          </p:cNvPr>
          <p:cNvCxnSpPr>
            <a:cxnSpLocks/>
          </p:cNvCxnSpPr>
          <p:nvPr/>
        </p:nvCxnSpPr>
        <p:spPr>
          <a:xfrm flipH="1">
            <a:off x="838200" y="2829464"/>
            <a:ext cx="714555" cy="22428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7FB5122-6DB2-1F31-B16C-A6B3A508679F}"/>
              </a:ext>
            </a:extLst>
          </p:cNvPr>
          <p:cNvCxnSpPr/>
          <p:nvPr/>
        </p:nvCxnSpPr>
        <p:spPr>
          <a:xfrm flipH="1" flipV="1">
            <a:off x="764424" y="5221857"/>
            <a:ext cx="541040" cy="5693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F5E84C1-7B36-FDA3-1A84-375EE088B1C5}"/>
              </a:ext>
            </a:extLst>
          </p:cNvPr>
          <p:cNvCxnSpPr/>
          <p:nvPr/>
        </p:nvCxnSpPr>
        <p:spPr>
          <a:xfrm flipH="1" flipV="1">
            <a:off x="718868" y="5354128"/>
            <a:ext cx="414068" cy="7878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74102BF2-8D4E-565D-405E-839A3360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850" y="4725800"/>
            <a:ext cx="5511482" cy="1323439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E96B44E-28D7-E9FF-22ED-05AA13994A91}"/>
              </a:ext>
            </a:extLst>
          </p:cNvPr>
          <p:cNvCxnSpPr/>
          <p:nvPr/>
        </p:nvCxnSpPr>
        <p:spPr>
          <a:xfrm flipH="1">
            <a:off x="5538158" y="4784785"/>
            <a:ext cx="356559" cy="2415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1E09135-14D1-8B25-DCF7-04E910CC9299}"/>
              </a:ext>
            </a:extLst>
          </p:cNvPr>
          <p:cNvCxnSpPr/>
          <p:nvPr/>
        </p:nvCxnSpPr>
        <p:spPr>
          <a:xfrm flipH="1">
            <a:off x="5601419" y="5072332"/>
            <a:ext cx="419819" cy="1495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7D90639-74D8-5919-F0C8-C33A77EF0FC2}"/>
              </a:ext>
            </a:extLst>
          </p:cNvPr>
          <p:cNvCxnSpPr/>
          <p:nvPr/>
        </p:nvCxnSpPr>
        <p:spPr>
          <a:xfrm>
            <a:off x="6446808" y="4871049"/>
            <a:ext cx="310550" cy="20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9C95A36-8E3E-08B4-7F9C-0902AC9F679D}"/>
              </a:ext>
            </a:extLst>
          </p:cNvPr>
          <p:cNvCxnSpPr/>
          <p:nvPr/>
        </p:nvCxnSpPr>
        <p:spPr>
          <a:xfrm>
            <a:off x="6412076" y="5186236"/>
            <a:ext cx="310550" cy="2012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F3A6A8A-A811-02E6-02FB-BFCAA37A0821}"/>
              </a:ext>
            </a:extLst>
          </p:cNvPr>
          <p:cNvCxnSpPr/>
          <p:nvPr/>
        </p:nvCxnSpPr>
        <p:spPr>
          <a:xfrm flipH="1">
            <a:off x="8689675" y="5217581"/>
            <a:ext cx="27379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B1DFC9-E9FF-E4FB-E499-1A055DA4FAF3}"/>
              </a:ext>
            </a:extLst>
          </p:cNvPr>
          <p:cNvCxnSpPr>
            <a:cxnSpLocks/>
          </p:cNvCxnSpPr>
          <p:nvPr/>
        </p:nvCxnSpPr>
        <p:spPr>
          <a:xfrm flipH="1">
            <a:off x="9317591" y="5072332"/>
            <a:ext cx="2036209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6883045-5BFF-CF2C-B4B4-A26EECEEFF27}"/>
              </a:ext>
            </a:extLst>
          </p:cNvPr>
          <p:cNvCxnSpPr/>
          <p:nvPr/>
        </p:nvCxnSpPr>
        <p:spPr>
          <a:xfrm flipH="1">
            <a:off x="8689674" y="5559762"/>
            <a:ext cx="27379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84E7FEE-D989-771C-CA46-B994679FF288}"/>
              </a:ext>
            </a:extLst>
          </p:cNvPr>
          <p:cNvCxnSpPr>
            <a:cxnSpLocks/>
          </p:cNvCxnSpPr>
          <p:nvPr/>
        </p:nvCxnSpPr>
        <p:spPr>
          <a:xfrm flipH="1">
            <a:off x="9272982" y="5372932"/>
            <a:ext cx="2125425" cy="175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065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3.4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4.2.7</a:t>
            </a:r>
            <a:r>
              <a:rPr lang="zh-CN" altLang="en-US" sz="2000" dirty="0"/>
              <a:t>查看指针变量：指向数组</a:t>
            </a:r>
            <a:endParaRPr lang="en-US" altLang="zh-CN" sz="2000" dirty="0"/>
          </a:p>
          <a:p>
            <a:r>
              <a:rPr lang="zh-CN" altLang="en-US" sz="2000" dirty="0"/>
              <a:t>指针指向数字型数组，则与指针指向数组中的第一个简单变量无异（因为数组的名字相当于数组首地址）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52703A-ACEF-D7D8-A4C9-4522FD7E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3" y="1982623"/>
            <a:ext cx="10255030" cy="3981105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30B5BE0-B9E5-C713-DAB8-1433F793A12B}"/>
              </a:ext>
            </a:extLst>
          </p:cNvPr>
          <p:cNvCxnSpPr/>
          <p:nvPr/>
        </p:nvCxnSpPr>
        <p:spPr>
          <a:xfrm flipH="1" flipV="1">
            <a:off x="6096000" y="5819955"/>
            <a:ext cx="948906" cy="6843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108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3.4</a:t>
            </a:r>
            <a:r>
              <a:rPr lang="zh-CN" altLang="en-US" sz="3600" dirty="0"/>
              <a:t>，</a:t>
            </a:r>
            <a:r>
              <a:rPr lang="en-US" altLang="zh-CN" sz="3600" dirty="0"/>
              <a:t>3.5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4.2.7</a:t>
            </a:r>
            <a:r>
              <a:rPr lang="zh-CN" altLang="en-US" sz="2000" dirty="0"/>
              <a:t>查看指针变量：指向数组</a:t>
            </a:r>
            <a:endParaRPr lang="en-US" altLang="zh-CN" sz="2000" dirty="0"/>
          </a:p>
          <a:p>
            <a:r>
              <a:rPr lang="zh-CN" altLang="en-US" sz="2000" dirty="0"/>
              <a:t>指针指向一维字符型数组</a:t>
            </a:r>
            <a:r>
              <a:rPr lang="en-US" altLang="zh-CN" sz="2000" dirty="0"/>
              <a:t>/</a:t>
            </a:r>
            <a:r>
              <a:rPr lang="zh-CN" altLang="en-US" sz="2000" dirty="0"/>
              <a:t>二维字符型数组带一个下标名（等于一维数组），值那一栏的显示与数据提示法中鼠标悬停的显示规则相同</a:t>
            </a:r>
            <a:endParaRPr lang="en-US" altLang="zh-CN" sz="2000" dirty="0"/>
          </a:p>
          <a:p>
            <a:r>
              <a:rPr lang="zh-CN" altLang="en-US" sz="2000" dirty="0"/>
              <a:t>点开小三角，指针所指向的数据还是单个简单变量，并非整个数组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55D0AF-A060-5875-4925-0A4876305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24" y="2376381"/>
            <a:ext cx="9730735" cy="359884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E04CB3-7C46-98D9-7098-C3010EB8DA77}"/>
              </a:ext>
            </a:extLst>
          </p:cNvPr>
          <p:cNvCxnSpPr/>
          <p:nvPr/>
        </p:nvCxnSpPr>
        <p:spPr>
          <a:xfrm>
            <a:off x="3416060" y="5762445"/>
            <a:ext cx="64410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E635B07-E73E-B9D8-A06C-7E9694141839}"/>
              </a:ext>
            </a:extLst>
          </p:cNvPr>
          <p:cNvCxnSpPr/>
          <p:nvPr/>
        </p:nvCxnSpPr>
        <p:spPr>
          <a:xfrm>
            <a:off x="8071449" y="5759569"/>
            <a:ext cx="64410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74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3.9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4.2.8</a:t>
            </a:r>
            <a:r>
              <a:rPr lang="zh-CN" altLang="en-US" sz="2000" dirty="0"/>
              <a:t>查看指针变量：指针越界</a:t>
            </a:r>
            <a:endParaRPr lang="en-US" altLang="zh-CN" sz="2000" dirty="0"/>
          </a:p>
          <a:p>
            <a:r>
              <a:rPr lang="zh-CN" altLang="en-US" sz="2000" dirty="0"/>
              <a:t>指向数字型数组的指针越界，相当于指向了一个大小内容均未知数字（非数组）（因为数组的名字本质是首元素地址）</a:t>
            </a:r>
            <a:endParaRPr lang="en-US" altLang="zh-CN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1E299A7-3188-35D2-3547-E00595D2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22" y="2302195"/>
            <a:ext cx="9391291" cy="4161896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4B9C5D5-77D8-4DA6-F1D2-38186B64526C}"/>
              </a:ext>
            </a:extLst>
          </p:cNvPr>
          <p:cNvCxnSpPr/>
          <p:nvPr/>
        </p:nvCxnSpPr>
        <p:spPr>
          <a:xfrm flipH="1">
            <a:off x="6481313" y="4652513"/>
            <a:ext cx="828136" cy="11846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19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3.9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4.2.8</a:t>
            </a:r>
            <a:r>
              <a:rPr lang="zh-CN" altLang="en-US" sz="2000" dirty="0"/>
              <a:t>查看指针变量：指针越界</a:t>
            </a:r>
            <a:endParaRPr lang="en-US" altLang="zh-CN" sz="2000" dirty="0"/>
          </a:p>
          <a:p>
            <a:r>
              <a:rPr lang="zh-CN" altLang="en-US" sz="2000" dirty="0"/>
              <a:t>指向字符数组或字符变量的指针越界，相当于指向了一个大小内容均未知的字符数组（因为字符数组的名字本质是首元素地址）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2893D95-4F6E-E276-DB57-07EEFBD45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24" y="2125283"/>
            <a:ext cx="5513821" cy="268250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A6EA5D8-3CC7-636A-2BA1-1B378F225E2B}"/>
              </a:ext>
            </a:extLst>
          </p:cNvPr>
          <p:cNvCxnSpPr>
            <a:cxnSpLocks/>
          </p:cNvCxnSpPr>
          <p:nvPr/>
        </p:nvCxnSpPr>
        <p:spPr>
          <a:xfrm flipH="1">
            <a:off x="3703608" y="3214866"/>
            <a:ext cx="1190445" cy="12248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8F2B933-AD28-3CA8-A0BF-054C8D9EC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169" y="2125283"/>
            <a:ext cx="5308121" cy="251741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0C61E309-1346-418E-5577-41F6E2795F27}"/>
              </a:ext>
            </a:extLst>
          </p:cNvPr>
          <p:cNvSpPr/>
          <p:nvPr/>
        </p:nvSpPr>
        <p:spPr>
          <a:xfrm>
            <a:off x="1754038" y="2288875"/>
            <a:ext cx="1540163" cy="21278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11C4310-E45A-6623-C34E-0C44A888DB6C}"/>
              </a:ext>
            </a:extLst>
          </p:cNvPr>
          <p:cNvSpPr/>
          <p:nvPr/>
        </p:nvSpPr>
        <p:spPr>
          <a:xfrm>
            <a:off x="7522234" y="2288875"/>
            <a:ext cx="1794294" cy="21278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1671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4.2</a:t>
            </a:r>
            <a:r>
              <a:rPr lang="zh-CN" altLang="en-US" sz="3600" dirty="0"/>
              <a:t>查看变量：自动窗口（本页涉及</a:t>
            </a:r>
            <a:r>
              <a:rPr lang="en-US" altLang="zh-CN" sz="3600" dirty="0"/>
              <a:t>3.7,3.8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764424" y="958773"/>
            <a:ext cx="1131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4.2.9</a:t>
            </a:r>
            <a:r>
              <a:rPr lang="zh-CN" altLang="en-US" dirty="0"/>
              <a:t>查看引用：类型为：被引用的类型</a:t>
            </a:r>
            <a:r>
              <a:rPr lang="en-US" altLang="zh-CN" dirty="0"/>
              <a:t>+</a:t>
            </a:r>
            <a:r>
              <a:rPr lang="zh-CN" altLang="en-US" dirty="0"/>
              <a:t>“</a:t>
            </a:r>
            <a:r>
              <a:rPr lang="en-US" altLang="zh-CN" dirty="0"/>
              <a:t>&amp;</a:t>
            </a:r>
            <a:r>
              <a:rPr lang="zh-CN" altLang="en-US" dirty="0"/>
              <a:t>”，值为被引用的值</a:t>
            </a:r>
            <a:endParaRPr lang="en-US" altLang="zh-CN" dirty="0"/>
          </a:p>
          <a:p>
            <a:r>
              <a:rPr lang="en-US" altLang="zh-CN" dirty="0"/>
              <a:t>4.2.10</a:t>
            </a:r>
            <a:r>
              <a:rPr lang="zh-CN" altLang="en-US" dirty="0"/>
              <a:t>查看指向字符常量的指针变量：值的显示与数据提示法看到的一样，是地址</a:t>
            </a:r>
            <a:r>
              <a:rPr lang="en-US" altLang="zh-CN" dirty="0"/>
              <a:t>+</a:t>
            </a:r>
            <a:r>
              <a:rPr lang="zh-CN" altLang="en-US" dirty="0"/>
              <a:t>“读取字符串字符时出错”，类型为</a:t>
            </a:r>
            <a:r>
              <a:rPr lang="en-US" altLang="zh-CN" dirty="0"/>
              <a:t>const char*</a:t>
            </a:r>
            <a:r>
              <a:rPr lang="zh-CN" altLang="en-US" dirty="0"/>
              <a:t>，展开后图标表示常量，类型为</a:t>
            </a:r>
            <a:r>
              <a:rPr lang="en-US" altLang="zh-CN" dirty="0"/>
              <a:t>const char</a:t>
            </a:r>
            <a:r>
              <a:rPr lang="zh-CN" altLang="en-US" dirty="0"/>
              <a:t>，值显示“无法读取内存”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FFC45-6255-8016-127F-91AB089C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5" y="1974436"/>
            <a:ext cx="8092698" cy="48385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A5243BC-6F81-9C7D-742E-36BEA500EE5A}"/>
              </a:ext>
            </a:extLst>
          </p:cNvPr>
          <p:cNvSpPr txBox="1"/>
          <p:nvPr/>
        </p:nvSpPr>
        <p:spPr>
          <a:xfrm>
            <a:off x="8701177" y="6450418"/>
            <a:ext cx="2823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此处为何没有显示</a:t>
            </a:r>
            <a:r>
              <a:rPr lang="en-US" altLang="zh-CN" sz="1400" dirty="0"/>
              <a:t>array</a:t>
            </a:r>
            <a:r>
              <a:rPr lang="zh-CN" altLang="en-US" sz="1400" dirty="0"/>
              <a:t>？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7BDE6D-F2CA-CAF6-75D0-869625ABC470}"/>
              </a:ext>
            </a:extLst>
          </p:cNvPr>
          <p:cNvCxnSpPr/>
          <p:nvPr/>
        </p:nvCxnSpPr>
        <p:spPr>
          <a:xfrm flipH="1">
            <a:off x="7878792" y="4554747"/>
            <a:ext cx="299050" cy="2932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9DE3ADB-93A6-6BBC-DBAA-8DE1A2F4D309}"/>
              </a:ext>
            </a:extLst>
          </p:cNvPr>
          <p:cNvCxnSpPr/>
          <p:nvPr/>
        </p:nvCxnSpPr>
        <p:spPr>
          <a:xfrm flipH="1">
            <a:off x="4439728" y="5060830"/>
            <a:ext cx="1201947" cy="862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81996BD7-1521-0C80-24EA-2C7F43366A76}"/>
              </a:ext>
            </a:extLst>
          </p:cNvPr>
          <p:cNvSpPr/>
          <p:nvPr/>
        </p:nvSpPr>
        <p:spPr>
          <a:xfrm>
            <a:off x="977660" y="4997571"/>
            <a:ext cx="552091" cy="23003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31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AA57D14F-8548-DE7D-7AAB-5517329B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6" y="1192817"/>
            <a:ext cx="5330974" cy="561340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4.3</a:t>
            </a:r>
            <a:r>
              <a:rPr lang="zh-CN" altLang="en-US" sz="3600" dirty="0"/>
              <a:t>查看变量：局部变量窗口（本页涉及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3.1,3.2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6055743" y="1850169"/>
            <a:ext cx="58717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4.3.1</a:t>
            </a:r>
            <a:r>
              <a:rPr lang="zh-CN" altLang="en-US" sz="2400" dirty="0"/>
              <a:t>单击左下角“局部变量窗口”，即可查看</a:t>
            </a:r>
            <a:r>
              <a:rPr lang="zh-CN" altLang="en-US" sz="24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局部范围内定义的变量</a:t>
            </a:r>
            <a:endParaRPr lang="en-US" altLang="zh-CN" sz="2400" dirty="0">
              <a:solidFill>
                <a:srgbClr val="161616"/>
              </a:solidFill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zh-CN" altLang="en-US" sz="2400" dirty="0">
                <a:solidFill>
                  <a:srgbClr val="161616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包括：</a:t>
            </a:r>
            <a:r>
              <a:rPr lang="zh-CN" altLang="en-US" sz="24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当前函数的</a:t>
            </a:r>
            <a:r>
              <a:rPr lang="zh-CN" altLang="en-US" sz="2400" dirty="0"/>
              <a:t>形参，局部变量，静态局部变量</a:t>
            </a:r>
            <a:endParaRPr lang="en-US" altLang="zh-CN" sz="2400" dirty="0"/>
          </a:p>
          <a:p>
            <a:r>
              <a:rPr lang="zh-CN" altLang="en-US" sz="2400" dirty="0"/>
              <a:t>不包括：静态全局变量，全局变量，外部全局变量</a:t>
            </a:r>
            <a:endParaRPr lang="en-US" altLang="zh-CN" sz="2400" dirty="0"/>
          </a:p>
          <a:p>
            <a:r>
              <a:rPr lang="en-US" altLang="zh-CN" sz="2400" dirty="0"/>
              <a:t>4.3.2</a:t>
            </a:r>
            <a:r>
              <a:rPr lang="zh-CN" altLang="en-US" sz="2400" dirty="0"/>
              <a:t>除了变量不同，其余用法与自动窗口相同</a:t>
            </a:r>
            <a:endParaRPr lang="en-US" altLang="zh-CN" sz="24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75F6A6-487E-E87D-1F4B-3E1D49C3E755}"/>
              </a:ext>
            </a:extLst>
          </p:cNvPr>
          <p:cNvSpPr/>
          <p:nvPr/>
        </p:nvSpPr>
        <p:spPr>
          <a:xfrm>
            <a:off x="842513" y="6513675"/>
            <a:ext cx="569343" cy="3019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626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326DE6-948B-463C-D772-25F95501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3" y="1006416"/>
            <a:ext cx="5719412" cy="585158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2.1</a:t>
            </a:r>
            <a:r>
              <a:rPr lang="zh-CN" altLang="en-US" sz="3200" dirty="0"/>
              <a:t>，</a:t>
            </a:r>
            <a:r>
              <a:rPr lang="en-US" altLang="zh-CN" sz="3200" dirty="0"/>
              <a:t>2.2</a:t>
            </a:r>
            <a:r>
              <a:rPr lang="zh-CN" altLang="en-US" sz="3200" dirty="0"/>
              <a:t>，</a:t>
            </a:r>
            <a:r>
              <a:rPr lang="en-US" altLang="zh-CN" sz="3200" dirty="0"/>
              <a:t>2.3,2.4</a:t>
            </a:r>
            <a:r>
              <a:rPr lang="zh-CN" altLang="en-US" sz="3200" dirty="0"/>
              <a:t>，</a:t>
            </a:r>
            <a:r>
              <a:rPr lang="en-US" altLang="zh-CN" sz="3200" dirty="0"/>
              <a:t>3.1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6622559" y="1073792"/>
            <a:ext cx="48480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4.4.1</a:t>
            </a:r>
            <a:r>
              <a:rPr lang="zh-CN" altLang="en-US" sz="2400" dirty="0"/>
              <a:t>单击左下角“监视</a:t>
            </a:r>
            <a:r>
              <a:rPr lang="en-US" altLang="zh-CN" sz="2400" dirty="0"/>
              <a:t>1</a:t>
            </a:r>
            <a:r>
              <a:rPr lang="zh-CN" altLang="en-US" sz="2400" dirty="0"/>
              <a:t>”（也可以选择监视</a:t>
            </a:r>
            <a:r>
              <a:rPr lang="en-US" altLang="zh-CN" sz="2400" dirty="0"/>
              <a:t>2,3</a:t>
            </a:r>
            <a:r>
              <a:rPr lang="zh-CN" altLang="en-US" sz="2400" dirty="0"/>
              <a:t>等），即可查看</a:t>
            </a:r>
            <a:r>
              <a:rPr lang="zh-CN" altLang="en-US" sz="24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指定的变量</a:t>
            </a:r>
            <a:endParaRPr lang="en-US" altLang="zh-CN" sz="2400" dirty="0"/>
          </a:p>
          <a:p>
            <a:r>
              <a:rPr lang="en-US" altLang="zh-CN" sz="2400" dirty="0"/>
              <a:t>4.4.2</a:t>
            </a:r>
            <a:r>
              <a:rPr lang="zh-CN" altLang="en-US" sz="2400" dirty="0"/>
              <a:t>如何添加想要监视的变量？</a:t>
            </a:r>
            <a:endParaRPr lang="en-US" altLang="zh-CN" sz="2400" dirty="0"/>
          </a:p>
          <a:p>
            <a:r>
              <a:rPr lang="zh-CN" altLang="en-US" sz="2400" dirty="0"/>
              <a:t>左键单击空的一行，键入想要监视的变量名；也可以选中代码中的变量</a:t>
            </a:r>
            <a:r>
              <a:rPr lang="en-US" altLang="zh-CN" sz="2400" dirty="0"/>
              <a:t>/</a:t>
            </a:r>
            <a:r>
              <a:rPr lang="zh-CN" altLang="en-US" sz="2400" dirty="0"/>
              <a:t>表达式，直接拖入监视窗口</a:t>
            </a:r>
            <a:endParaRPr lang="en-US" altLang="zh-CN" sz="24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75F6A6-487E-E87D-1F4B-3E1D49C3E755}"/>
              </a:ext>
            </a:extLst>
          </p:cNvPr>
          <p:cNvSpPr/>
          <p:nvPr/>
        </p:nvSpPr>
        <p:spPr>
          <a:xfrm>
            <a:off x="1541253" y="6607232"/>
            <a:ext cx="569343" cy="3019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BE2807-ECC3-1ECA-F423-F36181E1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95" y="3910897"/>
            <a:ext cx="6161788" cy="2355464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>
            <a:cxnSpLocks/>
          </p:cNvCxnSpPr>
          <p:nvPr/>
        </p:nvCxnSpPr>
        <p:spPr>
          <a:xfrm flipH="1">
            <a:off x="7113917" y="3703608"/>
            <a:ext cx="2145102" cy="9028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619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3.5</a:t>
            </a:r>
            <a:r>
              <a:rPr lang="zh-CN" altLang="en-US" sz="3200" dirty="0"/>
              <a:t>，</a:t>
            </a:r>
            <a:r>
              <a:rPr lang="en-US" altLang="zh-CN" sz="3200" dirty="0"/>
              <a:t>3.9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879894" y="1073792"/>
            <a:ext cx="10590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4.4.2</a:t>
            </a:r>
            <a:r>
              <a:rPr lang="zh-CN" altLang="en-US" sz="2400" dirty="0"/>
              <a:t>若添加的变量是二维数组带一个下标（不带下标见前面的自动窗口），则相当于一个一维数组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ED94FB-5528-5BB4-6714-9E15A5A5B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76" y="1904789"/>
            <a:ext cx="8047709" cy="45432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BADCCB3-3EFF-EC51-80D9-14331097ABA3}"/>
              </a:ext>
            </a:extLst>
          </p:cNvPr>
          <p:cNvSpPr txBox="1"/>
          <p:nvPr/>
        </p:nvSpPr>
        <p:spPr>
          <a:xfrm>
            <a:off x="9236015" y="5262112"/>
            <a:ext cx="2053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越界会显示随机值（数组名＋下标本质是地址）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0614385-0039-DD46-B152-068C26D1BBAA}"/>
              </a:ext>
            </a:extLst>
          </p:cNvPr>
          <p:cNvSpPr/>
          <p:nvPr/>
        </p:nvSpPr>
        <p:spPr>
          <a:xfrm>
            <a:off x="2697192" y="5273615"/>
            <a:ext cx="4037163" cy="107542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6872992-5E7B-7814-F0FC-A83FD9E9029E}"/>
              </a:ext>
            </a:extLst>
          </p:cNvPr>
          <p:cNvCxnSpPr>
            <a:stCxn id="9" idx="6"/>
            <a:endCxn id="7" idx="1"/>
          </p:cNvCxnSpPr>
          <p:nvPr/>
        </p:nvCxnSpPr>
        <p:spPr>
          <a:xfrm flipV="1">
            <a:off x="6734355" y="5723777"/>
            <a:ext cx="2501660" cy="87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8635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E6820E7-76F1-9049-EFF4-879EA501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140" y="2222391"/>
            <a:ext cx="5244860" cy="20971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05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4.4</a:t>
            </a:r>
            <a:r>
              <a:rPr lang="zh-CN" altLang="en-US" sz="3600" dirty="0"/>
              <a:t>查看变量：监视窗口（本页涉及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2.3,2.4</a:t>
            </a:r>
            <a:r>
              <a:rPr lang="zh-CN" altLang="en-US" sz="3600" dirty="0"/>
              <a:t>，</a:t>
            </a:r>
            <a:r>
              <a:rPr lang="en-US" altLang="zh-CN" sz="3600" dirty="0"/>
              <a:t>3.1,3.2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652307" y="1051060"/>
            <a:ext cx="9664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4.4.3</a:t>
            </a:r>
            <a:r>
              <a:rPr lang="zh-CN" altLang="en-US" dirty="0"/>
              <a:t>换一个变量监视：左键单击那个变量，键盘键入想改为监视的变量</a:t>
            </a:r>
            <a:endParaRPr lang="en-US" altLang="zh-CN" dirty="0"/>
          </a:p>
          <a:p>
            <a:r>
              <a:rPr lang="en-US" altLang="zh-CN" dirty="0"/>
              <a:t>4.4.4</a:t>
            </a:r>
            <a:r>
              <a:rPr lang="zh-CN" altLang="en-US" dirty="0"/>
              <a:t>也可以监视表达式（必须符合语法规范），键入表达式即可；也可以监视指针变量，输入</a:t>
            </a:r>
            <a:r>
              <a:rPr lang="en-US" altLang="zh-CN" dirty="0"/>
              <a:t>*+</a:t>
            </a:r>
            <a:r>
              <a:rPr lang="zh-CN" altLang="en-US" dirty="0"/>
              <a:t>指针变量，会监视指针所指的变量，输入指针变量本身，则监视指针变量本身</a:t>
            </a:r>
            <a:endParaRPr lang="en-US" altLang="zh-CN" dirty="0"/>
          </a:p>
          <a:p>
            <a:r>
              <a:rPr lang="zh-CN" altLang="en-US" dirty="0"/>
              <a:t>注：监视的变量可以不在作用域内</a:t>
            </a:r>
            <a:endParaRPr lang="en-US" altLang="zh-CN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>
            <a:cxnSpLocks/>
          </p:cNvCxnSpPr>
          <p:nvPr/>
        </p:nvCxnSpPr>
        <p:spPr>
          <a:xfrm flipH="1">
            <a:off x="3145766" y="2465869"/>
            <a:ext cx="212785" cy="517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箭头: 下 6">
            <a:extLst>
              <a:ext uri="{FF2B5EF4-FFF2-40B4-BE49-F238E27FC236}">
                <a16:creationId xmlns:a16="http://schemas.microsoft.com/office/drawing/2014/main" id="{1382E1A6-D3F2-56AA-3173-845AF82DD3F9}"/>
              </a:ext>
            </a:extLst>
          </p:cNvPr>
          <p:cNvSpPr/>
          <p:nvPr/>
        </p:nvSpPr>
        <p:spPr>
          <a:xfrm>
            <a:off x="5134328" y="4319591"/>
            <a:ext cx="431321" cy="258792"/>
          </a:xfrm>
          <a:prstGeom prst="down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4991E6-60AB-7AAF-292B-DB1B9AC23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2" y="4549991"/>
            <a:ext cx="5900468" cy="2227384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3935A79F-E753-6CEE-885F-AE7A49810197}"/>
              </a:ext>
            </a:extLst>
          </p:cNvPr>
          <p:cNvSpPr/>
          <p:nvPr/>
        </p:nvSpPr>
        <p:spPr>
          <a:xfrm>
            <a:off x="300487" y="5393734"/>
            <a:ext cx="1075426" cy="26994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42FA49-C149-4403-E153-69390FBB3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008" y="4624989"/>
            <a:ext cx="6096002" cy="199180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56D77A6-1CD9-78A8-96B3-D4B9B557F94F}"/>
              </a:ext>
            </a:extLst>
          </p:cNvPr>
          <p:cNvCxnSpPr/>
          <p:nvPr/>
        </p:nvCxnSpPr>
        <p:spPr>
          <a:xfrm flipV="1">
            <a:off x="1104181" y="3715109"/>
            <a:ext cx="0" cy="16786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3A95201-4EBD-FA5E-287D-96209C5892BD}"/>
              </a:ext>
            </a:extLst>
          </p:cNvPr>
          <p:cNvSpPr txBox="1"/>
          <p:nvPr/>
        </p:nvSpPr>
        <p:spPr>
          <a:xfrm>
            <a:off x="419819" y="3113133"/>
            <a:ext cx="147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</a:t>
            </a:r>
            <a:r>
              <a:rPr lang="en-US" altLang="zh-CN" dirty="0"/>
              <a:t>b</a:t>
            </a:r>
            <a:r>
              <a:rPr lang="zh-CN" altLang="en-US" dirty="0"/>
              <a:t>改为监视（</a:t>
            </a:r>
            <a:r>
              <a:rPr lang="en-US" altLang="zh-CN" dirty="0" err="1"/>
              <a:t>a+b</a:t>
            </a:r>
            <a:r>
              <a:rPr lang="zh-CN" altLang="en-US" dirty="0"/>
              <a:t>）</a:t>
            </a:r>
            <a:r>
              <a:rPr lang="en-US" altLang="zh-CN" dirty="0"/>
              <a:t>*5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A1E1427-06FE-1029-332D-6B719F2C7FE0}"/>
              </a:ext>
            </a:extLst>
          </p:cNvPr>
          <p:cNvCxnSpPr>
            <a:endCxn id="14" idx="0"/>
          </p:cNvCxnSpPr>
          <p:nvPr/>
        </p:nvCxnSpPr>
        <p:spPr>
          <a:xfrm flipH="1">
            <a:off x="1158815" y="1321673"/>
            <a:ext cx="583721" cy="17914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930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A2C9CF4-78C6-C60B-871B-8BAF90BC1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93" y="2021588"/>
            <a:ext cx="6228744" cy="42326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4.4</a:t>
            </a:r>
            <a:r>
              <a:rPr lang="zh-CN" altLang="en-US" sz="3600" dirty="0"/>
              <a:t>查看变量：监视窗口（本页涉及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2.3,2.4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9664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4.4.5</a:t>
            </a:r>
            <a:r>
              <a:rPr lang="zh-CN" altLang="en-US" sz="2000" dirty="0"/>
              <a:t>如何删除监视？</a:t>
            </a:r>
            <a:endParaRPr lang="en-US" altLang="zh-CN" sz="2000" dirty="0"/>
          </a:p>
          <a:p>
            <a:r>
              <a:rPr lang="zh-CN" altLang="en-US" sz="2000" dirty="0"/>
              <a:t>方法一：右键单击想要删除的变量，选择“删除监视”</a:t>
            </a:r>
            <a:endParaRPr lang="en-US" altLang="zh-CN" sz="2000" dirty="0"/>
          </a:p>
          <a:p>
            <a:r>
              <a:rPr lang="zh-CN" altLang="en-US" sz="2000" dirty="0"/>
              <a:t>方法二：左键点击变量让其变为紫色，按</a:t>
            </a:r>
            <a:r>
              <a:rPr lang="en-US" altLang="zh-CN" sz="2000" dirty="0"/>
              <a:t>delete</a:t>
            </a:r>
            <a:r>
              <a:rPr lang="zh-CN" altLang="en-US" sz="2000" dirty="0"/>
              <a:t>键</a:t>
            </a:r>
            <a:endParaRPr lang="en-US" altLang="zh-CN" sz="2000" dirty="0"/>
          </a:p>
          <a:p>
            <a:r>
              <a:rPr lang="en-US" altLang="zh-CN" sz="2000" dirty="0"/>
              <a:t>4.4.6</a:t>
            </a:r>
            <a:r>
              <a:rPr lang="zh-CN" altLang="en-US" sz="2000" dirty="0"/>
              <a:t>可以</a:t>
            </a:r>
            <a:r>
              <a:rPr lang="en-US" altLang="zh-CN" sz="2000" dirty="0"/>
              <a:t>shift</a:t>
            </a:r>
            <a:r>
              <a:rPr lang="zh-CN" altLang="en-US" sz="2000" dirty="0"/>
              <a:t>同时选中多个变量进行操作</a:t>
            </a:r>
            <a:endParaRPr lang="en-US" altLang="zh-CN" sz="20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/>
          <p:nvPr/>
        </p:nvCxnSpPr>
        <p:spPr>
          <a:xfrm flipH="1">
            <a:off x="3134266" y="2664183"/>
            <a:ext cx="580845" cy="1017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D42C1-1D1F-0845-026D-667040507C9F}"/>
              </a:ext>
            </a:extLst>
          </p:cNvPr>
          <p:cNvCxnSpPr/>
          <p:nvPr/>
        </p:nvCxnSpPr>
        <p:spPr>
          <a:xfrm flipV="1">
            <a:off x="86264" y="4629509"/>
            <a:ext cx="1293962" cy="5808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92B63C2B-62ED-6D94-FB48-A8519F7F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921" y="2997854"/>
            <a:ext cx="5055079" cy="1241854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75CFC0-AEBC-04EE-D842-0BEC6B529F3C}"/>
              </a:ext>
            </a:extLst>
          </p:cNvPr>
          <p:cNvCxnSpPr>
            <a:cxnSpLocks/>
          </p:cNvCxnSpPr>
          <p:nvPr/>
        </p:nvCxnSpPr>
        <p:spPr>
          <a:xfrm>
            <a:off x="5812150" y="1953321"/>
            <a:ext cx="1547003" cy="17554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753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0A77958-8FED-320E-8582-FF94006FA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27" y="3138229"/>
            <a:ext cx="4896533" cy="11336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8881A41-25E9-1FC4-58D5-EE0601EE3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50" y="1647645"/>
            <a:ext cx="6724026" cy="48823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2.1</a:t>
            </a:r>
            <a:r>
              <a:rPr lang="zh-CN" altLang="en-US" sz="3200" dirty="0"/>
              <a:t>，</a:t>
            </a:r>
            <a:r>
              <a:rPr lang="en-US" altLang="zh-CN" sz="3200" dirty="0"/>
              <a:t>2.2</a:t>
            </a:r>
            <a:r>
              <a:rPr lang="zh-CN" altLang="en-US" sz="3200" dirty="0"/>
              <a:t>，</a:t>
            </a:r>
            <a:r>
              <a:rPr lang="en-US" altLang="zh-CN" sz="3200" dirty="0"/>
              <a:t>2.3,2.4</a:t>
            </a:r>
            <a:r>
              <a:rPr lang="zh-CN" altLang="en-US" sz="3200" dirty="0"/>
              <a:t>，</a:t>
            </a:r>
            <a:r>
              <a:rPr lang="en-US" altLang="zh-CN" sz="3200" dirty="0"/>
              <a:t>3.1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966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4.4.7</a:t>
            </a:r>
            <a:r>
              <a:rPr lang="zh-CN" altLang="en-US" dirty="0"/>
              <a:t>监视中添加同名变量遵循“低层屏蔽高层”原则</a:t>
            </a:r>
            <a:endParaRPr lang="en-US" altLang="zh-CN" dirty="0"/>
          </a:p>
          <a:p>
            <a:r>
              <a:rPr lang="zh-CN" altLang="en-US" dirty="0"/>
              <a:t>本例中，</a:t>
            </a:r>
            <a:r>
              <a:rPr lang="en-US" altLang="zh-CN" dirty="0"/>
              <a:t>main</a:t>
            </a:r>
            <a:r>
              <a:rPr lang="zh-CN" altLang="en-US" dirty="0"/>
              <a:t>中定义的</a:t>
            </a:r>
            <a:r>
              <a:rPr lang="en-US" altLang="zh-CN" dirty="0" err="1"/>
              <a:t>global_var</a:t>
            </a:r>
            <a:r>
              <a:rPr lang="zh-CN" altLang="en-US" dirty="0"/>
              <a:t>屏蔽了同名的全局变量</a:t>
            </a:r>
            <a:endParaRPr lang="en-US" altLang="zh-CN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/>
          <p:nvPr/>
        </p:nvCxnSpPr>
        <p:spPr>
          <a:xfrm flipH="1">
            <a:off x="2869721" y="1916560"/>
            <a:ext cx="580845" cy="1017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D42C1-1D1F-0845-026D-667040507C9F}"/>
              </a:ext>
            </a:extLst>
          </p:cNvPr>
          <p:cNvCxnSpPr/>
          <p:nvPr/>
        </p:nvCxnSpPr>
        <p:spPr>
          <a:xfrm flipV="1">
            <a:off x="1759789" y="6259489"/>
            <a:ext cx="1293962" cy="5808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75CFC0-AEBC-04EE-D842-0BEC6B529F3C}"/>
              </a:ext>
            </a:extLst>
          </p:cNvPr>
          <p:cNvCxnSpPr/>
          <p:nvPr/>
        </p:nvCxnSpPr>
        <p:spPr>
          <a:xfrm>
            <a:off x="8850702" y="1696528"/>
            <a:ext cx="2099094" cy="21177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1904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8335FCC-62CD-068D-EDE2-FC2C81F9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13" y="1844986"/>
            <a:ext cx="5550920" cy="46065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88FEC73-C964-7FB2-4202-E0C618269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5" y="1720056"/>
            <a:ext cx="5783941" cy="485636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2.1</a:t>
            </a:r>
            <a:r>
              <a:rPr lang="zh-CN" altLang="en-US" sz="3200" dirty="0"/>
              <a:t>，</a:t>
            </a:r>
            <a:r>
              <a:rPr lang="en-US" altLang="zh-CN" sz="3200" dirty="0"/>
              <a:t>2.2</a:t>
            </a:r>
            <a:r>
              <a:rPr lang="zh-CN" altLang="en-US" sz="3200" dirty="0"/>
              <a:t>，</a:t>
            </a:r>
            <a:r>
              <a:rPr lang="en-US" altLang="zh-CN" sz="3200" dirty="0"/>
              <a:t>2.3,2.4</a:t>
            </a:r>
            <a:r>
              <a:rPr lang="zh-CN" altLang="en-US" sz="3200" dirty="0"/>
              <a:t>，</a:t>
            </a:r>
            <a:r>
              <a:rPr lang="en-US" altLang="zh-CN" sz="3200" dirty="0"/>
              <a:t>3.1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9664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4.4.8</a:t>
            </a:r>
            <a:r>
              <a:rPr lang="zh-CN" altLang="en-US" dirty="0"/>
              <a:t>监视中添加的同名变量为静态局部变量时，结果可能不尽人意</a:t>
            </a:r>
            <a:endParaRPr lang="en-US" altLang="zh-CN" dirty="0"/>
          </a:p>
          <a:p>
            <a:r>
              <a:rPr lang="zh-CN" altLang="en-US" dirty="0"/>
              <a:t>静态局部变量只在本源程序内有效。本例中，</a:t>
            </a:r>
            <a:r>
              <a:rPr lang="en-US" altLang="zh-CN" dirty="0"/>
              <a:t>main.cpp</a:t>
            </a:r>
            <a:r>
              <a:rPr lang="zh-CN" altLang="en-US" dirty="0"/>
              <a:t>和</a:t>
            </a:r>
            <a:r>
              <a:rPr lang="en-US" altLang="zh-CN" dirty="0"/>
              <a:t>utils.cpp</a:t>
            </a:r>
            <a:r>
              <a:rPr lang="zh-CN" altLang="en-US" dirty="0"/>
              <a:t>中定义的静态全局变量</a:t>
            </a:r>
            <a:r>
              <a:rPr lang="en-US" altLang="zh-CN" dirty="0" err="1"/>
              <a:t>static_global_var</a:t>
            </a:r>
            <a:r>
              <a:rPr lang="zh-CN" altLang="en-US" dirty="0"/>
              <a:t>同名</a:t>
            </a:r>
            <a:r>
              <a:rPr lang="en-US" altLang="zh-CN" dirty="0"/>
              <a:t>,</a:t>
            </a:r>
            <a:r>
              <a:rPr lang="zh-CN" altLang="en-US" dirty="0"/>
              <a:t>执行箭头位于</a:t>
            </a:r>
            <a:r>
              <a:rPr lang="en-US" altLang="zh-CN" dirty="0"/>
              <a:t>main.cpp</a:t>
            </a:r>
            <a:r>
              <a:rPr lang="zh-CN" altLang="en-US" dirty="0"/>
              <a:t>中，监视窗口里的</a:t>
            </a:r>
            <a:r>
              <a:rPr lang="en-US" altLang="zh-CN" dirty="0" err="1"/>
              <a:t>static_global_var</a:t>
            </a:r>
            <a:r>
              <a:rPr lang="zh-CN" altLang="en-US" dirty="0"/>
              <a:t>却全是</a:t>
            </a:r>
            <a:r>
              <a:rPr lang="en-US" altLang="zh-CN" dirty="0"/>
              <a:t>utils.cpp</a:t>
            </a:r>
            <a:r>
              <a:rPr lang="zh-CN" altLang="en-US" dirty="0"/>
              <a:t>中的</a:t>
            </a:r>
            <a:endParaRPr lang="en-US" altLang="zh-CN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/>
          <p:nvPr/>
        </p:nvCxnSpPr>
        <p:spPr>
          <a:xfrm flipH="1">
            <a:off x="2621920" y="1844986"/>
            <a:ext cx="580845" cy="1017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D42C1-1D1F-0845-026D-667040507C9F}"/>
              </a:ext>
            </a:extLst>
          </p:cNvPr>
          <p:cNvCxnSpPr/>
          <p:nvPr/>
        </p:nvCxnSpPr>
        <p:spPr>
          <a:xfrm flipV="1">
            <a:off x="1055298" y="6250646"/>
            <a:ext cx="1293962" cy="5808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E290C2-B94E-6A85-B8AE-A95F47ABC881}"/>
              </a:ext>
            </a:extLst>
          </p:cNvPr>
          <p:cNvCxnSpPr/>
          <p:nvPr/>
        </p:nvCxnSpPr>
        <p:spPr>
          <a:xfrm flipH="1" flipV="1">
            <a:off x="2329132" y="1942753"/>
            <a:ext cx="40257" cy="5290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E34BF8-3FFB-FB99-FABD-BA010270AD4A}"/>
              </a:ext>
            </a:extLst>
          </p:cNvPr>
          <p:cNvCxnSpPr/>
          <p:nvPr/>
        </p:nvCxnSpPr>
        <p:spPr>
          <a:xfrm flipV="1">
            <a:off x="6694098" y="1942753"/>
            <a:ext cx="120770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A892E12-30B9-9C01-5872-D323440FA44B}"/>
              </a:ext>
            </a:extLst>
          </p:cNvPr>
          <p:cNvCxnSpPr/>
          <p:nvPr/>
        </p:nvCxnSpPr>
        <p:spPr>
          <a:xfrm flipH="1">
            <a:off x="8764438" y="2471840"/>
            <a:ext cx="172528" cy="3910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8BCA6D-C0E4-DFC9-BA6D-A1C4E0286C7A}"/>
              </a:ext>
            </a:extLst>
          </p:cNvPr>
          <p:cNvCxnSpPr/>
          <p:nvPr/>
        </p:nvCxnSpPr>
        <p:spPr>
          <a:xfrm flipV="1">
            <a:off x="8051321" y="6138272"/>
            <a:ext cx="230038" cy="626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2AB11090-4284-5616-B746-AC7E4F0C8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035" y="3010125"/>
            <a:ext cx="3712681" cy="1138114"/>
          </a:xfrm>
          <a:prstGeom prst="rect">
            <a:avLst/>
          </a:prstGeom>
        </p:spPr>
      </p:pic>
      <p:sp>
        <p:nvSpPr>
          <p:cNvPr id="23" name="椭圆 22">
            <a:extLst>
              <a:ext uri="{FF2B5EF4-FFF2-40B4-BE49-F238E27FC236}">
                <a16:creationId xmlns:a16="http://schemas.microsoft.com/office/drawing/2014/main" id="{303CF5C3-A02B-B6F7-E0C4-7645D5D9D812}"/>
              </a:ext>
            </a:extLst>
          </p:cNvPr>
          <p:cNvSpPr/>
          <p:nvPr/>
        </p:nvSpPr>
        <p:spPr>
          <a:xfrm>
            <a:off x="3795623" y="3812875"/>
            <a:ext cx="385313" cy="28179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9600CDA-7C0B-0A83-E5A1-F543BB55B959}"/>
              </a:ext>
            </a:extLst>
          </p:cNvPr>
          <p:cNvSpPr/>
          <p:nvPr/>
        </p:nvSpPr>
        <p:spPr>
          <a:xfrm>
            <a:off x="5831457" y="2956558"/>
            <a:ext cx="1161690" cy="472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349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6599389-42FC-0667-EAAD-F4596E2E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854" y="1819703"/>
            <a:ext cx="5890250" cy="49450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56CDAD-03FE-F590-E79B-603596BA6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3" y="1670649"/>
            <a:ext cx="6322645" cy="51873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2.1</a:t>
            </a:r>
            <a:r>
              <a:rPr lang="zh-CN" altLang="en-US" sz="3200" dirty="0"/>
              <a:t>，</a:t>
            </a:r>
            <a:r>
              <a:rPr lang="en-US" altLang="zh-CN" sz="3200" dirty="0"/>
              <a:t>2.2</a:t>
            </a:r>
            <a:r>
              <a:rPr lang="zh-CN" altLang="en-US" sz="3200" dirty="0"/>
              <a:t>，</a:t>
            </a:r>
            <a:r>
              <a:rPr lang="en-US" altLang="zh-CN" sz="3200" dirty="0"/>
              <a:t>2.3,2.4</a:t>
            </a:r>
            <a:r>
              <a:rPr lang="zh-CN" altLang="en-US" sz="3200" dirty="0"/>
              <a:t>，</a:t>
            </a:r>
            <a:r>
              <a:rPr lang="en-US" altLang="zh-CN" sz="3200" dirty="0"/>
              <a:t>3.1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966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4.4.8</a:t>
            </a:r>
            <a:r>
              <a:rPr lang="zh-CN" altLang="en-US" dirty="0"/>
              <a:t>监视中添加的同名变量为静态局部变量时，结果可能不尽人意</a:t>
            </a:r>
            <a:endParaRPr lang="en-US" altLang="zh-CN" dirty="0"/>
          </a:p>
          <a:p>
            <a:r>
              <a:rPr lang="zh-CN" altLang="en-US" dirty="0"/>
              <a:t>本例中，</a:t>
            </a:r>
            <a:r>
              <a:rPr lang="en-US" altLang="zh-CN" dirty="0"/>
              <a:t>main.cpp</a:t>
            </a:r>
            <a:r>
              <a:rPr lang="zh-CN" altLang="en-US" dirty="0"/>
              <a:t>和</a:t>
            </a:r>
            <a:r>
              <a:rPr lang="en-US" altLang="zh-CN" dirty="0"/>
              <a:t>utils.cpp</a:t>
            </a:r>
            <a:r>
              <a:rPr lang="zh-CN" altLang="en-US" dirty="0"/>
              <a:t>中定义的静态全局变量</a:t>
            </a:r>
            <a:r>
              <a:rPr lang="en-US" altLang="zh-CN" dirty="0" err="1"/>
              <a:t>static_global_var</a:t>
            </a:r>
            <a:r>
              <a:rPr lang="zh-CN" altLang="en-US" dirty="0"/>
              <a:t>同名</a:t>
            </a:r>
            <a:r>
              <a:rPr lang="en-US" altLang="zh-CN" dirty="0"/>
              <a:t>,</a:t>
            </a:r>
            <a:r>
              <a:rPr lang="zh-CN" altLang="en-US" dirty="0"/>
              <a:t>执行箭头位于</a:t>
            </a:r>
            <a:r>
              <a:rPr lang="en-US" altLang="zh-CN" dirty="0"/>
              <a:t>utils.cpp</a:t>
            </a:r>
            <a:r>
              <a:rPr lang="zh-CN" altLang="en-US" dirty="0"/>
              <a:t>中，监视窗口里的</a:t>
            </a:r>
            <a:r>
              <a:rPr lang="en-US" altLang="zh-CN" dirty="0" err="1"/>
              <a:t>static_global_var</a:t>
            </a:r>
            <a:r>
              <a:rPr lang="zh-CN" altLang="en-US" dirty="0"/>
              <a:t>也全是</a:t>
            </a:r>
            <a:r>
              <a:rPr lang="en-US" altLang="zh-CN" dirty="0"/>
              <a:t>utils.cpp</a:t>
            </a:r>
            <a:r>
              <a:rPr lang="zh-CN" altLang="en-US" dirty="0"/>
              <a:t>中的</a:t>
            </a:r>
            <a:endParaRPr lang="en-US" altLang="zh-CN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/>
          <p:nvPr/>
        </p:nvCxnSpPr>
        <p:spPr>
          <a:xfrm flipH="1">
            <a:off x="2621920" y="1844986"/>
            <a:ext cx="580845" cy="1017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D42C1-1D1F-0845-026D-667040507C9F}"/>
              </a:ext>
            </a:extLst>
          </p:cNvPr>
          <p:cNvCxnSpPr/>
          <p:nvPr/>
        </p:nvCxnSpPr>
        <p:spPr>
          <a:xfrm flipV="1">
            <a:off x="1327958" y="6567577"/>
            <a:ext cx="1293962" cy="5808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E290C2-B94E-6A85-B8AE-A95F47ABC881}"/>
              </a:ext>
            </a:extLst>
          </p:cNvPr>
          <p:cNvCxnSpPr/>
          <p:nvPr/>
        </p:nvCxnSpPr>
        <p:spPr>
          <a:xfrm flipH="1" flipV="1">
            <a:off x="914400" y="1844986"/>
            <a:ext cx="40257" cy="5290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E34BF8-3FFB-FB99-FABD-BA010270AD4A}"/>
              </a:ext>
            </a:extLst>
          </p:cNvPr>
          <p:cNvCxnSpPr/>
          <p:nvPr/>
        </p:nvCxnSpPr>
        <p:spPr>
          <a:xfrm flipV="1">
            <a:off x="8500149" y="1919749"/>
            <a:ext cx="120770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8BCA6D-C0E4-DFC9-BA6D-A1C4E0286C7A}"/>
              </a:ext>
            </a:extLst>
          </p:cNvPr>
          <p:cNvCxnSpPr/>
          <p:nvPr/>
        </p:nvCxnSpPr>
        <p:spPr>
          <a:xfrm flipV="1">
            <a:off x="8796323" y="6521983"/>
            <a:ext cx="230038" cy="626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303CF5C3-A02B-B6F7-E0C4-7645D5D9D812}"/>
              </a:ext>
            </a:extLst>
          </p:cNvPr>
          <p:cNvSpPr/>
          <p:nvPr/>
        </p:nvSpPr>
        <p:spPr>
          <a:xfrm>
            <a:off x="452887" y="3588588"/>
            <a:ext cx="385313" cy="28179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446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0C32168-0E79-A4B1-4354-D853AF60D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72" y="1714106"/>
            <a:ext cx="5547925" cy="45880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0C00D6-D68A-CCDC-45F3-951D32D01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3" y="1714106"/>
            <a:ext cx="5957124" cy="50210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4.4</a:t>
            </a:r>
            <a:r>
              <a:rPr lang="zh-CN" altLang="en-US" sz="3200" dirty="0"/>
              <a:t>查看变量：监视窗口（本页涉及</a:t>
            </a:r>
            <a:r>
              <a:rPr lang="en-US" altLang="zh-CN" sz="3200" dirty="0"/>
              <a:t>2.1</a:t>
            </a:r>
            <a:r>
              <a:rPr lang="zh-CN" altLang="en-US" sz="3200" dirty="0"/>
              <a:t>，</a:t>
            </a:r>
            <a:r>
              <a:rPr lang="en-US" altLang="zh-CN" sz="3200" dirty="0"/>
              <a:t>2.2</a:t>
            </a:r>
            <a:r>
              <a:rPr lang="zh-CN" altLang="en-US" sz="3200" dirty="0"/>
              <a:t>，</a:t>
            </a:r>
            <a:r>
              <a:rPr lang="en-US" altLang="zh-CN" sz="3200" dirty="0"/>
              <a:t>2.3,2.4</a:t>
            </a:r>
            <a:r>
              <a:rPr lang="zh-CN" altLang="en-US" sz="3200" dirty="0"/>
              <a:t>，</a:t>
            </a:r>
            <a:r>
              <a:rPr lang="en-US" altLang="zh-CN" sz="3200" dirty="0"/>
              <a:t>3.1</a:t>
            </a:r>
            <a:r>
              <a:rPr lang="zh-CN" altLang="en-US" sz="32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966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4.4.9</a:t>
            </a:r>
            <a:r>
              <a:rPr lang="zh-CN" altLang="en-US" dirty="0"/>
              <a:t>监视中若添加</a:t>
            </a:r>
            <a:r>
              <a:rPr lang="en-US" altLang="zh-CN" dirty="0"/>
              <a:t>extern</a:t>
            </a:r>
            <a:r>
              <a:rPr lang="zh-CN" altLang="en-US" dirty="0"/>
              <a:t>声明的全局变量</a:t>
            </a:r>
            <a:endParaRPr lang="en-US" altLang="zh-CN" dirty="0"/>
          </a:p>
          <a:p>
            <a:r>
              <a:rPr lang="zh-CN" altLang="en-US" dirty="0"/>
              <a:t>本例中，</a:t>
            </a:r>
            <a:r>
              <a:rPr lang="en-US" altLang="zh-CN" dirty="0"/>
              <a:t>utils.cpp</a:t>
            </a:r>
            <a:r>
              <a:rPr lang="zh-CN" altLang="en-US" dirty="0"/>
              <a:t>中定义的全局变量</a:t>
            </a:r>
            <a:r>
              <a:rPr lang="en-US" altLang="zh-CN" dirty="0" err="1"/>
              <a:t>extern_var</a:t>
            </a:r>
            <a:r>
              <a:rPr lang="zh-CN" altLang="en-US" dirty="0"/>
              <a:t>在</a:t>
            </a:r>
            <a:r>
              <a:rPr lang="en-US" altLang="zh-CN" dirty="0"/>
              <a:t>main.cpp</a:t>
            </a:r>
            <a:r>
              <a:rPr lang="zh-CN" altLang="en-US" dirty="0"/>
              <a:t>内被声明</a:t>
            </a:r>
            <a:r>
              <a:rPr lang="en-US" altLang="zh-CN" dirty="0"/>
              <a:t>,</a:t>
            </a:r>
            <a:r>
              <a:rPr lang="zh-CN" altLang="en-US" dirty="0"/>
              <a:t>执行箭头位于</a:t>
            </a:r>
            <a:r>
              <a:rPr lang="en-US" altLang="zh-CN" dirty="0"/>
              <a:t>main.cpp</a:t>
            </a:r>
            <a:r>
              <a:rPr lang="zh-CN" altLang="en-US" dirty="0"/>
              <a:t>中，监视窗口里的</a:t>
            </a:r>
            <a:r>
              <a:rPr lang="en-US" altLang="zh-CN" dirty="0" err="1"/>
              <a:t>extern_var</a:t>
            </a:r>
            <a:r>
              <a:rPr lang="zh-CN" altLang="en-US" dirty="0"/>
              <a:t>是</a:t>
            </a:r>
            <a:r>
              <a:rPr lang="en-US" altLang="zh-CN" dirty="0"/>
              <a:t>utils.cpp</a:t>
            </a:r>
            <a:r>
              <a:rPr lang="zh-CN" altLang="en-US" dirty="0"/>
              <a:t>中的</a:t>
            </a:r>
            <a:r>
              <a:rPr lang="en-US" altLang="zh-CN" dirty="0"/>
              <a:t>300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FB6B2B-D708-30C2-C273-7BE53947BDD4}"/>
              </a:ext>
            </a:extLst>
          </p:cNvPr>
          <p:cNvCxnSpPr/>
          <p:nvPr/>
        </p:nvCxnSpPr>
        <p:spPr>
          <a:xfrm flipH="1">
            <a:off x="2147979" y="2601355"/>
            <a:ext cx="580845" cy="10179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1D42C1-1D1F-0845-026D-667040507C9F}"/>
              </a:ext>
            </a:extLst>
          </p:cNvPr>
          <p:cNvCxnSpPr/>
          <p:nvPr/>
        </p:nvCxnSpPr>
        <p:spPr>
          <a:xfrm flipV="1">
            <a:off x="1035170" y="6376962"/>
            <a:ext cx="1293962" cy="5808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E290C2-B94E-6A85-B8AE-A95F47ABC881}"/>
              </a:ext>
            </a:extLst>
          </p:cNvPr>
          <p:cNvCxnSpPr/>
          <p:nvPr/>
        </p:nvCxnSpPr>
        <p:spPr>
          <a:xfrm flipH="1" flipV="1">
            <a:off x="2329132" y="1942753"/>
            <a:ext cx="40257" cy="5290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E34BF8-3FFB-FB99-FABD-BA010270AD4A}"/>
              </a:ext>
            </a:extLst>
          </p:cNvPr>
          <p:cNvCxnSpPr/>
          <p:nvPr/>
        </p:nvCxnSpPr>
        <p:spPr>
          <a:xfrm flipV="1">
            <a:off x="6694098" y="1942753"/>
            <a:ext cx="120770" cy="5520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A892E12-30B9-9C01-5872-D323440FA44B}"/>
              </a:ext>
            </a:extLst>
          </p:cNvPr>
          <p:cNvCxnSpPr/>
          <p:nvPr/>
        </p:nvCxnSpPr>
        <p:spPr>
          <a:xfrm flipH="1">
            <a:off x="8195095" y="2753241"/>
            <a:ext cx="172528" cy="3910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8BCA6D-C0E4-DFC9-BA6D-A1C4E0286C7A}"/>
              </a:ext>
            </a:extLst>
          </p:cNvPr>
          <p:cNvCxnSpPr/>
          <p:nvPr/>
        </p:nvCxnSpPr>
        <p:spPr>
          <a:xfrm flipV="1">
            <a:off x="8051321" y="6063742"/>
            <a:ext cx="230038" cy="626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2AB11090-4284-5616-B746-AC7E4F0C8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049" y="2654922"/>
            <a:ext cx="3712681" cy="1138114"/>
          </a:xfrm>
          <a:prstGeom prst="rect">
            <a:avLst/>
          </a:prstGeom>
        </p:spPr>
      </p:pic>
      <p:sp>
        <p:nvSpPr>
          <p:cNvPr id="23" name="椭圆 22">
            <a:extLst>
              <a:ext uri="{FF2B5EF4-FFF2-40B4-BE49-F238E27FC236}">
                <a16:creationId xmlns:a16="http://schemas.microsoft.com/office/drawing/2014/main" id="{303CF5C3-A02B-B6F7-E0C4-7645D5D9D812}"/>
              </a:ext>
            </a:extLst>
          </p:cNvPr>
          <p:cNvSpPr/>
          <p:nvPr/>
        </p:nvSpPr>
        <p:spPr>
          <a:xfrm>
            <a:off x="3249637" y="3457672"/>
            <a:ext cx="385313" cy="28179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9600CDA-7C0B-0A83-E5A1-F543BB55B959}"/>
              </a:ext>
            </a:extLst>
          </p:cNvPr>
          <p:cNvSpPr/>
          <p:nvPr/>
        </p:nvSpPr>
        <p:spPr>
          <a:xfrm>
            <a:off x="5285471" y="2601355"/>
            <a:ext cx="1161690" cy="472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586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90437-B9BF-E7C2-D623-CC063FAA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4.4</a:t>
            </a:r>
            <a:r>
              <a:rPr lang="zh-CN" altLang="en-US" sz="4400" dirty="0"/>
              <a:t>查看变量：监视窗口（本页涉及</a:t>
            </a:r>
            <a:r>
              <a:rPr lang="en-US" altLang="zh-CN" sz="4400" dirty="0"/>
              <a:t>2.1</a:t>
            </a:r>
            <a:r>
              <a:rPr lang="zh-CN" altLang="en-US" sz="4400" dirty="0"/>
              <a:t>，</a:t>
            </a:r>
            <a:r>
              <a:rPr lang="en-US" altLang="zh-CN" sz="4400" dirty="0"/>
              <a:t>2.2</a:t>
            </a:r>
            <a:r>
              <a:rPr lang="zh-CN" altLang="en-US" sz="4400" dirty="0"/>
              <a:t>，</a:t>
            </a:r>
            <a:r>
              <a:rPr lang="en-US" altLang="zh-CN" sz="4400" dirty="0"/>
              <a:t>2.3,2.4</a:t>
            </a:r>
            <a:r>
              <a:rPr lang="zh-CN" altLang="en-US" sz="4400" dirty="0"/>
              <a:t>，</a:t>
            </a:r>
            <a:r>
              <a:rPr lang="en-US" altLang="zh-CN" sz="4400" dirty="0"/>
              <a:t>3.1</a:t>
            </a:r>
            <a:r>
              <a:rPr lang="zh-CN" altLang="en-US" sz="4400" dirty="0"/>
              <a:t>，</a:t>
            </a:r>
            <a:r>
              <a:rPr lang="en-US" altLang="zh-CN" sz="4400" dirty="0"/>
              <a:t>3</a:t>
            </a:r>
            <a:r>
              <a:rPr lang="en-US" altLang="zh-CN" dirty="0"/>
              <a:t>.2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2ED722-9798-7377-6C70-0ECFC2F67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4.4.10</a:t>
            </a:r>
            <a:r>
              <a:rPr lang="zh-CN" altLang="en-US" sz="2800" dirty="0"/>
              <a:t>除了添加的变量不同外，监视窗口的其余用法与自动窗口相同</a:t>
            </a: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18158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AC61BA-6825-3A13-1DA0-A591B07AF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434" y="796726"/>
            <a:ext cx="5066721" cy="60901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4.5</a:t>
            </a:r>
            <a:r>
              <a:rPr lang="zh-CN" altLang="en-US" sz="3600" dirty="0"/>
              <a:t>查看变量：快速监视（本页涉及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1176416" y="796726"/>
            <a:ext cx="5247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4.5.1</a:t>
            </a:r>
            <a:r>
              <a:rPr lang="zh-CN" altLang="en-US" sz="2400" dirty="0"/>
              <a:t>如何打开快速监视窗口</a:t>
            </a:r>
            <a:endParaRPr lang="en-US" altLang="zh-CN" sz="2400" dirty="0"/>
          </a:p>
          <a:p>
            <a:r>
              <a:rPr lang="zh-CN" altLang="en-US" sz="2400" dirty="0"/>
              <a:t>方法一：右键单击代码任意处，选择“快速监视</a:t>
            </a:r>
            <a:endParaRPr lang="en-US" altLang="zh-CN" sz="2400" dirty="0"/>
          </a:p>
          <a:p>
            <a:r>
              <a:rPr lang="zh-CN" altLang="en-US" sz="2400" dirty="0"/>
              <a:t>方法二：快捷键</a:t>
            </a:r>
            <a:r>
              <a:rPr lang="en-US" altLang="zh-CN" sz="2400" dirty="0"/>
              <a:t>shift+F9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75CFC0-AEBC-04EE-D842-0BEC6B529F3C}"/>
              </a:ext>
            </a:extLst>
          </p:cNvPr>
          <p:cNvCxnSpPr>
            <a:cxnSpLocks/>
          </p:cNvCxnSpPr>
          <p:nvPr/>
        </p:nvCxnSpPr>
        <p:spPr>
          <a:xfrm>
            <a:off x="8292860" y="5012010"/>
            <a:ext cx="1178943" cy="7921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253565FB-9E61-8A38-2E8F-07C451101A5A}"/>
              </a:ext>
            </a:extLst>
          </p:cNvPr>
          <p:cNvSpPr/>
          <p:nvPr/>
        </p:nvSpPr>
        <p:spPr>
          <a:xfrm>
            <a:off x="9908875" y="5595668"/>
            <a:ext cx="816634" cy="46560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490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878F193-D4E9-9D5A-8638-BF8102F0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821" y="870581"/>
            <a:ext cx="5226835" cy="569699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4.5</a:t>
            </a:r>
            <a:r>
              <a:rPr lang="zh-CN" altLang="en-US" sz="3600" dirty="0"/>
              <a:t>查看变量：快速监视（本页涉及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848612" y="2004424"/>
            <a:ext cx="5247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4.5.1</a:t>
            </a:r>
            <a:r>
              <a:rPr lang="zh-CN" altLang="en-US" sz="2400" dirty="0"/>
              <a:t>如何打开快速监视窗口</a:t>
            </a:r>
            <a:endParaRPr lang="en-US" altLang="zh-CN" sz="2400" dirty="0"/>
          </a:p>
          <a:p>
            <a:r>
              <a:rPr lang="zh-CN" altLang="en-US" sz="2400" dirty="0"/>
              <a:t>方法三：调试</a:t>
            </a:r>
            <a:r>
              <a:rPr lang="en-US" altLang="zh-CN" sz="2400" dirty="0"/>
              <a:t>&gt;</a:t>
            </a:r>
            <a:r>
              <a:rPr lang="zh-CN" altLang="en-US" sz="2400" dirty="0"/>
              <a:t>快速监视</a:t>
            </a:r>
            <a:endParaRPr lang="en-US" altLang="zh-CN" sz="2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75CFC0-AEBC-04EE-D842-0BEC6B529F3C}"/>
              </a:ext>
            </a:extLst>
          </p:cNvPr>
          <p:cNvCxnSpPr>
            <a:cxnSpLocks/>
          </p:cNvCxnSpPr>
          <p:nvPr/>
        </p:nvCxnSpPr>
        <p:spPr>
          <a:xfrm>
            <a:off x="7120387" y="283502"/>
            <a:ext cx="1178943" cy="7921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D3518E1-ADF8-3529-6881-135B7860D022}"/>
              </a:ext>
            </a:extLst>
          </p:cNvPr>
          <p:cNvCxnSpPr/>
          <p:nvPr/>
        </p:nvCxnSpPr>
        <p:spPr>
          <a:xfrm flipV="1">
            <a:off x="7274943" y="4307457"/>
            <a:ext cx="1253706" cy="4255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4800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7C71C09-6117-1255-9563-95019481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093" y="4405186"/>
            <a:ext cx="5745192" cy="220843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3545D4A-4509-A5CD-60BA-F1ED124B5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19" y="2337758"/>
            <a:ext cx="5845674" cy="43649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711E53-3F69-6D8E-D4FE-5EE0422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30"/>
            <a:ext cx="10515600" cy="12248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4.5</a:t>
            </a:r>
            <a:r>
              <a:rPr lang="zh-CN" altLang="en-US" sz="3600" dirty="0"/>
              <a:t>查看变量：快速监视（本页涉及</a:t>
            </a:r>
            <a:r>
              <a:rPr lang="en-US" altLang="zh-CN" sz="3600" dirty="0"/>
              <a:t>2.1</a:t>
            </a:r>
            <a:r>
              <a:rPr lang="zh-CN" altLang="en-US" sz="3600" dirty="0"/>
              <a:t>，</a:t>
            </a:r>
            <a:r>
              <a:rPr lang="en-US" altLang="zh-CN" sz="3600" dirty="0"/>
              <a:t>2.2</a:t>
            </a:r>
            <a:r>
              <a:rPr lang="zh-CN" altLang="en-US" sz="3600" dirty="0"/>
              <a:t>，</a:t>
            </a:r>
            <a:r>
              <a:rPr lang="en-US" altLang="zh-CN" sz="3600" dirty="0"/>
              <a:t>3.1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3A0F-D664-5402-613F-DDBDA68386B6}"/>
              </a:ext>
            </a:extLst>
          </p:cNvPr>
          <p:cNvSpPr txBox="1"/>
          <p:nvPr/>
        </p:nvSpPr>
        <p:spPr>
          <a:xfrm>
            <a:off x="929124" y="802477"/>
            <a:ext cx="108833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4.5.2</a:t>
            </a:r>
            <a:r>
              <a:rPr lang="zh-CN" altLang="en-US" sz="2000" dirty="0"/>
              <a:t>在弹出的快速监视窗口中，键入想要监视的变量</a:t>
            </a:r>
            <a:r>
              <a:rPr lang="en-US" altLang="zh-CN" sz="2000" dirty="0"/>
              <a:t>/</a:t>
            </a:r>
            <a:r>
              <a:rPr lang="zh-CN" altLang="en-US" sz="2000" dirty="0"/>
              <a:t>表达式，一次只能监视一个，再次键入会覆盖上一个（也可以监视数组，规则与之前相同，监视数组则可监视不止一个简单变量）</a:t>
            </a:r>
            <a:endParaRPr lang="en-US" altLang="zh-CN" sz="2000" dirty="0"/>
          </a:p>
          <a:p>
            <a:r>
              <a:rPr lang="en-US" altLang="zh-CN" sz="2000" dirty="0"/>
              <a:t>4.5.3</a:t>
            </a:r>
            <a:r>
              <a:rPr lang="zh-CN" altLang="en-US" sz="2000" dirty="0"/>
              <a:t>可以单击“添加监视”，本次快速监视的变量</a:t>
            </a:r>
            <a:r>
              <a:rPr lang="en-US" altLang="zh-CN" sz="2000" dirty="0"/>
              <a:t>/</a:t>
            </a:r>
            <a:r>
              <a:rPr lang="zh-CN" altLang="en-US" sz="2000" dirty="0"/>
              <a:t>表达式会被添加到监视窗口中</a:t>
            </a:r>
            <a:endParaRPr lang="en-US" altLang="zh-CN" sz="2000" dirty="0"/>
          </a:p>
          <a:p>
            <a:r>
              <a:rPr lang="en-US" altLang="zh-CN" sz="2000" dirty="0"/>
              <a:t>4.5.4</a:t>
            </a:r>
            <a:r>
              <a:rPr lang="zh-CN" altLang="en-US" sz="2000" dirty="0"/>
              <a:t>若不执行</a:t>
            </a:r>
            <a:r>
              <a:rPr lang="en-US" altLang="zh-CN" sz="2000" dirty="0"/>
              <a:t>4.5.3</a:t>
            </a:r>
            <a:r>
              <a:rPr lang="zh-CN" altLang="en-US" sz="2000" dirty="0"/>
              <a:t>，则关闭快速监视窗口时，监视过的变量不会出现在任何窗口</a:t>
            </a:r>
            <a:endParaRPr lang="en-US" altLang="zh-CN" sz="2000" dirty="0"/>
          </a:p>
          <a:p>
            <a:r>
              <a:rPr lang="en-US" altLang="zh-CN" sz="2000" dirty="0"/>
              <a:t>4.5.5</a:t>
            </a:r>
            <a:r>
              <a:rPr lang="zh-CN" altLang="en-US" sz="2000" dirty="0"/>
              <a:t>其余用法与自动变量窗口相同</a:t>
            </a:r>
            <a:endParaRPr lang="en-US" altLang="zh-CN" sz="20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75CFC0-AEBC-04EE-D842-0BEC6B529F3C}"/>
              </a:ext>
            </a:extLst>
          </p:cNvPr>
          <p:cNvCxnSpPr>
            <a:cxnSpLocks/>
          </p:cNvCxnSpPr>
          <p:nvPr/>
        </p:nvCxnSpPr>
        <p:spPr>
          <a:xfrm>
            <a:off x="248728" y="2027339"/>
            <a:ext cx="1178943" cy="7921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D3518E1-ADF8-3529-6881-135B7860D022}"/>
              </a:ext>
            </a:extLst>
          </p:cNvPr>
          <p:cNvCxnSpPr/>
          <p:nvPr/>
        </p:nvCxnSpPr>
        <p:spPr>
          <a:xfrm flipV="1">
            <a:off x="302271" y="3429000"/>
            <a:ext cx="1253706" cy="4255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2C5B2E28-DD25-A108-0A9F-B4AF0FFF4FBA}"/>
              </a:ext>
            </a:extLst>
          </p:cNvPr>
          <p:cNvSpPr/>
          <p:nvPr/>
        </p:nvSpPr>
        <p:spPr>
          <a:xfrm>
            <a:off x="5687683" y="2869721"/>
            <a:ext cx="799381" cy="264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弧形 9">
            <a:extLst>
              <a:ext uri="{FF2B5EF4-FFF2-40B4-BE49-F238E27FC236}">
                <a16:creationId xmlns:a16="http://schemas.microsoft.com/office/drawing/2014/main" id="{350F5CCB-CBD0-B553-81AF-7554F27348F6}"/>
              </a:ext>
            </a:extLst>
          </p:cNvPr>
          <p:cNvSpPr/>
          <p:nvPr/>
        </p:nvSpPr>
        <p:spPr>
          <a:xfrm>
            <a:off x="6653842" y="2592279"/>
            <a:ext cx="1138687" cy="523336"/>
          </a:xfrm>
          <a:prstGeom prst="curvedDownArrow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2D42898-432C-B296-37F3-EEB3364569F1}"/>
              </a:ext>
            </a:extLst>
          </p:cNvPr>
          <p:cNvCxnSpPr>
            <a:cxnSpLocks/>
          </p:cNvCxnSpPr>
          <p:nvPr/>
        </p:nvCxnSpPr>
        <p:spPr>
          <a:xfrm flipH="1">
            <a:off x="7223185" y="3255034"/>
            <a:ext cx="460075" cy="2484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4889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324BF-B209-B9B9-9BD7-F367C0A0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4.6</a:t>
            </a:r>
            <a:r>
              <a:rPr lang="zh-CN" altLang="en-US" dirty="0"/>
              <a:t>查看变量：查看内存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26FCB-3113-1267-F86D-73A2119F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102294"/>
            <a:ext cx="11069471" cy="631162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4.6.1</a:t>
            </a:r>
            <a:r>
              <a:rPr lang="zh-CN" altLang="en-US" dirty="0"/>
              <a:t>打开内存窗口：调试开始后，依次点击调试</a:t>
            </a:r>
            <a:r>
              <a:rPr lang="en-US" altLang="zh-CN" dirty="0"/>
              <a:t>&gt;</a:t>
            </a:r>
            <a:r>
              <a:rPr lang="zh-CN" altLang="en-US" dirty="0"/>
              <a:t>窗口</a:t>
            </a:r>
            <a:r>
              <a:rPr lang="en-US" altLang="zh-CN" dirty="0"/>
              <a:t>&gt;</a:t>
            </a:r>
            <a:r>
              <a:rPr lang="zh-CN" altLang="en-US" dirty="0"/>
              <a:t>内存</a:t>
            </a:r>
            <a:r>
              <a:rPr lang="en-US" altLang="zh-CN" dirty="0"/>
              <a:t>&gt;</a:t>
            </a:r>
            <a:r>
              <a:rPr lang="zh-CN" altLang="en-US" dirty="0"/>
              <a:t>任意内存窗口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411161-2B65-5373-C721-990CFA240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40" y="1949103"/>
            <a:ext cx="9444251" cy="476656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024696-8F42-CC68-ED66-A24B95B68433}"/>
              </a:ext>
            </a:extLst>
          </p:cNvPr>
          <p:cNvCxnSpPr/>
          <p:nvPr/>
        </p:nvCxnSpPr>
        <p:spPr>
          <a:xfrm flipH="1">
            <a:off x="3828197" y="1603612"/>
            <a:ext cx="382137" cy="361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E6AF7A9-814F-AACB-324E-07B896E10995}"/>
              </a:ext>
            </a:extLst>
          </p:cNvPr>
          <p:cNvCxnSpPr/>
          <p:nvPr/>
        </p:nvCxnSpPr>
        <p:spPr>
          <a:xfrm flipH="1">
            <a:off x="4203510" y="1819259"/>
            <a:ext cx="382137" cy="361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CDEA02D-234A-E27D-FF31-63BFAB826AA4}"/>
              </a:ext>
            </a:extLst>
          </p:cNvPr>
          <p:cNvCxnSpPr/>
          <p:nvPr/>
        </p:nvCxnSpPr>
        <p:spPr>
          <a:xfrm flipH="1">
            <a:off x="6471313" y="4496495"/>
            <a:ext cx="382137" cy="361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7A317F6-D647-1399-3C9B-FDB9A58F9290}"/>
              </a:ext>
            </a:extLst>
          </p:cNvPr>
          <p:cNvCxnSpPr/>
          <p:nvPr/>
        </p:nvCxnSpPr>
        <p:spPr>
          <a:xfrm flipH="1">
            <a:off x="7729181" y="4496495"/>
            <a:ext cx="382137" cy="361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472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4BB2E2C-F8B9-BC5F-135C-893613BA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0925"/>
            <a:ext cx="10078872" cy="419292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52324BF-B209-B9B9-9BD7-F367C0A0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4.6</a:t>
            </a:r>
            <a:r>
              <a:rPr lang="zh-CN" altLang="en-US" dirty="0"/>
              <a:t>查看变量：查看内存（本页涉及</a:t>
            </a:r>
            <a:r>
              <a:rPr lang="en-US" altLang="zh-CN" dirty="0"/>
              <a:t>2.1-3.9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26FCB-3113-1267-F86D-73A2119F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102294"/>
            <a:ext cx="11069471" cy="93533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4.6.2</a:t>
            </a:r>
            <a:r>
              <a:rPr lang="zh-CN" altLang="en-US" dirty="0"/>
              <a:t>输入地址：在弹出的内存窗口处直接输入十六进制地址</a:t>
            </a:r>
            <a:r>
              <a:rPr lang="en-US" altLang="zh-CN" dirty="0"/>
              <a:t>/</a:t>
            </a:r>
            <a:r>
              <a:rPr lang="zh-CN" altLang="en-US" dirty="0"/>
              <a:t>变量名，即可查看该变量处以及往后的地址上的值。默认显示格式为一个数字一字节，数字为</a:t>
            </a:r>
            <a:r>
              <a:rPr lang="en-US" altLang="zh-CN" dirty="0"/>
              <a:t>16</a:t>
            </a:r>
            <a:r>
              <a:rPr lang="zh-CN" altLang="en-US" dirty="0"/>
              <a:t>进制。</a:t>
            </a:r>
            <a:endParaRPr lang="en-US" altLang="zh-CN" dirty="0"/>
          </a:p>
          <a:p>
            <a:r>
              <a:rPr lang="zh-CN" altLang="en-US" dirty="0"/>
              <a:t>本例中，</a:t>
            </a:r>
            <a:r>
              <a:rPr lang="en-US" altLang="zh-CN" dirty="0"/>
              <a:t>array</a:t>
            </a:r>
            <a:r>
              <a:rPr lang="zh-CN" altLang="en-US" dirty="0"/>
              <a:t>为</a:t>
            </a:r>
            <a:r>
              <a:rPr lang="en-US" altLang="zh-CN" dirty="0"/>
              <a:t>int</a:t>
            </a:r>
            <a:r>
              <a:rPr lang="zh-CN" altLang="en-US" dirty="0"/>
              <a:t>型，因此四个数字表示四个字节，表示</a:t>
            </a:r>
            <a:r>
              <a:rPr lang="en-US" altLang="zh-CN" dirty="0"/>
              <a:t>array</a:t>
            </a:r>
            <a:r>
              <a:rPr lang="zh-CN" altLang="en-US" dirty="0"/>
              <a:t>中的一个元素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E6AF7A9-814F-AACB-324E-07B896E10995}"/>
              </a:ext>
            </a:extLst>
          </p:cNvPr>
          <p:cNvCxnSpPr/>
          <p:nvPr/>
        </p:nvCxnSpPr>
        <p:spPr>
          <a:xfrm flipH="1">
            <a:off x="1726442" y="3067334"/>
            <a:ext cx="382137" cy="361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6EC83E79-2FA9-809C-7D77-F7E19073FFA3}"/>
              </a:ext>
            </a:extLst>
          </p:cNvPr>
          <p:cNvSpPr/>
          <p:nvPr/>
        </p:nvSpPr>
        <p:spPr>
          <a:xfrm>
            <a:off x="1569491" y="3500651"/>
            <a:ext cx="846163" cy="24565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D007EE7-9D80-93BB-C914-DA153CF83787}"/>
              </a:ext>
            </a:extLst>
          </p:cNvPr>
          <p:cNvCxnSpPr>
            <a:cxnSpLocks/>
          </p:cNvCxnSpPr>
          <p:nvPr/>
        </p:nvCxnSpPr>
        <p:spPr>
          <a:xfrm flipH="1">
            <a:off x="2415654" y="1903863"/>
            <a:ext cx="3875964" cy="16582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F3AE48C-96D5-FD8A-018B-754C9CB1ACE3}"/>
              </a:ext>
            </a:extLst>
          </p:cNvPr>
          <p:cNvSpPr/>
          <p:nvPr/>
        </p:nvSpPr>
        <p:spPr>
          <a:xfrm>
            <a:off x="838200" y="3500651"/>
            <a:ext cx="731291" cy="10304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DC89AB-1AF3-E82C-B1F0-DAB50A7F5537}"/>
              </a:ext>
            </a:extLst>
          </p:cNvPr>
          <p:cNvSpPr/>
          <p:nvPr/>
        </p:nvSpPr>
        <p:spPr>
          <a:xfrm>
            <a:off x="1569490" y="3500651"/>
            <a:ext cx="9347581" cy="10304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B6A6EAF-F7FA-8DC4-A677-0C021ACE2697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43637" y="3746310"/>
            <a:ext cx="294563" cy="2695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6A573AF-C540-59ED-AE37-041447A513F0}"/>
              </a:ext>
            </a:extLst>
          </p:cNvPr>
          <p:cNvSpPr txBox="1"/>
          <p:nvPr/>
        </p:nvSpPr>
        <p:spPr>
          <a:xfrm>
            <a:off x="193346" y="3362699"/>
            <a:ext cx="294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27A7C1E-CDA9-111B-C0BD-45A865BAC3E7}"/>
              </a:ext>
            </a:extLst>
          </p:cNvPr>
          <p:cNvSpPr txBox="1"/>
          <p:nvPr/>
        </p:nvSpPr>
        <p:spPr>
          <a:xfrm>
            <a:off x="11170691" y="1779687"/>
            <a:ext cx="6698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地址上的值，每四个数字表示一个值，每过四个数字地址加</a:t>
            </a:r>
            <a:r>
              <a:rPr lang="en-US" altLang="zh-CN" dirty="0"/>
              <a:t>1</a:t>
            </a:r>
            <a:r>
              <a:rPr lang="zh-CN" altLang="en-US" dirty="0"/>
              <a:t>。后面的问号表示省略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D834E6F-AACA-EE7E-2DFF-EE620E2900F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0917071" y="4012442"/>
            <a:ext cx="294564" cy="34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95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324BF-B209-B9B9-9BD7-F367C0A0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4.6</a:t>
            </a:r>
            <a:r>
              <a:rPr lang="zh-CN" altLang="en-US" dirty="0"/>
              <a:t>查看变量：查看内存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26FCB-3113-1267-F86D-73A2119F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102293"/>
            <a:ext cx="11069471" cy="1204179"/>
          </a:xfrm>
        </p:spPr>
        <p:txBody>
          <a:bodyPr>
            <a:normAutofit/>
          </a:bodyPr>
          <a:lstStyle/>
          <a:p>
            <a:r>
              <a:rPr lang="en-US" altLang="zh-CN" dirty="0"/>
              <a:t>4.6.3</a:t>
            </a:r>
            <a:r>
              <a:rPr lang="zh-CN" altLang="en-US" dirty="0"/>
              <a:t>改变显示格式：右键内存区域，可以在弹出的窗口中改变格式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FC6685-EB8D-AB4C-DD17-F29807874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767" y="1562668"/>
            <a:ext cx="6033600" cy="52407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2CE5C30-19AA-63F1-5215-883E9FFB54D6}"/>
              </a:ext>
            </a:extLst>
          </p:cNvPr>
          <p:cNvSpPr/>
          <p:nvPr/>
        </p:nvSpPr>
        <p:spPr>
          <a:xfrm>
            <a:off x="4244454" y="3029803"/>
            <a:ext cx="2367886" cy="382819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2449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324BF-B209-B9B9-9BD7-F367C0A0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4.6</a:t>
            </a:r>
            <a:r>
              <a:rPr lang="zh-CN" altLang="en-US" dirty="0"/>
              <a:t>查看变量：查看内存（本页涉及</a:t>
            </a:r>
            <a:r>
              <a:rPr lang="en-US" altLang="zh-CN" dirty="0"/>
              <a:t>2.1-3.9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26FCB-3113-1267-F86D-73A2119F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102293"/>
            <a:ext cx="11069471" cy="1204179"/>
          </a:xfrm>
        </p:spPr>
        <p:txBody>
          <a:bodyPr>
            <a:normAutofit/>
          </a:bodyPr>
          <a:lstStyle/>
          <a:p>
            <a:r>
              <a:rPr lang="en-US" altLang="zh-CN" dirty="0"/>
              <a:t>4.6.4</a:t>
            </a:r>
            <a:r>
              <a:rPr lang="zh-CN" altLang="en-US" dirty="0"/>
              <a:t>查看变量变化：调试过程中，若地址上的值变化，则会标红</a:t>
            </a:r>
            <a:endParaRPr lang="en-US" altLang="zh-CN" dirty="0"/>
          </a:p>
          <a:p>
            <a:r>
              <a:rPr lang="zh-CN" altLang="en-US" dirty="0"/>
              <a:t>本例中，</a:t>
            </a:r>
            <a:r>
              <a:rPr lang="en-US" altLang="zh-CN" dirty="0"/>
              <a:t>array</a:t>
            </a:r>
            <a:r>
              <a:rPr lang="zh-CN" altLang="en-US" dirty="0"/>
              <a:t>中的元素</a:t>
            </a:r>
            <a:r>
              <a:rPr lang="en-US" altLang="zh-CN" dirty="0"/>
              <a:t>++</a:t>
            </a:r>
            <a:r>
              <a:rPr lang="zh-CN" altLang="en-US" dirty="0"/>
              <a:t>，相应变化处标红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178F6E-E4C3-AB56-F0B8-7F86DC272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18" y="2071072"/>
            <a:ext cx="6968033" cy="478692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C094046-941B-7BC1-85AA-D458C7C30C29}"/>
              </a:ext>
            </a:extLst>
          </p:cNvPr>
          <p:cNvCxnSpPr/>
          <p:nvPr/>
        </p:nvCxnSpPr>
        <p:spPr>
          <a:xfrm flipV="1">
            <a:off x="620973" y="2709081"/>
            <a:ext cx="1194179" cy="3753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42CF4C1-06E6-47F1-ABB4-76A02922717A}"/>
              </a:ext>
            </a:extLst>
          </p:cNvPr>
          <p:cNvCxnSpPr/>
          <p:nvPr/>
        </p:nvCxnSpPr>
        <p:spPr>
          <a:xfrm flipH="1">
            <a:off x="3671248" y="5984543"/>
            <a:ext cx="914400" cy="2524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6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74DC0-15FD-C238-E4E3-122CA2F5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结束调试（本页涉及</a:t>
            </a:r>
            <a:r>
              <a:rPr lang="en-US" altLang="zh-CN" dirty="0"/>
              <a:t>1.1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26C77-AAE1-81E4-58BD-635DA66D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方法一：点击红色方块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7CE68C-A501-9623-C361-5697099AD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9" y="2685059"/>
            <a:ext cx="12192000" cy="3807816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21118B3-88C5-7EFF-096E-B7E7A8318FAD}"/>
              </a:ext>
            </a:extLst>
          </p:cNvPr>
          <p:cNvCxnSpPr/>
          <p:nvPr/>
        </p:nvCxnSpPr>
        <p:spPr>
          <a:xfrm>
            <a:off x="7458501" y="2408830"/>
            <a:ext cx="627798" cy="7710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882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74DC0-15FD-C238-E4E3-122CA2F5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39" y="-194150"/>
            <a:ext cx="10515600" cy="1325563"/>
          </a:xfrm>
        </p:spPr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结束</a:t>
            </a:r>
            <a:r>
              <a:rPr lang="zh-CN" altLang="en-US" dirty="0"/>
              <a:t>调试（本页涉及</a:t>
            </a:r>
            <a:r>
              <a:rPr lang="en-US" altLang="zh-CN" dirty="0"/>
              <a:t>1.1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26C77-AAE1-81E4-58BD-635DA66D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39" y="918049"/>
            <a:ext cx="10515600" cy="4351338"/>
          </a:xfrm>
        </p:spPr>
        <p:txBody>
          <a:bodyPr/>
          <a:lstStyle/>
          <a:p>
            <a:r>
              <a:rPr lang="zh-CN" altLang="en-US" dirty="0"/>
              <a:t>方法二：调试</a:t>
            </a:r>
            <a:r>
              <a:rPr lang="en-US" altLang="zh-CN" dirty="0"/>
              <a:t>&gt;</a:t>
            </a:r>
            <a:r>
              <a:rPr lang="zh-CN" altLang="en-US" dirty="0"/>
              <a:t>停止调试</a:t>
            </a:r>
            <a:endParaRPr lang="en-US" altLang="zh-CN" dirty="0"/>
          </a:p>
          <a:p>
            <a:r>
              <a:rPr lang="zh-CN" altLang="en-US" dirty="0"/>
              <a:t>方法三：快捷键</a:t>
            </a:r>
            <a:r>
              <a:rPr lang="en-US" altLang="zh-CN" dirty="0"/>
              <a:t>shift f5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8674B2-EEBA-222C-C523-A629FB58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30" y="2037106"/>
            <a:ext cx="8598090" cy="4820894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2228450-25A4-7B3E-0D47-9A719480F561}"/>
              </a:ext>
            </a:extLst>
          </p:cNvPr>
          <p:cNvCxnSpPr/>
          <p:nvPr/>
        </p:nvCxnSpPr>
        <p:spPr>
          <a:xfrm>
            <a:off x="5752531" y="1740090"/>
            <a:ext cx="491320" cy="3957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BBE5CB4-7A00-A825-AAED-2667B9E538BE}"/>
              </a:ext>
            </a:extLst>
          </p:cNvPr>
          <p:cNvCxnSpPr/>
          <p:nvPr/>
        </p:nvCxnSpPr>
        <p:spPr>
          <a:xfrm>
            <a:off x="6682853" y="3182204"/>
            <a:ext cx="491320" cy="3957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C199784E-1B01-3468-A730-039DBC0C816E}"/>
              </a:ext>
            </a:extLst>
          </p:cNvPr>
          <p:cNvSpPr/>
          <p:nvPr/>
        </p:nvSpPr>
        <p:spPr>
          <a:xfrm>
            <a:off x="7690513" y="3316406"/>
            <a:ext cx="1084997" cy="47767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23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3689</Words>
  <Application>Microsoft Office PowerPoint</Application>
  <PresentationFormat>宽屏</PresentationFormat>
  <Paragraphs>236</Paragraphs>
  <Slides>62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8" baseType="lpstr">
      <vt:lpstr>等线</vt:lpstr>
      <vt:lpstr>等线 Light</vt:lpstr>
      <vt:lpstr>新宋体</vt:lpstr>
      <vt:lpstr>Arial</vt:lpstr>
      <vt:lpstr>Segoe UI</vt:lpstr>
      <vt:lpstr>Office 主题​​</vt:lpstr>
      <vt:lpstr>VS调试工具的使用报告</vt:lpstr>
      <vt:lpstr>0：断点</vt:lpstr>
      <vt:lpstr>0：断点</vt:lpstr>
      <vt:lpstr>0：断点（本页涉及知识点1.6）</vt:lpstr>
      <vt:lpstr>0：断点</vt:lpstr>
      <vt:lpstr>0：断点</vt:lpstr>
      <vt:lpstr>0：断点</vt:lpstr>
      <vt:lpstr>1：开始调试（本页涉及知识点1.1）</vt:lpstr>
      <vt:lpstr>1：开始调试（本页涉及知识点1.1）</vt:lpstr>
      <vt:lpstr>1：开始调试（本页涉及知识点1.1）</vt:lpstr>
      <vt:lpstr>1：开始调试（本页涉及知识点1.1）</vt:lpstr>
      <vt:lpstr>2.1：逐句执行（本页涉及知识点1.2）</vt:lpstr>
      <vt:lpstr>2.1：逐句执行（本页涉及知识点1.2）</vt:lpstr>
      <vt:lpstr>2.2：自定义函数内部逐句执行（本页涉及知识点1.2，1.6）</vt:lpstr>
      <vt:lpstr>2.2：自定义函数内部逐句执行（本页涉及知识点1.2，1.3，1.6）</vt:lpstr>
      <vt:lpstr>2.3：系统类/函数内的执行（本页涉及知识点1.2）</vt:lpstr>
      <vt:lpstr>2.3：系统类/函数内的执行（本页涉及知识点1.2）</vt:lpstr>
      <vt:lpstr>2.3：系统类/函数内的执行（本页涉及知识点1.2）</vt:lpstr>
      <vt:lpstr>2.3：系统类/函数内的执行（本页涉及知识点1.2）</vt:lpstr>
      <vt:lpstr>3.1跳出当前所在函数（本页涉及知识点1.4）</vt:lpstr>
      <vt:lpstr>3.1跳出当前所在函数（本页涉及知识点1.4）</vt:lpstr>
      <vt:lpstr>3.1跳出当前所在函数（本页涉及知识点1.4）</vt:lpstr>
      <vt:lpstr>3.2跳过整个函数（本页涉及1.3,1.5）</vt:lpstr>
      <vt:lpstr>3.2跳过整个函数（本页涉及1.3,1.5）</vt:lpstr>
      <vt:lpstr>3.3跳到指定位置（本页涉及1.3，1.4，1.5,1.6）</vt:lpstr>
      <vt:lpstr>3.3跳到指定位置（本页涉及1.3，1.4，1.5,1.6）</vt:lpstr>
      <vt:lpstr>3.3跳到指定位置（本页涉及1.3，1.4，1.5,1.6）</vt:lpstr>
      <vt:lpstr>3.3跳到指定位置（本页涉及1.3，1.4，1.5,1.6）</vt:lpstr>
      <vt:lpstr>4.1查看变量：数据提示（本页涉及2.1,2.2,2.3,2.4，3.1）</vt:lpstr>
      <vt:lpstr>4.1查看变量：数据提示（本页涉及3.2,3.3，3.4，3.6）</vt:lpstr>
      <vt:lpstr>4.1查看变量：数据提示（本页涉及3.5）</vt:lpstr>
      <vt:lpstr>4.1查看变量：数据提示</vt:lpstr>
      <vt:lpstr>4.1查看变量：数据提示（本页涉及3.7，3.8）</vt:lpstr>
      <vt:lpstr>4.2查看变量：自动窗口（本页涉及2.1，2.2，3.1）</vt:lpstr>
      <vt:lpstr>4.2查看变量：自动窗口（本页涉及2.1，2.2，3.1）</vt:lpstr>
      <vt:lpstr>4.2查看变量：自动窗口（本页涉及3.3,3.5）</vt:lpstr>
      <vt:lpstr>4.2查看变量：自动窗口（本页涉及3.3,3.5）</vt:lpstr>
      <vt:lpstr>4.2查看变量：自动窗口（本页涉及3.2）</vt:lpstr>
      <vt:lpstr>4.2查看变量：自动窗口（本页涉及3.4）</vt:lpstr>
      <vt:lpstr>4.2查看变量：自动窗口（本页涉及3.4，3.5）</vt:lpstr>
      <vt:lpstr>4.2查看变量：自动窗口（本页涉及3.9）</vt:lpstr>
      <vt:lpstr>4.2查看变量：自动窗口（本页涉及3.9）</vt:lpstr>
      <vt:lpstr>4.2查看变量：自动窗口（本页涉及3.7,3.8）</vt:lpstr>
      <vt:lpstr>4.3查看变量：局部变量窗口（本页涉及2.1，2.2，3.1,3.2）</vt:lpstr>
      <vt:lpstr>4.4查看变量：监视窗口（本页涉及2.1，2.2，2.3,2.4，3.1）</vt:lpstr>
      <vt:lpstr>4.4查看变量：监视窗口（本页涉及3.5，3.9）</vt:lpstr>
      <vt:lpstr>4.4查看变量：监视窗口（本页涉及2.1，2.2，2.3,2.4，3.1,3.2）</vt:lpstr>
      <vt:lpstr>4.4查看变量：监视窗口（本页涉及2.1，2.2，2.3,2.4，3.1）</vt:lpstr>
      <vt:lpstr>4.4查看变量：监视窗口（本页涉及2.1，2.2，2.3,2.4，3.1）</vt:lpstr>
      <vt:lpstr>4.4查看变量：监视窗口（本页涉及2.1，2.2，2.3,2.4，3.1）</vt:lpstr>
      <vt:lpstr>4.4查看变量：监视窗口（本页涉及2.1，2.2，2.3,2.4，3.1）</vt:lpstr>
      <vt:lpstr>4.4查看变量：监视窗口（本页涉及2.1，2.2，2.3,2.4，3.1）</vt:lpstr>
      <vt:lpstr>4.4查看变量：监视窗口（本页涉及2.1，2.2，2.3,2.4，3.1，3.2）</vt:lpstr>
      <vt:lpstr>4.5查看变量：快速监视（本页涉及2.1，2.2，3.1）</vt:lpstr>
      <vt:lpstr>4.5查看变量：快速监视（本页涉及2.1，2.2，3.1）</vt:lpstr>
      <vt:lpstr>4.5查看变量：快速监视（本页涉及2.1，2.2，3.1）</vt:lpstr>
      <vt:lpstr>4.6查看变量：查看内存</vt:lpstr>
      <vt:lpstr>4.6查看变量：查看内存（本页涉及2.1-3.9）</vt:lpstr>
      <vt:lpstr>4.6查看变量：查看内存</vt:lpstr>
      <vt:lpstr>4.6查看变量：查看内存（本页涉及2.1-3.9）</vt:lpstr>
      <vt:lpstr>5结束调试（本页涉及1.1）</vt:lpstr>
      <vt:lpstr>5结束调试（本页涉及1.1）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VS调试工具的使用报告</dc:title>
  <dc:creator>xi sheng</dc:creator>
  <cp:lastModifiedBy>xi sheng</cp:lastModifiedBy>
  <cp:revision>1</cp:revision>
  <dcterms:created xsi:type="dcterms:W3CDTF">2024-05-26T12:57:56Z</dcterms:created>
  <dcterms:modified xsi:type="dcterms:W3CDTF">2024-06-16T05:57:21Z</dcterms:modified>
</cp:coreProperties>
</file>