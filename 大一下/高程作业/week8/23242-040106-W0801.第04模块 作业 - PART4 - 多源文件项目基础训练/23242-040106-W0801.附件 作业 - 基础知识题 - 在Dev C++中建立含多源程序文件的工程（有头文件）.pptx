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3"/>
  </p:notes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81A76B-24AB-4C0B-BF16-9022EB2FD5FE}" v="114" dt="2024-04-24T12:46:18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4981A76B-24AB-4C0B-BF16-9022EB2FD5FE}"/>
    <pc:docChg chg="undo custSel addSld modSld">
      <pc:chgData name="xi sheng" userId="b3919e0d8ca6a452" providerId="LiveId" clId="{4981A76B-24AB-4C0B-BF16-9022EB2FD5FE}" dt="2024-04-24T12:46:18.962" v="405" actId="1076"/>
      <pc:docMkLst>
        <pc:docMk/>
      </pc:docMkLst>
      <pc:sldChg chg="addSp modSp new mod">
        <pc:chgData name="xi sheng" userId="b3919e0d8ca6a452" providerId="LiveId" clId="{4981A76B-24AB-4C0B-BF16-9022EB2FD5FE}" dt="2024-04-24T12:08:44.563" v="62" actId="1076"/>
        <pc:sldMkLst>
          <pc:docMk/>
          <pc:sldMk cId="3923055995" sldId="322"/>
        </pc:sldMkLst>
        <pc:spChg chg="add mod">
          <ac:chgData name="xi sheng" userId="b3919e0d8ca6a452" providerId="LiveId" clId="{4981A76B-24AB-4C0B-BF16-9022EB2FD5FE}" dt="2024-04-24T12:08:02.289" v="58"/>
          <ac:spMkLst>
            <pc:docMk/>
            <pc:sldMk cId="3923055995" sldId="322"/>
            <ac:spMk id="2" creationId="{46A3F240-2B51-E8B1-E250-DFC582678451}"/>
          </ac:spMkLst>
        </pc:spChg>
        <pc:picChg chg="add mod">
          <ac:chgData name="xi sheng" userId="b3919e0d8ca6a452" providerId="LiveId" clId="{4981A76B-24AB-4C0B-BF16-9022EB2FD5FE}" dt="2024-04-24T12:08:44.563" v="62" actId="1076"/>
          <ac:picMkLst>
            <pc:docMk/>
            <pc:sldMk cId="3923055995" sldId="322"/>
            <ac:picMk id="4" creationId="{3976E675-E295-BC05-EC5C-B56F17A0B5A6}"/>
          </ac:picMkLst>
        </pc:picChg>
      </pc:sldChg>
      <pc:sldChg chg="addSp delSp modSp new mod">
        <pc:chgData name="xi sheng" userId="b3919e0d8ca6a452" providerId="LiveId" clId="{4981A76B-24AB-4C0B-BF16-9022EB2FD5FE}" dt="2024-04-24T12:16:40.700" v="149" actId="1076"/>
        <pc:sldMkLst>
          <pc:docMk/>
          <pc:sldMk cId="3902271586" sldId="323"/>
        </pc:sldMkLst>
        <pc:spChg chg="add mod">
          <ac:chgData name="xi sheng" userId="b3919e0d8ca6a452" providerId="LiveId" clId="{4981A76B-24AB-4C0B-BF16-9022EB2FD5FE}" dt="2024-04-24T12:13:15.092" v="120" actId="403"/>
          <ac:spMkLst>
            <pc:docMk/>
            <pc:sldMk cId="3902271586" sldId="323"/>
            <ac:spMk id="2" creationId="{D38AC40E-BF23-1051-2698-8583F4A7DCB8}"/>
          </ac:spMkLst>
        </pc:spChg>
        <pc:picChg chg="add del mod">
          <ac:chgData name="xi sheng" userId="b3919e0d8ca6a452" providerId="LiveId" clId="{4981A76B-24AB-4C0B-BF16-9022EB2FD5FE}" dt="2024-04-24T12:14:40.584" v="133" actId="478"/>
          <ac:picMkLst>
            <pc:docMk/>
            <pc:sldMk cId="3902271586" sldId="323"/>
            <ac:picMk id="4" creationId="{82FEDFD6-AD3D-59EB-D3EB-CF48199E055F}"/>
          </ac:picMkLst>
        </pc:picChg>
        <pc:picChg chg="add mod">
          <ac:chgData name="xi sheng" userId="b3919e0d8ca6a452" providerId="LiveId" clId="{4981A76B-24AB-4C0B-BF16-9022EB2FD5FE}" dt="2024-04-24T12:15:16.137" v="136" actId="1076"/>
          <ac:picMkLst>
            <pc:docMk/>
            <pc:sldMk cId="3902271586" sldId="323"/>
            <ac:picMk id="6" creationId="{30E60750-923A-A652-6823-EB9B8CE270DC}"/>
          </ac:picMkLst>
        </pc:picChg>
        <pc:cxnChg chg="add mod">
          <ac:chgData name="xi sheng" userId="b3919e0d8ca6a452" providerId="LiveId" clId="{4981A76B-24AB-4C0B-BF16-9022EB2FD5FE}" dt="2024-04-24T12:16:07.140" v="140" actId="1582"/>
          <ac:cxnSpMkLst>
            <pc:docMk/>
            <pc:sldMk cId="3902271586" sldId="323"/>
            <ac:cxnSpMk id="8" creationId="{8607DDA2-829A-DF9A-3179-6382B1CBFD04}"/>
          </ac:cxnSpMkLst>
        </pc:cxnChg>
        <pc:cxnChg chg="add mod">
          <ac:chgData name="xi sheng" userId="b3919e0d8ca6a452" providerId="LiveId" clId="{4981A76B-24AB-4C0B-BF16-9022EB2FD5FE}" dt="2024-04-24T12:16:26.517" v="143" actId="1582"/>
          <ac:cxnSpMkLst>
            <pc:docMk/>
            <pc:sldMk cId="3902271586" sldId="323"/>
            <ac:cxnSpMk id="11" creationId="{81FE811C-E0A7-8E88-A469-DD3727FCE544}"/>
          </ac:cxnSpMkLst>
        </pc:cxnChg>
        <pc:cxnChg chg="add mod">
          <ac:chgData name="xi sheng" userId="b3919e0d8ca6a452" providerId="LiveId" clId="{4981A76B-24AB-4C0B-BF16-9022EB2FD5FE}" dt="2024-04-24T12:16:34.335" v="145" actId="1076"/>
          <ac:cxnSpMkLst>
            <pc:docMk/>
            <pc:sldMk cId="3902271586" sldId="323"/>
            <ac:cxnSpMk id="12" creationId="{A0409EE7-568D-0771-8ECB-A41B7F091AD6}"/>
          </ac:cxnSpMkLst>
        </pc:cxnChg>
        <pc:cxnChg chg="add mod">
          <ac:chgData name="xi sheng" userId="b3919e0d8ca6a452" providerId="LiveId" clId="{4981A76B-24AB-4C0B-BF16-9022EB2FD5FE}" dt="2024-04-24T12:16:37.658" v="147" actId="1076"/>
          <ac:cxnSpMkLst>
            <pc:docMk/>
            <pc:sldMk cId="3902271586" sldId="323"/>
            <ac:cxnSpMk id="13" creationId="{F35574EB-071A-7BEB-E961-1BB002E4AB43}"/>
          </ac:cxnSpMkLst>
        </pc:cxnChg>
        <pc:cxnChg chg="add mod">
          <ac:chgData name="xi sheng" userId="b3919e0d8ca6a452" providerId="LiveId" clId="{4981A76B-24AB-4C0B-BF16-9022EB2FD5FE}" dt="2024-04-24T12:16:40.700" v="149" actId="1076"/>
          <ac:cxnSpMkLst>
            <pc:docMk/>
            <pc:sldMk cId="3902271586" sldId="323"/>
            <ac:cxnSpMk id="14" creationId="{166109EF-8FC2-683B-5EA9-8131BF39CD66}"/>
          </ac:cxnSpMkLst>
        </pc:cxnChg>
      </pc:sldChg>
      <pc:sldChg chg="addSp modSp new mod">
        <pc:chgData name="xi sheng" userId="b3919e0d8ca6a452" providerId="LiveId" clId="{4981A76B-24AB-4C0B-BF16-9022EB2FD5FE}" dt="2024-04-24T12:33:00.194" v="182" actId="14100"/>
        <pc:sldMkLst>
          <pc:docMk/>
          <pc:sldMk cId="2171637779" sldId="324"/>
        </pc:sldMkLst>
        <pc:spChg chg="add mod">
          <ac:chgData name="xi sheng" userId="b3919e0d8ca6a452" providerId="LiveId" clId="{4981A76B-24AB-4C0B-BF16-9022EB2FD5FE}" dt="2024-04-24T12:14:07.453" v="132" actId="20577"/>
          <ac:spMkLst>
            <pc:docMk/>
            <pc:sldMk cId="2171637779" sldId="324"/>
            <ac:spMk id="2" creationId="{B731BEED-3F39-F34F-C29B-9BD60C32BBF8}"/>
          </ac:spMkLst>
        </pc:spChg>
        <pc:spChg chg="add mod">
          <ac:chgData name="xi sheng" userId="b3919e0d8ca6a452" providerId="LiveId" clId="{4981A76B-24AB-4C0B-BF16-9022EB2FD5FE}" dt="2024-04-24T12:32:44.092" v="176" actId="1076"/>
          <ac:spMkLst>
            <pc:docMk/>
            <pc:sldMk cId="2171637779" sldId="324"/>
            <ac:spMk id="5" creationId="{E51D696F-5323-C0E1-D744-98D04E420089}"/>
          </ac:spMkLst>
        </pc:spChg>
        <pc:spChg chg="add mod">
          <ac:chgData name="xi sheng" userId="b3919e0d8ca6a452" providerId="LiveId" clId="{4981A76B-24AB-4C0B-BF16-9022EB2FD5FE}" dt="2024-04-24T12:32:49.458" v="178" actId="1076"/>
          <ac:spMkLst>
            <pc:docMk/>
            <pc:sldMk cId="2171637779" sldId="324"/>
            <ac:spMk id="10" creationId="{AA4942C7-CF99-D489-B0FD-E97167C97514}"/>
          </ac:spMkLst>
        </pc:spChg>
        <pc:picChg chg="add mod">
          <ac:chgData name="xi sheng" userId="b3919e0d8ca6a452" providerId="LiveId" clId="{4981A76B-24AB-4C0B-BF16-9022EB2FD5FE}" dt="2024-04-24T12:32:42.592" v="175" actId="14100"/>
          <ac:picMkLst>
            <pc:docMk/>
            <pc:sldMk cId="2171637779" sldId="324"/>
            <ac:picMk id="4" creationId="{D9F7A368-C9C8-AAD0-EB60-8FD38DD88E90}"/>
          </ac:picMkLst>
        </pc:picChg>
        <pc:picChg chg="add mod">
          <ac:chgData name="xi sheng" userId="b3919e0d8ca6a452" providerId="LiveId" clId="{4981A76B-24AB-4C0B-BF16-9022EB2FD5FE}" dt="2024-04-24T12:32:36.652" v="174" actId="1076"/>
          <ac:picMkLst>
            <pc:docMk/>
            <pc:sldMk cId="2171637779" sldId="324"/>
            <ac:picMk id="9" creationId="{03D5A758-AB7C-8FBD-FB21-AFB4723AE435}"/>
          </ac:picMkLst>
        </pc:picChg>
        <pc:cxnChg chg="add mod">
          <ac:chgData name="xi sheng" userId="b3919e0d8ca6a452" providerId="LiveId" clId="{4981A76B-24AB-4C0B-BF16-9022EB2FD5FE}" dt="2024-04-24T12:32:30.026" v="170" actId="1076"/>
          <ac:cxnSpMkLst>
            <pc:docMk/>
            <pc:sldMk cId="2171637779" sldId="324"/>
            <ac:cxnSpMk id="7" creationId="{E90AFBD6-1AFB-C184-E570-6F628BD53958}"/>
          </ac:cxnSpMkLst>
        </pc:cxnChg>
        <pc:cxnChg chg="add mod">
          <ac:chgData name="xi sheng" userId="b3919e0d8ca6a452" providerId="LiveId" clId="{4981A76B-24AB-4C0B-BF16-9022EB2FD5FE}" dt="2024-04-24T12:33:00.194" v="182" actId="14100"/>
          <ac:cxnSpMkLst>
            <pc:docMk/>
            <pc:sldMk cId="2171637779" sldId="324"/>
            <ac:cxnSpMk id="11" creationId="{C46FD198-51D5-C445-C1E9-51D70BD41B24}"/>
          </ac:cxnSpMkLst>
        </pc:cxnChg>
      </pc:sldChg>
      <pc:sldChg chg="addSp delSp modSp new mod">
        <pc:chgData name="xi sheng" userId="b3919e0d8ca6a452" providerId="LiveId" clId="{4981A76B-24AB-4C0B-BF16-9022EB2FD5FE}" dt="2024-04-24T12:35:22.783" v="226" actId="20577"/>
        <pc:sldMkLst>
          <pc:docMk/>
          <pc:sldMk cId="3108578504" sldId="325"/>
        </pc:sldMkLst>
        <pc:spChg chg="add mod">
          <ac:chgData name="xi sheng" userId="b3919e0d8ca6a452" providerId="LiveId" clId="{4981A76B-24AB-4C0B-BF16-9022EB2FD5FE}" dt="2024-04-24T12:35:22.783" v="226" actId="20577"/>
          <ac:spMkLst>
            <pc:docMk/>
            <pc:sldMk cId="3108578504" sldId="325"/>
            <ac:spMk id="2" creationId="{80FF6E31-AAB6-F544-1733-6326F982C805}"/>
          </ac:spMkLst>
        </pc:spChg>
        <pc:picChg chg="add del mod">
          <ac:chgData name="xi sheng" userId="b3919e0d8ca6a452" providerId="LiveId" clId="{4981A76B-24AB-4C0B-BF16-9022EB2FD5FE}" dt="2024-04-24T12:34:26.099" v="216" actId="478"/>
          <ac:picMkLst>
            <pc:docMk/>
            <pc:sldMk cId="3108578504" sldId="325"/>
            <ac:picMk id="4" creationId="{9A369D99-C465-2A46-A796-33617020F2DF}"/>
          </ac:picMkLst>
        </pc:picChg>
        <pc:picChg chg="add mod">
          <ac:chgData name="xi sheng" userId="b3919e0d8ca6a452" providerId="LiveId" clId="{4981A76B-24AB-4C0B-BF16-9022EB2FD5FE}" dt="2024-04-24T12:34:48.555" v="221" actId="1076"/>
          <ac:picMkLst>
            <pc:docMk/>
            <pc:sldMk cId="3108578504" sldId="325"/>
            <ac:picMk id="7" creationId="{4640613C-CD92-3505-4BEA-7A5413920769}"/>
          </ac:picMkLst>
        </pc:picChg>
        <pc:cxnChg chg="add del mod">
          <ac:chgData name="xi sheng" userId="b3919e0d8ca6a452" providerId="LiveId" clId="{4981A76B-24AB-4C0B-BF16-9022EB2FD5FE}" dt="2024-04-24T12:34:46.824" v="220" actId="21"/>
          <ac:cxnSpMkLst>
            <pc:docMk/>
            <pc:sldMk cId="3108578504" sldId="325"/>
            <ac:cxnSpMk id="5" creationId="{B8DDD380-3726-F9C7-E7B7-42DC97963DE9}"/>
          </ac:cxnSpMkLst>
        </pc:cxnChg>
        <pc:cxnChg chg="add mod">
          <ac:chgData name="xi sheng" userId="b3919e0d8ca6a452" providerId="LiveId" clId="{4981A76B-24AB-4C0B-BF16-9022EB2FD5FE}" dt="2024-04-24T12:34:51.883" v="223" actId="1076"/>
          <ac:cxnSpMkLst>
            <pc:docMk/>
            <pc:sldMk cId="3108578504" sldId="325"/>
            <ac:cxnSpMk id="8" creationId="{B8DDD380-3726-F9C7-E7B7-42DC97963DE9}"/>
          </ac:cxnSpMkLst>
        </pc:cxnChg>
      </pc:sldChg>
      <pc:sldChg chg="addSp delSp modSp new mod">
        <pc:chgData name="xi sheng" userId="b3919e0d8ca6a452" providerId="LiveId" clId="{4981A76B-24AB-4C0B-BF16-9022EB2FD5FE}" dt="2024-04-24T12:39:27.689" v="295" actId="207"/>
        <pc:sldMkLst>
          <pc:docMk/>
          <pc:sldMk cId="986262161" sldId="326"/>
        </pc:sldMkLst>
        <pc:spChg chg="add mod">
          <ac:chgData name="xi sheng" userId="b3919e0d8ca6a452" providerId="LiveId" clId="{4981A76B-24AB-4C0B-BF16-9022EB2FD5FE}" dt="2024-04-24T12:36:13.037" v="251" actId="404"/>
          <ac:spMkLst>
            <pc:docMk/>
            <pc:sldMk cId="986262161" sldId="326"/>
            <ac:spMk id="2" creationId="{99E7BE35-B655-ED27-24A8-A7A619E36359}"/>
          </ac:spMkLst>
        </pc:spChg>
        <pc:spChg chg="add mod">
          <ac:chgData name="xi sheng" userId="b3919e0d8ca6a452" providerId="LiveId" clId="{4981A76B-24AB-4C0B-BF16-9022EB2FD5FE}" dt="2024-04-24T12:39:27.689" v="295" actId="207"/>
          <ac:spMkLst>
            <pc:docMk/>
            <pc:sldMk cId="986262161" sldId="326"/>
            <ac:spMk id="21" creationId="{DDEC3FC0-92DE-C477-B034-E33744B3AD19}"/>
          </ac:spMkLst>
        </pc:spChg>
        <pc:picChg chg="add mod">
          <ac:chgData name="xi sheng" userId="b3919e0d8ca6a452" providerId="LiveId" clId="{4981A76B-24AB-4C0B-BF16-9022EB2FD5FE}" dt="2024-04-24T12:38:26.457" v="277" actId="14100"/>
          <ac:picMkLst>
            <pc:docMk/>
            <pc:sldMk cId="986262161" sldId="326"/>
            <ac:picMk id="4" creationId="{F92F7C8F-961D-5CCA-6B15-BCE8F6182919}"/>
          </ac:picMkLst>
        </pc:picChg>
        <pc:picChg chg="add mod">
          <ac:chgData name="xi sheng" userId="b3919e0d8ca6a452" providerId="LiveId" clId="{4981A76B-24AB-4C0B-BF16-9022EB2FD5FE}" dt="2024-04-24T12:38:31.537" v="280" actId="1076"/>
          <ac:picMkLst>
            <pc:docMk/>
            <pc:sldMk cId="986262161" sldId="326"/>
            <ac:picMk id="6" creationId="{DA49AB6B-7D41-C1FF-FE67-96926932DA43}"/>
          </ac:picMkLst>
        </pc:picChg>
        <pc:picChg chg="add del mod">
          <ac:chgData name="xi sheng" userId="b3919e0d8ca6a452" providerId="LiveId" clId="{4981A76B-24AB-4C0B-BF16-9022EB2FD5FE}" dt="2024-04-24T12:38:09.687" v="274" actId="22"/>
          <ac:picMkLst>
            <pc:docMk/>
            <pc:sldMk cId="986262161" sldId="326"/>
            <ac:picMk id="13" creationId="{46F9DE2C-876E-73D3-E781-512ADD1A2280}"/>
          </ac:picMkLst>
        </pc:picChg>
        <pc:picChg chg="add mod">
          <ac:chgData name="xi sheng" userId="b3919e0d8ca6a452" providerId="LiveId" clId="{4981A76B-24AB-4C0B-BF16-9022EB2FD5FE}" dt="2024-04-24T12:38:45.843" v="287" actId="1076"/>
          <ac:picMkLst>
            <pc:docMk/>
            <pc:sldMk cId="986262161" sldId="326"/>
            <ac:picMk id="18" creationId="{3E00CC4F-71BA-6A8F-0A03-EE1DBC2B1BE8}"/>
          </ac:picMkLst>
        </pc:picChg>
        <pc:cxnChg chg="add mod">
          <ac:chgData name="xi sheng" userId="b3919e0d8ca6a452" providerId="LiveId" clId="{4981A76B-24AB-4C0B-BF16-9022EB2FD5FE}" dt="2024-04-24T12:38:34.920" v="282" actId="1076"/>
          <ac:cxnSpMkLst>
            <pc:docMk/>
            <pc:sldMk cId="986262161" sldId="326"/>
            <ac:cxnSpMk id="7" creationId="{29B98B93-3D4F-6C9D-BD07-143C13BD87F0}"/>
          </ac:cxnSpMkLst>
        </pc:cxnChg>
        <pc:cxnChg chg="add mod">
          <ac:chgData name="xi sheng" userId="b3919e0d8ca6a452" providerId="LiveId" clId="{4981A76B-24AB-4C0B-BF16-9022EB2FD5FE}" dt="2024-04-24T12:38:33.130" v="281" actId="1076"/>
          <ac:cxnSpMkLst>
            <pc:docMk/>
            <pc:sldMk cId="986262161" sldId="326"/>
            <ac:cxnSpMk id="9" creationId="{B766E631-B4FD-0EE7-D779-78B2B608B96F}"/>
          </ac:cxnSpMkLst>
        </pc:cxnChg>
        <pc:cxnChg chg="add mod">
          <ac:chgData name="xi sheng" userId="b3919e0d8ca6a452" providerId="LiveId" clId="{4981A76B-24AB-4C0B-BF16-9022EB2FD5FE}" dt="2024-04-24T12:38:39.753" v="284" actId="1076"/>
          <ac:cxnSpMkLst>
            <pc:docMk/>
            <pc:sldMk cId="986262161" sldId="326"/>
            <ac:cxnSpMk id="10" creationId="{EA9F5362-08D2-401F-BF6C-5C327A8CD4F6}"/>
          </ac:cxnSpMkLst>
        </pc:cxnChg>
        <pc:cxnChg chg="add del mod">
          <ac:chgData name="xi sheng" userId="b3919e0d8ca6a452" providerId="LiveId" clId="{4981A76B-24AB-4C0B-BF16-9022EB2FD5FE}" dt="2024-04-24T12:39:05.910" v="291" actId="478"/>
          <ac:cxnSpMkLst>
            <pc:docMk/>
            <pc:sldMk cId="986262161" sldId="326"/>
            <ac:cxnSpMk id="19" creationId="{1295F0D9-09B0-52F4-0721-31B683ADE175}"/>
          </ac:cxnSpMkLst>
        </pc:cxnChg>
      </pc:sldChg>
      <pc:sldChg chg="addSp modSp new mod">
        <pc:chgData name="xi sheng" userId="b3919e0d8ca6a452" providerId="LiveId" clId="{4981A76B-24AB-4C0B-BF16-9022EB2FD5FE}" dt="2024-04-24T12:41:56.454" v="337" actId="1076"/>
        <pc:sldMkLst>
          <pc:docMk/>
          <pc:sldMk cId="1935659394" sldId="327"/>
        </pc:sldMkLst>
        <pc:spChg chg="add mod">
          <ac:chgData name="xi sheng" userId="b3919e0d8ca6a452" providerId="LiveId" clId="{4981A76B-24AB-4C0B-BF16-9022EB2FD5FE}" dt="2024-04-24T12:40:16.652" v="319" actId="14100"/>
          <ac:spMkLst>
            <pc:docMk/>
            <pc:sldMk cId="1935659394" sldId="327"/>
            <ac:spMk id="2" creationId="{401A5F03-309C-9BB7-D8E7-377C5310095F}"/>
          </ac:spMkLst>
        </pc:spChg>
        <pc:spChg chg="add mod">
          <ac:chgData name="xi sheng" userId="b3919e0d8ca6a452" providerId="LiveId" clId="{4981A76B-24AB-4C0B-BF16-9022EB2FD5FE}" dt="2024-04-24T12:41:56.454" v="337" actId="1076"/>
          <ac:spMkLst>
            <pc:docMk/>
            <pc:sldMk cId="1935659394" sldId="327"/>
            <ac:spMk id="12" creationId="{020F851A-2968-9700-80A8-8C7632A01DF6}"/>
          </ac:spMkLst>
        </pc:spChg>
        <pc:picChg chg="add mod">
          <ac:chgData name="xi sheng" userId="b3919e0d8ca6a452" providerId="LiveId" clId="{4981A76B-24AB-4C0B-BF16-9022EB2FD5FE}" dt="2024-04-24T12:40:52.851" v="322" actId="1076"/>
          <ac:picMkLst>
            <pc:docMk/>
            <pc:sldMk cId="1935659394" sldId="327"/>
            <ac:picMk id="4" creationId="{842CABCA-0459-5D88-BF4E-CBDE53909A6E}"/>
          </ac:picMkLst>
        </pc:picChg>
        <pc:picChg chg="add mod">
          <ac:chgData name="xi sheng" userId="b3919e0d8ca6a452" providerId="LiveId" clId="{4981A76B-24AB-4C0B-BF16-9022EB2FD5FE}" dt="2024-04-24T12:41:22.715" v="325" actId="1076"/>
          <ac:picMkLst>
            <pc:docMk/>
            <pc:sldMk cId="1935659394" sldId="327"/>
            <ac:picMk id="6" creationId="{D04F492E-2BE4-E983-99E1-9173157246EA}"/>
          </ac:picMkLst>
        </pc:picChg>
        <pc:cxnChg chg="add mod">
          <ac:chgData name="xi sheng" userId="b3919e0d8ca6a452" providerId="LiveId" clId="{4981A76B-24AB-4C0B-BF16-9022EB2FD5FE}" dt="2024-04-24T12:41:32.919" v="327" actId="1076"/>
          <ac:cxnSpMkLst>
            <pc:docMk/>
            <pc:sldMk cId="1935659394" sldId="327"/>
            <ac:cxnSpMk id="7" creationId="{96C04080-7CE0-32BE-B756-8B7028FAB85C}"/>
          </ac:cxnSpMkLst>
        </pc:cxnChg>
        <pc:cxnChg chg="add mod">
          <ac:chgData name="xi sheng" userId="b3919e0d8ca6a452" providerId="LiveId" clId="{4981A76B-24AB-4C0B-BF16-9022EB2FD5FE}" dt="2024-04-24T12:41:36.203" v="329" actId="1076"/>
          <ac:cxnSpMkLst>
            <pc:docMk/>
            <pc:sldMk cId="1935659394" sldId="327"/>
            <ac:cxnSpMk id="8" creationId="{2F1F6563-4FD8-F854-C08B-9994E03604F2}"/>
          </ac:cxnSpMkLst>
        </pc:cxnChg>
        <pc:cxnChg chg="add mod">
          <ac:chgData name="xi sheng" userId="b3919e0d8ca6a452" providerId="LiveId" clId="{4981A76B-24AB-4C0B-BF16-9022EB2FD5FE}" dt="2024-04-24T12:41:40.387" v="331" actId="1076"/>
          <ac:cxnSpMkLst>
            <pc:docMk/>
            <pc:sldMk cId="1935659394" sldId="327"/>
            <ac:cxnSpMk id="9" creationId="{A66C1135-11BE-8B9B-B200-103705CDD690}"/>
          </ac:cxnSpMkLst>
        </pc:cxnChg>
        <pc:cxnChg chg="add mod">
          <ac:chgData name="xi sheng" userId="b3919e0d8ca6a452" providerId="LiveId" clId="{4981A76B-24AB-4C0B-BF16-9022EB2FD5FE}" dt="2024-04-24T12:41:44.748" v="333" actId="1076"/>
          <ac:cxnSpMkLst>
            <pc:docMk/>
            <pc:sldMk cId="1935659394" sldId="327"/>
            <ac:cxnSpMk id="10" creationId="{7AD3FA34-DE49-68DA-53A8-CF7BA7DA1F46}"/>
          </ac:cxnSpMkLst>
        </pc:cxnChg>
        <pc:cxnChg chg="add mod">
          <ac:chgData name="xi sheng" userId="b3919e0d8ca6a452" providerId="LiveId" clId="{4981A76B-24AB-4C0B-BF16-9022EB2FD5FE}" dt="2024-04-24T12:41:48.147" v="335" actId="1076"/>
          <ac:cxnSpMkLst>
            <pc:docMk/>
            <pc:sldMk cId="1935659394" sldId="327"/>
            <ac:cxnSpMk id="11" creationId="{83718A8F-3A8C-0ADF-5E60-53FD82661432}"/>
          </ac:cxnSpMkLst>
        </pc:cxnChg>
      </pc:sldChg>
      <pc:sldChg chg="addSp modSp new mod">
        <pc:chgData name="xi sheng" userId="b3919e0d8ca6a452" providerId="LiveId" clId="{4981A76B-24AB-4C0B-BF16-9022EB2FD5FE}" dt="2024-04-24T12:43:12.090" v="359" actId="14100"/>
        <pc:sldMkLst>
          <pc:docMk/>
          <pc:sldMk cId="86816164" sldId="328"/>
        </pc:sldMkLst>
        <pc:spChg chg="mod">
          <ac:chgData name="xi sheng" userId="b3919e0d8ca6a452" providerId="LiveId" clId="{4981A76B-24AB-4C0B-BF16-9022EB2FD5FE}" dt="2024-04-24T12:42:26.187" v="353" actId="404"/>
          <ac:spMkLst>
            <pc:docMk/>
            <pc:sldMk cId="86816164" sldId="328"/>
            <ac:spMk id="2" creationId="{1140CC6F-5973-89E3-01BC-E71E9060FBB5}"/>
          </ac:spMkLst>
        </pc:spChg>
        <pc:picChg chg="add mod">
          <ac:chgData name="xi sheng" userId="b3919e0d8ca6a452" providerId="LiveId" clId="{4981A76B-24AB-4C0B-BF16-9022EB2FD5FE}" dt="2024-04-24T12:43:01.498" v="356" actId="1076"/>
          <ac:picMkLst>
            <pc:docMk/>
            <pc:sldMk cId="86816164" sldId="328"/>
            <ac:picMk id="4" creationId="{B21EEC28-6509-7D6C-8C57-3D02DF228CF8}"/>
          </ac:picMkLst>
        </pc:picChg>
        <pc:cxnChg chg="add mod">
          <ac:chgData name="xi sheng" userId="b3919e0d8ca6a452" providerId="LiveId" clId="{4981A76B-24AB-4C0B-BF16-9022EB2FD5FE}" dt="2024-04-24T12:43:12.090" v="359" actId="14100"/>
          <ac:cxnSpMkLst>
            <pc:docMk/>
            <pc:sldMk cId="86816164" sldId="328"/>
            <ac:cxnSpMk id="5" creationId="{26DA8A3E-C5E6-AD32-36F2-A326B901569B}"/>
          </ac:cxnSpMkLst>
        </pc:cxnChg>
      </pc:sldChg>
      <pc:sldChg chg="addSp delSp modSp new mod">
        <pc:chgData name="xi sheng" userId="b3919e0d8ca6a452" providerId="LiveId" clId="{4981A76B-24AB-4C0B-BF16-9022EB2FD5FE}" dt="2024-04-24T12:44:19.403" v="373" actId="1076"/>
        <pc:sldMkLst>
          <pc:docMk/>
          <pc:sldMk cId="645676324" sldId="329"/>
        </pc:sldMkLst>
        <pc:spChg chg="mod">
          <ac:chgData name="xi sheng" userId="b3919e0d8ca6a452" providerId="LiveId" clId="{4981A76B-24AB-4C0B-BF16-9022EB2FD5FE}" dt="2024-04-24T12:43:40.153" v="366" actId="403"/>
          <ac:spMkLst>
            <pc:docMk/>
            <pc:sldMk cId="645676324" sldId="329"/>
            <ac:spMk id="2" creationId="{C945C7A8-9E91-2108-269B-DAF30982E0F6}"/>
          </ac:spMkLst>
        </pc:spChg>
        <pc:picChg chg="add del">
          <ac:chgData name="xi sheng" userId="b3919e0d8ca6a452" providerId="LiveId" clId="{4981A76B-24AB-4C0B-BF16-9022EB2FD5FE}" dt="2024-04-24T12:44:07.859" v="368" actId="22"/>
          <ac:picMkLst>
            <pc:docMk/>
            <pc:sldMk cId="645676324" sldId="329"/>
            <ac:picMk id="4" creationId="{C309AD01-AC9C-D939-1738-A847C164E2B6}"/>
          </ac:picMkLst>
        </pc:picChg>
        <pc:picChg chg="add mod">
          <ac:chgData name="xi sheng" userId="b3919e0d8ca6a452" providerId="LiveId" clId="{4981A76B-24AB-4C0B-BF16-9022EB2FD5FE}" dt="2024-04-24T12:44:19.403" v="373" actId="1076"/>
          <ac:picMkLst>
            <pc:docMk/>
            <pc:sldMk cId="645676324" sldId="329"/>
            <ac:picMk id="6" creationId="{4DE48F1F-7F1F-C99D-15D5-D8D22B2A179E}"/>
          </ac:picMkLst>
        </pc:picChg>
      </pc:sldChg>
      <pc:sldChg chg="addSp modSp new mod">
        <pc:chgData name="xi sheng" userId="b3919e0d8ca6a452" providerId="LiveId" clId="{4981A76B-24AB-4C0B-BF16-9022EB2FD5FE}" dt="2024-04-24T12:46:18.962" v="405" actId="1076"/>
        <pc:sldMkLst>
          <pc:docMk/>
          <pc:sldMk cId="2590773302" sldId="330"/>
        </pc:sldMkLst>
        <pc:spChg chg="mod">
          <ac:chgData name="xi sheng" userId="b3919e0d8ca6a452" providerId="LiveId" clId="{4981A76B-24AB-4C0B-BF16-9022EB2FD5FE}" dt="2024-04-24T12:45:07.269" v="400" actId="403"/>
          <ac:spMkLst>
            <pc:docMk/>
            <pc:sldMk cId="2590773302" sldId="330"/>
            <ac:spMk id="2" creationId="{0741BEEC-C291-8F38-906C-EEBBA9A31998}"/>
          </ac:spMkLst>
        </pc:spChg>
        <pc:picChg chg="add mod">
          <ac:chgData name="xi sheng" userId="b3919e0d8ca6a452" providerId="LiveId" clId="{4981A76B-24AB-4C0B-BF16-9022EB2FD5FE}" dt="2024-04-24T12:46:07.907" v="403" actId="1076"/>
          <ac:picMkLst>
            <pc:docMk/>
            <pc:sldMk cId="2590773302" sldId="330"/>
            <ac:picMk id="4" creationId="{262458BD-2466-CFC7-7923-17E9F4BB511D}"/>
          </ac:picMkLst>
        </pc:picChg>
        <pc:cxnChg chg="add mod">
          <ac:chgData name="xi sheng" userId="b3919e0d8ca6a452" providerId="LiveId" clId="{4981A76B-24AB-4C0B-BF16-9022EB2FD5FE}" dt="2024-04-24T12:46:18.962" v="405" actId="1076"/>
          <ac:cxnSpMkLst>
            <pc:docMk/>
            <pc:sldMk cId="2590773302" sldId="330"/>
            <ac:cxnSpMk id="5" creationId="{775C4182-247C-C8F8-C42F-076C56A788E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75437-4699-47F9-A686-DED7CC3F8E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72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96B26F-9610-4908-87F1-F29EAB186E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952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6E774-9277-40A1-B2CC-3E944505D7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4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4D9684-C46B-4BF4-8B5A-3376AE2179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16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6D29B-5108-4EBC-9D13-1AFB01FA7B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012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4531F-4CEB-4F1D-9C5A-36080892E3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04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26C11-97E6-4909-AB2A-0C053F5881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503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522C3-E170-468B-881C-411E80AC5B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559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11B0F-3F6B-46DA-A01B-CFA3105492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05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72D5A-4D27-41BE-B271-80E8FCA205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73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D41B23-05F2-4755-A73B-1D1DC854B8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760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A16CB87-8DF2-4E49-B551-ABC2812E454C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D1EECD0-7F85-4011-8169-1A7F595F2D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84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zh-CN" altLang="en-US" sz="2800" b="1" dirty="0">
                <a:latin typeface="+mn-ea"/>
              </a:rPr>
              <a:t>在</a:t>
            </a:r>
            <a:r>
              <a:rPr lang="en-US" altLang="zh-CN" sz="2800" b="1" dirty="0">
                <a:latin typeface="+mn-ea"/>
              </a:rPr>
              <a:t>Dev C++</a:t>
            </a:r>
            <a:r>
              <a:rPr lang="zh-CN" altLang="en-US" sz="2800" b="1" dirty="0">
                <a:latin typeface="+mn-ea"/>
              </a:rPr>
              <a:t>中建立含多源程序文件的项目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有头文件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以</a:t>
            </a:r>
            <a:r>
              <a:rPr lang="en-US" altLang="zh-CN" sz="2800" b="1" dirty="0">
                <a:latin typeface="+mn-ea"/>
              </a:rPr>
              <a:t>main()</a:t>
            </a:r>
            <a:r>
              <a:rPr lang="zh-CN" altLang="en-US" sz="2800" b="1" dirty="0">
                <a:latin typeface="+mn-ea"/>
              </a:rPr>
              <a:t>调用</a:t>
            </a:r>
            <a:r>
              <a:rPr lang="en-US" altLang="zh-CN" sz="2800" b="1" dirty="0">
                <a:latin typeface="+mn-ea"/>
              </a:rPr>
              <a:t>max()</a:t>
            </a:r>
            <a:r>
              <a:rPr lang="zh-CN" altLang="en-US" sz="2800" b="1" dirty="0">
                <a:latin typeface="+mn-ea"/>
              </a:rPr>
              <a:t>为例，要求将</a:t>
            </a:r>
            <a:r>
              <a:rPr lang="en-US" altLang="zh-CN" sz="2800" b="1" dirty="0">
                <a:latin typeface="+mn-ea"/>
              </a:rPr>
              <a:t>main()</a:t>
            </a:r>
            <a:r>
              <a:rPr lang="zh-CN" altLang="en-US" sz="2800" b="1" dirty="0">
                <a:latin typeface="+mn-ea"/>
              </a:rPr>
              <a:t>和</a:t>
            </a:r>
            <a:r>
              <a:rPr lang="en-US" altLang="zh-CN" sz="2800" b="1" dirty="0">
                <a:latin typeface="+mn-ea"/>
              </a:rPr>
              <a:t>max()</a:t>
            </a:r>
            <a:r>
              <a:rPr lang="zh-CN" altLang="en-US" sz="2800" b="1" dirty="0">
                <a:latin typeface="+mn-ea"/>
              </a:rPr>
              <a:t>放在两个不同的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源程序文件中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项目名称：</a:t>
            </a:r>
            <a:r>
              <a:rPr lang="en-US" altLang="zh-CN" sz="2800" b="1" dirty="0" err="1">
                <a:latin typeface="+mn-ea"/>
              </a:rPr>
              <a:t>ex_with_h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源程序名：</a:t>
            </a:r>
            <a:r>
              <a:rPr lang="en-US" altLang="zh-CN" sz="2800" b="1" dirty="0">
                <a:latin typeface="+mn-ea"/>
              </a:rPr>
              <a:t>ex3.cpp  (main</a:t>
            </a:r>
            <a:r>
              <a:rPr lang="zh-CN" altLang="en-US" sz="2800" b="1" dirty="0">
                <a:latin typeface="+mn-ea"/>
              </a:rPr>
              <a:t>函数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             ex4.cpp  (max</a:t>
            </a:r>
            <a:r>
              <a:rPr lang="zh-CN" altLang="en-US" sz="2800" b="1" dirty="0">
                <a:latin typeface="+mn-ea"/>
              </a:rPr>
              <a:t>函数的实现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头文件名：</a:t>
            </a:r>
            <a:r>
              <a:rPr lang="en-US" altLang="zh-CN" sz="2800" b="1" dirty="0" err="1">
                <a:latin typeface="+mn-ea"/>
              </a:rPr>
              <a:t>ex.h</a:t>
            </a:r>
            <a:r>
              <a:rPr lang="en-US" altLang="zh-CN" sz="2800" b="1" dirty="0">
                <a:latin typeface="+mn-ea"/>
              </a:rPr>
              <a:t>     (max</a:t>
            </a:r>
            <a:r>
              <a:rPr lang="zh-CN" altLang="en-US" sz="2800" b="1" dirty="0">
                <a:latin typeface="+mn-ea"/>
              </a:rPr>
              <a:t>函数的声明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注：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本文档描述的是建立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的项目文件，然后将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VS2022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已调试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通过的多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文件放入项目中，而不是新建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2.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单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文件编译为可执行文件，在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中既可以建项目文件，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也可以不建项目，之前的做法都是不建项目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057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  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还想看？这是你的作业哦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  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要求：仿照下发的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PDF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文档格式，按步骤截图说明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11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A3F240-2B51-E8B1-E250-DFC582678451}"/>
              </a:ext>
            </a:extLst>
          </p:cNvPr>
          <p:cNvSpPr txBox="1"/>
          <p:nvPr/>
        </p:nvSpPr>
        <p:spPr>
          <a:xfrm>
            <a:off x="373811" y="580845"/>
            <a:ext cx="105759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1.</a:t>
            </a:r>
            <a:r>
              <a:rPr lang="zh-CN" altLang="en-US" sz="2800" dirty="0"/>
              <a:t>启动</a:t>
            </a:r>
            <a:r>
              <a:rPr lang="en-US" altLang="zh-CN" sz="2800" dirty="0"/>
              <a:t>Dev C++</a:t>
            </a:r>
            <a:r>
              <a:rPr lang="zh-CN" altLang="en-US" sz="2800" dirty="0"/>
              <a:t>，选择</a:t>
            </a:r>
            <a:r>
              <a:rPr lang="en-US" altLang="zh-CN" sz="2800" dirty="0"/>
              <a:t>“</a:t>
            </a:r>
            <a:r>
              <a:rPr lang="zh-CN" altLang="en-US" sz="2800" dirty="0"/>
              <a:t>文件</a:t>
            </a:r>
            <a:r>
              <a:rPr lang="en-US" altLang="zh-CN" sz="2800" dirty="0"/>
              <a:t>”</a:t>
            </a:r>
            <a:r>
              <a:rPr lang="zh-CN" altLang="en-US" sz="2800" dirty="0"/>
              <a:t>菜单 </a:t>
            </a:r>
            <a:r>
              <a:rPr lang="en-US" altLang="zh-CN" sz="2800" dirty="0"/>
              <a:t>- “</a:t>
            </a:r>
            <a:r>
              <a:rPr lang="zh-CN" altLang="en-US" sz="2800" dirty="0"/>
              <a:t>新建</a:t>
            </a:r>
            <a:r>
              <a:rPr lang="en-US" altLang="zh-CN" sz="2800" dirty="0"/>
              <a:t>” – “</a:t>
            </a:r>
            <a:r>
              <a:rPr lang="zh-CN" altLang="en-US" sz="2800" dirty="0"/>
              <a:t>项目</a:t>
            </a:r>
            <a:r>
              <a:rPr lang="en-US" altLang="zh-CN" sz="2800" dirty="0"/>
              <a:t>”</a:t>
            </a:r>
          </a:p>
          <a:p>
            <a:r>
              <a:rPr lang="zh-CN" altLang="en-US" sz="2800" dirty="0"/>
              <a:t>或“新建文件”按钮</a:t>
            </a:r>
            <a:r>
              <a:rPr lang="en-US" altLang="zh-CN" sz="2800" dirty="0"/>
              <a:t> – </a:t>
            </a:r>
            <a:r>
              <a:rPr lang="zh-CN" altLang="en-US" sz="2800" dirty="0"/>
              <a:t>“项目”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76E675-E295-BC05-EC5C-B56F17A0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80" y="1729846"/>
            <a:ext cx="8622636" cy="309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5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8AC40E-BF23-1051-2698-8583F4A7DCB8}"/>
              </a:ext>
            </a:extLst>
          </p:cNvPr>
          <p:cNvSpPr txBox="1"/>
          <p:nvPr/>
        </p:nvSpPr>
        <p:spPr>
          <a:xfrm>
            <a:off x="1063925" y="408317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2.</a:t>
            </a:r>
            <a:r>
              <a:rPr lang="zh-CN" altLang="en-US" sz="2800" dirty="0"/>
              <a:t>在出现的对话框中，</a:t>
            </a:r>
            <a:r>
              <a:rPr lang="en-US" altLang="zh-CN" sz="2800" dirty="0"/>
              <a:t>"Basic" -"Console application“</a:t>
            </a:r>
          </a:p>
          <a:p>
            <a:r>
              <a:rPr lang="zh-CN" altLang="en-US" sz="2800" dirty="0"/>
              <a:t>选择“</a:t>
            </a:r>
            <a:r>
              <a:rPr lang="en-US" altLang="zh-CN" sz="2800" dirty="0"/>
              <a:t>c</a:t>
            </a:r>
            <a:r>
              <a:rPr lang="zh-CN" altLang="en-US" sz="2800" dirty="0"/>
              <a:t>项目”</a:t>
            </a:r>
            <a:r>
              <a:rPr lang="en-US" altLang="zh-CN" sz="2800" dirty="0"/>
              <a:t>/</a:t>
            </a:r>
            <a:r>
              <a:rPr lang="zh-CN" altLang="en-US" sz="2800" dirty="0"/>
              <a:t>“</a:t>
            </a:r>
            <a:r>
              <a:rPr lang="en-US" altLang="zh-CN" sz="2800" dirty="0" err="1"/>
              <a:t>c++</a:t>
            </a:r>
            <a:r>
              <a:rPr lang="zh-CN" altLang="en-US" sz="2800" dirty="0"/>
              <a:t>项目”，输入项目名称，按“确定”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E60750-923A-A652-6823-EB9B8CE27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96" y="1951636"/>
            <a:ext cx="6716310" cy="4150115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607DDA2-829A-DF9A-3179-6382B1CBFD04}"/>
              </a:ext>
            </a:extLst>
          </p:cNvPr>
          <p:cNvCxnSpPr/>
          <p:nvPr/>
        </p:nvCxnSpPr>
        <p:spPr bwMode="auto">
          <a:xfrm flipH="1">
            <a:off x="1685026" y="1685026"/>
            <a:ext cx="851140" cy="7131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1FE811C-E0A7-8E88-A469-DD3727FCE544}"/>
              </a:ext>
            </a:extLst>
          </p:cNvPr>
          <p:cNvCxnSpPr/>
          <p:nvPr/>
        </p:nvCxnSpPr>
        <p:spPr bwMode="auto">
          <a:xfrm flipH="1" flipV="1">
            <a:off x="2777706" y="3370053"/>
            <a:ext cx="437071" cy="5118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0409EE7-568D-0771-8ECB-A41B7F091AD6}"/>
              </a:ext>
            </a:extLst>
          </p:cNvPr>
          <p:cNvCxnSpPr/>
          <p:nvPr/>
        </p:nvCxnSpPr>
        <p:spPr bwMode="auto">
          <a:xfrm flipH="1">
            <a:off x="6047117" y="3881887"/>
            <a:ext cx="851140" cy="7131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35574EB-071A-7BEB-E961-1BB002E4AB43}"/>
              </a:ext>
            </a:extLst>
          </p:cNvPr>
          <p:cNvCxnSpPr/>
          <p:nvPr/>
        </p:nvCxnSpPr>
        <p:spPr bwMode="auto">
          <a:xfrm flipH="1">
            <a:off x="2145101" y="4689894"/>
            <a:ext cx="851140" cy="7131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66109EF-8FC2-683B-5EA9-8131BF39CD66}"/>
              </a:ext>
            </a:extLst>
          </p:cNvPr>
          <p:cNvCxnSpPr/>
          <p:nvPr/>
        </p:nvCxnSpPr>
        <p:spPr bwMode="auto">
          <a:xfrm flipH="1">
            <a:off x="5244860" y="5046452"/>
            <a:ext cx="851140" cy="7131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0227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31BEED-3F39-F34F-C29B-9BD60C32BBF8}"/>
              </a:ext>
            </a:extLst>
          </p:cNvPr>
          <p:cNvSpPr txBox="1"/>
          <p:nvPr/>
        </p:nvSpPr>
        <p:spPr>
          <a:xfrm>
            <a:off x="907575" y="498143"/>
            <a:ext cx="9792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3.</a:t>
            </a:r>
            <a:r>
              <a:rPr lang="zh-CN" altLang="en-US" sz="2800" dirty="0"/>
              <a:t>在出现的对话框中选择项目文件存放目录，按</a:t>
            </a:r>
            <a:r>
              <a:rPr lang="en-US" altLang="zh-CN" sz="2800" dirty="0"/>
              <a:t>"</a:t>
            </a:r>
            <a:r>
              <a:rPr lang="zh-CN" altLang="en-US" sz="2800" dirty="0"/>
              <a:t>保存</a:t>
            </a:r>
            <a:r>
              <a:rPr lang="en-US" altLang="zh-CN" sz="2800" dirty="0"/>
              <a:t>"</a:t>
            </a: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F7A368-C9C8-AAD0-EB60-8FD38DD88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11" y="1738706"/>
            <a:ext cx="5887386" cy="4526379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E51D696F-5323-C0E1-D744-98D04E420089}"/>
              </a:ext>
            </a:extLst>
          </p:cNvPr>
          <p:cNvSpPr/>
          <p:nvPr/>
        </p:nvSpPr>
        <p:spPr bwMode="auto">
          <a:xfrm>
            <a:off x="1624436" y="2087658"/>
            <a:ext cx="1581510" cy="324475"/>
          </a:xfrm>
          <a:prstGeom prst="ellipse">
            <a:avLst/>
          </a:prstGeom>
          <a:solidFill>
            <a:srgbClr val="FF3300">
              <a:alpha val="30196"/>
            </a:srgb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90AFBD6-1AFB-C184-E570-6F628BD53958}"/>
              </a:ext>
            </a:extLst>
          </p:cNvPr>
          <p:cNvCxnSpPr/>
          <p:nvPr/>
        </p:nvCxnSpPr>
        <p:spPr bwMode="auto">
          <a:xfrm flipH="1">
            <a:off x="5342626" y="4790535"/>
            <a:ext cx="598098" cy="76487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03D5A758-AB7C-8FBD-FB21-AFB4723AE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418" y="2030084"/>
            <a:ext cx="7701266" cy="3778369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AA4942C7-CF99-D489-B0FD-E97167C97514}"/>
              </a:ext>
            </a:extLst>
          </p:cNvPr>
          <p:cNvSpPr/>
          <p:nvPr/>
        </p:nvSpPr>
        <p:spPr bwMode="auto">
          <a:xfrm>
            <a:off x="6773589" y="2030084"/>
            <a:ext cx="1581510" cy="324475"/>
          </a:xfrm>
          <a:prstGeom prst="ellipse">
            <a:avLst/>
          </a:prstGeom>
          <a:solidFill>
            <a:srgbClr val="FF3300">
              <a:alpha val="30196"/>
            </a:srgb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46FD198-51D5-C445-C1E9-51D70BD41B24}"/>
              </a:ext>
            </a:extLst>
          </p:cNvPr>
          <p:cNvCxnSpPr>
            <a:stCxn id="10" idx="2"/>
            <a:endCxn id="5" idx="6"/>
          </p:cNvCxnSpPr>
          <p:nvPr/>
        </p:nvCxnSpPr>
        <p:spPr bwMode="auto">
          <a:xfrm flipH="1">
            <a:off x="3205946" y="2192322"/>
            <a:ext cx="3567643" cy="5757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7163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FF6E31-AAB6-F544-1733-6326F982C805}"/>
              </a:ext>
            </a:extLst>
          </p:cNvPr>
          <p:cNvSpPr txBox="1"/>
          <p:nvPr/>
        </p:nvSpPr>
        <p:spPr>
          <a:xfrm>
            <a:off x="764275" y="484496"/>
            <a:ext cx="9921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4.</a:t>
            </a:r>
            <a:r>
              <a:rPr lang="zh-CN" altLang="en-US" sz="2800" dirty="0"/>
              <a:t>文件已建立，展开左侧的项目，可以看到</a:t>
            </a:r>
            <a:r>
              <a:rPr lang="en-US" altLang="zh-CN" sz="2800" dirty="0"/>
              <a:t>Dev C++</a:t>
            </a:r>
            <a:r>
              <a:rPr lang="zh-CN" altLang="en-US" sz="2800" dirty="0"/>
              <a:t>已添加</a:t>
            </a:r>
            <a:r>
              <a:rPr lang="en-US" altLang="zh-CN" sz="2800" dirty="0"/>
              <a:t>main.cpp</a:t>
            </a:r>
            <a:r>
              <a:rPr lang="zh-CN" altLang="en-US" sz="2800" dirty="0"/>
              <a:t>并有了初始内容（空函数）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40613C-CD92-3505-4BEA-7A5413920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2" y="1507460"/>
            <a:ext cx="12192000" cy="4712008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8DDD380-3726-F9C7-E7B7-42DC97963DE9}"/>
              </a:ext>
            </a:extLst>
          </p:cNvPr>
          <p:cNvCxnSpPr/>
          <p:nvPr/>
        </p:nvCxnSpPr>
        <p:spPr bwMode="auto">
          <a:xfrm flipH="1" flipV="1">
            <a:off x="327204" y="3351630"/>
            <a:ext cx="437071" cy="5118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0857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E7BE35-B655-ED27-24A8-A7A619E36359}"/>
              </a:ext>
            </a:extLst>
          </p:cNvPr>
          <p:cNvSpPr txBox="1"/>
          <p:nvPr/>
        </p:nvSpPr>
        <p:spPr>
          <a:xfrm>
            <a:off x="968991" y="368490"/>
            <a:ext cx="7717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5.</a:t>
            </a:r>
            <a:r>
              <a:rPr lang="zh-CN" altLang="en-US" sz="2800" dirty="0"/>
              <a:t>选中</a:t>
            </a:r>
            <a:r>
              <a:rPr lang="en-US" altLang="zh-CN" sz="2800" dirty="0"/>
              <a:t>main.cpp -</a:t>
            </a:r>
            <a:r>
              <a:rPr lang="zh-CN" altLang="en-US" sz="2800" dirty="0"/>
              <a:t>右键菜单</a:t>
            </a:r>
            <a:r>
              <a:rPr lang="en-US" altLang="zh-CN" sz="2800" dirty="0"/>
              <a:t>-</a:t>
            </a:r>
            <a:r>
              <a:rPr lang="zh-CN" altLang="en-US" sz="2800" dirty="0"/>
              <a:t>选 移除文件，会弹出对话框，询问是否保存</a:t>
            </a:r>
            <a:r>
              <a:rPr lang="en-US" altLang="zh-CN" sz="2800" dirty="0"/>
              <a:t>main.cpp</a:t>
            </a:r>
            <a:r>
              <a:rPr lang="zh-CN" altLang="en-US" sz="2800" dirty="0"/>
              <a:t>，选</a:t>
            </a:r>
            <a:r>
              <a:rPr lang="en-US" altLang="zh-CN" sz="2800" dirty="0"/>
              <a:t>"No"</a:t>
            </a:r>
            <a:r>
              <a:rPr lang="zh-CN" altLang="en-US" sz="2800" dirty="0"/>
              <a:t>即可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2F7C8F-961D-5CCA-6B15-BCE8F6182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6071"/>
            <a:ext cx="9152899" cy="38660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A49AB6B-7D41-C1FF-FE67-96926932D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813" y="4088384"/>
            <a:ext cx="4451500" cy="2128351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9B98B93-3D4F-6C9D-BD07-143C13BD87F0}"/>
              </a:ext>
            </a:extLst>
          </p:cNvPr>
          <p:cNvCxnSpPr>
            <a:cxnSpLocks/>
          </p:cNvCxnSpPr>
          <p:nvPr/>
        </p:nvCxnSpPr>
        <p:spPr bwMode="auto">
          <a:xfrm flipV="1">
            <a:off x="927877" y="3059357"/>
            <a:ext cx="327204" cy="73928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766E631-B4FD-0EE7-D779-78B2B608B96F}"/>
              </a:ext>
            </a:extLst>
          </p:cNvPr>
          <p:cNvCxnSpPr>
            <a:cxnSpLocks/>
          </p:cNvCxnSpPr>
          <p:nvPr/>
        </p:nvCxnSpPr>
        <p:spPr bwMode="auto">
          <a:xfrm flipH="1">
            <a:off x="5317877" y="4573050"/>
            <a:ext cx="305000" cy="100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A9F5362-08D2-401F-BF6C-5C327A8CD4F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29648" y="3005877"/>
            <a:ext cx="437071" cy="5118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3E00CC4F-71BA-6A8F-0A03-EE1DBC2B1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714" y="4023880"/>
            <a:ext cx="5303956" cy="2636098"/>
          </a:xfrm>
          <a:prstGeom prst="rect">
            <a:avLst/>
          </a:prstGeom>
        </p:spPr>
      </p:pic>
      <p:sp>
        <p:nvSpPr>
          <p:cNvPr id="21" name="箭头: 右 20">
            <a:extLst>
              <a:ext uri="{FF2B5EF4-FFF2-40B4-BE49-F238E27FC236}">
                <a16:creationId xmlns:a16="http://schemas.microsoft.com/office/drawing/2014/main" id="{DDEC3FC0-92DE-C477-B034-E33744B3AD19}"/>
              </a:ext>
            </a:extLst>
          </p:cNvPr>
          <p:cNvSpPr/>
          <p:nvPr/>
        </p:nvSpPr>
        <p:spPr bwMode="auto">
          <a:xfrm>
            <a:off x="6776113" y="4838131"/>
            <a:ext cx="1050878" cy="805218"/>
          </a:xfrm>
          <a:prstGeom prst="rightArrow">
            <a:avLst/>
          </a:prstGeom>
          <a:solidFill>
            <a:srgbClr val="FF3300">
              <a:alpha val="30196"/>
            </a:srgbClr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26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01A5F03-309C-9BB7-D8E7-377C5310095F}"/>
              </a:ext>
            </a:extLst>
          </p:cNvPr>
          <p:cNvSpPr txBox="1"/>
          <p:nvPr/>
        </p:nvSpPr>
        <p:spPr>
          <a:xfrm>
            <a:off x="934872" y="477672"/>
            <a:ext cx="101198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6.</a:t>
            </a:r>
            <a:r>
              <a:rPr lang="zh-CN" altLang="en-US" sz="3200" dirty="0"/>
              <a:t>选中项目</a:t>
            </a:r>
            <a:r>
              <a:rPr lang="en-US" altLang="zh-CN" sz="3200" dirty="0"/>
              <a:t>-</a:t>
            </a:r>
            <a:r>
              <a:rPr lang="zh-CN" altLang="en-US" sz="3200" dirty="0"/>
              <a:t>右键菜单</a:t>
            </a:r>
            <a:r>
              <a:rPr lang="en-US" altLang="zh-CN" sz="3200" dirty="0"/>
              <a:t>-“</a:t>
            </a:r>
            <a:r>
              <a:rPr lang="zh-CN" altLang="en-US" sz="3200" dirty="0"/>
              <a:t>添加文件</a:t>
            </a:r>
            <a:r>
              <a:rPr lang="en-US" altLang="zh-CN" sz="3200" dirty="0"/>
              <a:t>”</a:t>
            </a:r>
            <a:r>
              <a:rPr lang="zh-CN" altLang="en-US" sz="3200" dirty="0"/>
              <a:t>，在出现的对话框中同时选中</a:t>
            </a:r>
            <a:r>
              <a:rPr lang="en-US" altLang="zh-CN" sz="3200" dirty="0" err="1"/>
              <a:t>ex.h</a:t>
            </a:r>
            <a:r>
              <a:rPr lang="zh-CN" altLang="en-US" sz="3200" dirty="0"/>
              <a:t>、</a:t>
            </a:r>
            <a:r>
              <a:rPr lang="en-US" altLang="zh-CN" sz="3200" dirty="0"/>
              <a:t>ex3.cpp</a:t>
            </a:r>
            <a:r>
              <a:rPr lang="zh-CN" altLang="en-US" sz="3200" dirty="0"/>
              <a:t>和</a:t>
            </a:r>
            <a:r>
              <a:rPr lang="en-US" altLang="zh-CN" sz="3200" dirty="0"/>
              <a:t>ex4.cpp</a:t>
            </a:r>
            <a:r>
              <a:rPr lang="zh-CN" altLang="en-US" sz="3200" dirty="0"/>
              <a:t>，按</a:t>
            </a:r>
            <a:r>
              <a:rPr lang="en-US" altLang="zh-CN" sz="3200" dirty="0"/>
              <a:t>"</a:t>
            </a:r>
            <a:r>
              <a:rPr lang="zh-CN" altLang="en-US" sz="3200" dirty="0"/>
              <a:t>打开</a:t>
            </a:r>
            <a:r>
              <a:rPr lang="en-US" altLang="zh-CN" sz="3200" dirty="0"/>
              <a:t>”</a:t>
            </a:r>
            <a:endParaRPr lang="zh-CN" altLang="en-US" sz="3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2CABCA-0459-5D88-BF4E-CBDE53909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58" y="1818994"/>
            <a:ext cx="4528750" cy="44794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04F492E-2BE4-E983-99E1-917315724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55" y="1818994"/>
            <a:ext cx="6197671" cy="4790364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6C04080-7CE0-32BE-B756-8B7028FAB85C}"/>
              </a:ext>
            </a:extLst>
          </p:cNvPr>
          <p:cNvCxnSpPr>
            <a:cxnSpLocks/>
          </p:cNvCxnSpPr>
          <p:nvPr/>
        </p:nvCxnSpPr>
        <p:spPr bwMode="auto">
          <a:xfrm flipH="1">
            <a:off x="1448737" y="2710130"/>
            <a:ext cx="305000" cy="100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F1F6563-4FD8-F854-C08B-9994E03604F2}"/>
              </a:ext>
            </a:extLst>
          </p:cNvPr>
          <p:cNvCxnSpPr>
            <a:cxnSpLocks/>
          </p:cNvCxnSpPr>
          <p:nvPr/>
        </p:nvCxnSpPr>
        <p:spPr bwMode="auto">
          <a:xfrm flipH="1">
            <a:off x="2015119" y="3112739"/>
            <a:ext cx="305000" cy="100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66C1135-11BE-8B9B-B200-103705CDD690}"/>
              </a:ext>
            </a:extLst>
          </p:cNvPr>
          <p:cNvCxnSpPr>
            <a:cxnSpLocks/>
          </p:cNvCxnSpPr>
          <p:nvPr/>
        </p:nvCxnSpPr>
        <p:spPr bwMode="auto">
          <a:xfrm flipH="1">
            <a:off x="7788122" y="2208869"/>
            <a:ext cx="305000" cy="100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AD3FA34-DE49-68DA-53A8-CF7BA7DA1F46}"/>
              </a:ext>
            </a:extLst>
          </p:cNvPr>
          <p:cNvCxnSpPr>
            <a:cxnSpLocks/>
          </p:cNvCxnSpPr>
          <p:nvPr/>
        </p:nvCxnSpPr>
        <p:spPr bwMode="auto">
          <a:xfrm flipH="1">
            <a:off x="8736790" y="3613999"/>
            <a:ext cx="305000" cy="100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3718A8F-3A8C-0ADF-5E60-53FD82661432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02187" y="4859653"/>
            <a:ext cx="305000" cy="100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20F851A-2968-9700-80A8-8C7632A01DF6}"/>
              </a:ext>
            </a:extLst>
          </p:cNvPr>
          <p:cNvSpPr/>
          <p:nvPr/>
        </p:nvSpPr>
        <p:spPr bwMode="auto">
          <a:xfrm>
            <a:off x="4718551" y="3811302"/>
            <a:ext cx="1050878" cy="805218"/>
          </a:xfrm>
          <a:prstGeom prst="rightArrow">
            <a:avLst/>
          </a:prstGeom>
          <a:solidFill>
            <a:srgbClr val="FF3300">
              <a:alpha val="30196"/>
            </a:srgbClr>
          </a:solidFill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65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0CC6F-5973-89E3-01BC-E71E9060F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7.</a:t>
            </a:r>
            <a:r>
              <a:rPr lang="zh-CN" altLang="en-US" sz="2800" dirty="0"/>
              <a:t>文件添加成功，可以看到两个</a:t>
            </a:r>
            <a:r>
              <a:rPr lang="en-US" altLang="zh-CN" sz="2800" dirty="0" err="1"/>
              <a:t>cpp</a:t>
            </a:r>
            <a:r>
              <a:rPr lang="zh-CN" altLang="en-US" sz="2800" dirty="0"/>
              <a:t>，一个</a:t>
            </a:r>
            <a:r>
              <a:rPr lang="en-US" altLang="zh-CN" sz="2800" dirty="0"/>
              <a:t>.h</a:t>
            </a:r>
            <a:r>
              <a:rPr lang="zh-CN" altLang="en-US" sz="2800" dirty="0"/>
              <a:t>。单击可以打开文件，并在右侧编辑查看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1EEC28-6509-7D6C-8C57-3D02DF228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660" y="1752600"/>
            <a:ext cx="8208100" cy="4804012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6DA8A3E-C5E6-AD32-36F2-A326B901569B}"/>
              </a:ext>
            </a:extLst>
          </p:cNvPr>
          <p:cNvCxnSpPr>
            <a:cxnSpLocks/>
          </p:cNvCxnSpPr>
          <p:nvPr/>
        </p:nvCxnSpPr>
        <p:spPr bwMode="auto">
          <a:xfrm>
            <a:off x="1066900" y="3604059"/>
            <a:ext cx="898378" cy="1286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6816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5C7A8-9E91-2108-269B-DAF30982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8."</a:t>
            </a:r>
            <a:r>
              <a:rPr lang="zh-CN" altLang="en-US" sz="3200" dirty="0"/>
              <a:t>运行</a:t>
            </a:r>
            <a:r>
              <a:rPr lang="en-US" altLang="zh-CN" sz="3200" dirty="0"/>
              <a:t>"</a:t>
            </a:r>
            <a:r>
              <a:rPr lang="zh-CN" altLang="en-US" sz="3200" dirty="0"/>
              <a:t>菜单</a:t>
            </a:r>
            <a:r>
              <a:rPr lang="en-US" altLang="zh-CN" sz="3200" dirty="0"/>
              <a:t>-"</a:t>
            </a:r>
            <a:r>
              <a:rPr lang="zh-CN" altLang="en-US" sz="3200" dirty="0"/>
              <a:t>编译运行</a:t>
            </a:r>
            <a:r>
              <a:rPr lang="en-US" altLang="zh-CN" sz="3200" dirty="0"/>
              <a:t>" </a:t>
            </a:r>
            <a:r>
              <a:rPr lang="zh-CN" altLang="en-US" sz="3200" dirty="0"/>
              <a:t>或按</a:t>
            </a:r>
            <a:r>
              <a:rPr lang="en-US" altLang="zh-CN" sz="3200" dirty="0"/>
              <a:t>"F11"</a:t>
            </a:r>
            <a:r>
              <a:rPr lang="zh-CN" altLang="en-US" sz="3200" dirty="0"/>
              <a:t>键，可以运行程序并观察结果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E48F1F-7F1F-C99D-15D5-D8D22B2A1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32" y="1794682"/>
            <a:ext cx="9696735" cy="479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7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1BEEC-C291-8F38-906C-EEBBA9A3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9.</a:t>
            </a:r>
            <a:r>
              <a:rPr lang="zh-CN" altLang="en-US" sz="3200" dirty="0"/>
              <a:t>退出</a:t>
            </a:r>
            <a:r>
              <a:rPr lang="en-US" altLang="zh-CN" sz="3200" dirty="0"/>
              <a:t>Dev C++</a:t>
            </a:r>
            <a:r>
              <a:rPr lang="zh-CN" altLang="en-US" sz="3200" dirty="0"/>
              <a:t>后，再次双击</a:t>
            </a:r>
            <a:r>
              <a:rPr lang="en-US" altLang="zh-CN" sz="3200" dirty="0"/>
              <a:t>*.dev</a:t>
            </a:r>
            <a:r>
              <a:rPr lang="zh-CN" altLang="en-US" sz="3200" dirty="0"/>
              <a:t>图标，即可再次打开项目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2458BD-2466-CFC7-7923-17E9F4BB5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14" y="1639645"/>
            <a:ext cx="7714843" cy="5218355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75C4182-247C-C8F8-C42F-076C56A788ED}"/>
              </a:ext>
            </a:extLst>
          </p:cNvPr>
          <p:cNvCxnSpPr>
            <a:cxnSpLocks/>
          </p:cNvCxnSpPr>
          <p:nvPr/>
        </p:nvCxnSpPr>
        <p:spPr bwMode="auto">
          <a:xfrm flipH="1">
            <a:off x="4253352" y="2782645"/>
            <a:ext cx="305000" cy="100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9077330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427</Words>
  <Application>Microsoft Office PowerPoint</Application>
  <PresentationFormat>宽屏</PresentationFormat>
  <Paragraphs>29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等线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7.文件添加成功，可以看到两个cpp，一个.h。单击可以打开文件，并在右侧编辑查看</vt:lpstr>
      <vt:lpstr>8."运行"菜单-"编译运行" 或按"F11"键，可以运行程序并观察结果</vt:lpstr>
      <vt:lpstr>9.退出Dev C++后，再次双击*.dev图标，即可再次打开项目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17</cp:revision>
  <dcterms:created xsi:type="dcterms:W3CDTF">2020-08-13T13:39:53Z</dcterms:created>
  <dcterms:modified xsi:type="dcterms:W3CDTF">2024-04-24T12:46:20Z</dcterms:modified>
</cp:coreProperties>
</file>