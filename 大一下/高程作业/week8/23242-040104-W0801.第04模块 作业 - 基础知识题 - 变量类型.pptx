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3"/>
  </p:notesMasterIdLst>
  <p:sldIdLst>
    <p:sldId id="1236" r:id="rId2"/>
    <p:sldId id="1279" r:id="rId3"/>
    <p:sldId id="1237" r:id="rId4"/>
    <p:sldId id="1281" r:id="rId5"/>
    <p:sldId id="1297" r:id="rId6"/>
    <p:sldId id="1302" r:id="rId7"/>
    <p:sldId id="1303" r:id="rId8"/>
    <p:sldId id="1251" r:id="rId9"/>
    <p:sldId id="1282" r:id="rId10"/>
    <p:sldId id="1304" r:id="rId11"/>
    <p:sldId id="1305" r:id="rId12"/>
    <p:sldId id="1298" r:id="rId13"/>
    <p:sldId id="1285" r:id="rId14"/>
    <p:sldId id="1306" r:id="rId15"/>
    <p:sldId id="1307" r:id="rId16"/>
    <p:sldId id="1299" r:id="rId17"/>
    <p:sldId id="1308" r:id="rId18"/>
    <p:sldId id="1286" r:id="rId19"/>
    <p:sldId id="1300" r:id="rId20"/>
    <p:sldId id="1293" r:id="rId21"/>
    <p:sldId id="1301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16AC71-F324-415D-A001-7E6419E8E156}" v="237" dt="2024-04-24T11:47:20.5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86411" autoAdjust="0"/>
  </p:normalViewPr>
  <p:slideViewPr>
    <p:cSldViewPr snapToGrid="0">
      <p:cViewPr varScale="1">
        <p:scale>
          <a:sx n="76" d="100"/>
          <a:sy n="76" d="100"/>
        </p:scale>
        <p:origin x="246" y="5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sheng" userId="b3919e0d8ca6a452" providerId="LiveId" clId="{7D16AC71-F324-415D-A001-7E6419E8E156}"/>
    <pc:docChg chg="custSel modSld">
      <pc:chgData name="xi sheng" userId="b3919e0d8ca6a452" providerId="LiveId" clId="{7D16AC71-F324-415D-A001-7E6419E8E156}" dt="2024-04-24T11:48:07.167" v="711" actId="20577"/>
      <pc:docMkLst>
        <pc:docMk/>
      </pc:docMkLst>
      <pc:sldChg chg="addSp modSp mod">
        <pc:chgData name="xi sheng" userId="b3919e0d8ca6a452" providerId="LiveId" clId="{7D16AC71-F324-415D-A001-7E6419E8E156}" dt="2024-04-20T06:07:59.853" v="134" actId="20577"/>
        <pc:sldMkLst>
          <pc:docMk/>
          <pc:sldMk cId="4052814247" sldId="1281"/>
        </pc:sldMkLst>
        <pc:spChg chg="mod">
          <ac:chgData name="xi sheng" userId="b3919e0d8ca6a452" providerId="LiveId" clId="{7D16AC71-F324-415D-A001-7E6419E8E156}" dt="2024-04-20T06:07:59.853" v="134" actId="20577"/>
          <ac:spMkLst>
            <pc:docMk/>
            <pc:sldMk cId="4052814247" sldId="1281"/>
            <ac:spMk id="2" creationId="{7B796D6E-7794-4E09-A096-348F9B2F78C7}"/>
          </ac:spMkLst>
        </pc:spChg>
        <pc:picChg chg="add mod">
          <ac:chgData name="xi sheng" userId="b3919e0d8ca6a452" providerId="LiveId" clId="{7D16AC71-F324-415D-A001-7E6419E8E156}" dt="2024-04-20T06:00:09" v="4" actId="1076"/>
          <ac:picMkLst>
            <pc:docMk/>
            <pc:sldMk cId="4052814247" sldId="1281"/>
            <ac:picMk id="5" creationId="{559BF09D-B8B2-8671-52B2-24D17BE13323}"/>
          </ac:picMkLst>
        </pc:picChg>
        <pc:picChg chg="add mod">
          <ac:chgData name="xi sheng" userId="b3919e0d8ca6a452" providerId="LiveId" clId="{7D16AC71-F324-415D-A001-7E6419E8E156}" dt="2024-04-20T06:05:18.839" v="55" actId="14100"/>
          <ac:picMkLst>
            <pc:docMk/>
            <pc:sldMk cId="4052814247" sldId="1281"/>
            <ac:picMk id="7" creationId="{D971A71C-B306-0ACD-22B6-5691A54892EE}"/>
          </ac:picMkLst>
        </pc:picChg>
      </pc:sldChg>
      <pc:sldChg chg="addSp modSp mod">
        <pc:chgData name="xi sheng" userId="b3919e0d8ca6a452" providerId="LiveId" clId="{7D16AC71-F324-415D-A001-7E6419E8E156}" dt="2024-04-24T11:47:20.588" v="701"/>
        <pc:sldMkLst>
          <pc:docMk/>
          <pc:sldMk cId="3388711671" sldId="1282"/>
        </pc:sldMkLst>
        <pc:spChg chg="mod">
          <ac:chgData name="xi sheng" userId="b3919e0d8ca6a452" providerId="LiveId" clId="{7D16AC71-F324-415D-A001-7E6419E8E156}" dt="2024-04-20T06:24:45.545" v="340"/>
          <ac:spMkLst>
            <pc:docMk/>
            <pc:sldMk cId="3388711671" sldId="1282"/>
            <ac:spMk id="2" creationId="{7B796D6E-7794-4E09-A096-348F9B2F78C7}"/>
          </ac:spMkLst>
        </pc:spChg>
        <pc:spChg chg="mod">
          <ac:chgData name="xi sheng" userId="b3919e0d8ca6a452" providerId="LiveId" clId="{7D16AC71-F324-415D-A001-7E6419E8E156}" dt="2024-04-24T11:47:20.588" v="701"/>
          <ac:spMkLst>
            <pc:docMk/>
            <pc:sldMk cId="3388711671" sldId="1282"/>
            <ac:spMk id="3" creationId="{F46DDED7-DA1F-4F18-ACEF-244B92560D08}"/>
          </ac:spMkLst>
        </pc:spChg>
        <pc:picChg chg="add mod">
          <ac:chgData name="xi sheng" userId="b3919e0d8ca6a452" providerId="LiveId" clId="{7D16AC71-F324-415D-A001-7E6419E8E156}" dt="2024-04-20T06:21:35.008" v="280" actId="1076"/>
          <ac:picMkLst>
            <pc:docMk/>
            <pc:sldMk cId="3388711671" sldId="1282"/>
            <ac:picMk id="5" creationId="{A374DC92-1750-2240-82CA-A37B8E8BCBB7}"/>
          </ac:picMkLst>
        </pc:picChg>
      </pc:sldChg>
      <pc:sldChg chg="addSp modSp mod">
        <pc:chgData name="xi sheng" userId="b3919e0d8ca6a452" providerId="LiveId" clId="{7D16AC71-F324-415D-A001-7E6419E8E156}" dt="2024-04-24T11:48:00.218" v="709" actId="20577"/>
        <pc:sldMkLst>
          <pc:docMk/>
          <pc:sldMk cId="1336682959" sldId="1285"/>
        </pc:sldMkLst>
        <pc:spChg chg="mod">
          <ac:chgData name="xi sheng" userId="b3919e0d8ca6a452" providerId="LiveId" clId="{7D16AC71-F324-415D-A001-7E6419E8E156}" dt="2024-04-20T06:29:02.592" v="481"/>
          <ac:spMkLst>
            <pc:docMk/>
            <pc:sldMk cId="1336682959" sldId="1285"/>
            <ac:spMk id="2" creationId="{7B796D6E-7794-4E09-A096-348F9B2F78C7}"/>
          </ac:spMkLst>
        </pc:spChg>
        <pc:spChg chg="mod">
          <ac:chgData name="xi sheng" userId="b3919e0d8ca6a452" providerId="LiveId" clId="{7D16AC71-F324-415D-A001-7E6419E8E156}" dt="2024-04-24T11:48:00.218" v="709" actId="20577"/>
          <ac:spMkLst>
            <pc:docMk/>
            <pc:sldMk cId="1336682959" sldId="1285"/>
            <ac:spMk id="3" creationId="{F46DDED7-DA1F-4F18-ACEF-244B92560D08}"/>
          </ac:spMkLst>
        </pc:spChg>
        <pc:picChg chg="add mod">
          <ac:chgData name="xi sheng" userId="b3919e0d8ca6a452" providerId="LiveId" clId="{7D16AC71-F324-415D-A001-7E6419E8E156}" dt="2024-04-20T06:27:56.320" v="430" actId="1076"/>
          <ac:picMkLst>
            <pc:docMk/>
            <pc:sldMk cId="1336682959" sldId="1285"/>
            <ac:picMk id="5" creationId="{513D90F5-2230-B156-C9AE-1662C44385B4}"/>
          </ac:picMkLst>
        </pc:picChg>
      </pc:sldChg>
      <pc:sldChg chg="addSp modSp mod">
        <pc:chgData name="xi sheng" userId="b3919e0d8ca6a452" providerId="LiveId" clId="{7D16AC71-F324-415D-A001-7E6419E8E156}" dt="2024-04-20T06:56:45.436" v="624"/>
        <pc:sldMkLst>
          <pc:docMk/>
          <pc:sldMk cId="856083519" sldId="1286"/>
        </pc:sldMkLst>
        <pc:spChg chg="mod">
          <ac:chgData name="xi sheng" userId="b3919e0d8ca6a452" providerId="LiveId" clId="{7D16AC71-F324-415D-A001-7E6419E8E156}" dt="2024-04-20T06:56:45.436" v="624"/>
          <ac:spMkLst>
            <pc:docMk/>
            <pc:sldMk cId="856083519" sldId="1286"/>
            <ac:spMk id="2" creationId="{7B796D6E-7794-4E09-A096-348F9B2F78C7}"/>
          </ac:spMkLst>
        </pc:spChg>
        <pc:picChg chg="add mod">
          <ac:chgData name="xi sheng" userId="b3919e0d8ca6a452" providerId="LiveId" clId="{7D16AC71-F324-415D-A001-7E6419E8E156}" dt="2024-04-20T06:54:40.907" v="604" actId="1076"/>
          <ac:picMkLst>
            <pc:docMk/>
            <pc:sldMk cId="856083519" sldId="1286"/>
            <ac:picMk id="5" creationId="{1E35674A-BF54-A54B-0029-84BD5B263231}"/>
          </ac:picMkLst>
        </pc:picChg>
        <pc:picChg chg="add mod">
          <ac:chgData name="xi sheng" userId="b3919e0d8ca6a452" providerId="LiveId" clId="{7D16AC71-F324-415D-A001-7E6419E8E156}" dt="2024-04-20T06:54:50.664" v="606" actId="1076"/>
          <ac:picMkLst>
            <pc:docMk/>
            <pc:sldMk cId="856083519" sldId="1286"/>
            <ac:picMk id="7" creationId="{A6A74808-DCF2-1F3A-6BA9-C1E53E30F2E1}"/>
          </ac:picMkLst>
        </pc:picChg>
        <pc:picChg chg="add mod">
          <ac:chgData name="xi sheng" userId="b3919e0d8ca6a452" providerId="LiveId" clId="{7D16AC71-F324-415D-A001-7E6419E8E156}" dt="2024-04-20T06:54:59.921" v="608" actId="1076"/>
          <ac:picMkLst>
            <pc:docMk/>
            <pc:sldMk cId="856083519" sldId="1286"/>
            <ac:picMk id="9" creationId="{B39B253C-219D-AE41-FC64-5501D5A1331F}"/>
          </ac:picMkLst>
        </pc:picChg>
      </pc:sldChg>
      <pc:sldChg chg="addSp modSp mod">
        <pc:chgData name="xi sheng" userId="b3919e0d8ca6a452" providerId="LiveId" clId="{7D16AC71-F324-415D-A001-7E6419E8E156}" dt="2024-04-20T07:00:44.513" v="658"/>
        <pc:sldMkLst>
          <pc:docMk/>
          <pc:sldMk cId="3245445765" sldId="1293"/>
        </pc:sldMkLst>
        <pc:spChg chg="mod">
          <ac:chgData name="xi sheng" userId="b3919e0d8ca6a452" providerId="LiveId" clId="{7D16AC71-F324-415D-A001-7E6419E8E156}" dt="2024-04-20T07:00:44.513" v="658"/>
          <ac:spMkLst>
            <pc:docMk/>
            <pc:sldMk cId="3245445765" sldId="1293"/>
            <ac:spMk id="2" creationId="{7B796D6E-7794-4E09-A096-348F9B2F78C7}"/>
          </ac:spMkLst>
        </pc:spChg>
        <pc:picChg chg="add mod">
          <ac:chgData name="xi sheng" userId="b3919e0d8ca6a452" providerId="LiveId" clId="{7D16AC71-F324-415D-A001-7E6419E8E156}" dt="2024-04-20T06:57:14.616" v="627" actId="1076"/>
          <ac:picMkLst>
            <pc:docMk/>
            <pc:sldMk cId="3245445765" sldId="1293"/>
            <ac:picMk id="5" creationId="{AE777FF0-8418-8B8A-48BA-4E9925BC426D}"/>
          </ac:picMkLst>
        </pc:picChg>
      </pc:sldChg>
      <pc:sldChg chg="addSp modSp mod">
        <pc:chgData name="xi sheng" userId="b3919e0d8ca6a452" providerId="LiveId" clId="{7D16AC71-F324-415D-A001-7E6419E8E156}" dt="2024-04-20T06:11:22.407" v="208"/>
        <pc:sldMkLst>
          <pc:docMk/>
          <pc:sldMk cId="1639828482" sldId="1297"/>
        </pc:sldMkLst>
        <pc:spChg chg="mod">
          <ac:chgData name="xi sheng" userId="b3919e0d8ca6a452" providerId="LiveId" clId="{7D16AC71-F324-415D-A001-7E6419E8E156}" dt="2024-04-20T06:11:22.407" v="208"/>
          <ac:spMkLst>
            <pc:docMk/>
            <pc:sldMk cId="1639828482" sldId="1297"/>
            <ac:spMk id="2" creationId="{7B796D6E-7794-4E09-A096-348F9B2F78C7}"/>
          </ac:spMkLst>
        </pc:spChg>
        <pc:picChg chg="add mod">
          <ac:chgData name="xi sheng" userId="b3919e0d8ca6a452" providerId="LiveId" clId="{7D16AC71-F324-415D-A001-7E6419E8E156}" dt="2024-04-20T06:09:00.897" v="137" actId="1076"/>
          <ac:picMkLst>
            <pc:docMk/>
            <pc:sldMk cId="1639828482" sldId="1297"/>
            <ac:picMk id="5" creationId="{A8C72AE9-6928-7D61-B1CC-F37BF53F97AA}"/>
          </ac:picMkLst>
        </pc:picChg>
      </pc:sldChg>
      <pc:sldChg chg="addSp modSp mod">
        <pc:chgData name="xi sheng" userId="b3919e0d8ca6a452" providerId="LiveId" clId="{7D16AC71-F324-415D-A001-7E6419E8E156}" dt="2024-04-20T06:13:47.596" v="246"/>
        <pc:sldMkLst>
          <pc:docMk/>
          <pc:sldMk cId="3260144452" sldId="1302"/>
        </pc:sldMkLst>
        <pc:spChg chg="mod">
          <ac:chgData name="xi sheng" userId="b3919e0d8ca6a452" providerId="LiveId" clId="{7D16AC71-F324-415D-A001-7E6419E8E156}" dt="2024-04-20T06:13:47.596" v="246"/>
          <ac:spMkLst>
            <pc:docMk/>
            <pc:sldMk cId="3260144452" sldId="1302"/>
            <ac:spMk id="2" creationId="{7B796D6E-7794-4E09-A096-348F9B2F78C7}"/>
          </ac:spMkLst>
        </pc:spChg>
        <pc:spChg chg="mod">
          <ac:chgData name="xi sheng" userId="b3919e0d8ca6a452" providerId="LiveId" clId="{7D16AC71-F324-415D-A001-7E6419E8E156}" dt="2024-04-20T06:13:42.273" v="244" actId="20577"/>
          <ac:spMkLst>
            <pc:docMk/>
            <pc:sldMk cId="3260144452" sldId="1302"/>
            <ac:spMk id="2050" creationId="{00000000-0000-0000-0000-000000000000}"/>
          </ac:spMkLst>
        </pc:spChg>
        <pc:picChg chg="add mod">
          <ac:chgData name="xi sheng" userId="b3919e0d8ca6a452" providerId="LiveId" clId="{7D16AC71-F324-415D-A001-7E6419E8E156}" dt="2024-04-20T06:11:51.439" v="210" actId="1076"/>
          <ac:picMkLst>
            <pc:docMk/>
            <pc:sldMk cId="3260144452" sldId="1302"/>
            <ac:picMk id="5" creationId="{C76FDB13-F57D-E89D-F347-A30739C783AA}"/>
          </ac:picMkLst>
        </pc:picChg>
      </pc:sldChg>
      <pc:sldChg chg="addSp modSp mod">
        <pc:chgData name="xi sheng" userId="b3919e0d8ca6a452" providerId="LiveId" clId="{7D16AC71-F324-415D-A001-7E6419E8E156}" dt="2024-04-20T06:20:44.580" v="278"/>
        <pc:sldMkLst>
          <pc:docMk/>
          <pc:sldMk cId="4050577642" sldId="1303"/>
        </pc:sldMkLst>
        <pc:spChg chg="mod">
          <ac:chgData name="xi sheng" userId="b3919e0d8ca6a452" providerId="LiveId" clId="{7D16AC71-F324-415D-A001-7E6419E8E156}" dt="2024-04-20T06:20:44.580" v="278"/>
          <ac:spMkLst>
            <pc:docMk/>
            <pc:sldMk cId="4050577642" sldId="1303"/>
            <ac:spMk id="2" creationId="{7B796D6E-7794-4E09-A096-348F9B2F78C7}"/>
          </ac:spMkLst>
        </pc:spChg>
        <pc:picChg chg="add mod">
          <ac:chgData name="xi sheng" userId="b3919e0d8ca6a452" providerId="LiveId" clId="{7D16AC71-F324-415D-A001-7E6419E8E156}" dt="2024-04-20T06:14:16.456" v="248" actId="1076"/>
          <ac:picMkLst>
            <pc:docMk/>
            <pc:sldMk cId="4050577642" sldId="1303"/>
            <ac:picMk id="5" creationId="{9999288D-D7A1-324A-A05C-6DD45F4631FA}"/>
          </ac:picMkLst>
        </pc:picChg>
      </pc:sldChg>
      <pc:sldChg chg="addSp modSp mod">
        <pc:chgData name="xi sheng" userId="b3919e0d8ca6a452" providerId="LiveId" clId="{7D16AC71-F324-415D-A001-7E6419E8E156}" dt="2024-04-24T11:48:07.167" v="711" actId="20577"/>
        <pc:sldMkLst>
          <pc:docMk/>
          <pc:sldMk cId="2709322150" sldId="1304"/>
        </pc:sldMkLst>
        <pc:spChg chg="mod">
          <ac:chgData name="xi sheng" userId="b3919e0d8ca6a452" providerId="LiveId" clId="{7D16AC71-F324-415D-A001-7E6419E8E156}" dt="2024-04-20T06:26:38.069" v="420"/>
          <ac:spMkLst>
            <pc:docMk/>
            <pc:sldMk cId="2709322150" sldId="1304"/>
            <ac:spMk id="2" creationId="{7B796D6E-7794-4E09-A096-348F9B2F78C7}"/>
          </ac:spMkLst>
        </pc:spChg>
        <pc:spChg chg="mod">
          <ac:chgData name="xi sheng" userId="b3919e0d8ca6a452" providerId="LiveId" clId="{7D16AC71-F324-415D-A001-7E6419E8E156}" dt="2024-04-24T11:48:07.167" v="711" actId="20577"/>
          <ac:spMkLst>
            <pc:docMk/>
            <pc:sldMk cId="2709322150" sldId="1304"/>
            <ac:spMk id="3" creationId="{F46DDED7-DA1F-4F18-ACEF-244B92560D08}"/>
          </ac:spMkLst>
        </pc:spChg>
        <pc:picChg chg="add mod">
          <ac:chgData name="xi sheng" userId="b3919e0d8ca6a452" providerId="LiveId" clId="{7D16AC71-F324-415D-A001-7E6419E8E156}" dt="2024-04-20T06:25:10.089" v="342" actId="1076"/>
          <ac:picMkLst>
            <pc:docMk/>
            <pc:sldMk cId="2709322150" sldId="1304"/>
            <ac:picMk id="5" creationId="{A9BF9C0E-FDED-593C-87EF-45C9AF1D3BEC}"/>
          </ac:picMkLst>
        </pc:picChg>
      </pc:sldChg>
      <pc:sldChg chg="addSp modSp mod">
        <pc:chgData name="xi sheng" userId="b3919e0d8ca6a452" providerId="LiveId" clId="{7D16AC71-F324-415D-A001-7E6419E8E156}" dt="2024-04-24T11:48:02.787" v="710" actId="20577"/>
        <pc:sldMkLst>
          <pc:docMk/>
          <pc:sldMk cId="1641383910" sldId="1305"/>
        </pc:sldMkLst>
        <pc:spChg chg="mod">
          <ac:chgData name="xi sheng" userId="b3919e0d8ca6a452" providerId="LiveId" clId="{7D16AC71-F324-415D-A001-7E6419E8E156}" dt="2024-04-20T06:27:33.902" v="428"/>
          <ac:spMkLst>
            <pc:docMk/>
            <pc:sldMk cId="1641383910" sldId="1305"/>
            <ac:spMk id="2" creationId="{7B796D6E-7794-4E09-A096-348F9B2F78C7}"/>
          </ac:spMkLst>
        </pc:spChg>
        <pc:spChg chg="mod">
          <ac:chgData name="xi sheng" userId="b3919e0d8ca6a452" providerId="LiveId" clId="{7D16AC71-F324-415D-A001-7E6419E8E156}" dt="2024-04-24T11:48:02.787" v="710" actId="20577"/>
          <ac:spMkLst>
            <pc:docMk/>
            <pc:sldMk cId="1641383910" sldId="1305"/>
            <ac:spMk id="3" creationId="{F46DDED7-DA1F-4F18-ACEF-244B92560D08}"/>
          </ac:spMkLst>
        </pc:spChg>
        <pc:picChg chg="add mod">
          <ac:chgData name="xi sheng" userId="b3919e0d8ca6a452" providerId="LiveId" clId="{7D16AC71-F324-415D-A001-7E6419E8E156}" dt="2024-04-20T06:27:21.264" v="422" actId="1076"/>
          <ac:picMkLst>
            <pc:docMk/>
            <pc:sldMk cId="1641383910" sldId="1305"/>
            <ac:picMk id="5" creationId="{24B09D83-8068-FB4B-957C-79B79EFAB174}"/>
          </ac:picMkLst>
        </pc:picChg>
      </pc:sldChg>
      <pc:sldChg chg="addSp delSp modSp mod">
        <pc:chgData name="xi sheng" userId="b3919e0d8ca6a452" providerId="LiveId" clId="{7D16AC71-F324-415D-A001-7E6419E8E156}" dt="2024-04-24T11:47:56.204" v="708" actId="20577"/>
        <pc:sldMkLst>
          <pc:docMk/>
          <pc:sldMk cId="2751567108" sldId="1306"/>
        </pc:sldMkLst>
        <pc:spChg chg="mod">
          <ac:chgData name="xi sheng" userId="b3919e0d8ca6a452" providerId="LiveId" clId="{7D16AC71-F324-415D-A001-7E6419E8E156}" dt="2024-04-20T06:34:16.942" v="497"/>
          <ac:spMkLst>
            <pc:docMk/>
            <pc:sldMk cId="2751567108" sldId="1306"/>
            <ac:spMk id="2" creationId="{7B796D6E-7794-4E09-A096-348F9B2F78C7}"/>
          </ac:spMkLst>
        </pc:spChg>
        <pc:spChg chg="mod">
          <ac:chgData name="xi sheng" userId="b3919e0d8ca6a452" providerId="LiveId" clId="{7D16AC71-F324-415D-A001-7E6419E8E156}" dt="2024-04-24T11:47:56.204" v="708" actId="20577"/>
          <ac:spMkLst>
            <pc:docMk/>
            <pc:sldMk cId="2751567108" sldId="1306"/>
            <ac:spMk id="3" creationId="{F46DDED7-DA1F-4F18-ACEF-244B92560D08}"/>
          </ac:spMkLst>
        </pc:spChg>
        <pc:picChg chg="add del mod">
          <ac:chgData name="xi sheng" userId="b3919e0d8ca6a452" providerId="LiveId" clId="{7D16AC71-F324-415D-A001-7E6419E8E156}" dt="2024-04-20T06:30:16.850" v="484" actId="478"/>
          <ac:picMkLst>
            <pc:docMk/>
            <pc:sldMk cId="2751567108" sldId="1306"/>
            <ac:picMk id="5" creationId="{586BE6E5-CCE0-328D-CED5-6376B8BA4539}"/>
          </ac:picMkLst>
        </pc:picChg>
        <pc:picChg chg="add mod">
          <ac:chgData name="xi sheng" userId="b3919e0d8ca6a452" providerId="LiveId" clId="{7D16AC71-F324-415D-A001-7E6419E8E156}" dt="2024-04-20T06:30:22.833" v="491" actId="1076"/>
          <ac:picMkLst>
            <pc:docMk/>
            <pc:sldMk cId="2751567108" sldId="1306"/>
            <ac:picMk id="7" creationId="{4DAD269D-94E7-2C38-31BC-44852C66FD8C}"/>
          </ac:picMkLst>
        </pc:picChg>
      </pc:sldChg>
      <pc:sldChg chg="addSp modSp mod">
        <pc:chgData name="xi sheng" userId="b3919e0d8ca6a452" providerId="LiveId" clId="{7D16AC71-F324-415D-A001-7E6419E8E156}" dt="2024-04-24T11:47:51.058" v="707" actId="20577"/>
        <pc:sldMkLst>
          <pc:docMk/>
          <pc:sldMk cId="1168218672" sldId="1307"/>
        </pc:sldMkLst>
        <pc:spChg chg="mod">
          <ac:chgData name="xi sheng" userId="b3919e0d8ca6a452" providerId="LiveId" clId="{7D16AC71-F324-415D-A001-7E6419E8E156}" dt="2024-04-20T06:36:48.004" v="582" actId="20577"/>
          <ac:spMkLst>
            <pc:docMk/>
            <pc:sldMk cId="1168218672" sldId="1307"/>
            <ac:spMk id="2" creationId="{7B796D6E-7794-4E09-A096-348F9B2F78C7}"/>
          </ac:spMkLst>
        </pc:spChg>
        <pc:spChg chg="mod">
          <ac:chgData name="xi sheng" userId="b3919e0d8ca6a452" providerId="LiveId" clId="{7D16AC71-F324-415D-A001-7E6419E8E156}" dt="2024-04-24T11:47:51.058" v="707" actId="20577"/>
          <ac:spMkLst>
            <pc:docMk/>
            <pc:sldMk cId="1168218672" sldId="1307"/>
            <ac:spMk id="3" creationId="{F46DDED7-DA1F-4F18-ACEF-244B92560D08}"/>
          </ac:spMkLst>
        </pc:spChg>
        <pc:picChg chg="add mod">
          <ac:chgData name="xi sheng" userId="b3919e0d8ca6a452" providerId="LiveId" clId="{7D16AC71-F324-415D-A001-7E6419E8E156}" dt="2024-04-20T06:35:11.900" v="504" actId="1076"/>
          <ac:picMkLst>
            <pc:docMk/>
            <pc:sldMk cId="1168218672" sldId="1307"/>
            <ac:picMk id="5" creationId="{26E4B920-6553-06B3-D378-79B0366E1BB9}"/>
          </ac:picMkLst>
        </pc:picChg>
      </pc:sldChg>
      <pc:sldChg chg="addSp modSp mod">
        <pc:chgData name="xi sheng" userId="b3919e0d8ca6a452" providerId="LiveId" clId="{7D16AC71-F324-415D-A001-7E6419E8E156}" dt="2024-04-20T07:39:30.772" v="690" actId="20577"/>
        <pc:sldMkLst>
          <pc:docMk/>
          <pc:sldMk cId="1149972653" sldId="1308"/>
        </pc:sldMkLst>
        <pc:spChg chg="mod">
          <ac:chgData name="xi sheng" userId="b3919e0d8ca6a452" providerId="LiveId" clId="{7D16AC71-F324-415D-A001-7E6419E8E156}" dt="2024-04-20T07:39:30.772" v="690" actId="20577"/>
          <ac:spMkLst>
            <pc:docMk/>
            <pc:sldMk cId="1149972653" sldId="1308"/>
            <ac:spMk id="2" creationId="{7B796D6E-7794-4E09-A096-348F9B2F78C7}"/>
          </ac:spMkLst>
        </pc:spChg>
        <pc:picChg chg="add mod">
          <ac:chgData name="xi sheng" userId="b3919e0d8ca6a452" providerId="LiveId" clId="{7D16AC71-F324-415D-A001-7E6419E8E156}" dt="2024-04-20T06:37:52.978" v="587" actId="1076"/>
          <ac:picMkLst>
            <pc:docMk/>
            <pc:sldMk cId="1149972653" sldId="1308"/>
            <ac:picMk id="5" creationId="{6C94EC10-C03F-C286-E1E4-6AF89F536F1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2024/4/24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596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4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25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3150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2BCB20-A7D3-4325-B240-F17B741F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C82EAA-7133-41BE-BA1F-9E1E1339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9971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4F729A-2D3C-4354-85A0-5C9158A1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DD2CE91-BE2A-4B86-AC07-767012B39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8297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、自动变量及形参的分配与释放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f1(int x)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y;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&amp;x &lt;&lt; ' ' &lt;&lt; &amp;y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打印地址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void f2(long p)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float q;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&amp;p &lt;&lt; ' ' &lt;&lt; &amp;q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打印地址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f1(10);</a:t>
            </a:r>
          </a:p>
          <a:p>
            <a:r>
              <a:rPr lang="en-US" altLang="zh-CN" sz="1600" b="1" dirty="0">
                <a:latin typeface="+mn-ea"/>
              </a:rPr>
              <a:t>    f2(15L);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运行结果截图及结论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截图：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1.1 _x__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_p_</a:t>
            </a:r>
            <a:r>
              <a:rPr kumimoji="1" lang="zh-CN" altLang="en-US" sz="1600" b="1" dirty="0">
                <a:latin typeface="+mn-ea"/>
              </a:rPr>
              <a:t>共用了从</a:t>
            </a:r>
            <a:r>
              <a:rPr kumimoji="1" lang="en-US" altLang="zh-CN" sz="1600" b="1" u="sng" dirty="0">
                <a:latin typeface="+mn-ea"/>
              </a:rPr>
              <a:t>00CFFD58</a:t>
            </a:r>
            <a:r>
              <a:rPr kumimoji="1" lang="zh-CN" altLang="en-US" sz="1600" b="1" dirty="0">
                <a:latin typeface="+mn-ea"/>
              </a:rPr>
              <a:t>开始的</a:t>
            </a: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个字节空间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1.2 _y__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_q_</a:t>
            </a:r>
            <a:r>
              <a:rPr kumimoji="1" lang="zh-CN" altLang="en-US" sz="1600" b="1" dirty="0">
                <a:latin typeface="+mn-ea"/>
              </a:rPr>
              <a:t>共用了从</a:t>
            </a:r>
            <a:r>
              <a:rPr kumimoji="1" lang="en-US" altLang="zh-CN" sz="1600" b="1" u="sng" dirty="0">
                <a:latin typeface="+mn-ea"/>
              </a:rPr>
              <a:t>00CFFD44</a:t>
            </a:r>
            <a:r>
              <a:rPr kumimoji="1" lang="zh-CN" altLang="en-US" sz="1600" b="1" dirty="0">
                <a:latin typeface="+mn-ea"/>
              </a:rPr>
              <a:t>开始的</a:t>
            </a: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个字节空间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、把</a:t>
            </a:r>
            <a:r>
              <a:rPr kumimoji="1" lang="en-US" altLang="zh-CN" sz="1600" b="1" dirty="0">
                <a:latin typeface="+mn-ea"/>
              </a:rPr>
              <a:t>f2</a:t>
            </a:r>
            <a:r>
              <a:rPr kumimoji="1" lang="zh-CN" altLang="en-US" sz="1600" b="1" dirty="0">
                <a:latin typeface="+mn-ea"/>
              </a:rPr>
              <a:t>中</a:t>
            </a:r>
            <a:r>
              <a:rPr kumimoji="1" lang="en-US" altLang="zh-CN" sz="1600" b="1" dirty="0">
                <a:latin typeface="+mn-ea"/>
              </a:rPr>
              <a:t>float q</a:t>
            </a:r>
            <a:r>
              <a:rPr kumimoji="1" lang="zh-CN" altLang="en-US" sz="1600" b="1" dirty="0">
                <a:latin typeface="+mn-ea"/>
              </a:rPr>
              <a:t>改为</a:t>
            </a:r>
            <a:r>
              <a:rPr kumimoji="1" lang="en-US" altLang="zh-CN" sz="1600" b="1" dirty="0">
                <a:latin typeface="+mn-ea"/>
              </a:rPr>
              <a:t>short q</a:t>
            </a:r>
            <a:r>
              <a:rPr kumimoji="1" lang="zh-CN" altLang="en-US" sz="1600" b="1" dirty="0">
                <a:latin typeface="+mn-ea"/>
              </a:rPr>
              <a:t>，运行结果截图及结论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2.1 x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p</a:t>
            </a:r>
            <a:r>
              <a:rPr kumimoji="1" lang="zh-CN" altLang="en-US" sz="1600" b="1" dirty="0">
                <a:latin typeface="+mn-ea"/>
              </a:rPr>
              <a:t>共用了从</a:t>
            </a:r>
            <a:r>
              <a:rPr kumimoji="1" lang="en-US" altLang="zh-CN" sz="1600" b="1" dirty="0">
                <a:latin typeface="+mn-ea"/>
              </a:rPr>
              <a:t>0133F8D4</a:t>
            </a:r>
            <a:r>
              <a:rPr kumimoji="1" lang="zh-CN" altLang="en-US" sz="1600" b="1" dirty="0">
                <a:latin typeface="+mn-ea"/>
              </a:rPr>
              <a:t>开始的</a:t>
            </a: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个字节空间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2.2 y</a:t>
            </a:r>
            <a:r>
              <a:rPr kumimoji="1" lang="zh-CN" altLang="en-US" sz="1600" b="1" dirty="0">
                <a:latin typeface="+mn-ea"/>
              </a:rPr>
              <a:t>用了从</a:t>
            </a:r>
            <a:r>
              <a:rPr kumimoji="1" lang="en-US" altLang="zh-CN" sz="1600" b="1" dirty="0">
                <a:latin typeface="+mn-ea"/>
              </a:rPr>
              <a:t>0133F8C0</a:t>
            </a:r>
            <a:r>
              <a:rPr kumimoji="1" lang="zh-CN" altLang="en-US" sz="1600" b="1" dirty="0">
                <a:latin typeface="+mn-ea"/>
              </a:rPr>
              <a:t>开始的</a:t>
            </a: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个字节空间，</a:t>
            </a:r>
            <a:r>
              <a:rPr kumimoji="1" lang="en-US" altLang="zh-CN" sz="1600" b="1" dirty="0">
                <a:latin typeface="+mn-ea"/>
              </a:rPr>
              <a:t>q</a:t>
            </a:r>
            <a:r>
              <a:rPr kumimoji="1" lang="zh-CN" altLang="en-US" sz="1600" b="1" dirty="0">
                <a:latin typeface="+mn-ea"/>
              </a:rPr>
              <a:t>用了从</a:t>
            </a:r>
            <a:r>
              <a:rPr kumimoji="1" lang="en-US" altLang="zh-CN" sz="1600" b="1" dirty="0">
                <a:latin typeface="+mn-ea"/>
              </a:rPr>
              <a:t>0133F8C0</a:t>
            </a:r>
            <a:r>
              <a:rPr kumimoji="1" lang="zh-CN" altLang="en-US" sz="1600" b="1" dirty="0">
                <a:latin typeface="+mn-ea"/>
              </a:rPr>
              <a:t>开始的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个字节空间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</a:t>
            </a:r>
            <a:r>
              <a:rPr kumimoji="1" lang="zh-CN" altLang="en-US" sz="1600" b="1" dirty="0">
                <a:latin typeface="+mn-ea"/>
              </a:rPr>
              <a:t> 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2.1 q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__y_</a:t>
            </a:r>
            <a:r>
              <a:rPr kumimoji="1" lang="zh-CN" altLang="en-US" sz="1600" b="1" dirty="0">
                <a:latin typeface="+mn-ea"/>
              </a:rPr>
              <a:t>共用了从</a:t>
            </a:r>
            <a:r>
              <a:rPr kumimoji="1" lang="en-US" altLang="zh-CN" sz="1600" b="1" dirty="0">
                <a:latin typeface="+mn-ea"/>
              </a:rPr>
              <a:t>__0133F8C0____</a:t>
            </a:r>
            <a:r>
              <a:rPr kumimoji="1" lang="zh-CN" altLang="en-US" sz="1600" b="1" dirty="0">
                <a:latin typeface="+mn-ea"/>
              </a:rPr>
              <a:t>开始的</a:t>
            </a:r>
            <a:r>
              <a:rPr kumimoji="1" lang="en-US" altLang="zh-CN" sz="1600" b="1" dirty="0">
                <a:latin typeface="+mn-ea"/>
              </a:rPr>
              <a:t>_2_</a:t>
            </a:r>
            <a:r>
              <a:rPr kumimoji="1" lang="zh-CN" altLang="en-US" sz="1600" b="1" dirty="0">
                <a:latin typeface="+mn-ea"/>
              </a:rPr>
              <a:t>个字节空间</a:t>
            </a:r>
            <a:r>
              <a:rPr kumimoji="1" lang="en-US" altLang="zh-CN" sz="1600" b="1" dirty="0">
                <a:latin typeface="+mn-ea"/>
              </a:rPr>
              <a:t>  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59BF09D-B8B2-8671-52B2-24D17BE13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6" y="1693187"/>
            <a:ext cx="4182059" cy="135273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971A71C-B306-0ACD-22B6-5691A5489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683" y="4058590"/>
            <a:ext cx="2961844" cy="93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814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、自动变量及形参的分配与释放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kumimoji="1" lang="en-US" altLang="zh-CN" sz="1600" b="1" dirty="0">
              <a:latin typeface="+mn-ea"/>
            </a:endParaRPr>
          </a:p>
          <a:p>
            <a:r>
              <a:rPr kumimoji="1" lang="en-US" altLang="zh-CN" sz="1600" b="1" dirty="0">
                <a:latin typeface="+mn-ea"/>
              </a:rPr>
              <a:t>void f1(int x)</a:t>
            </a:r>
          </a:p>
          <a:p>
            <a:r>
              <a:rPr kumimoji="1" lang="en-US" altLang="zh-CN" sz="16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600" b="1" dirty="0">
                <a:latin typeface="+mn-ea"/>
              </a:rPr>
              <a:t>    int y;</a:t>
            </a:r>
          </a:p>
          <a:p>
            <a:pPr fontAlgn="base"/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 &lt;&lt; &amp;x &lt;&lt; ' '&lt;&lt; &amp;y &lt;&lt; </a:t>
            </a:r>
            <a:r>
              <a:rPr kumimoji="1" lang="en-US" altLang="zh-CN" sz="1600" b="1" dirty="0" err="1">
                <a:latin typeface="+mn-ea"/>
              </a:rPr>
              <a:t>endl</a:t>
            </a:r>
            <a:r>
              <a:rPr kumimoji="1" lang="en-US" altLang="zh-CN" sz="16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f1(10);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"..."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f1(10);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"..."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f1(10);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"..."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2.1 </a:t>
            </a:r>
            <a:r>
              <a:rPr kumimoji="1" lang="zh-CN" altLang="en-US" sz="1600" b="1" dirty="0">
                <a:latin typeface="+mn-ea"/>
              </a:rPr>
              <a:t>本示例中，三次调用时分配的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占用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空间，三次调用时分配的</a:t>
            </a:r>
            <a:r>
              <a:rPr kumimoji="1" lang="en-US" altLang="zh-CN" sz="1600" b="1" dirty="0">
                <a:latin typeface="+mn-ea"/>
              </a:rPr>
              <a:t>y</a:t>
            </a:r>
            <a:r>
              <a:rPr kumimoji="1" lang="zh-CN" altLang="en-US" sz="1600" b="1" dirty="0">
                <a:latin typeface="+mn-ea"/>
              </a:rPr>
              <a:t>占用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空间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2.2 </a:t>
            </a:r>
            <a:r>
              <a:rPr kumimoji="1" lang="zh-CN" altLang="en-US" sz="1600" b="1" dirty="0">
                <a:latin typeface="+mn-ea"/>
              </a:rPr>
              <a:t>总结形参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和自动变量</a:t>
            </a:r>
            <a:r>
              <a:rPr kumimoji="1" lang="en-US" altLang="zh-CN" sz="1600" b="1" dirty="0">
                <a:latin typeface="+mn-ea"/>
              </a:rPr>
              <a:t>y</a:t>
            </a:r>
            <a:r>
              <a:rPr kumimoji="1" lang="zh-CN" altLang="en-US" sz="1600" b="1" dirty="0">
                <a:latin typeface="+mn-ea"/>
              </a:rPr>
              <a:t>的分配和释放规则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每次调用函数，会给形参和自动变量分配空间，函数调用结束后分配的空间就会释放，下一次调用函数时可能会分配同一空间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8C72AE9-6928-7D61-B1CC-F37BF53F9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239" y="780680"/>
            <a:ext cx="4305901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828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、自动变量及形参的分配与释放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endParaRPr kumimoji="1" lang="en-US" altLang="zh-CN" sz="1200" b="1" dirty="0">
              <a:latin typeface="+mn-ea"/>
            </a:endParaRPr>
          </a:p>
          <a:p>
            <a:r>
              <a:rPr kumimoji="1" lang="en-US" altLang="zh-CN" sz="1200" b="1" dirty="0">
                <a:latin typeface="+mn-ea"/>
              </a:rPr>
              <a:t>void f1()</a:t>
            </a:r>
          </a:p>
          <a:p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int a = 15;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&amp;a &lt;&lt; ' '&lt;&lt; a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}</a:t>
            </a:r>
          </a:p>
          <a:p>
            <a:endParaRPr kumimoji="1" lang="en-US" altLang="zh-CN" sz="1200" b="1" dirty="0">
              <a:latin typeface="+mn-ea"/>
            </a:endParaRPr>
          </a:p>
          <a:p>
            <a:r>
              <a:rPr kumimoji="1" lang="en-US" altLang="zh-CN" sz="1200" b="1" dirty="0">
                <a:latin typeface="+mn-ea"/>
              </a:rPr>
              <a:t>void f2()</a:t>
            </a:r>
          </a:p>
          <a:p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long a = 70000;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&amp;a &lt;&lt; ' '&lt;&lt; a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}</a:t>
            </a:r>
          </a:p>
          <a:p>
            <a:endParaRPr kumimoji="1" lang="en-US" altLang="zh-CN" sz="1200" b="1" dirty="0">
              <a:latin typeface="+mn-ea"/>
            </a:endParaRPr>
          </a:p>
          <a:p>
            <a:r>
              <a:rPr kumimoji="1" lang="en-US" altLang="zh-CN" sz="1200" b="1" dirty="0">
                <a:latin typeface="+mn-ea"/>
              </a:rPr>
              <a:t>void f3()</a:t>
            </a:r>
          </a:p>
          <a:p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short a = 23;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&amp;a &lt;&lt; ' '&lt;&lt; a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}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f1();</a:t>
            </a:r>
          </a:p>
          <a:p>
            <a:r>
              <a:rPr lang="en-US" altLang="zh-CN" sz="1200" b="1" dirty="0">
                <a:latin typeface="+mn-ea"/>
              </a:rPr>
              <a:t>    f2();</a:t>
            </a:r>
          </a:p>
          <a:p>
            <a:r>
              <a:rPr lang="en-US" altLang="zh-CN" sz="1200" b="1" dirty="0">
                <a:latin typeface="+mn-ea"/>
              </a:rPr>
              <a:t>    f3();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2.1 f1/f2/f3</a:t>
            </a:r>
            <a:r>
              <a:rPr kumimoji="1" lang="zh-CN" altLang="en-US" sz="1600" b="1" dirty="0">
                <a:latin typeface="+mn-ea"/>
              </a:rPr>
              <a:t>中的三个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占用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不同（起始位置相同，大小不同）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空间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2.2 </a:t>
            </a:r>
            <a:r>
              <a:rPr kumimoji="1" lang="zh-CN" altLang="en-US" sz="1600" b="1" dirty="0">
                <a:latin typeface="+mn-ea"/>
              </a:rPr>
              <a:t>如果当前正在执行</a:t>
            </a:r>
            <a:r>
              <a:rPr kumimoji="1" lang="en-US" altLang="zh-CN" sz="1600" b="1" dirty="0">
                <a:latin typeface="+mn-ea"/>
              </a:rPr>
              <a:t>f2</a:t>
            </a:r>
            <a:r>
              <a:rPr kumimoji="1" lang="zh-CN" altLang="en-US" sz="1600" b="1" dirty="0">
                <a:latin typeface="+mn-ea"/>
              </a:rPr>
              <a:t>函数，则</a:t>
            </a:r>
            <a:r>
              <a:rPr kumimoji="1" lang="en-US" altLang="zh-CN" sz="1600" b="1" dirty="0">
                <a:latin typeface="+mn-ea"/>
              </a:rPr>
              <a:t>f1</a:t>
            </a:r>
            <a:r>
              <a:rPr kumimoji="1" lang="zh-CN" altLang="en-US" sz="1600" b="1" dirty="0">
                <a:latin typeface="+mn-ea"/>
              </a:rPr>
              <a:t>中的</a:t>
            </a:r>
            <a:r>
              <a:rPr kumimoji="1" lang="en-US" altLang="zh-CN" sz="1600" b="1" dirty="0">
                <a:latin typeface="+mn-ea"/>
              </a:rPr>
              <a:t>a__</a:t>
            </a:r>
            <a:r>
              <a:rPr kumimoji="1" lang="zh-CN" altLang="en-US" sz="1600" b="1" dirty="0">
                <a:latin typeface="+mn-ea"/>
              </a:rPr>
              <a:t>已释放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未分配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已释放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 f3</a:t>
            </a:r>
            <a:r>
              <a:rPr kumimoji="1" lang="zh-CN" altLang="en-US" sz="1600" b="1" dirty="0">
                <a:latin typeface="+mn-ea"/>
              </a:rPr>
              <a:t>中的</a:t>
            </a:r>
            <a:r>
              <a:rPr kumimoji="1" lang="en-US" altLang="zh-CN" sz="1600" b="1" dirty="0">
                <a:latin typeface="+mn-ea"/>
              </a:rPr>
              <a:t>a___</a:t>
            </a:r>
            <a:r>
              <a:rPr kumimoji="1" lang="zh-CN" altLang="en-US" sz="1600" b="1" dirty="0">
                <a:latin typeface="+mn-ea"/>
              </a:rPr>
              <a:t>未分配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未分配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已释放</a:t>
            </a:r>
            <a:r>
              <a:rPr kumimoji="1" lang="en-US" altLang="zh-CN" sz="1600" b="1" dirty="0">
                <a:latin typeface="+mn-ea"/>
              </a:rPr>
              <a:t>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6FDB13-F57D-E89D-F347-A30739C78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444" y="1754910"/>
            <a:ext cx="4344006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144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、自动变量及形参的分配与释放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endParaRPr kumimoji="1" lang="en-US" altLang="zh-CN" sz="1200" b="1" dirty="0">
              <a:latin typeface="+mn-ea"/>
            </a:endParaRPr>
          </a:p>
          <a:p>
            <a:r>
              <a:rPr kumimoji="1" lang="en-US" altLang="zh-CN" sz="1200" b="1" dirty="0">
                <a:latin typeface="+mn-ea"/>
              </a:rPr>
              <a:t>void f3()</a:t>
            </a:r>
          </a:p>
          <a:p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short a = 23;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"f3   " &lt;&lt; &amp;a &lt;&lt; ' '&lt;&lt; a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}</a:t>
            </a:r>
          </a:p>
          <a:p>
            <a:r>
              <a:rPr kumimoji="1" lang="en-US" altLang="zh-CN" sz="1200" b="1" dirty="0">
                <a:latin typeface="+mn-ea"/>
              </a:rPr>
              <a:t>void f2()</a:t>
            </a:r>
          </a:p>
          <a:p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long a = 70000;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"f2-1 " &lt;&lt; &amp;a &lt;&lt; ' '&lt;&lt; a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f3();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"f2-2 "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kumimoji="1" lang="en-US" altLang="zh-CN" sz="1200" b="1" dirty="0">
                <a:latin typeface="+mn-ea"/>
              </a:rPr>
              <a:t>}</a:t>
            </a:r>
          </a:p>
          <a:p>
            <a:r>
              <a:rPr kumimoji="1" lang="en-US" altLang="zh-CN" sz="1200" b="1" dirty="0">
                <a:latin typeface="+mn-ea"/>
              </a:rPr>
              <a:t>void f1()</a:t>
            </a:r>
          </a:p>
          <a:p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int a = 15;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"f1-1 " &lt;&lt; &amp;a &lt;&lt; ' '&lt;&lt; a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f2();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"f1-2 "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kumimoji="1" lang="en-US" altLang="zh-CN" sz="1200" b="1" dirty="0">
                <a:latin typeface="+mn-ea"/>
              </a:rPr>
              <a:t>}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f1();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4494998" y="1323975"/>
            <a:ext cx="634445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、运行结果截图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2.1 f1/f2/f3</a:t>
            </a:r>
            <a:r>
              <a:rPr kumimoji="1" lang="zh-CN" altLang="en-US" sz="1200" b="1" dirty="0">
                <a:latin typeface="+mn-ea"/>
              </a:rPr>
              <a:t>中的三个</a:t>
            </a:r>
            <a:r>
              <a:rPr kumimoji="1" lang="en-US" altLang="zh-CN" sz="1200" b="1" dirty="0">
                <a:latin typeface="+mn-ea"/>
              </a:rPr>
              <a:t>a</a:t>
            </a:r>
            <a:r>
              <a:rPr kumimoji="1" lang="zh-CN" altLang="en-US" sz="1200" b="1" dirty="0">
                <a:latin typeface="+mn-ea"/>
              </a:rPr>
              <a:t>占用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不同</a:t>
            </a:r>
            <a:r>
              <a:rPr kumimoji="1" lang="en-US" altLang="zh-CN" sz="1200" b="1" dirty="0">
                <a:latin typeface="+mn-ea"/>
              </a:rPr>
              <a:t>___(</a:t>
            </a:r>
            <a:r>
              <a:rPr kumimoji="1" lang="zh-CN" altLang="en-US" sz="1200" b="1" dirty="0">
                <a:latin typeface="+mn-ea"/>
              </a:rPr>
              <a:t>相同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不同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空间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2.2 </a:t>
            </a:r>
            <a:r>
              <a:rPr kumimoji="1" lang="zh-CN" altLang="en-US" sz="1200" b="1" dirty="0">
                <a:latin typeface="+mn-ea"/>
              </a:rPr>
              <a:t>如果当前正在执行</a:t>
            </a:r>
            <a:r>
              <a:rPr kumimoji="1" lang="en-US" altLang="zh-CN" sz="1200" b="1" dirty="0">
                <a:latin typeface="+mn-ea"/>
              </a:rPr>
              <a:t>f1</a:t>
            </a:r>
            <a:r>
              <a:rPr kumimoji="1" lang="zh-CN" altLang="en-US" sz="1200" b="1" dirty="0">
                <a:latin typeface="+mn-ea"/>
              </a:rPr>
              <a:t>函数的</a:t>
            </a:r>
            <a:r>
              <a:rPr kumimoji="1" lang="en-US" altLang="zh-CN" sz="1200" b="1" dirty="0">
                <a:latin typeface="+mn-ea"/>
              </a:rPr>
              <a:t>cout-1</a:t>
            </a:r>
            <a:r>
              <a:rPr kumimoji="1" lang="zh-CN" altLang="en-US" sz="1200" b="1" dirty="0">
                <a:latin typeface="+mn-ea"/>
              </a:rPr>
              <a:t>语句，则</a:t>
            </a:r>
            <a:r>
              <a:rPr kumimoji="1" lang="en-US" altLang="zh-CN" sz="1200" b="1" dirty="0">
                <a:latin typeface="+mn-ea"/>
              </a:rPr>
              <a:t>f2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___(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 f3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___(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2.3 </a:t>
            </a:r>
            <a:r>
              <a:rPr kumimoji="1" lang="zh-CN" altLang="en-US" sz="1200" b="1" dirty="0">
                <a:latin typeface="+mn-ea"/>
              </a:rPr>
              <a:t>如果当前正在执行</a:t>
            </a:r>
            <a:r>
              <a:rPr kumimoji="1" lang="en-US" altLang="zh-CN" sz="1200" b="1" dirty="0">
                <a:latin typeface="+mn-ea"/>
              </a:rPr>
              <a:t>f1</a:t>
            </a:r>
            <a:r>
              <a:rPr kumimoji="1" lang="zh-CN" altLang="en-US" sz="1200" b="1" dirty="0">
                <a:latin typeface="+mn-ea"/>
              </a:rPr>
              <a:t>函数的</a:t>
            </a:r>
            <a:r>
              <a:rPr kumimoji="1" lang="en-US" altLang="zh-CN" sz="1200" b="1" dirty="0">
                <a:latin typeface="+mn-ea"/>
              </a:rPr>
              <a:t>cout-2</a:t>
            </a:r>
            <a:r>
              <a:rPr kumimoji="1" lang="zh-CN" altLang="en-US" sz="1200" b="1" dirty="0">
                <a:latin typeface="+mn-ea"/>
              </a:rPr>
              <a:t>语句，则</a:t>
            </a:r>
            <a:r>
              <a:rPr kumimoji="1" lang="en-US" altLang="zh-CN" sz="1200" b="1" dirty="0">
                <a:latin typeface="+mn-ea"/>
              </a:rPr>
              <a:t>f2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a___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 f3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a___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2.4 </a:t>
            </a:r>
            <a:r>
              <a:rPr kumimoji="1" lang="zh-CN" altLang="en-US" sz="1200" b="1" dirty="0">
                <a:latin typeface="+mn-ea"/>
              </a:rPr>
              <a:t>如果当前正在执行</a:t>
            </a:r>
            <a:r>
              <a:rPr kumimoji="1" lang="en-US" altLang="zh-CN" sz="1200" b="1" dirty="0">
                <a:latin typeface="+mn-ea"/>
              </a:rPr>
              <a:t>f2</a:t>
            </a:r>
            <a:r>
              <a:rPr kumimoji="1" lang="zh-CN" altLang="en-US" sz="1200" b="1" dirty="0">
                <a:latin typeface="+mn-ea"/>
              </a:rPr>
              <a:t>函数的</a:t>
            </a:r>
            <a:r>
              <a:rPr kumimoji="1" lang="en-US" altLang="zh-CN" sz="1200" b="1" dirty="0">
                <a:latin typeface="+mn-ea"/>
              </a:rPr>
              <a:t>cout-1</a:t>
            </a:r>
            <a:r>
              <a:rPr kumimoji="1" lang="zh-CN" altLang="en-US" sz="1200" b="1" dirty="0">
                <a:latin typeface="+mn-ea"/>
              </a:rPr>
              <a:t>语句，则</a:t>
            </a:r>
            <a:r>
              <a:rPr kumimoji="1" lang="en-US" altLang="zh-CN" sz="1200" b="1" dirty="0">
                <a:latin typeface="+mn-ea"/>
              </a:rPr>
              <a:t>f1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a___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 f3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___(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2.5 </a:t>
            </a:r>
            <a:r>
              <a:rPr kumimoji="1" lang="zh-CN" altLang="en-US" sz="1200" b="1" dirty="0">
                <a:latin typeface="+mn-ea"/>
              </a:rPr>
              <a:t>如果当前正在执行</a:t>
            </a:r>
            <a:r>
              <a:rPr kumimoji="1" lang="en-US" altLang="zh-CN" sz="1200" b="1" dirty="0">
                <a:latin typeface="+mn-ea"/>
              </a:rPr>
              <a:t>f2</a:t>
            </a:r>
            <a:r>
              <a:rPr kumimoji="1" lang="zh-CN" altLang="en-US" sz="1200" b="1" dirty="0">
                <a:latin typeface="+mn-ea"/>
              </a:rPr>
              <a:t>函数的</a:t>
            </a:r>
            <a:r>
              <a:rPr kumimoji="1" lang="en-US" altLang="zh-CN" sz="1200" b="1" dirty="0">
                <a:latin typeface="+mn-ea"/>
              </a:rPr>
              <a:t>cout-2</a:t>
            </a:r>
            <a:r>
              <a:rPr kumimoji="1" lang="zh-CN" altLang="en-US" sz="1200" b="1" dirty="0">
                <a:latin typeface="+mn-ea"/>
              </a:rPr>
              <a:t>语句，则</a:t>
            </a:r>
            <a:r>
              <a:rPr kumimoji="1" lang="en-US" altLang="zh-CN" sz="1200" b="1" dirty="0">
                <a:latin typeface="+mn-ea"/>
              </a:rPr>
              <a:t>f1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___(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 f3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___(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   </a:t>
            </a:r>
            <a:r>
              <a:rPr kumimoji="1" lang="en-US" altLang="zh-CN" sz="1200" b="1" dirty="0">
                <a:latin typeface="+mn-ea"/>
              </a:rPr>
              <a:t>2.6 </a:t>
            </a:r>
            <a:r>
              <a:rPr kumimoji="1" lang="zh-CN" altLang="en-US" sz="1200" b="1" dirty="0">
                <a:latin typeface="+mn-ea"/>
              </a:rPr>
              <a:t>如果当前正在执行</a:t>
            </a:r>
            <a:r>
              <a:rPr kumimoji="1" lang="en-US" altLang="zh-CN" sz="1200" b="1" dirty="0">
                <a:latin typeface="+mn-ea"/>
              </a:rPr>
              <a:t>f3</a:t>
            </a:r>
            <a:r>
              <a:rPr kumimoji="1" lang="zh-CN" altLang="en-US" sz="1200" b="1" dirty="0">
                <a:latin typeface="+mn-ea"/>
              </a:rPr>
              <a:t>函数的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zh-CN" altLang="en-US" sz="1200" b="1" dirty="0">
                <a:latin typeface="+mn-ea"/>
              </a:rPr>
              <a:t>语句，  则</a:t>
            </a:r>
            <a:r>
              <a:rPr kumimoji="1" lang="en-US" altLang="zh-CN" sz="1200" b="1" dirty="0">
                <a:latin typeface="+mn-ea"/>
              </a:rPr>
              <a:t>f1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a___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 f2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a___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2.7 </a:t>
            </a:r>
            <a:r>
              <a:rPr kumimoji="1" lang="zh-CN" altLang="en-US" sz="1200" b="1" dirty="0">
                <a:latin typeface="+mn-ea"/>
              </a:rPr>
              <a:t>上述</a:t>
            </a:r>
            <a:r>
              <a:rPr kumimoji="1" lang="en-US" altLang="zh-CN" sz="1200" b="1" dirty="0">
                <a:latin typeface="+mn-ea"/>
              </a:rPr>
              <a:t>2.2~2.6</a:t>
            </a:r>
            <a:r>
              <a:rPr kumimoji="1" lang="zh-CN" altLang="en-US" sz="1200" b="1" dirty="0">
                <a:latin typeface="+mn-ea"/>
              </a:rPr>
              <a:t>问题中如果某个</a:t>
            </a:r>
            <a:r>
              <a:rPr kumimoji="1" lang="en-US" altLang="zh-CN" sz="1200" b="1" dirty="0">
                <a:latin typeface="+mn-ea"/>
              </a:rPr>
              <a:t>a</a:t>
            </a:r>
            <a:r>
              <a:rPr kumimoji="1" lang="zh-CN" altLang="en-US" sz="1200" b="1" dirty="0">
                <a:latin typeface="+mn-ea"/>
              </a:rPr>
              <a:t>是已分配状态，则此时这个</a:t>
            </a:r>
            <a:r>
              <a:rPr kumimoji="1" lang="en-US" altLang="zh-CN" sz="1200" b="1" dirty="0">
                <a:latin typeface="+mn-ea"/>
              </a:rPr>
              <a:t>a</a:t>
            </a:r>
            <a:r>
              <a:rPr kumimoji="1" lang="zh-CN" altLang="en-US" sz="1200" b="1" dirty="0">
                <a:latin typeface="+mn-ea"/>
              </a:rPr>
              <a:t>在何处？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系统栈</a:t>
            </a:r>
            <a:endParaRPr kumimoji="1" lang="en-US" altLang="zh-CN" sz="12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99288D-D7A1-324A-A05C-6DD45F463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194" y="482400"/>
            <a:ext cx="4286848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577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72971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、局部变量的作用范围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r>
              <a:rPr lang="en-US" altLang="zh-CN" sz="1600" b="1" dirty="0">
                <a:latin typeface="+mn-ea"/>
              </a:rPr>
              <a:t>void fun()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</a:t>
            </a:r>
            <a:r>
              <a:rPr lang="en-US" altLang="zh-CN" sz="1600" b="1" dirty="0" err="1">
                <a:latin typeface="+mn-ea"/>
              </a:rPr>
              <a:t>i,a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a=15;</a:t>
            </a:r>
          </a:p>
          <a:p>
            <a:r>
              <a:rPr lang="en-US" altLang="zh-CN" sz="1600" b="1" dirty="0">
                <a:latin typeface="+mn-ea"/>
              </a:rPr>
              <a:t>    for(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=0;i&lt;10;i++) {</a:t>
            </a:r>
          </a:p>
          <a:p>
            <a:r>
              <a:rPr lang="en-US" altLang="zh-CN" sz="1600" b="1" dirty="0">
                <a:latin typeface="+mn-ea"/>
              </a:rPr>
              <a:t>        int y;</a:t>
            </a:r>
          </a:p>
          <a:p>
            <a:r>
              <a:rPr lang="en-US" altLang="zh-CN" sz="1600" b="1" dirty="0">
                <a:latin typeface="+mn-ea"/>
              </a:rPr>
              <a:t>        y=11;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a=16;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}</a:t>
            </a:r>
          </a:p>
          <a:p>
            <a:r>
              <a:rPr lang="en-US" altLang="zh-CN" sz="1600" b="1" dirty="0">
                <a:latin typeface="+mn-ea"/>
              </a:rPr>
              <a:t>     y=12;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a=17;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“2350222-</a:t>
            </a:r>
            <a:r>
              <a:rPr lang="zh-CN" altLang="en-US" sz="1600" b="1" dirty="0">
                <a:latin typeface="+mn-ea"/>
              </a:rPr>
              <a:t>盛曦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fun();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、解释出现的</a:t>
            </a:r>
            <a:r>
              <a:rPr kumimoji="1" lang="en-US" altLang="zh-CN" sz="1600" b="1" dirty="0">
                <a:latin typeface="+mn-ea"/>
              </a:rPr>
              <a:t>error/warning</a:t>
            </a:r>
            <a:r>
              <a:rPr kumimoji="1" lang="zh-CN" altLang="en-US" sz="1600" b="1" dirty="0">
                <a:latin typeface="+mn-ea"/>
              </a:rPr>
              <a:t>的原因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复合语句内的变量只在复合语句中有效，因此在</a:t>
            </a:r>
            <a:r>
              <a:rPr kumimoji="1" lang="en-US" altLang="zh-CN" sz="1600" b="1" dirty="0">
                <a:latin typeface="+mn-ea"/>
              </a:rPr>
              <a:t>for</a:t>
            </a:r>
            <a:r>
              <a:rPr kumimoji="1" lang="zh-CN" altLang="en-US" sz="1600" b="1" dirty="0">
                <a:latin typeface="+mn-ea"/>
              </a:rPr>
              <a:t>循环的</a:t>
            </a:r>
            <a:r>
              <a:rPr kumimoji="1" lang="en-US" altLang="zh-CN" sz="1600" b="1" dirty="0">
                <a:latin typeface="+mn-ea"/>
              </a:rPr>
              <a:t>{}</a:t>
            </a:r>
            <a:r>
              <a:rPr kumimoji="1" lang="zh-CN" altLang="en-US" sz="1600" b="1" dirty="0">
                <a:latin typeface="+mn-ea"/>
              </a:rPr>
              <a:t>中定义的</a:t>
            </a:r>
            <a:r>
              <a:rPr kumimoji="1" lang="en-US" altLang="zh-CN" sz="1600" b="1" dirty="0">
                <a:latin typeface="+mn-ea"/>
              </a:rPr>
              <a:t>y</a:t>
            </a:r>
            <a:r>
              <a:rPr kumimoji="1" lang="zh-CN" altLang="en-US" sz="1600" b="1" dirty="0">
                <a:latin typeface="+mn-ea"/>
              </a:rPr>
              <a:t>变量只在其中有效。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74DC92-1750-2240-82CA-A37B8E8BC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403" y="2882507"/>
            <a:ext cx="4105848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711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、局部变量的作用范围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pPr>
              <a:lnSpc>
                <a:spcPct val="95000"/>
              </a:lnSpc>
            </a:pPr>
            <a:endParaRPr lang="en-US" altLang="zh-CN" sz="1200" b="1" dirty="0">
              <a:latin typeface="+mn-ea"/>
            </a:endParaRP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void fun()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{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i,a</a:t>
            </a:r>
            <a:r>
              <a:rPr lang="en-US" altLang="zh-CN" sz="1200" b="1" dirty="0">
                <a:latin typeface="+mn-ea"/>
              </a:rPr>
              <a:t>=15;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{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    int y;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    y=11;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    a=16;</a:t>
            </a:r>
            <a:endParaRPr lang="en-US" altLang="zh-CN" sz="1200" b="1" dirty="0">
              <a:solidFill>
                <a:srgbClr val="FF0000"/>
              </a:solidFill>
              <a:latin typeface="+mn-ea"/>
              <a:sym typeface="Wingdings 2" pitchFamily="18" charset="2"/>
            </a:endParaRP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  <a:sym typeface="Wingdings 2" pitchFamily="18" charset="2"/>
              </a:rPr>
              <a:t>        {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  <a:sym typeface="Wingdings 2" pitchFamily="18" charset="2"/>
              </a:rPr>
              <a:t>            int w=10;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  <a:sym typeface="Wingdings 2" pitchFamily="18" charset="2"/>
              </a:rPr>
              <a:t>            y=12;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  <a:sym typeface="Wingdings 2" pitchFamily="18" charset="2"/>
              </a:rPr>
              <a:t>            a=13;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  <a:sym typeface="Wingdings 2" pitchFamily="18" charset="2"/>
              </a:rPr>
              <a:t>            w=14;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  <a:sym typeface="Wingdings 2" pitchFamily="18" charset="2"/>
              </a:rPr>
              <a:t>        }</a:t>
            </a:r>
            <a:endParaRPr lang="en-US" altLang="zh-CN" sz="1200" b="1" dirty="0">
              <a:latin typeface="+mn-ea"/>
            </a:endParaRP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    w=15;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}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y=12;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a=17;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}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"2350222-</a:t>
            </a:r>
            <a:r>
              <a:rPr lang="zh-CN" altLang="en-US" sz="1200" b="1" dirty="0">
                <a:latin typeface="+mn-ea"/>
              </a:rPr>
              <a:t>盛曦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fun();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  <a:p>
            <a:endParaRPr lang="en-US" altLang="zh-CN" sz="12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、解释出现的</a:t>
            </a:r>
            <a:r>
              <a:rPr kumimoji="1" lang="en-US" altLang="zh-CN" sz="1600" b="1" dirty="0">
                <a:latin typeface="+mn-ea"/>
              </a:rPr>
              <a:t>error/warning</a:t>
            </a:r>
            <a:r>
              <a:rPr kumimoji="1" lang="zh-CN" altLang="en-US" sz="1600" b="1" dirty="0">
                <a:latin typeface="+mn-ea"/>
              </a:rPr>
              <a:t>的原因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复合语句中定义的变量只在复合语句中有效，以该变量为基准向上找</a:t>
            </a:r>
            <a:r>
              <a:rPr kumimoji="1" lang="en-US" altLang="zh-CN" sz="1600" b="1" dirty="0">
                <a:latin typeface="+mn-ea"/>
              </a:rPr>
              <a:t>{</a:t>
            </a:r>
            <a:r>
              <a:rPr kumimoji="1" lang="zh-CN" altLang="en-US" sz="1600" b="1" dirty="0">
                <a:latin typeface="+mn-ea"/>
              </a:rPr>
              <a:t>，向下找</a:t>
            </a:r>
            <a:r>
              <a:rPr kumimoji="1" lang="en-US" altLang="zh-CN" sz="1600" b="1" dirty="0">
                <a:latin typeface="+mn-ea"/>
              </a:rPr>
              <a:t>}</a:t>
            </a:r>
            <a:r>
              <a:rPr kumimoji="1" lang="zh-CN" altLang="en-US" sz="1600" b="1" dirty="0">
                <a:latin typeface="+mn-ea"/>
              </a:rPr>
              <a:t>，在</a:t>
            </a:r>
            <a:r>
              <a:rPr kumimoji="1" lang="en-US" altLang="zh-CN" sz="1600" b="1" dirty="0">
                <a:latin typeface="+mn-ea"/>
              </a:rPr>
              <a:t>{}</a:t>
            </a:r>
            <a:r>
              <a:rPr kumimoji="1" lang="zh-CN" altLang="en-US" sz="1600" b="1" dirty="0">
                <a:latin typeface="+mn-ea"/>
              </a:rPr>
              <a:t>中就是变量的有效范围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BF9C0E-FDED-593C-87EF-45C9AF1D3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796" y="2771683"/>
            <a:ext cx="4153480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322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、局部变量的作用范围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pPr>
              <a:lnSpc>
                <a:spcPct val="95000"/>
              </a:lnSpc>
            </a:pPr>
            <a:endParaRPr lang="en-US" altLang="zh-CN" sz="1600" b="1" dirty="0"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void fun()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a=14;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/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"2350222-</a:t>
            </a:r>
            <a:r>
              <a:rPr lang="zh-CN" altLang="en-US" sz="1600" b="1" dirty="0">
                <a:latin typeface="+mn-ea"/>
              </a:rPr>
              <a:t>盛曦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a=15;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fun();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a=16;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、结论：在某个函数</a:t>
            </a:r>
            <a:r>
              <a:rPr kumimoji="1" lang="en-US" altLang="zh-CN" sz="1600" b="1" dirty="0">
                <a:latin typeface="+mn-ea"/>
              </a:rPr>
              <a:t>(main)</a:t>
            </a:r>
            <a:r>
              <a:rPr kumimoji="1" lang="zh-CN" altLang="en-US" sz="1600" b="1" dirty="0">
                <a:latin typeface="+mn-ea"/>
              </a:rPr>
              <a:t>中定义的自动变量，在它的调用函数</a:t>
            </a:r>
            <a:r>
              <a:rPr kumimoji="1" lang="en-US" altLang="zh-CN" sz="1600" b="1" dirty="0">
                <a:latin typeface="+mn-ea"/>
              </a:rPr>
              <a:t>(fun)</a:t>
            </a:r>
            <a:r>
              <a:rPr kumimoji="1" lang="zh-CN" altLang="en-US" sz="1600" b="1" dirty="0">
                <a:latin typeface="+mn-ea"/>
              </a:rPr>
              <a:t>中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不允许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允许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不允许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访问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B09D83-8068-FB4B-957C-79B79EFAB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964" y="2956505"/>
            <a:ext cx="4020111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83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84670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、全局变量的作用范围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pPr fontAlgn="base"/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f1()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a=15;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/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int a;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"2350222-</a:t>
            </a:r>
            <a:r>
              <a:rPr lang="zh-CN" altLang="en-US" sz="1600" b="1" dirty="0">
                <a:latin typeface="+mn-ea"/>
              </a:rPr>
              <a:t>盛曦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a=16;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f2()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a=17;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、解释出现的</a:t>
            </a:r>
            <a:r>
              <a:rPr kumimoji="1" lang="en-US" altLang="zh-CN" sz="1600" b="1" dirty="0">
                <a:latin typeface="+mn-ea"/>
              </a:rPr>
              <a:t>error/warning</a:t>
            </a:r>
            <a:r>
              <a:rPr kumimoji="1" lang="zh-CN" altLang="en-US" sz="1600" b="1" dirty="0">
                <a:latin typeface="+mn-ea"/>
              </a:rPr>
              <a:t>的原因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全局变量只在定义点到源文件结束之间有效，</a:t>
            </a:r>
            <a:r>
              <a:rPr kumimoji="1" lang="en-US" altLang="zh-CN" sz="1600" b="1" dirty="0">
                <a:latin typeface="+mn-ea"/>
              </a:rPr>
              <a:t>f1</a:t>
            </a:r>
            <a:r>
              <a:rPr kumimoji="1" lang="zh-CN" altLang="en-US" sz="1600" b="1" dirty="0">
                <a:latin typeface="+mn-ea"/>
              </a:rPr>
              <a:t>在定义点前面，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无法被访问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13D90F5-2230-B156-C9AE-1662C4438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782" y="2885728"/>
            <a:ext cx="4039164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82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、全局变量的作用范围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int a;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void f1()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{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a=15;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"fa=" &lt;&lt; a &lt;&lt; ' '&lt;&lt; &amp;a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}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int main()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"2350222-</a:t>
            </a:r>
            <a:r>
              <a:rPr lang="zh-CN" altLang="en-US" sz="1600" b="1" dirty="0">
                <a:latin typeface="+mn-ea"/>
              </a:rPr>
              <a:t>盛曦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pPr>
              <a:spcBef>
                <a:spcPts val="200"/>
              </a:spcBef>
            </a:pPr>
            <a:endParaRPr lang="en-US" altLang="zh-CN" sz="1600" b="1" dirty="0">
              <a:latin typeface="+mn-ea"/>
            </a:endParaRP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a=10;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"ma1=" &lt;&lt; a &lt;&lt; ' '&lt;&lt; &amp;a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f1();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"ma2=" &lt;&lt; a &lt;&lt; ' '&lt;&lt; &amp;a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return 0;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、由运行结果中的地址可以证明，</a:t>
            </a:r>
            <a:r>
              <a:rPr kumimoji="1" lang="en-US" altLang="zh-CN" sz="1600" b="1" dirty="0">
                <a:latin typeface="+mn-ea"/>
              </a:rPr>
              <a:t>f1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main</a:t>
            </a:r>
            <a:r>
              <a:rPr kumimoji="1" lang="zh-CN" altLang="en-US" sz="1600" b="1" dirty="0">
                <a:latin typeface="+mn-ea"/>
              </a:rPr>
              <a:t>中访问的变量</a:t>
            </a:r>
            <a:r>
              <a:rPr kumimoji="1" lang="en-US" altLang="zh-CN" sz="1600" b="1" dirty="0">
                <a:latin typeface="+mn-ea"/>
              </a:rPr>
              <a:t>a___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的</a:t>
            </a:r>
            <a:r>
              <a:rPr kumimoji="1" lang="en-US" altLang="zh-CN" sz="1600" b="1" dirty="0">
                <a:latin typeface="+mn-ea"/>
              </a:rPr>
              <a:t>a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DAD269D-94E7-2C38-31BC-44852C66F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292" y="2812674"/>
            <a:ext cx="4067743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567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、全局变量的作用范围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f1(int a)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a=15;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"fa=" &lt;&lt; a &lt;&lt; ' ' &lt;&lt; &amp;a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"2350222-</a:t>
            </a:r>
            <a:r>
              <a:rPr lang="zh-CN" altLang="en-US" sz="1600" b="1" dirty="0">
                <a:latin typeface="+mn-ea"/>
              </a:rPr>
              <a:t>盛曦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 =10;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"ma1=" &lt;&lt; a &lt;&lt; ' ' &lt;&lt; &amp;a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a = f1(a);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"ma2=" &lt;&lt; a &lt;&lt; ' ' &lt;&lt; &amp;a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、由运行结果中的地址可以证明，</a:t>
            </a:r>
            <a:r>
              <a:rPr kumimoji="1" lang="en-US" altLang="zh-CN" sz="1600" b="1" dirty="0">
                <a:latin typeface="+mn-ea"/>
              </a:rPr>
              <a:t>f1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main</a:t>
            </a:r>
            <a:r>
              <a:rPr kumimoji="1" lang="zh-CN" altLang="en-US" sz="1600" b="1" dirty="0">
                <a:latin typeface="+mn-ea"/>
              </a:rPr>
              <a:t>中访问的变量</a:t>
            </a:r>
            <a:r>
              <a:rPr kumimoji="1" lang="en-US" altLang="zh-CN" sz="1600" b="1" dirty="0">
                <a:latin typeface="+mn-ea"/>
              </a:rPr>
              <a:t>a___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的</a:t>
            </a:r>
            <a:r>
              <a:rPr kumimoji="1" lang="en-US" altLang="zh-CN" sz="1600" b="1" dirty="0">
                <a:latin typeface="+mn-ea"/>
              </a:rPr>
              <a:t>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不是全局变量，解释为什么</a:t>
            </a:r>
            <a:r>
              <a:rPr kumimoji="1" lang="en-US" altLang="zh-CN" sz="1600" b="1" dirty="0">
                <a:latin typeface="+mn-ea"/>
              </a:rPr>
              <a:t>ma1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ma2</a:t>
            </a:r>
            <a:r>
              <a:rPr kumimoji="1" lang="zh-CN" altLang="en-US" sz="1600" b="1" dirty="0">
                <a:latin typeface="+mn-ea"/>
              </a:rPr>
              <a:t>两句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zh-CN" altLang="en-US" sz="1600" b="1" dirty="0">
                <a:latin typeface="+mn-ea"/>
              </a:rPr>
              <a:t>输出的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值不相同？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是如何被改变的？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因为</a:t>
            </a:r>
            <a:r>
              <a:rPr kumimoji="1" lang="en-US" altLang="zh-CN" sz="1600" b="1" dirty="0">
                <a:latin typeface="+mn-ea"/>
              </a:rPr>
              <a:t>main</a:t>
            </a:r>
            <a:r>
              <a:rPr kumimoji="1" lang="zh-CN" altLang="en-US" sz="1600" b="1" dirty="0">
                <a:latin typeface="+mn-ea"/>
              </a:rPr>
              <a:t>中的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被赋值了</a:t>
            </a:r>
            <a:r>
              <a:rPr kumimoji="1" lang="en-US" altLang="zh-CN" sz="1600" b="1" dirty="0">
                <a:latin typeface="+mn-ea"/>
              </a:rPr>
              <a:t>f1</a:t>
            </a:r>
            <a:r>
              <a:rPr kumimoji="1" lang="zh-CN" altLang="en-US" sz="1600" b="1" dirty="0">
                <a:latin typeface="+mn-ea"/>
              </a:rPr>
              <a:t>的返回值，</a:t>
            </a:r>
            <a:r>
              <a:rPr kumimoji="1" lang="en-US" altLang="zh-CN" sz="1600" b="1" dirty="0">
                <a:latin typeface="+mn-ea"/>
              </a:rPr>
              <a:t>f1</a:t>
            </a:r>
            <a:r>
              <a:rPr kumimoji="1" lang="zh-CN" altLang="en-US" sz="1600" b="1" dirty="0">
                <a:latin typeface="+mn-ea"/>
              </a:rPr>
              <a:t>的返回值就是</a:t>
            </a:r>
            <a:r>
              <a:rPr kumimoji="1" lang="en-US" altLang="zh-CN" sz="1600" b="1" dirty="0">
                <a:latin typeface="+mn-ea"/>
              </a:rPr>
              <a:t>f1</a:t>
            </a:r>
            <a:r>
              <a:rPr kumimoji="1" lang="zh-CN" altLang="en-US" sz="1600" b="1" dirty="0">
                <a:latin typeface="+mn-ea"/>
              </a:rPr>
              <a:t>中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的值，因此</a:t>
            </a:r>
            <a:r>
              <a:rPr kumimoji="1" lang="en-US" altLang="zh-CN" sz="1600" b="1" dirty="0">
                <a:latin typeface="+mn-ea"/>
              </a:rPr>
              <a:t>main</a:t>
            </a:r>
            <a:r>
              <a:rPr kumimoji="1" lang="zh-CN" altLang="en-US" sz="1600" b="1" dirty="0">
                <a:latin typeface="+mn-ea"/>
              </a:rPr>
              <a:t>中的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由</a:t>
            </a:r>
            <a:r>
              <a:rPr kumimoji="1" lang="en-US" altLang="zh-CN" sz="1600" b="1" dirty="0">
                <a:latin typeface="+mn-ea"/>
              </a:rPr>
              <a:t>10</a:t>
            </a:r>
            <a:r>
              <a:rPr kumimoji="1" lang="zh-CN" altLang="en-US" sz="1600" b="1" dirty="0">
                <a:latin typeface="+mn-ea"/>
              </a:rPr>
              <a:t>变成了</a:t>
            </a:r>
            <a:r>
              <a:rPr kumimoji="1" lang="en-US" altLang="zh-CN" sz="1600" b="1" dirty="0">
                <a:latin typeface="+mn-ea"/>
              </a:rPr>
              <a:t>15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E4B920-6553-06B3-D378-79B0366E1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970" y="2307106"/>
            <a:ext cx="4334480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218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3223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、变量同名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int a=10, b;</a:t>
            </a:r>
          </a:p>
          <a:p>
            <a:r>
              <a:rPr lang="en-US" altLang="zh-CN" sz="1600" b="1" dirty="0">
                <a:latin typeface="+mn-ea"/>
              </a:rPr>
              <a:t>void f1()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int a=5, b;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"a1=" &lt;&lt; a &lt;&lt; '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'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&amp;a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"b1=" &lt;&lt; b &lt;&lt; '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'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&amp;b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void f2()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"a2=" &lt;&lt; a &lt;&lt; ' ' &lt;&lt; &amp;a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"b2=" &lt;&lt; b &lt;&lt; ' ' &lt;&lt; &amp;b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f1();</a:t>
            </a:r>
          </a:p>
          <a:p>
            <a:r>
              <a:rPr lang="en-US" altLang="zh-CN" sz="1600" b="1" dirty="0">
                <a:latin typeface="+mn-ea"/>
              </a:rPr>
              <a:t>    f2();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、由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zh-CN" altLang="en-US" sz="1600" b="1" dirty="0">
                <a:latin typeface="+mn-ea"/>
              </a:rPr>
              <a:t>可知，局部变量不初始化，初值为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不可信的数字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；全局变量不初始化，初值为</a:t>
            </a:r>
            <a:r>
              <a:rPr kumimoji="1" lang="en-US" altLang="zh-CN" sz="1600" b="1" dirty="0">
                <a:latin typeface="+mn-ea"/>
              </a:rPr>
              <a:t>__0____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、由截图可知，全局变量</a:t>
            </a:r>
            <a:r>
              <a:rPr kumimoji="1" lang="en-US" altLang="zh-CN" sz="1600" b="1" dirty="0">
                <a:latin typeface="+mn-ea"/>
              </a:rPr>
              <a:t>a/b</a:t>
            </a:r>
            <a:r>
              <a:rPr kumimoji="1" lang="zh-CN" altLang="en-US" sz="1600" b="1" dirty="0">
                <a:latin typeface="+mn-ea"/>
              </a:rPr>
              <a:t>的起始地址差</a:t>
            </a:r>
            <a:r>
              <a:rPr kumimoji="1" lang="en-US" altLang="zh-CN" sz="1600" b="1" dirty="0">
                <a:latin typeface="+mn-ea"/>
              </a:rPr>
              <a:t>__468_</a:t>
            </a:r>
            <a:r>
              <a:rPr kumimoji="1" lang="zh-CN" altLang="en-US" sz="1600" b="1" dirty="0">
                <a:latin typeface="+mn-ea"/>
              </a:rPr>
              <a:t>个字节；局部变量</a:t>
            </a:r>
            <a:r>
              <a:rPr kumimoji="1" lang="en-US" altLang="zh-CN" sz="1600" b="1" dirty="0">
                <a:latin typeface="+mn-ea"/>
              </a:rPr>
              <a:t>a/b</a:t>
            </a:r>
            <a:r>
              <a:rPr kumimoji="1" lang="zh-CN" altLang="en-US" sz="1600" b="1" dirty="0">
                <a:latin typeface="+mn-ea"/>
              </a:rPr>
              <a:t>之间差</a:t>
            </a:r>
            <a:r>
              <a:rPr kumimoji="1" lang="en-US" altLang="zh-CN" sz="1600" b="1" dirty="0">
                <a:latin typeface="+mn-ea"/>
              </a:rPr>
              <a:t>__12__</a:t>
            </a:r>
            <a:r>
              <a:rPr kumimoji="1" lang="zh-CN" altLang="en-US" sz="1600" b="1" dirty="0">
                <a:latin typeface="+mn-ea"/>
              </a:rPr>
              <a:t>个字节；全局和局部之前差</a:t>
            </a:r>
            <a:r>
              <a:rPr kumimoji="1" lang="en-US" altLang="zh-CN" sz="1600" b="1">
                <a:latin typeface="+mn-ea"/>
              </a:rPr>
              <a:t>__4878.633KB____(</a:t>
            </a:r>
            <a:r>
              <a:rPr kumimoji="1" lang="zh-CN" altLang="en-US" sz="1600" b="1" dirty="0">
                <a:latin typeface="+mn-ea"/>
              </a:rPr>
              <a:t>单位</a:t>
            </a:r>
            <a:r>
              <a:rPr kumimoji="1" lang="en-US" altLang="zh-CN" sz="1600" b="1" dirty="0">
                <a:latin typeface="+mn-ea"/>
              </a:rPr>
              <a:t>KB/MB</a:t>
            </a:r>
            <a:r>
              <a:rPr kumimoji="1" lang="zh-CN" altLang="en-US" sz="1600" b="1" dirty="0">
                <a:latin typeface="+mn-ea"/>
              </a:rPr>
              <a:t>均可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，说明这是两个不同的存储区，全局变量在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静态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存储区，局部变量在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动态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存储区。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C94EC10-C03F-C286-E1E4-6AF89F536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511" y="2187288"/>
            <a:ext cx="4086795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72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、变量同名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int a=10;</a:t>
            </a:r>
          </a:p>
          <a:p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short a;</a:t>
            </a:r>
          </a:p>
          <a:p>
            <a:r>
              <a:rPr lang="en-US" altLang="zh-CN" sz="1600" b="1" dirty="0">
                <a:latin typeface="+mn-ea"/>
              </a:rPr>
              <a:t>void f1()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int x=5;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double x=1.2;</a:t>
            </a: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short p=1, p=2;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f1();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24401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、结合</a:t>
            </a:r>
            <a:r>
              <a:rPr kumimoji="1" lang="en-US" altLang="zh-CN" sz="1600" b="1" dirty="0">
                <a:latin typeface="+mn-ea"/>
              </a:rPr>
              <a:t>4.A/4.B</a:t>
            </a:r>
            <a:r>
              <a:rPr kumimoji="1" lang="zh-CN" altLang="en-US" sz="1600" b="1" dirty="0">
                <a:latin typeface="+mn-ea"/>
              </a:rPr>
              <a:t>可以得知：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级别的变量允许同名；</a:t>
            </a:r>
            <a:r>
              <a:rPr kumimoji="1" lang="en-US" altLang="zh-CN" sz="1600" b="1" dirty="0">
                <a:latin typeface="+mn-ea"/>
              </a:rPr>
              <a:t> __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级别的变量不允许同名；变量同名是的使用规则是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低层屏蔽高层</a:t>
            </a:r>
            <a:r>
              <a:rPr kumimoji="1" lang="en-US" altLang="zh-CN" sz="1600" b="1" dirty="0">
                <a:latin typeface="+mn-ea"/>
              </a:rPr>
              <a:t>_________</a:t>
            </a:r>
            <a:r>
              <a:rPr kumimoji="1" lang="zh-CN" altLang="en-US" sz="1600" b="1" dirty="0">
                <a:latin typeface="+mn-ea"/>
              </a:rPr>
              <a:t>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35674A-BF54-A54B-0029-84BD5B263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01" y="2609529"/>
            <a:ext cx="4782217" cy="35247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6A74808-DCF2-1F3A-6BA9-C1E53E30F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776" y="3062301"/>
            <a:ext cx="4915586" cy="26673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39B253C-219D-AE41-FC64-5501D5A13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764" y="3528963"/>
            <a:ext cx="4477375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83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5018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、自动变量与静态局部变量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f1()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a=1;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a++;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"a=" &lt;&lt; a &lt;&lt; ' ' &lt;&lt; &amp;a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static int b=1;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b++;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"b=" &lt;&lt; b &lt;&lt; ' ' &lt;&lt; &amp;b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f1();</a:t>
            </a:r>
          </a:p>
          <a:p>
            <a:r>
              <a:rPr lang="en-US" altLang="zh-CN" sz="1600" b="1" dirty="0">
                <a:latin typeface="+mn-ea"/>
              </a:rPr>
              <a:t>    f1();</a:t>
            </a:r>
          </a:p>
          <a:p>
            <a:r>
              <a:rPr lang="en-US" altLang="zh-CN" sz="1600" b="1" dirty="0">
                <a:latin typeface="+mn-ea"/>
              </a:rPr>
              <a:t>    f1();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、结合</a:t>
            </a:r>
            <a:r>
              <a:rPr kumimoji="1" lang="en-US" altLang="zh-CN" sz="1600" b="1" dirty="0">
                <a:latin typeface="+mn-ea"/>
              </a:rPr>
              <a:t>a/b</a:t>
            </a:r>
            <a:r>
              <a:rPr kumimoji="1" lang="zh-CN" altLang="en-US" sz="1600" b="1" dirty="0">
                <a:latin typeface="+mn-ea"/>
              </a:rPr>
              <a:t>各自的地址和值，得到结论为：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自动变量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多次调用，则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每次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每次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仅第一次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进行初始化，函数运行结束后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会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会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不会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释放空间，下次进入时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再次分配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再次分配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继续使用上次的空间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静态局部变量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zh-CN" altLang="en-US" sz="1600" b="1" dirty="0">
                <a:latin typeface="+mn-ea"/>
              </a:rPr>
              <a:t>多次调用，则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仅第一次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每次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仅第一次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进行初始化，函数运行结束后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不会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会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不会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释放空间，下次进入时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继续使用上次空间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再次分配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继续使用上次的空间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根据上面的分析结果，自动变量应该放在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动态数据区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动态数据区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静态数据区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，静态局部变量应该放在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静态数据区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动态数据区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静态数据区</a:t>
            </a:r>
            <a:r>
              <a:rPr kumimoji="1" lang="en-US" altLang="zh-CN" sz="1600" b="1" dirty="0">
                <a:latin typeface="+mn-ea"/>
              </a:rPr>
              <a:t>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777FF0-8418-8B8A-48BA-4E9925BC4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707" y="1811937"/>
            <a:ext cx="3248911" cy="196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445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7091014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1796</TotalTime>
  <Words>3727</Words>
  <Application>Microsoft Office PowerPoint</Application>
  <PresentationFormat>宽屏</PresentationFormat>
  <Paragraphs>540</Paragraphs>
  <Slides>21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等线</vt:lpstr>
      <vt:lpstr>宋体</vt:lpstr>
      <vt:lpstr>Times New Roman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xi sheng</cp:lastModifiedBy>
  <cp:revision>244</cp:revision>
  <dcterms:created xsi:type="dcterms:W3CDTF">2020-08-13T13:39:53Z</dcterms:created>
  <dcterms:modified xsi:type="dcterms:W3CDTF">2024-04-24T11:48:12Z</dcterms:modified>
</cp:coreProperties>
</file>