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60" r:id="rId4"/>
    <p:sldId id="259" r:id="rId5"/>
    <p:sldId id="264" r:id="rId6"/>
    <p:sldId id="268" r:id="rId7"/>
    <p:sldId id="263" r:id="rId8"/>
    <p:sldId id="273" r:id="rId9"/>
    <p:sldId id="274" r:id="rId10"/>
    <p:sldId id="267" r:id="rId11"/>
    <p:sldId id="271" r:id="rId12"/>
    <p:sldId id="270" r:id="rId13"/>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515"/>
    <a:srgbClr val="C0A1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F9C1FB-264A-41AC-8D1F-C26EC8DA3561}" v="192" dt="2024-01-05T05:53:02.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10" autoAdjust="0"/>
    <p:restoredTop sz="94660"/>
  </p:normalViewPr>
  <p:slideViewPr>
    <p:cSldViewPr snapToGrid="0">
      <p:cViewPr varScale="1">
        <p:scale>
          <a:sx n="86" d="100"/>
          <a:sy n="86" d="100"/>
        </p:scale>
        <p:origin x="45"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 sheng" userId="b3919e0d8ca6a452" providerId="LiveId" clId="{58F9C1FB-264A-41AC-8D1F-C26EC8DA3561}"/>
    <pc:docChg chg="undo redo custSel addSld delSld modSld sldOrd modMainMaster">
      <pc:chgData name="xi sheng" userId="b3919e0d8ca6a452" providerId="LiveId" clId="{58F9C1FB-264A-41AC-8D1F-C26EC8DA3561}" dt="2024-01-05T05:55:32.216" v="1079" actId="207"/>
      <pc:docMkLst>
        <pc:docMk/>
      </pc:docMkLst>
      <pc:sldChg chg="addSp delSp modSp mod setBg">
        <pc:chgData name="xi sheng" userId="b3919e0d8ca6a452" providerId="LiveId" clId="{58F9C1FB-264A-41AC-8D1F-C26EC8DA3561}" dt="2024-01-05T05:50:14.235" v="1027" actId="20577"/>
        <pc:sldMkLst>
          <pc:docMk/>
          <pc:sldMk cId="0" sldId="256"/>
        </pc:sldMkLst>
        <pc:spChg chg="mod">
          <ac:chgData name="xi sheng" userId="b3919e0d8ca6a452" providerId="LiveId" clId="{58F9C1FB-264A-41AC-8D1F-C26EC8DA3561}" dt="2024-01-05T05:50:14.235" v="1027" actId="20577"/>
          <ac:spMkLst>
            <pc:docMk/>
            <pc:sldMk cId="0" sldId="256"/>
            <ac:spMk id="2" creationId="{00000000-0000-0000-0000-000000000000}"/>
          </ac:spMkLst>
        </pc:spChg>
        <pc:spChg chg="del">
          <ac:chgData name="xi sheng" userId="b3919e0d8ca6a452" providerId="LiveId" clId="{58F9C1FB-264A-41AC-8D1F-C26EC8DA3561}" dt="2023-12-31T06:17:01.295" v="289" actId="478"/>
          <ac:spMkLst>
            <pc:docMk/>
            <pc:sldMk cId="0" sldId="256"/>
            <ac:spMk id="3" creationId="{00000000-0000-0000-0000-000000000000}"/>
          </ac:spMkLst>
        </pc:spChg>
        <pc:spChg chg="mod">
          <ac:chgData name="xi sheng" userId="b3919e0d8ca6a452" providerId="LiveId" clId="{58F9C1FB-264A-41AC-8D1F-C26EC8DA3561}" dt="2023-12-31T06:26:58.109" v="421" actId="1076"/>
          <ac:spMkLst>
            <pc:docMk/>
            <pc:sldMk cId="0" sldId="256"/>
            <ac:spMk id="5" creationId="{00000000-0000-0000-0000-000000000000}"/>
          </ac:spMkLst>
        </pc:spChg>
        <pc:spChg chg="add mod">
          <ac:chgData name="xi sheng" userId="b3919e0d8ca6a452" providerId="LiveId" clId="{58F9C1FB-264A-41AC-8D1F-C26EC8DA3561}" dt="2023-12-31T05:48:00.530" v="104" actId="14100"/>
          <ac:spMkLst>
            <pc:docMk/>
            <pc:sldMk cId="0" sldId="256"/>
            <ac:spMk id="11" creationId="{42CEB50A-541F-1A0C-C806-BBB9DE52E819}"/>
          </ac:spMkLst>
        </pc:spChg>
        <pc:spChg chg="add mod">
          <ac:chgData name="xi sheng" userId="b3919e0d8ca6a452" providerId="LiveId" clId="{58F9C1FB-264A-41AC-8D1F-C26EC8DA3561}" dt="2023-12-31T06:27:08.744" v="426" actId="1076"/>
          <ac:spMkLst>
            <pc:docMk/>
            <pc:sldMk cId="0" sldId="256"/>
            <ac:spMk id="21" creationId="{6E934C00-9886-8959-C7AF-1D65A7BFFDE8}"/>
          </ac:spMkLst>
        </pc:spChg>
        <pc:spChg chg="add mod ord">
          <ac:chgData name="xi sheng" userId="b3919e0d8ca6a452" providerId="LiveId" clId="{58F9C1FB-264A-41AC-8D1F-C26EC8DA3561}" dt="2023-12-31T06:26:10.041" v="412" actId="14100"/>
          <ac:spMkLst>
            <pc:docMk/>
            <pc:sldMk cId="0" sldId="256"/>
            <ac:spMk id="22" creationId="{ED399405-3CFC-3A63-2E35-336924B1C365}"/>
          </ac:spMkLst>
        </pc:spChg>
        <pc:spChg chg="add mod ord">
          <ac:chgData name="xi sheng" userId="b3919e0d8ca6a452" providerId="LiveId" clId="{58F9C1FB-264A-41AC-8D1F-C26EC8DA3561}" dt="2023-12-31T06:46:04.295" v="617" actId="207"/>
          <ac:spMkLst>
            <pc:docMk/>
            <pc:sldMk cId="0" sldId="256"/>
            <ac:spMk id="29" creationId="{F1D466BD-38D3-E396-8340-78AE5F41824D}"/>
          </ac:spMkLst>
        </pc:spChg>
        <pc:picChg chg="del">
          <ac:chgData name="xi sheng" userId="b3919e0d8ca6a452" providerId="LiveId" clId="{58F9C1FB-264A-41AC-8D1F-C26EC8DA3561}" dt="2023-12-31T06:11:46.907" v="247" actId="478"/>
          <ac:picMkLst>
            <pc:docMk/>
            <pc:sldMk cId="0" sldId="256"/>
            <ac:picMk id="7" creationId="{00000000-0000-0000-0000-000000000000}"/>
          </ac:picMkLst>
        </pc:picChg>
        <pc:picChg chg="del">
          <ac:chgData name="xi sheng" userId="b3919e0d8ca6a452" providerId="LiveId" clId="{58F9C1FB-264A-41AC-8D1F-C26EC8DA3561}" dt="2023-12-31T06:11:45.793" v="246" actId="478"/>
          <ac:picMkLst>
            <pc:docMk/>
            <pc:sldMk cId="0" sldId="256"/>
            <ac:picMk id="8" creationId="{00000000-0000-0000-0000-000000000000}"/>
          </ac:picMkLst>
        </pc:picChg>
        <pc:cxnChg chg="add mod">
          <ac:chgData name="xi sheng" userId="b3919e0d8ca6a452" providerId="LiveId" clId="{58F9C1FB-264A-41AC-8D1F-C26EC8DA3561}" dt="2024-01-05T05:49:18.264" v="1001" actId="14100"/>
          <ac:cxnSpMkLst>
            <pc:docMk/>
            <pc:sldMk cId="0" sldId="256"/>
            <ac:cxnSpMk id="10" creationId="{8BACD7D9-248C-3333-5935-69E88619EAF1}"/>
          </ac:cxnSpMkLst>
        </pc:cxnChg>
        <pc:cxnChg chg="add mod ord">
          <ac:chgData name="xi sheng" userId="b3919e0d8ca6a452" providerId="LiveId" clId="{58F9C1FB-264A-41AC-8D1F-C26EC8DA3561}" dt="2023-12-31T06:26:22.657" v="415" actId="14100"/>
          <ac:cxnSpMkLst>
            <pc:docMk/>
            <pc:sldMk cId="0" sldId="256"/>
            <ac:cxnSpMk id="23" creationId="{8469F3A0-20D0-467D-DA34-FFE0DC3A7808}"/>
          </ac:cxnSpMkLst>
        </pc:cxnChg>
        <pc:cxnChg chg="add del mod">
          <ac:chgData name="xi sheng" userId="b3919e0d8ca6a452" providerId="LiveId" clId="{58F9C1FB-264A-41AC-8D1F-C26EC8DA3561}" dt="2023-12-31T06:27:04.200" v="425" actId="1076"/>
          <ac:cxnSpMkLst>
            <pc:docMk/>
            <pc:sldMk cId="0" sldId="256"/>
            <ac:cxnSpMk id="26" creationId="{F49CC213-77A9-2188-8B74-29FD3C95DB7E}"/>
          </ac:cxnSpMkLst>
        </pc:cxnChg>
      </pc:sldChg>
      <pc:sldChg chg="addSp delSp modSp mod setBg">
        <pc:chgData name="xi sheng" userId="b3919e0d8ca6a452" providerId="LiveId" clId="{58F9C1FB-264A-41AC-8D1F-C26EC8DA3561}" dt="2024-01-05T05:50:33.812" v="1030" actId="27636"/>
        <pc:sldMkLst>
          <pc:docMk/>
          <pc:sldMk cId="0" sldId="257"/>
        </pc:sldMkLst>
        <pc:spChg chg="del">
          <ac:chgData name="xi sheng" userId="b3919e0d8ca6a452" providerId="LiveId" clId="{58F9C1FB-264A-41AC-8D1F-C26EC8DA3561}" dt="2023-12-31T05:56:10.547" v="156" actId="478"/>
          <ac:spMkLst>
            <pc:docMk/>
            <pc:sldMk cId="0" sldId="257"/>
            <ac:spMk id="3" creationId="{00000000-0000-0000-0000-000000000000}"/>
          </ac:spMkLst>
        </pc:spChg>
        <pc:spChg chg="add mod">
          <ac:chgData name="xi sheng" userId="b3919e0d8ca6a452" providerId="LiveId" clId="{58F9C1FB-264A-41AC-8D1F-C26EC8DA3561}" dt="2024-01-05T05:50:33.812" v="1030" actId="27636"/>
          <ac:spMkLst>
            <pc:docMk/>
            <pc:sldMk cId="0" sldId="257"/>
            <ac:spMk id="3" creationId="{A2B96A21-DBBD-56C6-8D53-E98E19824A1E}"/>
          </ac:spMkLst>
        </pc:spChg>
        <pc:spChg chg="add mod">
          <ac:chgData name="xi sheng" userId="b3919e0d8ca6a452" providerId="LiveId" clId="{58F9C1FB-264A-41AC-8D1F-C26EC8DA3561}" dt="2024-01-05T05:50:33.760" v="1029"/>
          <ac:spMkLst>
            <pc:docMk/>
            <pc:sldMk cId="0" sldId="257"/>
            <ac:spMk id="6" creationId="{CD1A1780-13AC-8BE4-D6C6-966B8AE1F514}"/>
          </ac:spMkLst>
        </pc:spChg>
        <pc:spChg chg="del">
          <ac:chgData name="xi sheng" userId="b3919e0d8ca6a452" providerId="LiveId" clId="{58F9C1FB-264A-41AC-8D1F-C26EC8DA3561}" dt="2023-12-31T05:55:26.933" v="154" actId="478"/>
          <ac:spMkLst>
            <pc:docMk/>
            <pc:sldMk cId="0" sldId="257"/>
            <ac:spMk id="22" creationId="{592B3593-8FDD-B5ED-128A-E265FF6C86E3}"/>
          </ac:spMkLst>
        </pc:spChg>
        <pc:spChg chg="mod">
          <ac:chgData name="xi sheng" userId="b3919e0d8ca6a452" providerId="LiveId" clId="{58F9C1FB-264A-41AC-8D1F-C26EC8DA3561}" dt="2023-12-31T05:57:59.670" v="165" actId="1076"/>
          <ac:spMkLst>
            <pc:docMk/>
            <pc:sldMk cId="0" sldId="257"/>
            <ac:spMk id="37" creationId="{9247BBA2-8334-5187-6207-C7B7BED0C1CB}"/>
          </ac:spMkLst>
        </pc:spChg>
        <pc:spChg chg="add del mod">
          <ac:chgData name="xi sheng" userId="b3919e0d8ca6a452" providerId="LiveId" clId="{58F9C1FB-264A-41AC-8D1F-C26EC8DA3561}" dt="2023-12-31T05:55:17.817" v="152" actId="478"/>
          <ac:spMkLst>
            <pc:docMk/>
            <pc:sldMk cId="0" sldId="257"/>
            <ac:spMk id="43" creationId="{A0218BBD-A9E5-3190-088A-7A326DDD6B24}"/>
          </ac:spMkLst>
        </pc:spChg>
        <pc:spChg chg="add mod">
          <ac:chgData name="xi sheng" userId="b3919e0d8ca6a452" providerId="LiveId" clId="{58F9C1FB-264A-41AC-8D1F-C26EC8DA3561}" dt="2023-12-31T05:57:59.274" v="164" actId="1076"/>
          <ac:spMkLst>
            <pc:docMk/>
            <pc:sldMk cId="0" sldId="257"/>
            <ac:spMk id="44" creationId="{950D564F-21A1-C878-7850-D111D699B8FF}"/>
          </ac:spMkLst>
        </pc:spChg>
        <pc:spChg chg="add del mod">
          <ac:chgData name="xi sheng" userId="b3919e0d8ca6a452" providerId="LiveId" clId="{58F9C1FB-264A-41AC-8D1F-C26EC8DA3561}" dt="2023-12-31T05:58:03.781" v="167" actId="478"/>
          <ac:spMkLst>
            <pc:docMk/>
            <pc:sldMk cId="0" sldId="257"/>
            <ac:spMk id="46" creationId="{73223CBB-47D9-FB55-862E-9D8D82BCAFF0}"/>
          </ac:spMkLst>
        </pc:spChg>
        <pc:spChg chg="add del mod">
          <ac:chgData name="xi sheng" userId="b3919e0d8ca6a452" providerId="LiveId" clId="{58F9C1FB-264A-41AC-8D1F-C26EC8DA3561}" dt="2024-01-05T05:50:32.702" v="1028" actId="478"/>
          <ac:spMkLst>
            <pc:docMk/>
            <pc:sldMk cId="0" sldId="257"/>
            <ac:spMk id="47" creationId="{BAF6092B-18BE-4329-A0C6-DF886CA1589A}"/>
          </ac:spMkLst>
        </pc:spChg>
        <pc:spChg chg="add del mod">
          <ac:chgData name="xi sheng" userId="b3919e0d8ca6a452" providerId="LiveId" clId="{58F9C1FB-264A-41AC-8D1F-C26EC8DA3561}" dt="2024-01-05T05:50:32.702" v="1028" actId="478"/>
          <ac:spMkLst>
            <pc:docMk/>
            <pc:sldMk cId="0" sldId="257"/>
            <ac:spMk id="49" creationId="{141D162A-9BCF-8BA2-E815-92A6FE573627}"/>
          </ac:spMkLst>
        </pc:spChg>
        <pc:picChg chg="mod">
          <ac:chgData name="xi sheng" userId="b3919e0d8ca6a452" providerId="LiveId" clId="{58F9C1FB-264A-41AC-8D1F-C26EC8DA3561}" dt="2023-12-31T05:54:43.220" v="151" actId="1076"/>
          <ac:picMkLst>
            <pc:docMk/>
            <pc:sldMk cId="0" sldId="257"/>
            <ac:picMk id="17" creationId="{429691C0-2C54-3B43-4EDF-D5ECF62D270E}"/>
          </ac:picMkLst>
        </pc:picChg>
        <pc:cxnChg chg="add mod">
          <ac:chgData name="xi sheng" userId="b3919e0d8ca6a452" providerId="LiveId" clId="{58F9C1FB-264A-41AC-8D1F-C26EC8DA3561}" dt="2024-01-05T05:50:33.760" v="1029"/>
          <ac:cxnSpMkLst>
            <pc:docMk/>
            <pc:sldMk cId="0" sldId="257"/>
            <ac:cxnSpMk id="5" creationId="{00587703-0A3F-D269-3B57-C65F3E56BB35}"/>
          </ac:cxnSpMkLst>
        </pc:cxnChg>
        <pc:cxnChg chg="add del mod">
          <ac:chgData name="xi sheng" userId="b3919e0d8ca6a452" providerId="LiveId" clId="{58F9C1FB-264A-41AC-8D1F-C26EC8DA3561}" dt="2024-01-05T05:50:32.702" v="1028" actId="478"/>
          <ac:cxnSpMkLst>
            <pc:docMk/>
            <pc:sldMk cId="0" sldId="257"/>
            <ac:cxnSpMk id="48" creationId="{CFDA650C-D6AB-6285-5D12-04F2F48AE499}"/>
          </ac:cxnSpMkLst>
        </pc:cxnChg>
      </pc:sldChg>
      <pc:sldChg chg="addSp delSp modSp mod setBg">
        <pc:chgData name="xi sheng" userId="b3919e0d8ca6a452" providerId="LiveId" clId="{58F9C1FB-264A-41AC-8D1F-C26EC8DA3561}" dt="2024-01-05T05:50:58.247" v="1039"/>
        <pc:sldMkLst>
          <pc:docMk/>
          <pc:sldMk cId="0" sldId="259"/>
        </pc:sldMkLst>
        <pc:spChg chg="add del mod">
          <ac:chgData name="xi sheng" userId="b3919e0d8ca6a452" providerId="LiveId" clId="{58F9C1FB-264A-41AC-8D1F-C26EC8DA3561}" dt="2024-01-05T05:50:54.623" v="1037" actId="478"/>
          <ac:spMkLst>
            <pc:docMk/>
            <pc:sldMk cId="0" sldId="259"/>
            <ac:spMk id="2" creationId="{D803EFB4-1CE0-FE76-FE12-79F8EE049E37}"/>
          </ac:spMkLst>
        </pc:spChg>
        <pc:spChg chg="add del mod">
          <ac:chgData name="xi sheng" userId="b3919e0d8ca6a452" providerId="LiveId" clId="{58F9C1FB-264A-41AC-8D1F-C26EC8DA3561}" dt="2024-01-05T05:50:54.623" v="1037" actId="478"/>
          <ac:spMkLst>
            <pc:docMk/>
            <pc:sldMk cId="0" sldId="259"/>
            <ac:spMk id="4" creationId="{C12908AC-A458-B0C0-6DCA-FADDC994370D}"/>
          </ac:spMkLst>
        </pc:spChg>
        <pc:spChg chg="add mod">
          <ac:chgData name="xi sheng" userId="b3919e0d8ca6a452" providerId="LiveId" clId="{58F9C1FB-264A-41AC-8D1F-C26EC8DA3561}" dt="2024-01-05T05:50:58.247" v="1039"/>
          <ac:spMkLst>
            <pc:docMk/>
            <pc:sldMk cId="0" sldId="259"/>
            <ac:spMk id="5" creationId="{4B7B396D-379C-C26D-53D4-00AC98512AB2}"/>
          </ac:spMkLst>
        </pc:spChg>
        <pc:spChg chg="add mod">
          <ac:chgData name="xi sheng" userId="b3919e0d8ca6a452" providerId="LiveId" clId="{58F9C1FB-264A-41AC-8D1F-C26EC8DA3561}" dt="2024-01-05T05:50:58.247" v="1039"/>
          <ac:spMkLst>
            <pc:docMk/>
            <pc:sldMk cId="0" sldId="259"/>
            <ac:spMk id="7" creationId="{8DB9DEC7-5B7E-1FFB-900B-72D4A8B8DCD5}"/>
          </ac:spMkLst>
        </pc:spChg>
        <pc:spChg chg="add del mod">
          <ac:chgData name="xi sheng" userId="b3919e0d8ca6a452" providerId="LiveId" clId="{58F9C1FB-264A-41AC-8D1F-C26EC8DA3561}" dt="2024-01-05T05:50:57.290" v="1038" actId="478"/>
          <ac:spMkLst>
            <pc:docMk/>
            <pc:sldMk cId="0" sldId="259"/>
            <ac:spMk id="14" creationId="{00000000-0000-0000-0000-000000000000}"/>
          </ac:spMkLst>
        </pc:spChg>
        <pc:spChg chg="mod">
          <ac:chgData name="xi sheng" userId="b3919e0d8ca6a452" providerId="LiveId" clId="{58F9C1FB-264A-41AC-8D1F-C26EC8DA3561}" dt="2023-12-31T06:39:53.299" v="477" actId="108"/>
          <ac:spMkLst>
            <pc:docMk/>
            <pc:sldMk cId="0" sldId="259"/>
            <ac:spMk id="16" creationId="{00000000-0000-0000-0000-000000000000}"/>
          </ac:spMkLst>
        </pc:spChg>
        <pc:spChg chg="del">
          <ac:chgData name="xi sheng" userId="b3919e0d8ca6a452" providerId="LiveId" clId="{58F9C1FB-264A-41AC-8D1F-C26EC8DA3561}" dt="2023-12-31T06:01:01.574" v="189" actId="478"/>
          <ac:spMkLst>
            <pc:docMk/>
            <pc:sldMk cId="0" sldId="259"/>
            <ac:spMk id="17" creationId="{00000000-0000-0000-0000-000000000000}"/>
          </ac:spMkLst>
        </pc:spChg>
        <pc:spChg chg="del">
          <ac:chgData name="xi sheng" userId="b3919e0d8ca6a452" providerId="LiveId" clId="{58F9C1FB-264A-41AC-8D1F-C26EC8DA3561}" dt="2023-12-31T06:00:43.368" v="188" actId="478"/>
          <ac:spMkLst>
            <pc:docMk/>
            <pc:sldMk cId="0" sldId="259"/>
            <ac:spMk id="19" creationId="{00000000-0000-0000-0000-000000000000}"/>
          </ac:spMkLst>
        </pc:spChg>
        <pc:spChg chg="del">
          <ac:chgData name="xi sheng" userId="b3919e0d8ca6a452" providerId="LiveId" clId="{58F9C1FB-264A-41AC-8D1F-C26EC8DA3561}" dt="2023-12-31T06:27:37.205" v="427" actId="478"/>
          <ac:spMkLst>
            <pc:docMk/>
            <pc:sldMk cId="0" sldId="259"/>
            <ac:spMk id="20" creationId="{00000000-0000-0000-0000-000000000000}"/>
          </ac:spMkLst>
        </pc:spChg>
        <pc:spChg chg="mod">
          <ac:chgData name="xi sheng" userId="b3919e0d8ca6a452" providerId="LiveId" clId="{58F9C1FB-264A-41AC-8D1F-C26EC8DA3561}" dt="2023-12-31T06:27:42.246" v="428" actId="1076"/>
          <ac:spMkLst>
            <pc:docMk/>
            <pc:sldMk cId="0" sldId="259"/>
            <ac:spMk id="34" creationId="{00000000-0000-0000-0000-000000000000}"/>
          </ac:spMkLst>
        </pc:spChg>
        <pc:cxnChg chg="add del mod">
          <ac:chgData name="xi sheng" userId="b3919e0d8ca6a452" providerId="LiveId" clId="{58F9C1FB-264A-41AC-8D1F-C26EC8DA3561}" dt="2024-01-05T05:50:54.623" v="1037" actId="478"/>
          <ac:cxnSpMkLst>
            <pc:docMk/>
            <pc:sldMk cId="0" sldId="259"/>
            <ac:cxnSpMk id="3" creationId="{CA4984DD-AC06-595A-6AFC-6015B177D2F6}"/>
          </ac:cxnSpMkLst>
        </pc:cxnChg>
        <pc:cxnChg chg="add mod">
          <ac:chgData name="xi sheng" userId="b3919e0d8ca6a452" providerId="LiveId" clId="{58F9C1FB-264A-41AC-8D1F-C26EC8DA3561}" dt="2024-01-05T05:50:58.247" v="1039"/>
          <ac:cxnSpMkLst>
            <pc:docMk/>
            <pc:sldMk cId="0" sldId="259"/>
            <ac:cxnSpMk id="6" creationId="{3BE9C69F-F068-E58D-569E-6A8D80EFFF16}"/>
          </ac:cxnSpMkLst>
        </pc:cxnChg>
      </pc:sldChg>
      <pc:sldChg chg="addSp delSp modSp mod setBg">
        <pc:chgData name="xi sheng" userId="b3919e0d8ca6a452" providerId="LiveId" clId="{58F9C1FB-264A-41AC-8D1F-C26EC8DA3561}" dt="2024-01-05T05:50:41.468" v="1034" actId="27636"/>
        <pc:sldMkLst>
          <pc:docMk/>
          <pc:sldMk cId="0" sldId="260"/>
        </pc:sldMkLst>
        <pc:spChg chg="del">
          <ac:chgData name="xi sheng" userId="b3919e0d8ca6a452" providerId="LiveId" clId="{58F9C1FB-264A-41AC-8D1F-C26EC8DA3561}" dt="2023-12-31T05:46:29.450" v="82" actId="478"/>
          <ac:spMkLst>
            <pc:docMk/>
            <pc:sldMk cId="0" sldId="260"/>
            <ac:spMk id="2" creationId="{00000000-0000-0000-0000-000000000000}"/>
          </ac:spMkLst>
        </pc:spChg>
        <pc:spChg chg="del">
          <ac:chgData name="xi sheng" userId="b3919e0d8ca6a452" providerId="LiveId" clId="{58F9C1FB-264A-41AC-8D1F-C26EC8DA3561}" dt="2023-12-31T05:53:45.657" v="143" actId="478"/>
          <ac:spMkLst>
            <pc:docMk/>
            <pc:sldMk cId="0" sldId="260"/>
            <ac:spMk id="3" creationId="{00000000-0000-0000-0000-000000000000}"/>
          </ac:spMkLst>
        </pc:spChg>
        <pc:spChg chg="add mod">
          <ac:chgData name="xi sheng" userId="b3919e0d8ca6a452" providerId="LiveId" clId="{58F9C1FB-264A-41AC-8D1F-C26EC8DA3561}" dt="2024-01-05T05:50:40.611" v="1031" actId="478"/>
          <ac:spMkLst>
            <pc:docMk/>
            <pc:sldMk cId="0" sldId="260"/>
            <ac:spMk id="3" creationId="{70C715B2-3102-EE8A-B927-E6185887DA78}"/>
          </ac:spMkLst>
        </pc:spChg>
        <pc:spChg chg="add mod">
          <ac:chgData name="xi sheng" userId="b3919e0d8ca6a452" providerId="LiveId" clId="{58F9C1FB-264A-41AC-8D1F-C26EC8DA3561}" dt="2024-01-05T05:50:41.424" v="1032" actId="571"/>
          <ac:spMkLst>
            <pc:docMk/>
            <pc:sldMk cId="0" sldId="260"/>
            <ac:spMk id="6" creationId="{8A135AD9-F3C1-7DDB-A2C8-35210DEDF755}"/>
          </ac:spMkLst>
        </pc:spChg>
        <pc:spChg chg="add mod">
          <ac:chgData name="xi sheng" userId="b3919e0d8ca6a452" providerId="LiveId" clId="{58F9C1FB-264A-41AC-8D1F-C26EC8DA3561}" dt="2024-01-05T05:50:41.468" v="1034" actId="27636"/>
          <ac:spMkLst>
            <pc:docMk/>
            <pc:sldMk cId="0" sldId="260"/>
            <ac:spMk id="7" creationId="{B95EF8D6-BBB9-1E87-F55F-E9BED5211E85}"/>
          </ac:spMkLst>
        </pc:spChg>
        <pc:spChg chg="add mod">
          <ac:chgData name="xi sheng" userId="b3919e0d8ca6a452" providerId="LiveId" clId="{58F9C1FB-264A-41AC-8D1F-C26EC8DA3561}" dt="2024-01-05T05:50:41.444" v="1033"/>
          <ac:spMkLst>
            <pc:docMk/>
            <pc:sldMk cId="0" sldId="260"/>
            <ac:spMk id="9" creationId="{090647A6-E653-CBA6-320E-226A29948B19}"/>
          </ac:spMkLst>
        </pc:spChg>
        <pc:spChg chg="add del mod">
          <ac:chgData name="xi sheng" userId="b3919e0d8ca6a452" providerId="LiveId" clId="{58F9C1FB-264A-41AC-8D1F-C26EC8DA3561}" dt="2023-12-31T05:48:23.699" v="115" actId="478"/>
          <ac:spMkLst>
            <pc:docMk/>
            <pc:sldMk cId="0" sldId="260"/>
            <ac:spMk id="9" creationId="{0F355899-CC7C-84A2-CDF1-4DB0C7733337}"/>
          </ac:spMkLst>
        </pc:spChg>
        <pc:spChg chg="mod">
          <ac:chgData name="xi sheng" userId="b3919e0d8ca6a452" providerId="LiveId" clId="{58F9C1FB-264A-41AC-8D1F-C26EC8DA3561}" dt="2023-12-31T05:59:44.656" v="185" actId="20577"/>
          <ac:spMkLst>
            <pc:docMk/>
            <pc:sldMk cId="0" sldId="260"/>
            <ac:spMk id="10" creationId="{00000000-0000-0000-0000-000000000000}"/>
          </ac:spMkLst>
        </pc:spChg>
        <pc:spChg chg="add del mod">
          <ac:chgData name="xi sheng" userId="b3919e0d8ca6a452" providerId="LiveId" clId="{58F9C1FB-264A-41AC-8D1F-C26EC8DA3561}" dt="2023-12-31T05:47:26.484" v="94"/>
          <ac:spMkLst>
            <pc:docMk/>
            <pc:sldMk cId="0" sldId="260"/>
            <ac:spMk id="15" creationId="{0DBFD029-5357-F030-B595-D024C4BAE8A8}"/>
          </ac:spMkLst>
        </pc:spChg>
        <pc:spChg chg="add del mod">
          <ac:chgData name="xi sheng" userId="b3919e0d8ca6a452" providerId="LiveId" clId="{58F9C1FB-264A-41AC-8D1F-C26EC8DA3561}" dt="2023-12-31T05:47:26.484" v="94"/>
          <ac:spMkLst>
            <pc:docMk/>
            <pc:sldMk cId="0" sldId="260"/>
            <ac:spMk id="17" creationId="{FA6CB2EB-6929-DC6F-7B80-88653E69C137}"/>
          </ac:spMkLst>
        </pc:spChg>
        <pc:spChg chg="add del mod">
          <ac:chgData name="xi sheng" userId="b3919e0d8ca6a452" providerId="LiveId" clId="{58F9C1FB-264A-41AC-8D1F-C26EC8DA3561}" dt="2023-12-31T06:21:54.713" v="352" actId="478"/>
          <ac:spMkLst>
            <pc:docMk/>
            <pc:sldMk cId="0" sldId="260"/>
            <ac:spMk id="18" creationId="{5CB45283-56C5-B7E1-ADC6-BC0BE8A8C34E}"/>
          </ac:spMkLst>
        </pc:spChg>
        <pc:spChg chg="del">
          <ac:chgData name="xi sheng" userId="b3919e0d8ca6a452" providerId="LiveId" clId="{58F9C1FB-264A-41AC-8D1F-C26EC8DA3561}" dt="2023-12-31T05:52:58.725" v="139" actId="478"/>
          <ac:spMkLst>
            <pc:docMk/>
            <pc:sldMk cId="0" sldId="260"/>
            <ac:spMk id="20" creationId="{00000000-0000-0000-0000-000000000000}"/>
          </ac:spMkLst>
        </pc:spChg>
        <pc:spChg chg="add del mod">
          <ac:chgData name="xi sheng" userId="b3919e0d8ca6a452" providerId="LiveId" clId="{58F9C1FB-264A-41AC-8D1F-C26EC8DA3561}" dt="2023-12-31T06:21:54.713" v="352" actId="478"/>
          <ac:spMkLst>
            <pc:docMk/>
            <pc:sldMk cId="0" sldId="260"/>
            <ac:spMk id="21" creationId="{B9BDCFA0-FC5A-CFA8-1196-0B52DD90BC32}"/>
          </ac:spMkLst>
        </pc:spChg>
        <pc:spChg chg="add del mod">
          <ac:chgData name="xi sheng" userId="b3919e0d8ca6a452" providerId="LiveId" clId="{58F9C1FB-264A-41AC-8D1F-C26EC8DA3561}" dt="2023-12-31T05:53:53.084" v="144" actId="478"/>
          <ac:spMkLst>
            <pc:docMk/>
            <pc:sldMk cId="0" sldId="260"/>
            <ac:spMk id="23" creationId="{380BA6E0-FE02-5DDC-4623-E092721903E4}"/>
          </ac:spMkLst>
        </pc:spChg>
        <pc:spChg chg="add del mod">
          <ac:chgData name="xi sheng" userId="b3919e0d8ca6a452" providerId="LiveId" clId="{58F9C1FB-264A-41AC-8D1F-C26EC8DA3561}" dt="2024-01-05T05:50:40.611" v="1031" actId="478"/>
          <ac:spMkLst>
            <pc:docMk/>
            <pc:sldMk cId="0" sldId="260"/>
            <ac:spMk id="24" creationId="{1DC967B2-C575-ABF2-3BAB-39FBF7B3B527}"/>
          </ac:spMkLst>
        </pc:spChg>
        <pc:spChg chg="add del mod">
          <ac:chgData name="xi sheng" userId="b3919e0d8ca6a452" providerId="LiveId" clId="{58F9C1FB-264A-41AC-8D1F-C26EC8DA3561}" dt="2024-01-05T05:50:40.611" v="1031" actId="478"/>
          <ac:spMkLst>
            <pc:docMk/>
            <pc:sldMk cId="0" sldId="260"/>
            <ac:spMk id="26" creationId="{9C52F1A7-8038-738F-D530-B9F98BF3AB16}"/>
          </ac:spMkLst>
        </pc:spChg>
        <pc:spChg chg="add mod">
          <ac:chgData name="xi sheng" userId="b3919e0d8ca6a452" providerId="LiveId" clId="{58F9C1FB-264A-41AC-8D1F-C26EC8DA3561}" dt="2023-12-31T06:22:04.153" v="354"/>
          <ac:spMkLst>
            <pc:docMk/>
            <pc:sldMk cId="0" sldId="260"/>
            <ac:spMk id="27" creationId="{907BDA45-F0FF-6414-15D4-D8527ED85B9E}"/>
          </ac:spMkLst>
        </pc:spChg>
        <pc:spChg chg="add mod">
          <ac:chgData name="xi sheng" userId="b3919e0d8ca6a452" providerId="LiveId" clId="{58F9C1FB-264A-41AC-8D1F-C26EC8DA3561}" dt="2023-12-31T06:22:04.153" v="354"/>
          <ac:spMkLst>
            <pc:docMk/>
            <pc:sldMk cId="0" sldId="260"/>
            <ac:spMk id="28" creationId="{A4DDD427-E2FA-475D-B0CD-AE630BF4D8B8}"/>
          </ac:spMkLst>
        </pc:spChg>
        <pc:spChg chg="add mod">
          <ac:chgData name="xi sheng" userId="b3919e0d8ca6a452" providerId="LiveId" clId="{58F9C1FB-264A-41AC-8D1F-C26EC8DA3561}" dt="2023-12-31T06:22:38.522" v="390" actId="20577"/>
          <ac:spMkLst>
            <pc:docMk/>
            <pc:sldMk cId="0" sldId="260"/>
            <ac:spMk id="29" creationId="{88D5C543-510E-2440-3AC6-A06B7CFEDAF1}"/>
          </ac:spMkLst>
        </pc:spChg>
        <pc:cxnChg chg="add mod">
          <ac:chgData name="xi sheng" userId="b3919e0d8ca6a452" providerId="LiveId" clId="{58F9C1FB-264A-41AC-8D1F-C26EC8DA3561}" dt="2024-01-05T05:50:41.444" v="1033"/>
          <ac:cxnSpMkLst>
            <pc:docMk/>
            <pc:sldMk cId="0" sldId="260"/>
            <ac:cxnSpMk id="8" creationId="{7D632D8F-62C4-ED51-FB2D-BBE027B4BEA2}"/>
          </ac:cxnSpMkLst>
        </pc:cxnChg>
        <pc:cxnChg chg="add del mod">
          <ac:chgData name="xi sheng" userId="b3919e0d8ca6a452" providerId="LiveId" clId="{58F9C1FB-264A-41AC-8D1F-C26EC8DA3561}" dt="2023-12-31T05:47:26.484" v="94"/>
          <ac:cxnSpMkLst>
            <pc:docMk/>
            <pc:sldMk cId="0" sldId="260"/>
            <ac:cxnSpMk id="16" creationId="{0C683140-A002-BCF2-FD10-8AD6A2270B24}"/>
          </ac:cxnSpMkLst>
        </pc:cxnChg>
        <pc:cxnChg chg="add del mod">
          <ac:chgData name="xi sheng" userId="b3919e0d8ca6a452" providerId="LiveId" clId="{58F9C1FB-264A-41AC-8D1F-C26EC8DA3561}" dt="2023-12-31T06:21:54.713" v="352" actId="478"/>
          <ac:cxnSpMkLst>
            <pc:docMk/>
            <pc:sldMk cId="0" sldId="260"/>
            <ac:cxnSpMk id="19" creationId="{6743229A-0B64-D6E0-87C2-061C8C43AE18}"/>
          </ac:cxnSpMkLst>
        </pc:cxnChg>
        <pc:cxnChg chg="add del mod">
          <ac:chgData name="xi sheng" userId="b3919e0d8ca6a452" providerId="LiveId" clId="{58F9C1FB-264A-41AC-8D1F-C26EC8DA3561}" dt="2024-01-05T05:50:40.611" v="1031" actId="478"/>
          <ac:cxnSpMkLst>
            <pc:docMk/>
            <pc:sldMk cId="0" sldId="260"/>
            <ac:cxnSpMk id="25" creationId="{18B0D55C-49E0-6E6E-3E5F-180BDB1AC1BF}"/>
          </ac:cxnSpMkLst>
        </pc:cxnChg>
      </pc:sldChg>
      <pc:sldChg chg="addSp delSp modSp del mod ord setBg">
        <pc:chgData name="xi sheng" userId="b3919e0d8ca6a452" providerId="LiveId" clId="{58F9C1FB-264A-41AC-8D1F-C26EC8DA3561}" dt="2023-12-31T07:12:09.527" v="843" actId="47"/>
        <pc:sldMkLst>
          <pc:docMk/>
          <pc:sldMk cId="0" sldId="261"/>
        </pc:sldMkLst>
        <pc:spChg chg="add del">
          <ac:chgData name="xi sheng" userId="b3919e0d8ca6a452" providerId="LiveId" clId="{58F9C1FB-264A-41AC-8D1F-C26EC8DA3561}" dt="2023-12-31T05:48:14.267" v="109" actId="478"/>
          <ac:spMkLst>
            <pc:docMk/>
            <pc:sldMk cId="0" sldId="261"/>
            <ac:spMk id="2" creationId="{00000000-0000-0000-0000-000000000000}"/>
          </ac:spMkLst>
        </pc:spChg>
        <pc:spChg chg="add del mod">
          <ac:chgData name="xi sheng" userId="b3919e0d8ca6a452" providerId="LiveId" clId="{58F9C1FB-264A-41AC-8D1F-C26EC8DA3561}" dt="2023-12-31T05:47:22.570" v="90" actId="478"/>
          <ac:spMkLst>
            <pc:docMk/>
            <pc:sldMk cId="0" sldId="261"/>
            <ac:spMk id="21" creationId="{379FDE07-F137-DD17-35E6-404A895E7183}"/>
          </ac:spMkLst>
        </pc:spChg>
        <pc:spChg chg="add del mod">
          <ac:chgData name="xi sheng" userId="b3919e0d8ca6a452" providerId="LiveId" clId="{58F9C1FB-264A-41AC-8D1F-C26EC8DA3561}" dt="2023-12-31T05:47:21.480" v="89"/>
          <ac:spMkLst>
            <pc:docMk/>
            <pc:sldMk cId="0" sldId="261"/>
            <ac:spMk id="22" creationId="{B657D960-D044-8D19-A440-80112A632601}"/>
          </ac:spMkLst>
        </pc:spChg>
        <pc:spChg chg="add del mod">
          <ac:chgData name="xi sheng" userId="b3919e0d8ca6a452" providerId="LiveId" clId="{58F9C1FB-264A-41AC-8D1F-C26EC8DA3561}" dt="2023-12-31T05:47:21.480" v="89"/>
          <ac:spMkLst>
            <pc:docMk/>
            <pc:sldMk cId="0" sldId="261"/>
            <ac:spMk id="36" creationId="{29878A36-74F8-88D3-A0D2-115D129F9BDC}"/>
          </ac:spMkLst>
        </pc:spChg>
        <pc:spChg chg="add del mod">
          <ac:chgData name="xi sheng" userId="b3919e0d8ca6a452" providerId="LiveId" clId="{58F9C1FB-264A-41AC-8D1F-C26EC8DA3561}" dt="2023-12-31T05:48:11.796" v="108"/>
          <ac:spMkLst>
            <pc:docMk/>
            <pc:sldMk cId="0" sldId="261"/>
            <ac:spMk id="37" creationId="{38274DC8-5778-FF00-B9DF-A26C279611E2}"/>
          </ac:spMkLst>
        </pc:spChg>
        <pc:spChg chg="add del mod">
          <ac:chgData name="xi sheng" userId="b3919e0d8ca6a452" providerId="LiveId" clId="{58F9C1FB-264A-41AC-8D1F-C26EC8DA3561}" dt="2023-12-31T05:48:11.796" v="108"/>
          <ac:spMkLst>
            <pc:docMk/>
            <pc:sldMk cId="0" sldId="261"/>
            <ac:spMk id="39" creationId="{4B868668-A8D4-7385-A027-8ABBD18F8E51}"/>
          </ac:spMkLst>
        </pc:spChg>
        <pc:spChg chg="add del mod">
          <ac:chgData name="xi sheng" userId="b3919e0d8ca6a452" providerId="LiveId" clId="{58F9C1FB-264A-41AC-8D1F-C26EC8DA3561}" dt="2023-12-31T05:48:19.458" v="112" actId="478"/>
          <ac:spMkLst>
            <pc:docMk/>
            <pc:sldMk cId="0" sldId="261"/>
            <ac:spMk id="41" creationId="{8B74AB8B-BF14-FA35-B626-D4355FD04D1B}"/>
          </ac:spMkLst>
        </pc:spChg>
        <pc:spChg chg="add mod">
          <ac:chgData name="xi sheng" userId="b3919e0d8ca6a452" providerId="LiveId" clId="{58F9C1FB-264A-41AC-8D1F-C26EC8DA3561}" dt="2023-12-31T06:13:00.629" v="255" actId="20577"/>
          <ac:spMkLst>
            <pc:docMk/>
            <pc:sldMk cId="0" sldId="261"/>
            <ac:spMk id="42" creationId="{39357CA6-7ABF-FDD9-E660-C2F310937299}"/>
          </ac:spMkLst>
        </pc:spChg>
        <pc:spChg chg="add mod">
          <ac:chgData name="xi sheng" userId="b3919e0d8ca6a452" providerId="LiveId" clId="{58F9C1FB-264A-41AC-8D1F-C26EC8DA3561}" dt="2023-12-31T05:48:15.270" v="110"/>
          <ac:spMkLst>
            <pc:docMk/>
            <pc:sldMk cId="0" sldId="261"/>
            <ac:spMk id="44" creationId="{65E6C718-6C2F-B405-6F85-C714AF5A518A}"/>
          </ac:spMkLst>
        </pc:spChg>
        <pc:cxnChg chg="add del mod">
          <ac:chgData name="xi sheng" userId="b3919e0d8ca6a452" providerId="LiveId" clId="{58F9C1FB-264A-41AC-8D1F-C26EC8DA3561}" dt="2023-12-31T05:47:21.480" v="89"/>
          <ac:cxnSpMkLst>
            <pc:docMk/>
            <pc:sldMk cId="0" sldId="261"/>
            <ac:cxnSpMk id="27" creationId="{1F5A11B2-698C-41F4-9056-497817047E30}"/>
          </ac:cxnSpMkLst>
        </pc:cxnChg>
        <pc:cxnChg chg="add del mod">
          <ac:chgData name="xi sheng" userId="b3919e0d8ca6a452" providerId="LiveId" clId="{58F9C1FB-264A-41AC-8D1F-C26EC8DA3561}" dt="2023-12-31T05:48:11.796" v="108"/>
          <ac:cxnSpMkLst>
            <pc:docMk/>
            <pc:sldMk cId="0" sldId="261"/>
            <ac:cxnSpMk id="38" creationId="{CC38228C-BD5D-8E98-37A3-3026BE8C768A}"/>
          </ac:cxnSpMkLst>
        </pc:cxnChg>
        <pc:cxnChg chg="add mod">
          <ac:chgData name="xi sheng" userId="b3919e0d8ca6a452" providerId="LiveId" clId="{58F9C1FB-264A-41AC-8D1F-C26EC8DA3561}" dt="2023-12-31T05:48:15.270" v="110"/>
          <ac:cxnSpMkLst>
            <pc:docMk/>
            <pc:sldMk cId="0" sldId="261"/>
            <ac:cxnSpMk id="43" creationId="{9145ED3F-6F6C-2E2D-ADB5-8A058DDCD3BF}"/>
          </ac:cxnSpMkLst>
        </pc:cxnChg>
      </pc:sldChg>
      <pc:sldChg chg="addSp delSp modSp mod setBg">
        <pc:chgData name="xi sheng" userId="b3919e0d8ca6a452" providerId="LiveId" clId="{58F9C1FB-264A-41AC-8D1F-C26EC8DA3561}" dt="2024-01-05T05:55:32.216" v="1079" actId="207"/>
        <pc:sldMkLst>
          <pc:docMk/>
          <pc:sldMk cId="0" sldId="263"/>
        </pc:sldMkLst>
        <pc:spChg chg="del">
          <ac:chgData name="xi sheng" userId="b3919e0d8ca6a452" providerId="LiveId" clId="{58F9C1FB-264A-41AC-8D1F-C26EC8DA3561}" dt="2023-12-31T06:34:47.377" v="432" actId="478"/>
          <ac:spMkLst>
            <pc:docMk/>
            <pc:sldMk cId="0" sldId="263"/>
            <ac:spMk id="2" creationId="{00000000-0000-0000-0000-000000000000}"/>
          </ac:spMkLst>
        </pc:spChg>
        <pc:spChg chg="add mod">
          <ac:chgData name="xi sheng" userId="b3919e0d8ca6a452" providerId="LiveId" clId="{58F9C1FB-264A-41AC-8D1F-C26EC8DA3561}" dt="2024-01-05T05:51:18.628" v="1046"/>
          <ac:spMkLst>
            <pc:docMk/>
            <pc:sldMk cId="0" sldId="263"/>
            <ac:spMk id="2" creationId="{AB260EFB-870B-568A-B2E1-E5B8AFC4233D}"/>
          </ac:spMkLst>
        </pc:spChg>
        <pc:spChg chg="del">
          <ac:chgData name="xi sheng" userId="b3919e0d8ca6a452" providerId="LiveId" clId="{58F9C1FB-264A-41AC-8D1F-C26EC8DA3561}" dt="2023-12-31T06:36:21.420" v="444" actId="478"/>
          <ac:spMkLst>
            <pc:docMk/>
            <pc:sldMk cId="0" sldId="263"/>
            <ac:spMk id="3" creationId="{00000000-0000-0000-0000-000000000000}"/>
          </ac:spMkLst>
        </pc:spChg>
        <pc:spChg chg="mod">
          <ac:chgData name="xi sheng" userId="b3919e0d8ca6a452" providerId="LiveId" clId="{58F9C1FB-264A-41AC-8D1F-C26EC8DA3561}" dt="2023-12-31T06:38:59.390" v="464" actId="1076"/>
          <ac:spMkLst>
            <pc:docMk/>
            <pc:sldMk cId="0" sldId="263"/>
            <ac:spMk id="4" creationId="{00000000-0000-0000-0000-000000000000}"/>
          </ac:spMkLst>
        </pc:spChg>
        <pc:spChg chg="del">
          <ac:chgData name="xi sheng" userId="b3919e0d8ca6a452" providerId="LiveId" clId="{58F9C1FB-264A-41AC-8D1F-C26EC8DA3561}" dt="2023-12-31T06:39:05.229" v="465" actId="478"/>
          <ac:spMkLst>
            <pc:docMk/>
            <pc:sldMk cId="0" sldId="263"/>
            <ac:spMk id="7" creationId="{00000000-0000-0000-0000-000000000000}"/>
          </ac:spMkLst>
        </pc:spChg>
        <pc:spChg chg="add mod">
          <ac:chgData name="xi sheng" userId="b3919e0d8ca6a452" providerId="LiveId" clId="{58F9C1FB-264A-41AC-8D1F-C26EC8DA3561}" dt="2024-01-05T05:51:18.628" v="1046"/>
          <ac:spMkLst>
            <pc:docMk/>
            <pc:sldMk cId="0" sldId="263"/>
            <ac:spMk id="7" creationId="{EDC156C8-7DED-E12C-122A-ED2A3F7DBA1E}"/>
          </ac:spMkLst>
        </pc:spChg>
        <pc:spChg chg="mod">
          <ac:chgData name="xi sheng" userId="b3919e0d8ca6a452" providerId="LiveId" clId="{58F9C1FB-264A-41AC-8D1F-C26EC8DA3561}" dt="2024-01-05T05:55:32.216" v="1079" actId="207"/>
          <ac:spMkLst>
            <pc:docMk/>
            <pc:sldMk cId="0" sldId="263"/>
            <ac:spMk id="8" creationId="{00000000-0000-0000-0000-000000000000}"/>
          </ac:spMkLst>
        </pc:spChg>
        <pc:spChg chg="del">
          <ac:chgData name="xi sheng" userId="b3919e0d8ca6a452" providerId="LiveId" clId="{58F9C1FB-264A-41AC-8D1F-C26EC8DA3561}" dt="2023-12-31T06:37:25.600" v="451" actId="478"/>
          <ac:spMkLst>
            <pc:docMk/>
            <pc:sldMk cId="0" sldId="263"/>
            <ac:spMk id="13" creationId="{00000000-0000-0000-0000-000000000000}"/>
          </ac:spMkLst>
        </pc:spChg>
        <pc:spChg chg="mod">
          <ac:chgData name="xi sheng" userId="b3919e0d8ca6a452" providerId="LiveId" clId="{58F9C1FB-264A-41AC-8D1F-C26EC8DA3561}" dt="2023-12-31T06:39:41.136" v="475" actId="20577"/>
          <ac:spMkLst>
            <pc:docMk/>
            <pc:sldMk cId="0" sldId="263"/>
            <ac:spMk id="16" creationId="{00000000-0000-0000-0000-000000000000}"/>
          </ac:spMkLst>
        </pc:spChg>
        <pc:spChg chg="del">
          <ac:chgData name="xi sheng" userId="b3919e0d8ca6a452" providerId="LiveId" clId="{58F9C1FB-264A-41AC-8D1F-C26EC8DA3561}" dt="2023-12-31T06:39:10.129" v="466" actId="478"/>
          <ac:spMkLst>
            <pc:docMk/>
            <pc:sldMk cId="0" sldId="263"/>
            <ac:spMk id="17" creationId="{00000000-0000-0000-0000-000000000000}"/>
          </ac:spMkLst>
        </pc:spChg>
        <pc:spChg chg="del">
          <ac:chgData name="xi sheng" userId="b3919e0d8ca6a452" providerId="LiveId" clId="{58F9C1FB-264A-41AC-8D1F-C26EC8DA3561}" dt="2023-12-31T06:37:14.462" v="450" actId="478"/>
          <ac:spMkLst>
            <pc:docMk/>
            <pc:sldMk cId="0" sldId="263"/>
            <ac:spMk id="19" creationId="{00000000-0000-0000-0000-000000000000}"/>
          </ac:spMkLst>
        </pc:spChg>
        <pc:spChg chg="del">
          <ac:chgData name="xi sheng" userId="b3919e0d8ca6a452" providerId="LiveId" clId="{58F9C1FB-264A-41AC-8D1F-C26EC8DA3561}" dt="2023-12-31T06:37:28.485" v="452" actId="478"/>
          <ac:spMkLst>
            <pc:docMk/>
            <pc:sldMk cId="0" sldId="263"/>
            <ac:spMk id="20" creationId="{00000000-0000-0000-0000-000000000000}"/>
          </ac:spMkLst>
        </pc:spChg>
        <pc:spChg chg="add del mod">
          <ac:chgData name="xi sheng" userId="b3919e0d8ca6a452" providerId="LiveId" clId="{58F9C1FB-264A-41AC-8D1F-C26EC8DA3561}" dt="2023-12-31T06:35:08.770" v="436" actId="478"/>
          <ac:spMkLst>
            <pc:docMk/>
            <pc:sldMk cId="0" sldId="263"/>
            <ac:spMk id="22" creationId="{21372812-9429-AF18-3244-C84A73D8EB28}"/>
          </ac:spMkLst>
        </pc:spChg>
        <pc:spChg chg="add del mod">
          <ac:chgData name="xi sheng" userId="b3919e0d8ca6a452" providerId="LiveId" clId="{58F9C1FB-264A-41AC-8D1F-C26EC8DA3561}" dt="2024-01-05T05:51:18.127" v="1045" actId="478"/>
          <ac:spMkLst>
            <pc:docMk/>
            <pc:sldMk cId="0" sldId="263"/>
            <ac:spMk id="23" creationId="{B3CE1FA6-21EE-0759-ADF3-129EC7175F2E}"/>
          </ac:spMkLst>
        </pc:spChg>
        <pc:spChg chg="del">
          <ac:chgData name="xi sheng" userId="b3919e0d8ca6a452" providerId="LiveId" clId="{58F9C1FB-264A-41AC-8D1F-C26EC8DA3561}" dt="2023-12-31T06:36:01.339" v="440" actId="478"/>
          <ac:spMkLst>
            <pc:docMk/>
            <pc:sldMk cId="0" sldId="263"/>
            <ac:spMk id="26" creationId="{00000000-0000-0000-0000-000000000000}"/>
          </ac:spMkLst>
        </pc:spChg>
        <pc:spChg chg="add del mod">
          <ac:chgData name="xi sheng" userId="b3919e0d8ca6a452" providerId="LiveId" clId="{58F9C1FB-264A-41AC-8D1F-C26EC8DA3561}" dt="2024-01-05T05:51:18.127" v="1045" actId="478"/>
          <ac:spMkLst>
            <pc:docMk/>
            <pc:sldMk cId="0" sldId="263"/>
            <ac:spMk id="27" creationId="{DBDA6CD4-3941-B869-5E54-88C9FD1CDD18}"/>
          </ac:spMkLst>
        </pc:spChg>
        <pc:spChg chg="add del mod">
          <ac:chgData name="xi sheng" userId="b3919e0d8ca6a452" providerId="LiveId" clId="{58F9C1FB-264A-41AC-8D1F-C26EC8DA3561}" dt="2023-12-31T06:36:30.553" v="446" actId="478"/>
          <ac:spMkLst>
            <pc:docMk/>
            <pc:sldMk cId="0" sldId="263"/>
            <ac:spMk id="35" creationId="{05AA1398-E426-4554-17A0-486775098C16}"/>
          </ac:spMkLst>
        </pc:spChg>
        <pc:spChg chg="mod">
          <ac:chgData name="xi sheng" userId="b3919e0d8ca6a452" providerId="LiveId" clId="{58F9C1FB-264A-41AC-8D1F-C26EC8DA3561}" dt="2023-12-31T06:38:15.379" v="459" actId="1076"/>
          <ac:spMkLst>
            <pc:docMk/>
            <pc:sldMk cId="0" sldId="263"/>
            <ac:spMk id="44" creationId="{00000000-0000-0000-0000-000000000000}"/>
          </ac:spMkLst>
        </pc:spChg>
        <pc:spChg chg="mod">
          <ac:chgData name="xi sheng" userId="b3919e0d8ca6a452" providerId="LiveId" clId="{58F9C1FB-264A-41AC-8D1F-C26EC8DA3561}" dt="2023-12-31T06:38:00.309" v="457" actId="14100"/>
          <ac:spMkLst>
            <pc:docMk/>
            <pc:sldMk cId="0" sldId="263"/>
            <ac:spMk id="45" creationId="{00000000-0000-0000-0000-000000000000}"/>
          </ac:spMkLst>
        </pc:spChg>
        <pc:spChg chg="mod">
          <ac:chgData name="xi sheng" userId="b3919e0d8ca6a452" providerId="LiveId" clId="{58F9C1FB-264A-41AC-8D1F-C26EC8DA3561}" dt="2023-12-31T06:38:07.509" v="458" actId="1076"/>
          <ac:spMkLst>
            <pc:docMk/>
            <pc:sldMk cId="0" sldId="263"/>
            <ac:spMk id="46" creationId="{00000000-0000-0000-0000-000000000000}"/>
          </ac:spMkLst>
        </pc:spChg>
        <pc:picChg chg="mod">
          <ac:chgData name="xi sheng" userId="b3919e0d8ca6a452" providerId="LiveId" clId="{58F9C1FB-264A-41AC-8D1F-C26EC8DA3561}" dt="2023-12-31T06:38:34.655" v="461" actId="14100"/>
          <ac:picMkLst>
            <pc:docMk/>
            <pc:sldMk cId="0" sldId="263"/>
            <ac:picMk id="11" creationId="{00000000-0000-0000-0000-000000000000}"/>
          </ac:picMkLst>
        </pc:picChg>
        <pc:picChg chg="del">
          <ac:chgData name="xi sheng" userId="b3919e0d8ca6a452" providerId="LiveId" clId="{58F9C1FB-264A-41AC-8D1F-C26EC8DA3561}" dt="2023-12-31T06:37:10.346" v="449" actId="478"/>
          <ac:picMkLst>
            <pc:docMk/>
            <pc:sldMk cId="0" sldId="263"/>
            <ac:picMk id="18" creationId="{00000000-0000-0000-0000-000000000000}"/>
          </ac:picMkLst>
        </pc:picChg>
        <pc:picChg chg="add del mod">
          <ac:chgData name="xi sheng" userId="b3919e0d8ca6a452" providerId="LiveId" clId="{58F9C1FB-264A-41AC-8D1F-C26EC8DA3561}" dt="2024-01-05T05:54:22.490" v="1074" actId="1076"/>
          <ac:picMkLst>
            <pc:docMk/>
            <pc:sldMk cId="0" sldId="263"/>
            <ac:picMk id="47" creationId="{00000000-0000-0000-0000-000000000000}"/>
          </ac:picMkLst>
        </pc:picChg>
        <pc:picChg chg="del">
          <ac:chgData name="xi sheng" userId="b3919e0d8ca6a452" providerId="LiveId" clId="{58F9C1FB-264A-41AC-8D1F-C26EC8DA3561}" dt="2023-12-31T06:35:50.749" v="438" actId="478"/>
          <ac:picMkLst>
            <pc:docMk/>
            <pc:sldMk cId="0" sldId="263"/>
            <ac:picMk id="48" creationId="{00000000-0000-0000-0000-000000000000}"/>
          </ac:picMkLst>
        </pc:picChg>
        <pc:picChg chg="del">
          <ac:chgData name="xi sheng" userId="b3919e0d8ca6a452" providerId="LiveId" clId="{58F9C1FB-264A-41AC-8D1F-C26EC8DA3561}" dt="2023-12-31T06:35:57.707" v="439" actId="478"/>
          <ac:picMkLst>
            <pc:docMk/>
            <pc:sldMk cId="0" sldId="263"/>
            <ac:picMk id="49" creationId="{00000000-0000-0000-0000-000000000000}"/>
          </ac:picMkLst>
        </pc:picChg>
        <pc:cxnChg chg="add mod">
          <ac:chgData name="xi sheng" userId="b3919e0d8ca6a452" providerId="LiveId" clId="{58F9C1FB-264A-41AC-8D1F-C26EC8DA3561}" dt="2024-01-05T05:51:18.628" v="1046"/>
          <ac:cxnSpMkLst>
            <pc:docMk/>
            <pc:sldMk cId="0" sldId="263"/>
            <ac:cxnSpMk id="3" creationId="{D7131C02-AA5C-29BC-706E-CB70F62F96EB}"/>
          </ac:cxnSpMkLst>
        </pc:cxnChg>
        <pc:cxnChg chg="add del mod">
          <ac:chgData name="xi sheng" userId="b3919e0d8ca6a452" providerId="LiveId" clId="{58F9C1FB-264A-41AC-8D1F-C26EC8DA3561}" dt="2024-01-05T05:51:18.127" v="1045" actId="478"/>
          <ac:cxnSpMkLst>
            <pc:docMk/>
            <pc:sldMk cId="0" sldId="263"/>
            <ac:cxnSpMk id="24" creationId="{4D839708-1125-5FD8-0D6D-1FC7BB165308}"/>
          </ac:cxnSpMkLst>
        </pc:cxnChg>
      </pc:sldChg>
      <pc:sldChg chg="addSp delSp modSp mod ord setBg">
        <pc:chgData name="xi sheng" userId="b3919e0d8ca6a452" providerId="LiveId" clId="{58F9C1FB-264A-41AC-8D1F-C26EC8DA3561}" dt="2024-01-05T05:51:04.694" v="1042" actId="27636"/>
        <pc:sldMkLst>
          <pc:docMk/>
          <pc:sldMk cId="0" sldId="264"/>
        </pc:sldMkLst>
        <pc:spChg chg="del">
          <ac:chgData name="xi sheng" userId="b3919e0d8ca6a452" providerId="LiveId" clId="{58F9C1FB-264A-41AC-8D1F-C26EC8DA3561}" dt="2023-12-31T06:27:52.492" v="429" actId="478"/>
          <ac:spMkLst>
            <pc:docMk/>
            <pc:sldMk cId="0" sldId="264"/>
            <ac:spMk id="2" creationId="{00000000-0000-0000-0000-000000000000}"/>
          </ac:spMkLst>
        </pc:spChg>
        <pc:spChg chg="add mod">
          <ac:chgData name="xi sheng" userId="b3919e0d8ca6a452" providerId="LiveId" clId="{58F9C1FB-264A-41AC-8D1F-C26EC8DA3561}" dt="2024-01-05T05:51:04.160" v="1040" actId="478"/>
          <ac:spMkLst>
            <pc:docMk/>
            <pc:sldMk cId="0" sldId="264"/>
            <ac:spMk id="4" creationId="{91EF37CA-B97E-398B-018D-97DF3B70C630}"/>
          </ac:spMkLst>
        </pc:spChg>
        <pc:spChg chg="del">
          <ac:chgData name="xi sheng" userId="b3919e0d8ca6a452" providerId="LiveId" clId="{58F9C1FB-264A-41AC-8D1F-C26EC8DA3561}" dt="2023-12-31T06:12:10.513" v="248" actId="478"/>
          <ac:spMkLst>
            <pc:docMk/>
            <pc:sldMk cId="0" sldId="264"/>
            <ac:spMk id="5" creationId="{00000000-0000-0000-0000-000000000000}"/>
          </ac:spMkLst>
        </pc:spChg>
        <pc:spChg chg="add mod">
          <ac:chgData name="xi sheng" userId="b3919e0d8ca6a452" providerId="LiveId" clId="{58F9C1FB-264A-41AC-8D1F-C26EC8DA3561}" dt="2024-01-05T05:51:04.694" v="1042" actId="27636"/>
          <ac:spMkLst>
            <pc:docMk/>
            <pc:sldMk cId="0" sldId="264"/>
            <ac:spMk id="5" creationId="{14B78DD4-E18D-07F5-5A76-C025437AB453}"/>
          </ac:spMkLst>
        </pc:spChg>
        <pc:spChg chg="del">
          <ac:chgData name="xi sheng" userId="b3919e0d8ca6a452" providerId="LiveId" clId="{58F9C1FB-264A-41AC-8D1F-C26EC8DA3561}" dt="2023-12-31T06:16:52.920" v="288" actId="478"/>
          <ac:spMkLst>
            <pc:docMk/>
            <pc:sldMk cId="0" sldId="264"/>
            <ac:spMk id="6" creationId="{00000000-0000-0000-0000-000000000000}"/>
          </ac:spMkLst>
        </pc:spChg>
        <pc:spChg chg="add del mod">
          <ac:chgData name="xi sheng" userId="b3919e0d8ca6a452" providerId="LiveId" clId="{58F9C1FB-264A-41AC-8D1F-C26EC8DA3561}" dt="2024-01-05T05:51:04.160" v="1040" actId="478"/>
          <ac:spMkLst>
            <pc:docMk/>
            <pc:sldMk cId="0" sldId="264"/>
            <ac:spMk id="10" creationId="{3EE70E26-0E8E-0491-56A1-0736E0BA7413}"/>
          </ac:spMkLst>
        </pc:spChg>
        <pc:spChg chg="mod">
          <ac:chgData name="xi sheng" userId="b3919e0d8ca6a452" providerId="LiveId" clId="{58F9C1FB-264A-41AC-8D1F-C26EC8DA3561}" dt="2023-12-31T06:24:17.917" v="391" actId="14100"/>
          <ac:spMkLst>
            <pc:docMk/>
            <pc:sldMk cId="0" sldId="264"/>
            <ac:spMk id="13" creationId="{00000000-0000-0000-0000-000000000000}"/>
          </ac:spMkLst>
        </pc:spChg>
        <pc:spChg chg="mod">
          <ac:chgData name="xi sheng" userId="b3919e0d8ca6a452" providerId="LiveId" clId="{58F9C1FB-264A-41AC-8D1F-C26EC8DA3561}" dt="2023-12-31T06:15:02.685" v="273" actId="1076"/>
          <ac:spMkLst>
            <pc:docMk/>
            <pc:sldMk cId="0" sldId="264"/>
            <ac:spMk id="14" creationId="{00000000-0000-0000-0000-000000000000}"/>
          </ac:spMkLst>
        </pc:spChg>
        <pc:spChg chg="del mod">
          <ac:chgData name="xi sheng" userId="b3919e0d8ca6a452" providerId="LiveId" clId="{58F9C1FB-264A-41AC-8D1F-C26EC8DA3561}" dt="2023-12-31T06:14:56.144" v="272" actId="478"/>
          <ac:spMkLst>
            <pc:docMk/>
            <pc:sldMk cId="0" sldId="264"/>
            <ac:spMk id="16" creationId="{00000000-0000-0000-0000-000000000000}"/>
          </ac:spMkLst>
        </pc:spChg>
        <pc:spChg chg="add mod">
          <ac:chgData name="xi sheng" userId="b3919e0d8ca6a452" providerId="LiveId" clId="{58F9C1FB-264A-41AC-8D1F-C26EC8DA3561}" dt="2024-01-05T05:51:04.653" v="1041"/>
          <ac:spMkLst>
            <pc:docMk/>
            <pc:sldMk cId="0" sldId="264"/>
            <ac:spMk id="16" creationId="{895851B9-B085-6053-902A-74E2C6889DA8}"/>
          </ac:spMkLst>
        </pc:spChg>
        <pc:spChg chg="mod">
          <ac:chgData name="xi sheng" userId="b3919e0d8ca6a452" providerId="LiveId" clId="{58F9C1FB-264A-41AC-8D1F-C26EC8DA3561}" dt="2023-12-31T06:15:02.685" v="273" actId="1076"/>
          <ac:spMkLst>
            <pc:docMk/>
            <pc:sldMk cId="0" sldId="264"/>
            <ac:spMk id="17" creationId="{00000000-0000-0000-0000-000000000000}"/>
          </ac:spMkLst>
        </pc:spChg>
        <pc:spChg chg="add del mod">
          <ac:chgData name="xi sheng" userId="b3919e0d8ca6a452" providerId="LiveId" clId="{58F9C1FB-264A-41AC-8D1F-C26EC8DA3561}" dt="2024-01-05T05:51:04.160" v="1040" actId="478"/>
          <ac:spMkLst>
            <pc:docMk/>
            <pc:sldMk cId="0" sldId="264"/>
            <ac:spMk id="18" creationId="{C4AA8233-0C05-0263-7037-9727836974C7}"/>
          </ac:spMkLst>
        </pc:spChg>
        <pc:spChg chg="add mod">
          <ac:chgData name="xi sheng" userId="b3919e0d8ca6a452" providerId="LiveId" clId="{58F9C1FB-264A-41AC-8D1F-C26EC8DA3561}" dt="2023-12-31T06:21:18.187" v="351" actId="1076"/>
          <ac:spMkLst>
            <pc:docMk/>
            <pc:sldMk cId="0" sldId="264"/>
            <ac:spMk id="19" creationId="{CD1A2EB7-7C1D-FE79-C378-B25037A8955D}"/>
          </ac:spMkLst>
        </pc:spChg>
        <pc:spChg chg="mod">
          <ac:chgData name="xi sheng" userId="b3919e0d8ca6a452" providerId="LiveId" clId="{58F9C1FB-264A-41AC-8D1F-C26EC8DA3561}" dt="2023-12-31T06:15:02.685" v="273" actId="1076"/>
          <ac:spMkLst>
            <pc:docMk/>
            <pc:sldMk cId="0" sldId="264"/>
            <ac:spMk id="21" creationId="{00000000-0000-0000-0000-000000000000}"/>
          </ac:spMkLst>
        </pc:spChg>
        <pc:spChg chg="del">
          <ac:chgData name="xi sheng" userId="b3919e0d8ca6a452" providerId="LiveId" clId="{58F9C1FB-264A-41AC-8D1F-C26EC8DA3561}" dt="2023-12-31T06:14:34.781" v="264" actId="478"/>
          <ac:spMkLst>
            <pc:docMk/>
            <pc:sldMk cId="0" sldId="264"/>
            <ac:spMk id="22" creationId="{00000000-0000-0000-0000-000000000000}"/>
          </ac:spMkLst>
        </pc:spChg>
        <pc:spChg chg="mod">
          <ac:chgData name="xi sheng" userId="b3919e0d8ca6a452" providerId="LiveId" clId="{58F9C1FB-264A-41AC-8D1F-C26EC8DA3561}" dt="2023-12-31T06:28:39.273" v="431" actId="1076"/>
          <ac:spMkLst>
            <pc:docMk/>
            <pc:sldMk cId="0" sldId="264"/>
            <ac:spMk id="23" creationId="{00000000-0000-0000-0000-000000000000}"/>
          </ac:spMkLst>
        </pc:spChg>
        <pc:spChg chg="mod">
          <ac:chgData name="xi sheng" userId="b3919e0d8ca6a452" providerId="LiveId" clId="{58F9C1FB-264A-41AC-8D1F-C26EC8DA3561}" dt="2023-12-31T06:28:35.325" v="430" actId="1076"/>
          <ac:spMkLst>
            <pc:docMk/>
            <pc:sldMk cId="0" sldId="264"/>
            <ac:spMk id="26" creationId="{00000000-0000-0000-0000-000000000000}"/>
          </ac:spMkLst>
        </pc:spChg>
        <pc:spChg chg="mod">
          <ac:chgData name="xi sheng" userId="b3919e0d8ca6a452" providerId="LiveId" clId="{58F9C1FB-264A-41AC-8D1F-C26EC8DA3561}" dt="2023-12-31T06:28:35.325" v="430" actId="1076"/>
          <ac:spMkLst>
            <pc:docMk/>
            <pc:sldMk cId="0" sldId="264"/>
            <ac:spMk id="27" creationId="{00000000-0000-0000-0000-000000000000}"/>
          </ac:spMkLst>
        </pc:spChg>
        <pc:spChg chg="del">
          <ac:chgData name="xi sheng" userId="b3919e0d8ca6a452" providerId="LiveId" clId="{58F9C1FB-264A-41AC-8D1F-C26EC8DA3561}" dt="2023-12-31T06:17:18.317" v="290" actId="478"/>
          <ac:spMkLst>
            <pc:docMk/>
            <pc:sldMk cId="0" sldId="264"/>
            <ac:spMk id="28" creationId="{00000000-0000-0000-0000-000000000000}"/>
          </ac:spMkLst>
        </pc:spChg>
        <pc:spChg chg="mod">
          <ac:chgData name="xi sheng" userId="b3919e0d8ca6a452" providerId="LiveId" clId="{58F9C1FB-264A-41AC-8D1F-C26EC8DA3561}" dt="2023-12-31T06:28:35.325" v="430" actId="1076"/>
          <ac:spMkLst>
            <pc:docMk/>
            <pc:sldMk cId="0" sldId="264"/>
            <ac:spMk id="29" creationId="{00000000-0000-0000-0000-000000000000}"/>
          </ac:spMkLst>
        </pc:spChg>
        <pc:spChg chg="mod">
          <ac:chgData name="xi sheng" userId="b3919e0d8ca6a452" providerId="LiveId" clId="{58F9C1FB-264A-41AC-8D1F-C26EC8DA3561}" dt="2023-12-31T06:28:35.325" v="430" actId="1076"/>
          <ac:spMkLst>
            <pc:docMk/>
            <pc:sldMk cId="0" sldId="264"/>
            <ac:spMk id="30" creationId="{00000000-0000-0000-0000-000000000000}"/>
          </ac:spMkLst>
        </pc:spChg>
        <pc:spChg chg="del">
          <ac:chgData name="xi sheng" userId="b3919e0d8ca6a452" providerId="LiveId" clId="{58F9C1FB-264A-41AC-8D1F-C26EC8DA3561}" dt="2023-12-31T06:18:31.033" v="303" actId="478"/>
          <ac:spMkLst>
            <pc:docMk/>
            <pc:sldMk cId="0" sldId="264"/>
            <ac:spMk id="31" creationId="{00000000-0000-0000-0000-000000000000}"/>
          </ac:spMkLst>
        </pc:spChg>
        <pc:spChg chg="mod">
          <ac:chgData name="xi sheng" userId="b3919e0d8ca6a452" providerId="LiveId" clId="{58F9C1FB-264A-41AC-8D1F-C26EC8DA3561}" dt="2023-12-31T06:18:11.207" v="299" actId="1076"/>
          <ac:spMkLst>
            <pc:docMk/>
            <pc:sldMk cId="0" sldId="264"/>
            <ac:spMk id="32" creationId="{00000000-0000-0000-0000-000000000000}"/>
          </ac:spMkLst>
        </pc:spChg>
        <pc:spChg chg="mod">
          <ac:chgData name="xi sheng" userId="b3919e0d8ca6a452" providerId="LiveId" clId="{58F9C1FB-264A-41AC-8D1F-C26EC8DA3561}" dt="2023-12-31T06:16:16.503" v="280" actId="1076"/>
          <ac:spMkLst>
            <pc:docMk/>
            <pc:sldMk cId="0" sldId="264"/>
            <ac:spMk id="35" creationId="{00000000-0000-0000-0000-000000000000}"/>
          </ac:spMkLst>
        </pc:spChg>
        <pc:spChg chg="del">
          <ac:chgData name="xi sheng" userId="b3919e0d8ca6a452" providerId="LiveId" clId="{58F9C1FB-264A-41AC-8D1F-C26EC8DA3561}" dt="2023-12-31T06:15:08.112" v="274" actId="478"/>
          <ac:spMkLst>
            <pc:docMk/>
            <pc:sldMk cId="0" sldId="264"/>
            <ac:spMk id="36" creationId="{00000000-0000-0000-0000-000000000000}"/>
          </ac:spMkLst>
        </pc:spChg>
        <pc:spChg chg="mod">
          <ac:chgData name="xi sheng" userId="b3919e0d8ca6a452" providerId="LiveId" clId="{58F9C1FB-264A-41AC-8D1F-C26EC8DA3561}" dt="2023-12-31T06:16:16.503" v="280" actId="1076"/>
          <ac:spMkLst>
            <pc:docMk/>
            <pc:sldMk cId="0" sldId="264"/>
            <ac:spMk id="37" creationId="{00000000-0000-0000-0000-000000000000}"/>
          </ac:spMkLst>
        </pc:spChg>
        <pc:spChg chg="mod">
          <ac:chgData name="xi sheng" userId="b3919e0d8ca6a452" providerId="LiveId" clId="{58F9C1FB-264A-41AC-8D1F-C26EC8DA3561}" dt="2023-12-31T06:16:16.503" v="280" actId="1076"/>
          <ac:spMkLst>
            <pc:docMk/>
            <pc:sldMk cId="0" sldId="264"/>
            <ac:spMk id="38" creationId="{00000000-0000-0000-0000-000000000000}"/>
          </ac:spMkLst>
        </pc:spChg>
        <pc:spChg chg="del">
          <ac:chgData name="xi sheng" userId="b3919e0d8ca6a452" providerId="LiveId" clId="{58F9C1FB-264A-41AC-8D1F-C26EC8DA3561}" dt="2023-12-31T06:15:13.814" v="275" actId="478"/>
          <ac:spMkLst>
            <pc:docMk/>
            <pc:sldMk cId="0" sldId="264"/>
            <ac:spMk id="39" creationId="{00000000-0000-0000-0000-000000000000}"/>
          </ac:spMkLst>
        </pc:spChg>
        <pc:spChg chg="mod">
          <ac:chgData name="xi sheng" userId="b3919e0d8ca6a452" providerId="LiveId" clId="{58F9C1FB-264A-41AC-8D1F-C26EC8DA3561}" dt="2023-12-31T06:16:16.503" v="280" actId="1076"/>
          <ac:spMkLst>
            <pc:docMk/>
            <pc:sldMk cId="0" sldId="264"/>
            <ac:spMk id="40" creationId="{00000000-0000-0000-0000-000000000000}"/>
          </ac:spMkLst>
        </pc:spChg>
        <pc:spChg chg="mod">
          <ac:chgData name="xi sheng" userId="b3919e0d8ca6a452" providerId="LiveId" clId="{58F9C1FB-264A-41AC-8D1F-C26EC8DA3561}" dt="2023-12-31T06:19:14.056" v="311" actId="1076"/>
          <ac:spMkLst>
            <pc:docMk/>
            <pc:sldMk cId="0" sldId="264"/>
            <ac:spMk id="45" creationId="{00000000-0000-0000-0000-000000000000}"/>
          </ac:spMkLst>
        </pc:spChg>
        <pc:spChg chg="del">
          <ac:chgData name="xi sheng" userId="b3919e0d8ca6a452" providerId="LiveId" clId="{58F9C1FB-264A-41AC-8D1F-C26EC8DA3561}" dt="2023-12-31T06:18:47.420" v="306" actId="478"/>
          <ac:spMkLst>
            <pc:docMk/>
            <pc:sldMk cId="0" sldId="264"/>
            <ac:spMk id="46" creationId="{00000000-0000-0000-0000-000000000000}"/>
          </ac:spMkLst>
        </pc:spChg>
        <pc:spChg chg="mod">
          <ac:chgData name="xi sheng" userId="b3919e0d8ca6a452" providerId="LiveId" clId="{58F9C1FB-264A-41AC-8D1F-C26EC8DA3561}" dt="2023-12-31T06:19:14.056" v="311" actId="1076"/>
          <ac:spMkLst>
            <pc:docMk/>
            <pc:sldMk cId="0" sldId="264"/>
            <ac:spMk id="47" creationId="{00000000-0000-0000-0000-000000000000}"/>
          </ac:spMkLst>
        </pc:spChg>
        <pc:spChg chg="mod">
          <ac:chgData name="xi sheng" userId="b3919e0d8ca6a452" providerId="LiveId" clId="{58F9C1FB-264A-41AC-8D1F-C26EC8DA3561}" dt="2023-12-31T06:19:14.056" v="311" actId="1076"/>
          <ac:spMkLst>
            <pc:docMk/>
            <pc:sldMk cId="0" sldId="264"/>
            <ac:spMk id="48" creationId="{00000000-0000-0000-0000-000000000000}"/>
          </ac:spMkLst>
        </pc:spChg>
        <pc:spChg chg="del">
          <ac:chgData name="xi sheng" userId="b3919e0d8ca6a452" providerId="LiveId" clId="{58F9C1FB-264A-41AC-8D1F-C26EC8DA3561}" dt="2023-12-31T06:18:50.480" v="307" actId="478"/>
          <ac:spMkLst>
            <pc:docMk/>
            <pc:sldMk cId="0" sldId="264"/>
            <ac:spMk id="49" creationId="{00000000-0000-0000-0000-000000000000}"/>
          </ac:spMkLst>
        </pc:spChg>
        <pc:spChg chg="mod">
          <ac:chgData name="xi sheng" userId="b3919e0d8ca6a452" providerId="LiveId" clId="{58F9C1FB-264A-41AC-8D1F-C26EC8DA3561}" dt="2023-12-31T06:19:06.453" v="310" actId="1076"/>
          <ac:spMkLst>
            <pc:docMk/>
            <pc:sldMk cId="0" sldId="264"/>
            <ac:spMk id="50" creationId="{00000000-0000-0000-0000-000000000000}"/>
          </ac:spMkLst>
        </pc:spChg>
        <pc:spChg chg="mod">
          <ac:chgData name="xi sheng" userId="b3919e0d8ca6a452" providerId="LiveId" clId="{58F9C1FB-264A-41AC-8D1F-C26EC8DA3561}" dt="2023-12-31T06:20:22.138" v="339" actId="1076"/>
          <ac:spMkLst>
            <pc:docMk/>
            <pc:sldMk cId="0" sldId="264"/>
            <ac:spMk id="53" creationId="{00000000-0000-0000-0000-000000000000}"/>
          </ac:spMkLst>
        </pc:spChg>
        <pc:spChg chg="add del mod">
          <ac:chgData name="xi sheng" userId="b3919e0d8ca6a452" providerId="LiveId" clId="{58F9C1FB-264A-41AC-8D1F-C26EC8DA3561}" dt="2023-12-31T06:20:28.078" v="340" actId="1076"/>
          <ac:spMkLst>
            <pc:docMk/>
            <pc:sldMk cId="0" sldId="264"/>
            <ac:spMk id="54" creationId="{00000000-0000-0000-0000-000000000000}"/>
          </ac:spMkLst>
        </pc:spChg>
        <pc:spChg chg="mod">
          <ac:chgData name="xi sheng" userId="b3919e0d8ca6a452" providerId="LiveId" clId="{58F9C1FB-264A-41AC-8D1F-C26EC8DA3561}" dt="2023-12-31T06:20:47.284" v="342" actId="1076"/>
          <ac:spMkLst>
            <pc:docMk/>
            <pc:sldMk cId="0" sldId="264"/>
            <ac:spMk id="55" creationId="{00000000-0000-0000-0000-000000000000}"/>
          </ac:spMkLst>
        </pc:spChg>
        <pc:spChg chg="del">
          <ac:chgData name="xi sheng" userId="b3919e0d8ca6a452" providerId="LiveId" clId="{58F9C1FB-264A-41AC-8D1F-C26EC8DA3561}" dt="2023-12-31T06:16:24.926" v="281" actId="478"/>
          <ac:spMkLst>
            <pc:docMk/>
            <pc:sldMk cId="0" sldId="264"/>
            <ac:spMk id="57" creationId="{00000000-0000-0000-0000-000000000000}"/>
          </ac:spMkLst>
        </pc:spChg>
        <pc:picChg chg="add mod ord">
          <ac:chgData name="xi sheng" userId="b3919e0d8ca6a452" providerId="LiveId" clId="{58F9C1FB-264A-41AC-8D1F-C26EC8DA3561}" dt="2023-12-31T06:20:53.888" v="343" actId="1076"/>
          <ac:picMkLst>
            <pc:docMk/>
            <pc:sldMk cId="0" sldId="264"/>
            <ac:picMk id="9" creationId="{1E7367D7-C1CD-6416-E475-899A19DE4676}"/>
          </ac:picMkLst>
        </pc:picChg>
        <pc:cxnChg chg="add mod">
          <ac:chgData name="xi sheng" userId="b3919e0d8ca6a452" providerId="LiveId" clId="{58F9C1FB-264A-41AC-8D1F-C26EC8DA3561}" dt="2024-01-05T05:51:04.653" v="1041"/>
          <ac:cxnSpMkLst>
            <pc:docMk/>
            <pc:sldMk cId="0" sldId="264"/>
            <ac:cxnSpMk id="6" creationId="{2C038D6A-64DA-249F-300F-367A1A8E91B1}"/>
          </ac:cxnSpMkLst>
        </pc:cxnChg>
        <pc:cxnChg chg="add del mod">
          <ac:chgData name="xi sheng" userId="b3919e0d8ca6a452" providerId="LiveId" clId="{58F9C1FB-264A-41AC-8D1F-C26EC8DA3561}" dt="2024-01-05T05:51:04.160" v="1040" actId="478"/>
          <ac:cxnSpMkLst>
            <pc:docMk/>
            <pc:sldMk cId="0" sldId="264"/>
            <ac:cxnSpMk id="15" creationId="{6EE42C5A-DC3C-884C-4FE5-2F4188EE11AB}"/>
          </ac:cxnSpMkLst>
        </pc:cxnChg>
        <pc:cxnChg chg="mod">
          <ac:chgData name="xi sheng" userId="b3919e0d8ca6a452" providerId="LiveId" clId="{58F9C1FB-264A-41AC-8D1F-C26EC8DA3561}" dt="2023-12-31T06:28:35.325" v="430" actId="1076"/>
          <ac:cxnSpMkLst>
            <pc:docMk/>
            <pc:sldMk cId="0" sldId="264"/>
            <ac:cxnSpMk id="24" creationId="{00000000-0000-0000-0000-000000000000}"/>
          </ac:cxnSpMkLst>
        </pc:cxnChg>
        <pc:cxnChg chg="mod">
          <ac:chgData name="xi sheng" userId="b3919e0d8ca6a452" providerId="LiveId" clId="{58F9C1FB-264A-41AC-8D1F-C26EC8DA3561}" dt="2023-12-31T06:28:35.325" v="430" actId="1076"/>
          <ac:cxnSpMkLst>
            <pc:docMk/>
            <pc:sldMk cId="0" sldId="264"/>
            <ac:cxnSpMk id="25" creationId="{00000000-0000-0000-0000-000000000000}"/>
          </ac:cxnSpMkLst>
        </pc:cxnChg>
        <pc:cxnChg chg="mod">
          <ac:chgData name="xi sheng" userId="b3919e0d8ca6a452" providerId="LiveId" clId="{58F9C1FB-264A-41AC-8D1F-C26EC8DA3561}" dt="2023-12-31T06:16:16.503" v="280" actId="1076"/>
          <ac:cxnSpMkLst>
            <pc:docMk/>
            <pc:sldMk cId="0" sldId="264"/>
            <ac:cxnSpMk id="33" creationId="{00000000-0000-0000-0000-000000000000}"/>
          </ac:cxnSpMkLst>
        </pc:cxnChg>
        <pc:cxnChg chg="mod">
          <ac:chgData name="xi sheng" userId="b3919e0d8ca6a452" providerId="LiveId" clId="{58F9C1FB-264A-41AC-8D1F-C26EC8DA3561}" dt="2023-12-31T06:16:16.503" v="280" actId="1076"/>
          <ac:cxnSpMkLst>
            <pc:docMk/>
            <pc:sldMk cId="0" sldId="264"/>
            <ac:cxnSpMk id="34" creationId="{00000000-0000-0000-0000-000000000000}"/>
          </ac:cxnSpMkLst>
        </pc:cxnChg>
      </pc:sldChg>
      <pc:sldChg chg="del ord setBg">
        <pc:chgData name="xi sheng" userId="b3919e0d8ca6a452" providerId="LiveId" clId="{58F9C1FB-264A-41AC-8D1F-C26EC8DA3561}" dt="2023-12-31T07:12:09.093" v="842" actId="47"/>
        <pc:sldMkLst>
          <pc:docMk/>
          <pc:sldMk cId="0" sldId="265"/>
        </pc:sldMkLst>
      </pc:sldChg>
      <pc:sldChg chg="addSp delSp modSp del mod setBg">
        <pc:chgData name="xi sheng" userId="b3919e0d8ca6a452" providerId="LiveId" clId="{58F9C1FB-264A-41AC-8D1F-C26EC8DA3561}" dt="2023-12-31T07:08:23.220" v="794" actId="47"/>
        <pc:sldMkLst>
          <pc:docMk/>
          <pc:sldMk cId="0" sldId="266"/>
        </pc:sldMkLst>
        <pc:spChg chg="del">
          <ac:chgData name="xi sheng" userId="b3919e0d8ca6a452" providerId="LiveId" clId="{58F9C1FB-264A-41AC-8D1F-C26EC8DA3561}" dt="2023-12-31T06:48:00.252" v="645" actId="478"/>
          <ac:spMkLst>
            <pc:docMk/>
            <pc:sldMk cId="0" sldId="266"/>
            <ac:spMk id="2" creationId="{00000000-0000-0000-0000-000000000000}"/>
          </ac:spMkLst>
        </pc:spChg>
        <pc:spChg chg="mod">
          <ac:chgData name="xi sheng" userId="b3919e0d8ca6a452" providerId="LiveId" clId="{58F9C1FB-264A-41AC-8D1F-C26EC8DA3561}" dt="2023-12-31T06:49:12.297" v="656" actId="1076"/>
          <ac:spMkLst>
            <pc:docMk/>
            <pc:sldMk cId="0" sldId="266"/>
            <ac:spMk id="9" creationId="{00000000-0000-0000-0000-000000000000}"/>
          </ac:spMkLst>
        </pc:spChg>
        <pc:spChg chg="mod">
          <ac:chgData name="xi sheng" userId="b3919e0d8ca6a452" providerId="LiveId" clId="{58F9C1FB-264A-41AC-8D1F-C26EC8DA3561}" dt="2023-12-31T06:49:12.297" v="656" actId="1076"/>
          <ac:spMkLst>
            <pc:docMk/>
            <pc:sldMk cId="0" sldId="266"/>
            <ac:spMk id="10" creationId="{00000000-0000-0000-0000-000000000000}"/>
          </ac:spMkLst>
        </pc:spChg>
        <pc:spChg chg="add del mod">
          <ac:chgData name="xi sheng" userId="b3919e0d8ca6a452" providerId="LiveId" clId="{58F9C1FB-264A-41AC-8D1F-C26EC8DA3561}" dt="2023-12-31T06:48:03.523" v="646" actId="478"/>
          <ac:spMkLst>
            <pc:docMk/>
            <pc:sldMk cId="0" sldId="266"/>
            <ac:spMk id="11" creationId="{D8D70AA2-5FE4-087D-8D3F-96D4DC4A826F}"/>
          </ac:spMkLst>
        </pc:spChg>
        <pc:spChg chg="mod">
          <ac:chgData name="xi sheng" userId="b3919e0d8ca6a452" providerId="LiveId" clId="{58F9C1FB-264A-41AC-8D1F-C26EC8DA3561}" dt="2023-12-31T06:49:26.655" v="660" actId="403"/>
          <ac:spMkLst>
            <pc:docMk/>
            <pc:sldMk cId="0" sldId="266"/>
            <ac:spMk id="12" creationId="{00000000-0000-0000-0000-000000000000}"/>
          </ac:spMkLst>
        </pc:spChg>
        <pc:spChg chg="add mod">
          <ac:chgData name="xi sheng" userId="b3919e0d8ca6a452" providerId="LiveId" clId="{58F9C1FB-264A-41AC-8D1F-C26EC8DA3561}" dt="2023-12-31T07:02:38.838" v="769" actId="1076"/>
          <ac:spMkLst>
            <pc:docMk/>
            <pc:sldMk cId="0" sldId="266"/>
            <ac:spMk id="13" creationId="{D566CF29-1C8A-9323-67DC-E007DE67102E}"/>
          </ac:spMkLst>
        </pc:spChg>
        <pc:spChg chg="mod">
          <ac:chgData name="xi sheng" userId="b3919e0d8ca6a452" providerId="LiveId" clId="{58F9C1FB-264A-41AC-8D1F-C26EC8DA3561}" dt="2023-12-31T06:49:16.340" v="657" actId="1076"/>
          <ac:spMkLst>
            <pc:docMk/>
            <pc:sldMk cId="0" sldId="266"/>
            <ac:spMk id="14" creationId="{00000000-0000-0000-0000-000000000000}"/>
          </ac:spMkLst>
        </pc:spChg>
        <pc:spChg chg="add mod">
          <ac:chgData name="xi sheng" userId="b3919e0d8ca6a452" providerId="LiveId" clId="{58F9C1FB-264A-41AC-8D1F-C26EC8DA3561}" dt="2023-12-31T07:02:38.838" v="769" actId="1076"/>
          <ac:spMkLst>
            <pc:docMk/>
            <pc:sldMk cId="0" sldId="266"/>
            <ac:spMk id="16" creationId="{E135C405-9897-3958-2024-FA89E1929B26}"/>
          </ac:spMkLst>
        </pc:spChg>
        <pc:cxnChg chg="mod">
          <ac:chgData name="xi sheng" userId="b3919e0d8ca6a452" providerId="LiveId" clId="{58F9C1FB-264A-41AC-8D1F-C26EC8DA3561}" dt="2023-12-31T06:49:16.340" v="657" actId="1076"/>
          <ac:cxnSpMkLst>
            <pc:docMk/>
            <pc:sldMk cId="0" sldId="266"/>
            <ac:cxnSpMk id="8" creationId="{00000000-0000-0000-0000-000000000000}"/>
          </ac:cxnSpMkLst>
        </pc:cxnChg>
        <pc:cxnChg chg="add mod">
          <ac:chgData name="xi sheng" userId="b3919e0d8ca6a452" providerId="LiveId" clId="{58F9C1FB-264A-41AC-8D1F-C26EC8DA3561}" dt="2023-12-31T06:48:04.497" v="647"/>
          <ac:cxnSpMkLst>
            <pc:docMk/>
            <pc:sldMk cId="0" sldId="266"/>
            <ac:cxnSpMk id="15" creationId="{3DB8CDF2-4A62-9678-2505-2859DFB9B779}"/>
          </ac:cxnSpMkLst>
        </pc:cxnChg>
      </pc:sldChg>
      <pc:sldChg chg="addSp delSp modSp mod ord setBg">
        <pc:chgData name="xi sheng" userId="b3919e0d8ca6a452" providerId="LiveId" clId="{58F9C1FB-264A-41AC-8D1F-C26EC8DA3561}" dt="2024-01-05T05:51:34.953" v="1052"/>
        <pc:sldMkLst>
          <pc:docMk/>
          <pc:sldMk cId="0" sldId="267"/>
        </pc:sldMkLst>
        <pc:spChg chg="del">
          <ac:chgData name="xi sheng" userId="b3919e0d8ca6a452" providerId="LiveId" clId="{58F9C1FB-264A-41AC-8D1F-C26EC8DA3561}" dt="2023-12-31T06:47:02.266" v="623" actId="478"/>
          <ac:spMkLst>
            <pc:docMk/>
            <pc:sldMk cId="0" sldId="267"/>
            <ac:spMk id="2" creationId="{00000000-0000-0000-0000-000000000000}"/>
          </ac:spMkLst>
        </pc:spChg>
        <pc:spChg chg="add mod">
          <ac:chgData name="xi sheng" userId="b3919e0d8ca6a452" providerId="LiveId" clId="{58F9C1FB-264A-41AC-8D1F-C26EC8DA3561}" dt="2024-01-05T05:51:34.953" v="1052"/>
          <ac:spMkLst>
            <pc:docMk/>
            <pc:sldMk cId="0" sldId="267"/>
            <ac:spMk id="2" creationId="{D1987BDB-62C1-4E71-CC94-2BCD2430D634}"/>
          </ac:spMkLst>
        </pc:spChg>
        <pc:spChg chg="del">
          <ac:chgData name="xi sheng" userId="b3919e0d8ca6a452" providerId="LiveId" clId="{58F9C1FB-264A-41AC-8D1F-C26EC8DA3561}" dt="2023-12-31T06:46:53.101" v="621" actId="478"/>
          <ac:spMkLst>
            <pc:docMk/>
            <pc:sldMk cId="0" sldId="267"/>
            <ac:spMk id="3" creationId="{00000000-0000-0000-0000-000000000000}"/>
          </ac:spMkLst>
        </pc:spChg>
        <pc:spChg chg="add mod">
          <ac:chgData name="xi sheng" userId="b3919e0d8ca6a452" providerId="LiveId" clId="{58F9C1FB-264A-41AC-8D1F-C26EC8DA3561}" dt="2024-01-05T05:51:34.953" v="1052"/>
          <ac:spMkLst>
            <pc:docMk/>
            <pc:sldMk cId="0" sldId="267"/>
            <ac:spMk id="7" creationId="{78D3B3C3-5041-488C-B1F8-86F20E482782}"/>
          </ac:spMkLst>
        </pc:spChg>
        <pc:spChg chg="add del mod">
          <ac:chgData name="xi sheng" userId="b3919e0d8ca6a452" providerId="LiveId" clId="{58F9C1FB-264A-41AC-8D1F-C26EC8DA3561}" dt="2023-12-31T06:46:56.284" v="622" actId="478"/>
          <ac:spMkLst>
            <pc:docMk/>
            <pc:sldMk cId="0" sldId="267"/>
            <ac:spMk id="8" creationId="{30C27920-95AA-285E-8195-FAD159972889}"/>
          </ac:spMkLst>
        </pc:spChg>
        <pc:spChg chg="add del mod">
          <ac:chgData name="xi sheng" userId="b3919e0d8ca6a452" providerId="LiveId" clId="{58F9C1FB-264A-41AC-8D1F-C26EC8DA3561}" dt="2023-12-31T06:47:15.373" v="625" actId="478"/>
          <ac:spMkLst>
            <pc:docMk/>
            <pc:sldMk cId="0" sldId="267"/>
            <ac:spMk id="10" creationId="{5E33D012-AB89-3E3D-FDE9-DF1DFA929A03}"/>
          </ac:spMkLst>
        </pc:spChg>
        <pc:spChg chg="add del mod">
          <ac:chgData name="xi sheng" userId="b3919e0d8ca6a452" providerId="LiveId" clId="{58F9C1FB-264A-41AC-8D1F-C26EC8DA3561}" dt="2024-01-05T05:51:34.544" v="1051" actId="478"/>
          <ac:spMkLst>
            <pc:docMk/>
            <pc:sldMk cId="0" sldId="267"/>
            <ac:spMk id="12" creationId="{AA6D0EFA-3570-E824-D2F5-94F6A9F8E719}"/>
          </ac:spMkLst>
        </pc:spChg>
        <pc:spChg chg="mod">
          <ac:chgData name="xi sheng" userId="b3919e0d8ca6a452" providerId="LiveId" clId="{58F9C1FB-264A-41AC-8D1F-C26EC8DA3561}" dt="2023-12-31T06:47:25.337" v="642" actId="20577"/>
          <ac:spMkLst>
            <pc:docMk/>
            <pc:sldMk cId="0" sldId="267"/>
            <ac:spMk id="16" creationId="{00000000-0000-0000-0000-000000000000}"/>
          </ac:spMkLst>
        </pc:spChg>
        <pc:spChg chg="del">
          <ac:chgData name="xi sheng" userId="b3919e0d8ca6a452" providerId="LiveId" clId="{58F9C1FB-264A-41AC-8D1F-C26EC8DA3561}" dt="2023-12-31T06:46:49.227" v="620" actId="478"/>
          <ac:spMkLst>
            <pc:docMk/>
            <pc:sldMk cId="0" sldId="267"/>
            <ac:spMk id="17" creationId="{00000000-0000-0000-0000-000000000000}"/>
          </ac:spMkLst>
        </pc:spChg>
        <pc:spChg chg="add del mod">
          <ac:chgData name="xi sheng" userId="b3919e0d8ca6a452" providerId="LiveId" clId="{58F9C1FB-264A-41AC-8D1F-C26EC8DA3561}" dt="2024-01-05T05:51:34.544" v="1051" actId="478"/>
          <ac:spMkLst>
            <pc:docMk/>
            <pc:sldMk cId="0" sldId="267"/>
            <ac:spMk id="18" creationId="{0DBF077E-5B3D-7B93-2B63-F4E8E4C52EF5}"/>
          </ac:spMkLst>
        </pc:spChg>
        <pc:spChg chg="del mod">
          <ac:chgData name="xi sheng" userId="b3919e0d8ca6a452" providerId="LiveId" clId="{58F9C1FB-264A-41AC-8D1F-C26EC8DA3561}" dt="2023-12-31T06:47:32.840" v="644" actId="478"/>
          <ac:spMkLst>
            <pc:docMk/>
            <pc:sldMk cId="0" sldId="267"/>
            <ac:spMk id="20" creationId="{00000000-0000-0000-0000-000000000000}"/>
          </ac:spMkLst>
        </pc:spChg>
        <pc:cxnChg chg="add mod">
          <ac:chgData name="xi sheng" userId="b3919e0d8ca6a452" providerId="LiveId" clId="{58F9C1FB-264A-41AC-8D1F-C26EC8DA3561}" dt="2024-01-05T05:51:34.953" v="1052"/>
          <ac:cxnSpMkLst>
            <pc:docMk/>
            <pc:sldMk cId="0" sldId="267"/>
            <ac:cxnSpMk id="3" creationId="{CC67790E-3628-A61D-7662-FD503492FAFC}"/>
          </ac:cxnSpMkLst>
        </pc:cxnChg>
        <pc:cxnChg chg="add del mod">
          <ac:chgData name="xi sheng" userId="b3919e0d8ca6a452" providerId="LiveId" clId="{58F9C1FB-264A-41AC-8D1F-C26EC8DA3561}" dt="2024-01-05T05:51:34.544" v="1051" actId="478"/>
          <ac:cxnSpMkLst>
            <pc:docMk/>
            <pc:sldMk cId="0" sldId="267"/>
            <ac:cxnSpMk id="13" creationId="{0C1B7027-5587-3660-499D-DB2A21F4A78C}"/>
          </ac:cxnSpMkLst>
        </pc:cxnChg>
      </pc:sldChg>
      <pc:sldChg chg="addSp delSp modSp mod ord setBg">
        <pc:chgData name="xi sheng" userId="b3919e0d8ca6a452" providerId="LiveId" clId="{58F9C1FB-264A-41AC-8D1F-C26EC8DA3561}" dt="2024-01-05T05:53:02.571" v="1067" actId="14100"/>
        <pc:sldMkLst>
          <pc:docMk/>
          <pc:sldMk cId="0" sldId="268"/>
        </pc:sldMkLst>
        <pc:spChg chg="del">
          <ac:chgData name="xi sheng" userId="b3919e0d8ca6a452" providerId="LiveId" clId="{58F9C1FB-264A-41AC-8D1F-C26EC8DA3561}" dt="2023-12-31T07:09:12.975" v="795" actId="478"/>
          <ac:spMkLst>
            <pc:docMk/>
            <pc:sldMk cId="0" sldId="268"/>
            <ac:spMk id="2" creationId="{00000000-0000-0000-0000-000000000000}"/>
          </ac:spMkLst>
        </pc:spChg>
        <pc:spChg chg="add mod">
          <ac:chgData name="xi sheng" userId="b3919e0d8ca6a452" providerId="LiveId" clId="{58F9C1FB-264A-41AC-8D1F-C26EC8DA3561}" dt="2024-01-05T05:51:12.243" v="1044"/>
          <ac:spMkLst>
            <pc:docMk/>
            <pc:sldMk cId="0" sldId="268"/>
            <ac:spMk id="2" creationId="{B957B0CE-4492-80F5-C187-D57412C2D176}"/>
          </ac:spMkLst>
        </pc:spChg>
        <pc:spChg chg="del">
          <ac:chgData name="xi sheng" userId="b3919e0d8ca6a452" providerId="LiveId" clId="{58F9C1FB-264A-41AC-8D1F-C26EC8DA3561}" dt="2023-12-31T07:10:30.338" v="814" actId="478"/>
          <ac:spMkLst>
            <pc:docMk/>
            <pc:sldMk cId="0" sldId="268"/>
            <ac:spMk id="3" creationId="{00000000-0000-0000-0000-000000000000}"/>
          </ac:spMkLst>
        </pc:spChg>
        <pc:spChg chg="mod">
          <ac:chgData name="xi sheng" userId="b3919e0d8ca6a452" providerId="LiveId" clId="{58F9C1FB-264A-41AC-8D1F-C26EC8DA3561}" dt="2023-12-31T07:09:53.253" v="806" actId="1076"/>
          <ac:spMkLst>
            <pc:docMk/>
            <pc:sldMk cId="0" sldId="268"/>
            <ac:spMk id="5" creationId="{00000000-0000-0000-0000-000000000000}"/>
          </ac:spMkLst>
        </pc:spChg>
        <pc:spChg chg="mod">
          <ac:chgData name="xi sheng" userId="b3919e0d8ca6a452" providerId="LiveId" clId="{58F9C1FB-264A-41AC-8D1F-C26EC8DA3561}" dt="2023-12-31T07:10:02.018" v="808" actId="1076"/>
          <ac:spMkLst>
            <pc:docMk/>
            <pc:sldMk cId="0" sldId="268"/>
            <ac:spMk id="6" creationId="{00000000-0000-0000-0000-000000000000}"/>
          </ac:spMkLst>
        </pc:spChg>
        <pc:spChg chg="mod">
          <ac:chgData name="xi sheng" userId="b3919e0d8ca6a452" providerId="LiveId" clId="{58F9C1FB-264A-41AC-8D1F-C26EC8DA3561}" dt="2023-12-31T07:11:01.831" v="818" actId="1076"/>
          <ac:spMkLst>
            <pc:docMk/>
            <pc:sldMk cId="0" sldId="268"/>
            <ac:spMk id="7" creationId="{00000000-0000-0000-0000-000000000000}"/>
          </ac:spMkLst>
        </pc:spChg>
        <pc:spChg chg="add mod">
          <ac:chgData name="xi sheng" userId="b3919e0d8ca6a452" providerId="LiveId" clId="{58F9C1FB-264A-41AC-8D1F-C26EC8DA3561}" dt="2024-01-05T05:51:12.243" v="1044"/>
          <ac:spMkLst>
            <pc:docMk/>
            <pc:sldMk cId="0" sldId="268"/>
            <ac:spMk id="8" creationId="{3C642B7C-F904-1A59-180A-DE00C337BDFA}"/>
          </ac:spMkLst>
        </pc:spChg>
        <pc:spChg chg="add del mod">
          <ac:chgData name="xi sheng" userId="b3919e0d8ca6a452" providerId="LiveId" clId="{58F9C1FB-264A-41AC-8D1F-C26EC8DA3561}" dt="2023-12-31T07:09:16.638" v="797" actId="478"/>
          <ac:spMkLst>
            <pc:docMk/>
            <pc:sldMk cId="0" sldId="268"/>
            <ac:spMk id="9" creationId="{3CEEEB73-8566-2C81-E8FD-F50CA419253D}"/>
          </ac:spMkLst>
        </pc:spChg>
        <pc:spChg chg="add del mod">
          <ac:chgData name="xi sheng" userId="b3919e0d8ca6a452" providerId="LiveId" clId="{58F9C1FB-264A-41AC-8D1F-C26EC8DA3561}" dt="2024-01-05T05:51:11.531" v="1043" actId="478"/>
          <ac:spMkLst>
            <pc:docMk/>
            <pc:sldMk cId="0" sldId="268"/>
            <ac:spMk id="10" creationId="{1D5E179C-5478-9574-D2ED-95587C15274F}"/>
          </ac:spMkLst>
        </pc:spChg>
        <pc:spChg chg="mod">
          <ac:chgData name="xi sheng" userId="b3919e0d8ca6a452" providerId="LiveId" clId="{58F9C1FB-264A-41AC-8D1F-C26EC8DA3561}" dt="2023-12-31T07:11:01.831" v="818" actId="1076"/>
          <ac:spMkLst>
            <pc:docMk/>
            <pc:sldMk cId="0" sldId="268"/>
            <ac:spMk id="11" creationId="{00000000-0000-0000-0000-000000000000}"/>
          </ac:spMkLst>
        </pc:spChg>
        <pc:spChg chg="mod">
          <ac:chgData name="xi sheng" userId="b3919e0d8ca6a452" providerId="LiveId" clId="{58F9C1FB-264A-41AC-8D1F-C26EC8DA3561}" dt="2024-01-05T05:53:02.571" v="1067" actId="14100"/>
          <ac:spMkLst>
            <pc:docMk/>
            <pc:sldMk cId="0" sldId="268"/>
            <ac:spMk id="15" creationId="{00000000-0000-0000-0000-000000000000}"/>
          </ac:spMkLst>
        </pc:spChg>
        <pc:spChg chg="add del mod">
          <ac:chgData name="xi sheng" userId="b3919e0d8ca6a452" providerId="LiveId" clId="{58F9C1FB-264A-41AC-8D1F-C26EC8DA3561}" dt="2024-01-05T05:51:11.531" v="1043" actId="478"/>
          <ac:spMkLst>
            <pc:docMk/>
            <pc:sldMk cId="0" sldId="268"/>
            <ac:spMk id="19" creationId="{92EA287A-A954-8A92-EABB-CFD44D0936FB}"/>
          </ac:spMkLst>
        </pc:spChg>
        <pc:spChg chg="del">
          <ac:chgData name="xi sheng" userId="b3919e0d8ca6a452" providerId="LiveId" clId="{58F9C1FB-264A-41AC-8D1F-C26EC8DA3561}" dt="2023-12-31T07:10:38.871" v="816" actId="478"/>
          <ac:spMkLst>
            <pc:docMk/>
            <pc:sldMk cId="0" sldId="268"/>
            <ac:spMk id="20" creationId="{00000000-0000-0000-0000-000000000000}"/>
          </ac:spMkLst>
        </pc:spChg>
        <pc:spChg chg="add del mod">
          <ac:chgData name="xi sheng" userId="b3919e0d8ca6a452" providerId="LiveId" clId="{58F9C1FB-264A-41AC-8D1F-C26EC8DA3561}" dt="2023-12-31T07:10:33.498" v="815" actId="478"/>
          <ac:spMkLst>
            <pc:docMk/>
            <pc:sldMk cId="0" sldId="268"/>
            <ac:spMk id="22" creationId="{4E105EA5-678C-011E-4B6B-E1389181D30A}"/>
          </ac:spMkLst>
        </pc:spChg>
        <pc:spChg chg="add mod">
          <ac:chgData name="xi sheng" userId="b3919e0d8ca6a452" providerId="LiveId" clId="{58F9C1FB-264A-41AC-8D1F-C26EC8DA3561}" dt="2023-12-31T07:12:54.832" v="844" actId="207"/>
          <ac:spMkLst>
            <pc:docMk/>
            <pc:sldMk cId="0" sldId="268"/>
            <ac:spMk id="23" creationId="{7BB3E6F0-325E-71ED-61D2-8BB30B040E0B}"/>
          </ac:spMkLst>
        </pc:spChg>
        <pc:cxnChg chg="add mod">
          <ac:chgData name="xi sheng" userId="b3919e0d8ca6a452" providerId="LiveId" clId="{58F9C1FB-264A-41AC-8D1F-C26EC8DA3561}" dt="2024-01-05T05:51:12.243" v="1044"/>
          <ac:cxnSpMkLst>
            <pc:docMk/>
            <pc:sldMk cId="0" sldId="268"/>
            <ac:cxnSpMk id="3" creationId="{47F68132-D594-D9F3-F07F-8B8BD032947C}"/>
          </ac:cxnSpMkLst>
        </pc:cxnChg>
        <pc:cxnChg chg="add del mod">
          <ac:chgData name="xi sheng" userId="b3919e0d8ca6a452" providerId="LiveId" clId="{58F9C1FB-264A-41AC-8D1F-C26EC8DA3561}" dt="2024-01-05T05:51:11.531" v="1043" actId="478"/>
          <ac:cxnSpMkLst>
            <pc:docMk/>
            <pc:sldMk cId="0" sldId="268"/>
            <ac:cxnSpMk id="12" creationId="{74A52D90-95FE-F197-3E7E-BCC6967A289C}"/>
          </ac:cxnSpMkLst>
        </pc:cxnChg>
        <pc:cxnChg chg="mod">
          <ac:chgData name="xi sheng" userId="b3919e0d8ca6a452" providerId="LiveId" clId="{58F9C1FB-264A-41AC-8D1F-C26EC8DA3561}" dt="2023-12-31T07:11:09.499" v="820" actId="1076"/>
          <ac:cxnSpMkLst>
            <pc:docMk/>
            <pc:sldMk cId="0" sldId="268"/>
            <ac:cxnSpMk id="13" creationId="{00000000-0000-0000-0000-000000000000}"/>
          </ac:cxnSpMkLst>
        </pc:cxnChg>
      </pc:sldChg>
      <pc:sldChg chg="addSp delSp modSp mod ord setBg">
        <pc:chgData name="xi sheng" userId="b3919e0d8ca6a452" providerId="LiveId" clId="{58F9C1FB-264A-41AC-8D1F-C26EC8DA3561}" dt="2024-01-05T05:51:46.829" v="1056"/>
        <pc:sldMkLst>
          <pc:docMk/>
          <pc:sldMk cId="0" sldId="270"/>
        </pc:sldMkLst>
        <pc:spChg chg="del">
          <ac:chgData name="xi sheng" userId="b3919e0d8ca6a452" providerId="LiveId" clId="{58F9C1FB-264A-41AC-8D1F-C26EC8DA3561}" dt="2023-12-31T06:50:17.904" v="672" actId="478"/>
          <ac:spMkLst>
            <pc:docMk/>
            <pc:sldMk cId="0" sldId="270"/>
            <ac:spMk id="2" creationId="{00000000-0000-0000-0000-000000000000}"/>
          </ac:spMkLst>
        </pc:spChg>
        <pc:spChg chg="add mod">
          <ac:chgData name="xi sheng" userId="b3919e0d8ca6a452" providerId="LiveId" clId="{58F9C1FB-264A-41AC-8D1F-C26EC8DA3561}" dt="2024-01-05T05:51:46.829" v="1056"/>
          <ac:spMkLst>
            <pc:docMk/>
            <pc:sldMk cId="0" sldId="270"/>
            <ac:spMk id="2" creationId="{98E9CDE3-15ED-8E31-DD2D-B959D320B190}"/>
          </ac:spMkLst>
        </pc:spChg>
        <pc:spChg chg="del">
          <ac:chgData name="xi sheng" userId="b3919e0d8ca6a452" providerId="LiveId" clId="{58F9C1FB-264A-41AC-8D1F-C26EC8DA3561}" dt="2023-12-31T06:52:35.410" v="698" actId="478"/>
          <ac:spMkLst>
            <pc:docMk/>
            <pc:sldMk cId="0" sldId="270"/>
            <ac:spMk id="3" creationId="{00000000-0000-0000-0000-000000000000}"/>
          </ac:spMkLst>
        </pc:spChg>
        <pc:spChg chg="mod">
          <ac:chgData name="xi sheng" userId="b3919e0d8ca6a452" providerId="LiveId" clId="{58F9C1FB-264A-41AC-8D1F-C26EC8DA3561}" dt="2023-12-31T06:51:06.204" v="692" actId="1076"/>
          <ac:spMkLst>
            <pc:docMk/>
            <pc:sldMk cId="0" sldId="270"/>
            <ac:spMk id="5" creationId="{00000000-0000-0000-0000-000000000000}"/>
          </ac:spMkLst>
        </pc:spChg>
        <pc:spChg chg="del">
          <ac:chgData name="xi sheng" userId="b3919e0d8ca6a452" providerId="LiveId" clId="{58F9C1FB-264A-41AC-8D1F-C26EC8DA3561}" dt="2023-12-31T06:52:46.837" v="700" actId="478"/>
          <ac:spMkLst>
            <pc:docMk/>
            <pc:sldMk cId="0" sldId="270"/>
            <ac:spMk id="6" creationId="{00000000-0000-0000-0000-000000000000}"/>
          </ac:spMkLst>
        </pc:spChg>
        <pc:spChg chg="add mod">
          <ac:chgData name="xi sheng" userId="b3919e0d8ca6a452" providerId="LiveId" clId="{58F9C1FB-264A-41AC-8D1F-C26EC8DA3561}" dt="2024-01-05T05:51:46.829" v="1056"/>
          <ac:spMkLst>
            <pc:docMk/>
            <pc:sldMk cId="0" sldId="270"/>
            <ac:spMk id="6" creationId="{00176DD3-BF55-0724-BE6C-1E2DAFF29E3F}"/>
          </ac:spMkLst>
        </pc:spChg>
        <pc:spChg chg="mod">
          <ac:chgData name="xi sheng" userId="b3919e0d8ca6a452" providerId="LiveId" clId="{58F9C1FB-264A-41AC-8D1F-C26EC8DA3561}" dt="2023-12-31T06:53:01.438" v="702" actId="207"/>
          <ac:spMkLst>
            <pc:docMk/>
            <pc:sldMk cId="0" sldId="270"/>
            <ac:spMk id="9" creationId="{00000000-0000-0000-0000-000000000000}"/>
          </ac:spMkLst>
        </pc:spChg>
        <pc:spChg chg="add del mod">
          <ac:chgData name="xi sheng" userId="b3919e0d8ca6a452" providerId="LiveId" clId="{58F9C1FB-264A-41AC-8D1F-C26EC8DA3561}" dt="2023-12-31T06:50:36.755" v="676" actId="478"/>
          <ac:spMkLst>
            <pc:docMk/>
            <pc:sldMk cId="0" sldId="270"/>
            <ac:spMk id="10" creationId="{F0B38BC7-826D-7163-86BD-4DA7ED48B11D}"/>
          </ac:spMkLst>
        </pc:spChg>
        <pc:spChg chg="del mod">
          <ac:chgData name="xi sheng" userId="b3919e0d8ca6a452" providerId="LiveId" clId="{58F9C1FB-264A-41AC-8D1F-C26EC8DA3561}" dt="2023-12-31T06:50:14.822" v="671" actId="478"/>
          <ac:spMkLst>
            <pc:docMk/>
            <pc:sldMk cId="0" sldId="270"/>
            <ac:spMk id="12" creationId="{00000000-0000-0000-0000-000000000000}"/>
          </ac:spMkLst>
        </pc:spChg>
        <pc:spChg chg="add del">
          <ac:chgData name="xi sheng" userId="b3919e0d8ca6a452" providerId="LiveId" clId="{58F9C1FB-264A-41AC-8D1F-C26EC8DA3561}" dt="2023-12-31T06:50:22.304" v="674" actId="22"/>
          <ac:spMkLst>
            <pc:docMk/>
            <pc:sldMk cId="0" sldId="270"/>
            <ac:spMk id="13" creationId="{30620C88-6F5B-8057-99B8-8B644DF34551}"/>
          </ac:spMkLst>
        </pc:spChg>
        <pc:spChg chg="add del mod">
          <ac:chgData name="xi sheng" userId="b3919e0d8ca6a452" providerId="LiveId" clId="{58F9C1FB-264A-41AC-8D1F-C26EC8DA3561}" dt="2024-01-05T05:51:46.479" v="1055" actId="478"/>
          <ac:spMkLst>
            <pc:docMk/>
            <pc:sldMk cId="0" sldId="270"/>
            <ac:spMk id="15" creationId="{51256F3E-9A5B-C331-1692-39B07EAD2477}"/>
          </ac:spMkLst>
        </pc:spChg>
        <pc:spChg chg="add del mod">
          <ac:chgData name="xi sheng" userId="b3919e0d8ca6a452" providerId="LiveId" clId="{58F9C1FB-264A-41AC-8D1F-C26EC8DA3561}" dt="2024-01-05T05:51:46.479" v="1055" actId="478"/>
          <ac:spMkLst>
            <pc:docMk/>
            <pc:sldMk cId="0" sldId="270"/>
            <ac:spMk id="17" creationId="{24717FAE-40C7-40A0-AAA0-D1F1C7E7CE67}"/>
          </ac:spMkLst>
        </pc:spChg>
        <pc:spChg chg="add del mod">
          <ac:chgData name="xi sheng" userId="b3919e0d8ca6a452" providerId="LiveId" clId="{58F9C1FB-264A-41AC-8D1F-C26EC8DA3561}" dt="2023-12-31T06:52:37.837" v="699" actId="478"/>
          <ac:spMkLst>
            <pc:docMk/>
            <pc:sldMk cId="0" sldId="270"/>
            <ac:spMk id="21" creationId="{21E51841-397D-8F15-B311-53C82E993E68}"/>
          </ac:spMkLst>
        </pc:spChg>
        <pc:picChg chg="del">
          <ac:chgData name="xi sheng" userId="b3919e0d8ca6a452" providerId="LiveId" clId="{58F9C1FB-264A-41AC-8D1F-C26EC8DA3561}" dt="2023-12-31T06:51:08.590" v="693" actId="478"/>
          <ac:picMkLst>
            <pc:docMk/>
            <pc:sldMk cId="0" sldId="270"/>
            <ac:picMk id="7" creationId="{00000000-0000-0000-0000-000000000000}"/>
          </ac:picMkLst>
        </pc:picChg>
        <pc:picChg chg="add mod">
          <ac:chgData name="xi sheng" userId="b3919e0d8ca6a452" providerId="LiveId" clId="{58F9C1FB-264A-41AC-8D1F-C26EC8DA3561}" dt="2023-12-31T06:52:24.120" v="697" actId="1076"/>
          <ac:picMkLst>
            <pc:docMk/>
            <pc:sldMk cId="0" sldId="270"/>
            <ac:picMk id="19" creationId="{CAF2F856-C9EC-D75D-36EA-BF073F2CFBB5}"/>
          </ac:picMkLst>
        </pc:picChg>
        <pc:cxnChg chg="add mod">
          <ac:chgData name="xi sheng" userId="b3919e0d8ca6a452" providerId="LiveId" clId="{58F9C1FB-264A-41AC-8D1F-C26EC8DA3561}" dt="2024-01-05T05:51:46.829" v="1056"/>
          <ac:cxnSpMkLst>
            <pc:docMk/>
            <pc:sldMk cId="0" sldId="270"/>
            <ac:cxnSpMk id="3" creationId="{249BBB20-29AC-67BC-7245-44E69D24C08F}"/>
          </ac:cxnSpMkLst>
        </pc:cxnChg>
        <pc:cxnChg chg="add del mod">
          <ac:chgData name="xi sheng" userId="b3919e0d8ca6a452" providerId="LiveId" clId="{58F9C1FB-264A-41AC-8D1F-C26EC8DA3561}" dt="2024-01-05T05:51:46.479" v="1055" actId="478"/>
          <ac:cxnSpMkLst>
            <pc:docMk/>
            <pc:sldMk cId="0" sldId="270"/>
            <ac:cxnSpMk id="16" creationId="{63A90FA7-1BB8-16BD-F612-6D9658758724}"/>
          </ac:cxnSpMkLst>
        </pc:cxnChg>
      </pc:sldChg>
      <pc:sldChg chg="addSp delSp modSp mod ord setBg">
        <pc:chgData name="xi sheng" userId="b3919e0d8ca6a452" providerId="LiveId" clId="{58F9C1FB-264A-41AC-8D1F-C26EC8DA3561}" dt="2024-01-05T05:51:41.463" v="1054"/>
        <pc:sldMkLst>
          <pc:docMk/>
          <pc:sldMk cId="0" sldId="271"/>
        </pc:sldMkLst>
        <pc:spChg chg="add del mod">
          <ac:chgData name="xi sheng" userId="b3919e0d8ca6a452" providerId="LiveId" clId="{58F9C1FB-264A-41AC-8D1F-C26EC8DA3561}" dt="2024-01-05T05:51:41.092" v="1053" actId="478"/>
          <ac:spMkLst>
            <pc:docMk/>
            <pc:sldMk cId="0" sldId="271"/>
            <ac:spMk id="2" creationId="{C7DF9E53-52C1-9E12-1103-713EC27C7559}"/>
          </ac:spMkLst>
        </pc:spChg>
        <pc:spChg chg="del">
          <ac:chgData name="xi sheng" userId="b3919e0d8ca6a452" providerId="LiveId" clId="{58F9C1FB-264A-41AC-8D1F-C26EC8DA3561}" dt="2023-12-31T07:06:20.198" v="784" actId="478"/>
          <ac:spMkLst>
            <pc:docMk/>
            <pc:sldMk cId="0" sldId="271"/>
            <ac:spMk id="3" creationId="{00000000-0000-0000-0000-000000000000}"/>
          </ac:spMkLst>
        </pc:spChg>
        <pc:spChg chg="add mod">
          <ac:chgData name="xi sheng" userId="b3919e0d8ca6a452" providerId="LiveId" clId="{58F9C1FB-264A-41AC-8D1F-C26EC8DA3561}" dt="2024-01-05T05:51:41.463" v="1054"/>
          <ac:spMkLst>
            <pc:docMk/>
            <pc:sldMk cId="0" sldId="271"/>
            <ac:spMk id="3" creationId="{28FEE3BE-9F68-4ACF-4787-6CF41A7D652B}"/>
          </ac:spMkLst>
        </pc:spChg>
        <pc:spChg chg="add del mod">
          <ac:chgData name="xi sheng" userId="b3919e0d8ca6a452" providerId="LiveId" clId="{58F9C1FB-264A-41AC-8D1F-C26EC8DA3561}" dt="2024-01-05T05:51:41.092" v="1053" actId="478"/>
          <ac:spMkLst>
            <pc:docMk/>
            <pc:sldMk cId="0" sldId="271"/>
            <ac:spMk id="5" creationId="{0973CA15-9EF9-1494-07B5-E039E790E4DA}"/>
          </ac:spMkLst>
        </pc:spChg>
        <pc:spChg chg="del">
          <ac:chgData name="xi sheng" userId="b3919e0d8ca6a452" providerId="LiveId" clId="{58F9C1FB-264A-41AC-8D1F-C26EC8DA3561}" dt="2023-12-31T07:06:30.393" v="786" actId="478"/>
          <ac:spMkLst>
            <pc:docMk/>
            <pc:sldMk cId="0" sldId="271"/>
            <ac:spMk id="6" creationId="{00000000-0000-0000-0000-000000000000}"/>
          </ac:spMkLst>
        </pc:spChg>
        <pc:spChg chg="add mod">
          <ac:chgData name="xi sheng" userId="b3919e0d8ca6a452" providerId="LiveId" clId="{58F9C1FB-264A-41AC-8D1F-C26EC8DA3561}" dt="2024-01-05T05:51:41.463" v="1054"/>
          <ac:spMkLst>
            <pc:docMk/>
            <pc:sldMk cId="0" sldId="271"/>
            <ac:spMk id="7" creationId="{D86011AF-A2D5-A6D0-EDFF-0F0D4712A092}"/>
          </ac:spMkLst>
        </pc:spChg>
        <pc:spChg chg="add del mod">
          <ac:chgData name="xi sheng" userId="b3919e0d8ca6a452" providerId="LiveId" clId="{58F9C1FB-264A-41AC-8D1F-C26EC8DA3561}" dt="2023-12-31T07:06:23.829" v="785" actId="478"/>
          <ac:spMkLst>
            <pc:docMk/>
            <pc:sldMk cId="0" sldId="271"/>
            <ac:spMk id="8" creationId="{1D8E7F83-D638-A53F-489E-48AF70C3FAFE}"/>
          </ac:spMkLst>
        </pc:spChg>
        <pc:spChg chg="mod">
          <ac:chgData name="xi sheng" userId="b3919e0d8ca6a452" providerId="LiveId" clId="{58F9C1FB-264A-41AC-8D1F-C26EC8DA3561}" dt="2023-12-31T07:02:24.521" v="766" actId="1076"/>
          <ac:spMkLst>
            <pc:docMk/>
            <pc:sldMk cId="0" sldId="271"/>
            <ac:spMk id="16" creationId="{00000000-0000-0000-0000-000000000000}"/>
          </ac:spMkLst>
        </pc:spChg>
        <pc:spChg chg="del">
          <ac:chgData name="xi sheng" userId="b3919e0d8ca6a452" providerId="LiveId" clId="{58F9C1FB-264A-41AC-8D1F-C26EC8DA3561}" dt="2023-12-31T07:00:20.700" v="746" actId="478"/>
          <ac:spMkLst>
            <pc:docMk/>
            <pc:sldMk cId="0" sldId="271"/>
            <ac:spMk id="17" creationId="{00000000-0000-0000-0000-000000000000}"/>
          </ac:spMkLst>
        </pc:spChg>
        <pc:spChg chg="del">
          <ac:chgData name="xi sheng" userId="b3919e0d8ca6a452" providerId="LiveId" clId="{58F9C1FB-264A-41AC-8D1F-C26EC8DA3561}" dt="2023-12-31T07:00:23.441" v="747" actId="478"/>
          <ac:spMkLst>
            <pc:docMk/>
            <pc:sldMk cId="0" sldId="271"/>
            <ac:spMk id="18" creationId="{00000000-0000-0000-0000-000000000000}"/>
          </ac:spMkLst>
        </pc:spChg>
        <pc:spChg chg="mod">
          <ac:chgData name="xi sheng" userId="b3919e0d8ca6a452" providerId="LiveId" clId="{58F9C1FB-264A-41AC-8D1F-C26EC8DA3561}" dt="2023-12-31T07:02:16.719" v="764" actId="1076"/>
          <ac:spMkLst>
            <pc:docMk/>
            <pc:sldMk cId="0" sldId="271"/>
            <ac:spMk id="24" creationId="{00000000-0000-0000-0000-000000000000}"/>
          </ac:spMkLst>
        </pc:spChg>
        <pc:spChg chg="mod">
          <ac:chgData name="xi sheng" userId="b3919e0d8ca6a452" providerId="LiveId" clId="{58F9C1FB-264A-41AC-8D1F-C26EC8DA3561}" dt="2023-12-31T07:02:16.719" v="764" actId="1076"/>
          <ac:spMkLst>
            <pc:docMk/>
            <pc:sldMk cId="0" sldId="271"/>
            <ac:spMk id="25" creationId="{00000000-0000-0000-0000-000000000000}"/>
          </ac:spMkLst>
        </pc:spChg>
        <pc:spChg chg="mod">
          <ac:chgData name="xi sheng" userId="b3919e0d8ca6a452" providerId="LiveId" clId="{58F9C1FB-264A-41AC-8D1F-C26EC8DA3561}" dt="2023-12-31T07:02:16.719" v="764" actId="1076"/>
          <ac:spMkLst>
            <pc:docMk/>
            <pc:sldMk cId="0" sldId="271"/>
            <ac:spMk id="26" creationId="{00000000-0000-0000-0000-000000000000}"/>
          </ac:spMkLst>
        </pc:spChg>
        <pc:spChg chg="mod">
          <ac:chgData name="xi sheng" userId="b3919e0d8ca6a452" providerId="LiveId" clId="{58F9C1FB-264A-41AC-8D1F-C26EC8DA3561}" dt="2023-12-31T07:02:16.719" v="764" actId="1076"/>
          <ac:spMkLst>
            <pc:docMk/>
            <pc:sldMk cId="0" sldId="271"/>
            <ac:spMk id="27" creationId="{00000000-0000-0000-0000-000000000000}"/>
          </ac:spMkLst>
        </pc:spChg>
        <pc:spChg chg="mod">
          <ac:chgData name="xi sheng" userId="b3919e0d8ca6a452" providerId="LiveId" clId="{58F9C1FB-264A-41AC-8D1F-C26EC8DA3561}" dt="2023-12-31T07:08:03.739" v="790" actId="1076"/>
          <ac:spMkLst>
            <pc:docMk/>
            <pc:sldMk cId="0" sldId="271"/>
            <ac:spMk id="28" creationId="{00000000-0000-0000-0000-000000000000}"/>
          </ac:spMkLst>
        </pc:spChg>
        <pc:spChg chg="mod">
          <ac:chgData name="xi sheng" userId="b3919e0d8ca6a452" providerId="LiveId" clId="{58F9C1FB-264A-41AC-8D1F-C26EC8DA3561}" dt="2023-12-31T07:02:27.759" v="767" actId="14100"/>
          <ac:spMkLst>
            <pc:docMk/>
            <pc:sldMk cId="0" sldId="271"/>
            <ac:spMk id="29" creationId="{00000000-0000-0000-0000-000000000000}"/>
          </ac:spMkLst>
        </pc:spChg>
        <pc:spChg chg="del">
          <ac:chgData name="xi sheng" userId="b3919e0d8ca6a452" providerId="LiveId" clId="{58F9C1FB-264A-41AC-8D1F-C26EC8DA3561}" dt="2023-12-31T07:00:09.171" v="744" actId="478"/>
          <ac:spMkLst>
            <pc:docMk/>
            <pc:sldMk cId="0" sldId="271"/>
            <ac:spMk id="30" creationId="{00000000-0000-0000-0000-000000000000}"/>
          </ac:spMkLst>
        </pc:spChg>
        <pc:spChg chg="del">
          <ac:chgData name="xi sheng" userId="b3919e0d8ca6a452" providerId="LiveId" clId="{58F9C1FB-264A-41AC-8D1F-C26EC8DA3561}" dt="2023-12-31T07:00:03.752" v="741" actId="478"/>
          <ac:spMkLst>
            <pc:docMk/>
            <pc:sldMk cId="0" sldId="271"/>
            <ac:spMk id="32" creationId="{00000000-0000-0000-0000-000000000000}"/>
          </ac:spMkLst>
        </pc:spChg>
        <pc:spChg chg="mod">
          <ac:chgData name="xi sheng" userId="b3919e0d8ca6a452" providerId="LiveId" clId="{58F9C1FB-264A-41AC-8D1F-C26EC8DA3561}" dt="2023-12-31T07:00:00.828" v="740" actId="1076"/>
          <ac:spMkLst>
            <pc:docMk/>
            <pc:sldMk cId="0" sldId="271"/>
            <ac:spMk id="33" creationId="{00000000-0000-0000-0000-000000000000}"/>
          </ac:spMkLst>
        </pc:spChg>
        <pc:picChg chg="mod">
          <ac:chgData name="xi sheng" userId="b3919e0d8ca6a452" providerId="LiveId" clId="{58F9C1FB-264A-41AC-8D1F-C26EC8DA3561}" dt="2023-12-31T07:07:53.573" v="788" actId="14100"/>
          <ac:picMkLst>
            <pc:docMk/>
            <pc:sldMk cId="0" sldId="271"/>
            <ac:picMk id="11" creationId="{00000000-0000-0000-0000-000000000000}"/>
          </ac:picMkLst>
        </pc:picChg>
        <pc:picChg chg="add del mod">
          <ac:chgData name="xi sheng" userId="b3919e0d8ca6a452" providerId="LiveId" clId="{58F9C1FB-264A-41AC-8D1F-C26EC8DA3561}" dt="2023-12-31T07:08:13.139" v="791" actId="14100"/>
          <ac:picMkLst>
            <pc:docMk/>
            <pc:sldMk cId="0" sldId="271"/>
            <ac:picMk id="13" creationId="{00000000-0000-0000-0000-000000000000}"/>
          </ac:picMkLst>
        </pc:picChg>
        <pc:picChg chg="mod">
          <ac:chgData name="xi sheng" userId="b3919e0d8ca6a452" providerId="LiveId" clId="{58F9C1FB-264A-41AC-8D1F-C26EC8DA3561}" dt="2023-12-31T07:05:59.423" v="783" actId="1076"/>
          <ac:picMkLst>
            <pc:docMk/>
            <pc:sldMk cId="0" sldId="271"/>
            <ac:picMk id="34" creationId="{00000000-0000-0000-0000-000000000000}"/>
          </ac:picMkLst>
        </pc:picChg>
        <pc:cxnChg chg="add del mod">
          <ac:chgData name="xi sheng" userId="b3919e0d8ca6a452" providerId="LiveId" clId="{58F9C1FB-264A-41AC-8D1F-C26EC8DA3561}" dt="2024-01-05T05:51:41.092" v="1053" actId="478"/>
          <ac:cxnSpMkLst>
            <pc:docMk/>
            <pc:sldMk cId="0" sldId="271"/>
            <ac:cxnSpMk id="4" creationId="{5B914986-BDC6-0FF5-7386-4CCAF00FD479}"/>
          </ac:cxnSpMkLst>
        </pc:cxnChg>
        <pc:cxnChg chg="add mod">
          <ac:chgData name="xi sheng" userId="b3919e0d8ca6a452" providerId="LiveId" clId="{58F9C1FB-264A-41AC-8D1F-C26EC8DA3561}" dt="2024-01-05T05:51:41.463" v="1054"/>
          <ac:cxnSpMkLst>
            <pc:docMk/>
            <pc:sldMk cId="0" sldId="271"/>
            <ac:cxnSpMk id="6" creationId="{357FD360-041E-A1D7-E240-E964194E14FE}"/>
          </ac:cxnSpMkLst>
        </pc:cxnChg>
      </pc:sldChg>
      <pc:sldChg chg="modSp del mod setBg">
        <pc:chgData name="xi sheng" userId="b3919e0d8ca6a452" providerId="LiveId" clId="{58F9C1FB-264A-41AC-8D1F-C26EC8DA3561}" dt="2023-12-31T07:12:08.447" v="841" actId="47"/>
        <pc:sldMkLst>
          <pc:docMk/>
          <pc:sldMk cId="0" sldId="272"/>
        </pc:sldMkLst>
        <pc:spChg chg="mod">
          <ac:chgData name="xi sheng" userId="b3919e0d8ca6a452" providerId="LiveId" clId="{58F9C1FB-264A-41AC-8D1F-C26EC8DA3561}" dt="2023-12-31T06:25:04.067" v="403" actId="1076"/>
          <ac:spMkLst>
            <pc:docMk/>
            <pc:sldMk cId="0" sldId="272"/>
            <ac:spMk id="18" creationId="{00000000-0000-0000-0000-000000000000}"/>
          </ac:spMkLst>
        </pc:spChg>
      </pc:sldChg>
      <pc:sldChg chg="addSp delSp modSp add mod">
        <pc:chgData name="xi sheng" userId="b3919e0d8ca6a452" providerId="LiveId" clId="{58F9C1FB-264A-41AC-8D1F-C26EC8DA3561}" dt="2024-01-05T05:55:24.902" v="1078" actId="207"/>
        <pc:sldMkLst>
          <pc:docMk/>
          <pc:sldMk cId="3769588651" sldId="273"/>
        </pc:sldMkLst>
        <pc:spChg chg="add mod">
          <ac:chgData name="xi sheng" userId="b3919e0d8ca6a452" providerId="LiveId" clId="{58F9C1FB-264A-41AC-8D1F-C26EC8DA3561}" dt="2024-01-05T05:51:24.611" v="1048"/>
          <ac:spMkLst>
            <pc:docMk/>
            <pc:sldMk cId="3769588651" sldId="273"/>
            <ac:spMk id="2" creationId="{93924ED1-486E-0983-02F3-47A66C8DD3E5}"/>
          </ac:spMkLst>
        </pc:spChg>
        <pc:spChg chg="add mod">
          <ac:chgData name="xi sheng" userId="b3919e0d8ca6a452" providerId="LiveId" clId="{58F9C1FB-264A-41AC-8D1F-C26EC8DA3561}" dt="2024-01-05T05:51:24.611" v="1048"/>
          <ac:spMkLst>
            <pc:docMk/>
            <pc:sldMk cId="3769588651" sldId="273"/>
            <ac:spMk id="7" creationId="{EBE0EC12-AE71-0A53-AA9F-38D7DB36D82E}"/>
          </ac:spMkLst>
        </pc:spChg>
        <pc:spChg chg="mod">
          <ac:chgData name="xi sheng" userId="b3919e0d8ca6a452" providerId="LiveId" clId="{58F9C1FB-264A-41AC-8D1F-C26EC8DA3561}" dt="2024-01-05T05:55:24.902" v="1078" actId="207"/>
          <ac:spMkLst>
            <pc:docMk/>
            <pc:sldMk cId="3769588651" sldId="273"/>
            <ac:spMk id="8" creationId="{00000000-0000-0000-0000-000000000000}"/>
          </ac:spMkLst>
        </pc:spChg>
        <pc:spChg chg="del">
          <ac:chgData name="xi sheng" userId="b3919e0d8ca6a452" providerId="LiveId" clId="{58F9C1FB-264A-41AC-8D1F-C26EC8DA3561}" dt="2024-01-05T05:51:24.117" v="1047" actId="478"/>
          <ac:spMkLst>
            <pc:docMk/>
            <pc:sldMk cId="3769588651" sldId="273"/>
            <ac:spMk id="23" creationId="{B3CE1FA6-21EE-0759-ADF3-129EC7175F2E}"/>
          </ac:spMkLst>
        </pc:spChg>
        <pc:spChg chg="del">
          <ac:chgData name="xi sheng" userId="b3919e0d8ca6a452" providerId="LiveId" clId="{58F9C1FB-264A-41AC-8D1F-C26EC8DA3561}" dt="2024-01-05T05:51:24.117" v="1047" actId="478"/>
          <ac:spMkLst>
            <pc:docMk/>
            <pc:sldMk cId="3769588651" sldId="273"/>
            <ac:spMk id="27" creationId="{DBDA6CD4-3941-B869-5E54-88C9FD1CDD18}"/>
          </ac:spMkLst>
        </pc:spChg>
        <pc:spChg chg="mod">
          <ac:chgData name="xi sheng" userId="b3919e0d8ca6a452" providerId="LiveId" clId="{58F9C1FB-264A-41AC-8D1F-C26EC8DA3561}" dt="2023-12-31T06:43:16.934" v="545" actId="1076"/>
          <ac:spMkLst>
            <pc:docMk/>
            <pc:sldMk cId="3769588651" sldId="273"/>
            <ac:spMk id="46" creationId="{00000000-0000-0000-0000-000000000000}"/>
          </ac:spMkLst>
        </pc:spChg>
        <pc:picChg chg="mod">
          <ac:chgData name="xi sheng" userId="b3919e0d8ca6a452" providerId="LiveId" clId="{58F9C1FB-264A-41AC-8D1F-C26EC8DA3561}" dt="2023-12-31T06:43:07.934" v="544" actId="14826"/>
          <ac:picMkLst>
            <pc:docMk/>
            <pc:sldMk cId="3769588651" sldId="273"/>
            <ac:picMk id="11" creationId="{00000000-0000-0000-0000-000000000000}"/>
          </ac:picMkLst>
        </pc:picChg>
        <pc:cxnChg chg="add mod">
          <ac:chgData name="xi sheng" userId="b3919e0d8ca6a452" providerId="LiveId" clId="{58F9C1FB-264A-41AC-8D1F-C26EC8DA3561}" dt="2024-01-05T05:51:24.611" v="1048"/>
          <ac:cxnSpMkLst>
            <pc:docMk/>
            <pc:sldMk cId="3769588651" sldId="273"/>
            <ac:cxnSpMk id="3" creationId="{BB6C7DE8-4BE8-A87C-8D78-651D1E75AB2A}"/>
          </ac:cxnSpMkLst>
        </pc:cxnChg>
        <pc:cxnChg chg="del">
          <ac:chgData name="xi sheng" userId="b3919e0d8ca6a452" providerId="LiveId" clId="{58F9C1FB-264A-41AC-8D1F-C26EC8DA3561}" dt="2024-01-05T05:51:24.117" v="1047" actId="478"/>
          <ac:cxnSpMkLst>
            <pc:docMk/>
            <pc:sldMk cId="3769588651" sldId="273"/>
            <ac:cxnSpMk id="24" creationId="{4D839708-1125-5FD8-0D6D-1FC7BB165308}"/>
          </ac:cxnSpMkLst>
        </pc:cxnChg>
      </pc:sldChg>
      <pc:sldChg chg="addSp delSp modSp add mod">
        <pc:chgData name="xi sheng" userId="b3919e0d8ca6a452" providerId="LiveId" clId="{58F9C1FB-264A-41AC-8D1F-C26EC8DA3561}" dt="2024-01-05T05:54:49.472" v="1076" actId="207"/>
        <pc:sldMkLst>
          <pc:docMk/>
          <pc:sldMk cId="2072254960" sldId="274"/>
        </pc:sldMkLst>
        <pc:spChg chg="add mod">
          <ac:chgData name="xi sheng" userId="b3919e0d8ca6a452" providerId="LiveId" clId="{58F9C1FB-264A-41AC-8D1F-C26EC8DA3561}" dt="2024-01-05T05:51:30.066" v="1050"/>
          <ac:spMkLst>
            <pc:docMk/>
            <pc:sldMk cId="2072254960" sldId="274"/>
            <ac:spMk id="2" creationId="{8FA58C12-0E44-B17B-CD85-36E9785060DC}"/>
          </ac:spMkLst>
        </pc:spChg>
        <pc:spChg chg="add mod">
          <ac:chgData name="xi sheng" userId="b3919e0d8ca6a452" providerId="LiveId" clId="{58F9C1FB-264A-41AC-8D1F-C26EC8DA3561}" dt="2024-01-05T05:51:30.066" v="1050"/>
          <ac:spMkLst>
            <pc:docMk/>
            <pc:sldMk cId="2072254960" sldId="274"/>
            <ac:spMk id="7" creationId="{204A91FB-38D4-0485-1E37-48F7F47DC7FD}"/>
          </ac:spMkLst>
        </pc:spChg>
        <pc:spChg chg="mod">
          <ac:chgData name="xi sheng" userId="b3919e0d8ca6a452" providerId="LiveId" clId="{58F9C1FB-264A-41AC-8D1F-C26EC8DA3561}" dt="2024-01-05T05:54:49.472" v="1076" actId="207"/>
          <ac:spMkLst>
            <pc:docMk/>
            <pc:sldMk cId="2072254960" sldId="274"/>
            <ac:spMk id="8" creationId="{00000000-0000-0000-0000-000000000000}"/>
          </ac:spMkLst>
        </pc:spChg>
        <pc:spChg chg="mod">
          <ac:chgData name="xi sheng" userId="b3919e0d8ca6a452" providerId="LiveId" clId="{58F9C1FB-264A-41AC-8D1F-C26EC8DA3561}" dt="2023-12-31T06:43:31.619" v="550"/>
          <ac:spMkLst>
            <pc:docMk/>
            <pc:sldMk cId="2072254960" sldId="274"/>
            <ac:spMk id="16" creationId="{00000000-0000-0000-0000-000000000000}"/>
          </ac:spMkLst>
        </pc:spChg>
        <pc:spChg chg="del">
          <ac:chgData name="xi sheng" userId="b3919e0d8ca6a452" providerId="LiveId" clId="{58F9C1FB-264A-41AC-8D1F-C26EC8DA3561}" dt="2024-01-05T05:51:29.669" v="1049" actId="478"/>
          <ac:spMkLst>
            <pc:docMk/>
            <pc:sldMk cId="2072254960" sldId="274"/>
            <ac:spMk id="23" creationId="{B3CE1FA6-21EE-0759-ADF3-129EC7175F2E}"/>
          </ac:spMkLst>
        </pc:spChg>
        <pc:spChg chg="del">
          <ac:chgData name="xi sheng" userId="b3919e0d8ca6a452" providerId="LiveId" clId="{58F9C1FB-264A-41AC-8D1F-C26EC8DA3561}" dt="2024-01-05T05:51:29.669" v="1049" actId="478"/>
          <ac:spMkLst>
            <pc:docMk/>
            <pc:sldMk cId="2072254960" sldId="274"/>
            <ac:spMk id="27" creationId="{DBDA6CD4-3941-B869-5E54-88C9FD1CDD18}"/>
          </ac:spMkLst>
        </pc:spChg>
        <pc:spChg chg="mod">
          <ac:chgData name="xi sheng" userId="b3919e0d8ca6a452" providerId="LiveId" clId="{58F9C1FB-264A-41AC-8D1F-C26EC8DA3561}" dt="2023-12-31T06:45:03.267" v="612" actId="1076"/>
          <ac:spMkLst>
            <pc:docMk/>
            <pc:sldMk cId="2072254960" sldId="274"/>
            <ac:spMk id="46" creationId="{00000000-0000-0000-0000-000000000000}"/>
          </ac:spMkLst>
        </pc:spChg>
        <pc:picChg chg="mod">
          <ac:chgData name="xi sheng" userId="b3919e0d8ca6a452" providerId="LiveId" clId="{58F9C1FB-264A-41AC-8D1F-C26EC8DA3561}" dt="2023-12-31T06:43:50.758" v="551" actId="14826"/>
          <ac:picMkLst>
            <pc:docMk/>
            <pc:sldMk cId="2072254960" sldId="274"/>
            <ac:picMk id="11" creationId="{00000000-0000-0000-0000-000000000000}"/>
          </ac:picMkLst>
        </pc:picChg>
        <pc:cxnChg chg="add mod">
          <ac:chgData name="xi sheng" userId="b3919e0d8ca6a452" providerId="LiveId" clId="{58F9C1FB-264A-41AC-8D1F-C26EC8DA3561}" dt="2024-01-05T05:51:30.066" v="1050"/>
          <ac:cxnSpMkLst>
            <pc:docMk/>
            <pc:sldMk cId="2072254960" sldId="274"/>
            <ac:cxnSpMk id="3" creationId="{7F1F2873-D10A-868A-2C0D-0DAD7572DE93}"/>
          </ac:cxnSpMkLst>
        </pc:cxnChg>
        <pc:cxnChg chg="del">
          <ac:chgData name="xi sheng" userId="b3919e0d8ca6a452" providerId="LiveId" clId="{58F9C1FB-264A-41AC-8D1F-C26EC8DA3561}" dt="2024-01-05T05:51:29.669" v="1049" actId="478"/>
          <ac:cxnSpMkLst>
            <pc:docMk/>
            <pc:sldMk cId="2072254960" sldId="274"/>
            <ac:cxnSpMk id="24" creationId="{4D839708-1125-5FD8-0D6D-1FC7BB165308}"/>
          </ac:cxnSpMkLst>
        </pc:cxnChg>
      </pc:sldChg>
      <pc:sldMasterChg chg="setBg modSldLayout">
        <pc:chgData name="xi sheng" userId="b3919e0d8ca6a452" providerId="LiveId" clId="{58F9C1FB-264A-41AC-8D1F-C26EC8DA3561}" dt="2023-12-31T06:11:24.399" v="245"/>
        <pc:sldMasterMkLst>
          <pc:docMk/>
          <pc:sldMasterMk cId="0" sldId="2147483648"/>
        </pc:sldMasterMkLst>
        <pc:sldLayoutChg chg="setBg">
          <pc:chgData name="xi sheng" userId="b3919e0d8ca6a452" providerId="LiveId" clId="{58F9C1FB-264A-41AC-8D1F-C26EC8DA3561}" dt="2023-12-31T06:11:24.399" v="245"/>
          <pc:sldLayoutMkLst>
            <pc:docMk/>
            <pc:sldMasterMk cId="0" sldId="2147483648"/>
            <pc:sldLayoutMk cId="0" sldId="2147483649"/>
          </pc:sldLayoutMkLst>
        </pc:sldLayoutChg>
        <pc:sldLayoutChg chg="setBg">
          <pc:chgData name="xi sheng" userId="b3919e0d8ca6a452" providerId="LiveId" clId="{58F9C1FB-264A-41AC-8D1F-C26EC8DA3561}" dt="2023-12-31T06:11:24.399" v="245"/>
          <pc:sldLayoutMkLst>
            <pc:docMk/>
            <pc:sldMasterMk cId="0" sldId="2147483648"/>
            <pc:sldLayoutMk cId="0" sldId="2147483650"/>
          </pc:sldLayoutMkLst>
        </pc:sldLayoutChg>
        <pc:sldLayoutChg chg="setBg">
          <pc:chgData name="xi sheng" userId="b3919e0d8ca6a452" providerId="LiveId" clId="{58F9C1FB-264A-41AC-8D1F-C26EC8DA3561}" dt="2023-12-31T06:11:24.399" v="245"/>
          <pc:sldLayoutMkLst>
            <pc:docMk/>
            <pc:sldMasterMk cId="0" sldId="2147483648"/>
            <pc:sldLayoutMk cId="0" sldId="2147483651"/>
          </pc:sldLayoutMkLst>
        </pc:sldLayoutChg>
        <pc:sldLayoutChg chg="setBg">
          <pc:chgData name="xi sheng" userId="b3919e0d8ca6a452" providerId="LiveId" clId="{58F9C1FB-264A-41AC-8D1F-C26EC8DA3561}" dt="2023-12-31T06:11:24.399" v="245"/>
          <pc:sldLayoutMkLst>
            <pc:docMk/>
            <pc:sldMasterMk cId="0" sldId="2147483648"/>
            <pc:sldLayoutMk cId="0" sldId="2147483652"/>
          </pc:sldLayoutMkLst>
        </pc:sldLayoutChg>
        <pc:sldLayoutChg chg="setBg">
          <pc:chgData name="xi sheng" userId="b3919e0d8ca6a452" providerId="LiveId" clId="{58F9C1FB-264A-41AC-8D1F-C26EC8DA3561}" dt="2023-12-31T06:11:24.399" v="245"/>
          <pc:sldLayoutMkLst>
            <pc:docMk/>
            <pc:sldMasterMk cId="0" sldId="2147483648"/>
            <pc:sldLayoutMk cId="0" sldId="2147483653"/>
          </pc:sldLayoutMkLst>
        </pc:sldLayoutChg>
        <pc:sldLayoutChg chg="setBg">
          <pc:chgData name="xi sheng" userId="b3919e0d8ca6a452" providerId="LiveId" clId="{58F9C1FB-264A-41AC-8D1F-C26EC8DA3561}" dt="2023-12-31T06:11:24.399" v="245"/>
          <pc:sldLayoutMkLst>
            <pc:docMk/>
            <pc:sldMasterMk cId="0" sldId="2147483648"/>
            <pc:sldLayoutMk cId="0" sldId="2147483654"/>
          </pc:sldLayoutMkLst>
        </pc:sldLayoutChg>
        <pc:sldLayoutChg chg="setBg">
          <pc:chgData name="xi sheng" userId="b3919e0d8ca6a452" providerId="LiveId" clId="{58F9C1FB-264A-41AC-8D1F-C26EC8DA3561}" dt="2023-12-31T06:11:24.399" v="245"/>
          <pc:sldLayoutMkLst>
            <pc:docMk/>
            <pc:sldMasterMk cId="0" sldId="2147483648"/>
            <pc:sldLayoutMk cId="0" sldId="2147483655"/>
          </pc:sldLayoutMkLst>
        </pc:sldLayoutChg>
        <pc:sldLayoutChg chg="setBg">
          <pc:chgData name="xi sheng" userId="b3919e0d8ca6a452" providerId="LiveId" clId="{58F9C1FB-264A-41AC-8D1F-C26EC8DA3561}" dt="2023-12-31T06:11:24.399" v="245"/>
          <pc:sldLayoutMkLst>
            <pc:docMk/>
            <pc:sldMasterMk cId="0" sldId="2147483648"/>
            <pc:sldLayoutMk cId="0" sldId="2147483656"/>
          </pc:sldLayoutMkLst>
        </pc:sldLayoutChg>
        <pc:sldLayoutChg chg="setBg">
          <pc:chgData name="xi sheng" userId="b3919e0d8ca6a452" providerId="LiveId" clId="{58F9C1FB-264A-41AC-8D1F-C26EC8DA3561}" dt="2023-12-31T06:11:24.399" v="245"/>
          <pc:sldLayoutMkLst>
            <pc:docMk/>
            <pc:sldMasterMk cId="0" sldId="2147483648"/>
            <pc:sldLayoutMk cId="0" sldId="2147483657"/>
          </pc:sldLayoutMkLst>
        </pc:sldLayoutChg>
        <pc:sldLayoutChg chg="setBg">
          <pc:chgData name="xi sheng" userId="b3919e0d8ca6a452" providerId="LiveId" clId="{58F9C1FB-264A-41AC-8D1F-C26EC8DA3561}" dt="2023-12-31T06:11:24.399" v="245"/>
          <pc:sldLayoutMkLst>
            <pc:docMk/>
            <pc:sldMasterMk cId="0" sldId="2147483648"/>
            <pc:sldLayoutMk cId="0" sldId="2147483658"/>
          </pc:sldLayoutMkLst>
        </pc:sldLayoutChg>
        <pc:sldLayoutChg chg="setBg">
          <pc:chgData name="xi sheng" userId="b3919e0d8ca6a452" providerId="LiveId" clId="{58F9C1FB-264A-41AC-8D1F-C26EC8DA3561}" dt="2023-12-31T06:11:24.399" v="245"/>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509443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598125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0000"/>
            <a:lum/>
          </a:blip>
          <a:srcRect/>
          <a:stretch>
            <a:fillRect l="-3000" r="-3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2024/1/5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2.png"/><Relationship Id="rId2" Type="http://schemas.openxmlformats.org/officeDocument/2006/relationships/slideLayout" Target="../slideLayouts/slideLayout1.xml"/><Relationship Id="rId1" Type="http://schemas.openxmlformats.org/officeDocument/2006/relationships/tags" Target="../tags/tag3.xml"/><Relationship Id="rId6" Type="http://schemas.microsoft.com/office/2007/relationships/hdphoto" Target="../media/hdphoto1.wdp"/><Relationship Id="rId5" Type="http://schemas.openxmlformats.org/officeDocument/2006/relationships/image" Target="../media/image11.png"/><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F1D466BD-38D3-E396-8340-78AE5F41824D}"/>
              </a:ext>
            </a:extLst>
          </p:cNvPr>
          <p:cNvSpPr/>
          <p:nvPr/>
        </p:nvSpPr>
        <p:spPr>
          <a:xfrm>
            <a:off x="4707750" y="4217530"/>
            <a:ext cx="2899410" cy="412750"/>
          </a:xfrm>
          <a:prstGeom prst="rect">
            <a:avLst/>
          </a:prstGeom>
          <a:solidFill>
            <a:schemeClr val="tx2">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ED399405-3CFC-3A63-2E35-336924B1C365}"/>
              </a:ext>
            </a:extLst>
          </p:cNvPr>
          <p:cNvSpPr/>
          <p:nvPr/>
        </p:nvSpPr>
        <p:spPr>
          <a:xfrm>
            <a:off x="1562101" y="2378529"/>
            <a:ext cx="9503228" cy="1749221"/>
          </a:xfrm>
          <a:prstGeom prst="rect">
            <a:avLst/>
          </a:prstGeom>
          <a:solidFill>
            <a:srgbClr val="151515"/>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23" name="直接连接符 22">
            <a:extLst>
              <a:ext uri="{FF2B5EF4-FFF2-40B4-BE49-F238E27FC236}">
                <a16:creationId xmlns:a16="http://schemas.microsoft.com/office/drawing/2014/main" id="{8469F3A0-20D0-467D-DA34-FFE0DC3A7808}"/>
              </a:ext>
            </a:extLst>
          </p:cNvPr>
          <p:cNvCxnSpPr>
            <a:cxnSpLocks/>
          </p:cNvCxnSpPr>
          <p:nvPr/>
        </p:nvCxnSpPr>
        <p:spPr>
          <a:xfrm>
            <a:off x="1673134" y="3967754"/>
            <a:ext cx="1456509"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p:nvPr>
        </p:nvSpPr>
        <p:spPr>
          <a:xfrm>
            <a:off x="126248" y="304800"/>
            <a:ext cx="2339366" cy="919942"/>
          </a:xfrm>
        </p:spPr>
        <p:txBody>
          <a:bodyPr>
            <a:normAutofit fontScale="90000"/>
          </a:bodyPr>
          <a:lstStyle/>
          <a:p>
            <a:pPr algn="l"/>
            <a:r>
              <a:rPr lang="en-US" altLang="zh-CN" sz="3600" dirty="0">
                <a:latin typeface="Arial Narrow" panose="020B0606020202030204" pitchFamily="34" charset="0"/>
                <a:cs typeface="Novecento wide Bold" panose="00000805000000000000" charset="0"/>
              </a:rPr>
              <a:t>TONGJI</a:t>
            </a:r>
            <a:br>
              <a:rPr lang="en-US" altLang="zh-CN" sz="2800" dirty="0">
                <a:latin typeface="Arial Narrow" panose="020B0606020202030204" pitchFamily="34" charset="0"/>
                <a:cs typeface="Novecento wide Bold" panose="00000805000000000000" charset="0"/>
              </a:rPr>
            </a:br>
            <a:r>
              <a:rPr lang="en-US" altLang="zh-CN" sz="2800" dirty="0">
                <a:latin typeface="Arial Narrow" panose="020B0606020202030204" pitchFamily="34" charset="0"/>
                <a:cs typeface="Novecento wide Bold" panose="00000805000000000000" charset="0"/>
              </a:rPr>
              <a:t>         </a:t>
            </a:r>
            <a:r>
              <a:rPr lang="en-US" altLang="zh-CN" sz="3100" dirty="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sp>
        <p:nvSpPr>
          <p:cNvPr id="4" name="矩形 3"/>
          <p:cNvSpPr/>
          <p:nvPr/>
        </p:nvSpPr>
        <p:spPr>
          <a:xfrm>
            <a:off x="11238230" y="6203950"/>
            <a:ext cx="342900" cy="755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 name="文本框 4"/>
          <p:cNvSpPr txBox="1"/>
          <p:nvPr/>
        </p:nvSpPr>
        <p:spPr>
          <a:xfrm>
            <a:off x="1796045" y="2468309"/>
            <a:ext cx="8722821" cy="1569660"/>
          </a:xfrm>
          <a:prstGeom prst="rect">
            <a:avLst/>
          </a:prstGeom>
          <a:noFill/>
        </p:spPr>
        <p:txBody>
          <a:bodyPr wrap="square" rtlCol="0">
            <a:spAutoFit/>
          </a:bodyPr>
          <a:lstStyle/>
          <a:p>
            <a:pPr algn="ctr">
              <a:spcBef>
                <a:spcPts val="1200"/>
              </a:spcBef>
              <a:spcAft>
                <a:spcPts val="300"/>
              </a:spcAft>
            </a:pPr>
            <a:r>
              <a:rPr lang="zh-CN" altLang="zh-CN" sz="4800" dirty="0">
                <a:solidFill>
                  <a:schemeClr val="bg1"/>
                </a:solidFill>
                <a:ea typeface="Source Han Sans Heavy" panose="020B0A00000000000000" charset="-122"/>
              </a:rPr>
              <a:t>《流浪地球》电影中行星发动机喷口温度的估算</a:t>
            </a:r>
          </a:p>
        </p:txBody>
      </p:sp>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algn="ctr"/>
            <a:r>
              <a:rPr lang="en-US" altLang="zh-CN" sz="500">
                <a:solidFill>
                  <a:schemeClr val="tx1">
                    <a:alpha val="2000"/>
                  </a:schemeClr>
                </a:solidFill>
                <a:latin typeface="Novecento wide Bold" panose="00000805000000000000" charset="0"/>
                <a:cs typeface="Novecento wide Bold" panose="00000805000000000000" charset="0"/>
              </a:rPr>
              <a:t>rhodeskesi</a:t>
            </a:r>
          </a:p>
        </p:txBody>
      </p:sp>
      <p:cxnSp>
        <p:nvCxnSpPr>
          <p:cNvPr id="10" name="直接连接符 9">
            <a:extLst>
              <a:ext uri="{FF2B5EF4-FFF2-40B4-BE49-F238E27FC236}">
                <a16:creationId xmlns:a16="http://schemas.microsoft.com/office/drawing/2014/main" id="{8BACD7D9-248C-3333-5935-69E88619EAF1}"/>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42CEB50A-541F-1A0C-C806-BBB9DE52E819}"/>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副标题 20">
            <a:extLst>
              <a:ext uri="{FF2B5EF4-FFF2-40B4-BE49-F238E27FC236}">
                <a16:creationId xmlns:a16="http://schemas.microsoft.com/office/drawing/2014/main" id="{6E934C00-9886-8959-C7AF-1D65A7BFFDE8}"/>
              </a:ext>
            </a:extLst>
          </p:cNvPr>
          <p:cNvSpPr>
            <a:spLocks noGrp="1"/>
          </p:cNvSpPr>
          <p:nvPr>
            <p:ph type="subTitle" idx="1"/>
          </p:nvPr>
        </p:nvSpPr>
        <p:spPr>
          <a:xfrm>
            <a:off x="1524000" y="4217530"/>
            <a:ext cx="9144000" cy="1655762"/>
          </a:xfrm>
        </p:spPr>
        <p:txBody>
          <a:bodyPr/>
          <a:lstStyle/>
          <a:p>
            <a:r>
              <a:rPr lang="zh-CN" altLang="en-US" dirty="0"/>
              <a:t>盛曦 </a:t>
            </a:r>
            <a:r>
              <a:rPr lang="en-US" altLang="zh-CN" dirty="0"/>
              <a:t>2350222</a:t>
            </a:r>
            <a:endParaRPr lang="zh-CN" altLang="en-US" dirty="0"/>
          </a:p>
        </p:txBody>
      </p:sp>
      <p:cxnSp>
        <p:nvCxnSpPr>
          <p:cNvPr id="26" name="直接连接符 25">
            <a:extLst>
              <a:ext uri="{FF2B5EF4-FFF2-40B4-BE49-F238E27FC236}">
                <a16:creationId xmlns:a16="http://schemas.microsoft.com/office/drawing/2014/main" id="{F49CC213-77A9-2188-8B74-29FD3C95DB7E}"/>
              </a:ext>
            </a:extLst>
          </p:cNvPr>
          <p:cNvCxnSpPr>
            <a:cxnSpLocks/>
          </p:cNvCxnSpPr>
          <p:nvPr/>
        </p:nvCxnSpPr>
        <p:spPr>
          <a:xfrm flipH="1">
            <a:off x="2876204" y="4011297"/>
            <a:ext cx="760367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429691C0-2C54-3B43-4EDF-D5ECF62D270E}"/>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0" y="-49875"/>
            <a:ext cx="12192000" cy="6977147"/>
          </a:xfrm>
          <a:prstGeom prst="rect">
            <a:avLst/>
          </a:prstGeom>
          <a:effectLst>
            <a:softEdge rad="317500"/>
          </a:effectLst>
        </p:spPr>
      </p:pic>
      <p:sp>
        <p:nvSpPr>
          <p:cNvPr id="2" name="标题 1"/>
          <p:cNvSpPr>
            <a:spLocks noGrp="1"/>
          </p:cNvSpPr>
          <p:nvPr>
            <p:ph type="ctrTitle"/>
          </p:nvPr>
        </p:nvSpPr>
        <p:spPr>
          <a:xfrm>
            <a:off x="344805" y="2457450"/>
            <a:ext cx="2640330" cy="1202690"/>
          </a:xfrm>
        </p:spPr>
        <p:txBody>
          <a:bodyPr/>
          <a:lstStyle/>
          <a:p>
            <a:r>
              <a:rPr lang="zh-CN" altLang="en-US" sz="4000" dirty="0">
                <a:solidFill>
                  <a:schemeClr val="accent3">
                    <a:lumMod val="40000"/>
                    <a:lumOff val="60000"/>
                  </a:schemeClr>
                </a:solidFill>
                <a:latin typeface="Novecento wide Bold" panose="00000805000000000000" charset="0"/>
                <a:cs typeface="Novecento wide Bold" panose="00000805000000000000" charset="0"/>
              </a:rPr>
              <a:t>目录</a:t>
            </a:r>
            <a:br>
              <a:rPr lang="en-US" altLang="zh-CN" sz="2800" dirty="0">
                <a:latin typeface="Novecento wide Medium" panose="00000605000000000000" charset="0"/>
                <a:cs typeface="Novecento wide Medium" panose="00000605000000000000" charset="0"/>
              </a:rPr>
            </a:br>
            <a:r>
              <a:rPr lang="en-US" altLang="zh-CN" sz="2000" dirty="0">
                <a:solidFill>
                  <a:schemeClr val="accent3">
                    <a:lumMod val="40000"/>
                    <a:lumOff val="60000"/>
                  </a:schemeClr>
                </a:solidFill>
                <a:latin typeface="Novecento wide Medium" panose="00000605000000000000" charset="0"/>
                <a:cs typeface="Novecento wide Medium" panose="00000605000000000000" charset="0"/>
              </a:rPr>
              <a:t>CONTENT</a:t>
            </a:r>
            <a:endParaRPr lang="en-US" altLang="zh-CN" sz="2000" dirty="0">
              <a:solidFill>
                <a:schemeClr val="accent3">
                  <a:lumMod val="40000"/>
                  <a:lumOff val="60000"/>
                </a:schemeClr>
              </a:solidFill>
              <a:latin typeface="Novecento wide Bold" panose="00000805000000000000" charset="0"/>
              <a:cs typeface="Novecento wide Bold" panose="00000805000000000000" charset="0"/>
            </a:endParaRPr>
          </a:p>
        </p:txBody>
      </p:sp>
      <p:sp>
        <p:nvSpPr>
          <p:cNvPr id="4" name="矩形 3"/>
          <p:cNvSpPr/>
          <p:nvPr/>
        </p:nvSpPr>
        <p:spPr>
          <a:xfrm>
            <a:off x="11238230" y="6203950"/>
            <a:ext cx="342900" cy="755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 name="文本框 9"/>
          <p:cNvSpPr txBox="1"/>
          <p:nvPr/>
        </p:nvSpPr>
        <p:spPr>
          <a:xfrm>
            <a:off x="6506960" y="3058795"/>
            <a:ext cx="1985010" cy="368300"/>
          </a:xfrm>
          <a:prstGeom prst="rect">
            <a:avLst/>
          </a:prstGeom>
          <a:noFill/>
        </p:spPr>
        <p:txBody>
          <a:bodyPr wrap="square" rtlCol="0">
            <a:spAutoFit/>
          </a:bodyPr>
          <a:lstStyle/>
          <a:p>
            <a:pPr algn="ctr"/>
            <a:r>
              <a:rPr lang="zh-CN" altLang="en-US" dirty="0">
                <a:solidFill>
                  <a:schemeClr val="bg1"/>
                </a:solidFill>
                <a:latin typeface="思源黑体"/>
                <a:ea typeface="Source Han Sans Heavy" panose="020B0A00000000000000" charset="-122"/>
              </a:rPr>
              <a:t>研究过程</a:t>
            </a:r>
          </a:p>
        </p:txBody>
      </p:sp>
      <p:sp>
        <p:nvSpPr>
          <p:cNvPr id="11" name="矩形 10"/>
          <p:cNvSpPr/>
          <p:nvPr/>
        </p:nvSpPr>
        <p:spPr>
          <a:xfrm>
            <a:off x="2908935" y="3496945"/>
            <a:ext cx="76200" cy="76200"/>
          </a:xfrm>
          <a:prstGeom prst="rect">
            <a:avLst/>
          </a:prstGeom>
          <a:solidFill>
            <a:schemeClr val="bg1">
              <a:alpha val="57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 name="矩形 11"/>
          <p:cNvSpPr/>
          <p:nvPr/>
        </p:nvSpPr>
        <p:spPr>
          <a:xfrm>
            <a:off x="562610" y="3496945"/>
            <a:ext cx="76200" cy="76200"/>
          </a:xfrm>
          <a:prstGeom prst="rect">
            <a:avLst/>
          </a:prstGeom>
          <a:solidFill>
            <a:schemeClr val="bg1">
              <a:alpha val="57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3" name="矩形 12"/>
          <p:cNvSpPr/>
          <p:nvPr/>
        </p:nvSpPr>
        <p:spPr>
          <a:xfrm>
            <a:off x="562610" y="2875915"/>
            <a:ext cx="76200" cy="76200"/>
          </a:xfrm>
          <a:prstGeom prst="rect">
            <a:avLst/>
          </a:prstGeom>
          <a:solidFill>
            <a:schemeClr val="bg1">
              <a:alpha val="57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algn="ctr"/>
            <a:r>
              <a:rPr lang="en-US" altLang="zh-CN" sz="500">
                <a:solidFill>
                  <a:schemeClr val="tx1">
                    <a:alpha val="2000"/>
                  </a:schemeClr>
                </a:solidFill>
                <a:latin typeface="Novecento wide Bold" panose="00000805000000000000" charset="0"/>
                <a:cs typeface="Novecento wide Bold" panose="00000805000000000000" charset="0"/>
              </a:rPr>
              <a:t>rhodeskesi</a:t>
            </a:r>
          </a:p>
        </p:txBody>
      </p:sp>
      <p:sp>
        <p:nvSpPr>
          <p:cNvPr id="19" name="矩形 18">
            <a:extLst>
              <a:ext uri="{FF2B5EF4-FFF2-40B4-BE49-F238E27FC236}">
                <a16:creationId xmlns:a16="http://schemas.microsoft.com/office/drawing/2014/main" id="{022FFB6E-9DB1-D702-3366-0C10BF8422FF}"/>
              </a:ext>
            </a:extLst>
          </p:cNvPr>
          <p:cNvSpPr/>
          <p:nvPr/>
        </p:nvSpPr>
        <p:spPr>
          <a:xfrm>
            <a:off x="6299517" y="1015193"/>
            <a:ext cx="239395" cy="9785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2A22D197-A070-D1AA-B955-35AD0D60DAB2}"/>
              </a:ext>
            </a:extLst>
          </p:cNvPr>
          <p:cNvSpPr/>
          <p:nvPr/>
        </p:nvSpPr>
        <p:spPr>
          <a:xfrm>
            <a:off x="6299517" y="2681605"/>
            <a:ext cx="239395" cy="9785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0D51E507-8A86-53A4-99AD-0291A2DBCDDA}"/>
              </a:ext>
            </a:extLst>
          </p:cNvPr>
          <p:cNvSpPr/>
          <p:nvPr/>
        </p:nvSpPr>
        <p:spPr>
          <a:xfrm>
            <a:off x="6016307" y="3105785"/>
            <a:ext cx="142875" cy="142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CE7146E2-8532-32A3-4373-CFE4CFB46E4E}"/>
              </a:ext>
            </a:extLst>
          </p:cNvPr>
          <p:cNvSpPr/>
          <p:nvPr/>
        </p:nvSpPr>
        <p:spPr>
          <a:xfrm>
            <a:off x="6299517" y="4375005"/>
            <a:ext cx="239395" cy="9785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9247BBA2-8334-5187-6207-C7B7BED0C1CB}"/>
              </a:ext>
            </a:extLst>
          </p:cNvPr>
          <p:cNvSpPr/>
          <p:nvPr/>
        </p:nvSpPr>
        <p:spPr>
          <a:xfrm>
            <a:off x="6016307" y="4799185"/>
            <a:ext cx="142875" cy="142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a:extLst>
              <a:ext uri="{FF2B5EF4-FFF2-40B4-BE49-F238E27FC236}">
                <a16:creationId xmlns:a16="http://schemas.microsoft.com/office/drawing/2014/main" id="{71844AC8-167E-A0B4-FCE8-E485211634E7}"/>
              </a:ext>
            </a:extLst>
          </p:cNvPr>
          <p:cNvCxnSpPr/>
          <p:nvPr/>
        </p:nvCxnSpPr>
        <p:spPr>
          <a:xfrm>
            <a:off x="6332855" y="3746500"/>
            <a:ext cx="5911850" cy="0"/>
          </a:xfrm>
          <a:prstGeom prst="line">
            <a:avLst/>
          </a:prstGeom>
          <a:solidFill>
            <a:schemeClr val="bg1"/>
          </a:solid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747FE58-1830-220D-D224-CC11D176ECA8}"/>
              </a:ext>
            </a:extLst>
          </p:cNvPr>
          <p:cNvCxnSpPr/>
          <p:nvPr/>
        </p:nvCxnSpPr>
        <p:spPr>
          <a:xfrm>
            <a:off x="6332855" y="5447578"/>
            <a:ext cx="5911850" cy="0"/>
          </a:xfrm>
          <a:prstGeom prst="line">
            <a:avLst/>
          </a:prstGeom>
          <a:solidFill>
            <a:schemeClr val="bg1"/>
          </a:solid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29362F80-6FF7-04D1-B9C7-3B22722D10D3}"/>
              </a:ext>
            </a:extLst>
          </p:cNvPr>
          <p:cNvCxnSpPr/>
          <p:nvPr/>
        </p:nvCxnSpPr>
        <p:spPr>
          <a:xfrm>
            <a:off x="6332855" y="2077433"/>
            <a:ext cx="5911850" cy="0"/>
          </a:xfrm>
          <a:prstGeom prst="line">
            <a:avLst/>
          </a:prstGeom>
          <a:solidFill>
            <a:schemeClr val="bg1"/>
          </a:solidFill>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76E4EA24-C50C-8CB4-9AF3-4BB91A748BE7}"/>
              </a:ext>
            </a:extLst>
          </p:cNvPr>
          <p:cNvSpPr txBox="1"/>
          <p:nvPr/>
        </p:nvSpPr>
        <p:spPr>
          <a:xfrm>
            <a:off x="6506960" y="4848109"/>
            <a:ext cx="1985010" cy="368300"/>
          </a:xfrm>
          <a:prstGeom prst="rect">
            <a:avLst/>
          </a:prstGeom>
          <a:noFill/>
        </p:spPr>
        <p:txBody>
          <a:bodyPr wrap="square" rtlCol="0">
            <a:spAutoFit/>
          </a:bodyPr>
          <a:lstStyle/>
          <a:p>
            <a:pPr algn="ctr"/>
            <a:r>
              <a:rPr lang="zh-CN" altLang="en-US" dirty="0">
                <a:solidFill>
                  <a:schemeClr val="bg1"/>
                </a:solidFill>
                <a:latin typeface="思源黑体"/>
                <a:ea typeface="Source Han Sans Heavy" panose="020B0A00000000000000" charset="-122"/>
              </a:rPr>
              <a:t>总结反思</a:t>
            </a:r>
          </a:p>
        </p:txBody>
      </p:sp>
      <p:sp>
        <p:nvSpPr>
          <p:cNvPr id="42" name="文本框 41">
            <a:extLst>
              <a:ext uri="{FF2B5EF4-FFF2-40B4-BE49-F238E27FC236}">
                <a16:creationId xmlns:a16="http://schemas.microsoft.com/office/drawing/2014/main" id="{7CF23F2B-3364-8467-5B40-A72190954A36}"/>
              </a:ext>
            </a:extLst>
          </p:cNvPr>
          <p:cNvSpPr txBox="1"/>
          <p:nvPr/>
        </p:nvSpPr>
        <p:spPr>
          <a:xfrm>
            <a:off x="6506960" y="1376553"/>
            <a:ext cx="1985010" cy="368300"/>
          </a:xfrm>
          <a:prstGeom prst="rect">
            <a:avLst/>
          </a:prstGeom>
          <a:noFill/>
        </p:spPr>
        <p:txBody>
          <a:bodyPr wrap="square" rtlCol="0">
            <a:spAutoFit/>
          </a:bodyPr>
          <a:lstStyle/>
          <a:p>
            <a:pPr algn="ctr"/>
            <a:r>
              <a:rPr lang="zh-CN" altLang="en-US" dirty="0">
                <a:solidFill>
                  <a:schemeClr val="bg1"/>
                </a:solidFill>
                <a:latin typeface="思源黑体"/>
                <a:ea typeface="Source Han Sans Heavy" panose="020B0A00000000000000" charset="-122"/>
              </a:rPr>
              <a:t>选题原因</a:t>
            </a:r>
          </a:p>
        </p:txBody>
      </p:sp>
      <p:sp>
        <p:nvSpPr>
          <p:cNvPr id="44" name="矩形 43">
            <a:extLst>
              <a:ext uri="{FF2B5EF4-FFF2-40B4-BE49-F238E27FC236}">
                <a16:creationId xmlns:a16="http://schemas.microsoft.com/office/drawing/2014/main" id="{950D564F-21A1-C878-7850-D111D699B8FF}"/>
              </a:ext>
            </a:extLst>
          </p:cNvPr>
          <p:cNvSpPr/>
          <p:nvPr/>
        </p:nvSpPr>
        <p:spPr>
          <a:xfrm>
            <a:off x="5985338" y="1433022"/>
            <a:ext cx="142875" cy="142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1">
            <a:extLst>
              <a:ext uri="{FF2B5EF4-FFF2-40B4-BE49-F238E27FC236}">
                <a16:creationId xmlns:a16="http://schemas.microsoft.com/office/drawing/2014/main" id="{A2B96A21-DBBD-56C6-8D53-E98E19824A1E}"/>
              </a:ext>
            </a:extLst>
          </p:cNvPr>
          <p:cNvSpPr txBox="1">
            <a:spLocks/>
          </p:cNvSpPr>
          <p:nvPr/>
        </p:nvSpPr>
        <p:spPr>
          <a:xfrm>
            <a:off x="126248" y="304800"/>
            <a:ext cx="2339366" cy="919942"/>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600">
                <a:latin typeface="Arial Narrow" panose="020B0606020202030204" pitchFamily="34" charset="0"/>
                <a:cs typeface="Novecento wide Bold" panose="00000805000000000000" charset="0"/>
              </a:rPr>
              <a:t>TONGJI</a:t>
            </a:r>
            <a:br>
              <a:rPr lang="en-US" altLang="zh-CN" sz="2800">
                <a:latin typeface="Arial Narrow" panose="020B0606020202030204" pitchFamily="34" charset="0"/>
                <a:cs typeface="Novecento wide Bold" panose="00000805000000000000" charset="0"/>
              </a:rPr>
            </a:br>
            <a:r>
              <a:rPr lang="en-US" altLang="zh-CN" sz="2800">
                <a:latin typeface="Arial Narrow" panose="020B0606020202030204" pitchFamily="34" charset="0"/>
                <a:cs typeface="Novecento wide Bold" panose="00000805000000000000" charset="0"/>
              </a:rPr>
              <a:t>         </a:t>
            </a:r>
            <a:r>
              <a:rPr lang="en-US" altLang="zh-CN" sz="310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5" name="直接连接符 4">
            <a:extLst>
              <a:ext uri="{FF2B5EF4-FFF2-40B4-BE49-F238E27FC236}">
                <a16:creationId xmlns:a16="http://schemas.microsoft.com/office/drawing/2014/main" id="{00587703-0A3F-D269-3B57-C65F3E56BB35}"/>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CD1A1780-13AC-8BE4-D6C6-966B8AE1F514}"/>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238230" y="6203950"/>
            <a:ext cx="342900" cy="755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 name="文本框 9"/>
          <p:cNvSpPr txBox="1"/>
          <p:nvPr/>
        </p:nvSpPr>
        <p:spPr>
          <a:xfrm>
            <a:off x="7399293" y="1857400"/>
            <a:ext cx="4661016" cy="3693319"/>
          </a:xfrm>
          <a:prstGeom prst="rect">
            <a:avLst/>
          </a:prstGeom>
          <a:noFill/>
        </p:spPr>
        <p:txBody>
          <a:bodyPr wrap="square" rtlCol="0">
            <a:spAutoFit/>
          </a:bodyPr>
          <a:lstStyle/>
          <a:p>
            <a:pPr marL="457200"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《流浪地球》</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地球已经远离了太阳，地表温度也低至零下八十摄氏度，远低于水的沸点，在这样的环境下，</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应该</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不会形成水循环，可是地表竟然还有降雪发生，这究竟是为什么呢？</a:t>
            </a:r>
          </a:p>
          <a:p>
            <a:pPr marL="457200"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因为</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地表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行星发动机在喷射大量的高温等离子流，这个温度足以让水蒸发。可是行星发动机是分散的，而地球自传停止，科里奥利力没有了，大气也流失了很多，在这种情况下远离行星发动机的地方也能发生降雪吗？</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457200"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我选择研究其中一个可能的影响因素：行星发动机喷口的温度。</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rcRect/>
          <a:stretch/>
        </p:blipFill>
        <p:spPr>
          <a:xfrm>
            <a:off x="390525" y="1638394"/>
            <a:ext cx="7703185" cy="4275267"/>
          </a:xfrm>
          <a:prstGeom prst="rect">
            <a:avLst/>
          </a:prstGeom>
          <a:effectLst>
            <a:softEdge rad="63500"/>
          </a:effectLst>
          <a:scene3d>
            <a:camera prst="perspectiveRight"/>
            <a:lightRig rig="threePt" dir="t"/>
          </a:scene3d>
        </p:spPr>
      </p:pic>
      <p:sp>
        <p:nvSpPr>
          <p:cNvPr id="11" name="矩形 10"/>
          <p:cNvSpPr/>
          <p:nvPr/>
        </p:nvSpPr>
        <p:spPr>
          <a:xfrm>
            <a:off x="7465695" y="5757545"/>
            <a:ext cx="76200" cy="76200"/>
          </a:xfrm>
          <a:prstGeom prst="rect">
            <a:avLst/>
          </a:prstGeom>
          <a:solidFill>
            <a:schemeClr val="dk1">
              <a:alpha val="57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 name="矩形 11"/>
          <p:cNvSpPr/>
          <p:nvPr/>
        </p:nvSpPr>
        <p:spPr>
          <a:xfrm>
            <a:off x="292100" y="6184265"/>
            <a:ext cx="76200" cy="76200"/>
          </a:xfrm>
          <a:prstGeom prst="rect">
            <a:avLst/>
          </a:prstGeom>
          <a:solidFill>
            <a:schemeClr val="dk1">
              <a:alpha val="57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3" name="矩形 12"/>
          <p:cNvSpPr/>
          <p:nvPr/>
        </p:nvSpPr>
        <p:spPr>
          <a:xfrm>
            <a:off x="292100" y="1306195"/>
            <a:ext cx="76200" cy="76200"/>
          </a:xfrm>
          <a:prstGeom prst="rect">
            <a:avLst/>
          </a:prstGeom>
          <a:solidFill>
            <a:schemeClr val="dk1">
              <a:alpha val="57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algn="ctr"/>
            <a:r>
              <a:rPr lang="en-US" altLang="zh-CN" sz="500">
                <a:solidFill>
                  <a:schemeClr val="tx1">
                    <a:alpha val="2000"/>
                  </a:schemeClr>
                </a:solidFill>
                <a:latin typeface="Novecento wide Bold" panose="00000805000000000000" charset="0"/>
                <a:cs typeface="Novecento wide Bold" panose="00000805000000000000" charset="0"/>
              </a:rPr>
              <a:t>rhodeskesi</a:t>
            </a:r>
          </a:p>
        </p:txBody>
      </p:sp>
      <p:sp>
        <p:nvSpPr>
          <p:cNvPr id="27" name="矩形 26">
            <a:extLst>
              <a:ext uri="{FF2B5EF4-FFF2-40B4-BE49-F238E27FC236}">
                <a16:creationId xmlns:a16="http://schemas.microsoft.com/office/drawing/2014/main" id="{907BDA45-F0FF-6414-15D4-D8527ED85B9E}"/>
              </a:ext>
            </a:extLst>
          </p:cNvPr>
          <p:cNvSpPr/>
          <p:nvPr/>
        </p:nvSpPr>
        <p:spPr>
          <a:xfrm>
            <a:off x="9198120" y="1032178"/>
            <a:ext cx="1927860" cy="109220"/>
          </a:xfrm>
          <a:prstGeom prst="rect">
            <a:avLst/>
          </a:prstGeom>
          <a:solidFill>
            <a:schemeClr val="bg1">
              <a:alpha val="6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A4DDD427-E2FA-475D-B0CD-AE630BF4D8B8}"/>
              </a:ext>
            </a:extLst>
          </p:cNvPr>
          <p:cNvSpPr/>
          <p:nvPr/>
        </p:nvSpPr>
        <p:spPr>
          <a:xfrm>
            <a:off x="11326843" y="1046465"/>
            <a:ext cx="78105" cy="80645"/>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88D5C543-510E-2440-3AC6-A06B7CFEDAF1}"/>
              </a:ext>
            </a:extLst>
          </p:cNvPr>
          <p:cNvSpPr txBox="1"/>
          <p:nvPr/>
        </p:nvSpPr>
        <p:spPr>
          <a:xfrm>
            <a:off x="9295245" y="501577"/>
            <a:ext cx="2285885" cy="523220"/>
          </a:xfrm>
          <a:prstGeom prst="rect">
            <a:avLst/>
          </a:prstGeom>
          <a:noFill/>
        </p:spPr>
        <p:txBody>
          <a:bodyPr wrap="square" rtlCol="0">
            <a:spAutoFit/>
          </a:bodyPr>
          <a:lstStyle/>
          <a:p>
            <a:r>
              <a:rPr lang="zh-CN" altLang="en-US" sz="2800" b="1" dirty="0"/>
              <a:t>选题原因</a:t>
            </a:r>
            <a:endParaRPr lang="en-US" altLang="zh-CN" sz="2800" b="1" dirty="0"/>
          </a:p>
        </p:txBody>
      </p:sp>
      <p:sp>
        <p:nvSpPr>
          <p:cNvPr id="3" name="标题 2">
            <a:extLst>
              <a:ext uri="{FF2B5EF4-FFF2-40B4-BE49-F238E27FC236}">
                <a16:creationId xmlns:a16="http://schemas.microsoft.com/office/drawing/2014/main" id="{70C715B2-3102-EE8A-B927-E6185887DA78}"/>
              </a:ext>
            </a:extLst>
          </p:cNvPr>
          <p:cNvSpPr>
            <a:spLocks noGrp="1"/>
          </p:cNvSpPr>
          <p:nvPr>
            <p:ph type="ctrTitle"/>
          </p:nvPr>
        </p:nvSpPr>
        <p:spPr/>
        <p:txBody>
          <a:bodyPr/>
          <a:lstStyle/>
          <a:p>
            <a:endParaRPr lang="zh-CN" altLang="en-US"/>
          </a:p>
        </p:txBody>
      </p:sp>
      <p:sp>
        <p:nvSpPr>
          <p:cNvPr id="6" name="标题 2">
            <a:extLst>
              <a:ext uri="{FF2B5EF4-FFF2-40B4-BE49-F238E27FC236}">
                <a16:creationId xmlns:a16="http://schemas.microsoft.com/office/drawing/2014/main" id="{8A135AD9-F3C1-7DDB-A2C8-35210DEDF755}"/>
              </a:ext>
            </a:extLst>
          </p:cNvPr>
          <p:cNvSpPr txBox="1">
            <a:spLocks/>
          </p:cNvSpPr>
          <p:nvPr/>
        </p:nvSpPr>
        <p:spPr>
          <a:xfrm>
            <a:off x="1524000" y="1127110"/>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zh-CN" altLang="en-US"/>
          </a:p>
        </p:txBody>
      </p:sp>
      <p:sp>
        <p:nvSpPr>
          <p:cNvPr id="7" name="标题 1">
            <a:extLst>
              <a:ext uri="{FF2B5EF4-FFF2-40B4-BE49-F238E27FC236}">
                <a16:creationId xmlns:a16="http://schemas.microsoft.com/office/drawing/2014/main" id="{B95EF8D6-BBB9-1E87-F55F-E9BED5211E85}"/>
              </a:ext>
            </a:extLst>
          </p:cNvPr>
          <p:cNvSpPr txBox="1">
            <a:spLocks/>
          </p:cNvSpPr>
          <p:nvPr/>
        </p:nvSpPr>
        <p:spPr>
          <a:xfrm>
            <a:off x="126248" y="304800"/>
            <a:ext cx="2339366" cy="919942"/>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600">
                <a:latin typeface="Arial Narrow" panose="020B0606020202030204" pitchFamily="34" charset="0"/>
                <a:cs typeface="Novecento wide Bold" panose="00000805000000000000" charset="0"/>
              </a:rPr>
              <a:t>TONGJI</a:t>
            </a:r>
            <a:br>
              <a:rPr lang="en-US" altLang="zh-CN" sz="2800">
                <a:latin typeface="Arial Narrow" panose="020B0606020202030204" pitchFamily="34" charset="0"/>
                <a:cs typeface="Novecento wide Bold" panose="00000805000000000000" charset="0"/>
              </a:rPr>
            </a:br>
            <a:r>
              <a:rPr lang="en-US" altLang="zh-CN" sz="2800">
                <a:latin typeface="Arial Narrow" panose="020B0606020202030204" pitchFamily="34" charset="0"/>
                <a:cs typeface="Novecento wide Bold" panose="00000805000000000000" charset="0"/>
              </a:rPr>
              <a:t>         </a:t>
            </a:r>
            <a:r>
              <a:rPr lang="en-US" altLang="zh-CN" sz="310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8" name="直接连接符 7">
            <a:extLst>
              <a:ext uri="{FF2B5EF4-FFF2-40B4-BE49-F238E27FC236}">
                <a16:creationId xmlns:a16="http://schemas.microsoft.com/office/drawing/2014/main" id="{7D632D8F-62C4-ED51-FB2D-BBE027B4BEA2}"/>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090647A6-E653-CBA6-320E-226A29948B19}"/>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081270" y="2459355"/>
            <a:ext cx="2126615" cy="211709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 name="直接连接符 10"/>
          <p:cNvCxnSpPr/>
          <p:nvPr/>
        </p:nvCxnSpPr>
        <p:spPr>
          <a:xfrm flipV="1">
            <a:off x="2663825" y="-24765"/>
            <a:ext cx="6910705" cy="69297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720975" y="-40005"/>
            <a:ext cx="6882130" cy="689673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图片 14" descr="道具_带框_至纯源石"/>
          <p:cNvPicPr>
            <a:picLocks noChangeAspect="1"/>
          </p:cNvPicPr>
          <p:nvPr/>
        </p:nvPicPr>
        <p:blipFill>
          <a:blip r:embed="rId2">
            <a:grayscl/>
            <a:lum bright="-66000" contrast="12000"/>
          </a:blip>
          <a:stretch>
            <a:fillRect/>
          </a:stretch>
        </p:blipFill>
        <p:spPr>
          <a:xfrm>
            <a:off x="5290820" y="2646045"/>
            <a:ext cx="1743075" cy="1743075"/>
          </a:xfrm>
          <a:prstGeom prst="rect">
            <a:avLst/>
          </a:prstGeom>
          <a:effectLst>
            <a:outerShdw blurRad="50800" dist="38100" dir="2700000" algn="tl" rotWithShape="0">
              <a:prstClr val="black">
                <a:alpha val="40000"/>
              </a:prstClr>
            </a:outerShdw>
          </a:effectLst>
        </p:spPr>
      </p:pic>
      <p:sp>
        <p:nvSpPr>
          <p:cNvPr id="16" name="文本框 15"/>
          <p:cNvSpPr txBox="1"/>
          <p:nvPr/>
        </p:nvSpPr>
        <p:spPr>
          <a:xfrm>
            <a:off x="5125085" y="2699006"/>
            <a:ext cx="2038350" cy="1326004"/>
          </a:xfrm>
          <a:prstGeom prst="rect">
            <a:avLst/>
          </a:prstGeom>
          <a:noFill/>
        </p:spPr>
        <p:txBody>
          <a:bodyPr wrap="square" lIns="46990" tIns="46990" rIns="46990" bIns="46990" rtlCol="0" anchor="ctr" anchorCtr="0">
            <a:spAutoFit/>
          </a:bodyPr>
          <a:lstStyle/>
          <a:p>
            <a:pPr algn="ctr"/>
            <a:r>
              <a:rPr lang="zh-CN" altLang="en-US" sz="4000" b="1" dirty="0">
                <a:solidFill>
                  <a:schemeClr val="bg1"/>
                </a:solidFill>
                <a:latin typeface="Novecento wide Bold" panose="00000805000000000000" charset="0"/>
              </a:rPr>
              <a:t>研究</a:t>
            </a:r>
            <a:endParaRPr lang="en-US" altLang="zh-CN" sz="4000" b="1" dirty="0">
              <a:solidFill>
                <a:schemeClr val="bg1"/>
              </a:solidFill>
              <a:latin typeface="Novecento wide Bold" panose="00000805000000000000" charset="0"/>
            </a:endParaRPr>
          </a:p>
          <a:p>
            <a:pPr algn="ctr"/>
            <a:r>
              <a:rPr lang="zh-CN" altLang="en-US" sz="4000" b="1" dirty="0">
                <a:solidFill>
                  <a:schemeClr val="bg1"/>
                </a:solidFill>
                <a:latin typeface="Novecento wide Bold" panose="00000805000000000000" charset="0"/>
              </a:rPr>
              <a:t>过程</a:t>
            </a:r>
          </a:p>
        </p:txBody>
      </p:sp>
      <p:sp>
        <p:nvSpPr>
          <p:cNvPr id="34" name="矩形 33"/>
          <p:cNvSpPr/>
          <p:nvPr/>
        </p:nvSpPr>
        <p:spPr>
          <a:xfrm>
            <a:off x="11297111" y="6373495"/>
            <a:ext cx="687070" cy="4019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742565" y="-365760"/>
            <a:ext cx="319405" cy="17018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4B7B396D-379C-C26D-53D4-00AC98512AB2}"/>
              </a:ext>
            </a:extLst>
          </p:cNvPr>
          <p:cNvSpPr>
            <a:spLocks noGrp="1"/>
          </p:cNvSpPr>
          <p:nvPr>
            <p:ph type="ctrTitle"/>
          </p:nvPr>
        </p:nvSpPr>
        <p:spPr>
          <a:xfrm>
            <a:off x="126248" y="304800"/>
            <a:ext cx="2339366" cy="919942"/>
          </a:xfrm>
        </p:spPr>
        <p:txBody>
          <a:bodyPr>
            <a:normAutofit fontScale="90000"/>
          </a:bodyPr>
          <a:lstStyle/>
          <a:p>
            <a:pPr algn="l"/>
            <a:r>
              <a:rPr lang="en-US" altLang="zh-CN" sz="3600" dirty="0">
                <a:latin typeface="Arial Narrow" panose="020B0606020202030204" pitchFamily="34" charset="0"/>
                <a:cs typeface="Novecento wide Bold" panose="00000805000000000000" charset="0"/>
              </a:rPr>
              <a:t>TONGJI</a:t>
            </a:r>
            <a:br>
              <a:rPr lang="en-US" altLang="zh-CN" sz="2800" dirty="0">
                <a:latin typeface="Arial Narrow" panose="020B0606020202030204" pitchFamily="34" charset="0"/>
                <a:cs typeface="Novecento wide Bold" panose="00000805000000000000" charset="0"/>
              </a:rPr>
            </a:br>
            <a:r>
              <a:rPr lang="en-US" altLang="zh-CN" sz="2800" dirty="0">
                <a:latin typeface="Arial Narrow" panose="020B0606020202030204" pitchFamily="34" charset="0"/>
                <a:cs typeface="Novecento wide Bold" panose="00000805000000000000" charset="0"/>
              </a:rPr>
              <a:t>         </a:t>
            </a:r>
            <a:r>
              <a:rPr lang="en-US" altLang="zh-CN" sz="3100" dirty="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6" name="直接连接符 5">
            <a:extLst>
              <a:ext uri="{FF2B5EF4-FFF2-40B4-BE49-F238E27FC236}">
                <a16:creationId xmlns:a16="http://schemas.microsoft.com/office/drawing/2014/main" id="{3BE9C69F-F068-E58D-569E-6A8D80EFFF16}"/>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8DB9DEC7-5B7E-1FFB-900B-72D4A8B8DCD5}"/>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E7367D7-C1CD-6416-E475-899A19DE4676}"/>
              </a:ext>
            </a:extLst>
          </p:cNvPr>
          <p:cNvPicPr>
            <a:picLocks noChangeAspect="1"/>
          </p:cNvPicPr>
          <p:nvPr/>
        </p:nvPicPr>
        <p:blipFill>
          <a:blip r:embed="rId3">
            <a:alphaModFix amt="70000"/>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051366" y="1586348"/>
            <a:ext cx="7918105" cy="3610408"/>
          </a:xfrm>
          <a:prstGeom prst="rect">
            <a:avLst/>
          </a:prstGeom>
          <a:effectLst>
            <a:reflection blurRad="6350" stA="50000" endA="300" endPos="38500" dist="50800" dir="5400000" sy="-100000" algn="bl" rotWithShape="0"/>
          </a:effectLst>
        </p:spPr>
      </p:pic>
      <p:sp>
        <p:nvSpPr>
          <p:cNvPr id="7" name="矩形 6"/>
          <p:cNvSpPr/>
          <p:nvPr/>
        </p:nvSpPr>
        <p:spPr>
          <a:xfrm>
            <a:off x="11238230" y="6203950"/>
            <a:ext cx="342900" cy="755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椭圆 7"/>
          <p:cNvSpPr/>
          <p:nvPr/>
        </p:nvSpPr>
        <p:spPr>
          <a:xfrm>
            <a:off x="3203575" y="3530600"/>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 name="直接连接符 10"/>
          <p:cNvCxnSpPr/>
          <p:nvPr/>
        </p:nvCxnSpPr>
        <p:spPr>
          <a:xfrm flipH="1" flipV="1">
            <a:off x="2499995" y="2826385"/>
            <a:ext cx="730250" cy="7308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74370" y="2830195"/>
            <a:ext cx="18351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35923" y="2880360"/>
            <a:ext cx="1946564" cy="923330"/>
          </a:xfrm>
          <a:prstGeom prst="rect">
            <a:avLst/>
          </a:prstGeom>
          <a:noFill/>
        </p:spPr>
        <p:txBody>
          <a:bodyPr wrap="square" lIns="0" rIns="0" rtlCol="0">
            <a:spAutoFit/>
          </a:bodyPr>
          <a:lstStyle/>
          <a:p>
            <a:pPr algn="l"/>
            <a:r>
              <a:rPr lang="zh-CN" altLang="zh-CN" sz="1800" b="1" dirty="0">
                <a:effectLst/>
                <a:ea typeface="等线" panose="02010600030101010101" pitchFamily="2" charset="-122"/>
                <a:cs typeface="Times New Roman" panose="02020603050405020304" pitchFamily="18" charset="0"/>
              </a:rPr>
              <a:t>地球上有</a:t>
            </a:r>
            <a:r>
              <a:rPr lang="en-US" altLang="zh-CN" sz="1800" b="1" dirty="0">
                <a:effectLst/>
                <a:ea typeface="等线" panose="02010600030101010101" pitchFamily="2" charset="-122"/>
                <a:cs typeface="Times New Roman" panose="02020603050405020304" pitchFamily="18" charset="0"/>
              </a:rPr>
              <a:t>12000</a:t>
            </a:r>
            <a:r>
              <a:rPr lang="zh-CN" altLang="zh-CN" sz="1800" b="1" dirty="0">
                <a:effectLst/>
                <a:ea typeface="等线" panose="02010600030101010101" pitchFamily="2" charset="-122"/>
                <a:cs typeface="Times New Roman" panose="02020603050405020304" pitchFamily="18" charset="0"/>
              </a:rPr>
              <a:t>台行星发动机，其中</a:t>
            </a:r>
            <a:r>
              <a:rPr lang="en-US" altLang="zh-CN" sz="1800" b="1" dirty="0">
                <a:effectLst/>
                <a:ea typeface="等线" panose="02010600030101010101" pitchFamily="2" charset="-122"/>
                <a:cs typeface="Times New Roman" panose="02020603050405020304" pitchFamily="18" charset="0"/>
              </a:rPr>
              <a:t>10000</a:t>
            </a:r>
            <a:r>
              <a:rPr lang="zh-CN" altLang="zh-CN" sz="1800" b="1" dirty="0">
                <a:effectLst/>
                <a:ea typeface="等线" panose="02010600030101010101" pitchFamily="2" charset="-122"/>
                <a:cs typeface="Times New Roman" panose="02020603050405020304" pitchFamily="18" charset="0"/>
              </a:rPr>
              <a:t>台用于推进</a:t>
            </a:r>
            <a:endParaRPr lang="en-US" altLang="zh-CN" b="1" dirty="0">
              <a:latin typeface="Novecento wide Bold" panose="00000805000000000000" charset="0"/>
              <a:cs typeface="Novecento wide Bold" panose="00000805000000000000" charset="0"/>
            </a:endParaRPr>
          </a:p>
        </p:txBody>
      </p:sp>
      <p:sp>
        <p:nvSpPr>
          <p:cNvPr id="14" name="矩形 13"/>
          <p:cNvSpPr/>
          <p:nvPr/>
        </p:nvSpPr>
        <p:spPr>
          <a:xfrm>
            <a:off x="635923" y="2673192"/>
            <a:ext cx="838835" cy="10922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7" name="矩形 16"/>
          <p:cNvSpPr/>
          <p:nvPr/>
        </p:nvSpPr>
        <p:spPr>
          <a:xfrm>
            <a:off x="484793" y="2598262"/>
            <a:ext cx="76200" cy="1835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21" name="矩形 20"/>
          <p:cNvSpPr/>
          <p:nvPr/>
        </p:nvSpPr>
        <p:spPr>
          <a:xfrm rot="5400000">
            <a:off x="578138" y="2429987"/>
            <a:ext cx="76200" cy="260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23" name="椭圆 22"/>
          <p:cNvSpPr/>
          <p:nvPr/>
        </p:nvSpPr>
        <p:spPr>
          <a:xfrm>
            <a:off x="5767886" y="4722546"/>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24" name="直接连接符 23"/>
          <p:cNvCxnSpPr/>
          <p:nvPr/>
        </p:nvCxnSpPr>
        <p:spPr>
          <a:xfrm flipH="1">
            <a:off x="5249812" y="4776302"/>
            <a:ext cx="528955" cy="529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414662" y="5305892"/>
            <a:ext cx="18351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3339732" y="5321548"/>
            <a:ext cx="2207260" cy="646331"/>
          </a:xfrm>
          <a:prstGeom prst="rect">
            <a:avLst/>
          </a:prstGeom>
          <a:noFill/>
        </p:spPr>
        <p:txBody>
          <a:bodyPr wrap="square" lIns="0" rIns="0" rtlCol="0">
            <a:spAutoFit/>
          </a:bodyPr>
          <a:lstStyle/>
          <a:p>
            <a:pPr algn="l"/>
            <a:r>
              <a:rPr lang="zh-CN" altLang="zh-CN" sz="1800" b="1" dirty="0">
                <a:effectLst/>
                <a:ea typeface="等线" panose="02010600030101010101" pitchFamily="2" charset="-122"/>
                <a:cs typeface="Times New Roman" panose="02020603050405020304" pitchFamily="18" charset="0"/>
              </a:rPr>
              <a:t>每台可以产生</a:t>
            </a:r>
            <a:r>
              <a:rPr lang="en-US" altLang="zh-CN" sz="1800" b="1" dirty="0">
                <a:effectLst/>
                <a:ea typeface="等线" panose="02010600030101010101" pitchFamily="2" charset="-122"/>
                <a:cs typeface="Times New Roman" panose="02020603050405020304" pitchFamily="18" charset="0"/>
              </a:rPr>
              <a:t>150</a:t>
            </a:r>
            <a:r>
              <a:rPr lang="zh-CN" altLang="zh-CN" sz="1800" b="1" dirty="0">
                <a:effectLst/>
                <a:ea typeface="等线" panose="02010600030101010101" pitchFamily="2" charset="-122"/>
                <a:cs typeface="Times New Roman" panose="02020603050405020304" pitchFamily="18" charset="0"/>
              </a:rPr>
              <a:t>万亿吨的推力</a:t>
            </a:r>
            <a:endParaRPr lang="en-US" altLang="zh-CN" b="1" dirty="0">
              <a:latin typeface="Novecento wide Bold" panose="00000805000000000000" charset="0"/>
              <a:cs typeface="Novecento wide Bold" panose="00000805000000000000" charset="0"/>
            </a:endParaRPr>
          </a:p>
        </p:txBody>
      </p:sp>
      <p:sp>
        <p:nvSpPr>
          <p:cNvPr id="27" name="矩形 26"/>
          <p:cNvSpPr/>
          <p:nvPr/>
        </p:nvSpPr>
        <p:spPr>
          <a:xfrm>
            <a:off x="3392262" y="5138988"/>
            <a:ext cx="838835" cy="10922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9" name="矩形 28"/>
          <p:cNvSpPr/>
          <p:nvPr/>
        </p:nvSpPr>
        <p:spPr>
          <a:xfrm>
            <a:off x="3241132" y="5064058"/>
            <a:ext cx="76200" cy="1835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30" name="矩形 29"/>
          <p:cNvSpPr/>
          <p:nvPr/>
        </p:nvSpPr>
        <p:spPr>
          <a:xfrm rot="5400000">
            <a:off x="3334477" y="4895783"/>
            <a:ext cx="76200" cy="260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32" name="椭圆 31"/>
          <p:cNvSpPr/>
          <p:nvPr/>
        </p:nvSpPr>
        <p:spPr>
          <a:xfrm>
            <a:off x="6118022" y="1741051"/>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33" name="直接连接符 32"/>
          <p:cNvCxnSpPr/>
          <p:nvPr/>
        </p:nvCxnSpPr>
        <p:spPr>
          <a:xfrm flipH="1">
            <a:off x="6149772" y="1249561"/>
            <a:ext cx="528955" cy="529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676822" y="1248291"/>
            <a:ext cx="18351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6759286" y="1086788"/>
            <a:ext cx="838835" cy="10922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矩形 36"/>
          <p:cNvSpPr/>
          <p:nvPr/>
        </p:nvSpPr>
        <p:spPr>
          <a:xfrm>
            <a:off x="6608156" y="1011858"/>
            <a:ext cx="76200" cy="1835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38" name="矩形 37"/>
          <p:cNvSpPr/>
          <p:nvPr/>
        </p:nvSpPr>
        <p:spPr>
          <a:xfrm rot="5400000">
            <a:off x="6701501" y="843583"/>
            <a:ext cx="76200" cy="260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40" name="文本框 39"/>
          <p:cNvSpPr txBox="1"/>
          <p:nvPr/>
        </p:nvSpPr>
        <p:spPr>
          <a:xfrm>
            <a:off x="6745085" y="1289665"/>
            <a:ext cx="2207260" cy="646331"/>
          </a:xfrm>
          <a:prstGeom prst="rect">
            <a:avLst/>
          </a:prstGeom>
          <a:noFill/>
        </p:spPr>
        <p:txBody>
          <a:bodyPr wrap="square" lIns="0" rIns="0" rtlCol="0">
            <a:spAutoFit/>
          </a:bodyPr>
          <a:lstStyle/>
          <a:p>
            <a:pPr algn="l"/>
            <a:r>
              <a:rPr lang="zh-CN" altLang="zh-CN" sz="1800" b="1" dirty="0">
                <a:effectLst/>
                <a:ea typeface="等线" panose="02010600030101010101" pitchFamily="2" charset="-122"/>
                <a:cs typeface="Times New Roman" panose="02020603050405020304" pitchFamily="18" charset="0"/>
              </a:rPr>
              <a:t>利用硅核聚变，喷射等离子流</a:t>
            </a:r>
            <a:endParaRPr lang="en-US" altLang="zh-CN" b="1" dirty="0">
              <a:latin typeface="Novecento wide Bold" panose="00000805000000000000" charset="0"/>
              <a:cs typeface="Novecento wide Bold" panose="00000805000000000000" charset="0"/>
            </a:endParaRPr>
          </a:p>
        </p:txBody>
      </p:sp>
      <p:sp>
        <p:nvSpPr>
          <p:cNvPr id="41" name="椭圆 40"/>
          <p:cNvSpPr/>
          <p:nvPr/>
        </p:nvSpPr>
        <p:spPr>
          <a:xfrm>
            <a:off x="8362315" y="4155440"/>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42" name="直接连接符 41"/>
          <p:cNvCxnSpPr/>
          <p:nvPr/>
        </p:nvCxnSpPr>
        <p:spPr>
          <a:xfrm flipH="1" flipV="1">
            <a:off x="8420100" y="4227195"/>
            <a:ext cx="537845" cy="5391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8956040" y="4767580"/>
            <a:ext cx="18351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9087312" y="4589719"/>
            <a:ext cx="838835" cy="10922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矩形 46"/>
          <p:cNvSpPr/>
          <p:nvPr/>
        </p:nvSpPr>
        <p:spPr>
          <a:xfrm>
            <a:off x="8936182" y="4514789"/>
            <a:ext cx="76200" cy="1835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48" name="矩形 47"/>
          <p:cNvSpPr/>
          <p:nvPr/>
        </p:nvSpPr>
        <p:spPr>
          <a:xfrm rot="5400000">
            <a:off x="9029527" y="4346514"/>
            <a:ext cx="76200" cy="260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a:p>
        </p:txBody>
      </p:sp>
      <p:sp>
        <p:nvSpPr>
          <p:cNvPr id="50" name="文本框 49"/>
          <p:cNvSpPr txBox="1"/>
          <p:nvPr/>
        </p:nvSpPr>
        <p:spPr>
          <a:xfrm>
            <a:off x="8924839" y="4783650"/>
            <a:ext cx="2207260" cy="1200329"/>
          </a:xfrm>
          <a:prstGeom prst="rect">
            <a:avLst/>
          </a:prstGeom>
          <a:noFill/>
        </p:spPr>
        <p:txBody>
          <a:bodyPr wrap="square" lIns="0" rIns="0" rtlCol="0">
            <a:spAutoFit/>
          </a:bodyPr>
          <a:lstStyle/>
          <a:p>
            <a:pPr algn="l"/>
            <a:r>
              <a:rPr lang="zh-CN" altLang="zh-CN" sz="1800" b="1" dirty="0">
                <a:effectLst/>
                <a:ea typeface="等线" panose="02010600030101010101" pitchFamily="2" charset="-122"/>
                <a:cs typeface="Times New Roman" panose="02020603050405020304" pitchFamily="18" charset="0"/>
              </a:rPr>
              <a:t>流浪地球计划中，地球将在全功率下用</a:t>
            </a:r>
            <a:r>
              <a:rPr lang="en-US" altLang="zh-CN" sz="1800" b="1" dirty="0">
                <a:effectLst/>
                <a:ea typeface="等线" panose="02010600030101010101" pitchFamily="2" charset="-122"/>
                <a:cs typeface="Times New Roman" panose="02020603050405020304" pitchFamily="18" charset="0"/>
              </a:rPr>
              <a:t>500</a:t>
            </a:r>
            <a:r>
              <a:rPr lang="zh-CN" altLang="zh-CN" sz="1800" b="1" dirty="0">
                <a:effectLst/>
                <a:ea typeface="等线" panose="02010600030101010101" pitchFamily="2" charset="-122"/>
                <a:cs typeface="Times New Roman" panose="02020603050405020304" pitchFamily="18" charset="0"/>
              </a:rPr>
              <a:t>年的时间加速至光速的千分之五</a:t>
            </a:r>
            <a:endParaRPr lang="en-US" altLang="zh-CN" b="1" dirty="0">
              <a:latin typeface="Novecento wide Bold" panose="00000805000000000000" charset="0"/>
              <a:cs typeface="Novecento wide Bold" panose="00000805000000000000" charset="0"/>
            </a:endParaRPr>
          </a:p>
        </p:txBody>
      </p:sp>
      <p:sp>
        <p:nvSpPr>
          <p:cNvPr id="53" name="矩形 52"/>
          <p:cNvSpPr/>
          <p:nvPr/>
        </p:nvSpPr>
        <p:spPr>
          <a:xfrm>
            <a:off x="9198120" y="1032178"/>
            <a:ext cx="1927860" cy="109220"/>
          </a:xfrm>
          <a:prstGeom prst="rect">
            <a:avLst/>
          </a:prstGeom>
          <a:solidFill>
            <a:schemeClr val="bg1">
              <a:alpha val="6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4" name="椭圆 53"/>
          <p:cNvSpPr/>
          <p:nvPr/>
        </p:nvSpPr>
        <p:spPr>
          <a:xfrm>
            <a:off x="11326843" y="1046465"/>
            <a:ext cx="78105" cy="80645"/>
          </a:xfrm>
          <a:prstGeom prst="ellips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11297518" y="1011858"/>
            <a:ext cx="149860" cy="149860"/>
          </a:xfrm>
          <a:prstGeom prst="ellipse">
            <a:avLst/>
          </a:prstGeom>
          <a:noFill/>
          <a:ln>
            <a:solidFill>
              <a:schemeClr val="bg1">
                <a:alpha val="60000"/>
              </a:schemeClr>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080770" y="845820"/>
            <a:ext cx="685165" cy="76835"/>
          </a:xfrm>
          <a:prstGeom prst="rect">
            <a:avLst/>
          </a:prstGeom>
          <a:noFill/>
        </p:spPr>
        <p:txBody>
          <a:bodyPr wrap="square" lIns="0" tIns="0" rIns="0" bIns="0" rtlCol="0">
            <a:spAutoFit/>
          </a:bodyPr>
          <a:lstStyle/>
          <a:p>
            <a:pPr algn="ctr"/>
            <a:r>
              <a:rPr lang="en-US" altLang="zh-CN" sz="500">
                <a:solidFill>
                  <a:schemeClr val="tx1">
                    <a:alpha val="2000"/>
                  </a:schemeClr>
                </a:solidFill>
                <a:latin typeface="Novecento wide Bold" panose="00000805000000000000" charset="0"/>
                <a:cs typeface="Novecento wide Bold" panose="00000805000000000000" charset="0"/>
              </a:rPr>
              <a:t>rhodeskesi</a:t>
            </a:r>
          </a:p>
        </p:txBody>
      </p:sp>
      <p:sp>
        <p:nvSpPr>
          <p:cNvPr id="19" name="文本框 18">
            <a:extLst>
              <a:ext uri="{FF2B5EF4-FFF2-40B4-BE49-F238E27FC236}">
                <a16:creationId xmlns:a16="http://schemas.microsoft.com/office/drawing/2014/main" id="{CD1A2EB7-7C1D-FE79-C378-B25037A8955D}"/>
              </a:ext>
            </a:extLst>
          </p:cNvPr>
          <p:cNvSpPr txBox="1"/>
          <p:nvPr/>
        </p:nvSpPr>
        <p:spPr>
          <a:xfrm>
            <a:off x="9295245" y="501577"/>
            <a:ext cx="2285885" cy="523220"/>
          </a:xfrm>
          <a:prstGeom prst="rect">
            <a:avLst/>
          </a:prstGeom>
          <a:noFill/>
        </p:spPr>
        <p:txBody>
          <a:bodyPr wrap="square" rtlCol="0">
            <a:spAutoFit/>
          </a:bodyPr>
          <a:lstStyle/>
          <a:p>
            <a:r>
              <a:rPr lang="zh-CN" altLang="en-US" sz="2800" b="1" dirty="0"/>
              <a:t>已知条件</a:t>
            </a:r>
          </a:p>
        </p:txBody>
      </p:sp>
      <p:sp>
        <p:nvSpPr>
          <p:cNvPr id="4" name="标题 3">
            <a:extLst>
              <a:ext uri="{FF2B5EF4-FFF2-40B4-BE49-F238E27FC236}">
                <a16:creationId xmlns:a16="http://schemas.microsoft.com/office/drawing/2014/main" id="{91EF37CA-B97E-398B-018D-97DF3B70C630}"/>
              </a:ext>
            </a:extLst>
          </p:cNvPr>
          <p:cNvSpPr>
            <a:spLocks noGrp="1"/>
          </p:cNvSpPr>
          <p:nvPr>
            <p:ph type="ctrTitle"/>
          </p:nvPr>
        </p:nvSpPr>
        <p:spPr/>
        <p:txBody>
          <a:bodyPr/>
          <a:lstStyle/>
          <a:p>
            <a:endParaRPr lang="zh-CN" altLang="en-US"/>
          </a:p>
        </p:txBody>
      </p:sp>
      <p:sp>
        <p:nvSpPr>
          <p:cNvPr id="5" name="标题 1">
            <a:extLst>
              <a:ext uri="{FF2B5EF4-FFF2-40B4-BE49-F238E27FC236}">
                <a16:creationId xmlns:a16="http://schemas.microsoft.com/office/drawing/2014/main" id="{14B78DD4-E18D-07F5-5A76-C025437AB453}"/>
              </a:ext>
            </a:extLst>
          </p:cNvPr>
          <p:cNvSpPr txBox="1">
            <a:spLocks/>
          </p:cNvSpPr>
          <p:nvPr/>
        </p:nvSpPr>
        <p:spPr>
          <a:xfrm>
            <a:off x="126248" y="304800"/>
            <a:ext cx="2339366" cy="919942"/>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600">
                <a:latin typeface="Arial Narrow" panose="020B0606020202030204" pitchFamily="34" charset="0"/>
                <a:cs typeface="Novecento wide Bold" panose="00000805000000000000" charset="0"/>
              </a:rPr>
              <a:t>TONGJI</a:t>
            </a:r>
            <a:br>
              <a:rPr lang="en-US" altLang="zh-CN" sz="2800">
                <a:latin typeface="Arial Narrow" panose="020B0606020202030204" pitchFamily="34" charset="0"/>
                <a:cs typeface="Novecento wide Bold" panose="00000805000000000000" charset="0"/>
              </a:rPr>
            </a:br>
            <a:r>
              <a:rPr lang="en-US" altLang="zh-CN" sz="2800">
                <a:latin typeface="Arial Narrow" panose="020B0606020202030204" pitchFamily="34" charset="0"/>
                <a:cs typeface="Novecento wide Bold" panose="00000805000000000000" charset="0"/>
              </a:rPr>
              <a:t>         </a:t>
            </a:r>
            <a:r>
              <a:rPr lang="en-US" altLang="zh-CN" sz="310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6" name="直接连接符 5">
            <a:extLst>
              <a:ext uri="{FF2B5EF4-FFF2-40B4-BE49-F238E27FC236}">
                <a16:creationId xmlns:a16="http://schemas.microsoft.com/office/drawing/2014/main" id="{2C038D6A-64DA-249F-300F-367A1A8E91B1}"/>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895851B9-B085-6053-902A-74E2C6889DA8}"/>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238230" y="6197600"/>
            <a:ext cx="342900" cy="75565"/>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 name="矩形 4"/>
          <p:cNvSpPr/>
          <p:nvPr/>
        </p:nvSpPr>
        <p:spPr>
          <a:xfrm>
            <a:off x="3814439" y="1156393"/>
            <a:ext cx="76200" cy="7620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矩形 5"/>
          <p:cNvSpPr/>
          <p:nvPr/>
        </p:nvSpPr>
        <p:spPr>
          <a:xfrm>
            <a:off x="8616950" y="1142712"/>
            <a:ext cx="76200" cy="7620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 name="矩形 6"/>
          <p:cNvSpPr/>
          <p:nvPr/>
        </p:nvSpPr>
        <p:spPr>
          <a:xfrm>
            <a:off x="3803240" y="6083300"/>
            <a:ext cx="76200" cy="7620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 name="矩形 10"/>
          <p:cNvSpPr/>
          <p:nvPr/>
        </p:nvSpPr>
        <p:spPr>
          <a:xfrm>
            <a:off x="8693150" y="6121400"/>
            <a:ext cx="76200" cy="7620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 name="直接连接符 12"/>
          <p:cNvCxnSpPr/>
          <p:nvPr/>
        </p:nvCxnSpPr>
        <p:spPr>
          <a:xfrm>
            <a:off x="6514747" y="5630124"/>
            <a:ext cx="5911850" cy="0"/>
          </a:xfrm>
          <a:prstGeom prst="line">
            <a:avLst/>
          </a:prstGeom>
          <a:solidFill>
            <a:schemeClr val="bg1"/>
          </a:solidFill>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3608820" y="1481366"/>
            <a:ext cx="6259080" cy="4247317"/>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pPr marL="742950" indent="-285750" algn="just">
              <a:buFont typeface="Arial" panose="020B0604020202020204" pitchFamily="34" charset="0"/>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地球表面没有气态大气。</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indent="-285750" algn="just">
              <a:buFont typeface="Arial" panose="020B0604020202020204" pitchFamily="34" charset="0"/>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忽略地球受到的其他天体的引力，太空环境中的干扰等，地球处在真空中。</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indent="-285750" algn="just">
              <a:buFont typeface="Arial" panose="020B0604020202020204" pitchFamily="34" charset="0"/>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将地球被行星发动机推动的过程简化为火箭升空过程。</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indent="-285750" algn="just">
              <a:buFont typeface="Arial" panose="020B0604020202020204" pitchFamily="34" charset="0"/>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假设硅核聚变产生的离子流中只有铁离子和氢离子所有的离子速度皆在一条直线上，距离均匀；速率分布符合麦克斯韦速率分布函数，只考虑其在一个方向上的平动自由度。</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indent="-285750" algn="just">
              <a:buFont typeface="Arial" panose="020B0604020202020204" pitchFamily="34" charset="0"/>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在计算等离子流的内能时，因粒子速度极高，忽略等离子流中粒子之间的相互作用力、粒子的转动自由度、振动自由度。</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indent="-285750" algn="just">
              <a:buFont typeface="Arial" panose="020B0604020202020204" pitchFamily="34" charset="0"/>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将粒子运动的统计平均速率简化为喷射离子流时离子流相对于地球的速率。</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indent="-285750" algn="just">
              <a:buFont typeface="Arial" panose="020B0604020202020204" pitchFamily="34" charset="0"/>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将平衡态下的理想气体物态方程应用到离子流中。</a:t>
            </a:r>
          </a:p>
          <a:p>
            <a:pPr algn="ctr"/>
            <a:endParaRPr lang="zh-CN" altLang="en-US" dirty="0">
              <a:highlight>
                <a:srgbClr val="FFFF00"/>
              </a:highlight>
              <a:latin typeface="Source Han Sans Heavy" panose="020B0A00000000000000" charset="-122"/>
              <a:ea typeface="Source Han Sans Heavy" panose="020B0A00000000000000" charset="-122"/>
            </a:endParaRPr>
          </a:p>
        </p:txBody>
      </p:sp>
      <p:sp>
        <p:nvSpPr>
          <p:cNvPr id="16" name="矩形 15"/>
          <p:cNvSpPr/>
          <p:nvPr/>
        </p:nvSpPr>
        <p:spPr>
          <a:xfrm>
            <a:off x="2908935" y="3496945"/>
            <a:ext cx="76200" cy="7620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7" name="矩形 16"/>
          <p:cNvSpPr/>
          <p:nvPr/>
        </p:nvSpPr>
        <p:spPr>
          <a:xfrm>
            <a:off x="562610" y="3496945"/>
            <a:ext cx="76200" cy="7620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 name="矩形 17"/>
          <p:cNvSpPr/>
          <p:nvPr/>
        </p:nvSpPr>
        <p:spPr>
          <a:xfrm>
            <a:off x="562610" y="2875915"/>
            <a:ext cx="76200" cy="7620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algn="ctr"/>
            <a:r>
              <a:rPr lang="en-US" altLang="zh-CN" sz="500">
                <a:solidFill>
                  <a:schemeClr val="tx1">
                    <a:alpha val="2000"/>
                  </a:schemeClr>
                </a:solidFill>
                <a:latin typeface="Novecento wide Bold" panose="00000805000000000000" charset="0"/>
                <a:cs typeface="Novecento wide Bold" panose="00000805000000000000" charset="0"/>
              </a:rPr>
              <a:t>rhodeskesi</a:t>
            </a:r>
          </a:p>
        </p:txBody>
      </p:sp>
      <p:sp>
        <p:nvSpPr>
          <p:cNvPr id="23" name="文本框 22">
            <a:extLst>
              <a:ext uri="{FF2B5EF4-FFF2-40B4-BE49-F238E27FC236}">
                <a16:creationId xmlns:a16="http://schemas.microsoft.com/office/drawing/2014/main" id="{7BB3E6F0-325E-71ED-61D2-8BB30B040E0B}"/>
              </a:ext>
            </a:extLst>
          </p:cNvPr>
          <p:cNvSpPr txBox="1"/>
          <p:nvPr/>
        </p:nvSpPr>
        <p:spPr>
          <a:xfrm>
            <a:off x="877982" y="2921544"/>
            <a:ext cx="1959429" cy="584775"/>
          </a:xfrm>
          <a:prstGeom prst="rect">
            <a:avLst/>
          </a:prstGeom>
          <a:noFill/>
        </p:spPr>
        <p:txBody>
          <a:bodyPr wrap="square" rtlCol="0">
            <a:spAutoFit/>
          </a:bodyPr>
          <a:lstStyle/>
          <a:p>
            <a:r>
              <a:rPr lang="zh-CN" altLang="en-US" sz="3200" b="1" dirty="0"/>
              <a:t>假设条件</a:t>
            </a:r>
          </a:p>
        </p:txBody>
      </p:sp>
      <p:sp>
        <p:nvSpPr>
          <p:cNvPr id="2" name="标题 1">
            <a:extLst>
              <a:ext uri="{FF2B5EF4-FFF2-40B4-BE49-F238E27FC236}">
                <a16:creationId xmlns:a16="http://schemas.microsoft.com/office/drawing/2014/main" id="{B957B0CE-4492-80F5-C187-D57412C2D176}"/>
              </a:ext>
            </a:extLst>
          </p:cNvPr>
          <p:cNvSpPr>
            <a:spLocks noGrp="1"/>
          </p:cNvSpPr>
          <p:nvPr>
            <p:ph type="ctrTitle"/>
          </p:nvPr>
        </p:nvSpPr>
        <p:spPr>
          <a:xfrm>
            <a:off x="126248" y="304800"/>
            <a:ext cx="2339366" cy="919942"/>
          </a:xfrm>
        </p:spPr>
        <p:txBody>
          <a:bodyPr>
            <a:normAutofit fontScale="90000"/>
          </a:bodyPr>
          <a:lstStyle/>
          <a:p>
            <a:pPr algn="l"/>
            <a:r>
              <a:rPr lang="en-US" altLang="zh-CN" sz="3600" dirty="0">
                <a:latin typeface="Arial Narrow" panose="020B0606020202030204" pitchFamily="34" charset="0"/>
                <a:cs typeface="Novecento wide Bold" panose="00000805000000000000" charset="0"/>
              </a:rPr>
              <a:t>TONGJI</a:t>
            </a:r>
            <a:br>
              <a:rPr lang="en-US" altLang="zh-CN" sz="2800" dirty="0">
                <a:latin typeface="Arial Narrow" panose="020B0606020202030204" pitchFamily="34" charset="0"/>
                <a:cs typeface="Novecento wide Bold" panose="00000805000000000000" charset="0"/>
              </a:rPr>
            </a:br>
            <a:r>
              <a:rPr lang="en-US" altLang="zh-CN" sz="2800" dirty="0">
                <a:latin typeface="Arial Narrow" panose="020B0606020202030204" pitchFamily="34" charset="0"/>
                <a:cs typeface="Novecento wide Bold" panose="00000805000000000000" charset="0"/>
              </a:rPr>
              <a:t>         </a:t>
            </a:r>
            <a:r>
              <a:rPr lang="en-US" altLang="zh-CN" sz="3100" dirty="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3" name="直接连接符 2">
            <a:extLst>
              <a:ext uri="{FF2B5EF4-FFF2-40B4-BE49-F238E27FC236}">
                <a16:creationId xmlns:a16="http://schemas.microsoft.com/office/drawing/2014/main" id="{47F68132-D594-D9F3-F07F-8B8BD032947C}"/>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3C642B7C-F904-1A59-180A-DE00C337BDFA}"/>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extLst>
              <a:ext uri="{28A0092B-C50C-407E-A947-70E740481C1C}">
                <a14:useLocalDpi xmlns:a14="http://schemas.microsoft.com/office/drawing/2010/main" val="0"/>
              </a:ext>
            </a:extLst>
          </a:blip>
          <a:srcRect/>
          <a:stretch/>
        </p:blipFill>
        <p:spPr>
          <a:xfrm>
            <a:off x="5207000" y="810980"/>
            <a:ext cx="5059045" cy="4379595"/>
          </a:xfrm>
          <a:prstGeom prst="rect">
            <a:avLst/>
          </a:prstGeom>
          <a:scene3d>
            <a:camera prst="perspectiveLeft"/>
            <a:lightRig rig="threePt" dir="t"/>
          </a:scene3d>
        </p:spPr>
      </p:pic>
      <p:cxnSp>
        <p:nvCxnSpPr>
          <p:cNvPr id="12" name="直接连接符 11"/>
          <p:cNvCxnSpPr/>
          <p:nvPr/>
        </p:nvCxnSpPr>
        <p:spPr>
          <a:xfrm flipH="1">
            <a:off x="2897505" y="-119380"/>
            <a:ext cx="8890" cy="70961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2746692" y="5094028"/>
            <a:ext cx="319405" cy="1701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572895" y="2335530"/>
            <a:ext cx="2694305" cy="211709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pic>
        <p:nvPicPr>
          <p:cNvPr id="15" name="图片 14" descr="道具_带框_至纯源石"/>
          <p:cNvPicPr>
            <a:picLocks noChangeAspect="1"/>
          </p:cNvPicPr>
          <p:nvPr/>
        </p:nvPicPr>
        <p:blipFill>
          <a:blip r:embed="rId4">
            <a:grayscl/>
            <a:lum bright="-66000" contrast="12000"/>
          </a:blip>
          <a:stretch>
            <a:fillRect/>
          </a:stretch>
        </p:blipFill>
        <p:spPr>
          <a:xfrm>
            <a:off x="2048510" y="2522220"/>
            <a:ext cx="1743075" cy="1743075"/>
          </a:xfrm>
          <a:prstGeom prst="rect">
            <a:avLst/>
          </a:prstGeom>
          <a:effectLst>
            <a:outerShdw blurRad="50800" dist="38100" dir="2700000" algn="tl" rotWithShape="0">
              <a:prstClr val="black">
                <a:alpha val="40000"/>
              </a:prstClr>
            </a:outerShdw>
          </a:effectLst>
        </p:spPr>
      </p:pic>
      <p:sp>
        <p:nvSpPr>
          <p:cNvPr id="16" name="文本框 15"/>
          <p:cNvSpPr txBox="1"/>
          <p:nvPr/>
        </p:nvSpPr>
        <p:spPr>
          <a:xfrm>
            <a:off x="1882775" y="2575181"/>
            <a:ext cx="2038350" cy="1326004"/>
          </a:xfrm>
          <a:prstGeom prst="rect">
            <a:avLst/>
          </a:prstGeom>
          <a:noFill/>
        </p:spPr>
        <p:txBody>
          <a:bodyPr wrap="square" lIns="46990" tIns="46990" rIns="46990" bIns="46990" rtlCol="0" anchor="ctr" anchorCtr="0">
            <a:spAutoFit/>
          </a:bodyPr>
          <a:lstStyle/>
          <a:p>
            <a:pPr algn="ctr"/>
            <a:r>
              <a:rPr lang="zh-CN" altLang="en-US" sz="4000" b="1" dirty="0">
                <a:solidFill>
                  <a:schemeClr val="bg1"/>
                </a:solidFill>
                <a:latin typeface="Novecento wide Bold" panose="00000805000000000000" charset="0"/>
                <a:cs typeface="Novecento wide Bold" panose="00000805000000000000" charset="0"/>
              </a:rPr>
              <a:t>离子</a:t>
            </a:r>
            <a:endParaRPr lang="en-US" altLang="zh-CN" sz="4000" b="1" dirty="0">
              <a:solidFill>
                <a:schemeClr val="bg1"/>
              </a:solidFill>
              <a:latin typeface="Novecento wide Bold" panose="00000805000000000000" charset="0"/>
              <a:cs typeface="Novecento wide Bold" panose="00000805000000000000" charset="0"/>
            </a:endParaRPr>
          </a:p>
          <a:p>
            <a:pPr algn="ctr"/>
            <a:r>
              <a:rPr lang="zh-CN" altLang="en-US" sz="4000" b="1" dirty="0">
                <a:solidFill>
                  <a:schemeClr val="bg1"/>
                </a:solidFill>
                <a:latin typeface="Novecento wide Bold" panose="00000805000000000000" charset="0"/>
                <a:cs typeface="Novecento wide Bold" panose="00000805000000000000" charset="0"/>
              </a:rPr>
              <a:t>速度</a:t>
            </a:r>
            <a:endParaRPr lang="en-US" altLang="zh-CN" sz="3600" b="1" dirty="0">
              <a:solidFill>
                <a:schemeClr val="bg1"/>
              </a:solidFill>
              <a:latin typeface="Novecento wide Bold" panose="00000805000000000000" charset="0"/>
              <a:cs typeface="Novecento wide Bold" panose="00000805000000000000" charset="0"/>
            </a:endParaRPr>
          </a:p>
        </p:txBody>
      </p:sp>
      <p:sp>
        <p:nvSpPr>
          <p:cNvPr id="5" name="矩形 4"/>
          <p:cNvSpPr/>
          <p:nvPr/>
        </p:nvSpPr>
        <p:spPr>
          <a:xfrm>
            <a:off x="11238230" y="6203950"/>
            <a:ext cx="342900" cy="755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矩形 5"/>
          <p:cNvSpPr/>
          <p:nvPr/>
        </p:nvSpPr>
        <p:spPr>
          <a:xfrm>
            <a:off x="1838325" y="2188210"/>
            <a:ext cx="1357630" cy="272415"/>
          </a:xfrm>
          <a:prstGeom prst="rect">
            <a:avLst/>
          </a:prstGeom>
          <a:solidFill>
            <a:schemeClr val="bg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3965575" y="2424430"/>
            <a:ext cx="182245" cy="182245"/>
          </a:xfrm>
          <a:prstGeom prst="ellipse">
            <a:avLst/>
          </a:prstGeom>
          <a:solidFill>
            <a:schemeClr val="lt1">
              <a:alpha val="69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5" name="矩形 24"/>
          <p:cNvSpPr/>
          <p:nvPr/>
        </p:nvSpPr>
        <p:spPr>
          <a:xfrm>
            <a:off x="0" y="6203315"/>
            <a:ext cx="238125" cy="76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8" name="椭圆 27"/>
          <p:cNvSpPr/>
          <p:nvPr/>
        </p:nvSpPr>
        <p:spPr>
          <a:xfrm>
            <a:off x="1060958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9" name="椭圆 28"/>
          <p:cNvSpPr/>
          <p:nvPr/>
        </p:nvSpPr>
        <p:spPr>
          <a:xfrm>
            <a:off x="1081913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椭圆 29"/>
          <p:cNvSpPr/>
          <p:nvPr/>
        </p:nvSpPr>
        <p:spPr>
          <a:xfrm>
            <a:off x="11028680" y="879475"/>
            <a:ext cx="85725" cy="85725"/>
          </a:xfrm>
          <a:prstGeom prst="ellipse">
            <a:avLst/>
          </a:prstGeom>
          <a:noFill/>
          <a:ln>
            <a:solidFill>
              <a:srgbClr val="FFC000"/>
            </a:solidFill>
          </a:ln>
          <a:extLst>
            <a:ext uri="{909E8E84-426E-40DD-AFC4-6F175D3DCCD1}">
              <a14:hiddenFill xmlns:a14="http://schemas.microsoft.com/office/drawing/2010/main">
                <a:solidFill>
                  <a:srgbClr val="FFC000"/>
                </a:solidFill>
              </a14:hiddenFill>
            </a:ext>
          </a:ex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1" name="椭圆 30"/>
          <p:cNvSpPr/>
          <p:nvPr/>
        </p:nvSpPr>
        <p:spPr>
          <a:xfrm>
            <a:off x="1123823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2" name="椭圆 31"/>
          <p:cNvSpPr/>
          <p:nvPr/>
        </p:nvSpPr>
        <p:spPr>
          <a:xfrm>
            <a:off x="1144778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33" name="直接连接符 32"/>
          <p:cNvCxnSpPr>
            <a:stCxn id="29" idx="6"/>
            <a:endCxn id="30" idx="2"/>
          </p:cNvCxnSpPr>
          <p:nvPr/>
        </p:nvCxnSpPr>
        <p:spPr>
          <a:xfrm>
            <a:off x="10904855" y="922655"/>
            <a:ext cx="123825" cy="0"/>
          </a:xfrm>
          <a:prstGeom prst="line">
            <a:avLst/>
          </a:prstGeom>
          <a:ln w="9525">
            <a:solidFill>
              <a:srgbClr val="FFC000"/>
            </a:solidFill>
          </a:ln>
        </p:spPr>
        <p:style>
          <a:lnRef idx="1">
            <a:schemeClr val="accent2"/>
          </a:lnRef>
          <a:fillRef idx="0">
            <a:schemeClr val="accent2"/>
          </a:fillRef>
          <a:effectRef idx="0">
            <a:schemeClr val="accent2"/>
          </a:effectRef>
          <a:fontRef idx="minor">
            <a:schemeClr val="tx1"/>
          </a:fontRef>
        </p:style>
      </p:cxnSp>
      <p:sp>
        <p:nvSpPr>
          <p:cNvPr id="4" name="矩形 3"/>
          <p:cNvSpPr/>
          <p:nvPr/>
        </p:nvSpPr>
        <p:spPr>
          <a:xfrm flipV="1">
            <a:off x="745317" y="2362200"/>
            <a:ext cx="76200" cy="20904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矩形 36"/>
          <p:cNvSpPr/>
          <p:nvPr/>
        </p:nvSpPr>
        <p:spPr>
          <a:xfrm>
            <a:off x="10568940" y="4114800"/>
            <a:ext cx="755015" cy="88265"/>
          </a:xfrm>
          <a:prstGeom prst="rect">
            <a:avLst/>
          </a:prstGeom>
          <a:solidFill>
            <a:schemeClr val="bg1">
              <a:alpha val="62000"/>
            </a:scheme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0923905" y="4266565"/>
            <a:ext cx="755015" cy="88265"/>
          </a:xfrm>
          <a:prstGeom prst="rect">
            <a:avLst/>
          </a:prstGeom>
          <a:solidFill>
            <a:schemeClr val="accent3">
              <a:alpha val="62000"/>
            </a:schemeClr>
          </a:solidFill>
          <a:effectLst/>
          <a:scene3d>
            <a:camera prst="perspectiveLeft">
              <a:rot lat="600000" lon="1200000" rev="0"/>
            </a:camera>
            <a:lightRig rig="threePt" dir="t"/>
          </a:scene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9" name="矩形 38"/>
          <p:cNvSpPr/>
          <p:nvPr/>
        </p:nvSpPr>
        <p:spPr>
          <a:xfrm>
            <a:off x="10568940" y="4418330"/>
            <a:ext cx="755015" cy="88265"/>
          </a:xfrm>
          <a:prstGeom prst="rect">
            <a:avLst/>
          </a:prstGeom>
          <a:solidFill>
            <a:schemeClr val="bg1">
              <a:alpha val="62000"/>
            </a:scheme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0568940" y="4570095"/>
            <a:ext cx="755015" cy="88265"/>
          </a:xfrm>
          <a:prstGeom prst="rect">
            <a:avLst/>
          </a:prstGeom>
          <a:solidFill>
            <a:srgbClr val="92D050">
              <a:alpha val="62000"/>
            </a:srgb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0923905" y="4707255"/>
            <a:ext cx="755015" cy="88265"/>
          </a:xfrm>
          <a:prstGeom prst="rect">
            <a:avLst/>
          </a:prstGeom>
          <a:solidFill>
            <a:schemeClr val="accent3">
              <a:alpha val="62000"/>
            </a:schemeClr>
          </a:solidFill>
          <a:effectLst/>
          <a:scene3d>
            <a:camera prst="perspectiveLeft">
              <a:rot lat="600000" lon="1200000" rev="0"/>
            </a:camera>
            <a:lightRig rig="threePt" dir="t"/>
          </a:scene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2" name="矩形 41"/>
          <p:cNvSpPr/>
          <p:nvPr/>
        </p:nvSpPr>
        <p:spPr>
          <a:xfrm>
            <a:off x="10568940" y="4844415"/>
            <a:ext cx="755015" cy="88265"/>
          </a:xfrm>
          <a:prstGeom prst="rect">
            <a:avLst/>
          </a:prstGeom>
          <a:solidFill>
            <a:schemeClr val="dk1">
              <a:alpha val="62000"/>
            </a:schemeClr>
          </a:solidFill>
          <a:ln>
            <a:noFill/>
          </a:ln>
          <a:effectLst/>
          <a:scene3d>
            <a:camera prst="perspectiveLeft">
              <a:rot lat="600000" lon="1200000" rev="0"/>
            </a:camera>
            <a:lightRig rig="threePt" dir="t"/>
          </a:scene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矩形 42"/>
          <p:cNvSpPr/>
          <p:nvPr/>
        </p:nvSpPr>
        <p:spPr>
          <a:xfrm>
            <a:off x="6623685" y="5139055"/>
            <a:ext cx="3305175" cy="128905"/>
          </a:xfrm>
          <a:prstGeom prst="rect">
            <a:avLst/>
          </a:prstGeom>
          <a:solidFill>
            <a:schemeClr val="bg1">
              <a:alpha val="62000"/>
            </a:scheme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4618397" y="5576078"/>
            <a:ext cx="134620" cy="872490"/>
          </a:xfrm>
          <a:prstGeom prst="rect">
            <a:avLst/>
          </a:prstGeom>
          <a:solidFill>
            <a:schemeClr val="dk1"/>
          </a:solidFill>
          <a:effectLst/>
          <a:scene3d>
            <a:camera prst="perspectiveLeft">
              <a:rot lat="0" lon="1200000" rev="0"/>
            </a:camera>
            <a:lightRig rig="threePt" dir="t"/>
          </a:scene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45" name="矩形 44"/>
          <p:cNvSpPr/>
          <p:nvPr/>
        </p:nvSpPr>
        <p:spPr>
          <a:xfrm>
            <a:off x="4529771" y="5508220"/>
            <a:ext cx="5859145" cy="1067475"/>
          </a:xfrm>
          <a:prstGeom prst="rect">
            <a:avLst/>
          </a:prstGeom>
          <a:solidFill>
            <a:schemeClr val="dk1"/>
          </a:solidFill>
          <a:effectLst/>
          <a:scene3d>
            <a:camera prst="perspectiveLeft">
              <a:rot lat="0" lon="1200000" rev="0"/>
            </a:camera>
            <a:lightRig rig="threePt" dir="t"/>
          </a:scene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文本框 45"/>
          <p:cNvSpPr txBox="1"/>
          <p:nvPr/>
        </p:nvSpPr>
        <p:spPr>
          <a:xfrm>
            <a:off x="4841643" y="5580292"/>
            <a:ext cx="5398684" cy="923330"/>
          </a:xfrm>
          <a:prstGeom prst="rect">
            <a:avLst/>
          </a:prstGeom>
          <a:noFill/>
          <a:scene3d>
            <a:camera prst="perspectiveLeft"/>
            <a:lightRig rig="threePt" dir="t"/>
          </a:scene3d>
        </p:spPr>
        <p:txBody>
          <a:bodyPr wrap="square" rtlCol="0">
            <a:spAutoFit/>
          </a:bodyPr>
          <a:lstStyle/>
          <a:p>
            <a:r>
              <a:rPr lang="zh-CN" altLang="zh-CN" sz="1800" dirty="0">
                <a:solidFill>
                  <a:schemeClr val="bg1"/>
                </a:solidFill>
                <a:effectLst/>
                <a:ea typeface="等线" panose="02010600030101010101" pitchFamily="2" charset="-122"/>
                <a:cs typeface="Times New Roman" panose="02020603050405020304" pitchFamily="18" charset="0"/>
              </a:rPr>
              <a:t>用动量守恒和相对论算出地球加速到光速的千分之五的过程中，喷气速度、行星发动机所用的离子总质量、喷口质量流量的关系</a:t>
            </a:r>
            <a:endParaRPr lang="zh-CN" altLang="en-US" sz="3200" dirty="0">
              <a:solidFill>
                <a:schemeClr val="bg1"/>
              </a:solidFill>
              <a:latin typeface="Source Han Sans Heavy" panose="020B0A00000000000000" charset="-122"/>
              <a:ea typeface="Source Han Sans Heavy" panose="020B0A00000000000000" charset="-122"/>
            </a:endParaRPr>
          </a:p>
        </p:txBody>
      </p:sp>
      <p:pic>
        <p:nvPicPr>
          <p:cNvPr id="47" name="图片 46" descr="网格"/>
          <p:cNvPicPr>
            <a:picLocks noChangeAspect="1"/>
          </p:cNvPicPr>
          <p:nvPr/>
        </p:nvPicPr>
        <p:blipFill>
          <a:blip r:embed="rId5">
            <a:alphaModFix amt="20000"/>
          </a:blip>
          <a:srcRect l="43434" b="-2768"/>
          <a:stretch>
            <a:fillRect/>
          </a:stretch>
        </p:blipFill>
        <p:spPr>
          <a:xfrm>
            <a:off x="7310755" y="1048068"/>
            <a:ext cx="5859145" cy="5988050"/>
          </a:xfrm>
          <a:prstGeom prst="rect">
            <a:avLst/>
          </a:prstGeom>
          <a:scene3d>
            <a:camera prst="perspectiveLeft"/>
            <a:lightRig rig="threePt" dir="t"/>
          </a:scene3d>
        </p:spPr>
      </p:pic>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algn="ctr"/>
            <a:r>
              <a:rPr lang="en-US" altLang="zh-CN" sz="500">
                <a:solidFill>
                  <a:schemeClr val="tx1">
                    <a:alpha val="2000"/>
                  </a:schemeClr>
                </a:solidFill>
                <a:latin typeface="Novecento wide Bold" panose="00000805000000000000" charset="0"/>
                <a:cs typeface="Novecento wide Bold" panose="00000805000000000000" charset="0"/>
              </a:rPr>
              <a:t>rhodeskesi</a:t>
            </a:r>
          </a:p>
        </p:txBody>
      </p:sp>
      <p:sp>
        <p:nvSpPr>
          <p:cNvPr id="2" name="标题 1">
            <a:extLst>
              <a:ext uri="{FF2B5EF4-FFF2-40B4-BE49-F238E27FC236}">
                <a16:creationId xmlns:a16="http://schemas.microsoft.com/office/drawing/2014/main" id="{AB260EFB-870B-568A-B2E1-E5B8AFC4233D}"/>
              </a:ext>
            </a:extLst>
          </p:cNvPr>
          <p:cNvSpPr>
            <a:spLocks noGrp="1"/>
          </p:cNvSpPr>
          <p:nvPr>
            <p:ph type="ctrTitle"/>
          </p:nvPr>
        </p:nvSpPr>
        <p:spPr>
          <a:xfrm>
            <a:off x="126248" y="304800"/>
            <a:ext cx="2339366" cy="919942"/>
          </a:xfrm>
        </p:spPr>
        <p:txBody>
          <a:bodyPr>
            <a:normAutofit fontScale="90000"/>
          </a:bodyPr>
          <a:lstStyle/>
          <a:p>
            <a:pPr algn="l"/>
            <a:r>
              <a:rPr lang="en-US" altLang="zh-CN" sz="3600" dirty="0">
                <a:latin typeface="Arial Narrow" panose="020B0606020202030204" pitchFamily="34" charset="0"/>
                <a:cs typeface="Novecento wide Bold" panose="00000805000000000000" charset="0"/>
              </a:rPr>
              <a:t>TONGJI</a:t>
            </a:r>
            <a:br>
              <a:rPr lang="en-US" altLang="zh-CN" sz="2800" dirty="0">
                <a:latin typeface="Arial Narrow" panose="020B0606020202030204" pitchFamily="34" charset="0"/>
                <a:cs typeface="Novecento wide Bold" panose="00000805000000000000" charset="0"/>
              </a:rPr>
            </a:br>
            <a:r>
              <a:rPr lang="en-US" altLang="zh-CN" sz="2800" dirty="0">
                <a:latin typeface="Arial Narrow" panose="020B0606020202030204" pitchFamily="34" charset="0"/>
                <a:cs typeface="Novecento wide Bold" panose="00000805000000000000" charset="0"/>
              </a:rPr>
              <a:t>         </a:t>
            </a:r>
            <a:r>
              <a:rPr lang="en-US" altLang="zh-CN" sz="3100" dirty="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3" name="直接连接符 2">
            <a:extLst>
              <a:ext uri="{FF2B5EF4-FFF2-40B4-BE49-F238E27FC236}">
                <a16:creationId xmlns:a16="http://schemas.microsoft.com/office/drawing/2014/main" id="{D7131C02-AA5C-29BC-706E-CB70F62F96EB}"/>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EDC156C8-7DED-E12C-122A-ED2A3F7DBA1E}"/>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extLst>
              <a:ext uri="{28A0092B-C50C-407E-A947-70E740481C1C}">
                <a14:useLocalDpi xmlns:a14="http://schemas.microsoft.com/office/drawing/2010/main" val="0"/>
              </a:ext>
            </a:extLst>
          </a:blip>
          <a:srcRect/>
          <a:stretch/>
        </p:blipFill>
        <p:spPr>
          <a:xfrm>
            <a:off x="5497951" y="810980"/>
            <a:ext cx="4477143" cy="4379595"/>
          </a:xfrm>
          <a:prstGeom prst="rect">
            <a:avLst/>
          </a:prstGeom>
          <a:scene3d>
            <a:camera prst="perspectiveLeft"/>
            <a:lightRig rig="threePt" dir="t"/>
          </a:scene3d>
        </p:spPr>
      </p:pic>
      <p:cxnSp>
        <p:nvCxnSpPr>
          <p:cNvPr id="12" name="直接连接符 11"/>
          <p:cNvCxnSpPr/>
          <p:nvPr/>
        </p:nvCxnSpPr>
        <p:spPr>
          <a:xfrm flipH="1">
            <a:off x="2897505" y="-119380"/>
            <a:ext cx="8890" cy="70961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2742565" y="5093970"/>
            <a:ext cx="319405" cy="1701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9" name="矩形 8"/>
          <p:cNvSpPr/>
          <p:nvPr/>
        </p:nvSpPr>
        <p:spPr>
          <a:xfrm>
            <a:off x="1572895" y="2335530"/>
            <a:ext cx="2694305" cy="211709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pic>
        <p:nvPicPr>
          <p:cNvPr id="15" name="图片 14" descr="道具_带框_至纯源石"/>
          <p:cNvPicPr>
            <a:picLocks noChangeAspect="1"/>
          </p:cNvPicPr>
          <p:nvPr/>
        </p:nvPicPr>
        <p:blipFill>
          <a:blip r:embed="rId4">
            <a:grayscl/>
            <a:lum bright="-66000" contrast="12000"/>
          </a:blip>
          <a:stretch>
            <a:fillRect/>
          </a:stretch>
        </p:blipFill>
        <p:spPr>
          <a:xfrm>
            <a:off x="2048510" y="2522220"/>
            <a:ext cx="1743075" cy="1743075"/>
          </a:xfrm>
          <a:prstGeom prst="rect">
            <a:avLst/>
          </a:prstGeom>
          <a:effectLst>
            <a:outerShdw blurRad="50800" dist="38100" dir="2700000" algn="tl" rotWithShape="0">
              <a:prstClr val="black">
                <a:alpha val="40000"/>
              </a:prstClr>
            </a:outerShdw>
          </a:effectLst>
        </p:spPr>
      </p:pic>
      <p:sp>
        <p:nvSpPr>
          <p:cNvPr id="16" name="文本框 15"/>
          <p:cNvSpPr txBox="1"/>
          <p:nvPr/>
        </p:nvSpPr>
        <p:spPr>
          <a:xfrm>
            <a:off x="1882775" y="2575181"/>
            <a:ext cx="2038350" cy="1326004"/>
          </a:xfrm>
          <a:prstGeom prst="rect">
            <a:avLst/>
          </a:prstGeom>
          <a:noFill/>
        </p:spPr>
        <p:txBody>
          <a:bodyPr wrap="square" lIns="46990" tIns="46990" rIns="46990" bIns="4699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prstClr val="white"/>
                </a:solidFill>
                <a:effectLst/>
                <a:uLnTx/>
                <a:uFillTx/>
                <a:latin typeface="Novecento wide Bold" panose="00000805000000000000" charset="0"/>
                <a:ea typeface="微软雅黑" panose="020B0503020204020204" pitchFamily="34" charset="-122"/>
                <a:cs typeface="Novecento wide Bold" panose="00000805000000000000" charset="0"/>
              </a:rPr>
              <a:t>离子</a:t>
            </a:r>
            <a:endParaRPr kumimoji="0" lang="en-US" altLang="zh-CN" sz="4000" b="1" i="0" u="none" strike="noStrike" kern="1200" cap="none" spc="0" normalizeH="0" baseline="0" noProof="0" dirty="0">
              <a:ln>
                <a:noFill/>
              </a:ln>
              <a:solidFill>
                <a:prstClr val="white"/>
              </a:solidFill>
              <a:effectLst/>
              <a:uLnTx/>
              <a:uFillTx/>
              <a:latin typeface="Novecento wide Bold" panose="00000805000000000000" charset="0"/>
              <a:ea typeface="微软雅黑" panose="020B0503020204020204" pitchFamily="34" charset="-122"/>
              <a:cs typeface="Novecento wide Bold" panose="00000805000000000000"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prstClr val="white"/>
                </a:solidFill>
                <a:effectLst/>
                <a:uLnTx/>
                <a:uFillTx/>
                <a:latin typeface="Novecento wide Bold" panose="00000805000000000000" charset="0"/>
                <a:ea typeface="微软雅黑" panose="020B0503020204020204" pitchFamily="34" charset="-122"/>
                <a:cs typeface="Novecento wide Bold" panose="00000805000000000000" charset="0"/>
              </a:rPr>
              <a:t>速度</a:t>
            </a:r>
            <a:endParaRPr kumimoji="0" lang="en-US" altLang="zh-CN" sz="3600" b="1" i="0" u="none" strike="noStrike" kern="1200" cap="none" spc="0" normalizeH="0" baseline="0" noProof="0" dirty="0">
              <a:ln>
                <a:noFill/>
              </a:ln>
              <a:solidFill>
                <a:prstClr val="white"/>
              </a:solidFill>
              <a:effectLst/>
              <a:uLnTx/>
              <a:uFillTx/>
              <a:latin typeface="Novecento wide Bold" panose="00000805000000000000" charset="0"/>
              <a:ea typeface="微软雅黑" panose="020B0503020204020204" pitchFamily="34" charset="-122"/>
              <a:cs typeface="Novecento wide Bold" panose="00000805000000000000" charset="0"/>
            </a:endParaRPr>
          </a:p>
        </p:txBody>
      </p:sp>
      <p:sp>
        <p:nvSpPr>
          <p:cNvPr id="5" name="矩形 4"/>
          <p:cNvSpPr/>
          <p:nvPr/>
        </p:nvSpPr>
        <p:spPr>
          <a:xfrm>
            <a:off x="11238230" y="6203950"/>
            <a:ext cx="342900" cy="755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6" name="矩形 5"/>
          <p:cNvSpPr/>
          <p:nvPr/>
        </p:nvSpPr>
        <p:spPr>
          <a:xfrm>
            <a:off x="1838325" y="2188210"/>
            <a:ext cx="1357630" cy="272415"/>
          </a:xfrm>
          <a:prstGeom prst="rect">
            <a:avLst/>
          </a:prstGeom>
          <a:solidFill>
            <a:schemeClr val="bg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0" name="椭圆 9"/>
          <p:cNvSpPr/>
          <p:nvPr/>
        </p:nvSpPr>
        <p:spPr>
          <a:xfrm>
            <a:off x="3965575" y="2424430"/>
            <a:ext cx="182245" cy="182245"/>
          </a:xfrm>
          <a:prstGeom prst="ellipse">
            <a:avLst/>
          </a:prstGeom>
          <a:solidFill>
            <a:schemeClr val="lt1">
              <a:alpha val="69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25" name="矩形 24"/>
          <p:cNvSpPr/>
          <p:nvPr/>
        </p:nvSpPr>
        <p:spPr>
          <a:xfrm>
            <a:off x="0" y="6203315"/>
            <a:ext cx="238125" cy="76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28" name="椭圆 27"/>
          <p:cNvSpPr/>
          <p:nvPr/>
        </p:nvSpPr>
        <p:spPr>
          <a:xfrm>
            <a:off x="1060958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29" name="椭圆 28"/>
          <p:cNvSpPr/>
          <p:nvPr/>
        </p:nvSpPr>
        <p:spPr>
          <a:xfrm>
            <a:off x="1081913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0" name="椭圆 29"/>
          <p:cNvSpPr/>
          <p:nvPr/>
        </p:nvSpPr>
        <p:spPr>
          <a:xfrm>
            <a:off x="11028680" y="879475"/>
            <a:ext cx="85725" cy="85725"/>
          </a:xfrm>
          <a:prstGeom prst="ellipse">
            <a:avLst/>
          </a:prstGeom>
          <a:noFill/>
          <a:ln>
            <a:solidFill>
              <a:srgbClr val="FFC000"/>
            </a:solidFill>
          </a:ln>
          <a:extLst>
            <a:ext uri="{909E8E84-426E-40DD-AFC4-6F175D3DCCD1}">
              <a14:hiddenFill xmlns:a14="http://schemas.microsoft.com/office/drawing/2010/main">
                <a:solidFill>
                  <a:srgbClr val="FFC000"/>
                </a:solidFill>
              </a14:hiddenFill>
            </a:ext>
          </a:ex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1" name="椭圆 30"/>
          <p:cNvSpPr/>
          <p:nvPr/>
        </p:nvSpPr>
        <p:spPr>
          <a:xfrm>
            <a:off x="1123823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2" name="椭圆 31"/>
          <p:cNvSpPr/>
          <p:nvPr/>
        </p:nvSpPr>
        <p:spPr>
          <a:xfrm>
            <a:off x="1144778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cxnSp>
        <p:nvCxnSpPr>
          <p:cNvPr id="33" name="直接连接符 32"/>
          <p:cNvCxnSpPr>
            <a:stCxn id="29" idx="6"/>
            <a:endCxn id="30" idx="2"/>
          </p:cNvCxnSpPr>
          <p:nvPr/>
        </p:nvCxnSpPr>
        <p:spPr>
          <a:xfrm>
            <a:off x="10904855" y="922655"/>
            <a:ext cx="123825" cy="0"/>
          </a:xfrm>
          <a:prstGeom prst="line">
            <a:avLst/>
          </a:prstGeom>
          <a:ln w="9525">
            <a:solidFill>
              <a:srgbClr val="FFC000"/>
            </a:solidFill>
          </a:ln>
        </p:spPr>
        <p:style>
          <a:lnRef idx="1">
            <a:schemeClr val="accent2"/>
          </a:lnRef>
          <a:fillRef idx="0">
            <a:schemeClr val="accent2"/>
          </a:fillRef>
          <a:effectRef idx="0">
            <a:schemeClr val="accent2"/>
          </a:effectRef>
          <a:fontRef idx="minor">
            <a:schemeClr val="tx1"/>
          </a:fontRef>
        </p:style>
      </p:cxnSp>
      <p:sp>
        <p:nvSpPr>
          <p:cNvPr id="4" name="矩形 3"/>
          <p:cNvSpPr/>
          <p:nvPr/>
        </p:nvSpPr>
        <p:spPr>
          <a:xfrm flipV="1">
            <a:off x="745317" y="2362200"/>
            <a:ext cx="76200" cy="20904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7" name="矩形 36"/>
          <p:cNvSpPr/>
          <p:nvPr/>
        </p:nvSpPr>
        <p:spPr>
          <a:xfrm>
            <a:off x="10568940" y="4114800"/>
            <a:ext cx="755015" cy="88265"/>
          </a:xfrm>
          <a:prstGeom prst="rect">
            <a:avLst/>
          </a:prstGeom>
          <a:solidFill>
            <a:schemeClr val="bg1">
              <a:alpha val="62000"/>
            </a:scheme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8" name="矩形 37"/>
          <p:cNvSpPr/>
          <p:nvPr/>
        </p:nvSpPr>
        <p:spPr>
          <a:xfrm>
            <a:off x="10923905" y="4266565"/>
            <a:ext cx="755015" cy="88265"/>
          </a:xfrm>
          <a:prstGeom prst="rect">
            <a:avLst/>
          </a:prstGeom>
          <a:solidFill>
            <a:schemeClr val="accent3">
              <a:alpha val="62000"/>
            </a:schemeClr>
          </a:solidFill>
          <a:effectLst/>
          <a:scene3d>
            <a:camera prst="perspectiveLeft">
              <a:rot lat="600000" lon="1200000" rev="0"/>
            </a:camera>
            <a:lightRig rig="threePt" dir="t"/>
          </a:scene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9" name="矩形 38"/>
          <p:cNvSpPr/>
          <p:nvPr/>
        </p:nvSpPr>
        <p:spPr>
          <a:xfrm>
            <a:off x="10568940" y="4418330"/>
            <a:ext cx="755015" cy="88265"/>
          </a:xfrm>
          <a:prstGeom prst="rect">
            <a:avLst/>
          </a:prstGeom>
          <a:solidFill>
            <a:schemeClr val="bg1">
              <a:alpha val="62000"/>
            </a:scheme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0" name="矩形 39"/>
          <p:cNvSpPr/>
          <p:nvPr/>
        </p:nvSpPr>
        <p:spPr>
          <a:xfrm>
            <a:off x="10568940" y="4570095"/>
            <a:ext cx="755015" cy="88265"/>
          </a:xfrm>
          <a:prstGeom prst="rect">
            <a:avLst/>
          </a:prstGeom>
          <a:solidFill>
            <a:srgbClr val="92D050">
              <a:alpha val="62000"/>
            </a:srgb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1" name="矩形 40"/>
          <p:cNvSpPr/>
          <p:nvPr/>
        </p:nvSpPr>
        <p:spPr>
          <a:xfrm>
            <a:off x="10923905" y="4707255"/>
            <a:ext cx="755015" cy="88265"/>
          </a:xfrm>
          <a:prstGeom prst="rect">
            <a:avLst/>
          </a:prstGeom>
          <a:solidFill>
            <a:schemeClr val="accent3">
              <a:alpha val="62000"/>
            </a:schemeClr>
          </a:solidFill>
          <a:effectLst/>
          <a:scene3d>
            <a:camera prst="perspectiveLeft">
              <a:rot lat="600000" lon="1200000" rev="0"/>
            </a:camera>
            <a:lightRig rig="threePt" dir="t"/>
          </a:scene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2" name="矩形 41"/>
          <p:cNvSpPr/>
          <p:nvPr/>
        </p:nvSpPr>
        <p:spPr>
          <a:xfrm>
            <a:off x="10568940" y="4844415"/>
            <a:ext cx="755015" cy="88265"/>
          </a:xfrm>
          <a:prstGeom prst="rect">
            <a:avLst/>
          </a:prstGeom>
          <a:solidFill>
            <a:schemeClr val="dk1">
              <a:alpha val="62000"/>
            </a:schemeClr>
          </a:solidFill>
          <a:ln>
            <a:noFill/>
          </a:ln>
          <a:effectLst/>
          <a:scene3d>
            <a:camera prst="perspectiveLeft">
              <a:rot lat="600000" lon="1200000" rev="0"/>
            </a:camera>
            <a:lightRig rig="threePt" dir="t"/>
          </a:scene3d>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3" name="矩形 42"/>
          <p:cNvSpPr/>
          <p:nvPr/>
        </p:nvSpPr>
        <p:spPr>
          <a:xfrm>
            <a:off x="6623685" y="5139055"/>
            <a:ext cx="3305175" cy="128905"/>
          </a:xfrm>
          <a:prstGeom prst="rect">
            <a:avLst/>
          </a:prstGeom>
          <a:solidFill>
            <a:schemeClr val="bg1">
              <a:alpha val="62000"/>
            </a:scheme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4" name="矩形 43"/>
          <p:cNvSpPr/>
          <p:nvPr/>
        </p:nvSpPr>
        <p:spPr>
          <a:xfrm>
            <a:off x="4618397" y="5576078"/>
            <a:ext cx="134620" cy="872490"/>
          </a:xfrm>
          <a:prstGeom prst="rect">
            <a:avLst/>
          </a:prstGeom>
          <a:solidFill>
            <a:schemeClr val="dk1"/>
          </a:solidFill>
          <a:effectLst/>
          <a:scene3d>
            <a:camera prst="perspectiveLeft">
              <a:rot lat="0" lon="1200000" rev="0"/>
            </a:camera>
            <a:lightRig rig="threePt" dir="t"/>
          </a:scene3d>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45" name="矩形 44"/>
          <p:cNvSpPr/>
          <p:nvPr/>
        </p:nvSpPr>
        <p:spPr>
          <a:xfrm>
            <a:off x="4529771" y="5508220"/>
            <a:ext cx="5859145" cy="1067475"/>
          </a:xfrm>
          <a:prstGeom prst="rect">
            <a:avLst/>
          </a:prstGeom>
          <a:solidFill>
            <a:schemeClr val="dk1"/>
          </a:solidFill>
          <a:effectLst/>
          <a:scene3d>
            <a:camera prst="perspectiveLeft">
              <a:rot lat="0" lon="1200000" rev="0"/>
            </a:camera>
            <a:lightRig rig="threePt" dir="t"/>
          </a:scene3d>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6" name="文本框 45"/>
          <p:cNvSpPr txBox="1"/>
          <p:nvPr/>
        </p:nvSpPr>
        <p:spPr>
          <a:xfrm>
            <a:off x="4841643" y="5718791"/>
            <a:ext cx="5398684" cy="646331"/>
          </a:xfrm>
          <a:prstGeom prst="rect">
            <a:avLst/>
          </a:prstGeom>
          <a:noFill/>
          <a:scene3d>
            <a:camera prst="perspectiveLef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等线" panose="02010600030101010101" pitchFamily="2" charset="-122"/>
                <a:cs typeface="Times New Roman" panose="02020603050405020304" pitchFamily="18" charset="0"/>
              </a:rPr>
              <a:t>用已知的发动机推力算出质量流量，并与上试联立，代入数值可以得到离子流的速度</a:t>
            </a:r>
            <a:endParaRPr kumimoji="0" lang="zh-CN" altLang="en-US" sz="3200" b="0" i="0" u="none" strike="noStrike" kern="1200" cap="none" spc="0" normalizeH="0" baseline="0" noProof="0" dirty="0">
              <a:ln>
                <a:noFill/>
              </a:ln>
              <a:solidFill>
                <a:prstClr val="white"/>
              </a:solidFill>
              <a:effectLst/>
              <a:uLnTx/>
              <a:uFillTx/>
              <a:latin typeface="Source Han Sans Heavy" panose="020B0A00000000000000" charset="-122"/>
              <a:ea typeface="Source Han Sans Heavy" panose="020B0A00000000000000" charset="-122"/>
              <a:cs typeface="+mn-cs"/>
            </a:endParaRPr>
          </a:p>
        </p:txBody>
      </p:sp>
      <p:pic>
        <p:nvPicPr>
          <p:cNvPr id="47" name="图片 46" descr="网格"/>
          <p:cNvPicPr>
            <a:picLocks noChangeAspect="1"/>
          </p:cNvPicPr>
          <p:nvPr/>
        </p:nvPicPr>
        <p:blipFill>
          <a:blip r:embed="rId5">
            <a:alphaModFix amt="20000"/>
          </a:blip>
          <a:srcRect l="43434" b="-2768"/>
          <a:stretch>
            <a:fillRect/>
          </a:stretch>
        </p:blipFill>
        <p:spPr>
          <a:xfrm>
            <a:off x="7310755" y="1048068"/>
            <a:ext cx="5859145" cy="5988050"/>
          </a:xfrm>
          <a:prstGeom prst="rect">
            <a:avLst/>
          </a:prstGeom>
          <a:scene3d>
            <a:camera prst="perspectiveLeft"/>
            <a:lightRig rig="threePt" dir="t"/>
          </a:scene3d>
        </p:spPr>
      </p:pic>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00" b="0" i="0" u="none" strike="noStrike" kern="1200" cap="none" spc="0" normalizeH="0" baseline="0" noProof="0">
                <a:ln>
                  <a:noFill/>
                </a:ln>
                <a:solidFill>
                  <a:prstClr val="black">
                    <a:alpha val="2000"/>
                  </a:prstClr>
                </a:solidFill>
                <a:effectLst/>
                <a:uLnTx/>
                <a:uFillTx/>
                <a:latin typeface="Novecento wide Bold" panose="00000805000000000000" charset="0"/>
                <a:ea typeface="微软雅黑" panose="020B0503020204020204" pitchFamily="34" charset="-122"/>
                <a:cs typeface="Novecento wide Bold" panose="00000805000000000000" charset="0"/>
              </a:rPr>
              <a:t>rhodeskesi</a:t>
            </a:r>
          </a:p>
        </p:txBody>
      </p:sp>
      <p:sp>
        <p:nvSpPr>
          <p:cNvPr id="2" name="标题 1">
            <a:extLst>
              <a:ext uri="{FF2B5EF4-FFF2-40B4-BE49-F238E27FC236}">
                <a16:creationId xmlns:a16="http://schemas.microsoft.com/office/drawing/2014/main" id="{93924ED1-486E-0983-02F3-47A66C8DD3E5}"/>
              </a:ext>
            </a:extLst>
          </p:cNvPr>
          <p:cNvSpPr>
            <a:spLocks noGrp="1"/>
          </p:cNvSpPr>
          <p:nvPr>
            <p:ph type="ctrTitle"/>
          </p:nvPr>
        </p:nvSpPr>
        <p:spPr>
          <a:xfrm>
            <a:off x="126248" y="304800"/>
            <a:ext cx="2339366" cy="919942"/>
          </a:xfrm>
        </p:spPr>
        <p:txBody>
          <a:bodyPr>
            <a:normAutofit fontScale="90000"/>
          </a:bodyPr>
          <a:lstStyle/>
          <a:p>
            <a:pPr algn="l"/>
            <a:r>
              <a:rPr lang="en-US" altLang="zh-CN" sz="3600" dirty="0">
                <a:latin typeface="Arial Narrow" panose="020B0606020202030204" pitchFamily="34" charset="0"/>
                <a:cs typeface="Novecento wide Bold" panose="00000805000000000000" charset="0"/>
              </a:rPr>
              <a:t>TONGJI</a:t>
            </a:r>
            <a:br>
              <a:rPr lang="en-US" altLang="zh-CN" sz="2800" dirty="0">
                <a:latin typeface="Arial Narrow" panose="020B0606020202030204" pitchFamily="34" charset="0"/>
                <a:cs typeface="Novecento wide Bold" panose="00000805000000000000" charset="0"/>
              </a:rPr>
            </a:br>
            <a:r>
              <a:rPr lang="en-US" altLang="zh-CN" sz="2800" dirty="0">
                <a:latin typeface="Arial Narrow" panose="020B0606020202030204" pitchFamily="34" charset="0"/>
                <a:cs typeface="Novecento wide Bold" panose="00000805000000000000" charset="0"/>
              </a:rPr>
              <a:t>         </a:t>
            </a:r>
            <a:r>
              <a:rPr lang="en-US" altLang="zh-CN" sz="3100" dirty="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3" name="直接连接符 2">
            <a:extLst>
              <a:ext uri="{FF2B5EF4-FFF2-40B4-BE49-F238E27FC236}">
                <a16:creationId xmlns:a16="http://schemas.microsoft.com/office/drawing/2014/main" id="{BB6C7DE8-4BE8-A87C-8D78-651D1E75AB2A}"/>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EBE0EC12-AE71-0A53-AA9F-38D7DB36D82E}"/>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7695886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extLst>
              <a:ext uri="{28A0092B-C50C-407E-A947-70E740481C1C}">
                <a14:useLocalDpi xmlns:a14="http://schemas.microsoft.com/office/drawing/2010/main" val="0"/>
              </a:ext>
            </a:extLst>
          </a:blip>
          <a:srcRect/>
          <a:stretch/>
        </p:blipFill>
        <p:spPr>
          <a:xfrm>
            <a:off x="5216778" y="810980"/>
            <a:ext cx="5039488" cy="4379595"/>
          </a:xfrm>
          <a:prstGeom prst="rect">
            <a:avLst/>
          </a:prstGeom>
          <a:scene3d>
            <a:camera prst="perspectiveLeft"/>
            <a:lightRig rig="threePt" dir="t"/>
          </a:scene3d>
        </p:spPr>
      </p:pic>
      <p:cxnSp>
        <p:nvCxnSpPr>
          <p:cNvPr id="12" name="直接连接符 11"/>
          <p:cNvCxnSpPr/>
          <p:nvPr/>
        </p:nvCxnSpPr>
        <p:spPr>
          <a:xfrm flipH="1">
            <a:off x="2897505" y="-119380"/>
            <a:ext cx="8890" cy="70961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2742565" y="5093970"/>
            <a:ext cx="319405" cy="17018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9" name="矩形 8"/>
          <p:cNvSpPr/>
          <p:nvPr/>
        </p:nvSpPr>
        <p:spPr>
          <a:xfrm>
            <a:off x="1572895" y="2335530"/>
            <a:ext cx="2694305" cy="211709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pic>
        <p:nvPicPr>
          <p:cNvPr id="15" name="图片 14" descr="道具_带框_至纯源石"/>
          <p:cNvPicPr>
            <a:picLocks noChangeAspect="1"/>
          </p:cNvPicPr>
          <p:nvPr/>
        </p:nvPicPr>
        <p:blipFill>
          <a:blip r:embed="rId4">
            <a:grayscl/>
            <a:lum bright="-66000" contrast="12000"/>
          </a:blip>
          <a:stretch>
            <a:fillRect/>
          </a:stretch>
        </p:blipFill>
        <p:spPr>
          <a:xfrm>
            <a:off x="2048510" y="2522220"/>
            <a:ext cx="1743075" cy="1743075"/>
          </a:xfrm>
          <a:prstGeom prst="rect">
            <a:avLst/>
          </a:prstGeom>
          <a:effectLst>
            <a:outerShdw blurRad="50800" dist="38100" dir="2700000" algn="tl" rotWithShape="0">
              <a:prstClr val="black">
                <a:alpha val="40000"/>
              </a:prstClr>
            </a:outerShdw>
          </a:effectLst>
        </p:spPr>
      </p:pic>
      <p:sp>
        <p:nvSpPr>
          <p:cNvPr id="16" name="文本框 15"/>
          <p:cNvSpPr txBox="1"/>
          <p:nvPr/>
        </p:nvSpPr>
        <p:spPr>
          <a:xfrm>
            <a:off x="1882775" y="2575181"/>
            <a:ext cx="2038350" cy="1326004"/>
          </a:xfrm>
          <a:prstGeom prst="rect">
            <a:avLst/>
          </a:prstGeom>
          <a:noFill/>
        </p:spPr>
        <p:txBody>
          <a:bodyPr wrap="square" lIns="46990" tIns="46990" rIns="46990" bIns="4699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prstClr val="white"/>
                </a:solidFill>
                <a:effectLst/>
                <a:uLnTx/>
                <a:uFillTx/>
                <a:latin typeface="Novecento wide Bold" panose="00000805000000000000" charset="0"/>
                <a:ea typeface="微软雅黑" panose="020B0503020204020204" pitchFamily="34" charset="-122"/>
                <a:cs typeface="Novecento wide Bold" panose="00000805000000000000" charset="0"/>
              </a:rPr>
              <a:t>离子</a:t>
            </a:r>
            <a:endParaRPr kumimoji="0" lang="en-US" altLang="zh-CN" sz="4000" b="1" i="0" u="none" strike="noStrike" kern="1200" cap="none" spc="0" normalizeH="0" baseline="0" noProof="0" dirty="0">
              <a:ln>
                <a:noFill/>
              </a:ln>
              <a:solidFill>
                <a:prstClr val="white"/>
              </a:solidFill>
              <a:effectLst/>
              <a:uLnTx/>
              <a:uFillTx/>
              <a:latin typeface="Novecento wide Bold" panose="00000805000000000000" charset="0"/>
              <a:ea typeface="微软雅黑" panose="020B0503020204020204" pitchFamily="34" charset="-122"/>
              <a:cs typeface="Novecento wide Bold" panose="00000805000000000000"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000" b="1" dirty="0">
                <a:solidFill>
                  <a:prstClr val="white"/>
                </a:solidFill>
                <a:latin typeface="Novecento wide Bold" panose="00000805000000000000" charset="0"/>
                <a:ea typeface="微软雅黑" panose="020B0503020204020204" pitchFamily="34" charset="-122"/>
                <a:cs typeface="Novecento wide Bold" panose="00000805000000000000" charset="0"/>
              </a:rPr>
              <a:t>温度</a:t>
            </a:r>
            <a:endParaRPr kumimoji="0" lang="en-US" altLang="zh-CN" sz="3600" b="1" i="0" u="none" strike="noStrike" kern="1200" cap="none" spc="0" normalizeH="0" baseline="0" noProof="0" dirty="0">
              <a:ln>
                <a:noFill/>
              </a:ln>
              <a:solidFill>
                <a:prstClr val="white"/>
              </a:solidFill>
              <a:effectLst/>
              <a:uLnTx/>
              <a:uFillTx/>
              <a:latin typeface="Novecento wide Bold" panose="00000805000000000000" charset="0"/>
              <a:ea typeface="微软雅黑" panose="020B0503020204020204" pitchFamily="34" charset="-122"/>
              <a:cs typeface="Novecento wide Bold" panose="00000805000000000000" charset="0"/>
            </a:endParaRPr>
          </a:p>
        </p:txBody>
      </p:sp>
      <p:sp>
        <p:nvSpPr>
          <p:cNvPr id="5" name="矩形 4"/>
          <p:cNvSpPr/>
          <p:nvPr/>
        </p:nvSpPr>
        <p:spPr>
          <a:xfrm>
            <a:off x="11238230" y="6203950"/>
            <a:ext cx="342900" cy="755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6" name="矩形 5"/>
          <p:cNvSpPr/>
          <p:nvPr/>
        </p:nvSpPr>
        <p:spPr>
          <a:xfrm>
            <a:off x="1838325" y="2188210"/>
            <a:ext cx="1357630" cy="272415"/>
          </a:xfrm>
          <a:prstGeom prst="rect">
            <a:avLst/>
          </a:prstGeom>
          <a:solidFill>
            <a:schemeClr val="bg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0" name="椭圆 9"/>
          <p:cNvSpPr/>
          <p:nvPr/>
        </p:nvSpPr>
        <p:spPr>
          <a:xfrm>
            <a:off x="3965575" y="2424430"/>
            <a:ext cx="182245" cy="182245"/>
          </a:xfrm>
          <a:prstGeom prst="ellipse">
            <a:avLst/>
          </a:prstGeom>
          <a:solidFill>
            <a:schemeClr val="lt1">
              <a:alpha val="69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25" name="矩形 24"/>
          <p:cNvSpPr/>
          <p:nvPr/>
        </p:nvSpPr>
        <p:spPr>
          <a:xfrm>
            <a:off x="0" y="6203315"/>
            <a:ext cx="238125" cy="76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28" name="椭圆 27"/>
          <p:cNvSpPr/>
          <p:nvPr/>
        </p:nvSpPr>
        <p:spPr>
          <a:xfrm>
            <a:off x="1060958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29" name="椭圆 28"/>
          <p:cNvSpPr/>
          <p:nvPr/>
        </p:nvSpPr>
        <p:spPr>
          <a:xfrm>
            <a:off x="1081913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0" name="椭圆 29"/>
          <p:cNvSpPr/>
          <p:nvPr/>
        </p:nvSpPr>
        <p:spPr>
          <a:xfrm>
            <a:off x="11028680" y="879475"/>
            <a:ext cx="85725" cy="85725"/>
          </a:xfrm>
          <a:prstGeom prst="ellipse">
            <a:avLst/>
          </a:prstGeom>
          <a:noFill/>
          <a:ln>
            <a:solidFill>
              <a:srgbClr val="FFC000"/>
            </a:solidFill>
          </a:ln>
          <a:extLst>
            <a:ext uri="{909E8E84-426E-40DD-AFC4-6F175D3DCCD1}">
              <a14:hiddenFill xmlns:a14="http://schemas.microsoft.com/office/drawing/2010/main">
                <a:solidFill>
                  <a:srgbClr val="FFC000"/>
                </a:solidFill>
              </a14:hiddenFill>
            </a:ext>
          </a:ex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1" name="椭圆 30"/>
          <p:cNvSpPr/>
          <p:nvPr/>
        </p:nvSpPr>
        <p:spPr>
          <a:xfrm>
            <a:off x="1123823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2" name="椭圆 31"/>
          <p:cNvSpPr/>
          <p:nvPr/>
        </p:nvSpPr>
        <p:spPr>
          <a:xfrm>
            <a:off x="11447780" y="879475"/>
            <a:ext cx="85725" cy="85725"/>
          </a:xfrm>
          <a:prstGeom prst="ellipse">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cxnSp>
        <p:nvCxnSpPr>
          <p:cNvPr id="33" name="直接连接符 32"/>
          <p:cNvCxnSpPr>
            <a:stCxn id="29" idx="6"/>
            <a:endCxn id="30" idx="2"/>
          </p:cNvCxnSpPr>
          <p:nvPr/>
        </p:nvCxnSpPr>
        <p:spPr>
          <a:xfrm>
            <a:off x="10904855" y="922655"/>
            <a:ext cx="123825" cy="0"/>
          </a:xfrm>
          <a:prstGeom prst="line">
            <a:avLst/>
          </a:prstGeom>
          <a:ln w="9525">
            <a:solidFill>
              <a:srgbClr val="FFC000"/>
            </a:solidFill>
          </a:ln>
        </p:spPr>
        <p:style>
          <a:lnRef idx="1">
            <a:schemeClr val="accent2"/>
          </a:lnRef>
          <a:fillRef idx="0">
            <a:schemeClr val="accent2"/>
          </a:fillRef>
          <a:effectRef idx="0">
            <a:schemeClr val="accent2"/>
          </a:effectRef>
          <a:fontRef idx="minor">
            <a:schemeClr val="tx1"/>
          </a:fontRef>
        </p:style>
      </p:cxnSp>
      <p:sp>
        <p:nvSpPr>
          <p:cNvPr id="4" name="矩形 3"/>
          <p:cNvSpPr/>
          <p:nvPr/>
        </p:nvSpPr>
        <p:spPr>
          <a:xfrm flipV="1">
            <a:off x="745317" y="2362200"/>
            <a:ext cx="76200" cy="209042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7" name="矩形 36"/>
          <p:cNvSpPr/>
          <p:nvPr/>
        </p:nvSpPr>
        <p:spPr>
          <a:xfrm>
            <a:off x="10568940" y="4114800"/>
            <a:ext cx="755015" cy="88265"/>
          </a:xfrm>
          <a:prstGeom prst="rect">
            <a:avLst/>
          </a:prstGeom>
          <a:solidFill>
            <a:schemeClr val="bg1">
              <a:alpha val="62000"/>
            </a:scheme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8" name="矩形 37"/>
          <p:cNvSpPr/>
          <p:nvPr/>
        </p:nvSpPr>
        <p:spPr>
          <a:xfrm>
            <a:off x="10923905" y="4266565"/>
            <a:ext cx="755015" cy="88265"/>
          </a:xfrm>
          <a:prstGeom prst="rect">
            <a:avLst/>
          </a:prstGeom>
          <a:solidFill>
            <a:schemeClr val="accent3">
              <a:alpha val="62000"/>
            </a:schemeClr>
          </a:solidFill>
          <a:effectLst/>
          <a:scene3d>
            <a:camera prst="perspectiveLeft">
              <a:rot lat="600000" lon="1200000" rev="0"/>
            </a:camera>
            <a:lightRig rig="threePt" dir="t"/>
          </a:scene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9" name="矩形 38"/>
          <p:cNvSpPr/>
          <p:nvPr/>
        </p:nvSpPr>
        <p:spPr>
          <a:xfrm>
            <a:off x="10568940" y="4418330"/>
            <a:ext cx="755015" cy="88265"/>
          </a:xfrm>
          <a:prstGeom prst="rect">
            <a:avLst/>
          </a:prstGeom>
          <a:solidFill>
            <a:schemeClr val="bg1">
              <a:alpha val="62000"/>
            </a:scheme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0" name="矩形 39"/>
          <p:cNvSpPr/>
          <p:nvPr/>
        </p:nvSpPr>
        <p:spPr>
          <a:xfrm>
            <a:off x="10568940" y="4570095"/>
            <a:ext cx="755015" cy="88265"/>
          </a:xfrm>
          <a:prstGeom prst="rect">
            <a:avLst/>
          </a:prstGeom>
          <a:solidFill>
            <a:srgbClr val="92D050">
              <a:alpha val="62000"/>
            </a:srgb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1" name="矩形 40"/>
          <p:cNvSpPr/>
          <p:nvPr/>
        </p:nvSpPr>
        <p:spPr>
          <a:xfrm>
            <a:off x="10923905" y="4707255"/>
            <a:ext cx="755015" cy="88265"/>
          </a:xfrm>
          <a:prstGeom prst="rect">
            <a:avLst/>
          </a:prstGeom>
          <a:solidFill>
            <a:schemeClr val="accent3">
              <a:alpha val="62000"/>
            </a:schemeClr>
          </a:solidFill>
          <a:effectLst/>
          <a:scene3d>
            <a:camera prst="perspectiveLeft">
              <a:rot lat="600000" lon="1200000" rev="0"/>
            </a:camera>
            <a:lightRig rig="threePt" dir="t"/>
          </a:scene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2" name="矩形 41"/>
          <p:cNvSpPr/>
          <p:nvPr/>
        </p:nvSpPr>
        <p:spPr>
          <a:xfrm>
            <a:off x="10568940" y="4844415"/>
            <a:ext cx="755015" cy="88265"/>
          </a:xfrm>
          <a:prstGeom prst="rect">
            <a:avLst/>
          </a:prstGeom>
          <a:solidFill>
            <a:schemeClr val="dk1">
              <a:alpha val="62000"/>
            </a:schemeClr>
          </a:solidFill>
          <a:ln>
            <a:noFill/>
          </a:ln>
          <a:effectLst/>
          <a:scene3d>
            <a:camera prst="perspectiveLeft">
              <a:rot lat="600000" lon="1200000" rev="0"/>
            </a:camera>
            <a:lightRig rig="threePt" dir="t"/>
          </a:scene3d>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3" name="矩形 42"/>
          <p:cNvSpPr/>
          <p:nvPr/>
        </p:nvSpPr>
        <p:spPr>
          <a:xfrm>
            <a:off x="6623685" y="5139055"/>
            <a:ext cx="3305175" cy="128905"/>
          </a:xfrm>
          <a:prstGeom prst="rect">
            <a:avLst/>
          </a:prstGeom>
          <a:solidFill>
            <a:schemeClr val="bg1">
              <a:alpha val="62000"/>
            </a:schemeClr>
          </a:solidFill>
          <a:ln>
            <a:noFill/>
          </a:ln>
          <a:effectLst/>
          <a:scene3d>
            <a:camera prst="perspectiveLeft">
              <a:rot lat="600000" lon="12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4" name="矩形 43"/>
          <p:cNvSpPr/>
          <p:nvPr/>
        </p:nvSpPr>
        <p:spPr>
          <a:xfrm>
            <a:off x="4618397" y="5576078"/>
            <a:ext cx="134620" cy="872490"/>
          </a:xfrm>
          <a:prstGeom prst="rect">
            <a:avLst/>
          </a:prstGeom>
          <a:solidFill>
            <a:schemeClr val="dk1"/>
          </a:solidFill>
          <a:effectLst/>
          <a:scene3d>
            <a:camera prst="perspectiveLeft">
              <a:rot lat="0" lon="1200000" rev="0"/>
            </a:camera>
            <a:lightRig rig="threePt" dir="t"/>
          </a:scene3d>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45" name="矩形 44"/>
          <p:cNvSpPr/>
          <p:nvPr/>
        </p:nvSpPr>
        <p:spPr>
          <a:xfrm>
            <a:off x="4529771" y="5508220"/>
            <a:ext cx="5859145" cy="1067475"/>
          </a:xfrm>
          <a:prstGeom prst="rect">
            <a:avLst/>
          </a:prstGeom>
          <a:solidFill>
            <a:schemeClr val="dk1"/>
          </a:solidFill>
          <a:effectLst/>
          <a:scene3d>
            <a:camera prst="perspectiveLeft">
              <a:rot lat="0" lon="1200000" rev="0"/>
            </a:camera>
            <a:lightRig rig="threePt" dir="t"/>
          </a:scene3d>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6" name="文本框 45"/>
          <p:cNvSpPr txBox="1"/>
          <p:nvPr/>
        </p:nvSpPr>
        <p:spPr>
          <a:xfrm>
            <a:off x="4897061" y="5718791"/>
            <a:ext cx="5398684" cy="646331"/>
          </a:xfrm>
          <a:prstGeom prst="rect">
            <a:avLst/>
          </a:prstGeom>
          <a:noFill/>
          <a:scene3d>
            <a:camera prst="perspectiveLef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Calibri"/>
                <a:ea typeface="等线" panose="02010600030101010101" pitchFamily="2" charset="-122"/>
                <a:cs typeface="Times New Roman" panose="02020603050405020304" pitchFamily="18" charset="0"/>
              </a:rPr>
              <a:t>利用麦克斯韦速率分布等知识和之前得到的数值，得出喷口离子流的温度</a:t>
            </a:r>
            <a:endParaRPr kumimoji="0" lang="zh-CN" altLang="en-US" sz="3200" b="0" i="0" u="none" strike="noStrike" kern="1200" cap="none" spc="0" normalizeH="0" baseline="0" noProof="0" dirty="0">
              <a:ln>
                <a:noFill/>
              </a:ln>
              <a:solidFill>
                <a:prstClr val="white"/>
              </a:solidFill>
              <a:effectLst/>
              <a:uLnTx/>
              <a:uFillTx/>
              <a:latin typeface="Source Han Sans Heavy" panose="020B0A00000000000000" charset="-122"/>
              <a:ea typeface="Source Han Sans Heavy" panose="020B0A00000000000000" charset="-122"/>
              <a:cs typeface="+mn-cs"/>
            </a:endParaRPr>
          </a:p>
        </p:txBody>
      </p:sp>
      <p:pic>
        <p:nvPicPr>
          <p:cNvPr id="47" name="图片 46" descr="网格"/>
          <p:cNvPicPr>
            <a:picLocks noChangeAspect="1"/>
          </p:cNvPicPr>
          <p:nvPr/>
        </p:nvPicPr>
        <p:blipFill>
          <a:blip r:embed="rId5">
            <a:alphaModFix amt="20000"/>
          </a:blip>
          <a:srcRect l="43434" b="-2768"/>
          <a:stretch>
            <a:fillRect/>
          </a:stretch>
        </p:blipFill>
        <p:spPr>
          <a:xfrm>
            <a:off x="7310755" y="1048068"/>
            <a:ext cx="5859145" cy="5988050"/>
          </a:xfrm>
          <a:prstGeom prst="rect">
            <a:avLst/>
          </a:prstGeom>
          <a:scene3d>
            <a:camera prst="perspectiveLeft"/>
            <a:lightRig rig="threePt" dir="t"/>
          </a:scene3d>
        </p:spPr>
      </p:pic>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00" b="0" i="0" u="none" strike="noStrike" kern="1200" cap="none" spc="0" normalizeH="0" baseline="0" noProof="0">
                <a:ln>
                  <a:noFill/>
                </a:ln>
                <a:solidFill>
                  <a:prstClr val="black">
                    <a:alpha val="2000"/>
                  </a:prstClr>
                </a:solidFill>
                <a:effectLst/>
                <a:uLnTx/>
                <a:uFillTx/>
                <a:latin typeface="Novecento wide Bold" panose="00000805000000000000" charset="0"/>
                <a:ea typeface="微软雅黑" panose="020B0503020204020204" pitchFamily="34" charset="-122"/>
                <a:cs typeface="Novecento wide Bold" panose="00000805000000000000" charset="0"/>
              </a:rPr>
              <a:t>rhodeskesi</a:t>
            </a:r>
          </a:p>
        </p:txBody>
      </p:sp>
      <p:sp>
        <p:nvSpPr>
          <p:cNvPr id="2" name="标题 1">
            <a:extLst>
              <a:ext uri="{FF2B5EF4-FFF2-40B4-BE49-F238E27FC236}">
                <a16:creationId xmlns:a16="http://schemas.microsoft.com/office/drawing/2014/main" id="{8FA58C12-0E44-B17B-CD85-36E9785060DC}"/>
              </a:ext>
            </a:extLst>
          </p:cNvPr>
          <p:cNvSpPr>
            <a:spLocks noGrp="1"/>
          </p:cNvSpPr>
          <p:nvPr>
            <p:ph type="ctrTitle"/>
          </p:nvPr>
        </p:nvSpPr>
        <p:spPr>
          <a:xfrm>
            <a:off x="126248" y="304800"/>
            <a:ext cx="2339366" cy="919942"/>
          </a:xfrm>
        </p:spPr>
        <p:txBody>
          <a:bodyPr>
            <a:normAutofit fontScale="90000"/>
          </a:bodyPr>
          <a:lstStyle/>
          <a:p>
            <a:pPr algn="l"/>
            <a:r>
              <a:rPr lang="en-US" altLang="zh-CN" sz="3600" dirty="0">
                <a:latin typeface="Arial Narrow" panose="020B0606020202030204" pitchFamily="34" charset="0"/>
                <a:cs typeface="Novecento wide Bold" panose="00000805000000000000" charset="0"/>
              </a:rPr>
              <a:t>TONGJI</a:t>
            </a:r>
            <a:br>
              <a:rPr lang="en-US" altLang="zh-CN" sz="2800" dirty="0">
                <a:latin typeface="Arial Narrow" panose="020B0606020202030204" pitchFamily="34" charset="0"/>
                <a:cs typeface="Novecento wide Bold" panose="00000805000000000000" charset="0"/>
              </a:rPr>
            </a:br>
            <a:r>
              <a:rPr lang="en-US" altLang="zh-CN" sz="2800" dirty="0">
                <a:latin typeface="Arial Narrow" panose="020B0606020202030204" pitchFamily="34" charset="0"/>
                <a:cs typeface="Novecento wide Bold" panose="00000805000000000000" charset="0"/>
              </a:rPr>
              <a:t>         </a:t>
            </a:r>
            <a:r>
              <a:rPr lang="en-US" altLang="zh-CN" sz="3100" dirty="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3" name="直接连接符 2">
            <a:extLst>
              <a:ext uri="{FF2B5EF4-FFF2-40B4-BE49-F238E27FC236}">
                <a16:creationId xmlns:a16="http://schemas.microsoft.com/office/drawing/2014/main" id="{7F1F2873-D10A-868A-2C0D-0DAD7572DE93}"/>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204A91FB-38D4-0485-1E37-48F7F47DC7FD}"/>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722549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238230" y="6197600"/>
            <a:ext cx="342900" cy="75565"/>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 name="直接连接符 10"/>
          <p:cNvCxnSpPr/>
          <p:nvPr/>
        </p:nvCxnSpPr>
        <p:spPr>
          <a:xfrm flipV="1">
            <a:off x="2663825" y="-24765"/>
            <a:ext cx="6910705" cy="692975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2720975" y="-40005"/>
            <a:ext cx="6882130" cy="689673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5081270" y="2459355"/>
            <a:ext cx="2126615" cy="2117090"/>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15" name="图片 14" descr="道具_带框_至纯源石"/>
          <p:cNvPicPr>
            <a:picLocks noChangeAspect="1"/>
          </p:cNvPicPr>
          <p:nvPr>
            <p:custDataLst>
              <p:tags r:id="rId1"/>
            </p:custDataLst>
          </p:nvPr>
        </p:nvPicPr>
        <p:blipFill>
          <a:blip r:embed="rId3">
            <a:biLevel thresh="50000"/>
            <a:lum bright="78000" contrast="-64000"/>
          </a:blip>
          <a:stretch>
            <a:fillRect/>
          </a:stretch>
        </p:blipFill>
        <p:spPr>
          <a:xfrm>
            <a:off x="5290820" y="2646045"/>
            <a:ext cx="1743075" cy="1743075"/>
          </a:xfrm>
          <a:prstGeom prst="rect">
            <a:avLst/>
          </a:prstGeom>
          <a:effectLst>
            <a:outerShdw blurRad="50800" dist="38100" dir="2700000" algn="tl" rotWithShape="0">
              <a:prstClr val="black">
                <a:alpha val="40000"/>
              </a:prstClr>
            </a:outerShdw>
          </a:effectLst>
        </p:spPr>
      </p:pic>
      <p:sp>
        <p:nvSpPr>
          <p:cNvPr id="16" name="文本框 15"/>
          <p:cNvSpPr txBox="1"/>
          <p:nvPr/>
        </p:nvSpPr>
        <p:spPr>
          <a:xfrm>
            <a:off x="5125085" y="2699005"/>
            <a:ext cx="2038350" cy="1326004"/>
          </a:xfrm>
          <a:prstGeom prst="rect">
            <a:avLst/>
          </a:prstGeom>
          <a:noFill/>
        </p:spPr>
        <p:txBody>
          <a:bodyPr wrap="square" lIns="46990" tIns="46990" rIns="46990" bIns="46990" rtlCol="0" anchor="ctr" anchorCtr="0">
            <a:spAutoFit/>
          </a:bodyPr>
          <a:lstStyle/>
          <a:p>
            <a:pPr algn="ctr"/>
            <a:r>
              <a:rPr lang="zh-CN" altLang="en-US" sz="4000" b="1" dirty="0">
                <a:latin typeface="Novecento wide Bold" panose="00000805000000000000" charset="0"/>
                <a:cs typeface="Novecento wide Bold" panose="00000805000000000000" charset="0"/>
              </a:rPr>
              <a:t>总结</a:t>
            </a:r>
            <a:endParaRPr lang="en-US" altLang="zh-CN" sz="4000" b="1" dirty="0">
              <a:latin typeface="Novecento wide Bold" panose="00000805000000000000" charset="0"/>
              <a:cs typeface="Novecento wide Bold" panose="00000805000000000000" charset="0"/>
            </a:endParaRPr>
          </a:p>
          <a:p>
            <a:pPr algn="ctr"/>
            <a:r>
              <a:rPr lang="zh-CN" altLang="en-US" sz="4000" b="1" dirty="0">
                <a:latin typeface="Novecento wide Bold" panose="00000805000000000000" charset="0"/>
                <a:cs typeface="Novecento wide Bold" panose="00000805000000000000" charset="0"/>
              </a:rPr>
              <a:t>反思</a:t>
            </a:r>
            <a:endParaRPr lang="en-US" altLang="zh-CN" sz="3600" b="1" dirty="0">
              <a:solidFill>
                <a:schemeClr val="tx1"/>
              </a:solidFill>
              <a:latin typeface="Novecento wide Bold" panose="00000805000000000000" charset="0"/>
              <a:cs typeface="Novecento wide Bold" panose="00000805000000000000" charset="0"/>
            </a:endParaRPr>
          </a:p>
        </p:txBody>
      </p:sp>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algn="ctr"/>
            <a:r>
              <a:rPr lang="en-US" altLang="zh-CN" sz="500">
                <a:solidFill>
                  <a:schemeClr val="tx1">
                    <a:alpha val="2000"/>
                  </a:schemeClr>
                </a:solidFill>
                <a:latin typeface="Novecento wide Bold" panose="00000805000000000000" charset="0"/>
                <a:cs typeface="Novecento wide Bold" panose="00000805000000000000" charset="0"/>
              </a:rPr>
              <a:t>rhodeskesi</a:t>
            </a:r>
          </a:p>
        </p:txBody>
      </p:sp>
      <p:sp>
        <p:nvSpPr>
          <p:cNvPr id="2" name="标题 1">
            <a:extLst>
              <a:ext uri="{FF2B5EF4-FFF2-40B4-BE49-F238E27FC236}">
                <a16:creationId xmlns:a16="http://schemas.microsoft.com/office/drawing/2014/main" id="{D1987BDB-62C1-4E71-CC94-2BCD2430D634}"/>
              </a:ext>
            </a:extLst>
          </p:cNvPr>
          <p:cNvSpPr>
            <a:spLocks noGrp="1"/>
          </p:cNvSpPr>
          <p:nvPr>
            <p:ph type="ctrTitle"/>
          </p:nvPr>
        </p:nvSpPr>
        <p:spPr>
          <a:xfrm>
            <a:off x="126248" y="304800"/>
            <a:ext cx="2339366" cy="919942"/>
          </a:xfrm>
        </p:spPr>
        <p:txBody>
          <a:bodyPr>
            <a:normAutofit fontScale="90000"/>
          </a:bodyPr>
          <a:lstStyle/>
          <a:p>
            <a:pPr algn="l"/>
            <a:r>
              <a:rPr lang="en-US" altLang="zh-CN" sz="3600" dirty="0">
                <a:latin typeface="Arial Narrow" panose="020B0606020202030204" pitchFamily="34" charset="0"/>
                <a:cs typeface="Novecento wide Bold" panose="00000805000000000000" charset="0"/>
              </a:rPr>
              <a:t>TONGJI</a:t>
            </a:r>
            <a:br>
              <a:rPr lang="en-US" altLang="zh-CN" sz="2800" dirty="0">
                <a:latin typeface="Arial Narrow" panose="020B0606020202030204" pitchFamily="34" charset="0"/>
                <a:cs typeface="Novecento wide Bold" panose="00000805000000000000" charset="0"/>
              </a:rPr>
            </a:br>
            <a:r>
              <a:rPr lang="en-US" altLang="zh-CN" sz="2800" dirty="0">
                <a:latin typeface="Arial Narrow" panose="020B0606020202030204" pitchFamily="34" charset="0"/>
                <a:cs typeface="Novecento wide Bold" panose="00000805000000000000" charset="0"/>
              </a:rPr>
              <a:t>         </a:t>
            </a:r>
            <a:r>
              <a:rPr lang="en-US" altLang="zh-CN" sz="3100" dirty="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3" name="直接连接符 2">
            <a:extLst>
              <a:ext uri="{FF2B5EF4-FFF2-40B4-BE49-F238E27FC236}">
                <a16:creationId xmlns:a16="http://schemas.microsoft.com/office/drawing/2014/main" id="{CC67790E-3628-A61D-7662-FD503492FAFC}"/>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78D3B3C3-5041-488C-B1F8-86F20E482782}"/>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t="11066" b="11066"/>
          <a:stretch/>
        </p:blipFill>
        <p:spPr>
          <a:xfrm>
            <a:off x="2837411" y="677545"/>
            <a:ext cx="9423169" cy="5412105"/>
          </a:xfrm>
          <a:prstGeom prst="rect">
            <a:avLst/>
          </a:prstGeom>
        </p:spPr>
      </p:pic>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algn="ctr"/>
            <a:r>
              <a:rPr lang="en-US" altLang="zh-CN" sz="500">
                <a:solidFill>
                  <a:schemeClr val="tx1">
                    <a:alpha val="2000"/>
                  </a:schemeClr>
                </a:solidFill>
                <a:latin typeface="Novecento wide Bold" panose="00000805000000000000" charset="0"/>
                <a:cs typeface="Novecento wide Bold" panose="00000805000000000000" charset="0"/>
              </a:rPr>
              <a:t>rhodeskesi</a:t>
            </a:r>
          </a:p>
        </p:txBody>
      </p:sp>
      <p:pic>
        <p:nvPicPr>
          <p:cNvPr id="13" name="图片 12" descr="渐变2"/>
          <p:cNvPicPr>
            <a:picLocks noChangeAspect="1"/>
          </p:cNvPicPr>
          <p:nvPr/>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colorTemperature colorTemp="4700"/>
                    </a14:imgEffect>
                  </a14:imgLayer>
                </a14:imgProps>
              </a:ext>
            </a:extLst>
          </a:blip>
          <a:srcRect l="7261"/>
          <a:stretch>
            <a:fillRect/>
          </a:stretch>
        </p:blipFill>
        <p:spPr>
          <a:xfrm>
            <a:off x="-73834" y="-16641"/>
            <a:ext cx="12334413" cy="6858000"/>
          </a:xfrm>
          <a:prstGeom prst="rect">
            <a:avLst/>
          </a:prstGeom>
        </p:spPr>
      </p:pic>
      <p:sp>
        <p:nvSpPr>
          <p:cNvPr id="16" name="矩形 15"/>
          <p:cNvSpPr/>
          <p:nvPr/>
        </p:nvSpPr>
        <p:spPr>
          <a:xfrm>
            <a:off x="315466" y="5892941"/>
            <a:ext cx="2394224" cy="44704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4" name="减号 23"/>
          <p:cNvSpPr/>
          <p:nvPr/>
        </p:nvSpPr>
        <p:spPr>
          <a:xfrm rot="18900000">
            <a:off x="2502896" y="5990923"/>
            <a:ext cx="211455" cy="76200"/>
          </a:xfrm>
          <a:prstGeom prst="mathMinus">
            <a:avLst>
              <a:gd name="adj1" fmla="val 31092"/>
            </a:avLst>
          </a:prstGeom>
          <a:solidFill>
            <a:schemeClr val="bg1"/>
          </a:solidFill>
          <a:ln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减号 24"/>
          <p:cNvSpPr/>
          <p:nvPr/>
        </p:nvSpPr>
        <p:spPr>
          <a:xfrm rot="2700000">
            <a:off x="2502261" y="6206873"/>
            <a:ext cx="211455" cy="76200"/>
          </a:xfrm>
          <a:prstGeom prst="mathMinus">
            <a:avLst>
              <a:gd name="adj1" fmla="val 31092"/>
            </a:avLst>
          </a:prstGeom>
          <a:solidFill>
            <a:schemeClr val="bg1"/>
          </a:solidFill>
          <a:ln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减号 25"/>
          <p:cNvSpPr/>
          <p:nvPr/>
        </p:nvSpPr>
        <p:spPr>
          <a:xfrm rot="2700000">
            <a:off x="2304141" y="5990923"/>
            <a:ext cx="211455" cy="76200"/>
          </a:xfrm>
          <a:prstGeom prst="mathMinus">
            <a:avLst>
              <a:gd name="adj1" fmla="val 31092"/>
            </a:avLst>
          </a:prstGeom>
          <a:solidFill>
            <a:schemeClr val="bg1"/>
          </a:solidFill>
          <a:ln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减号 26"/>
          <p:cNvSpPr/>
          <p:nvPr/>
        </p:nvSpPr>
        <p:spPr>
          <a:xfrm rot="8100000">
            <a:off x="2303506" y="6206873"/>
            <a:ext cx="211455" cy="76200"/>
          </a:xfrm>
          <a:prstGeom prst="mathMinus">
            <a:avLst>
              <a:gd name="adj1" fmla="val 31092"/>
            </a:avLst>
          </a:prstGeom>
          <a:solidFill>
            <a:schemeClr val="bg1"/>
          </a:solidFill>
          <a:ln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66572" y="1642644"/>
            <a:ext cx="5545717" cy="3539430"/>
          </a:xfrm>
          <a:prstGeom prst="rect">
            <a:avLst/>
          </a:prstGeom>
          <a:noFill/>
        </p:spPr>
        <p:txBody>
          <a:bodyPr wrap="square" rtlCol="0">
            <a:spAutoFit/>
          </a:bodyPr>
          <a:lstStyle/>
          <a:p>
            <a:pPr marL="457200" indent="266700" algn="just"/>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本课题的研究方法采用了大量的假设和近似，忽略了很多的因素和情况，比如没有考虑离子流相对于地球速度极高时的相对论效应，将离子流简化为平衡态的理想气体，将速率分布视为麦克斯韦速率分布等，不够严谨，可能导致结果与现实大相庭径，因此结果仅可作为参考。</a:t>
            </a:r>
          </a:p>
          <a:p>
            <a:pPr marL="457200" indent="266700" algn="just"/>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流浪地球》中行星发动机的设定存在着诸多未知因素，已有的信息也有着很多不合理之处，比如硅元素核聚变的效率低，即使燃烧完地球所有的资源也不一定能达到所需要的速度；行星发动机压迫地球大陆板块，会对地球构造产生影响等。行星发动机很可能只会存在于想象，可见，本课题的研究本就无法应用到实际。但是在研究的过程中可以巩固所学知识，学到新知识，头脑风暴，开拓思路，这才是真正的意义所在。</a:t>
            </a:r>
          </a:p>
        </p:txBody>
      </p:sp>
      <p:sp>
        <p:nvSpPr>
          <p:cNvPr id="29" name="文本框 28"/>
          <p:cNvSpPr txBox="1"/>
          <p:nvPr/>
        </p:nvSpPr>
        <p:spPr>
          <a:xfrm>
            <a:off x="276166" y="5889063"/>
            <a:ext cx="1915796" cy="492443"/>
          </a:xfrm>
          <a:prstGeom prst="rect">
            <a:avLst/>
          </a:prstGeom>
          <a:noFill/>
        </p:spPr>
        <p:txBody>
          <a:bodyPr wrap="square" rtlCol="0">
            <a:spAutoFit/>
          </a:bodyPr>
          <a:lstStyle/>
          <a:p>
            <a:r>
              <a:rPr lang="en-US" altLang="zh-CN" sz="2600" dirty="0">
                <a:solidFill>
                  <a:schemeClr val="bg1"/>
                </a:solidFill>
                <a:latin typeface="Novecento wide Bold" panose="00000805000000000000" charset="0"/>
                <a:cs typeface="Novecento wide Bold" panose="00000805000000000000" charset="0"/>
              </a:rPr>
              <a:t>THOUGHTS</a:t>
            </a:r>
          </a:p>
        </p:txBody>
      </p:sp>
      <p:sp>
        <p:nvSpPr>
          <p:cNvPr id="33" name="矩形 32"/>
          <p:cNvSpPr/>
          <p:nvPr/>
        </p:nvSpPr>
        <p:spPr>
          <a:xfrm>
            <a:off x="322754" y="6387523"/>
            <a:ext cx="3488690" cy="10541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pic>
        <p:nvPicPr>
          <p:cNvPr id="34" name="图片 33" descr="R-C"/>
          <p:cNvPicPr>
            <a:picLocks noChangeAspect="1"/>
          </p:cNvPicPr>
          <p:nvPr/>
        </p:nvPicPr>
        <p:blipFill>
          <a:blip r:embed="rId7">
            <a:alphaModFix amt="11000"/>
            <a:lum bright="64000" contrast="-82000"/>
          </a:blip>
          <a:srcRect t="40647" b="4450"/>
          <a:stretch>
            <a:fillRect/>
          </a:stretch>
        </p:blipFill>
        <p:spPr>
          <a:xfrm>
            <a:off x="-374477" y="-1421708"/>
            <a:ext cx="2324100" cy="8598535"/>
          </a:xfrm>
          <a:prstGeom prst="rect">
            <a:avLst/>
          </a:prstGeom>
        </p:spPr>
      </p:pic>
      <p:sp>
        <p:nvSpPr>
          <p:cNvPr id="3" name="标题 1">
            <a:extLst>
              <a:ext uri="{FF2B5EF4-FFF2-40B4-BE49-F238E27FC236}">
                <a16:creationId xmlns:a16="http://schemas.microsoft.com/office/drawing/2014/main" id="{28FEE3BE-9F68-4ACF-4787-6CF41A7D652B}"/>
              </a:ext>
            </a:extLst>
          </p:cNvPr>
          <p:cNvSpPr>
            <a:spLocks noGrp="1"/>
          </p:cNvSpPr>
          <p:nvPr>
            <p:ph type="ctrTitle"/>
          </p:nvPr>
        </p:nvSpPr>
        <p:spPr>
          <a:xfrm>
            <a:off x="126248" y="304800"/>
            <a:ext cx="2339366" cy="919942"/>
          </a:xfrm>
        </p:spPr>
        <p:txBody>
          <a:bodyPr>
            <a:normAutofit fontScale="90000"/>
          </a:bodyPr>
          <a:lstStyle/>
          <a:p>
            <a:pPr algn="l"/>
            <a:r>
              <a:rPr lang="en-US" altLang="zh-CN" sz="3600" dirty="0">
                <a:latin typeface="Arial Narrow" panose="020B0606020202030204" pitchFamily="34" charset="0"/>
                <a:cs typeface="Novecento wide Bold" panose="00000805000000000000" charset="0"/>
              </a:rPr>
              <a:t>TONGJI</a:t>
            </a:r>
            <a:br>
              <a:rPr lang="en-US" altLang="zh-CN" sz="2800" dirty="0">
                <a:latin typeface="Arial Narrow" panose="020B0606020202030204" pitchFamily="34" charset="0"/>
                <a:cs typeface="Novecento wide Bold" panose="00000805000000000000" charset="0"/>
              </a:rPr>
            </a:br>
            <a:r>
              <a:rPr lang="en-US" altLang="zh-CN" sz="2800" dirty="0">
                <a:latin typeface="Arial Narrow" panose="020B0606020202030204" pitchFamily="34" charset="0"/>
                <a:cs typeface="Novecento wide Bold" panose="00000805000000000000" charset="0"/>
              </a:rPr>
              <a:t>         </a:t>
            </a:r>
            <a:r>
              <a:rPr lang="en-US" altLang="zh-CN" sz="3100" dirty="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6" name="直接连接符 5">
            <a:extLst>
              <a:ext uri="{FF2B5EF4-FFF2-40B4-BE49-F238E27FC236}">
                <a16:creationId xmlns:a16="http://schemas.microsoft.com/office/drawing/2014/main" id="{357FD360-041E-A1D7-E240-E964194E14FE}"/>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D86011AF-A2D5-A6D0-EDFF-0F0D4712A092}"/>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238230" y="6203950"/>
            <a:ext cx="342900" cy="755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 name="文本框 4"/>
          <p:cNvSpPr txBox="1"/>
          <p:nvPr/>
        </p:nvSpPr>
        <p:spPr>
          <a:xfrm>
            <a:off x="4646295" y="2748866"/>
            <a:ext cx="3105150" cy="769441"/>
          </a:xfrm>
          <a:prstGeom prst="rect">
            <a:avLst/>
          </a:prstGeom>
          <a:noFill/>
        </p:spPr>
        <p:txBody>
          <a:bodyPr wrap="square" rtlCol="0">
            <a:spAutoFit/>
          </a:bodyPr>
          <a:lstStyle/>
          <a:p>
            <a:pPr algn="just"/>
            <a:r>
              <a:rPr lang="en-US" altLang="zh-CN" sz="4400" dirty="0">
                <a:latin typeface="Novecento wide Bold" panose="00000805000000000000" charset="0"/>
                <a:ea typeface="Source Han Sans Heavy" panose="020B0A00000000000000" charset="-122"/>
                <a:cs typeface="Novecento wide Bold" panose="00000805000000000000" charset="0"/>
              </a:rPr>
              <a:t>THANK YOU</a:t>
            </a:r>
          </a:p>
        </p:txBody>
      </p:sp>
      <p:sp>
        <p:nvSpPr>
          <p:cNvPr id="14" name="文本框 13"/>
          <p:cNvSpPr txBox="1"/>
          <p:nvPr/>
        </p:nvSpPr>
        <p:spPr>
          <a:xfrm>
            <a:off x="1080770" y="845820"/>
            <a:ext cx="685165" cy="76835"/>
          </a:xfrm>
          <a:prstGeom prst="rect">
            <a:avLst/>
          </a:prstGeom>
          <a:noFill/>
        </p:spPr>
        <p:txBody>
          <a:bodyPr wrap="square" lIns="0" tIns="0" rIns="0" bIns="0" rtlCol="0">
            <a:spAutoFit/>
          </a:bodyPr>
          <a:lstStyle/>
          <a:p>
            <a:pPr algn="ctr"/>
            <a:r>
              <a:rPr lang="en-US" altLang="zh-CN" sz="500">
                <a:solidFill>
                  <a:schemeClr val="tx1">
                    <a:alpha val="2000"/>
                  </a:schemeClr>
                </a:solidFill>
                <a:latin typeface="Novecento wide Bold" panose="00000805000000000000" charset="0"/>
                <a:cs typeface="Novecento wide Bold" panose="00000805000000000000" charset="0"/>
              </a:rPr>
              <a:t>rhodeskesi</a:t>
            </a:r>
          </a:p>
        </p:txBody>
      </p:sp>
      <p:sp>
        <p:nvSpPr>
          <p:cNvPr id="9" name="矩形 8"/>
          <p:cNvSpPr/>
          <p:nvPr/>
        </p:nvSpPr>
        <p:spPr>
          <a:xfrm>
            <a:off x="4646295" y="3431540"/>
            <a:ext cx="2899410" cy="412750"/>
          </a:xfrm>
          <a:prstGeom prst="rect">
            <a:avLst/>
          </a:prstGeom>
          <a:solidFill>
            <a:schemeClr val="accent5">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CAF2F856-C9EC-D75D-36EA-BF073F2CFBB5}"/>
              </a:ext>
            </a:extLst>
          </p:cNvPr>
          <p:cNvPicPr>
            <a:picLocks noChangeAspect="1"/>
          </p:cNvPicPr>
          <p:nvPr/>
        </p:nvPicPr>
        <p:blipFill>
          <a:blip r:embed="rId3"/>
          <a:stretch>
            <a:fillRect/>
          </a:stretch>
        </p:blipFill>
        <p:spPr>
          <a:xfrm rot="2455479">
            <a:off x="5351213" y="3951776"/>
            <a:ext cx="1391597" cy="1391597"/>
          </a:xfrm>
          <a:prstGeom prst="rect">
            <a:avLst/>
          </a:prstGeom>
        </p:spPr>
      </p:pic>
      <p:sp>
        <p:nvSpPr>
          <p:cNvPr id="2" name="标题 1">
            <a:extLst>
              <a:ext uri="{FF2B5EF4-FFF2-40B4-BE49-F238E27FC236}">
                <a16:creationId xmlns:a16="http://schemas.microsoft.com/office/drawing/2014/main" id="{98E9CDE3-15ED-8E31-DD2D-B959D320B190}"/>
              </a:ext>
            </a:extLst>
          </p:cNvPr>
          <p:cNvSpPr>
            <a:spLocks noGrp="1"/>
          </p:cNvSpPr>
          <p:nvPr>
            <p:ph type="ctrTitle"/>
          </p:nvPr>
        </p:nvSpPr>
        <p:spPr>
          <a:xfrm>
            <a:off x="126248" y="304800"/>
            <a:ext cx="2339366" cy="919942"/>
          </a:xfrm>
        </p:spPr>
        <p:txBody>
          <a:bodyPr>
            <a:normAutofit fontScale="90000"/>
          </a:bodyPr>
          <a:lstStyle/>
          <a:p>
            <a:pPr algn="l"/>
            <a:r>
              <a:rPr lang="en-US" altLang="zh-CN" sz="3600" dirty="0">
                <a:latin typeface="Arial Narrow" panose="020B0606020202030204" pitchFamily="34" charset="0"/>
                <a:cs typeface="Novecento wide Bold" panose="00000805000000000000" charset="0"/>
              </a:rPr>
              <a:t>TONGJI</a:t>
            </a:r>
            <a:br>
              <a:rPr lang="en-US" altLang="zh-CN" sz="2800" dirty="0">
                <a:latin typeface="Arial Narrow" panose="020B0606020202030204" pitchFamily="34" charset="0"/>
                <a:cs typeface="Novecento wide Bold" panose="00000805000000000000" charset="0"/>
              </a:rPr>
            </a:br>
            <a:r>
              <a:rPr lang="en-US" altLang="zh-CN" sz="2800" dirty="0">
                <a:latin typeface="Arial Narrow" panose="020B0606020202030204" pitchFamily="34" charset="0"/>
                <a:cs typeface="Novecento wide Bold" panose="00000805000000000000" charset="0"/>
              </a:rPr>
              <a:t>         </a:t>
            </a:r>
            <a:r>
              <a:rPr lang="en-US" altLang="zh-CN" sz="3100" dirty="0">
                <a:latin typeface="Arial Narrow" panose="020B0606020202030204" pitchFamily="34" charset="0"/>
                <a:cs typeface="Novecento wide Bold" panose="00000805000000000000" charset="0"/>
              </a:rPr>
              <a:t>SHENGXI</a:t>
            </a:r>
            <a:endParaRPr lang="en-US" altLang="zh-CN" sz="2000" dirty="0">
              <a:latin typeface="Arial Narrow" panose="020B0606020202030204" pitchFamily="34" charset="0"/>
              <a:cs typeface="Novecento wide Bold" panose="00000805000000000000" charset="0"/>
            </a:endParaRPr>
          </a:p>
        </p:txBody>
      </p:sp>
      <p:cxnSp>
        <p:nvCxnSpPr>
          <p:cNvPr id="3" name="直接连接符 2">
            <a:extLst>
              <a:ext uri="{FF2B5EF4-FFF2-40B4-BE49-F238E27FC236}">
                <a16:creationId xmlns:a16="http://schemas.microsoft.com/office/drawing/2014/main" id="{249BBB20-29AC-67BC-7245-44E69D24C08F}"/>
              </a:ext>
            </a:extLst>
          </p:cNvPr>
          <p:cNvCxnSpPr>
            <a:cxnSpLocks/>
          </p:cNvCxnSpPr>
          <p:nvPr/>
        </p:nvCxnSpPr>
        <p:spPr>
          <a:xfrm flipV="1">
            <a:off x="648393" y="1186380"/>
            <a:ext cx="1877093" cy="8113"/>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00176DD3-BF55-0724-BE6C-1E2DAFF29E3F}"/>
              </a:ext>
            </a:extLst>
          </p:cNvPr>
          <p:cNvSpPr/>
          <p:nvPr/>
        </p:nvSpPr>
        <p:spPr>
          <a:xfrm>
            <a:off x="126249" y="878893"/>
            <a:ext cx="595816" cy="3074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zAzYjYzNzI1MzUyYTQ0YjZkNmEyMmM5MzQzZmQzY2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745,&quot;width&quot;:2745}"/>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897,&quot;width&quot;:1226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127</TotalTime>
  <Words>681</Words>
  <Application>Microsoft Office PowerPoint</Application>
  <PresentationFormat>宽屏</PresentationFormat>
  <Paragraphs>63</Paragraphs>
  <Slides>12</Slides>
  <Notes>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Novecento wide Bold</vt:lpstr>
      <vt:lpstr>Novecento wide Medium</vt:lpstr>
      <vt:lpstr>Source Han Sans Heavy</vt:lpstr>
      <vt:lpstr>等线</vt:lpstr>
      <vt:lpstr>思源黑体</vt:lpstr>
      <vt:lpstr>Arial</vt:lpstr>
      <vt:lpstr>Arial Narrow</vt:lpstr>
      <vt:lpstr>Calibri</vt:lpstr>
      <vt:lpstr>Office 主题</vt:lpstr>
      <vt:lpstr>TONGJI          SHENGXI</vt:lpstr>
      <vt:lpstr>目录 CONTENT</vt:lpstr>
      <vt:lpstr>PowerPoint 演示文稿</vt:lpstr>
      <vt:lpstr>TONGJI          SHENGXI</vt:lpstr>
      <vt:lpstr>PowerPoint 演示文稿</vt:lpstr>
      <vt:lpstr>TONGJI          SHENGXI</vt:lpstr>
      <vt:lpstr>TONGJI          SHENGXI</vt:lpstr>
      <vt:lpstr>TONGJI          SHENGXI</vt:lpstr>
      <vt:lpstr>TONGJI          SHENGXI</vt:lpstr>
      <vt:lpstr>TONGJI          SHENGXI</vt:lpstr>
      <vt:lpstr>TONGJI          SHENGXI</vt:lpstr>
      <vt:lpstr>TONGJI          SHENGXI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RHINE LAB SYNTHESIZE    INFORMATION ANALYSIS   OS</dc:title>
  <dc:creator>xi sheng</dc:creator>
  <cp:lastModifiedBy>xi sheng</cp:lastModifiedBy>
  <cp:revision>56</cp:revision>
  <dcterms:created xsi:type="dcterms:W3CDTF">2022-05-16T07:12:00Z</dcterms:created>
  <dcterms:modified xsi:type="dcterms:W3CDTF">2024-01-05T05:55:34Z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816161F786DD43A3B3312AEA9E114B0B</vt:lpwstr>
  </property>
  <property fmtid="{D5CDD505-2E9C-101B-9397-08002B2CF9AE}" pid="3" name="KSOProductBuildVer">
    <vt:lpwstr>2052-11.1.0.11830</vt:lpwstr>
  </property>
</Properties>
</file>