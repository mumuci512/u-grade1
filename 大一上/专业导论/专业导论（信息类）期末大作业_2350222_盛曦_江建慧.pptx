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0" r:id="rId1"/>
  </p:sldMasterIdLst>
  <p:notesMasterIdLst>
    <p:notesMasterId r:id="rId34"/>
  </p:notesMasterIdLst>
  <p:sldIdLst>
    <p:sldId id="256" r:id="rId2"/>
    <p:sldId id="338" r:id="rId3"/>
    <p:sldId id="339" r:id="rId4"/>
    <p:sldId id="288" r:id="rId5"/>
    <p:sldId id="340" r:id="rId6"/>
    <p:sldId id="344" r:id="rId7"/>
    <p:sldId id="286" r:id="rId8"/>
    <p:sldId id="341" r:id="rId9"/>
    <p:sldId id="281" r:id="rId10"/>
    <p:sldId id="284" r:id="rId11"/>
    <p:sldId id="342" r:id="rId12"/>
    <p:sldId id="257" r:id="rId13"/>
    <p:sldId id="258" r:id="rId14"/>
    <p:sldId id="262" r:id="rId15"/>
    <p:sldId id="268" r:id="rId16"/>
    <p:sldId id="259" r:id="rId17"/>
    <p:sldId id="270" r:id="rId18"/>
    <p:sldId id="277" r:id="rId19"/>
    <p:sldId id="336" r:id="rId20"/>
    <p:sldId id="272" r:id="rId21"/>
    <p:sldId id="346" r:id="rId22"/>
    <p:sldId id="345" r:id="rId23"/>
    <p:sldId id="347" r:id="rId24"/>
    <p:sldId id="260" r:id="rId25"/>
    <p:sldId id="349" r:id="rId26"/>
    <p:sldId id="350" r:id="rId27"/>
    <p:sldId id="351" r:id="rId28"/>
    <p:sldId id="261" r:id="rId29"/>
    <p:sldId id="267" r:id="rId30"/>
    <p:sldId id="343" r:id="rId31"/>
    <p:sldId id="348" r:id="rId32"/>
    <p:sldId id="296" r:id="rId33"/>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4BACC6"/>
    <a:srgbClr val="8064A2"/>
    <a:srgbClr val="9BBB59"/>
    <a:srgbClr val="5585BF"/>
    <a:srgbClr val="C0504D"/>
    <a:srgbClr val="FFFFFF"/>
    <a:srgbClr val="F17700"/>
    <a:srgbClr val="262636"/>
    <a:srgbClr val="DC21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65DD49-A72B-47A6-A3EE-56D00128E8DE}" v="1192" dt="2023-12-26T15:03:29.3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0" autoAdjust="0"/>
    <p:restoredTop sz="86430" autoAdjust="0"/>
  </p:normalViewPr>
  <p:slideViewPr>
    <p:cSldViewPr snapToGrid="0">
      <p:cViewPr varScale="1">
        <p:scale>
          <a:sx n="76" d="100"/>
          <a:sy n="76" d="100"/>
        </p:scale>
        <p:origin x="672" y="51"/>
      </p:cViewPr>
      <p:guideLst>
        <p:guide orient="horz" pos="2160"/>
        <p:guide pos="3840"/>
      </p:guideLst>
    </p:cSldViewPr>
  </p:slideViewPr>
  <p:notesTextViewPr>
    <p:cViewPr>
      <p:scale>
        <a:sx n="1" d="1"/>
        <a:sy n="1" d="1"/>
      </p:scale>
      <p:origin x="0" y="0"/>
    </p:cViewPr>
  </p:notesTextViewPr>
  <p:sorterViewPr>
    <p:cViewPr>
      <p:scale>
        <a:sx n="33" d="100"/>
        <a:sy n="33"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 sheng" userId="b3919e0d8ca6a452" providerId="LiveId" clId="{8C65DD49-A72B-47A6-A3EE-56D00128E8DE}"/>
    <pc:docChg chg="undo custSel addSld delSld modSld sldOrd delMainMaster modMainMaster">
      <pc:chgData name="xi sheng" userId="b3919e0d8ca6a452" providerId="LiveId" clId="{8C65DD49-A72B-47A6-A3EE-56D00128E8DE}" dt="2023-12-26T15:03:29.388" v="1461"/>
      <pc:docMkLst>
        <pc:docMk/>
      </pc:docMkLst>
      <pc:sldChg chg="addSp delSp modSp modTransition">
        <pc:chgData name="xi sheng" userId="b3919e0d8ca6a452" providerId="LiveId" clId="{8C65DD49-A72B-47A6-A3EE-56D00128E8DE}" dt="2023-12-26T14:25:28.658" v="1220"/>
        <pc:sldMkLst>
          <pc:docMk/>
          <pc:sldMk cId="0" sldId="256"/>
        </pc:sldMkLst>
        <pc:spChg chg="add del mod">
          <ac:chgData name="xi sheng" userId="b3919e0d8ca6a452" providerId="LiveId" clId="{8C65DD49-A72B-47A6-A3EE-56D00128E8DE}" dt="2023-12-26T14:25:28.658" v="1220"/>
          <ac:spMkLst>
            <pc:docMk/>
            <pc:sldMk cId="0" sldId="256"/>
            <ac:spMk id="2" creationId="{41E264B9-D9EE-5DBD-0958-8DEA3B27185D}"/>
          </ac:spMkLst>
        </pc:spChg>
        <pc:spChg chg="add del mod">
          <ac:chgData name="xi sheng" userId="b3919e0d8ca6a452" providerId="LiveId" clId="{8C65DD49-A72B-47A6-A3EE-56D00128E8DE}" dt="2023-12-26T14:25:28.658" v="1220"/>
          <ac:spMkLst>
            <pc:docMk/>
            <pc:sldMk cId="0" sldId="256"/>
            <ac:spMk id="3" creationId="{AE158A26-E2A8-F954-3455-98C0168549FB}"/>
          </ac:spMkLst>
        </pc:spChg>
        <pc:spChg chg="add del mod">
          <ac:chgData name="xi sheng" userId="b3919e0d8ca6a452" providerId="LiveId" clId="{8C65DD49-A72B-47A6-A3EE-56D00128E8DE}" dt="2023-12-26T14:25:28.658" v="1220"/>
          <ac:spMkLst>
            <pc:docMk/>
            <pc:sldMk cId="0" sldId="256"/>
            <ac:spMk id="4" creationId="{52522D61-04B4-7C90-E8E2-6DEE293E27DA}"/>
          </ac:spMkLst>
        </pc:spChg>
      </pc:sldChg>
      <pc:sldChg chg="addSp delSp modSp mod ord modTransition">
        <pc:chgData name="xi sheng" userId="b3919e0d8ca6a452" providerId="LiveId" clId="{8C65DD49-A72B-47A6-A3EE-56D00128E8DE}" dt="2023-12-26T13:29:00.608" v="871" actId="20578"/>
        <pc:sldMkLst>
          <pc:docMk/>
          <pc:sldMk cId="0" sldId="257"/>
        </pc:sldMkLst>
        <pc:spChg chg="add mod">
          <ac:chgData name="xi sheng" userId="b3919e0d8ca6a452" providerId="LiveId" clId="{8C65DD49-A72B-47A6-A3EE-56D00128E8DE}" dt="2023-12-26T13:26:53.922" v="833" actId="1076"/>
          <ac:spMkLst>
            <pc:docMk/>
            <pc:sldMk cId="0" sldId="257"/>
            <ac:spMk id="2" creationId="{A6EA956E-667E-2787-4DFB-3B6A3FDC7CC1}"/>
          </ac:spMkLst>
        </pc:spChg>
        <pc:spChg chg="add mod">
          <ac:chgData name="xi sheng" userId="b3919e0d8ca6a452" providerId="LiveId" clId="{8C65DD49-A72B-47A6-A3EE-56D00128E8DE}" dt="2023-12-26T13:26:53.922" v="833" actId="1076"/>
          <ac:spMkLst>
            <pc:docMk/>
            <pc:sldMk cId="0" sldId="257"/>
            <ac:spMk id="3" creationId="{5FA0D823-70FA-BC49-3647-D46E3310B90B}"/>
          </ac:spMkLst>
        </pc:spChg>
        <pc:spChg chg="add mod">
          <ac:chgData name="xi sheng" userId="b3919e0d8ca6a452" providerId="LiveId" clId="{8C65DD49-A72B-47A6-A3EE-56D00128E8DE}" dt="2023-12-26T13:26:53.922" v="833" actId="1076"/>
          <ac:spMkLst>
            <pc:docMk/>
            <pc:sldMk cId="0" sldId="257"/>
            <ac:spMk id="4" creationId="{298B4E2C-757D-20D4-158C-7DEC70DA508D}"/>
          </ac:spMkLst>
        </pc:spChg>
        <pc:spChg chg="add mod">
          <ac:chgData name="xi sheng" userId="b3919e0d8ca6a452" providerId="LiveId" clId="{8C65DD49-A72B-47A6-A3EE-56D00128E8DE}" dt="2023-12-26T13:26:53.922" v="833" actId="1076"/>
          <ac:spMkLst>
            <pc:docMk/>
            <pc:sldMk cId="0" sldId="257"/>
            <ac:spMk id="5" creationId="{E69FA392-699A-A298-1D27-CFF27247A9C4}"/>
          </ac:spMkLst>
        </pc:spChg>
        <pc:spChg chg="add mod">
          <ac:chgData name="xi sheng" userId="b3919e0d8ca6a452" providerId="LiveId" clId="{8C65DD49-A72B-47A6-A3EE-56D00128E8DE}" dt="2023-12-26T13:28:22.149" v="863"/>
          <ac:spMkLst>
            <pc:docMk/>
            <pc:sldMk cId="0" sldId="257"/>
            <ac:spMk id="6" creationId="{16F3FF1B-D8E4-096C-62C0-54936D89256D}"/>
          </ac:spMkLst>
        </pc:spChg>
        <pc:spChg chg="mod">
          <ac:chgData name="xi sheng" userId="b3919e0d8ca6a452" providerId="LiveId" clId="{8C65DD49-A72B-47A6-A3EE-56D00128E8DE}" dt="2023-12-26T13:28:08.080" v="840" actId="1076"/>
          <ac:spMkLst>
            <pc:docMk/>
            <pc:sldMk cId="0" sldId="257"/>
            <ac:spMk id="70" creationId="{00000000-0000-0000-0000-000000000000}"/>
          </ac:spMkLst>
        </pc:spChg>
        <pc:spChg chg="mod">
          <ac:chgData name="xi sheng" userId="b3919e0d8ca6a452" providerId="LiveId" clId="{8C65DD49-A72B-47A6-A3EE-56D00128E8DE}" dt="2023-12-26T13:28:08.080" v="840" actId="1076"/>
          <ac:spMkLst>
            <pc:docMk/>
            <pc:sldMk cId="0" sldId="257"/>
            <ac:spMk id="71" creationId="{00000000-0000-0000-0000-000000000000}"/>
          </ac:spMkLst>
        </pc:spChg>
        <pc:spChg chg="mod">
          <ac:chgData name="xi sheng" userId="b3919e0d8ca6a452" providerId="LiveId" clId="{8C65DD49-A72B-47A6-A3EE-56D00128E8DE}" dt="2023-12-26T13:28:08.080" v="840" actId="1076"/>
          <ac:spMkLst>
            <pc:docMk/>
            <pc:sldMk cId="0" sldId="257"/>
            <ac:spMk id="72" creationId="{00000000-0000-0000-0000-000000000000}"/>
          </ac:spMkLst>
        </pc:spChg>
        <pc:spChg chg="mod">
          <ac:chgData name="xi sheng" userId="b3919e0d8ca6a452" providerId="LiveId" clId="{8C65DD49-A72B-47A6-A3EE-56D00128E8DE}" dt="2023-12-26T13:28:08.080" v="840" actId="1076"/>
          <ac:spMkLst>
            <pc:docMk/>
            <pc:sldMk cId="0" sldId="257"/>
            <ac:spMk id="73" creationId="{00000000-0000-0000-0000-000000000000}"/>
          </ac:spMkLst>
        </pc:spChg>
        <pc:spChg chg="mod">
          <ac:chgData name="xi sheng" userId="b3919e0d8ca6a452" providerId="LiveId" clId="{8C65DD49-A72B-47A6-A3EE-56D00128E8DE}" dt="2023-12-26T13:28:08.080" v="840" actId="1076"/>
          <ac:spMkLst>
            <pc:docMk/>
            <pc:sldMk cId="0" sldId="257"/>
            <ac:spMk id="74" creationId="{00000000-0000-0000-0000-000000000000}"/>
          </ac:spMkLst>
        </pc:spChg>
        <pc:spChg chg="mod">
          <ac:chgData name="xi sheng" userId="b3919e0d8ca6a452" providerId="LiveId" clId="{8C65DD49-A72B-47A6-A3EE-56D00128E8DE}" dt="2023-12-26T13:28:08.080" v="840" actId="1076"/>
          <ac:spMkLst>
            <pc:docMk/>
            <pc:sldMk cId="0" sldId="257"/>
            <ac:spMk id="76" creationId="{00000000-0000-0000-0000-000000000000}"/>
          </ac:spMkLst>
        </pc:spChg>
        <pc:spChg chg="mod">
          <ac:chgData name="xi sheng" userId="b3919e0d8ca6a452" providerId="LiveId" clId="{8C65DD49-A72B-47A6-A3EE-56D00128E8DE}" dt="2023-12-26T13:28:08.080" v="840" actId="1076"/>
          <ac:spMkLst>
            <pc:docMk/>
            <pc:sldMk cId="0" sldId="257"/>
            <ac:spMk id="77" creationId="{00000000-0000-0000-0000-000000000000}"/>
          </ac:spMkLst>
        </pc:spChg>
        <pc:spChg chg="mod">
          <ac:chgData name="xi sheng" userId="b3919e0d8ca6a452" providerId="LiveId" clId="{8C65DD49-A72B-47A6-A3EE-56D00128E8DE}" dt="2023-12-26T13:28:08.080" v="840" actId="1076"/>
          <ac:spMkLst>
            <pc:docMk/>
            <pc:sldMk cId="0" sldId="257"/>
            <ac:spMk id="78" creationId="{00000000-0000-0000-0000-000000000000}"/>
          </ac:spMkLst>
        </pc:spChg>
        <pc:spChg chg="mod">
          <ac:chgData name="xi sheng" userId="b3919e0d8ca6a452" providerId="LiveId" clId="{8C65DD49-A72B-47A6-A3EE-56D00128E8DE}" dt="2023-12-26T13:28:08.080" v="840" actId="1076"/>
          <ac:spMkLst>
            <pc:docMk/>
            <pc:sldMk cId="0" sldId="257"/>
            <ac:spMk id="79" creationId="{00000000-0000-0000-0000-000000000000}"/>
          </ac:spMkLst>
        </pc:spChg>
        <pc:spChg chg="mod">
          <ac:chgData name="xi sheng" userId="b3919e0d8ca6a452" providerId="LiveId" clId="{8C65DD49-A72B-47A6-A3EE-56D00128E8DE}" dt="2023-12-26T13:28:08.080" v="840" actId="1076"/>
          <ac:spMkLst>
            <pc:docMk/>
            <pc:sldMk cId="0" sldId="257"/>
            <ac:spMk id="80" creationId="{00000000-0000-0000-0000-000000000000}"/>
          </ac:spMkLst>
        </pc:spChg>
        <pc:spChg chg="mod">
          <ac:chgData name="xi sheng" userId="b3919e0d8ca6a452" providerId="LiveId" clId="{8C65DD49-A72B-47A6-A3EE-56D00128E8DE}" dt="2023-12-26T13:28:08.080" v="840" actId="1076"/>
          <ac:spMkLst>
            <pc:docMk/>
            <pc:sldMk cId="0" sldId="257"/>
            <ac:spMk id="82" creationId="{00000000-0000-0000-0000-000000000000}"/>
          </ac:spMkLst>
        </pc:spChg>
        <pc:spChg chg="mod">
          <ac:chgData name="xi sheng" userId="b3919e0d8ca6a452" providerId="LiveId" clId="{8C65DD49-A72B-47A6-A3EE-56D00128E8DE}" dt="2023-12-26T13:28:08.080" v="840" actId="1076"/>
          <ac:spMkLst>
            <pc:docMk/>
            <pc:sldMk cId="0" sldId="257"/>
            <ac:spMk id="83" creationId="{00000000-0000-0000-0000-000000000000}"/>
          </ac:spMkLst>
        </pc:spChg>
        <pc:spChg chg="mod">
          <ac:chgData name="xi sheng" userId="b3919e0d8ca6a452" providerId="LiveId" clId="{8C65DD49-A72B-47A6-A3EE-56D00128E8DE}" dt="2023-12-26T13:28:08.080" v="840" actId="1076"/>
          <ac:spMkLst>
            <pc:docMk/>
            <pc:sldMk cId="0" sldId="257"/>
            <ac:spMk id="84" creationId="{00000000-0000-0000-0000-000000000000}"/>
          </ac:spMkLst>
        </pc:spChg>
        <pc:spChg chg="mod">
          <ac:chgData name="xi sheng" userId="b3919e0d8ca6a452" providerId="LiveId" clId="{8C65DD49-A72B-47A6-A3EE-56D00128E8DE}" dt="2023-12-26T13:28:08.080" v="840" actId="1076"/>
          <ac:spMkLst>
            <pc:docMk/>
            <pc:sldMk cId="0" sldId="257"/>
            <ac:spMk id="85" creationId="{00000000-0000-0000-0000-000000000000}"/>
          </ac:spMkLst>
        </pc:spChg>
        <pc:spChg chg="mod">
          <ac:chgData name="xi sheng" userId="b3919e0d8ca6a452" providerId="LiveId" clId="{8C65DD49-A72B-47A6-A3EE-56D00128E8DE}" dt="2023-12-26T13:28:08.080" v="840" actId="1076"/>
          <ac:spMkLst>
            <pc:docMk/>
            <pc:sldMk cId="0" sldId="257"/>
            <ac:spMk id="86" creationId="{00000000-0000-0000-0000-000000000000}"/>
          </ac:spMkLst>
        </pc:spChg>
        <pc:spChg chg="mod">
          <ac:chgData name="xi sheng" userId="b3919e0d8ca6a452" providerId="LiveId" clId="{8C65DD49-A72B-47A6-A3EE-56D00128E8DE}" dt="2023-12-26T13:28:08.080" v="840" actId="1076"/>
          <ac:spMkLst>
            <pc:docMk/>
            <pc:sldMk cId="0" sldId="257"/>
            <ac:spMk id="88" creationId="{00000000-0000-0000-0000-000000000000}"/>
          </ac:spMkLst>
        </pc:spChg>
        <pc:spChg chg="mod">
          <ac:chgData name="xi sheng" userId="b3919e0d8ca6a452" providerId="LiveId" clId="{8C65DD49-A72B-47A6-A3EE-56D00128E8DE}" dt="2023-12-26T13:28:08.080" v="840" actId="1076"/>
          <ac:spMkLst>
            <pc:docMk/>
            <pc:sldMk cId="0" sldId="257"/>
            <ac:spMk id="89" creationId="{00000000-0000-0000-0000-000000000000}"/>
          </ac:spMkLst>
        </pc:spChg>
        <pc:spChg chg="mod">
          <ac:chgData name="xi sheng" userId="b3919e0d8ca6a452" providerId="LiveId" clId="{8C65DD49-A72B-47A6-A3EE-56D00128E8DE}" dt="2023-12-26T13:28:08.080" v="840" actId="1076"/>
          <ac:spMkLst>
            <pc:docMk/>
            <pc:sldMk cId="0" sldId="257"/>
            <ac:spMk id="90" creationId="{00000000-0000-0000-0000-000000000000}"/>
          </ac:spMkLst>
        </pc:spChg>
        <pc:spChg chg="mod">
          <ac:chgData name="xi sheng" userId="b3919e0d8ca6a452" providerId="LiveId" clId="{8C65DD49-A72B-47A6-A3EE-56D00128E8DE}" dt="2023-12-26T13:28:08.080" v="840" actId="1076"/>
          <ac:spMkLst>
            <pc:docMk/>
            <pc:sldMk cId="0" sldId="257"/>
            <ac:spMk id="91" creationId="{00000000-0000-0000-0000-000000000000}"/>
          </ac:spMkLst>
        </pc:spChg>
        <pc:spChg chg="mod">
          <ac:chgData name="xi sheng" userId="b3919e0d8ca6a452" providerId="LiveId" clId="{8C65DD49-A72B-47A6-A3EE-56D00128E8DE}" dt="2023-12-26T13:28:08.080" v="840" actId="1076"/>
          <ac:spMkLst>
            <pc:docMk/>
            <pc:sldMk cId="0" sldId="257"/>
            <ac:spMk id="92" creationId="{00000000-0000-0000-0000-000000000000}"/>
          </ac:spMkLst>
        </pc:spChg>
        <pc:spChg chg="del mod">
          <ac:chgData name="xi sheng" userId="b3919e0d8ca6a452" providerId="LiveId" clId="{8C65DD49-A72B-47A6-A3EE-56D00128E8DE}" dt="2023-12-26T13:24:18.318" v="812" actId="478"/>
          <ac:spMkLst>
            <pc:docMk/>
            <pc:sldMk cId="0" sldId="257"/>
            <ac:spMk id="95" creationId="{00000000-0000-0000-0000-000000000000}"/>
          </ac:spMkLst>
        </pc:spChg>
        <pc:picChg chg="add mod ord">
          <ac:chgData name="xi sheng" userId="b3919e0d8ca6a452" providerId="LiveId" clId="{8C65DD49-A72B-47A6-A3EE-56D00128E8DE}" dt="2023-12-26T13:28:46.816" v="868" actId="167"/>
          <ac:picMkLst>
            <pc:docMk/>
            <pc:sldMk cId="0" sldId="257"/>
            <ac:picMk id="7" creationId="{22C925A9-2F25-9FC4-A2BE-06BD4EF88F3B}"/>
          </ac:picMkLst>
        </pc:picChg>
        <pc:picChg chg="del">
          <ac:chgData name="xi sheng" userId="b3919e0d8ca6a452" providerId="LiveId" clId="{8C65DD49-A72B-47A6-A3EE-56D00128E8DE}" dt="2023-12-26T13:24:19.939" v="813" actId="478"/>
          <ac:picMkLst>
            <pc:docMk/>
            <pc:sldMk cId="0" sldId="257"/>
            <ac:picMk id="94" creationId="{00000000-0000-0000-0000-000000000000}"/>
          </ac:picMkLst>
        </pc:picChg>
      </pc:sldChg>
      <pc:sldChg chg="modSp mod modTransition">
        <pc:chgData name="xi sheng" userId="b3919e0d8ca6a452" providerId="LiveId" clId="{8C65DD49-A72B-47A6-A3EE-56D00128E8DE}" dt="2023-12-26T13:28:39.050" v="866" actId="1076"/>
        <pc:sldMkLst>
          <pc:docMk/>
          <pc:sldMk cId="0" sldId="258"/>
        </pc:sldMkLst>
        <pc:spChg chg="mod">
          <ac:chgData name="xi sheng" userId="b3919e0d8ca6a452" providerId="LiveId" clId="{8C65DD49-A72B-47A6-A3EE-56D00128E8DE}" dt="2023-12-26T13:28:39.050" v="866" actId="1076"/>
          <ac:spMkLst>
            <pc:docMk/>
            <pc:sldMk cId="0" sldId="258"/>
            <ac:spMk id="3" creationId="{00000000-0000-0000-0000-000000000000}"/>
          </ac:spMkLst>
        </pc:spChg>
      </pc:sldChg>
      <pc:sldChg chg="modTransition">
        <pc:chgData name="xi sheng" userId="b3919e0d8ca6a452" providerId="LiveId" clId="{8C65DD49-A72B-47A6-A3EE-56D00128E8DE}" dt="2023-12-26T13:28:25.731" v="864"/>
        <pc:sldMkLst>
          <pc:docMk/>
          <pc:sldMk cId="0" sldId="259"/>
        </pc:sldMkLst>
      </pc:sldChg>
      <pc:sldChg chg="modTransition">
        <pc:chgData name="xi sheng" userId="b3919e0d8ca6a452" providerId="LiveId" clId="{8C65DD49-A72B-47A6-A3EE-56D00128E8DE}" dt="2023-12-26T13:28:25.731" v="864"/>
        <pc:sldMkLst>
          <pc:docMk/>
          <pc:sldMk cId="0" sldId="260"/>
        </pc:sldMkLst>
      </pc:sldChg>
      <pc:sldChg chg="delSp modSp mod modTransition">
        <pc:chgData name="xi sheng" userId="b3919e0d8ca6a452" providerId="LiveId" clId="{8C65DD49-A72B-47A6-A3EE-56D00128E8DE}" dt="2023-12-26T13:28:25.731" v="864"/>
        <pc:sldMkLst>
          <pc:docMk/>
          <pc:sldMk cId="0" sldId="261"/>
        </pc:sldMkLst>
        <pc:spChg chg="del">
          <ac:chgData name="xi sheng" userId="b3919e0d8ca6a452" providerId="LiveId" clId="{8C65DD49-A72B-47A6-A3EE-56D00128E8DE}" dt="2023-12-24T07:48:20.010" v="416" actId="478"/>
          <ac:spMkLst>
            <pc:docMk/>
            <pc:sldMk cId="0" sldId="261"/>
            <ac:spMk id="4" creationId="{00000000-0000-0000-0000-000000000000}"/>
          </ac:spMkLst>
        </pc:spChg>
        <pc:spChg chg="mod">
          <ac:chgData name="xi sheng" userId="b3919e0d8ca6a452" providerId="LiveId" clId="{8C65DD49-A72B-47A6-A3EE-56D00128E8DE}" dt="2023-12-26T13:07:54.779" v="604"/>
          <ac:spMkLst>
            <pc:docMk/>
            <pc:sldMk cId="0" sldId="261"/>
            <ac:spMk id="8" creationId="{00000000-0000-0000-0000-000000000000}"/>
          </ac:spMkLst>
        </pc:spChg>
        <pc:spChg chg="del">
          <ac:chgData name="xi sheng" userId="b3919e0d8ca6a452" providerId="LiveId" clId="{8C65DD49-A72B-47A6-A3EE-56D00128E8DE}" dt="2023-12-24T07:48:16.776" v="415" actId="478"/>
          <ac:spMkLst>
            <pc:docMk/>
            <pc:sldMk cId="0" sldId="261"/>
            <ac:spMk id="9" creationId="{00000000-0000-0000-0000-000000000000}"/>
          </ac:spMkLst>
        </pc:spChg>
      </pc:sldChg>
      <pc:sldChg chg="modSp mod modTransition modAnim">
        <pc:chgData name="xi sheng" userId="b3919e0d8ca6a452" providerId="LiveId" clId="{8C65DD49-A72B-47A6-A3EE-56D00128E8DE}" dt="2023-12-26T14:54:24.942" v="1433"/>
        <pc:sldMkLst>
          <pc:docMk/>
          <pc:sldMk cId="0" sldId="262"/>
        </pc:sldMkLst>
        <pc:spChg chg="mod">
          <ac:chgData name="xi sheng" userId="b3919e0d8ca6a452" providerId="LiveId" clId="{8C65DD49-A72B-47A6-A3EE-56D00128E8DE}" dt="2023-12-24T07:43:59.313" v="370" actId="208"/>
          <ac:spMkLst>
            <pc:docMk/>
            <pc:sldMk cId="0" sldId="262"/>
            <ac:spMk id="7" creationId="{943188D6-5A2D-850A-CD05-3D97BF32AB54}"/>
          </ac:spMkLst>
        </pc:spChg>
        <pc:spChg chg="mod">
          <ac:chgData name="xi sheng" userId="b3919e0d8ca6a452" providerId="LiveId" clId="{8C65DD49-A72B-47A6-A3EE-56D00128E8DE}" dt="2023-12-24T07:43:46.664" v="369" actId="208"/>
          <ac:spMkLst>
            <pc:docMk/>
            <pc:sldMk cId="0" sldId="262"/>
            <ac:spMk id="8" creationId="{69F84EF7-65AF-2E3A-AC4E-9CC05BBECE68}"/>
          </ac:spMkLst>
        </pc:spChg>
        <pc:spChg chg="mod">
          <ac:chgData name="xi sheng" userId="b3919e0d8ca6a452" providerId="LiveId" clId="{8C65DD49-A72B-47A6-A3EE-56D00128E8DE}" dt="2023-12-24T07:43:04.725" v="366" actId="108"/>
          <ac:spMkLst>
            <pc:docMk/>
            <pc:sldMk cId="0" sldId="262"/>
            <ac:spMk id="76" creationId="{00000000-0000-0000-0000-000000000000}"/>
          </ac:spMkLst>
        </pc:spChg>
        <pc:spChg chg="mod">
          <ac:chgData name="xi sheng" userId="b3919e0d8ca6a452" providerId="LiveId" clId="{8C65DD49-A72B-47A6-A3EE-56D00128E8DE}" dt="2023-12-24T07:42:32.452" v="365" actId="947"/>
          <ac:spMkLst>
            <pc:docMk/>
            <pc:sldMk cId="0" sldId="262"/>
            <ac:spMk id="88" creationId="{00000000-0000-0000-0000-000000000000}"/>
          </ac:spMkLst>
        </pc:spChg>
      </pc:sldChg>
      <pc:sldChg chg="del">
        <pc:chgData name="xi sheng" userId="b3919e0d8ca6a452" providerId="LiveId" clId="{8C65DD49-A72B-47A6-A3EE-56D00128E8DE}" dt="2023-12-26T12:40:47.681" v="445" actId="47"/>
        <pc:sldMkLst>
          <pc:docMk/>
          <pc:sldMk cId="0" sldId="263"/>
        </pc:sldMkLst>
      </pc:sldChg>
      <pc:sldChg chg="delSp del mod ord">
        <pc:chgData name="xi sheng" userId="b3919e0d8ca6a452" providerId="LiveId" clId="{8C65DD49-A72B-47A6-A3EE-56D00128E8DE}" dt="2023-12-24T06:40:49.766" v="113" actId="47"/>
        <pc:sldMkLst>
          <pc:docMk/>
          <pc:sldMk cId="0" sldId="264"/>
        </pc:sldMkLst>
        <pc:spChg chg="del">
          <ac:chgData name="xi sheng" userId="b3919e0d8ca6a452" providerId="LiveId" clId="{8C65DD49-A72B-47A6-A3EE-56D00128E8DE}" dt="2023-12-24T06:40:45.912" v="112" actId="21"/>
          <ac:spMkLst>
            <pc:docMk/>
            <pc:sldMk cId="0" sldId="264"/>
            <ac:spMk id="93" creationId="{00000000-0000-0000-0000-000000000000}"/>
          </ac:spMkLst>
        </pc:spChg>
        <pc:spChg chg="del">
          <ac:chgData name="xi sheng" userId="b3919e0d8ca6a452" providerId="LiveId" clId="{8C65DD49-A72B-47A6-A3EE-56D00128E8DE}" dt="2023-12-24T06:40:45.912" v="112" actId="21"/>
          <ac:spMkLst>
            <pc:docMk/>
            <pc:sldMk cId="0" sldId="264"/>
            <ac:spMk id="94" creationId="{00000000-0000-0000-0000-000000000000}"/>
          </ac:spMkLst>
        </pc:spChg>
        <pc:spChg chg="del">
          <ac:chgData name="xi sheng" userId="b3919e0d8ca6a452" providerId="LiveId" clId="{8C65DD49-A72B-47A6-A3EE-56D00128E8DE}" dt="2023-12-24T06:40:45.912" v="112" actId="21"/>
          <ac:spMkLst>
            <pc:docMk/>
            <pc:sldMk cId="0" sldId="264"/>
            <ac:spMk id="95" creationId="{00000000-0000-0000-0000-000000000000}"/>
          </ac:spMkLst>
        </pc:spChg>
        <pc:spChg chg="del">
          <ac:chgData name="xi sheng" userId="b3919e0d8ca6a452" providerId="LiveId" clId="{8C65DD49-A72B-47A6-A3EE-56D00128E8DE}" dt="2023-12-24T06:40:45.912" v="112" actId="21"/>
          <ac:spMkLst>
            <pc:docMk/>
            <pc:sldMk cId="0" sldId="264"/>
            <ac:spMk id="96" creationId="{00000000-0000-0000-0000-000000000000}"/>
          </ac:spMkLst>
        </pc:spChg>
        <pc:spChg chg="del">
          <ac:chgData name="xi sheng" userId="b3919e0d8ca6a452" providerId="LiveId" clId="{8C65DD49-A72B-47A6-A3EE-56D00128E8DE}" dt="2023-12-24T06:40:45.912" v="112" actId="21"/>
          <ac:spMkLst>
            <pc:docMk/>
            <pc:sldMk cId="0" sldId="264"/>
            <ac:spMk id="97" creationId="{00000000-0000-0000-0000-000000000000}"/>
          </ac:spMkLst>
        </pc:spChg>
        <pc:spChg chg="del">
          <ac:chgData name="xi sheng" userId="b3919e0d8ca6a452" providerId="LiveId" clId="{8C65DD49-A72B-47A6-A3EE-56D00128E8DE}" dt="2023-12-24T06:40:45.912" v="112" actId="21"/>
          <ac:spMkLst>
            <pc:docMk/>
            <pc:sldMk cId="0" sldId="264"/>
            <ac:spMk id="98" creationId="{00000000-0000-0000-0000-000000000000}"/>
          </ac:spMkLst>
        </pc:spChg>
        <pc:spChg chg="del">
          <ac:chgData name="xi sheng" userId="b3919e0d8ca6a452" providerId="LiveId" clId="{8C65DD49-A72B-47A6-A3EE-56D00128E8DE}" dt="2023-12-24T06:40:45.912" v="112" actId="21"/>
          <ac:spMkLst>
            <pc:docMk/>
            <pc:sldMk cId="0" sldId="264"/>
            <ac:spMk id="99" creationId="{00000000-0000-0000-0000-000000000000}"/>
          </ac:spMkLst>
        </pc:spChg>
        <pc:spChg chg="del">
          <ac:chgData name="xi sheng" userId="b3919e0d8ca6a452" providerId="LiveId" clId="{8C65DD49-A72B-47A6-A3EE-56D00128E8DE}" dt="2023-12-24T06:40:45.912" v="112" actId="21"/>
          <ac:spMkLst>
            <pc:docMk/>
            <pc:sldMk cId="0" sldId="264"/>
            <ac:spMk id="100" creationId="{00000000-0000-0000-0000-000000000000}"/>
          </ac:spMkLst>
        </pc:spChg>
        <pc:spChg chg="del">
          <ac:chgData name="xi sheng" userId="b3919e0d8ca6a452" providerId="LiveId" clId="{8C65DD49-A72B-47A6-A3EE-56D00128E8DE}" dt="2023-12-24T06:40:45.912" v="112" actId="21"/>
          <ac:spMkLst>
            <pc:docMk/>
            <pc:sldMk cId="0" sldId="264"/>
            <ac:spMk id="101" creationId="{00000000-0000-0000-0000-000000000000}"/>
          </ac:spMkLst>
        </pc:spChg>
        <pc:spChg chg="del">
          <ac:chgData name="xi sheng" userId="b3919e0d8ca6a452" providerId="LiveId" clId="{8C65DD49-A72B-47A6-A3EE-56D00128E8DE}" dt="2023-12-24T06:40:45.912" v="112" actId="21"/>
          <ac:spMkLst>
            <pc:docMk/>
            <pc:sldMk cId="0" sldId="264"/>
            <ac:spMk id="102" creationId="{00000000-0000-0000-0000-000000000000}"/>
          </ac:spMkLst>
        </pc:spChg>
        <pc:spChg chg="del">
          <ac:chgData name="xi sheng" userId="b3919e0d8ca6a452" providerId="LiveId" clId="{8C65DD49-A72B-47A6-A3EE-56D00128E8DE}" dt="2023-12-24T06:40:45.912" v="112" actId="21"/>
          <ac:spMkLst>
            <pc:docMk/>
            <pc:sldMk cId="0" sldId="264"/>
            <ac:spMk id="103" creationId="{00000000-0000-0000-0000-000000000000}"/>
          </ac:spMkLst>
        </pc:spChg>
        <pc:spChg chg="del">
          <ac:chgData name="xi sheng" userId="b3919e0d8ca6a452" providerId="LiveId" clId="{8C65DD49-A72B-47A6-A3EE-56D00128E8DE}" dt="2023-12-24T06:40:45.912" v="112" actId="21"/>
          <ac:spMkLst>
            <pc:docMk/>
            <pc:sldMk cId="0" sldId="264"/>
            <ac:spMk id="104" creationId="{00000000-0000-0000-0000-000000000000}"/>
          </ac:spMkLst>
        </pc:spChg>
        <pc:spChg chg="del">
          <ac:chgData name="xi sheng" userId="b3919e0d8ca6a452" providerId="LiveId" clId="{8C65DD49-A72B-47A6-A3EE-56D00128E8DE}" dt="2023-12-24T06:40:29.873" v="109" actId="478"/>
          <ac:spMkLst>
            <pc:docMk/>
            <pc:sldMk cId="0" sldId="264"/>
            <ac:spMk id="105" creationId="{00000000-0000-0000-0000-000000000000}"/>
          </ac:spMkLst>
        </pc:spChg>
        <pc:grpChg chg="del">
          <ac:chgData name="xi sheng" userId="b3919e0d8ca6a452" providerId="LiveId" clId="{8C65DD49-A72B-47A6-A3EE-56D00128E8DE}" dt="2023-12-24T06:40:45.912" v="112" actId="21"/>
          <ac:grpSpMkLst>
            <pc:docMk/>
            <pc:sldMk cId="0" sldId="264"/>
            <ac:grpSpMk id="8" creationId="{00000000-0000-0000-0000-000000000000}"/>
          </ac:grpSpMkLst>
        </pc:grpChg>
        <pc:grpChg chg="del">
          <ac:chgData name="xi sheng" userId="b3919e0d8ca6a452" providerId="LiveId" clId="{8C65DD49-A72B-47A6-A3EE-56D00128E8DE}" dt="2023-12-24T06:40:45.912" v="112" actId="21"/>
          <ac:grpSpMkLst>
            <pc:docMk/>
            <pc:sldMk cId="0" sldId="264"/>
            <ac:grpSpMk id="9" creationId="{00000000-0000-0000-0000-000000000000}"/>
          </ac:grpSpMkLst>
        </pc:grpChg>
      </pc:sldChg>
      <pc:sldChg chg="del">
        <pc:chgData name="xi sheng" userId="b3919e0d8ca6a452" providerId="LiveId" clId="{8C65DD49-A72B-47A6-A3EE-56D00128E8DE}" dt="2023-12-26T12:40:49.942" v="446" actId="47"/>
        <pc:sldMkLst>
          <pc:docMk/>
          <pc:sldMk cId="0" sldId="265"/>
        </pc:sldMkLst>
      </pc:sldChg>
      <pc:sldChg chg="del">
        <pc:chgData name="xi sheng" userId="b3919e0d8ca6a452" providerId="LiveId" clId="{8C65DD49-A72B-47A6-A3EE-56D00128E8DE}" dt="2023-12-26T12:40:50.457" v="447" actId="47"/>
        <pc:sldMkLst>
          <pc:docMk/>
          <pc:sldMk cId="0" sldId="266"/>
        </pc:sldMkLst>
      </pc:sldChg>
      <pc:sldChg chg="delSp modSp add mod setBg delAnim modAnim">
        <pc:chgData name="xi sheng" userId="b3919e0d8ca6a452" providerId="LiveId" clId="{8C65DD49-A72B-47A6-A3EE-56D00128E8DE}" dt="2023-12-26T13:48:25.140" v="879"/>
        <pc:sldMkLst>
          <pc:docMk/>
          <pc:sldMk cId="0" sldId="267"/>
        </pc:sldMkLst>
        <pc:spChg chg="del">
          <ac:chgData name="xi sheng" userId="b3919e0d8ca6a452" providerId="LiveId" clId="{8C65DD49-A72B-47A6-A3EE-56D00128E8DE}" dt="2023-12-26T13:13:23.452" v="792" actId="478"/>
          <ac:spMkLst>
            <pc:docMk/>
            <pc:sldMk cId="0" sldId="267"/>
            <ac:spMk id="5" creationId="{00000000-0000-0000-0000-000000000000}"/>
          </ac:spMkLst>
        </pc:spChg>
        <pc:spChg chg="mod">
          <ac:chgData name="xi sheng" userId="b3919e0d8ca6a452" providerId="LiveId" clId="{8C65DD49-A72B-47A6-A3EE-56D00128E8DE}" dt="2023-12-26T13:10:33.869" v="742" actId="1076"/>
          <ac:spMkLst>
            <pc:docMk/>
            <pc:sldMk cId="0" sldId="267"/>
            <ac:spMk id="7" creationId="{00000000-0000-0000-0000-000000000000}"/>
          </ac:spMkLst>
        </pc:spChg>
        <pc:spChg chg="mod">
          <ac:chgData name="xi sheng" userId="b3919e0d8ca6a452" providerId="LiveId" clId="{8C65DD49-A72B-47A6-A3EE-56D00128E8DE}" dt="2023-12-26T13:10:33.869" v="742" actId="1076"/>
          <ac:spMkLst>
            <pc:docMk/>
            <pc:sldMk cId="0" sldId="267"/>
            <ac:spMk id="8" creationId="{00000000-0000-0000-0000-000000000000}"/>
          </ac:spMkLst>
        </pc:spChg>
        <pc:spChg chg="mod">
          <ac:chgData name="xi sheng" userId="b3919e0d8ca6a452" providerId="LiveId" clId="{8C65DD49-A72B-47A6-A3EE-56D00128E8DE}" dt="2023-12-26T13:10:33.869" v="742" actId="1076"/>
          <ac:spMkLst>
            <pc:docMk/>
            <pc:sldMk cId="0" sldId="267"/>
            <ac:spMk id="9" creationId="{00000000-0000-0000-0000-000000000000}"/>
          </ac:spMkLst>
        </pc:spChg>
        <pc:spChg chg="mod">
          <ac:chgData name="xi sheng" userId="b3919e0d8ca6a452" providerId="LiveId" clId="{8C65DD49-A72B-47A6-A3EE-56D00128E8DE}" dt="2023-12-26T13:12:20.253" v="782" actId="1076"/>
          <ac:spMkLst>
            <pc:docMk/>
            <pc:sldMk cId="0" sldId="267"/>
            <ac:spMk id="18" creationId="{00000000-0000-0000-0000-000000000000}"/>
          </ac:spMkLst>
        </pc:spChg>
        <pc:spChg chg="mod">
          <ac:chgData name="xi sheng" userId="b3919e0d8ca6a452" providerId="LiveId" clId="{8C65DD49-A72B-47A6-A3EE-56D00128E8DE}" dt="2023-12-26T13:11:01.106" v="747" actId="1076"/>
          <ac:spMkLst>
            <pc:docMk/>
            <pc:sldMk cId="0" sldId="267"/>
            <ac:spMk id="20" creationId="{00000000-0000-0000-0000-000000000000}"/>
          </ac:spMkLst>
        </pc:spChg>
        <pc:spChg chg="mod">
          <ac:chgData name="xi sheng" userId="b3919e0d8ca6a452" providerId="LiveId" clId="{8C65DD49-A72B-47A6-A3EE-56D00128E8DE}" dt="2023-12-26T13:11:01.106" v="747" actId="1076"/>
          <ac:spMkLst>
            <pc:docMk/>
            <pc:sldMk cId="0" sldId="267"/>
            <ac:spMk id="21" creationId="{00000000-0000-0000-0000-000000000000}"/>
          </ac:spMkLst>
        </pc:spChg>
        <pc:spChg chg="mod">
          <ac:chgData name="xi sheng" userId="b3919e0d8ca6a452" providerId="LiveId" clId="{8C65DD49-A72B-47A6-A3EE-56D00128E8DE}" dt="2023-12-26T13:11:01.106" v="747" actId="1076"/>
          <ac:spMkLst>
            <pc:docMk/>
            <pc:sldMk cId="0" sldId="267"/>
            <ac:spMk id="22" creationId="{00000000-0000-0000-0000-000000000000}"/>
          </ac:spMkLst>
        </pc:spChg>
        <pc:spChg chg="mod">
          <ac:chgData name="xi sheng" userId="b3919e0d8ca6a452" providerId="LiveId" clId="{8C65DD49-A72B-47A6-A3EE-56D00128E8DE}" dt="2023-12-26T13:12:03.714" v="778" actId="403"/>
          <ac:spMkLst>
            <pc:docMk/>
            <pc:sldMk cId="0" sldId="267"/>
            <ac:spMk id="23" creationId="{00000000-0000-0000-0000-000000000000}"/>
          </ac:spMkLst>
        </pc:spChg>
        <pc:spChg chg="mod">
          <ac:chgData name="xi sheng" userId="b3919e0d8ca6a452" providerId="LiveId" clId="{8C65DD49-A72B-47A6-A3EE-56D00128E8DE}" dt="2023-12-26T13:12:10.316" v="780" actId="1076"/>
          <ac:spMkLst>
            <pc:docMk/>
            <pc:sldMk cId="0" sldId="267"/>
            <ac:spMk id="24" creationId="{00000000-0000-0000-0000-000000000000}"/>
          </ac:spMkLst>
        </pc:spChg>
        <pc:spChg chg="del mod">
          <ac:chgData name="xi sheng" userId="b3919e0d8ca6a452" providerId="LiveId" clId="{8C65DD49-A72B-47A6-A3EE-56D00128E8DE}" dt="2023-12-26T13:10:39.182" v="745" actId="478"/>
          <ac:spMkLst>
            <pc:docMk/>
            <pc:sldMk cId="0" sldId="267"/>
            <ac:spMk id="25" creationId="{00000000-0000-0000-0000-000000000000}"/>
          </ac:spMkLst>
        </pc:spChg>
        <pc:spChg chg="mod">
          <ac:chgData name="xi sheng" userId="b3919e0d8ca6a452" providerId="LiveId" clId="{8C65DD49-A72B-47A6-A3EE-56D00128E8DE}" dt="2023-12-26T13:10:48.615" v="746" actId="1076"/>
          <ac:spMkLst>
            <pc:docMk/>
            <pc:sldMk cId="0" sldId="267"/>
            <ac:spMk id="27" creationId="{00000000-0000-0000-0000-000000000000}"/>
          </ac:spMkLst>
        </pc:spChg>
        <pc:spChg chg="mod">
          <ac:chgData name="xi sheng" userId="b3919e0d8ca6a452" providerId="LiveId" clId="{8C65DD49-A72B-47A6-A3EE-56D00128E8DE}" dt="2023-12-26T13:10:48.615" v="746" actId="1076"/>
          <ac:spMkLst>
            <pc:docMk/>
            <pc:sldMk cId="0" sldId="267"/>
            <ac:spMk id="28" creationId="{00000000-0000-0000-0000-000000000000}"/>
          </ac:spMkLst>
        </pc:spChg>
        <pc:spChg chg="mod">
          <ac:chgData name="xi sheng" userId="b3919e0d8ca6a452" providerId="LiveId" clId="{8C65DD49-A72B-47A6-A3EE-56D00128E8DE}" dt="2023-12-26T13:10:48.615" v="746" actId="1076"/>
          <ac:spMkLst>
            <pc:docMk/>
            <pc:sldMk cId="0" sldId="267"/>
            <ac:spMk id="29" creationId="{00000000-0000-0000-0000-000000000000}"/>
          </ac:spMkLst>
        </pc:spChg>
        <pc:spChg chg="mod">
          <ac:chgData name="xi sheng" userId="b3919e0d8ca6a452" providerId="LiveId" clId="{8C65DD49-A72B-47A6-A3EE-56D00128E8DE}" dt="2023-12-26T13:12:15.449" v="781" actId="1076"/>
          <ac:spMkLst>
            <pc:docMk/>
            <pc:sldMk cId="0" sldId="267"/>
            <ac:spMk id="34" creationId="{00000000-0000-0000-0000-000000000000}"/>
          </ac:spMkLst>
        </pc:spChg>
        <pc:spChg chg="del">
          <ac:chgData name="xi sheng" userId="b3919e0d8ca6a452" providerId="LiveId" clId="{8C65DD49-A72B-47A6-A3EE-56D00128E8DE}" dt="2023-12-26T13:11:05.671" v="748" actId="478"/>
          <ac:spMkLst>
            <pc:docMk/>
            <pc:sldMk cId="0" sldId="267"/>
            <ac:spMk id="35" creationId="{00000000-0000-0000-0000-000000000000}"/>
          </ac:spMkLst>
        </pc:spChg>
        <pc:grpChg chg="mod">
          <ac:chgData name="xi sheng" userId="b3919e0d8ca6a452" providerId="LiveId" clId="{8C65DD49-A72B-47A6-A3EE-56D00128E8DE}" dt="2023-12-26T13:10:33.869" v="742" actId="1076"/>
          <ac:grpSpMkLst>
            <pc:docMk/>
            <pc:sldMk cId="0" sldId="267"/>
            <ac:grpSpMk id="6" creationId="{00000000-0000-0000-0000-000000000000}"/>
          </ac:grpSpMkLst>
        </pc:grpChg>
        <pc:grpChg chg="del">
          <ac:chgData name="xi sheng" userId="b3919e0d8ca6a452" providerId="LiveId" clId="{8C65DD49-A72B-47A6-A3EE-56D00128E8DE}" dt="2023-12-26T13:10:35.362" v="743" actId="478"/>
          <ac:grpSpMkLst>
            <pc:docMk/>
            <pc:sldMk cId="0" sldId="267"/>
            <ac:grpSpMk id="10" creationId="{00000000-0000-0000-0000-000000000000}"/>
          </ac:grpSpMkLst>
        </pc:grpChg>
        <pc:grpChg chg="del">
          <ac:chgData name="xi sheng" userId="b3919e0d8ca6a452" providerId="LiveId" clId="{8C65DD49-A72B-47A6-A3EE-56D00128E8DE}" dt="2023-12-26T13:10:36.607" v="744" actId="478"/>
          <ac:grpSpMkLst>
            <pc:docMk/>
            <pc:sldMk cId="0" sldId="267"/>
            <ac:grpSpMk id="14" creationId="{00000000-0000-0000-0000-000000000000}"/>
          </ac:grpSpMkLst>
        </pc:grpChg>
        <pc:grpChg chg="mod">
          <ac:chgData name="xi sheng" userId="b3919e0d8ca6a452" providerId="LiveId" clId="{8C65DD49-A72B-47A6-A3EE-56D00128E8DE}" dt="2023-12-26T13:12:29.319" v="783" actId="1076"/>
          <ac:grpSpMkLst>
            <pc:docMk/>
            <pc:sldMk cId="0" sldId="267"/>
            <ac:grpSpMk id="19" creationId="{00000000-0000-0000-0000-000000000000}"/>
          </ac:grpSpMkLst>
        </pc:grpChg>
        <pc:grpChg chg="mod">
          <ac:chgData name="xi sheng" userId="b3919e0d8ca6a452" providerId="LiveId" clId="{8C65DD49-A72B-47A6-A3EE-56D00128E8DE}" dt="2023-12-26T13:10:48.615" v="746" actId="1076"/>
          <ac:grpSpMkLst>
            <pc:docMk/>
            <pc:sldMk cId="0" sldId="267"/>
            <ac:grpSpMk id="26" creationId="{00000000-0000-0000-0000-000000000000}"/>
          </ac:grpSpMkLst>
        </pc:grpChg>
        <pc:grpChg chg="del">
          <ac:chgData name="xi sheng" userId="b3919e0d8ca6a452" providerId="LiveId" clId="{8C65DD49-A72B-47A6-A3EE-56D00128E8DE}" dt="2023-12-26T13:11:05.671" v="748" actId="478"/>
          <ac:grpSpMkLst>
            <pc:docMk/>
            <pc:sldMk cId="0" sldId="267"/>
            <ac:grpSpMk id="30" creationId="{00000000-0000-0000-0000-000000000000}"/>
          </ac:grpSpMkLst>
        </pc:grpChg>
      </pc:sldChg>
      <pc:sldChg chg="modSp modTransition modAnim">
        <pc:chgData name="xi sheng" userId="b3919e0d8ca6a452" providerId="LiveId" clId="{8C65DD49-A72B-47A6-A3EE-56D00128E8DE}" dt="2023-12-26T13:28:25.731" v="864"/>
        <pc:sldMkLst>
          <pc:docMk/>
          <pc:sldMk cId="0" sldId="268"/>
        </pc:sldMkLst>
        <pc:spChg chg="mod">
          <ac:chgData name="xi sheng" userId="b3919e0d8ca6a452" providerId="LiveId" clId="{8C65DD49-A72B-47A6-A3EE-56D00128E8DE}" dt="2023-12-24T07:44:52.226" v="396"/>
          <ac:spMkLst>
            <pc:docMk/>
            <pc:sldMk cId="0" sldId="268"/>
            <ac:spMk id="12" creationId="{00000000-0000-0000-0000-000000000000}"/>
          </ac:spMkLst>
        </pc:spChg>
        <pc:spChg chg="mod">
          <ac:chgData name="xi sheng" userId="b3919e0d8ca6a452" providerId="LiveId" clId="{8C65DD49-A72B-47A6-A3EE-56D00128E8DE}" dt="2023-12-24T07:44:19.268" v="378" actId="403"/>
          <ac:spMkLst>
            <pc:docMk/>
            <pc:sldMk cId="0" sldId="268"/>
            <ac:spMk id="13" creationId="{00000000-0000-0000-0000-000000000000}"/>
          </ac:spMkLst>
        </pc:spChg>
        <pc:spChg chg="mod">
          <ac:chgData name="xi sheng" userId="b3919e0d8ca6a452" providerId="LiveId" clId="{8C65DD49-A72B-47A6-A3EE-56D00128E8DE}" dt="2023-12-24T07:44:26.046" v="384" actId="404"/>
          <ac:spMkLst>
            <pc:docMk/>
            <pc:sldMk cId="0" sldId="268"/>
            <ac:spMk id="14" creationId="{00000000-0000-0000-0000-000000000000}"/>
          </ac:spMkLst>
        </pc:spChg>
        <pc:spChg chg="mod">
          <ac:chgData name="xi sheng" userId="b3919e0d8ca6a452" providerId="LiveId" clId="{8C65DD49-A72B-47A6-A3EE-56D00128E8DE}" dt="2023-12-24T07:44:30.964" v="388" actId="403"/>
          <ac:spMkLst>
            <pc:docMk/>
            <pc:sldMk cId="0" sldId="268"/>
            <ac:spMk id="15" creationId="{00000000-0000-0000-0000-000000000000}"/>
          </ac:spMkLst>
        </pc:spChg>
        <pc:spChg chg="mod">
          <ac:chgData name="xi sheng" userId="b3919e0d8ca6a452" providerId="LiveId" clId="{8C65DD49-A72B-47A6-A3EE-56D00128E8DE}" dt="2023-12-24T07:44:45.967" v="389" actId="1076"/>
          <ac:spMkLst>
            <pc:docMk/>
            <pc:sldMk cId="0" sldId="268"/>
            <ac:spMk id="26" creationId="{00000000-0000-0000-0000-000000000000}"/>
          </ac:spMkLst>
        </pc:spChg>
        <pc:grpChg chg="mod">
          <ac:chgData name="xi sheng" userId="b3919e0d8ca6a452" providerId="LiveId" clId="{8C65DD49-A72B-47A6-A3EE-56D00128E8DE}" dt="2023-12-24T07:44:45.967" v="389" actId="1076"/>
          <ac:grpSpMkLst>
            <pc:docMk/>
            <pc:sldMk cId="0" sldId="268"/>
            <ac:grpSpMk id="24" creationId="{00000000-0000-0000-0000-000000000000}"/>
          </ac:grpSpMkLst>
        </pc:grpChg>
        <pc:grpChg chg="mod">
          <ac:chgData name="xi sheng" userId="b3919e0d8ca6a452" providerId="LiveId" clId="{8C65DD49-A72B-47A6-A3EE-56D00128E8DE}" dt="2023-12-24T07:44:45.967" v="389" actId="1076"/>
          <ac:grpSpMkLst>
            <pc:docMk/>
            <pc:sldMk cId="0" sldId="268"/>
            <ac:grpSpMk id="25" creationId="{00000000-0000-0000-0000-000000000000}"/>
          </ac:grpSpMkLst>
        </pc:grpChg>
        <pc:cxnChg chg="mod">
          <ac:chgData name="xi sheng" userId="b3919e0d8ca6a452" providerId="LiveId" clId="{8C65DD49-A72B-47A6-A3EE-56D00128E8DE}" dt="2023-12-24T07:44:45.967" v="389" actId="1076"/>
          <ac:cxnSpMkLst>
            <pc:docMk/>
            <pc:sldMk cId="0" sldId="268"/>
            <ac:cxnSpMk id="27" creationId="{00000000-0000-0000-0000-000000000000}"/>
          </ac:cxnSpMkLst>
        </pc:cxnChg>
        <pc:cxnChg chg="mod">
          <ac:chgData name="xi sheng" userId="b3919e0d8ca6a452" providerId="LiveId" clId="{8C65DD49-A72B-47A6-A3EE-56D00128E8DE}" dt="2023-12-24T07:44:45.967" v="389" actId="1076"/>
          <ac:cxnSpMkLst>
            <pc:docMk/>
            <pc:sldMk cId="0" sldId="268"/>
            <ac:cxnSpMk id="28" creationId="{00000000-0000-0000-0000-000000000000}"/>
          </ac:cxnSpMkLst>
        </pc:cxnChg>
      </pc:sldChg>
      <pc:sldChg chg="add del modAnim">
        <pc:chgData name="xi sheng" userId="b3919e0d8ca6a452" providerId="LiveId" clId="{8C65DD49-A72B-47A6-A3EE-56D00128E8DE}" dt="2023-12-26T14:55:53.099" v="1442"/>
        <pc:sldMkLst>
          <pc:docMk/>
          <pc:sldMk cId="0" sldId="270"/>
        </pc:sldMkLst>
      </pc:sldChg>
      <pc:sldChg chg="addSp delSp modSp mod">
        <pc:chgData name="xi sheng" userId="b3919e0d8ca6a452" providerId="LiveId" clId="{8C65DD49-A72B-47A6-A3EE-56D00128E8DE}" dt="2023-12-26T15:03:29.388" v="1461"/>
        <pc:sldMkLst>
          <pc:docMk/>
          <pc:sldMk cId="0" sldId="272"/>
        </pc:sldMkLst>
        <pc:spChg chg="add mod">
          <ac:chgData name="xi sheng" userId="b3919e0d8ca6a452" providerId="LiveId" clId="{8C65DD49-A72B-47A6-A3EE-56D00128E8DE}" dt="2023-12-26T15:03:29.388" v="1461"/>
          <ac:spMkLst>
            <pc:docMk/>
            <pc:sldMk cId="0" sldId="272"/>
            <ac:spMk id="9" creationId="{45C36A0A-290A-9CB8-1867-18FEA533D3E3}"/>
          </ac:spMkLst>
        </pc:spChg>
        <pc:spChg chg="mod">
          <ac:chgData name="xi sheng" userId="b3919e0d8ca6a452" providerId="LiveId" clId="{8C65DD49-A72B-47A6-A3EE-56D00128E8DE}" dt="2023-12-26T15:00:01.830" v="1446" actId="207"/>
          <ac:spMkLst>
            <pc:docMk/>
            <pc:sldMk cId="0" sldId="272"/>
            <ac:spMk id="73" creationId="{00000000-0000-0000-0000-000000000000}"/>
          </ac:spMkLst>
        </pc:spChg>
        <pc:spChg chg="mod">
          <ac:chgData name="xi sheng" userId="b3919e0d8ca6a452" providerId="LiveId" clId="{8C65DD49-A72B-47A6-A3EE-56D00128E8DE}" dt="2023-12-26T15:00:07.052" v="1448" actId="207"/>
          <ac:spMkLst>
            <pc:docMk/>
            <pc:sldMk cId="0" sldId="272"/>
            <ac:spMk id="76" creationId="{00000000-0000-0000-0000-000000000000}"/>
          </ac:spMkLst>
        </pc:spChg>
        <pc:spChg chg="mod">
          <ac:chgData name="xi sheng" userId="b3919e0d8ca6a452" providerId="LiveId" clId="{8C65DD49-A72B-47A6-A3EE-56D00128E8DE}" dt="2023-12-26T15:00:11.669" v="1449" actId="207"/>
          <ac:spMkLst>
            <pc:docMk/>
            <pc:sldMk cId="0" sldId="272"/>
            <ac:spMk id="79" creationId="{00000000-0000-0000-0000-000000000000}"/>
          </ac:spMkLst>
        </pc:spChg>
        <pc:cxnChg chg="add del">
          <ac:chgData name="xi sheng" userId="b3919e0d8ca6a452" providerId="LiveId" clId="{8C65DD49-A72B-47A6-A3EE-56D00128E8DE}" dt="2023-12-26T15:02:44.801" v="1456" actId="11529"/>
          <ac:cxnSpMkLst>
            <pc:docMk/>
            <pc:sldMk cId="0" sldId="272"/>
            <ac:cxnSpMk id="8" creationId="{8039FBE4-676A-20B9-FDA4-61A7640E8CEF}"/>
          </ac:cxnSpMkLst>
        </pc:cxnChg>
      </pc:sldChg>
      <pc:sldChg chg="del">
        <pc:chgData name="xi sheng" userId="b3919e0d8ca6a452" providerId="LiveId" clId="{8C65DD49-A72B-47A6-A3EE-56D00128E8DE}" dt="2023-12-26T12:40:50.966" v="448" actId="47"/>
        <pc:sldMkLst>
          <pc:docMk/>
          <pc:sldMk cId="0" sldId="273"/>
        </pc:sldMkLst>
      </pc:sldChg>
      <pc:sldChg chg="del">
        <pc:chgData name="xi sheng" userId="b3919e0d8ca6a452" providerId="LiveId" clId="{8C65DD49-A72B-47A6-A3EE-56D00128E8DE}" dt="2023-12-26T12:40:51.696" v="449" actId="47"/>
        <pc:sldMkLst>
          <pc:docMk/>
          <pc:sldMk cId="0" sldId="274"/>
        </pc:sldMkLst>
      </pc:sldChg>
      <pc:sldChg chg="del">
        <pc:chgData name="xi sheng" userId="b3919e0d8ca6a452" providerId="LiveId" clId="{8C65DD49-A72B-47A6-A3EE-56D00128E8DE}" dt="2023-12-26T12:40:52.270" v="450" actId="47"/>
        <pc:sldMkLst>
          <pc:docMk/>
          <pc:sldMk cId="0" sldId="275"/>
        </pc:sldMkLst>
      </pc:sldChg>
      <pc:sldChg chg="addSp modSp add del mod modAnim">
        <pc:chgData name="xi sheng" userId="b3919e0d8ca6a452" providerId="LiveId" clId="{8C65DD49-A72B-47A6-A3EE-56D00128E8DE}" dt="2023-12-26T12:55:36.152" v="581" actId="13822"/>
        <pc:sldMkLst>
          <pc:docMk/>
          <pc:sldMk cId="0" sldId="277"/>
        </pc:sldMkLst>
        <pc:spChg chg="mod">
          <ac:chgData name="xi sheng" userId="b3919e0d8ca6a452" providerId="LiveId" clId="{8C65DD49-A72B-47A6-A3EE-56D00128E8DE}" dt="2023-12-26T12:52:25.149" v="570" actId="1076"/>
          <ac:spMkLst>
            <pc:docMk/>
            <pc:sldMk cId="0" sldId="277"/>
            <ac:spMk id="14" creationId="{EA6257A4-81A0-72E5-1AE3-84492E4E1816}"/>
          </ac:spMkLst>
        </pc:spChg>
        <pc:spChg chg="mod">
          <ac:chgData name="xi sheng" userId="b3919e0d8ca6a452" providerId="LiveId" clId="{8C65DD49-A72B-47A6-A3EE-56D00128E8DE}" dt="2023-12-26T12:52:25.149" v="570" actId="1076"/>
          <ac:spMkLst>
            <pc:docMk/>
            <pc:sldMk cId="0" sldId="277"/>
            <ac:spMk id="15" creationId="{E09A8034-749C-19EE-4F61-B99749464E66}"/>
          </ac:spMkLst>
        </pc:spChg>
        <pc:spChg chg="mod">
          <ac:chgData name="xi sheng" userId="b3919e0d8ca6a452" providerId="LiveId" clId="{8C65DD49-A72B-47A6-A3EE-56D00128E8DE}" dt="2023-12-26T12:52:25.149" v="570" actId="1076"/>
          <ac:spMkLst>
            <pc:docMk/>
            <pc:sldMk cId="0" sldId="277"/>
            <ac:spMk id="16" creationId="{27CF9D51-D775-6C09-1F4B-7D204C7682F2}"/>
          </ac:spMkLst>
        </pc:spChg>
        <pc:spChg chg="mod">
          <ac:chgData name="xi sheng" userId="b3919e0d8ca6a452" providerId="LiveId" clId="{8C65DD49-A72B-47A6-A3EE-56D00128E8DE}" dt="2023-12-26T12:52:25.149" v="570" actId="1076"/>
          <ac:spMkLst>
            <pc:docMk/>
            <pc:sldMk cId="0" sldId="277"/>
            <ac:spMk id="17" creationId="{7A91F1BC-DB5E-536A-BE7C-3C39252682A7}"/>
          </ac:spMkLst>
        </pc:spChg>
        <pc:spChg chg="mod">
          <ac:chgData name="xi sheng" userId="b3919e0d8ca6a452" providerId="LiveId" clId="{8C65DD49-A72B-47A6-A3EE-56D00128E8DE}" dt="2023-12-26T12:52:25.149" v="570" actId="1076"/>
          <ac:spMkLst>
            <pc:docMk/>
            <pc:sldMk cId="0" sldId="277"/>
            <ac:spMk id="18" creationId="{187CA4D5-5E56-0534-1411-6F4D2E5E15B6}"/>
          </ac:spMkLst>
        </pc:spChg>
        <pc:spChg chg="mod">
          <ac:chgData name="xi sheng" userId="b3919e0d8ca6a452" providerId="LiveId" clId="{8C65DD49-A72B-47A6-A3EE-56D00128E8DE}" dt="2023-12-26T12:52:25.149" v="570" actId="1076"/>
          <ac:spMkLst>
            <pc:docMk/>
            <pc:sldMk cId="0" sldId="277"/>
            <ac:spMk id="19" creationId="{85E21A63-BA9B-C0BC-E7F8-4AB88FD7B2F1}"/>
          </ac:spMkLst>
        </pc:spChg>
        <pc:spChg chg="mod">
          <ac:chgData name="xi sheng" userId="b3919e0d8ca6a452" providerId="LiveId" clId="{8C65DD49-A72B-47A6-A3EE-56D00128E8DE}" dt="2023-12-26T12:52:25.149" v="570" actId="1076"/>
          <ac:spMkLst>
            <pc:docMk/>
            <pc:sldMk cId="0" sldId="277"/>
            <ac:spMk id="20" creationId="{5DFFE5D2-CB0B-EBF8-54B7-89E31EFBB940}"/>
          </ac:spMkLst>
        </pc:spChg>
        <pc:spChg chg="mod">
          <ac:chgData name="xi sheng" userId="b3919e0d8ca6a452" providerId="LiveId" clId="{8C65DD49-A72B-47A6-A3EE-56D00128E8DE}" dt="2023-12-26T12:52:25.149" v="570" actId="1076"/>
          <ac:spMkLst>
            <pc:docMk/>
            <pc:sldMk cId="0" sldId="277"/>
            <ac:spMk id="21" creationId="{FF502C82-BCCF-B746-3C36-AF73F1A008BC}"/>
          </ac:spMkLst>
        </pc:spChg>
        <pc:spChg chg="mod">
          <ac:chgData name="xi sheng" userId="b3919e0d8ca6a452" providerId="LiveId" clId="{8C65DD49-A72B-47A6-A3EE-56D00128E8DE}" dt="2023-12-26T12:52:25.149" v="570" actId="1076"/>
          <ac:spMkLst>
            <pc:docMk/>
            <pc:sldMk cId="0" sldId="277"/>
            <ac:spMk id="27" creationId="{00E69495-27D6-226D-0DCD-7B3421B9BCBC}"/>
          </ac:spMkLst>
        </pc:spChg>
        <pc:spChg chg="mod">
          <ac:chgData name="xi sheng" userId="b3919e0d8ca6a452" providerId="LiveId" clId="{8C65DD49-A72B-47A6-A3EE-56D00128E8DE}" dt="2023-12-26T12:52:25.149" v="570" actId="1076"/>
          <ac:spMkLst>
            <pc:docMk/>
            <pc:sldMk cId="0" sldId="277"/>
            <ac:spMk id="28" creationId="{08943BEC-8C97-82CF-53F1-4E44A8E96F18}"/>
          </ac:spMkLst>
        </pc:spChg>
        <pc:spChg chg="mod">
          <ac:chgData name="xi sheng" userId="b3919e0d8ca6a452" providerId="LiveId" clId="{8C65DD49-A72B-47A6-A3EE-56D00128E8DE}" dt="2023-12-26T12:52:25.149" v="570" actId="1076"/>
          <ac:spMkLst>
            <pc:docMk/>
            <pc:sldMk cId="0" sldId="277"/>
            <ac:spMk id="29" creationId="{46D166D0-76F8-840C-D157-40F054BCCFA1}"/>
          </ac:spMkLst>
        </pc:spChg>
        <pc:spChg chg="mod">
          <ac:chgData name="xi sheng" userId="b3919e0d8ca6a452" providerId="LiveId" clId="{8C65DD49-A72B-47A6-A3EE-56D00128E8DE}" dt="2023-12-26T12:52:25.149" v="570" actId="1076"/>
          <ac:spMkLst>
            <pc:docMk/>
            <pc:sldMk cId="0" sldId="277"/>
            <ac:spMk id="30" creationId="{A32F6D0F-37C5-4745-9C0D-460CAB96B05D}"/>
          </ac:spMkLst>
        </pc:spChg>
        <pc:spChg chg="mod">
          <ac:chgData name="xi sheng" userId="b3919e0d8ca6a452" providerId="LiveId" clId="{8C65DD49-A72B-47A6-A3EE-56D00128E8DE}" dt="2023-12-26T12:52:25.149" v="570" actId="1076"/>
          <ac:spMkLst>
            <pc:docMk/>
            <pc:sldMk cId="0" sldId="277"/>
            <ac:spMk id="31" creationId="{526AFC21-2515-C63E-B8A2-702671A47346}"/>
          </ac:spMkLst>
        </pc:spChg>
        <pc:spChg chg="mod">
          <ac:chgData name="xi sheng" userId="b3919e0d8ca6a452" providerId="LiveId" clId="{8C65DD49-A72B-47A6-A3EE-56D00128E8DE}" dt="2023-12-26T12:52:25.149" v="570" actId="1076"/>
          <ac:spMkLst>
            <pc:docMk/>
            <pc:sldMk cId="0" sldId="277"/>
            <ac:spMk id="32" creationId="{46783F92-12DA-B215-724E-11FEF4C3A2BB}"/>
          </ac:spMkLst>
        </pc:spChg>
        <pc:spChg chg="mod">
          <ac:chgData name="xi sheng" userId="b3919e0d8ca6a452" providerId="LiveId" clId="{8C65DD49-A72B-47A6-A3EE-56D00128E8DE}" dt="2023-12-26T12:52:25.149" v="570" actId="1076"/>
          <ac:spMkLst>
            <pc:docMk/>
            <pc:sldMk cId="0" sldId="277"/>
            <ac:spMk id="33" creationId="{688F039B-C761-66E2-3EE9-8FB465CA8723}"/>
          </ac:spMkLst>
        </pc:spChg>
        <pc:spChg chg="mod">
          <ac:chgData name="xi sheng" userId="b3919e0d8ca6a452" providerId="LiveId" clId="{8C65DD49-A72B-47A6-A3EE-56D00128E8DE}" dt="2023-12-26T12:52:25.149" v="570" actId="1076"/>
          <ac:spMkLst>
            <pc:docMk/>
            <pc:sldMk cId="0" sldId="277"/>
            <ac:spMk id="34" creationId="{895ADAEB-840A-1931-FCA5-C027A6722E90}"/>
          </ac:spMkLst>
        </pc:spChg>
        <pc:spChg chg="mod">
          <ac:chgData name="xi sheng" userId="b3919e0d8ca6a452" providerId="LiveId" clId="{8C65DD49-A72B-47A6-A3EE-56D00128E8DE}" dt="2023-12-26T12:52:25.149" v="570" actId="1076"/>
          <ac:spMkLst>
            <pc:docMk/>
            <pc:sldMk cId="0" sldId="277"/>
            <ac:spMk id="35" creationId="{D62F0747-64E6-F207-4CC2-0CFE8AC106A2}"/>
          </ac:spMkLst>
        </pc:spChg>
        <pc:spChg chg="mod">
          <ac:chgData name="xi sheng" userId="b3919e0d8ca6a452" providerId="LiveId" clId="{8C65DD49-A72B-47A6-A3EE-56D00128E8DE}" dt="2023-12-26T12:52:25.149" v="570" actId="1076"/>
          <ac:spMkLst>
            <pc:docMk/>
            <pc:sldMk cId="0" sldId="277"/>
            <ac:spMk id="36" creationId="{B48F412C-B6E4-7B48-99E7-FA76A059CB46}"/>
          </ac:spMkLst>
        </pc:spChg>
        <pc:spChg chg="mod">
          <ac:chgData name="xi sheng" userId="b3919e0d8ca6a452" providerId="LiveId" clId="{8C65DD49-A72B-47A6-A3EE-56D00128E8DE}" dt="2023-12-26T12:52:25.149" v="570" actId="1076"/>
          <ac:spMkLst>
            <pc:docMk/>
            <pc:sldMk cId="0" sldId="277"/>
            <ac:spMk id="37" creationId="{8FF53BFF-9D5D-9570-4412-14429D6E44D5}"/>
          </ac:spMkLst>
        </pc:spChg>
        <pc:spChg chg="mod">
          <ac:chgData name="xi sheng" userId="b3919e0d8ca6a452" providerId="LiveId" clId="{8C65DD49-A72B-47A6-A3EE-56D00128E8DE}" dt="2023-12-26T12:52:25.149" v="570" actId="1076"/>
          <ac:spMkLst>
            <pc:docMk/>
            <pc:sldMk cId="0" sldId="277"/>
            <ac:spMk id="38" creationId="{DCBA3667-C3DF-EAE2-2EC4-57B579D522DF}"/>
          </ac:spMkLst>
        </pc:spChg>
        <pc:spChg chg="mod">
          <ac:chgData name="xi sheng" userId="b3919e0d8ca6a452" providerId="LiveId" clId="{8C65DD49-A72B-47A6-A3EE-56D00128E8DE}" dt="2023-12-26T12:52:25.149" v="570" actId="1076"/>
          <ac:spMkLst>
            <pc:docMk/>
            <pc:sldMk cId="0" sldId="277"/>
            <ac:spMk id="39" creationId="{630EC68C-9B96-2461-DE9A-60CDC3823CD2}"/>
          </ac:spMkLst>
        </pc:spChg>
        <pc:spChg chg="mod">
          <ac:chgData name="xi sheng" userId="b3919e0d8ca6a452" providerId="LiveId" clId="{8C65DD49-A72B-47A6-A3EE-56D00128E8DE}" dt="2023-12-26T12:52:25.149" v="570" actId="1076"/>
          <ac:spMkLst>
            <pc:docMk/>
            <pc:sldMk cId="0" sldId="277"/>
            <ac:spMk id="40" creationId="{94C332E8-FEF6-845B-E8CC-9049B8B6F3A7}"/>
          </ac:spMkLst>
        </pc:spChg>
        <pc:spChg chg="mod">
          <ac:chgData name="xi sheng" userId="b3919e0d8ca6a452" providerId="LiveId" clId="{8C65DD49-A72B-47A6-A3EE-56D00128E8DE}" dt="2023-12-26T12:52:25.149" v="570" actId="1076"/>
          <ac:spMkLst>
            <pc:docMk/>
            <pc:sldMk cId="0" sldId="277"/>
            <ac:spMk id="41" creationId="{2737964C-8D33-5F05-546C-921FD47AF375}"/>
          </ac:spMkLst>
        </pc:spChg>
        <pc:spChg chg="mod">
          <ac:chgData name="xi sheng" userId="b3919e0d8ca6a452" providerId="LiveId" clId="{8C65DD49-A72B-47A6-A3EE-56D00128E8DE}" dt="2023-12-26T12:52:25.149" v="570" actId="1076"/>
          <ac:spMkLst>
            <pc:docMk/>
            <pc:sldMk cId="0" sldId="277"/>
            <ac:spMk id="42" creationId="{51B2D584-D73A-F4B6-ADF3-B967F9AC47EC}"/>
          </ac:spMkLst>
        </pc:spChg>
        <pc:spChg chg="mod">
          <ac:chgData name="xi sheng" userId="b3919e0d8ca6a452" providerId="LiveId" clId="{8C65DD49-A72B-47A6-A3EE-56D00128E8DE}" dt="2023-12-26T12:52:25.149" v="570" actId="1076"/>
          <ac:spMkLst>
            <pc:docMk/>
            <pc:sldMk cId="0" sldId="277"/>
            <ac:spMk id="43" creationId="{80B328A8-798B-A8EE-57D3-6DF21226D30C}"/>
          </ac:spMkLst>
        </pc:spChg>
        <pc:spChg chg="mod">
          <ac:chgData name="xi sheng" userId="b3919e0d8ca6a452" providerId="LiveId" clId="{8C65DD49-A72B-47A6-A3EE-56D00128E8DE}" dt="2023-12-26T12:52:25.149" v="570" actId="1076"/>
          <ac:spMkLst>
            <pc:docMk/>
            <pc:sldMk cId="0" sldId="277"/>
            <ac:spMk id="44" creationId="{FF04313C-D71F-1D56-3372-14DA40AFA5A1}"/>
          </ac:spMkLst>
        </pc:spChg>
        <pc:spChg chg="mod">
          <ac:chgData name="xi sheng" userId="b3919e0d8ca6a452" providerId="LiveId" clId="{8C65DD49-A72B-47A6-A3EE-56D00128E8DE}" dt="2023-12-26T12:52:25.149" v="570" actId="1076"/>
          <ac:spMkLst>
            <pc:docMk/>
            <pc:sldMk cId="0" sldId="277"/>
            <ac:spMk id="45" creationId="{33E5C5A6-5110-D653-D22B-FB2541A1C077}"/>
          </ac:spMkLst>
        </pc:spChg>
        <pc:spChg chg="mod">
          <ac:chgData name="xi sheng" userId="b3919e0d8ca6a452" providerId="LiveId" clId="{8C65DD49-A72B-47A6-A3EE-56D00128E8DE}" dt="2023-12-26T12:52:25.149" v="570" actId="1076"/>
          <ac:spMkLst>
            <pc:docMk/>
            <pc:sldMk cId="0" sldId="277"/>
            <ac:spMk id="46" creationId="{9139D810-FCC5-4C1B-AF25-AB62F2CF22CA}"/>
          </ac:spMkLst>
        </pc:spChg>
        <pc:spChg chg="mod">
          <ac:chgData name="xi sheng" userId="b3919e0d8ca6a452" providerId="LiveId" clId="{8C65DD49-A72B-47A6-A3EE-56D00128E8DE}" dt="2023-12-26T12:52:25.149" v="570" actId="1076"/>
          <ac:spMkLst>
            <pc:docMk/>
            <pc:sldMk cId="0" sldId="277"/>
            <ac:spMk id="50" creationId="{1305C253-54FE-8C0A-FBC2-F8BA6E953768}"/>
          </ac:spMkLst>
        </pc:spChg>
        <pc:spChg chg="mod">
          <ac:chgData name="xi sheng" userId="b3919e0d8ca6a452" providerId="LiveId" clId="{8C65DD49-A72B-47A6-A3EE-56D00128E8DE}" dt="2023-12-26T12:52:25.149" v="570" actId="1076"/>
          <ac:spMkLst>
            <pc:docMk/>
            <pc:sldMk cId="0" sldId="277"/>
            <ac:spMk id="52" creationId="{4D27E7FE-4497-9DC4-AEB9-78CD2D559DF3}"/>
          </ac:spMkLst>
        </pc:spChg>
        <pc:spChg chg="mod">
          <ac:chgData name="xi sheng" userId="b3919e0d8ca6a452" providerId="LiveId" clId="{8C65DD49-A72B-47A6-A3EE-56D00128E8DE}" dt="2023-12-26T12:52:25.149" v="570" actId="1076"/>
          <ac:spMkLst>
            <pc:docMk/>
            <pc:sldMk cId="0" sldId="277"/>
            <ac:spMk id="53" creationId="{54ED985D-73B0-E0BB-2679-DA106CDB40F8}"/>
          </ac:spMkLst>
        </pc:spChg>
        <pc:spChg chg="mod">
          <ac:chgData name="xi sheng" userId="b3919e0d8ca6a452" providerId="LiveId" clId="{8C65DD49-A72B-47A6-A3EE-56D00128E8DE}" dt="2023-12-26T12:52:25.149" v="570" actId="1076"/>
          <ac:spMkLst>
            <pc:docMk/>
            <pc:sldMk cId="0" sldId="277"/>
            <ac:spMk id="54" creationId="{4B1B27CB-1695-121D-7161-AD6B8D7188C4}"/>
          </ac:spMkLst>
        </pc:spChg>
        <pc:spChg chg="mod">
          <ac:chgData name="xi sheng" userId="b3919e0d8ca6a452" providerId="LiveId" clId="{8C65DD49-A72B-47A6-A3EE-56D00128E8DE}" dt="2023-12-26T12:52:25.149" v="570" actId="1076"/>
          <ac:spMkLst>
            <pc:docMk/>
            <pc:sldMk cId="0" sldId="277"/>
            <ac:spMk id="55" creationId="{CEFE4889-368C-F819-9738-3425154B5C66}"/>
          </ac:spMkLst>
        </pc:spChg>
        <pc:spChg chg="mod">
          <ac:chgData name="xi sheng" userId="b3919e0d8ca6a452" providerId="LiveId" clId="{8C65DD49-A72B-47A6-A3EE-56D00128E8DE}" dt="2023-12-26T12:52:25.149" v="570" actId="1076"/>
          <ac:spMkLst>
            <pc:docMk/>
            <pc:sldMk cId="0" sldId="277"/>
            <ac:spMk id="56" creationId="{3242DEBF-CC3C-3A9D-262F-B623F0DEBD5C}"/>
          </ac:spMkLst>
        </pc:spChg>
        <pc:spChg chg="mod">
          <ac:chgData name="xi sheng" userId="b3919e0d8ca6a452" providerId="LiveId" clId="{8C65DD49-A72B-47A6-A3EE-56D00128E8DE}" dt="2023-12-26T12:52:25.149" v="570" actId="1076"/>
          <ac:spMkLst>
            <pc:docMk/>
            <pc:sldMk cId="0" sldId="277"/>
            <ac:spMk id="57" creationId="{18A2F399-989E-089F-D9E0-B88251326D88}"/>
          </ac:spMkLst>
        </pc:spChg>
        <pc:spChg chg="mod">
          <ac:chgData name="xi sheng" userId="b3919e0d8ca6a452" providerId="LiveId" clId="{8C65DD49-A72B-47A6-A3EE-56D00128E8DE}" dt="2023-12-26T12:52:25.149" v="570" actId="1076"/>
          <ac:spMkLst>
            <pc:docMk/>
            <pc:sldMk cId="0" sldId="277"/>
            <ac:spMk id="58" creationId="{A7BF07B4-CBB6-320D-6BE6-5FD9AF4352E6}"/>
          </ac:spMkLst>
        </pc:spChg>
        <pc:spChg chg="mod">
          <ac:chgData name="xi sheng" userId="b3919e0d8ca6a452" providerId="LiveId" clId="{8C65DD49-A72B-47A6-A3EE-56D00128E8DE}" dt="2023-12-26T12:52:25.149" v="570" actId="1076"/>
          <ac:spMkLst>
            <pc:docMk/>
            <pc:sldMk cId="0" sldId="277"/>
            <ac:spMk id="59" creationId="{D58C9020-98CA-010A-7CF6-8E0FD8CF33A4}"/>
          </ac:spMkLst>
        </pc:spChg>
        <pc:spChg chg="mod">
          <ac:chgData name="xi sheng" userId="b3919e0d8ca6a452" providerId="LiveId" clId="{8C65DD49-A72B-47A6-A3EE-56D00128E8DE}" dt="2023-12-26T12:52:25.149" v="570" actId="1076"/>
          <ac:spMkLst>
            <pc:docMk/>
            <pc:sldMk cId="0" sldId="277"/>
            <ac:spMk id="60" creationId="{FEABE97D-C66F-A823-70A5-22826F54ACE1}"/>
          </ac:spMkLst>
        </pc:spChg>
        <pc:spChg chg="mod">
          <ac:chgData name="xi sheng" userId="b3919e0d8ca6a452" providerId="LiveId" clId="{8C65DD49-A72B-47A6-A3EE-56D00128E8DE}" dt="2023-12-26T12:52:25.149" v="570" actId="1076"/>
          <ac:spMkLst>
            <pc:docMk/>
            <pc:sldMk cId="0" sldId="277"/>
            <ac:spMk id="61" creationId="{D11D3455-6FC7-C0FC-6FC4-315CC4378E39}"/>
          </ac:spMkLst>
        </pc:spChg>
        <pc:spChg chg="mod">
          <ac:chgData name="xi sheng" userId="b3919e0d8ca6a452" providerId="LiveId" clId="{8C65DD49-A72B-47A6-A3EE-56D00128E8DE}" dt="2023-12-26T12:52:25.149" v="570" actId="1076"/>
          <ac:spMkLst>
            <pc:docMk/>
            <pc:sldMk cId="0" sldId="277"/>
            <ac:spMk id="62" creationId="{3EBAFDDC-8E38-B57C-F529-A46DB2006805}"/>
          </ac:spMkLst>
        </pc:spChg>
        <pc:spChg chg="mod">
          <ac:chgData name="xi sheng" userId="b3919e0d8ca6a452" providerId="LiveId" clId="{8C65DD49-A72B-47A6-A3EE-56D00128E8DE}" dt="2023-12-26T12:52:25.149" v="570" actId="1076"/>
          <ac:spMkLst>
            <pc:docMk/>
            <pc:sldMk cId="0" sldId="277"/>
            <ac:spMk id="63" creationId="{C65BDAEA-994F-8348-8151-3FBFF54E3F51}"/>
          </ac:spMkLst>
        </pc:spChg>
        <pc:spChg chg="mod">
          <ac:chgData name="xi sheng" userId="b3919e0d8ca6a452" providerId="LiveId" clId="{8C65DD49-A72B-47A6-A3EE-56D00128E8DE}" dt="2023-12-26T12:52:25.149" v="570" actId="1076"/>
          <ac:spMkLst>
            <pc:docMk/>
            <pc:sldMk cId="0" sldId="277"/>
            <ac:spMk id="64" creationId="{D40004E1-57F1-B165-94D5-046C3CA9E747}"/>
          </ac:spMkLst>
        </pc:spChg>
        <pc:spChg chg="mod">
          <ac:chgData name="xi sheng" userId="b3919e0d8ca6a452" providerId="LiveId" clId="{8C65DD49-A72B-47A6-A3EE-56D00128E8DE}" dt="2023-12-26T12:52:25.149" v="570" actId="1076"/>
          <ac:spMkLst>
            <pc:docMk/>
            <pc:sldMk cId="0" sldId="277"/>
            <ac:spMk id="65" creationId="{76308AA9-C2DE-B380-9CBB-58751B074D00}"/>
          </ac:spMkLst>
        </pc:spChg>
        <pc:spChg chg="mod">
          <ac:chgData name="xi sheng" userId="b3919e0d8ca6a452" providerId="LiveId" clId="{8C65DD49-A72B-47A6-A3EE-56D00128E8DE}" dt="2023-12-26T12:52:25.149" v="570" actId="1076"/>
          <ac:spMkLst>
            <pc:docMk/>
            <pc:sldMk cId="0" sldId="277"/>
            <ac:spMk id="66" creationId="{31E676CA-D7AB-5A94-9932-EFEFD8A5C1FE}"/>
          </ac:spMkLst>
        </pc:spChg>
        <pc:spChg chg="mod">
          <ac:chgData name="xi sheng" userId="b3919e0d8ca6a452" providerId="LiveId" clId="{8C65DD49-A72B-47A6-A3EE-56D00128E8DE}" dt="2023-12-26T12:52:25.149" v="570" actId="1076"/>
          <ac:spMkLst>
            <pc:docMk/>
            <pc:sldMk cId="0" sldId="277"/>
            <ac:spMk id="67" creationId="{DAA37969-6D25-FAAC-6EC2-C091201C9760}"/>
          </ac:spMkLst>
        </pc:spChg>
        <pc:spChg chg="mod">
          <ac:chgData name="xi sheng" userId="b3919e0d8ca6a452" providerId="LiveId" clId="{8C65DD49-A72B-47A6-A3EE-56D00128E8DE}" dt="2023-12-26T12:52:25.149" v="570" actId="1076"/>
          <ac:spMkLst>
            <pc:docMk/>
            <pc:sldMk cId="0" sldId="277"/>
            <ac:spMk id="68" creationId="{E7A684F1-B920-43D2-577C-AADFA318234C}"/>
          </ac:spMkLst>
        </pc:spChg>
        <pc:spChg chg="mod">
          <ac:chgData name="xi sheng" userId="b3919e0d8ca6a452" providerId="LiveId" clId="{8C65DD49-A72B-47A6-A3EE-56D00128E8DE}" dt="2023-12-26T12:52:25.149" v="570" actId="1076"/>
          <ac:spMkLst>
            <pc:docMk/>
            <pc:sldMk cId="0" sldId="277"/>
            <ac:spMk id="69" creationId="{DC9E29A3-AC74-38F5-2D2A-9E75892416B3}"/>
          </ac:spMkLst>
        </pc:spChg>
        <pc:spChg chg="mod">
          <ac:chgData name="xi sheng" userId="b3919e0d8ca6a452" providerId="LiveId" clId="{8C65DD49-A72B-47A6-A3EE-56D00128E8DE}" dt="2023-12-26T12:52:25.149" v="570" actId="1076"/>
          <ac:spMkLst>
            <pc:docMk/>
            <pc:sldMk cId="0" sldId="277"/>
            <ac:spMk id="70" creationId="{BC0E0F47-11BA-034E-96C1-733C3754E280}"/>
          </ac:spMkLst>
        </pc:spChg>
        <pc:spChg chg="mod">
          <ac:chgData name="xi sheng" userId="b3919e0d8ca6a452" providerId="LiveId" clId="{8C65DD49-A72B-47A6-A3EE-56D00128E8DE}" dt="2023-12-26T12:52:25.149" v="570" actId="1076"/>
          <ac:spMkLst>
            <pc:docMk/>
            <pc:sldMk cId="0" sldId="277"/>
            <ac:spMk id="71" creationId="{A36DFF5D-CC83-4F28-D1F7-49EBAC76D2AB}"/>
          </ac:spMkLst>
        </pc:spChg>
        <pc:spChg chg="mod">
          <ac:chgData name="xi sheng" userId="b3919e0d8ca6a452" providerId="LiveId" clId="{8C65DD49-A72B-47A6-A3EE-56D00128E8DE}" dt="2023-12-26T12:52:25.149" v="570" actId="1076"/>
          <ac:spMkLst>
            <pc:docMk/>
            <pc:sldMk cId="0" sldId="277"/>
            <ac:spMk id="72" creationId="{1F2A4C86-8AEA-42D6-CE8D-A456EEF3590B}"/>
          </ac:spMkLst>
        </pc:spChg>
        <pc:spChg chg="mod">
          <ac:chgData name="xi sheng" userId="b3919e0d8ca6a452" providerId="LiveId" clId="{8C65DD49-A72B-47A6-A3EE-56D00128E8DE}" dt="2023-12-26T12:52:25.149" v="570" actId="1076"/>
          <ac:spMkLst>
            <pc:docMk/>
            <pc:sldMk cId="0" sldId="277"/>
            <ac:spMk id="73" creationId="{6D42443B-D4CF-45A6-60A1-4E4CC77F9AD8}"/>
          </ac:spMkLst>
        </pc:spChg>
        <pc:spChg chg="mod">
          <ac:chgData name="xi sheng" userId="b3919e0d8ca6a452" providerId="LiveId" clId="{8C65DD49-A72B-47A6-A3EE-56D00128E8DE}" dt="2023-12-26T12:52:25.149" v="570" actId="1076"/>
          <ac:spMkLst>
            <pc:docMk/>
            <pc:sldMk cId="0" sldId="277"/>
            <ac:spMk id="76" creationId="{96D49F9C-DECA-B9E9-62B3-E3DF39603A90}"/>
          </ac:spMkLst>
        </pc:spChg>
        <pc:spChg chg="mod">
          <ac:chgData name="xi sheng" userId="b3919e0d8ca6a452" providerId="LiveId" clId="{8C65DD49-A72B-47A6-A3EE-56D00128E8DE}" dt="2023-12-26T12:52:25.149" v="570" actId="1076"/>
          <ac:spMkLst>
            <pc:docMk/>
            <pc:sldMk cId="0" sldId="277"/>
            <ac:spMk id="78" creationId="{101D21DF-5DE7-1323-6CF6-030053372F69}"/>
          </ac:spMkLst>
        </pc:spChg>
        <pc:spChg chg="mod">
          <ac:chgData name="xi sheng" userId="b3919e0d8ca6a452" providerId="LiveId" clId="{8C65DD49-A72B-47A6-A3EE-56D00128E8DE}" dt="2023-12-26T12:52:25.149" v="570" actId="1076"/>
          <ac:spMkLst>
            <pc:docMk/>
            <pc:sldMk cId="0" sldId="277"/>
            <ac:spMk id="81" creationId="{25C7CA87-2A7D-E46C-D03A-C7D308979EE2}"/>
          </ac:spMkLst>
        </pc:spChg>
        <pc:spChg chg="mod">
          <ac:chgData name="xi sheng" userId="b3919e0d8ca6a452" providerId="LiveId" clId="{8C65DD49-A72B-47A6-A3EE-56D00128E8DE}" dt="2023-12-26T12:52:25.149" v="570" actId="1076"/>
          <ac:spMkLst>
            <pc:docMk/>
            <pc:sldMk cId="0" sldId="277"/>
            <ac:spMk id="83" creationId="{0EEE04C5-5035-889C-4C05-F5A5AC1D65A8}"/>
          </ac:spMkLst>
        </pc:spChg>
        <pc:spChg chg="mod">
          <ac:chgData name="xi sheng" userId="b3919e0d8ca6a452" providerId="LiveId" clId="{8C65DD49-A72B-47A6-A3EE-56D00128E8DE}" dt="2023-12-26T12:52:25.149" v="570" actId="1076"/>
          <ac:spMkLst>
            <pc:docMk/>
            <pc:sldMk cId="0" sldId="277"/>
            <ac:spMk id="86" creationId="{BCFF693D-6967-C44F-1022-DBC89F171C1C}"/>
          </ac:spMkLst>
        </pc:spChg>
        <pc:spChg chg="mod">
          <ac:chgData name="xi sheng" userId="b3919e0d8ca6a452" providerId="LiveId" clId="{8C65DD49-A72B-47A6-A3EE-56D00128E8DE}" dt="2023-12-26T12:52:25.149" v="570" actId="1076"/>
          <ac:spMkLst>
            <pc:docMk/>
            <pc:sldMk cId="0" sldId="277"/>
            <ac:spMk id="87" creationId="{DF12BAB5-5277-BF3A-0E94-6E5736347EE6}"/>
          </ac:spMkLst>
        </pc:spChg>
        <pc:spChg chg="mod">
          <ac:chgData name="xi sheng" userId="b3919e0d8ca6a452" providerId="LiveId" clId="{8C65DD49-A72B-47A6-A3EE-56D00128E8DE}" dt="2023-12-26T12:52:25.149" v="570" actId="1076"/>
          <ac:spMkLst>
            <pc:docMk/>
            <pc:sldMk cId="0" sldId="277"/>
            <ac:spMk id="89" creationId="{FF4E4BDB-1886-EED8-8390-3895B1A95451}"/>
          </ac:spMkLst>
        </pc:spChg>
        <pc:spChg chg="mod">
          <ac:chgData name="xi sheng" userId="b3919e0d8ca6a452" providerId="LiveId" clId="{8C65DD49-A72B-47A6-A3EE-56D00128E8DE}" dt="2023-12-26T12:52:25.149" v="570" actId="1076"/>
          <ac:spMkLst>
            <pc:docMk/>
            <pc:sldMk cId="0" sldId="277"/>
            <ac:spMk id="90" creationId="{4F4BEF9E-827B-54EE-DEB6-BA855C69AC19}"/>
          </ac:spMkLst>
        </pc:spChg>
        <pc:spChg chg="mod">
          <ac:chgData name="xi sheng" userId="b3919e0d8ca6a452" providerId="LiveId" clId="{8C65DD49-A72B-47A6-A3EE-56D00128E8DE}" dt="2023-12-26T12:52:25.149" v="570" actId="1076"/>
          <ac:spMkLst>
            <pc:docMk/>
            <pc:sldMk cId="0" sldId="277"/>
            <ac:spMk id="91" creationId="{449BD869-FB86-C2A3-6E3F-861A87CCF0BF}"/>
          </ac:spMkLst>
        </pc:spChg>
        <pc:spChg chg="mod">
          <ac:chgData name="xi sheng" userId="b3919e0d8ca6a452" providerId="LiveId" clId="{8C65DD49-A72B-47A6-A3EE-56D00128E8DE}" dt="2023-12-26T12:52:25.149" v="570" actId="1076"/>
          <ac:spMkLst>
            <pc:docMk/>
            <pc:sldMk cId="0" sldId="277"/>
            <ac:spMk id="92" creationId="{8CADC8D0-AA4A-6D8B-28A8-9C3E9C3989E9}"/>
          </ac:spMkLst>
        </pc:spChg>
        <pc:spChg chg="mod">
          <ac:chgData name="xi sheng" userId="b3919e0d8ca6a452" providerId="LiveId" clId="{8C65DD49-A72B-47A6-A3EE-56D00128E8DE}" dt="2023-12-26T12:52:25.149" v="570" actId="1076"/>
          <ac:spMkLst>
            <pc:docMk/>
            <pc:sldMk cId="0" sldId="277"/>
            <ac:spMk id="93" creationId="{23102683-44BD-1DFD-158C-1FD5072493B4}"/>
          </ac:spMkLst>
        </pc:spChg>
        <pc:spChg chg="mod">
          <ac:chgData name="xi sheng" userId="b3919e0d8ca6a452" providerId="LiveId" clId="{8C65DD49-A72B-47A6-A3EE-56D00128E8DE}" dt="2023-12-26T12:52:25.149" v="570" actId="1076"/>
          <ac:spMkLst>
            <pc:docMk/>
            <pc:sldMk cId="0" sldId="277"/>
            <ac:spMk id="94" creationId="{B0A6A53C-D35B-2CEF-C447-EF5CA460CD08}"/>
          </ac:spMkLst>
        </pc:spChg>
        <pc:spChg chg="mod">
          <ac:chgData name="xi sheng" userId="b3919e0d8ca6a452" providerId="LiveId" clId="{8C65DD49-A72B-47A6-A3EE-56D00128E8DE}" dt="2023-12-26T12:52:25.149" v="570" actId="1076"/>
          <ac:spMkLst>
            <pc:docMk/>
            <pc:sldMk cId="0" sldId="277"/>
            <ac:spMk id="95" creationId="{846D739B-652E-BEDA-D04A-1A60CB36731D}"/>
          </ac:spMkLst>
        </pc:spChg>
        <pc:spChg chg="mod">
          <ac:chgData name="xi sheng" userId="b3919e0d8ca6a452" providerId="LiveId" clId="{8C65DD49-A72B-47A6-A3EE-56D00128E8DE}" dt="2023-12-26T12:52:25.149" v="570" actId="1076"/>
          <ac:spMkLst>
            <pc:docMk/>
            <pc:sldMk cId="0" sldId="277"/>
            <ac:spMk id="96" creationId="{97B5C4F9-2CB0-B728-654D-F43BB254BBBC}"/>
          </ac:spMkLst>
        </pc:spChg>
        <pc:spChg chg="mod">
          <ac:chgData name="xi sheng" userId="b3919e0d8ca6a452" providerId="LiveId" clId="{8C65DD49-A72B-47A6-A3EE-56D00128E8DE}" dt="2023-12-26T12:52:25.149" v="570" actId="1076"/>
          <ac:spMkLst>
            <pc:docMk/>
            <pc:sldMk cId="0" sldId="277"/>
            <ac:spMk id="97" creationId="{7247CF4D-5A28-994E-9C9B-74EC3B6AECE0}"/>
          </ac:spMkLst>
        </pc:spChg>
        <pc:spChg chg="mod">
          <ac:chgData name="xi sheng" userId="b3919e0d8ca6a452" providerId="LiveId" clId="{8C65DD49-A72B-47A6-A3EE-56D00128E8DE}" dt="2023-12-26T12:52:25.149" v="570" actId="1076"/>
          <ac:spMkLst>
            <pc:docMk/>
            <pc:sldMk cId="0" sldId="277"/>
            <ac:spMk id="98" creationId="{7878DD68-0D05-2304-6B26-B13EE6C714A1}"/>
          </ac:spMkLst>
        </pc:spChg>
        <pc:spChg chg="mod">
          <ac:chgData name="xi sheng" userId="b3919e0d8ca6a452" providerId="LiveId" clId="{8C65DD49-A72B-47A6-A3EE-56D00128E8DE}" dt="2023-12-26T12:52:25.149" v="570" actId="1076"/>
          <ac:spMkLst>
            <pc:docMk/>
            <pc:sldMk cId="0" sldId="277"/>
            <ac:spMk id="99" creationId="{EEED0361-6D56-1C5C-4361-E5698BA7D5B1}"/>
          </ac:spMkLst>
        </pc:spChg>
        <pc:spChg chg="mod">
          <ac:chgData name="xi sheng" userId="b3919e0d8ca6a452" providerId="LiveId" clId="{8C65DD49-A72B-47A6-A3EE-56D00128E8DE}" dt="2023-12-26T12:52:25.149" v="570" actId="1076"/>
          <ac:spMkLst>
            <pc:docMk/>
            <pc:sldMk cId="0" sldId="277"/>
            <ac:spMk id="100" creationId="{BEFE4E91-B88F-E889-DD00-E74B471543FD}"/>
          </ac:spMkLst>
        </pc:spChg>
        <pc:spChg chg="mod">
          <ac:chgData name="xi sheng" userId="b3919e0d8ca6a452" providerId="LiveId" clId="{8C65DD49-A72B-47A6-A3EE-56D00128E8DE}" dt="2023-12-26T12:52:25.149" v="570" actId="1076"/>
          <ac:spMkLst>
            <pc:docMk/>
            <pc:sldMk cId="0" sldId="277"/>
            <ac:spMk id="101" creationId="{D838177E-A5C6-36AC-2149-B9FD3AE700F3}"/>
          </ac:spMkLst>
        </pc:spChg>
        <pc:spChg chg="mod">
          <ac:chgData name="xi sheng" userId="b3919e0d8ca6a452" providerId="LiveId" clId="{8C65DD49-A72B-47A6-A3EE-56D00128E8DE}" dt="2023-12-26T12:52:25.149" v="570" actId="1076"/>
          <ac:spMkLst>
            <pc:docMk/>
            <pc:sldMk cId="0" sldId="277"/>
            <ac:spMk id="102" creationId="{E12A2AEF-F5A0-3EF3-B189-9F168F9DCFDB}"/>
          </ac:spMkLst>
        </pc:spChg>
        <pc:spChg chg="mod">
          <ac:chgData name="xi sheng" userId="b3919e0d8ca6a452" providerId="LiveId" clId="{8C65DD49-A72B-47A6-A3EE-56D00128E8DE}" dt="2023-12-26T12:52:25.149" v="570" actId="1076"/>
          <ac:spMkLst>
            <pc:docMk/>
            <pc:sldMk cId="0" sldId="277"/>
            <ac:spMk id="103" creationId="{D2D62629-3553-970C-4430-72F5D25E0E97}"/>
          </ac:spMkLst>
        </pc:spChg>
        <pc:spChg chg="mod">
          <ac:chgData name="xi sheng" userId="b3919e0d8ca6a452" providerId="LiveId" clId="{8C65DD49-A72B-47A6-A3EE-56D00128E8DE}" dt="2023-12-26T12:52:25.149" v="570" actId="1076"/>
          <ac:spMkLst>
            <pc:docMk/>
            <pc:sldMk cId="0" sldId="277"/>
            <ac:spMk id="104" creationId="{0EB2A88D-9334-4D4F-C9A7-703688491253}"/>
          </ac:spMkLst>
        </pc:spChg>
        <pc:spChg chg="mod">
          <ac:chgData name="xi sheng" userId="b3919e0d8ca6a452" providerId="LiveId" clId="{8C65DD49-A72B-47A6-A3EE-56D00128E8DE}" dt="2023-12-26T12:52:25.149" v="570" actId="1076"/>
          <ac:spMkLst>
            <pc:docMk/>
            <pc:sldMk cId="0" sldId="277"/>
            <ac:spMk id="105" creationId="{FF104662-5F1D-E5F6-061C-C7164DB3992D}"/>
          </ac:spMkLst>
        </pc:spChg>
        <pc:spChg chg="mod">
          <ac:chgData name="xi sheng" userId="b3919e0d8ca6a452" providerId="LiveId" clId="{8C65DD49-A72B-47A6-A3EE-56D00128E8DE}" dt="2023-12-26T12:52:25.149" v="570" actId="1076"/>
          <ac:spMkLst>
            <pc:docMk/>
            <pc:sldMk cId="0" sldId="277"/>
            <ac:spMk id="106" creationId="{4E876ACA-7672-9D5A-1C8D-A8F68A7B5FAA}"/>
          </ac:spMkLst>
        </pc:spChg>
        <pc:spChg chg="mod">
          <ac:chgData name="xi sheng" userId="b3919e0d8ca6a452" providerId="LiveId" clId="{8C65DD49-A72B-47A6-A3EE-56D00128E8DE}" dt="2023-12-26T12:52:25.149" v="570" actId="1076"/>
          <ac:spMkLst>
            <pc:docMk/>
            <pc:sldMk cId="0" sldId="277"/>
            <ac:spMk id="107" creationId="{38CFF75E-FDEB-2451-39DB-6F72B98828B7}"/>
          </ac:spMkLst>
        </pc:spChg>
        <pc:spChg chg="mod">
          <ac:chgData name="xi sheng" userId="b3919e0d8ca6a452" providerId="LiveId" clId="{8C65DD49-A72B-47A6-A3EE-56D00128E8DE}" dt="2023-12-26T12:52:25.149" v="570" actId="1076"/>
          <ac:spMkLst>
            <pc:docMk/>
            <pc:sldMk cId="0" sldId="277"/>
            <ac:spMk id="108" creationId="{1876DA06-10E0-178E-2272-9DD275B0C2EF}"/>
          </ac:spMkLst>
        </pc:spChg>
        <pc:spChg chg="mod">
          <ac:chgData name="xi sheng" userId="b3919e0d8ca6a452" providerId="LiveId" clId="{8C65DD49-A72B-47A6-A3EE-56D00128E8DE}" dt="2023-12-26T12:52:25.149" v="570" actId="1076"/>
          <ac:spMkLst>
            <pc:docMk/>
            <pc:sldMk cId="0" sldId="277"/>
            <ac:spMk id="109" creationId="{B09F9A01-9AEF-CA20-D9DA-4000EE8480A4}"/>
          </ac:spMkLst>
        </pc:spChg>
        <pc:spChg chg="mod">
          <ac:chgData name="xi sheng" userId="b3919e0d8ca6a452" providerId="LiveId" clId="{8C65DD49-A72B-47A6-A3EE-56D00128E8DE}" dt="2023-12-26T12:52:25.149" v="570" actId="1076"/>
          <ac:spMkLst>
            <pc:docMk/>
            <pc:sldMk cId="0" sldId="277"/>
            <ac:spMk id="110" creationId="{79EF422E-420A-CFFB-F942-55FA9013DF4C}"/>
          </ac:spMkLst>
        </pc:spChg>
        <pc:spChg chg="mod">
          <ac:chgData name="xi sheng" userId="b3919e0d8ca6a452" providerId="LiveId" clId="{8C65DD49-A72B-47A6-A3EE-56D00128E8DE}" dt="2023-12-26T12:52:25.149" v="570" actId="1076"/>
          <ac:spMkLst>
            <pc:docMk/>
            <pc:sldMk cId="0" sldId="277"/>
            <ac:spMk id="111" creationId="{1F7E6F3B-8FF3-E765-B24E-7F2A5BC29657}"/>
          </ac:spMkLst>
        </pc:spChg>
        <pc:spChg chg="mod">
          <ac:chgData name="xi sheng" userId="b3919e0d8ca6a452" providerId="LiveId" clId="{8C65DD49-A72B-47A6-A3EE-56D00128E8DE}" dt="2023-12-26T12:52:25.149" v="570" actId="1076"/>
          <ac:spMkLst>
            <pc:docMk/>
            <pc:sldMk cId="0" sldId="277"/>
            <ac:spMk id="112" creationId="{A0BB1323-CB5D-B911-6871-E8FC9B60A72F}"/>
          </ac:spMkLst>
        </pc:spChg>
        <pc:spChg chg="mod">
          <ac:chgData name="xi sheng" userId="b3919e0d8ca6a452" providerId="LiveId" clId="{8C65DD49-A72B-47A6-A3EE-56D00128E8DE}" dt="2023-12-26T12:52:25.149" v="570" actId="1076"/>
          <ac:spMkLst>
            <pc:docMk/>
            <pc:sldMk cId="0" sldId="277"/>
            <ac:spMk id="113" creationId="{BED2C3FA-B3F4-24A6-960D-58A5FCD33C1B}"/>
          </ac:spMkLst>
        </pc:spChg>
        <pc:spChg chg="mod">
          <ac:chgData name="xi sheng" userId="b3919e0d8ca6a452" providerId="LiveId" clId="{8C65DD49-A72B-47A6-A3EE-56D00128E8DE}" dt="2023-12-26T12:52:25.149" v="570" actId="1076"/>
          <ac:spMkLst>
            <pc:docMk/>
            <pc:sldMk cId="0" sldId="277"/>
            <ac:spMk id="114" creationId="{6934AC00-762C-C17D-91A4-B606C8CBE33A}"/>
          </ac:spMkLst>
        </pc:spChg>
        <pc:spChg chg="mod">
          <ac:chgData name="xi sheng" userId="b3919e0d8ca6a452" providerId="LiveId" clId="{8C65DD49-A72B-47A6-A3EE-56D00128E8DE}" dt="2023-12-26T12:52:25.149" v="570" actId="1076"/>
          <ac:spMkLst>
            <pc:docMk/>
            <pc:sldMk cId="0" sldId="277"/>
            <ac:spMk id="115" creationId="{B7C4B0E3-0A54-A409-955A-E9140DA7FCCF}"/>
          </ac:spMkLst>
        </pc:spChg>
        <pc:spChg chg="mod">
          <ac:chgData name="xi sheng" userId="b3919e0d8ca6a452" providerId="LiveId" clId="{8C65DD49-A72B-47A6-A3EE-56D00128E8DE}" dt="2023-12-26T12:52:25.149" v="570" actId="1076"/>
          <ac:spMkLst>
            <pc:docMk/>
            <pc:sldMk cId="0" sldId="277"/>
            <ac:spMk id="116" creationId="{EA4C68A7-44B5-4B3E-EF72-7AA8F2DB359E}"/>
          </ac:spMkLst>
        </pc:spChg>
        <pc:spChg chg="mod">
          <ac:chgData name="xi sheng" userId="b3919e0d8ca6a452" providerId="LiveId" clId="{8C65DD49-A72B-47A6-A3EE-56D00128E8DE}" dt="2023-12-26T12:52:25.149" v="570" actId="1076"/>
          <ac:spMkLst>
            <pc:docMk/>
            <pc:sldMk cId="0" sldId="277"/>
            <ac:spMk id="117" creationId="{A0EC4B98-592E-5363-947B-A43EFBDE7C0F}"/>
          </ac:spMkLst>
        </pc:spChg>
        <pc:spChg chg="mod">
          <ac:chgData name="xi sheng" userId="b3919e0d8ca6a452" providerId="LiveId" clId="{8C65DD49-A72B-47A6-A3EE-56D00128E8DE}" dt="2023-12-26T12:52:25.149" v="570" actId="1076"/>
          <ac:spMkLst>
            <pc:docMk/>
            <pc:sldMk cId="0" sldId="277"/>
            <ac:spMk id="118" creationId="{F699A311-EB5C-126A-AE2A-E331ED7E3F08}"/>
          </ac:spMkLst>
        </pc:spChg>
        <pc:spChg chg="mod">
          <ac:chgData name="xi sheng" userId="b3919e0d8ca6a452" providerId="LiveId" clId="{8C65DD49-A72B-47A6-A3EE-56D00128E8DE}" dt="2023-12-26T12:52:25.149" v="570" actId="1076"/>
          <ac:spMkLst>
            <pc:docMk/>
            <pc:sldMk cId="0" sldId="277"/>
            <ac:spMk id="119" creationId="{7CC89F0E-75D5-9B19-4794-33B28008F27C}"/>
          </ac:spMkLst>
        </pc:spChg>
        <pc:spChg chg="mod">
          <ac:chgData name="xi sheng" userId="b3919e0d8ca6a452" providerId="LiveId" clId="{8C65DD49-A72B-47A6-A3EE-56D00128E8DE}" dt="2023-12-26T12:52:25.149" v="570" actId="1076"/>
          <ac:spMkLst>
            <pc:docMk/>
            <pc:sldMk cId="0" sldId="277"/>
            <ac:spMk id="120" creationId="{BD9AFDC8-3FFE-F251-9882-43EC04F1229E}"/>
          </ac:spMkLst>
        </pc:spChg>
        <pc:spChg chg="mod">
          <ac:chgData name="xi sheng" userId="b3919e0d8ca6a452" providerId="LiveId" clId="{8C65DD49-A72B-47A6-A3EE-56D00128E8DE}" dt="2023-12-26T12:52:25.149" v="570" actId="1076"/>
          <ac:spMkLst>
            <pc:docMk/>
            <pc:sldMk cId="0" sldId="277"/>
            <ac:spMk id="121" creationId="{017C9D56-C9EA-F63E-4C85-5C60D19500AC}"/>
          </ac:spMkLst>
        </pc:spChg>
        <pc:spChg chg="mod">
          <ac:chgData name="xi sheng" userId="b3919e0d8ca6a452" providerId="LiveId" clId="{8C65DD49-A72B-47A6-A3EE-56D00128E8DE}" dt="2023-12-26T12:52:25.149" v="570" actId="1076"/>
          <ac:spMkLst>
            <pc:docMk/>
            <pc:sldMk cId="0" sldId="277"/>
            <ac:spMk id="122" creationId="{FFD84576-2E5D-015E-5E45-9AAE2706838E}"/>
          </ac:spMkLst>
        </pc:spChg>
        <pc:spChg chg="mod">
          <ac:chgData name="xi sheng" userId="b3919e0d8ca6a452" providerId="LiveId" clId="{8C65DD49-A72B-47A6-A3EE-56D00128E8DE}" dt="2023-12-26T12:52:25.149" v="570" actId="1076"/>
          <ac:spMkLst>
            <pc:docMk/>
            <pc:sldMk cId="0" sldId="277"/>
            <ac:spMk id="123" creationId="{1B307198-EDF4-F1A6-481B-8EBE8D7BD172}"/>
          </ac:spMkLst>
        </pc:spChg>
        <pc:spChg chg="mod">
          <ac:chgData name="xi sheng" userId="b3919e0d8ca6a452" providerId="LiveId" clId="{8C65DD49-A72B-47A6-A3EE-56D00128E8DE}" dt="2023-12-26T12:52:25.149" v="570" actId="1076"/>
          <ac:spMkLst>
            <pc:docMk/>
            <pc:sldMk cId="0" sldId="277"/>
            <ac:spMk id="124" creationId="{00203F48-454D-56E4-C9FF-A00931C33C62}"/>
          </ac:spMkLst>
        </pc:spChg>
        <pc:spChg chg="mod">
          <ac:chgData name="xi sheng" userId="b3919e0d8ca6a452" providerId="LiveId" clId="{8C65DD49-A72B-47A6-A3EE-56D00128E8DE}" dt="2023-12-26T12:52:25.149" v="570" actId="1076"/>
          <ac:spMkLst>
            <pc:docMk/>
            <pc:sldMk cId="0" sldId="277"/>
            <ac:spMk id="125" creationId="{F0657BE9-176C-D421-CFFC-1CEC62789FB9}"/>
          </ac:spMkLst>
        </pc:spChg>
        <pc:spChg chg="mod">
          <ac:chgData name="xi sheng" userId="b3919e0d8ca6a452" providerId="LiveId" clId="{8C65DD49-A72B-47A6-A3EE-56D00128E8DE}" dt="2023-12-26T12:52:25.149" v="570" actId="1076"/>
          <ac:spMkLst>
            <pc:docMk/>
            <pc:sldMk cId="0" sldId="277"/>
            <ac:spMk id="126" creationId="{4DBC600D-BC60-AF81-2088-7D6ED23E6209}"/>
          </ac:spMkLst>
        </pc:spChg>
        <pc:spChg chg="mod">
          <ac:chgData name="xi sheng" userId="b3919e0d8ca6a452" providerId="LiveId" clId="{8C65DD49-A72B-47A6-A3EE-56D00128E8DE}" dt="2023-12-26T12:52:25.149" v="570" actId="1076"/>
          <ac:spMkLst>
            <pc:docMk/>
            <pc:sldMk cId="0" sldId="277"/>
            <ac:spMk id="127" creationId="{BD1713A9-BA12-D69D-3BBD-089A0C8FBB6F}"/>
          </ac:spMkLst>
        </pc:spChg>
        <pc:spChg chg="mod">
          <ac:chgData name="xi sheng" userId="b3919e0d8ca6a452" providerId="LiveId" clId="{8C65DD49-A72B-47A6-A3EE-56D00128E8DE}" dt="2023-12-26T12:52:25.149" v="570" actId="1076"/>
          <ac:spMkLst>
            <pc:docMk/>
            <pc:sldMk cId="0" sldId="277"/>
            <ac:spMk id="128" creationId="{9D67C2A9-69A2-9468-1B92-EA627C339062}"/>
          </ac:spMkLst>
        </pc:spChg>
        <pc:spChg chg="mod">
          <ac:chgData name="xi sheng" userId="b3919e0d8ca6a452" providerId="LiveId" clId="{8C65DD49-A72B-47A6-A3EE-56D00128E8DE}" dt="2023-12-26T12:52:25.149" v="570" actId="1076"/>
          <ac:spMkLst>
            <pc:docMk/>
            <pc:sldMk cId="0" sldId="277"/>
            <ac:spMk id="129" creationId="{EF7E674F-9EEC-2278-6F03-C45D66A8C9A1}"/>
          </ac:spMkLst>
        </pc:spChg>
        <pc:spChg chg="mod">
          <ac:chgData name="xi sheng" userId="b3919e0d8ca6a452" providerId="LiveId" clId="{8C65DD49-A72B-47A6-A3EE-56D00128E8DE}" dt="2023-12-26T12:52:25.149" v="570" actId="1076"/>
          <ac:spMkLst>
            <pc:docMk/>
            <pc:sldMk cId="0" sldId="277"/>
            <ac:spMk id="130" creationId="{CA925B26-D6FD-B3F4-0629-AD69505A0A31}"/>
          </ac:spMkLst>
        </pc:spChg>
        <pc:spChg chg="mod">
          <ac:chgData name="xi sheng" userId="b3919e0d8ca6a452" providerId="LiveId" clId="{8C65DD49-A72B-47A6-A3EE-56D00128E8DE}" dt="2023-12-26T12:52:25.149" v="570" actId="1076"/>
          <ac:spMkLst>
            <pc:docMk/>
            <pc:sldMk cId="0" sldId="277"/>
            <ac:spMk id="131" creationId="{38CABD44-3A3C-2A4B-FE52-74039070FDBF}"/>
          </ac:spMkLst>
        </pc:spChg>
        <pc:spChg chg="mod">
          <ac:chgData name="xi sheng" userId="b3919e0d8ca6a452" providerId="LiveId" clId="{8C65DD49-A72B-47A6-A3EE-56D00128E8DE}" dt="2023-12-26T12:52:25.149" v="570" actId="1076"/>
          <ac:spMkLst>
            <pc:docMk/>
            <pc:sldMk cId="0" sldId="277"/>
            <ac:spMk id="132" creationId="{E32E66DA-06B2-A612-F86B-DF2EFCF7F987}"/>
          </ac:spMkLst>
        </pc:spChg>
        <pc:spChg chg="mod">
          <ac:chgData name="xi sheng" userId="b3919e0d8ca6a452" providerId="LiveId" clId="{8C65DD49-A72B-47A6-A3EE-56D00128E8DE}" dt="2023-12-26T12:52:25.149" v="570" actId="1076"/>
          <ac:spMkLst>
            <pc:docMk/>
            <pc:sldMk cId="0" sldId="277"/>
            <ac:spMk id="133" creationId="{F5547768-CAA3-5EAE-6290-A9C9771E8165}"/>
          </ac:spMkLst>
        </pc:spChg>
        <pc:spChg chg="mod">
          <ac:chgData name="xi sheng" userId="b3919e0d8ca6a452" providerId="LiveId" clId="{8C65DD49-A72B-47A6-A3EE-56D00128E8DE}" dt="2023-12-26T12:52:25.149" v="570" actId="1076"/>
          <ac:spMkLst>
            <pc:docMk/>
            <pc:sldMk cId="0" sldId="277"/>
            <ac:spMk id="134" creationId="{28B215C6-8E22-7F48-211D-963B8A1F42A7}"/>
          </ac:spMkLst>
        </pc:spChg>
        <pc:spChg chg="mod">
          <ac:chgData name="xi sheng" userId="b3919e0d8ca6a452" providerId="LiveId" clId="{8C65DD49-A72B-47A6-A3EE-56D00128E8DE}" dt="2023-12-26T12:52:25.149" v="570" actId="1076"/>
          <ac:spMkLst>
            <pc:docMk/>
            <pc:sldMk cId="0" sldId="277"/>
            <ac:spMk id="135" creationId="{0F0BEA87-A6D2-90D1-FFB7-3FBD4729CBB9}"/>
          </ac:spMkLst>
        </pc:spChg>
        <pc:spChg chg="mod">
          <ac:chgData name="xi sheng" userId="b3919e0d8ca6a452" providerId="LiveId" clId="{8C65DD49-A72B-47A6-A3EE-56D00128E8DE}" dt="2023-12-26T12:52:25.149" v="570" actId="1076"/>
          <ac:spMkLst>
            <pc:docMk/>
            <pc:sldMk cId="0" sldId="277"/>
            <ac:spMk id="136" creationId="{2253D08C-B42C-8979-F4CF-CD3C65C5E2C6}"/>
          </ac:spMkLst>
        </pc:spChg>
        <pc:spChg chg="mod">
          <ac:chgData name="xi sheng" userId="b3919e0d8ca6a452" providerId="LiveId" clId="{8C65DD49-A72B-47A6-A3EE-56D00128E8DE}" dt="2023-12-26T12:52:25.149" v="570" actId="1076"/>
          <ac:spMkLst>
            <pc:docMk/>
            <pc:sldMk cId="0" sldId="277"/>
            <ac:spMk id="137" creationId="{07478EF2-E1C1-C6DF-6986-2AC0D14A037F}"/>
          </ac:spMkLst>
        </pc:spChg>
        <pc:spChg chg="mod">
          <ac:chgData name="xi sheng" userId="b3919e0d8ca6a452" providerId="LiveId" clId="{8C65DD49-A72B-47A6-A3EE-56D00128E8DE}" dt="2023-12-26T12:52:25.149" v="570" actId="1076"/>
          <ac:spMkLst>
            <pc:docMk/>
            <pc:sldMk cId="0" sldId="277"/>
            <ac:spMk id="138" creationId="{AAECE0FE-BF53-9780-0548-77EBA47578A8}"/>
          </ac:spMkLst>
        </pc:spChg>
        <pc:spChg chg="mod">
          <ac:chgData name="xi sheng" userId="b3919e0d8ca6a452" providerId="LiveId" clId="{8C65DD49-A72B-47A6-A3EE-56D00128E8DE}" dt="2023-12-26T12:52:25.149" v="570" actId="1076"/>
          <ac:spMkLst>
            <pc:docMk/>
            <pc:sldMk cId="0" sldId="277"/>
            <ac:spMk id="139" creationId="{369657FB-3CAD-0C0C-C9CA-AE91B643E082}"/>
          </ac:spMkLst>
        </pc:spChg>
        <pc:spChg chg="mod">
          <ac:chgData name="xi sheng" userId="b3919e0d8ca6a452" providerId="LiveId" clId="{8C65DD49-A72B-47A6-A3EE-56D00128E8DE}" dt="2023-12-26T12:52:25.149" v="570" actId="1076"/>
          <ac:spMkLst>
            <pc:docMk/>
            <pc:sldMk cId="0" sldId="277"/>
            <ac:spMk id="140" creationId="{4E6E5608-4FC7-7106-0F30-6573F407292C}"/>
          </ac:spMkLst>
        </pc:spChg>
        <pc:spChg chg="mod">
          <ac:chgData name="xi sheng" userId="b3919e0d8ca6a452" providerId="LiveId" clId="{8C65DD49-A72B-47A6-A3EE-56D00128E8DE}" dt="2023-12-26T12:52:25.149" v="570" actId="1076"/>
          <ac:spMkLst>
            <pc:docMk/>
            <pc:sldMk cId="0" sldId="277"/>
            <ac:spMk id="141" creationId="{6DD8EC2A-CD66-2CCE-6290-52AAF458F1B0}"/>
          </ac:spMkLst>
        </pc:spChg>
        <pc:spChg chg="mod">
          <ac:chgData name="xi sheng" userId="b3919e0d8ca6a452" providerId="LiveId" clId="{8C65DD49-A72B-47A6-A3EE-56D00128E8DE}" dt="2023-12-26T12:52:25.149" v="570" actId="1076"/>
          <ac:spMkLst>
            <pc:docMk/>
            <pc:sldMk cId="0" sldId="277"/>
            <ac:spMk id="142" creationId="{DF64C62C-DF94-0EE8-A982-9F459CA620EF}"/>
          </ac:spMkLst>
        </pc:spChg>
        <pc:spChg chg="mod">
          <ac:chgData name="xi sheng" userId="b3919e0d8ca6a452" providerId="LiveId" clId="{8C65DD49-A72B-47A6-A3EE-56D00128E8DE}" dt="2023-12-26T12:52:25.149" v="570" actId="1076"/>
          <ac:spMkLst>
            <pc:docMk/>
            <pc:sldMk cId="0" sldId="277"/>
            <ac:spMk id="143" creationId="{80AF33F1-3E48-8C7D-548E-67CE7AEA702D}"/>
          </ac:spMkLst>
        </pc:spChg>
        <pc:spChg chg="mod">
          <ac:chgData name="xi sheng" userId="b3919e0d8ca6a452" providerId="LiveId" clId="{8C65DD49-A72B-47A6-A3EE-56D00128E8DE}" dt="2023-12-26T12:52:25.149" v="570" actId="1076"/>
          <ac:spMkLst>
            <pc:docMk/>
            <pc:sldMk cId="0" sldId="277"/>
            <ac:spMk id="144" creationId="{08984EB9-BF27-DB22-4243-089877873B31}"/>
          </ac:spMkLst>
        </pc:spChg>
        <pc:spChg chg="mod">
          <ac:chgData name="xi sheng" userId="b3919e0d8ca6a452" providerId="LiveId" clId="{8C65DD49-A72B-47A6-A3EE-56D00128E8DE}" dt="2023-12-26T12:52:25.149" v="570" actId="1076"/>
          <ac:spMkLst>
            <pc:docMk/>
            <pc:sldMk cId="0" sldId="277"/>
            <ac:spMk id="145" creationId="{2F52949B-5F6F-259E-C144-295E9649EBE6}"/>
          </ac:spMkLst>
        </pc:spChg>
        <pc:spChg chg="mod">
          <ac:chgData name="xi sheng" userId="b3919e0d8ca6a452" providerId="LiveId" clId="{8C65DD49-A72B-47A6-A3EE-56D00128E8DE}" dt="2023-12-26T12:52:25.149" v="570" actId="1076"/>
          <ac:spMkLst>
            <pc:docMk/>
            <pc:sldMk cId="0" sldId="277"/>
            <ac:spMk id="146" creationId="{57E131B5-3A49-8E14-40D3-AD13970F2111}"/>
          </ac:spMkLst>
        </pc:spChg>
        <pc:spChg chg="mod">
          <ac:chgData name="xi sheng" userId="b3919e0d8ca6a452" providerId="LiveId" clId="{8C65DD49-A72B-47A6-A3EE-56D00128E8DE}" dt="2023-12-26T12:52:25.149" v="570" actId="1076"/>
          <ac:spMkLst>
            <pc:docMk/>
            <pc:sldMk cId="0" sldId="277"/>
            <ac:spMk id="147" creationId="{1D001B1C-1053-314B-36A7-C7BC65477022}"/>
          </ac:spMkLst>
        </pc:spChg>
        <pc:spChg chg="mod">
          <ac:chgData name="xi sheng" userId="b3919e0d8ca6a452" providerId="LiveId" clId="{8C65DD49-A72B-47A6-A3EE-56D00128E8DE}" dt="2023-12-26T12:52:25.149" v="570" actId="1076"/>
          <ac:spMkLst>
            <pc:docMk/>
            <pc:sldMk cId="0" sldId="277"/>
            <ac:spMk id="148" creationId="{D27E89B6-2585-848F-08DA-42AB23E4D503}"/>
          </ac:spMkLst>
        </pc:spChg>
        <pc:spChg chg="mod">
          <ac:chgData name="xi sheng" userId="b3919e0d8ca6a452" providerId="LiveId" clId="{8C65DD49-A72B-47A6-A3EE-56D00128E8DE}" dt="2023-12-26T12:52:25.149" v="570" actId="1076"/>
          <ac:spMkLst>
            <pc:docMk/>
            <pc:sldMk cId="0" sldId="277"/>
            <ac:spMk id="149" creationId="{3B8C350E-ADAA-66ED-33F5-56715838D09C}"/>
          </ac:spMkLst>
        </pc:spChg>
        <pc:spChg chg="mod">
          <ac:chgData name="xi sheng" userId="b3919e0d8ca6a452" providerId="LiveId" clId="{8C65DD49-A72B-47A6-A3EE-56D00128E8DE}" dt="2023-12-26T12:52:25.149" v="570" actId="1076"/>
          <ac:spMkLst>
            <pc:docMk/>
            <pc:sldMk cId="0" sldId="277"/>
            <ac:spMk id="150" creationId="{98E66046-08C3-C953-57B8-543D40E0CB19}"/>
          </ac:spMkLst>
        </pc:spChg>
        <pc:spChg chg="mod">
          <ac:chgData name="xi sheng" userId="b3919e0d8ca6a452" providerId="LiveId" clId="{8C65DD49-A72B-47A6-A3EE-56D00128E8DE}" dt="2023-12-26T12:52:25.149" v="570" actId="1076"/>
          <ac:spMkLst>
            <pc:docMk/>
            <pc:sldMk cId="0" sldId="277"/>
            <ac:spMk id="151" creationId="{8B336707-D65B-23BF-7CED-D41A8E18467B}"/>
          </ac:spMkLst>
        </pc:spChg>
        <pc:spChg chg="mod">
          <ac:chgData name="xi sheng" userId="b3919e0d8ca6a452" providerId="LiveId" clId="{8C65DD49-A72B-47A6-A3EE-56D00128E8DE}" dt="2023-12-26T12:52:25.149" v="570" actId="1076"/>
          <ac:spMkLst>
            <pc:docMk/>
            <pc:sldMk cId="0" sldId="277"/>
            <ac:spMk id="152" creationId="{8C0FA44A-29A7-AD22-C107-250C67B26782}"/>
          </ac:spMkLst>
        </pc:spChg>
        <pc:spChg chg="mod">
          <ac:chgData name="xi sheng" userId="b3919e0d8ca6a452" providerId="LiveId" clId="{8C65DD49-A72B-47A6-A3EE-56D00128E8DE}" dt="2023-12-26T12:52:25.149" v="570" actId="1076"/>
          <ac:spMkLst>
            <pc:docMk/>
            <pc:sldMk cId="0" sldId="277"/>
            <ac:spMk id="153" creationId="{D7EFC321-7D54-E3FC-25F5-C802473D8B49}"/>
          </ac:spMkLst>
        </pc:spChg>
        <pc:spChg chg="mod">
          <ac:chgData name="xi sheng" userId="b3919e0d8ca6a452" providerId="LiveId" clId="{8C65DD49-A72B-47A6-A3EE-56D00128E8DE}" dt="2023-12-26T12:52:25.149" v="570" actId="1076"/>
          <ac:spMkLst>
            <pc:docMk/>
            <pc:sldMk cId="0" sldId="277"/>
            <ac:spMk id="154" creationId="{51346050-BE33-5FF5-F4D6-F5FBB342BDD4}"/>
          </ac:spMkLst>
        </pc:spChg>
        <pc:spChg chg="mod">
          <ac:chgData name="xi sheng" userId="b3919e0d8ca6a452" providerId="LiveId" clId="{8C65DD49-A72B-47A6-A3EE-56D00128E8DE}" dt="2023-12-26T12:52:25.149" v="570" actId="1076"/>
          <ac:spMkLst>
            <pc:docMk/>
            <pc:sldMk cId="0" sldId="277"/>
            <ac:spMk id="155" creationId="{00C807F1-558D-4EA2-78F5-76163B3FD423}"/>
          </ac:spMkLst>
        </pc:spChg>
        <pc:spChg chg="mod">
          <ac:chgData name="xi sheng" userId="b3919e0d8ca6a452" providerId="LiveId" clId="{8C65DD49-A72B-47A6-A3EE-56D00128E8DE}" dt="2023-12-26T12:52:25.149" v="570" actId="1076"/>
          <ac:spMkLst>
            <pc:docMk/>
            <pc:sldMk cId="0" sldId="277"/>
            <ac:spMk id="156" creationId="{0BE7E65E-3C74-E80E-1C26-E39F021DE7DA}"/>
          </ac:spMkLst>
        </pc:spChg>
        <pc:spChg chg="mod">
          <ac:chgData name="xi sheng" userId="b3919e0d8ca6a452" providerId="LiveId" clId="{8C65DD49-A72B-47A6-A3EE-56D00128E8DE}" dt="2023-12-26T12:52:25.149" v="570" actId="1076"/>
          <ac:spMkLst>
            <pc:docMk/>
            <pc:sldMk cId="0" sldId="277"/>
            <ac:spMk id="157" creationId="{EBA8F667-DBEA-C919-3B3C-DC078336C984}"/>
          </ac:spMkLst>
        </pc:spChg>
        <pc:spChg chg="mod">
          <ac:chgData name="xi sheng" userId="b3919e0d8ca6a452" providerId="LiveId" clId="{8C65DD49-A72B-47A6-A3EE-56D00128E8DE}" dt="2023-12-26T12:52:25.149" v="570" actId="1076"/>
          <ac:spMkLst>
            <pc:docMk/>
            <pc:sldMk cId="0" sldId="277"/>
            <ac:spMk id="158" creationId="{E21CF5E3-7BD2-7A0C-E1B5-3CA8BE864C8D}"/>
          </ac:spMkLst>
        </pc:spChg>
        <pc:spChg chg="mod">
          <ac:chgData name="xi sheng" userId="b3919e0d8ca6a452" providerId="LiveId" clId="{8C65DD49-A72B-47A6-A3EE-56D00128E8DE}" dt="2023-12-26T12:52:25.149" v="570" actId="1076"/>
          <ac:spMkLst>
            <pc:docMk/>
            <pc:sldMk cId="0" sldId="277"/>
            <ac:spMk id="159" creationId="{BC452118-5FC1-90CA-1DBC-5668307437D3}"/>
          </ac:spMkLst>
        </pc:spChg>
        <pc:spChg chg="mod">
          <ac:chgData name="xi sheng" userId="b3919e0d8ca6a452" providerId="LiveId" clId="{8C65DD49-A72B-47A6-A3EE-56D00128E8DE}" dt="2023-12-26T12:52:25.149" v="570" actId="1076"/>
          <ac:spMkLst>
            <pc:docMk/>
            <pc:sldMk cId="0" sldId="277"/>
            <ac:spMk id="160" creationId="{2DCF6ED1-0309-6BD7-29BB-6D0182C60ABF}"/>
          </ac:spMkLst>
        </pc:spChg>
        <pc:spChg chg="mod">
          <ac:chgData name="xi sheng" userId="b3919e0d8ca6a452" providerId="LiveId" clId="{8C65DD49-A72B-47A6-A3EE-56D00128E8DE}" dt="2023-12-26T12:52:25.149" v="570" actId="1076"/>
          <ac:spMkLst>
            <pc:docMk/>
            <pc:sldMk cId="0" sldId="277"/>
            <ac:spMk id="161" creationId="{B4CC8EB7-83B4-325E-3D98-5918F4DE20B4}"/>
          </ac:spMkLst>
        </pc:spChg>
        <pc:spChg chg="mod">
          <ac:chgData name="xi sheng" userId="b3919e0d8ca6a452" providerId="LiveId" clId="{8C65DD49-A72B-47A6-A3EE-56D00128E8DE}" dt="2023-12-26T12:52:25.149" v="570" actId="1076"/>
          <ac:spMkLst>
            <pc:docMk/>
            <pc:sldMk cId="0" sldId="277"/>
            <ac:spMk id="162" creationId="{8CB755E2-47D2-AD35-7DEE-4A01F4B528B1}"/>
          </ac:spMkLst>
        </pc:spChg>
        <pc:spChg chg="mod">
          <ac:chgData name="xi sheng" userId="b3919e0d8ca6a452" providerId="LiveId" clId="{8C65DD49-A72B-47A6-A3EE-56D00128E8DE}" dt="2023-12-26T12:52:25.149" v="570" actId="1076"/>
          <ac:spMkLst>
            <pc:docMk/>
            <pc:sldMk cId="0" sldId="277"/>
            <ac:spMk id="163" creationId="{17CF340A-9DA7-ACD3-6FC8-392EA7D56FDD}"/>
          </ac:spMkLst>
        </pc:spChg>
        <pc:spChg chg="mod">
          <ac:chgData name="xi sheng" userId="b3919e0d8ca6a452" providerId="LiveId" clId="{8C65DD49-A72B-47A6-A3EE-56D00128E8DE}" dt="2023-12-26T12:52:25.149" v="570" actId="1076"/>
          <ac:spMkLst>
            <pc:docMk/>
            <pc:sldMk cId="0" sldId="277"/>
            <ac:spMk id="164" creationId="{23CC2161-5853-A89A-ACBE-D4D621C951C2}"/>
          </ac:spMkLst>
        </pc:spChg>
        <pc:spChg chg="mod">
          <ac:chgData name="xi sheng" userId="b3919e0d8ca6a452" providerId="LiveId" clId="{8C65DD49-A72B-47A6-A3EE-56D00128E8DE}" dt="2023-12-26T12:52:25.149" v="570" actId="1076"/>
          <ac:spMkLst>
            <pc:docMk/>
            <pc:sldMk cId="0" sldId="277"/>
            <ac:spMk id="165" creationId="{4D2F6A09-97B8-E220-4C3D-25C03DFBD5E2}"/>
          </ac:spMkLst>
        </pc:spChg>
        <pc:spChg chg="mod">
          <ac:chgData name="xi sheng" userId="b3919e0d8ca6a452" providerId="LiveId" clId="{8C65DD49-A72B-47A6-A3EE-56D00128E8DE}" dt="2023-12-26T12:52:25.149" v="570" actId="1076"/>
          <ac:spMkLst>
            <pc:docMk/>
            <pc:sldMk cId="0" sldId="277"/>
            <ac:spMk id="166" creationId="{B3EB49F5-4546-FE64-E76B-CBC5D830653E}"/>
          </ac:spMkLst>
        </pc:spChg>
        <pc:spChg chg="mod">
          <ac:chgData name="xi sheng" userId="b3919e0d8ca6a452" providerId="LiveId" clId="{8C65DD49-A72B-47A6-A3EE-56D00128E8DE}" dt="2023-12-26T12:52:25.149" v="570" actId="1076"/>
          <ac:spMkLst>
            <pc:docMk/>
            <pc:sldMk cId="0" sldId="277"/>
            <ac:spMk id="167" creationId="{0A7AF8FF-C2C2-2B5C-5E0B-69EB44D842CE}"/>
          </ac:spMkLst>
        </pc:spChg>
        <pc:spChg chg="mod">
          <ac:chgData name="xi sheng" userId="b3919e0d8ca6a452" providerId="LiveId" clId="{8C65DD49-A72B-47A6-A3EE-56D00128E8DE}" dt="2023-12-26T12:52:25.149" v="570" actId="1076"/>
          <ac:spMkLst>
            <pc:docMk/>
            <pc:sldMk cId="0" sldId="277"/>
            <ac:spMk id="168" creationId="{99067316-4E79-D5D0-169A-52005776EA3E}"/>
          </ac:spMkLst>
        </pc:spChg>
        <pc:spChg chg="mod">
          <ac:chgData name="xi sheng" userId="b3919e0d8ca6a452" providerId="LiveId" clId="{8C65DD49-A72B-47A6-A3EE-56D00128E8DE}" dt="2023-12-26T12:52:25.149" v="570" actId="1076"/>
          <ac:spMkLst>
            <pc:docMk/>
            <pc:sldMk cId="0" sldId="277"/>
            <ac:spMk id="169" creationId="{76384C6C-C94B-D19A-FEF1-1DA84E34FA31}"/>
          </ac:spMkLst>
        </pc:spChg>
        <pc:spChg chg="mod">
          <ac:chgData name="xi sheng" userId="b3919e0d8ca6a452" providerId="LiveId" clId="{8C65DD49-A72B-47A6-A3EE-56D00128E8DE}" dt="2023-12-26T12:52:25.149" v="570" actId="1076"/>
          <ac:spMkLst>
            <pc:docMk/>
            <pc:sldMk cId="0" sldId="277"/>
            <ac:spMk id="170" creationId="{5415D3D5-D284-DFE5-2F87-119EC6D86340}"/>
          </ac:spMkLst>
        </pc:spChg>
        <pc:spChg chg="mod">
          <ac:chgData name="xi sheng" userId="b3919e0d8ca6a452" providerId="LiveId" clId="{8C65DD49-A72B-47A6-A3EE-56D00128E8DE}" dt="2023-12-26T12:52:25.149" v="570" actId="1076"/>
          <ac:spMkLst>
            <pc:docMk/>
            <pc:sldMk cId="0" sldId="277"/>
            <ac:spMk id="171" creationId="{729F9AEE-17E0-29C1-9FAE-0F35236107BE}"/>
          </ac:spMkLst>
        </pc:spChg>
        <pc:spChg chg="mod">
          <ac:chgData name="xi sheng" userId="b3919e0d8ca6a452" providerId="LiveId" clId="{8C65DD49-A72B-47A6-A3EE-56D00128E8DE}" dt="2023-12-26T12:52:25.149" v="570" actId="1076"/>
          <ac:spMkLst>
            <pc:docMk/>
            <pc:sldMk cId="0" sldId="277"/>
            <ac:spMk id="172" creationId="{3CFD84C8-2304-0C1E-C08B-B6E1D99B1E81}"/>
          </ac:spMkLst>
        </pc:spChg>
        <pc:spChg chg="mod">
          <ac:chgData name="xi sheng" userId="b3919e0d8ca6a452" providerId="LiveId" clId="{8C65DD49-A72B-47A6-A3EE-56D00128E8DE}" dt="2023-12-26T12:52:25.149" v="570" actId="1076"/>
          <ac:spMkLst>
            <pc:docMk/>
            <pc:sldMk cId="0" sldId="277"/>
            <ac:spMk id="173" creationId="{1C74D0F5-36E7-5204-7841-5DBADAFD0627}"/>
          </ac:spMkLst>
        </pc:spChg>
        <pc:spChg chg="mod">
          <ac:chgData name="xi sheng" userId="b3919e0d8ca6a452" providerId="LiveId" clId="{8C65DD49-A72B-47A6-A3EE-56D00128E8DE}" dt="2023-12-26T12:52:25.149" v="570" actId="1076"/>
          <ac:spMkLst>
            <pc:docMk/>
            <pc:sldMk cId="0" sldId="277"/>
            <ac:spMk id="174" creationId="{14CDAA53-F314-9859-93EC-52219C975336}"/>
          </ac:spMkLst>
        </pc:spChg>
        <pc:spChg chg="mod">
          <ac:chgData name="xi sheng" userId="b3919e0d8ca6a452" providerId="LiveId" clId="{8C65DD49-A72B-47A6-A3EE-56D00128E8DE}" dt="2023-12-26T12:52:25.149" v="570" actId="1076"/>
          <ac:spMkLst>
            <pc:docMk/>
            <pc:sldMk cId="0" sldId="277"/>
            <ac:spMk id="175" creationId="{83D9FAF1-6A48-757F-6DFF-EFDED8B61C99}"/>
          </ac:spMkLst>
        </pc:spChg>
        <pc:spChg chg="mod">
          <ac:chgData name="xi sheng" userId="b3919e0d8ca6a452" providerId="LiveId" clId="{8C65DD49-A72B-47A6-A3EE-56D00128E8DE}" dt="2023-12-26T12:52:25.149" v="570" actId="1076"/>
          <ac:spMkLst>
            <pc:docMk/>
            <pc:sldMk cId="0" sldId="277"/>
            <ac:spMk id="176" creationId="{502A13DD-7267-48B2-BBC7-813F8A6460DE}"/>
          </ac:spMkLst>
        </pc:spChg>
        <pc:spChg chg="mod">
          <ac:chgData name="xi sheng" userId="b3919e0d8ca6a452" providerId="LiveId" clId="{8C65DD49-A72B-47A6-A3EE-56D00128E8DE}" dt="2023-12-26T12:52:25.149" v="570" actId="1076"/>
          <ac:spMkLst>
            <pc:docMk/>
            <pc:sldMk cId="0" sldId="277"/>
            <ac:spMk id="177" creationId="{76E8A30D-07E1-3320-F761-7E72643F78A3}"/>
          </ac:spMkLst>
        </pc:spChg>
        <pc:spChg chg="mod">
          <ac:chgData name="xi sheng" userId="b3919e0d8ca6a452" providerId="LiveId" clId="{8C65DD49-A72B-47A6-A3EE-56D00128E8DE}" dt="2023-12-26T12:52:25.149" v="570" actId="1076"/>
          <ac:spMkLst>
            <pc:docMk/>
            <pc:sldMk cId="0" sldId="277"/>
            <ac:spMk id="178" creationId="{C490AF9C-6965-3363-ABEC-8875763F67FD}"/>
          </ac:spMkLst>
        </pc:spChg>
        <pc:spChg chg="mod">
          <ac:chgData name="xi sheng" userId="b3919e0d8ca6a452" providerId="LiveId" clId="{8C65DD49-A72B-47A6-A3EE-56D00128E8DE}" dt="2023-12-26T12:52:25.149" v="570" actId="1076"/>
          <ac:spMkLst>
            <pc:docMk/>
            <pc:sldMk cId="0" sldId="277"/>
            <ac:spMk id="179" creationId="{C4EC5FC6-853A-21D8-AFE4-97DC2BE9D19F}"/>
          </ac:spMkLst>
        </pc:spChg>
        <pc:spChg chg="mod">
          <ac:chgData name="xi sheng" userId="b3919e0d8ca6a452" providerId="LiveId" clId="{8C65DD49-A72B-47A6-A3EE-56D00128E8DE}" dt="2023-12-26T12:52:25.149" v="570" actId="1076"/>
          <ac:spMkLst>
            <pc:docMk/>
            <pc:sldMk cId="0" sldId="277"/>
            <ac:spMk id="180" creationId="{B889B90D-51D1-3B36-EBAD-E46FA8A1726E}"/>
          </ac:spMkLst>
        </pc:spChg>
        <pc:spChg chg="mod">
          <ac:chgData name="xi sheng" userId="b3919e0d8ca6a452" providerId="LiveId" clId="{8C65DD49-A72B-47A6-A3EE-56D00128E8DE}" dt="2023-12-26T12:52:25.149" v="570" actId="1076"/>
          <ac:spMkLst>
            <pc:docMk/>
            <pc:sldMk cId="0" sldId="277"/>
            <ac:spMk id="181" creationId="{7E7265D7-5886-5AED-33F0-91DAA5416982}"/>
          </ac:spMkLst>
        </pc:spChg>
        <pc:spChg chg="mod">
          <ac:chgData name="xi sheng" userId="b3919e0d8ca6a452" providerId="LiveId" clId="{8C65DD49-A72B-47A6-A3EE-56D00128E8DE}" dt="2023-12-26T12:52:25.149" v="570" actId="1076"/>
          <ac:spMkLst>
            <pc:docMk/>
            <pc:sldMk cId="0" sldId="277"/>
            <ac:spMk id="182" creationId="{1C6A07FD-8834-09A2-097E-354DE4575C8F}"/>
          </ac:spMkLst>
        </pc:spChg>
        <pc:spChg chg="mod">
          <ac:chgData name="xi sheng" userId="b3919e0d8ca6a452" providerId="LiveId" clId="{8C65DD49-A72B-47A6-A3EE-56D00128E8DE}" dt="2023-12-26T12:52:25.149" v="570" actId="1076"/>
          <ac:spMkLst>
            <pc:docMk/>
            <pc:sldMk cId="0" sldId="277"/>
            <ac:spMk id="183" creationId="{06F7085C-826E-57FF-E867-F26A8F31375E}"/>
          </ac:spMkLst>
        </pc:spChg>
        <pc:spChg chg="mod">
          <ac:chgData name="xi sheng" userId="b3919e0d8ca6a452" providerId="LiveId" clId="{8C65DD49-A72B-47A6-A3EE-56D00128E8DE}" dt="2023-12-26T12:52:25.149" v="570" actId="1076"/>
          <ac:spMkLst>
            <pc:docMk/>
            <pc:sldMk cId="0" sldId="277"/>
            <ac:spMk id="184" creationId="{E8B18C28-8DCF-ABD1-FB63-EBAC70395439}"/>
          </ac:spMkLst>
        </pc:spChg>
        <pc:spChg chg="mod">
          <ac:chgData name="xi sheng" userId="b3919e0d8ca6a452" providerId="LiveId" clId="{8C65DD49-A72B-47A6-A3EE-56D00128E8DE}" dt="2023-12-26T12:52:25.149" v="570" actId="1076"/>
          <ac:spMkLst>
            <pc:docMk/>
            <pc:sldMk cId="0" sldId="277"/>
            <ac:spMk id="185" creationId="{46ADBBE6-9B3F-B88F-37F6-CD2535235A75}"/>
          </ac:spMkLst>
        </pc:spChg>
        <pc:spChg chg="mod">
          <ac:chgData name="xi sheng" userId="b3919e0d8ca6a452" providerId="LiveId" clId="{8C65DD49-A72B-47A6-A3EE-56D00128E8DE}" dt="2023-12-26T12:52:25.149" v="570" actId="1076"/>
          <ac:spMkLst>
            <pc:docMk/>
            <pc:sldMk cId="0" sldId="277"/>
            <ac:spMk id="186" creationId="{1A727D96-1844-267F-5872-3EF9AFA1D879}"/>
          </ac:spMkLst>
        </pc:spChg>
        <pc:spChg chg="mod">
          <ac:chgData name="xi sheng" userId="b3919e0d8ca6a452" providerId="LiveId" clId="{8C65DD49-A72B-47A6-A3EE-56D00128E8DE}" dt="2023-12-26T12:52:25.149" v="570" actId="1076"/>
          <ac:spMkLst>
            <pc:docMk/>
            <pc:sldMk cId="0" sldId="277"/>
            <ac:spMk id="187" creationId="{35285DBB-34C6-7784-3ABF-E2BA4066EBCD}"/>
          </ac:spMkLst>
        </pc:spChg>
        <pc:spChg chg="mod">
          <ac:chgData name="xi sheng" userId="b3919e0d8ca6a452" providerId="LiveId" clId="{8C65DD49-A72B-47A6-A3EE-56D00128E8DE}" dt="2023-12-26T12:52:25.149" v="570" actId="1076"/>
          <ac:spMkLst>
            <pc:docMk/>
            <pc:sldMk cId="0" sldId="277"/>
            <ac:spMk id="188" creationId="{32AA5635-77FA-ECD4-C0CD-2BF0F9718922}"/>
          </ac:spMkLst>
        </pc:spChg>
        <pc:spChg chg="mod">
          <ac:chgData name="xi sheng" userId="b3919e0d8ca6a452" providerId="LiveId" clId="{8C65DD49-A72B-47A6-A3EE-56D00128E8DE}" dt="2023-12-26T12:52:25.149" v="570" actId="1076"/>
          <ac:spMkLst>
            <pc:docMk/>
            <pc:sldMk cId="0" sldId="277"/>
            <ac:spMk id="189" creationId="{FE90FACB-FCB3-AA17-3225-9900C8F37122}"/>
          </ac:spMkLst>
        </pc:spChg>
        <pc:spChg chg="mod">
          <ac:chgData name="xi sheng" userId="b3919e0d8ca6a452" providerId="LiveId" clId="{8C65DD49-A72B-47A6-A3EE-56D00128E8DE}" dt="2023-12-26T12:52:25.149" v="570" actId="1076"/>
          <ac:spMkLst>
            <pc:docMk/>
            <pc:sldMk cId="0" sldId="277"/>
            <ac:spMk id="190" creationId="{7DCB7DDC-CDED-8206-5B7F-C8603AAC67DD}"/>
          </ac:spMkLst>
        </pc:spChg>
        <pc:spChg chg="mod">
          <ac:chgData name="xi sheng" userId="b3919e0d8ca6a452" providerId="LiveId" clId="{8C65DD49-A72B-47A6-A3EE-56D00128E8DE}" dt="2023-12-26T12:52:25.149" v="570" actId="1076"/>
          <ac:spMkLst>
            <pc:docMk/>
            <pc:sldMk cId="0" sldId="277"/>
            <ac:spMk id="191" creationId="{9EDAF271-3AD2-9959-205F-E04406FB50DA}"/>
          </ac:spMkLst>
        </pc:spChg>
        <pc:spChg chg="mod">
          <ac:chgData name="xi sheng" userId="b3919e0d8ca6a452" providerId="LiveId" clId="{8C65DD49-A72B-47A6-A3EE-56D00128E8DE}" dt="2023-12-26T12:52:25.149" v="570" actId="1076"/>
          <ac:spMkLst>
            <pc:docMk/>
            <pc:sldMk cId="0" sldId="277"/>
            <ac:spMk id="192" creationId="{1247DE73-3FE9-8CAD-5A13-C59429BEF663}"/>
          </ac:spMkLst>
        </pc:spChg>
        <pc:spChg chg="mod">
          <ac:chgData name="xi sheng" userId="b3919e0d8ca6a452" providerId="LiveId" clId="{8C65DD49-A72B-47A6-A3EE-56D00128E8DE}" dt="2023-12-26T12:52:25.149" v="570" actId="1076"/>
          <ac:spMkLst>
            <pc:docMk/>
            <pc:sldMk cId="0" sldId="277"/>
            <ac:spMk id="193" creationId="{A85CE19B-5A28-4DDA-3EBB-1E115D9A7972}"/>
          </ac:spMkLst>
        </pc:spChg>
        <pc:spChg chg="mod">
          <ac:chgData name="xi sheng" userId="b3919e0d8ca6a452" providerId="LiveId" clId="{8C65DD49-A72B-47A6-A3EE-56D00128E8DE}" dt="2023-12-26T12:52:25.149" v="570" actId="1076"/>
          <ac:spMkLst>
            <pc:docMk/>
            <pc:sldMk cId="0" sldId="277"/>
            <ac:spMk id="194" creationId="{2AD5CAEA-0B77-2F6E-34CE-5579D5AA1C01}"/>
          </ac:spMkLst>
        </pc:spChg>
        <pc:spChg chg="mod">
          <ac:chgData name="xi sheng" userId="b3919e0d8ca6a452" providerId="LiveId" clId="{8C65DD49-A72B-47A6-A3EE-56D00128E8DE}" dt="2023-12-26T12:52:25.149" v="570" actId="1076"/>
          <ac:spMkLst>
            <pc:docMk/>
            <pc:sldMk cId="0" sldId="277"/>
            <ac:spMk id="195" creationId="{25553FA0-92FB-05F0-106A-3617E2A1DA9A}"/>
          </ac:spMkLst>
        </pc:spChg>
        <pc:spChg chg="mod">
          <ac:chgData name="xi sheng" userId="b3919e0d8ca6a452" providerId="LiveId" clId="{8C65DD49-A72B-47A6-A3EE-56D00128E8DE}" dt="2023-12-26T12:52:25.149" v="570" actId="1076"/>
          <ac:spMkLst>
            <pc:docMk/>
            <pc:sldMk cId="0" sldId="277"/>
            <ac:spMk id="196" creationId="{527BF2EE-C9D9-01FA-742C-F0CB98F6EFB4}"/>
          </ac:spMkLst>
        </pc:spChg>
        <pc:spChg chg="mod">
          <ac:chgData name="xi sheng" userId="b3919e0d8ca6a452" providerId="LiveId" clId="{8C65DD49-A72B-47A6-A3EE-56D00128E8DE}" dt="2023-12-26T12:52:25.149" v="570" actId="1076"/>
          <ac:spMkLst>
            <pc:docMk/>
            <pc:sldMk cId="0" sldId="277"/>
            <ac:spMk id="197" creationId="{AD13A8EC-76B9-C35A-005C-7368EDA44E61}"/>
          </ac:spMkLst>
        </pc:spChg>
        <pc:spChg chg="mod">
          <ac:chgData name="xi sheng" userId="b3919e0d8ca6a452" providerId="LiveId" clId="{8C65DD49-A72B-47A6-A3EE-56D00128E8DE}" dt="2023-12-26T12:52:25.149" v="570" actId="1076"/>
          <ac:spMkLst>
            <pc:docMk/>
            <pc:sldMk cId="0" sldId="277"/>
            <ac:spMk id="198" creationId="{C18F743F-2BF3-1059-8139-8E9FFFB94473}"/>
          </ac:spMkLst>
        </pc:spChg>
        <pc:spChg chg="mod">
          <ac:chgData name="xi sheng" userId="b3919e0d8ca6a452" providerId="LiveId" clId="{8C65DD49-A72B-47A6-A3EE-56D00128E8DE}" dt="2023-12-26T12:52:25.149" v="570" actId="1076"/>
          <ac:spMkLst>
            <pc:docMk/>
            <pc:sldMk cId="0" sldId="277"/>
            <ac:spMk id="199" creationId="{2F2405C4-DBA9-B864-80B4-F94FA7E95337}"/>
          </ac:spMkLst>
        </pc:spChg>
        <pc:spChg chg="mod">
          <ac:chgData name="xi sheng" userId="b3919e0d8ca6a452" providerId="LiveId" clId="{8C65DD49-A72B-47A6-A3EE-56D00128E8DE}" dt="2023-12-26T12:52:25.149" v="570" actId="1076"/>
          <ac:spMkLst>
            <pc:docMk/>
            <pc:sldMk cId="0" sldId="277"/>
            <ac:spMk id="200" creationId="{F1F0F7EB-FC12-A5D6-7B3A-76444EC1C500}"/>
          </ac:spMkLst>
        </pc:spChg>
        <pc:spChg chg="mod">
          <ac:chgData name="xi sheng" userId="b3919e0d8ca6a452" providerId="LiveId" clId="{8C65DD49-A72B-47A6-A3EE-56D00128E8DE}" dt="2023-12-26T12:52:25.149" v="570" actId="1076"/>
          <ac:spMkLst>
            <pc:docMk/>
            <pc:sldMk cId="0" sldId="277"/>
            <ac:spMk id="201" creationId="{D38E317B-0352-799D-E12B-D9268E2F37BD}"/>
          </ac:spMkLst>
        </pc:spChg>
        <pc:spChg chg="mod">
          <ac:chgData name="xi sheng" userId="b3919e0d8ca6a452" providerId="LiveId" clId="{8C65DD49-A72B-47A6-A3EE-56D00128E8DE}" dt="2023-12-26T12:52:25.149" v="570" actId="1076"/>
          <ac:spMkLst>
            <pc:docMk/>
            <pc:sldMk cId="0" sldId="277"/>
            <ac:spMk id="202" creationId="{48BEF962-84CC-886C-D172-248282B1D1BA}"/>
          </ac:spMkLst>
        </pc:spChg>
        <pc:spChg chg="mod">
          <ac:chgData name="xi sheng" userId="b3919e0d8ca6a452" providerId="LiveId" clId="{8C65DD49-A72B-47A6-A3EE-56D00128E8DE}" dt="2023-12-26T12:52:25.149" v="570" actId="1076"/>
          <ac:spMkLst>
            <pc:docMk/>
            <pc:sldMk cId="0" sldId="277"/>
            <ac:spMk id="203" creationId="{DEDACC1F-7E0B-0D23-7178-439600E6FD0C}"/>
          </ac:spMkLst>
        </pc:spChg>
        <pc:spChg chg="mod">
          <ac:chgData name="xi sheng" userId="b3919e0d8ca6a452" providerId="LiveId" clId="{8C65DD49-A72B-47A6-A3EE-56D00128E8DE}" dt="2023-12-26T12:52:25.149" v="570" actId="1076"/>
          <ac:spMkLst>
            <pc:docMk/>
            <pc:sldMk cId="0" sldId="277"/>
            <ac:spMk id="204" creationId="{87C42B0F-7D0F-5D93-0CF2-3804E3C34844}"/>
          </ac:spMkLst>
        </pc:spChg>
        <pc:spChg chg="mod">
          <ac:chgData name="xi sheng" userId="b3919e0d8ca6a452" providerId="LiveId" clId="{8C65DD49-A72B-47A6-A3EE-56D00128E8DE}" dt="2023-12-26T12:52:25.149" v="570" actId="1076"/>
          <ac:spMkLst>
            <pc:docMk/>
            <pc:sldMk cId="0" sldId="277"/>
            <ac:spMk id="205" creationId="{C6804C70-B825-EC27-AC53-F91F04C60B6B}"/>
          </ac:spMkLst>
        </pc:spChg>
        <pc:spChg chg="mod">
          <ac:chgData name="xi sheng" userId="b3919e0d8ca6a452" providerId="LiveId" clId="{8C65DD49-A72B-47A6-A3EE-56D00128E8DE}" dt="2023-12-26T12:52:25.149" v="570" actId="1076"/>
          <ac:spMkLst>
            <pc:docMk/>
            <pc:sldMk cId="0" sldId="277"/>
            <ac:spMk id="206" creationId="{FBE96734-F3CE-7267-0888-1DB89F5D3085}"/>
          </ac:spMkLst>
        </pc:spChg>
        <pc:spChg chg="mod">
          <ac:chgData name="xi sheng" userId="b3919e0d8ca6a452" providerId="LiveId" clId="{8C65DD49-A72B-47A6-A3EE-56D00128E8DE}" dt="2023-12-26T12:52:25.149" v="570" actId="1076"/>
          <ac:spMkLst>
            <pc:docMk/>
            <pc:sldMk cId="0" sldId="277"/>
            <ac:spMk id="207" creationId="{29E1D935-D73F-3EE0-6BF0-6CA69CFAB4A4}"/>
          </ac:spMkLst>
        </pc:spChg>
        <pc:spChg chg="mod">
          <ac:chgData name="xi sheng" userId="b3919e0d8ca6a452" providerId="LiveId" clId="{8C65DD49-A72B-47A6-A3EE-56D00128E8DE}" dt="2023-12-26T12:52:25.149" v="570" actId="1076"/>
          <ac:spMkLst>
            <pc:docMk/>
            <pc:sldMk cId="0" sldId="277"/>
            <ac:spMk id="208" creationId="{1DD2CBFA-17BB-3FAB-F8DF-2186390162F0}"/>
          </ac:spMkLst>
        </pc:spChg>
        <pc:spChg chg="mod">
          <ac:chgData name="xi sheng" userId="b3919e0d8ca6a452" providerId="LiveId" clId="{8C65DD49-A72B-47A6-A3EE-56D00128E8DE}" dt="2023-12-26T12:52:25.149" v="570" actId="1076"/>
          <ac:spMkLst>
            <pc:docMk/>
            <pc:sldMk cId="0" sldId="277"/>
            <ac:spMk id="209" creationId="{E25A073B-0105-B344-D30A-463DCF4955C3}"/>
          </ac:spMkLst>
        </pc:spChg>
        <pc:spChg chg="mod">
          <ac:chgData name="xi sheng" userId="b3919e0d8ca6a452" providerId="LiveId" clId="{8C65DD49-A72B-47A6-A3EE-56D00128E8DE}" dt="2023-12-26T12:52:25.149" v="570" actId="1076"/>
          <ac:spMkLst>
            <pc:docMk/>
            <pc:sldMk cId="0" sldId="277"/>
            <ac:spMk id="210" creationId="{177F3B30-3398-889B-325A-D369C25EE8D0}"/>
          </ac:spMkLst>
        </pc:spChg>
        <pc:spChg chg="mod">
          <ac:chgData name="xi sheng" userId="b3919e0d8ca6a452" providerId="LiveId" clId="{8C65DD49-A72B-47A6-A3EE-56D00128E8DE}" dt="2023-12-26T12:52:25.149" v="570" actId="1076"/>
          <ac:spMkLst>
            <pc:docMk/>
            <pc:sldMk cId="0" sldId="277"/>
            <ac:spMk id="211" creationId="{7A16C143-926B-1F28-3731-0006D9F9C033}"/>
          </ac:spMkLst>
        </pc:spChg>
        <pc:spChg chg="mod">
          <ac:chgData name="xi sheng" userId="b3919e0d8ca6a452" providerId="LiveId" clId="{8C65DD49-A72B-47A6-A3EE-56D00128E8DE}" dt="2023-12-26T12:52:25.149" v="570" actId="1076"/>
          <ac:spMkLst>
            <pc:docMk/>
            <pc:sldMk cId="0" sldId="277"/>
            <ac:spMk id="212" creationId="{825D34C8-E297-0C78-91B3-0974FEEDE1D8}"/>
          </ac:spMkLst>
        </pc:spChg>
        <pc:spChg chg="mod">
          <ac:chgData name="xi sheng" userId="b3919e0d8ca6a452" providerId="LiveId" clId="{8C65DD49-A72B-47A6-A3EE-56D00128E8DE}" dt="2023-12-26T12:52:25.149" v="570" actId="1076"/>
          <ac:spMkLst>
            <pc:docMk/>
            <pc:sldMk cId="0" sldId="277"/>
            <ac:spMk id="213" creationId="{E0B89407-DAC2-9A47-E672-B7CC2F497DF7}"/>
          </ac:spMkLst>
        </pc:spChg>
        <pc:spChg chg="mod">
          <ac:chgData name="xi sheng" userId="b3919e0d8ca6a452" providerId="LiveId" clId="{8C65DD49-A72B-47A6-A3EE-56D00128E8DE}" dt="2023-12-26T12:52:25.149" v="570" actId="1076"/>
          <ac:spMkLst>
            <pc:docMk/>
            <pc:sldMk cId="0" sldId="277"/>
            <ac:spMk id="214" creationId="{A9C6EB4A-C0F0-35B3-9C37-D53D46C1E603}"/>
          </ac:spMkLst>
        </pc:spChg>
        <pc:spChg chg="mod">
          <ac:chgData name="xi sheng" userId="b3919e0d8ca6a452" providerId="LiveId" clId="{8C65DD49-A72B-47A6-A3EE-56D00128E8DE}" dt="2023-12-26T12:52:25.149" v="570" actId="1076"/>
          <ac:spMkLst>
            <pc:docMk/>
            <pc:sldMk cId="0" sldId="277"/>
            <ac:spMk id="215" creationId="{F31815FA-5E8D-E62C-3FED-59BA5EFCCFA1}"/>
          </ac:spMkLst>
        </pc:spChg>
        <pc:spChg chg="mod">
          <ac:chgData name="xi sheng" userId="b3919e0d8ca6a452" providerId="LiveId" clId="{8C65DD49-A72B-47A6-A3EE-56D00128E8DE}" dt="2023-12-26T12:52:25.149" v="570" actId="1076"/>
          <ac:spMkLst>
            <pc:docMk/>
            <pc:sldMk cId="0" sldId="277"/>
            <ac:spMk id="216" creationId="{A9FFF404-BD5F-D0E7-5E34-BDD9758D1A59}"/>
          </ac:spMkLst>
        </pc:spChg>
        <pc:spChg chg="mod">
          <ac:chgData name="xi sheng" userId="b3919e0d8ca6a452" providerId="LiveId" clId="{8C65DD49-A72B-47A6-A3EE-56D00128E8DE}" dt="2023-12-26T12:52:25.149" v="570" actId="1076"/>
          <ac:spMkLst>
            <pc:docMk/>
            <pc:sldMk cId="0" sldId="277"/>
            <ac:spMk id="217" creationId="{D0C2A8A2-DF95-697D-06FE-890A07997194}"/>
          </ac:spMkLst>
        </pc:spChg>
        <pc:spChg chg="mod">
          <ac:chgData name="xi sheng" userId="b3919e0d8ca6a452" providerId="LiveId" clId="{8C65DD49-A72B-47A6-A3EE-56D00128E8DE}" dt="2023-12-26T12:52:25.149" v="570" actId="1076"/>
          <ac:spMkLst>
            <pc:docMk/>
            <pc:sldMk cId="0" sldId="277"/>
            <ac:spMk id="218" creationId="{16B75C3B-A950-8AE8-7AF3-7A09237F157B}"/>
          </ac:spMkLst>
        </pc:spChg>
        <pc:spChg chg="mod">
          <ac:chgData name="xi sheng" userId="b3919e0d8ca6a452" providerId="LiveId" clId="{8C65DD49-A72B-47A6-A3EE-56D00128E8DE}" dt="2023-12-26T12:52:25.149" v="570" actId="1076"/>
          <ac:spMkLst>
            <pc:docMk/>
            <pc:sldMk cId="0" sldId="277"/>
            <ac:spMk id="219" creationId="{7D31A87E-552F-CD9E-D757-1833132A77CE}"/>
          </ac:spMkLst>
        </pc:spChg>
        <pc:spChg chg="mod">
          <ac:chgData name="xi sheng" userId="b3919e0d8ca6a452" providerId="LiveId" clId="{8C65DD49-A72B-47A6-A3EE-56D00128E8DE}" dt="2023-12-26T12:52:25.149" v="570" actId="1076"/>
          <ac:spMkLst>
            <pc:docMk/>
            <pc:sldMk cId="0" sldId="277"/>
            <ac:spMk id="220" creationId="{65515AC3-3378-B5A2-7890-9D6F0B8E44D2}"/>
          </ac:spMkLst>
        </pc:spChg>
        <pc:spChg chg="mod">
          <ac:chgData name="xi sheng" userId="b3919e0d8ca6a452" providerId="LiveId" clId="{8C65DD49-A72B-47A6-A3EE-56D00128E8DE}" dt="2023-12-26T12:52:25.149" v="570" actId="1076"/>
          <ac:spMkLst>
            <pc:docMk/>
            <pc:sldMk cId="0" sldId="277"/>
            <ac:spMk id="221" creationId="{82E3FCF4-C502-DD27-A817-57E456E1ED13}"/>
          </ac:spMkLst>
        </pc:spChg>
        <pc:spChg chg="mod">
          <ac:chgData name="xi sheng" userId="b3919e0d8ca6a452" providerId="LiveId" clId="{8C65DD49-A72B-47A6-A3EE-56D00128E8DE}" dt="2023-12-26T12:52:25.149" v="570" actId="1076"/>
          <ac:spMkLst>
            <pc:docMk/>
            <pc:sldMk cId="0" sldId="277"/>
            <ac:spMk id="222" creationId="{BD6F010D-21A1-D5DE-489A-9B327ACB2521}"/>
          </ac:spMkLst>
        </pc:spChg>
        <pc:spChg chg="mod">
          <ac:chgData name="xi sheng" userId="b3919e0d8ca6a452" providerId="LiveId" clId="{8C65DD49-A72B-47A6-A3EE-56D00128E8DE}" dt="2023-12-26T12:52:25.149" v="570" actId="1076"/>
          <ac:spMkLst>
            <pc:docMk/>
            <pc:sldMk cId="0" sldId="277"/>
            <ac:spMk id="223" creationId="{139E4E5F-38A5-0EF7-31FC-53A2337AAF42}"/>
          </ac:spMkLst>
        </pc:spChg>
        <pc:spChg chg="mod">
          <ac:chgData name="xi sheng" userId="b3919e0d8ca6a452" providerId="LiveId" clId="{8C65DD49-A72B-47A6-A3EE-56D00128E8DE}" dt="2023-12-26T12:52:25.149" v="570" actId="1076"/>
          <ac:spMkLst>
            <pc:docMk/>
            <pc:sldMk cId="0" sldId="277"/>
            <ac:spMk id="224" creationId="{34E58EB4-B7DB-E411-F9D4-F73AFEC7D6E6}"/>
          </ac:spMkLst>
        </pc:spChg>
        <pc:spChg chg="mod">
          <ac:chgData name="xi sheng" userId="b3919e0d8ca6a452" providerId="LiveId" clId="{8C65DD49-A72B-47A6-A3EE-56D00128E8DE}" dt="2023-12-26T12:52:25.149" v="570" actId="1076"/>
          <ac:spMkLst>
            <pc:docMk/>
            <pc:sldMk cId="0" sldId="277"/>
            <ac:spMk id="225" creationId="{C2EB55E1-5CA7-E5E1-AD64-05BB4BF79691}"/>
          </ac:spMkLst>
        </pc:spChg>
        <pc:spChg chg="mod">
          <ac:chgData name="xi sheng" userId="b3919e0d8ca6a452" providerId="LiveId" clId="{8C65DD49-A72B-47A6-A3EE-56D00128E8DE}" dt="2023-12-26T12:52:25.149" v="570" actId="1076"/>
          <ac:spMkLst>
            <pc:docMk/>
            <pc:sldMk cId="0" sldId="277"/>
            <ac:spMk id="226" creationId="{65723000-07ED-D576-0B9E-2CED4F75DBF0}"/>
          </ac:spMkLst>
        </pc:spChg>
        <pc:spChg chg="mod">
          <ac:chgData name="xi sheng" userId="b3919e0d8ca6a452" providerId="LiveId" clId="{8C65DD49-A72B-47A6-A3EE-56D00128E8DE}" dt="2023-12-26T12:52:25.149" v="570" actId="1076"/>
          <ac:spMkLst>
            <pc:docMk/>
            <pc:sldMk cId="0" sldId="277"/>
            <ac:spMk id="227" creationId="{BBA0DAF8-0CA1-7520-37D1-9107EE159ACD}"/>
          </ac:spMkLst>
        </pc:spChg>
        <pc:spChg chg="mod">
          <ac:chgData name="xi sheng" userId="b3919e0d8ca6a452" providerId="LiveId" clId="{8C65DD49-A72B-47A6-A3EE-56D00128E8DE}" dt="2023-12-26T12:52:25.149" v="570" actId="1076"/>
          <ac:spMkLst>
            <pc:docMk/>
            <pc:sldMk cId="0" sldId="277"/>
            <ac:spMk id="228" creationId="{2B075BBB-CD00-6CFA-051E-B6F24B24DA28}"/>
          </ac:spMkLst>
        </pc:spChg>
        <pc:spChg chg="mod">
          <ac:chgData name="xi sheng" userId="b3919e0d8ca6a452" providerId="LiveId" clId="{8C65DD49-A72B-47A6-A3EE-56D00128E8DE}" dt="2023-12-26T12:52:25.149" v="570" actId="1076"/>
          <ac:spMkLst>
            <pc:docMk/>
            <pc:sldMk cId="0" sldId="277"/>
            <ac:spMk id="229" creationId="{9E5A31B1-A7D8-CF33-392C-AA7E017B4F37}"/>
          </ac:spMkLst>
        </pc:spChg>
        <pc:spChg chg="mod">
          <ac:chgData name="xi sheng" userId="b3919e0d8ca6a452" providerId="LiveId" clId="{8C65DD49-A72B-47A6-A3EE-56D00128E8DE}" dt="2023-12-26T12:52:25.149" v="570" actId="1076"/>
          <ac:spMkLst>
            <pc:docMk/>
            <pc:sldMk cId="0" sldId="277"/>
            <ac:spMk id="230" creationId="{14C4A440-FB92-93A4-CC30-6AF640697B86}"/>
          </ac:spMkLst>
        </pc:spChg>
        <pc:spChg chg="mod">
          <ac:chgData name="xi sheng" userId="b3919e0d8ca6a452" providerId="LiveId" clId="{8C65DD49-A72B-47A6-A3EE-56D00128E8DE}" dt="2023-12-26T12:52:25.149" v="570" actId="1076"/>
          <ac:spMkLst>
            <pc:docMk/>
            <pc:sldMk cId="0" sldId="277"/>
            <ac:spMk id="231" creationId="{2129AB99-73AA-95B3-18AB-430A0C40DF3C}"/>
          </ac:spMkLst>
        </pc:spChg>
        <pc:spChg chg="mod">
          <ac:chgData name="xi sheng" userId="b3919e0d8ca6a452" providerId="LiveId" clId="{8C65DD49-A72B-47A6-A3EE-56D00128E8DE}" dt="2023-12-26T12:52:25.149" v="570" actId="1076"/>
          <ac:spMkLst>
            <pc:docMk/>
            <pc:sldMk cId="0" sldId="277"/>
            <ac:spMk id="232" creationId="{0D07613F-A62C-F866-42A2-2102240D242E}"/>
          </ac:spMkLst>
        </pc:spChg>
        <pc:spChg chg="mod">
          <ac:chgData name="xi sheng" userId="b3919e0d8ca6a452" providerId="LiveId" clId="{8C65DD49-A72B-47A6-A3EE-56D00128E8DE}" dt="2023-12-26T12:52:25.149" v="570" actId="1076"/>
          <ac:spMkLst>
            <pc:docMk/>
            <pc:sldMk cId="0" sldId="277"/>
            <ac:spMk id="233" creationId="{94050577-5333-8154-567C-589F5BC68B4D}"/>
          </ac:spMkLst>
        </pc:spChg>
        <pc:spChg chg="mod">
          <ac:chgData name="xi sheng" userId="b3919e0d8ca6a452" providerId="LiveId" clId="{8C65DD49-A72B-47A6-A3EE-56D00128E8DE}" dt="2023-12-26T12:52:25.149" v="570" actId="1076"/>
          <ac:spMkLst>
            <pc:docMk/>
            <pc:sldMk cId="0" sldId="277"/>
            <ac:spMk id="234" creationId="{1DE4FC43-98B0-B6C2-C049-65817D80613E}"/>
          </ac:spMkLst>
        </pc:spChg>
        <pc:spChg chg="mod">
          <ac:chgData name="xi sheng" userId="b3919e0d8ca6a452" providerId="LiveId" clId="{8C65DD49-A72B-47A6-A3EE-56D00128E8DE}" dt="2023-12-26T12:52:25.149" v="570" actId="1076"/>
          <ac:spMkLst>
            <pc:docMk/>
            <pc:sldMk cId="0" sldId="277"/>
            <ac:spMk id="235" creationId="{4F96704F-144E-1D56-E883-51DE817266B6}"/>
          </ac:spMkLst>
        </pc:spChg>
        <pc:spChg chg="mod">
          <ac:chgData name="xi sheng" userId="b3919e0d8ca6a452" providerId="LiveId" clId="{8C65DD49-A72B-47A6-A3EE-56D00128E8DE}" dt="2023-12-26T12:52:25.149" v="570" actId="1076"/>
          <ac:spMkLst>
            <pc:docMk/>
            <pc:sldMk cId="0" sldId="277"/>
            <ac:spMk id="236" creationId="{4279D70D-2340-FC0D-94A8-875A970168D3}"/>
          </ac:spMkLst>
        </pc:spChg>
        <pc:spChg chg="mod">
          <ac:chgData name="xi sheng" userId="b3919e0d8ca6a452" providerId="LiveId" clId="{8C65DD49-A72B-47A6-A3EE-56D00128E8DE}" dt="2023-12-26T12:52:25.149" v="570" actId="1076"/>
          <ac:spMkLst>
            <pc:docMk/>
            <pc:sldMk cId="0" sldId="277"/>
            <ac:spMk id="237" creationId="{2E73A4FD-3989-6F3B-F772-1DAB3CDB616A}"/>
          </ac:spMkLst>
        </pc:spChg>
        <pc:spChg chg="mod">
          <ac:chgData name="xi sheng" userId="b3919e0d8ca6a452" providerId="LiveId" clId="{8C65DD49-A72B-47A6-A3EE-56D00128E8DE}" dt="2023-12-26T12:52:25.149" v="570" actId="1076"/>
          <ac:spMkLst>
            <pc:docMk/>
            <pc:sldMk cId="0" sldId="277"/>
            <ac:spMk id="238" creationId="{D0EB8E74-72B1-2D8E-481C-383580494E81}"/>
          </ac:spMkLst>
        </pc:spChg>
        <pc:spChg chg="mod">
          <ac:chgData name="xi sheng" userId="b3919e0d8ca6a452" providerId="LiveId" clId="{8C65DD49-A72B-47A6-A3EE-56D00128E8DE}" dt="2023-12-26T12:52:25.149" v="570" actId="1076"/>
          <ac:spMkLst>
            <pc:docMk/>
            <pc:sldMk cId="0" sldId="277"/>
            <ac:spMk id="239" creationId="{E17B575A-A8D1-5B12-1C66-83D977F7962E}"/>
          </ac:spMkLst>
        </pc:spChg>
        <pc:spChg chg="mod">
          <ac:chgData name="xi sheng" userId="b3919e0d8ca6a452" providerId="LiveId" clId="{8C65DD49-A72B-47A6-A3EE-56D00128E8DE}" dt="2023-12-26T12:52:25.149" v="570" actId="1076"/>
          <ac:spMkLst>
            <pc:docMk/>
            <pc:sldMk cId="0" sldId="277"/>
            <ac:spMk id="240" creationId="{5E6A1A92-822C-A3E3-7BE1-46DBCCB35277}"/>
          </ac:spMkLst>
        </pc:spChg>
        <pc:spChg chg="mod">
          <ac:chgData name="xi sheng" userId="b3919e0d8ca6a452" providerId="LiveId" clId="{8C65DD49-A72B-47A6-A3EE-56D00128E8DE}" dt="2023-12-26T12:52:25.149" v="570" actId="1076"/>
          <ac:spMkLst>
            <pc:docMk/>
            <pc:sldMk cId="0" sldId="277"/>
            <ac:spMk id="241" creationId="{4E013B31-8963-4C89-DB72-A0E2520127C5}"/>
          </ac:spMkLst>
        </pc:spChg>
        <pc:spChg chg="mod">
          <ac:chgData name="xi sheng" userId="b3919e0d8ca6a452" providerId="LiveId" clId="{8C65DD49-A72B-47A6-A3EE-56D00128E8DE}" dt="2023-12-26T12:52:25.149" v="570" actId="1076"/>
          <ac:spMkLst>
            <pc:docMk/>
            <pc:sldMk cId="0" sldId="277"/>
            <ac:spMk id="242" creationId="{8643A448-B09C-8EBB-1A96-AF74758FB305}"/>
          </ac:spMkLst>
        </pc:spChg>
        <pc:spChg chg="mod">
          <ac:chgData name="xi sheng" userId="b3919e0d8ca6a452" providerId="LiveId" clId="{8C65DD49-A72B-47A6-A3EE-56D00128E8DE}" dt="2023-12-26T12:52:25.149" v="570" actId="1076"/>
          <ac:spMkLst>
            <pc:docMk/>
            <pc:sldMk cId="0" sldId="277"/>
            <ac:spMk id="243" creationId="{086AE42C-30A4-53A0-D01A-6A7D7027772E}"/>
          </ac:spMkLst>
        </pc:spChg>
        <pc:spChg chg="mod">
          <ac:chgData name="xi sheng" userId="b3919e0d8ca6a452" providerId="LiveId" clId="{8C65DD49-A72B-47A6-A3EE-56D00128E8DE}" dt="2023-12-26T12:52:25.149" v="570" actId="1076"/>
          <ac:spMkLst>
            <pc:docMk/>
            <pc:sldMk cId="0" sldId="277"/>
            <ac:spMk id="244" creationId="{FFD45A89-9F1E-E9C6-18F2-4D5EA96DFC91}"/>
          </ac:spMkLst>
        </pc:spChg>
        <pc:spChg chg="mod">
          <ac:chgData name="xi sheng" userId="b3919e0d8ca6a452" providerId="LiveId" clId="{8C65DD49-A72B-47A6-A3EE-56D00128E8DE}" dt="2023-12-26T12:52:25.149" v="570" actId="1076"/>
          <ac:spMkLst>
            <pc:docMk/>
            <pc:sldMk cId="0" sldId="277"/>
            <ac:spMk id="245" creationId="{4649ADE1-2ACC-BB58-E8EA-2403F28FF322}"/>
          </ac:spMkLst>
        </pc:spChg>
        <pc:spChg chg="mod">
          <ac:chgData name="xi sheng" userId="b3919e0d8ca6a452" providerId="LiveId" clId="{8C65DD49-A72B-47A6-A3EE-56D00128E8DE}" dt="2023-12-26T12:52:25.149" v="570" actId="1076"/>
          <ac:spMkLst>
            <pc:docMk/>
            <pc:sldMk cId="0" sldId="277"/>
            <ac:spMk id="246" creationId="{972C8363-9143-C935-87E1-9D5A0FB7E324}"/>
          </ac:spMkLst>
        </pc:spChg>
        <pc:spChg chg="mod">
          <ac:chgData name="xi sheng" userId="b3919e0d8ca6a452" providerId="LiveId" clId="{8C65DD49-A72B-47A6-A3EE-56D00128E8DE}" dt="2023-12-26T12:52:25.149" v="570" actId="1076"/>
          <ac:spMkLst>
            <pc:docMk/>
            <pc:sldMk cId="0" sldId="277"/>
            <ac:spMk id="247" creationId="{F831565B-12E7-8664-9CAC-BB2240129722}"/>
          </ac:spMkLst>
        </pc:spChg>
        <pc:spChg chg="mod">
          <ac:chgData name="xi sheng" userId="b3919e0d8ca6a452" providerId="LiveId" clId="{8C65DD49-A72B-47A6-A3EE-56D00128E8DE}" dt="2023-12-26T12:52:25.149" v="570" actId="1076"/>
          <ac:spMkLst>
            <pc:docMk/>
            <pc:sldMk cId="0" sldId="277"/>
            <ac:spMk id="248" creationId="{68957538-6E81-EFAB-7598-F00A86B30C64}"/>
          </ac:spMkLst>
        </pc:spChg>
        <pc:spChg chg="mod">
          <ac:chgData name="xi sheng" userId="b3919e0d8ca6a452" providerId="LiveId" clId="{8C65DD49-A72B-47A6-A3EE-56D00128E8DE}" dt="2023-12-26T12:52:25.149" v="570" actId="1076"/>
          <ac:spMkLst>
            <pc:docMk/>
            <pc:sldMk cId="0" sldId="277"/>
            <ac:spMk id="249" creationId="{DC8EF49A-3457-5181-0CCB-36B274386D0A}"/>
          </ac:spMkLst>
        </pc:spChg>
        <pc:spChg chg="mod">
          <ac:chgData name="xi sheng" userId="b3919e0d8ca6a452" providerId="LiveId" clId="{8C65DD49-A72B-47A6-A3EE-56D00128E8DE}" dt="2023-12-26T12:52:25.149" v="570" actId="1076"/>
          <ac:spMkLst>
            <pc:docMk/>
            <pc:sldMk cId="0" sldId="277"/>
            <ac:spMk id="250" creationId="{A7503D87-C9FD-B7A8-9AFA-3C2F2FA4917D}"/>
          </ac:spMkLst>
        </pc:spChg>
        <pc:spChg chg="mod">
          <ac:chgData name="xi sheng" userId="b3919e0d8ca6a452" providerId="LiveId" clId="{8C65DD49-A72B-47A6-A3EE-56D00128E8DE}" dt="2023-12-26T12:52:25.149" v="570" actId="1076"/>
          <ac:spMkLst>
            <pc:docMk/>
            <pc:sldMk cId="0" sldId="277"/>
            <ac:spMk id="251" creationId="{D91517FE-B4AE-E680-A020-13DC6E0CD74C}"/>
          </ac:spMkLst>
        </pc:spChg>
        <pc:spChg chg="mod">
          <ac:chgData name="xi sheng" userId="b3919e0d8ca6a452" providerId="LiveId" clId="{8C65DD49-A72B-47A6-A3EE-56D00128E8DE}" dt="2023-12-26T12:52:25.149" v="570" actId="1076"/>
          <ac:spMkLst>
            <pc:docMk/>
            <pc:sldMk cId="0" sldId="277"/>
            <ac:spMk id="252" creationId="{3F8688A5-B9EC-5D45-355F-E1E8FACE2D83}"/>
          </ac:spMkLst>
        </pc:spChg>
        <pc:spChg chg="mod">
          <ac:chgData name="xi sheng" userId="b3919e0d8ca6a452" providerId="LiveId" clId="{8C65DD49-A72B-47A6-A3EE-56D00128E8DE}" dt="2023-12-26T12:52:25.149" v="570" actId="1076"/>
          <ac:spMkLst>
            <pc:docMk/>
            <pc:sldMk cId="0" sldId="277"/>
            <ac:spMk id="253" creationId="{1316B405-9353-6BEA-DB5A-EFA5C590455E}"/>
          </ac:spMkLst>
        </pc:spChg>
        <pc:spChg chg="mod">
          <ac:chgData name="xi sheng" userId="b3919e0d8ca6a452" providerId="LiveId" clId="{8C65DD49-A72B-47A6-A3EE-56D00128E8DE}" dt="2023-12-26T12:52:25.149" v="570" actId="1076"/>
          <ac:spMkLst>
            <pc:docMk/>
            <pc:sldMk cId="0" sldId="277"/>
            <ac:spMk id="254" creationId="{E59A4072-B667-6DD9-BB00-117D99B94C61}"/>
          </ac:spMkLst>
        </pc:spChg>
        <pc:spChg chg="mod">
          <ac:chgData name="xi sheng" userId="b3919e0d8ca6a452" providerId="LiveId" clId="{8C65DD49-A72B-47A6-A3EE-56D00128E8DE}" dt="2023-12-26T12:52:25.149" v="570" actId="1076"/>
          <ac:spMkLst>
            <pc:docMk/>
            <pc:sldMk cId="0" sldId="277"/>
            <ac:spMk id="255" creationId="{594F013F-985B-40ED-515C-30E97BFC7E02}"/>
          </ac:spMkLst>
        </pc:spChg>
        <pc:spChg chg="mod">
          <ac:chgData name="xi sheng" userId="b3919e0d8ca6a452" providerId="LiveId" clId="{8C65DD49-A72B-47A6-A3EE-56D00128E8DE}" dt="2023-12-26T12:52:25.149" v="570" actId="1076"/>
          <ac:spMkLst>
            <pc:docMk/>
            <pc:sldMk cId="0" sldId="277"/>
            <ac:spMk id="256" creationId="{4AFE20B9-4286-67B6-DBAE-1357D00CAF3A}"/>
          </ac:spMkLst>
        </pc:spChg>
        <pc:spChg chg="mod">
          <ac:chgData name="xi sheng" userId="b3919e0d8ca6a452" providerId="LiveId" clId="{8C65DD49-A72B-47A6-A3EE-56D00128E8DE}" dt="2023-12-26T12:52:25.149" v="570" actId="1076"/>
          <ac:spMkLst>
            <pc:docMk/>
            <pc:sldMk cId="0" sldId="277"/>
            <ac:spMk id="257" creationId="{775E5B0D-CC4B-7835-49AE-4067641C669A}"/>
          </ac:spMkLst>
        </pc:spChg>
        <pc:spChg chg="mod">
          <ac:chgData name="xi sheng" userId="b3919e0d8ca6a452" providerId="LiveId" clId="{8C65DD49-A72B-47A6-A3EE-56D00128E8DE}" dt="2023-12-26T12:52:25.149" v="570" actId="1076"/>
          <ac:spMkLst>
            <pc:docMk/>
            <pc:sldMk cId="0" sldId="277"/>
            <ac:spMk id="258" creationId="{399D0401-5F0F-9E67-DCFE-B9939794E463}"/>
          </ac:spMkLst>
        </pc:spChg>
        <pc:spChg chg="mod">
          <ac:chgData name="xi sheng" userId="b3919e0d8ca6a452" providerId="LiveId" clId="{8C65DD49-A72B-47A6-A3EE-56D00128E8DE}" dt="2023-12-26T12:52:25.149" v="570" actId="1076"/>
          <ac:spMkLst>
            <pc:docMk/>
            <pc:sldMk cId="0" sldId="277"/>
            <ac:spMk id="259" creationId="{CE06A050-8A98-9D3A-F9C9-3252E3E5A7B4}"/>
          </ac:spMkLst>
        </pc:spChg>
        <pc:spChg chg="mod">
          <ac:chgData name="xi sheng" userId="b3919e0d8ca6a452" providerId="LiveId" clId="{8C65DD49-A72B-47A6-A3EE-56D00128E8DE}" dt="2023-12-26T12:52:25.149" v="570" actId="1076"/>
          <ac:spMkLst>
            <pc:docMk/>
            <pc:sldMk cId="0" sldId="277"/>
            <ac:spMk id="260" creationId="{958AC98B-C7C4-1ACE-8EE6-1A0BABE5EC86}"/>
          </ac:spMkLst>
        </pc:spChg>
        <pc:spChg chg="mod">
          <ac:chgData name="xi sheng" userId="b3919e0d8ca6a452" providerId="LiveId" clId="{8C65DD49-A72B-47A6-A3EE-56D00128E8DE}" dt="2023-12-26T12:52:25.149" v="570" actId="1076"/>
          <ac:spMkLst>
            <pc:docMk/>
            <pc:sldMk cId="0" sldId="277"/>
            <ac:spMk id="261" creationId="{8D1A534E-2EDB-1CC3-80DB-2B86FA5A473A}"/>
          </ac:spMkLst>
        </pc:spChg>
        <pc:spChg chg="mod">
          <ac:chgData name="xi sheng" userId="b3919e0d8ca6a452" providerId="LiveId" clId="{8C65DD49-A72B-47A6-A3EE-56D00128E8DE}" dt="2023-12-26T12:52:25.149" v="570" actId="1076"/>
          <ac:spMkLst>
            <pc:docMk/>
            <pc:sldMk cId="0" sldId="277"/>
            <ac:spMk id="262" creationId="{D777E36C-A730-D967-3384-1708C06E24C0}"/>
          </ac:spMkLst>
        </pc:spChg>
        <pc:spChg chg="mod">
          <ac:chgData name="xi sheng" userId="b3919e0d8ca6a452" providerId="LiveId" clId="{8C65DD49-A72B-47A6-A3EE-56D00128E8DE}" dt="2023-12-26T12:52:25.149" v="570" actId="1076"/>
          <ac:spMkLst>
            <pc:docMk/>
            <pc:sldMk cId="0" sldId="277"/>
            <ac:spMk id="263" creationId="{71D2135B-81D4-FA8B-6208-22BCFBB883FE}"/>
          </ac:spMkLst>
        </pc:spChg>
        <pc:spChg chg="mod">
          <ac:chgData name="xi sheng" userId="b3919e0d8ca6a452" providerId="LiveId" clId="{8C65DD49-A72B-47A6-A3EE-56D00128E8DE}" dt="2023-12-26T12:52:25.149" v="570" actId="1076"/>
          <ac:spMkLst>
            <pc:docMk/>
            <pc:sldMk cId="0" sldId="277"/>
            <ac:spMk id="264" creationId="{466867F8-6161-4B51-5C8F-8CF8085AD4BC}"/>
          </ac:spMkLst>
        </pc:spChg>
        <pc:spChg chg="mod">
          <ac:chgData name="xi sheng" userId="b3919e0d8ca6a452" providerId="LiveId" clId="{8C65DD49-A72B-47A6-A3EE-56D00128E8DE}" dt="2023-12-26T12:52:25.149" v="570" actId="1076"/>
          <ac:spMkLst>
            <pc:docMk/>
            <pc:sldMk cId="0" sldId="277"/>
            <ac:spMk id="265" creationId="{CA86594C-C3E0-633B-4A34-546823C9753F}"/>
          </ac:spMkLst>
        </pc:spChg>
        <pc:spChg chg="mod">
          <ac:chgData name="xi sheng" userId="b3919e0d8ca6a452" providerId="LiveId" clId="{8C65DD49-A72B-47A6-A3EE-56D00128E8DE}" dt="2023-12-26T12:52:25.149" v="570" actId="1076"/>
          <ac:spMkLst>
            <pc:docMk/>
            <pc:sldMk cId="0" sldId="277"/>
            <ac:spMk id="266" creationId="{51529BA5-68C6-80ED-ABF3-2CAA8C164091}"/>
          </ac:spMkLst>
        </pc:spChg>
        <pc:spChg chg="mod">
          <ac:chgData name="xi sheng" userId="b3919e0d8ca6a452" providerId="LiveId" clId="{8C65DD49-A72B-47A6-A3EE-56D00128E8DE}" dt="2023-12-26T12:52:25.149" v="570" actId="1076"/>
          <ac:spMkLst>
            <pc:docMk/>
            <pc:sldMk cId="0" sldId="277"/>
            <ac:spMk id="267" creationId="{FAACD2A9-79F6-4CC3-5A11-803F3A8FCC93}"/>
          </ac:spMkLst>
        </pc:spChg>
        <pc:spChg chg="mod">
          <ac:chgData name="xi sheng" userId="b3919e0d8ca6a452" providerId="LiveId" clId="{8C65DD49-A72B-47A6-A3EE-56D00128E8DE}" dt="2023-12-26T12:52:25.149" v="570" actId="1076"/>
          <ac:spMkLst>
            <pc:docMk/>
            <pc:sldMk cId="0" sldId="277"/>
            <ac:spMk id="268" creationId="{6A17C258-F842-110A-A817-297FE37F17E9}"/>
          </ac:spMkLst>
        </pc:spChg>
        <pc:spChg chg="mod">
          <ac:chgData name="xi sheng" userId="b3919e0d8ca6a452" providerId="LiveId" clId="{8C65DD49-A72B-47A6-A3EE-56D00128E8DE}" dt="2023-12-26T12:52:25.149" v="570" actId="1076"/>
          <ac:spMkLst>
            <pc:docMk/>
            <pc:sldMk cId="0" sldId="277"/>
            <ac:spMk id="269" creationId="{00A55BB7-15AA-4BDD-4E84-EFCDAB5E6132}"/>
          </ac:spMkLst>
        </pc:spChg>
        <pc:spChg chg="mod">
          <ac:chgData name="xi sheng" userId="b3919e0d8ca6a452" providerId="LiveId" clId="{8C65DD49-A72B-47A6-A3EE-56D00128E8DE}" dt="2023-12-26T12:52:25.149" v="570" actId="1076"/>
          <ac:spMkLst>
            <pc:docMk/>
            <pc:sldMk cId="0" sldId="277"/>
            <ac:spMk id="270" creationId="{C6CF417E-5AEA-067D-B475-E1E11FD2BC32}"/>
          </ac:spMkLst>
        </pc:spChg>
        <pc:spChg chg="mod">
          <ac:chgData name="xi sheng" userId="b3919e0d8ca6a452" providerId="LiveId" clId="{8C65DD49-A72B-47A6-A3EE-56D00128E8DE}" dt="2023-12-26T12:52:25.149" v="570" actId="1076"/>
          <ac:spMkLst>
            <pc:docMk/>
            <pc:sldMk cId="0" sldId="277"/>
            <ac:spMk id="271" creationId="{A6CAB09D-787F-8D52-55FC-08A84CE021D8}"/>
          </ac:spMkLst>
        </pc:spChg>
        <pc:spChg chg="mod">
          <ac:chgData name="xi sheng" userId="b3919e0d8ca6a452" providerId="LiveId" clId="{8C65DD49-A72B-47A6-A3EE-56D00128E8DE}" dt="2023-12-26T12:52:25.149" v="570" actId="1076"/>
          <ac:spMkLst>
            <pc:docMk/>
            <pc:sldMk cId="0" sldId="277"/>
            <ac:spMk id="272" creationId="{907F82B9-F80C-A336-B2DE-5840182EA607}"/>
          </ac:spMkLst>
        </pc:spChg>
        <pc:spChg chg="mod">
          <ac:chgData name="xi sheng" userId="b3919e0d8ca6a452" providerId="LiveId" clId="{8C65DD49-A72B-47A6-A3EE-56D00128E8DE}" dt="2023-12-26T12:52:25.149" v="570" actId="1076"/>
          <ac:spMkLst>
            <pc:docMk/>
            <pc:sldMk cId="0" sldId="277"/>
            <ac:spMk id="273" creationId="{17462A0E-60B6-5471-3ACF-6736A6321469}"/>
          </ac:spMkLst>
        </pc:spChg>
        <pc:spChg chg="mod">
          <ac:chgData name="xi sheng" userId="b3919e0d8ca6a452" providerId="LiveId" clId="{8C65DD49-A72B-47A6-A3EE-56D00128E8DE}" dt="2023-12-26T12:52:25.149" v="570" actId="1076"/>
          <ac:spMkLst>
            <pc:docMk/>
            <pc:sldMk cId="0" sldId="277"/>
            <ac:spMk id="274" creationId="{A9E25E6E-7ADA-83FE-FDF0-DCC163B21BA1}"/>
          </ac:spMkLst>
        </pc:spChg>
        <pc:spChg chg="mod">
          <ac:chgData name="xi sheng" userId="b3919e0d8ca6a452" providerId="LiveId" clId="{8C65DD49-A72B-47A6-A3EE-56D00128E8DE}" dt="2023-12-26T12:52:25.149" v="570" actId="1076"/>
          <ac:spMkLst>
            <pc:docMk/>
            <pc:sldMk cId="0" sldId="277"/>
            <ac:spMk id="275" creationId="{97BAA662-E36B-15DD-B591-A59FFF7B7D9E}"/>
          </ac:spMkLst>
        </pc:spChg>
        <pc:spChg chg="mod">
          <ac:chgData name="xi sheng" userId="b3919e0d8ca6a452" providerId="LiveId" clId="{8C65DD49-A72B-47A6-A3EE-56D00128E8DE}" dt="2023-12-26T12:52:25.149" v="570" actId="1076"/>
          <ac:spMkLst>
            <pc:docMk/>
            <pc:sldMk cId="0" sldId="277"/>
            <ac:spMk id="276" creationId="{E9EEAF6B-8B50-F470-2207-22BFC495AAA8}"/>
          </ac:spMkLst>
        </pc:spChg>
        <pc:spChg chg="mod">
          <ac:chgData name="xi sheng" userId="b3919e0d8ca6a452" providerId="LiveId" clId="{8C65DD49-A72B-47A6-A3EE-56D00128E8DE}" dt="2023-12-26T12:52:25.149" v="570" actId="1076"/>
          <ac:spMkLst>
            <pc:docMk/>
            <pc:sldMk cId="0" sldId="277"/>
            <ac:spMk id="277" creationId="{FBD5745B-44B0-C5CE-CE37-3F9538DE9C78}"/>
          </ac:spMkLst>
        </pc:spChg>
        <pc:spChg chg="mod">
          <ac:chgData name="xi sheng" userId="b3919e0d8ca6a452" providerId="LiveId" clId="{8C65DD49-A72B-47A6-A3EE-56D00128E8DE}" dt="2023-12-26T12:52:25.149" v="570" actId="1076"/>
          <ac:spMkLst>
            <pc:docMk/>
            <pc:sldMk cId="0" sldId="277"/>
            <ac:spMk id="278" creationId="{85C67E5D-A91C-F5CF-0C8C-B632FF00D4BE}"/>
          </ac:spMkLst>
        </pc:spChg>
        <pc:spChg chg="mod">
          <ac:chgData name="xi sheng" userId="b3919e0d8ca6a452" providerId="LiveId" clId="{8C65DD49-A72B-47A6-A3EE-56D00128E8DE}" dt="2023-12-26T12:52:25.149" v="570" actId="1076"/>
          <ac:spMkLst>
            <pc:docMk/>
            <pc:sldMk cId="0" sldId="277"/>
            <ac:spMk id="279" creationId="{0C931ED5-ABDB-F247-FD24-020A3D0E3F65}"/>
          </ac:spMkLst>
        </pc:spChg>
        <pc:spChg chg="mod">
          <ac:chgData name="xi sheng" userId="b3919e0d8ca6a452" providerId="LiveId" clId="{8C65DD49-A72B-47A6-A3EE-56D00128E8DE}" dt="2023-12-26T12:52:25.149" v="570" actId="1076"/>
          <ac:spMkLst>
            <pc:docMk/>
            <pc:sldMk cId="0" sldId="277"/>
            <ac:spMk id="280" creationId="{8F34B101-55AA-C8DF-E658-C7BD2CE2ADEC}"/>
          </ac:spMkLst>
        </pc:spChg>
        <pc:spChg chg="mod">
          <ac:chgData name="xi sheng" userId="b3919e0d8ca6a452" providerId="LiveId" clId="{8C65DD49-A72B-47A6-A3EE-56D00128E8DE}" dt="2023-12-26T12:52:25.149" v="570" actId="1076"/>
          <ac:spMkLst>
            <pc:docMk/>
            <pc:sldMk cId="0" sldId="277"/>
            <ac:spMk id="281" creationId="{48BA6411-8B32-7142-4D04-F83BBC30C103}"/>
          </ac:spMkLst>
        </pc:spChg>
        <pc:spChg chg="mod">
          <ac:chgData name="xi sheng" userId="b3919e0d8ca6a452" providerId="LiveId" clId="{8C65DD49-A72B-47A6-A3EE-56D00128E8DE}" dt="2023-12-26T12:52:25.149" v="570" actId="1076"/>
          <ac:spMkLst>
            <pc:docMk/>
            <pc:sldMk cId="0" sldId="277"/>
            <ac:spMk id="282" creationId="{63130F60-D405-08FD-F0AA-DDCC16058457}"/>
          </ac:spMkLst>
        </pc:spChg>
        <pc:spChg chg="mod">
          <ac:chgData name="xi sheng" userId="b3919e0d8ca6a452" providerId="LiveId" clId="{8C65DD49-A72B-47A6-A3EE-56D00128E8DE}" dt="2023-12-26T12:52:25.149" v="570" actId="1076"/>
          <ac:spMkLst>
            <pc:docMk/>
            <pc:sldMk cId="0" sldId="277"/>
            <ac:spMk id="283" creationId="{DB5831EF-9026-D25C-7DB1-78D5F538C71C}"/>
          </ac:spMkLst>
        </pc:spChg>
        <pc:spChg chg="mod">
          <ac:chgData name="xi sheng" userId="b3919e0d8ca6a452" providerId="LiveId" clId="{8C65DD49-A72B-47A6-A3EE-56D00128E8DE}" dt="2023-12-26T12:52:25.149" v="570" actId="1076"/>
          <ac:spMkLst>
            <pc:docMk/>
            <pc:sldMk cId="0" sldId="277"/>
            <ac:spMk id="284" creationId="{F3C8BC45-207B-4A4D-D3E7-019702294A27}"/>
          </ac:spMkLst>
        </pc:spChg>
        <pc:spChg chg="mod">
          <ac:chgData name="xi sheng" userId="b3919e0d8ca6a452" providerId="LiveId" clId="{8C65DD49-A72B-47A6-A3EE-56D00128E8DE}" dt="2023-12-26T12:52:25.149" v="570" actId="1076"/>
          <ac:spMkLst>
            <pc:docMk/>
            <pc:sldMk cId="0" sldId="277"/>
            <ac:spMk id="285" creationId="{11AA370E-E6B8-DF0F-94CB-A626F350BC29}"/>
          </ac:spMkLst>
        </pc:spChg>
        <pc:spChg chg="mod">
          <ac:chgData name="xi sheng" userId="b3919e0d8ca6a452" providerId="LiveId" clId="{8C65DD49-A72B-47A6-A3EE-56D00128E8DE}" dt="2023-12-26T12:52:25.149" v="570" actId="1076"/>
          <ac:spMkLst>
            <pc:docMk/>
            <pc:sldMk cId="0" sldId="277"/>
            <ac:spMk id="286" creationId="{F0586D8B-519F-6005-43EB-E80616202977}"/>
          </ac:spMkLst>
        </pc:spChg>
        <pc:spChg chg="mod">
          <ac:chgData name="xi sheng" userId="b3919e0d8ca6a452" providerId="LiveId" clId="{8C65DD49-A72B-47A6-A3EE-56D00128E8DE}" dt="2023-12-26T12:52:25.149" v="570" actId="1076"/>
          <ac:spMkLst>
            <pc:docMk/>
            <pc:sldMk cId="0" sldId="277"/>
            <ac:spMk id="287" creationId="{3F5DC592-AF73-14FC-A9E2-F1E5242C1BBF}"/>
          </ac:spMkLst>
        </pc:spChg>
        <pc:spChg chg="mod">
          <ac:chgData name="xi sheng" userId="b3919e0d8ca6a452" providerId="LiveId" clId="{8C65DD49-A72B-47A6-A3EE-56D00128E8DE}" dt="2023-12-26T12:52:25.149" v="570" actId="1076"/>
          <ac:spMkLst>
            <pc:docMk/>
            <pc:sldMk cId="0" sldId="277"/>
            <ac:spMk id="288" creationId="{4C28EDF5-DEEE-DFD5-9D62-C04FB5034154}"/>
          </ac:spMkLst>
        </pc:spChg>
        <pc:spChg chg="mod">
          <ac:chgData name="xi sheng" userId="b3919e0d8ca6a452" providerId="LiveId" clId="{8C65DD49-A72B-47A6-A3EE-56D00128E8DE}" dt="2023-12-26T12:52:25.149" v="570" actId="1076"/>
          <ac:spMkLst>
            <pc:docMk/>
            <pc:sldMk cId="0" sldId="277"/>
            <ac:spMk id="289" creationId="{44588957-3009-F010-3EF4-A34352843DD3}"/>
          </ac:spMkLst>
        </pc:spChg>
        <pc:spChg chg="mod">
          <ac:chgData name="xi sheng" userId="b3919e0d8ca6a452" providerId="LiveId" clId="{8C65DD49-A72B-47A6-A3EE-56D00128E8DE}" dt="2023-12-26T12:52:25.149" v="570" actId="1076"/>
          <ac:spMkLst>
            <pc:docMk/>
            <pc:sldMk cId="0" sldId="277"/>
            <ac:spMk id="290" creationId="{1E4F05F4-EF86-6D57-D4DC-39709263B333}"/>
          </ac:spMkLst>
        </pc:spChg>
        <pc:spChg chg="mod">
          <ac:chgData name="xi sheng" userId="b3919e0d8ca6a452" providerId="LiveId" clId="{8C65DD49-A72B-47A6-A3EE-56D00128E8DE}" dt="2023-12-26T12:52:25.149" v="570" actId="1076"/>
          <ac:spMkLst>
            <pc:docMk/>
            <pc:sldMk cId="0" sldId="277"/>
            <ac:spMk id="291" creationId="{13535AD4-0A25-AD8F-D531-C481900A9052}"/>
          </ac:spMkLst>
        </pc:spChg>
        <pc:spChg chg="mod">
          <ac:chgData name="xi sheng" userId="b3919e0d8ca6a452" providerId="LiveId" clId="{8C65DD49-A72B-47A6-A3EE-56D00128E8DE}" dt="2023-12-26T12:52:25.149" v="570" actId="1076"/>
          <ac:spMkLst>
            <pc:docMk/>
            <pc:sldMk cId="0" sldId="277"/>
            <ac:spMk id="292" creationId="{279D8751-EDFE-9638-8565-373297003DBD}"/>
          </ac:spMkLst>
        </pc:spChg>
        <pc:spChg chg="mod">
          <ac:chgData name="xi sheng" userId="b3919e0d8ca6a452" providerId="LiveId" clId="{8C65DD49-A72B-47A6-A3EE-56D00128E8DE}" dt="2023-12-26T12:52:25.149" v="570" actId="1076"/>
          <ac:spMkLst>
            <pc:docMk/>
            <pc:sldMk cId="0" sldId="277"/>
            <ac:spMk id="293" creationId="{597E9605-7858-C304-2512-13759EB1AE7A}"/>
          </ac:spMkLst>
        </pc:spChg>
        <pc:spChg chg="mod">
          <ac:chgData name="xi sheng" userId="b3919e0d8ca6a452" providerId="LiveId" clId="{8C65DD49-A72B-47A6-A3EE-56D00128E8DE}" dt="2023-12-26T12:52:25.149" v="570" actId="1076"/>
          <ac:spMkLst>
            <pc:docMk/>
            <pc:sldMk cId="0" sldId="277"/>
            <ac:spMk id="294" creationId="{DBCBB2D7-6B5E-4938-D3D7-7EE3B39EF372}"/>
          </ac:spMkLst>
        </pc:spChg>
        <pc:spChg chg="mod">
          <ac:chgData name="xi sheng" userId="b3919e0d8ca6a452" providerId="LiveId" clId="{8C65DD49-A72B-47A6-A3EE-56D00128E8DE}" dt="2023-12-26T12:52:25.149" v="570" actId="1076"/>
          <ac:spMkLst>
            <pc:docMk/>
            <pc:sldMk cId="0" sldId="277"/>
            <ac:spMk id="295" creationId="{1DE64205-C04B-80D5-5A5A-BA76DA275484}"/>
          </ac:spMkLst>
        </pc:spChg>
        <pc:spChg chg="mod">
          <ac:chgData name="xi sheng" userId="b3919e0d8ca6a452" providerId="LiveId" clId="{8C65DD49-A72B-47A6-A3EE-56D00128E8DE}" dt="2023-12-26T12:52:25.149" v="570" actId="1076"/>
          <ac:spMkLst>
            <pc:docMk/>
            <pc:sldMk cId="0" sldId="277"/>
            <ac:spMk id="296" creationId="{5D87C5A9-517E-8E5A-5243-FDE8398ED61A}"/>
          </ac:spMkLst>
        </pc:spChg>
        <pc:spChg chg="mod">
          <ac:chgData name="xi sheng" userId="b3919e0d8ca6a452" providerId="LiveId" clId="{8C65DD49-A72B-47A6-A3EE-56D00128E8DE}" dt="2023-12-26T12:52:25.149" v="570" actId="1076"/>
          <ac:spMkLst>
            <pc:docMk/>
            <pc:sldMk cId="0" sldId="277"/>
            <ac:spMk id="297" creationId="{F5939709-B9F8-6128-8D59-4DE385209A4E}"/>
          </ac:spMkLst>
        </pc:spChg>
        <pc:spChg chg="mod">
          <ac:chgData name="xi sheng" userId="b3919e0d8ca6a452" providerId="LiveId" clId="{8C65DD49-A72B-47A6-A3EE-56D00128E8DE}" dt="2023-12-26T12:52:25.149" v="570" actId="1076"/>
          <ac:spMkLst>
            <pc:docMk/>
            <pc:sldMk cId="0" sldId="277"/>
            <ac:spMk id="298" creationId="{3BA35C1D-431C-FD63-6AFF-BE4E3AC0B14A}"/>
          </ac:spMkLst>
        </pc:spChg>
        <pc:spChg chg="mod">
          <ac:chgData name="xi sheng" userId="b3919e0d8ca6a452" providerId="LiveId" clId="{8C65DD49-A72B-47A6-A3EE-56D00128E8DE}" dt="2023-12-26T12:52:25.149" v="570" actId="1076"/>
          <ac:spMkLst>
            <pc:docMk/>
            <pc:sldMk cId="0" sldId="277"/>
            <ac:spMk id="299" creationId="{2C6666F5-7341-F2ED-03A7-5F251F22DF69}"/>
          </ac:spMkLst>
        </pc:spChg>
        <pc:spChg chg="mod">
          <ac:chgData name="xi sheng" userId="b3919e0d8ca6a452" providerId="LiveId" clId="{8C65DD49-A72B-47A6-A3EE-56D00128E8DE}" dt="2023-12-26T12:52:25.149" v="570" actId="1076"/>
          <ac:spMkLst>
            <pc:docMk/>
            <pc:sldMk cId="0" sldId="277"/>
            <ac:spMk id="300" creationId="{164C142E-C989-C60B-67DD-963CE599BABC}"/>
          </ac:spMkLst>
        </pc:spChg>
        <pc:spChg chg="mod">
          <ac:chgData name="xi sheng" userId="b3919e0d8ca6a452" providerId="LiveId" clId="{8C65DD49-A72B-47A6-A3EE-56D00128E8DE}" dt="2023-12-26T12:52:25.149" v="570" actId="1076"/>
          <ac:spMkLst>
            <pc:docMk/>
            <pc:sldMk cId="0" sldId="277"/>
            <ac:spMk id="301" creationId="{91A68B0C-FA08-1A4D-1E33-7871FE0FE1A5}"/>
          </ac:spMkLst>
        </pc:spChg>
        <pc:spChg chg="mod">
          <ac:chgData name="xi sheng" userId="b3919e0d8ca6a452" providerId="LiveId" clId="{8C65DD49-A72B-47A6-A3EE-56D00128E8DE}" dt="2023-12-26T12:52:25.149" v="570" actId="1076"/>
          <ac:spMkLst>
            <pc:docMk/>
            <pc:sldMk cId="0" sldId="277"/>
            <ac:spMk id="302" creationId="{307FEB52-1817-E3B1-E34B-2B9555A4FD10}"/>
          </ac:spMkLst>
        </pc:spChg>
        <pc:spChg chg="mod">
          <ac:chgData name="xi sheng" userId="b3919e0d8ca6a452" providerId="LiveId" clId="{8C65DD49-A72B-47A6-A3EE-56D00128E8DE}" dt="2023-12-26T12:52:25.149" v="570" actId="1076"/>
          <ac:spMkLst>
            <pc:docMk/>
            <pc:sldMk cId="0" sldId="277"/>
            <ac:spMk id="303" creationId="{51CC3A51-CF67-33F6-7E1C-080D6FCDFD70}"/>
          </ac:spMkLst>
        </pc:spChg>
        <pc:spChg chg="mod">
          <ac:chgData name="xi sheng" userId="b3919e0d8ca6a452" providerId="LiveId" clId="{8C65DD49-A72B-47A6-A3EE-56D00128E8DE}" dt="2023-12-26T12:52:25.149" v="570" actId="1076"/>
          <ac:spMkLst>
            <pc:docMk/>
            <pc:sldMk cId="0" sldId="277"/>
            <ac:spMk id="304" creationId="{1DD445B4-F4E8-DE57-0922-E47F7368114F}"/>
          </ac:spMkLst>
        </pc:spChg>
        <pc:spChg chg="mod">
          <ac:chgData name="xi sheng" userId="b3919e0d8ca6a452" providerId="LiveId" clId="{8C65DD49-A72B-47A6-A3EE-56D00128E8DE}" dt="2023-12-26T12:52:25.149" v="570" actId="1076"/>
          <ac:spMkLst>
            <pc:docMk/>
            <pc:sldMk cId="0" sldId="277"/>
            <ac:spMk id="305" creationId="{B93E28D5-A07D-0703-82A7-549455DB8D3B}"/>
          </ac:spMkLst>
        </pc:spChg>
        <pc:spChg chg="mod">
          <ac:chgData name="xi sheng" userId="b3919e0d8ca6a452" providerId="LiveId" clId="{8C65DD49-A72B-47A6-A3EE-56D00128E8DE}" dt="2023-12-26T12:52:25.149" v="570" actId="1076"/>
          <ac:spMkLst>
            <pc:docMk/>
            <pc:sldMk cId="0" sldId="277"/>
            <ac:spMk id="306" creationId="{FFFC1CD5-A8ED-AECD-310E-10F94CF5C094}"/>
          </ac:spMkLst>
        </pc:spChg>
        <pc:spChg chg="mod">
          <ac:chgData name="xi sheng" userId="b3919e0d8ca6a452" providerId="LiveId" clId="{8C65DD49-A72B-47A6-A3EE-56D00128E8DE}" dt="2023-12-26T12:52:25.149" v="570" actId="1076"/>
          <ac:spMkLst>
            <pc:docMk/>
            <pc:sldMk cId="0" sldId="277"/>
            <ac:spMk id="307" creationId="{BAE93856-A6C7-66FE-9F8B-61B2E0B4683C}"/>
          </ac:spMkLst>
        </pc:spChg>
        <pc:spChg chg="mod">
          <ac:chgData name="xi sheng" userId="b3919e0d8ca6a452" providerId="LiveId" clId="{8C65DD49-A72B-47A6-A3EE-56D00128E8DE}" dt="2023-12-26T12:52:25.149" v="570" actId="1076"/>
          <ac:spMkLst>
            <pc:docMk/>
            <pc:sldMk cId="0" sldId="277"/>
            <ac:spMk id="308" creationId="{A8062BE7-2BFC-D421-138F-08D6857BCB0E}"/>
          </ac:spMkLst>
        </pc:spChg>
        <pc:spChg chg="mod">
          <ac:chgData name="xi sheng" userId="b3919e0d8ca6a452" providerId="LiveId" clId="{8C65DD49-A72B-47A6-A3EE-56D00128E8DE}" dt="2023-12-26T12:52:25.149" v="570" actId="1076"/>
          <ac:spMkLst>
            <pc:docMk/>
            <pc:sldMk cId="0" sldId="277"/>
            <ac:spMk id="309" creationId="{99705B1D-D691-0BA2-15CD-AB47E68EF761}"/>
          </ac:spMkLst>
        </pc:spChg>
        <pc:spChg chg="mod">
          <ac:chgData name="xi sheng" userId="b3919e0d8ca6a452" providerId="LiveId" clId="{8C65DD49-A72B-47A6-A3EE-56D00128E8DE}" dt="2023-12-26T12:52:25.149" v="570" actId="1076"/>
          <ac:spMkLst>
            <pc:docMk/>
            <pc:sldMk cId="0" sldId="277"/>
            <ac:spMk id="310" creationId="{2A41507F-BC8C-42AB-D17B-978EBB521678}"/>
          </ac:spMkLst>
        </pc:spChg>
        <pc:spChg chg="mod">
          <ac:chgData name="xi sheng" userId="b3919e0d8ca6a452" providerId="LiveId" clId="{8C65DD49-A72B-47A6-A3EE-56D00128E8DE}" dt="2023-12-26T12:52:25.149" v="570" actId="1076"/>
          <ac:spMkLst>
            <pc:docMk/>
            <pc:sldMk cId="0" sldId="277"/>
            <ac:spMk id="311" creationId="{C2EEA4B4-A368-64C7-2091-D9EE4ECEBBF7}"/>
          </ac:spMkLst>
        </pc:spChg>
        <pc:spChg chg="mod">
          <ac:chgData name="xi sheng" userId="b3919e0d8ca6a452" providerId="LiveId" clId="{8C65DD49-A72B-47A6-A3EE-56D00128E8DE}" dt="2023-12-26T12:52:25.149" v="570" actId="1076"/>
          <ac:spMkLst>
            <pc:docMk/>
            <pc:sldMk cId="0" sldId="277"/>
            <ac:spMk id="312" creationId="{4A608BF5-133D-DF11-F987-D8625416455C}"/>
          </ac:spMkLst>
        </pc:spChg>
        <pc:spChg chg="mod">
          <ac:chgData name="xi sheng" userId="b3919e0d8ca6a452" providerId="LiveId" clId="{8C65DD49-A72B-47A6-A3EE-56D00128E8DE}" dt="2023-12-26T12:52:25.149" v="570" actId="1076"/>
          <ac:spMkLst>
            <pc:docMk/>
            <pc:sldMk cId="0" sldId="277"/>
            <ac:spMk id="313" creationId="{4EEC6972-46D4-05BE-1104-8E5DC97F7A06}"/>
          </ac:spMkLst>
        </pc:spChg>
        <pc:spChg chg="mod">
          <ac:chgData name="xi sheng" userId="b3919e0d8ca6a452" providerId="LiveId" clId="{8C65DD49-A72B-47A6-A3EE-56D00128E8DE}" dt="2023-12-26T12:52:25.149" v="570" actId="1076"/>
          <ac:spMkLst>
            <pc:docMk/>
            <pc:sldMk cId="0" sldId="277"/>
            <ac:spMk id="314" creationId="{18525022-7D2B-BF46-4F7F-765E7F7CFC2E}"/>
          </ac:spMkLst>
        </pc:spChg>
        <pc:spChg chg="mod">
          <ac:chgData name="xi sheng" userId="b3919e0d8ca6a452" providerId="LiveId" clId="{8C65DD49-A72B-47A6-A3EE-56D00128E8DE}" dt="2023-12-26T12:52:25.149" v="570" actId="1076"/>
          <ac:spMkLst>
            <pc:docMk/>
            <pc:sldMk cId="0" sldId="277"/>
            <ac:spMk id="315" creationId="{4849BDAC-BE27-49C1-B61E-ABC61BA57BD9}"/>
          </ac:spMkLst>
        </pc:spChg>
        <pc:spChg chg="mod">
          <ac:chgData name="xi sheng" userId="b3919e0d8ca6a452" providerId="LiveId" clId="{8C65DD49-A72B-47A6-A3EE-56D00128E8DE}" dt="2023-12-26T12:52:25.149" v="570" actId="1076"/>
          <ac:spMkLst>
            <pc:docMk/>
            <pc:sldMk cId="0" sldId="277"/>
            <ac:spMk id="316" creationId="{61F10AF7-0FDB-C4DE-060F-2E730454D805}"/>
          </ac:spMkLst>
        </pc:spChg>
        <pc:spChg chg="mod">
          <ac:chgData name="xi sheng" userId="b3919e0d8ca6a452" providerId="LiveId" clId="{8C65DD49-A72B-47A6-A3EE-56D00128E8DE}" dt="2023-12-26T12:52:25.149" v="570" actId="1076"/>
          <ac:spMkLst>
            <pc:docMk/>
            <pc:sldMk cId="0" sldId="277"/>
            <ac:spMk id="317" creationId="{0DC34E6F-8CFA-39A2-7D6A-39CA5AC7F641}"/>
          </ac:spMkLst>
        </pc:spChg>
        <pc:spChg chg="mod">
          <ac:chgData name="xi sheng" userId="b3919e0d8ca6a452" providerId="LiveId" clId="{8C65DD49-A72B-47A6-A3EE-56D00128E8DE}" dt="2023-12-26T12:52:25.149" v="570" actId="1076"/>
          <ac:spMkLst>
            <pc:docMk/>
            <pc:sldMk cId="0" sldId="277"/>
            <ac:spMk id="318" creationId="{3995E297-8C8C-4244-4C60-F1A5E7BC4C59}"/>
          </ac:spMkLst>
        </pc:spChg>
        <pc:spChg chg="mod">
          <ac:chgData name="xi sheng" userId="b3919e0d8ca6a452" providerId="LiveId" clId="{8C65DD49-A72B-47A6-A3EE-56D00128E8DE}" dt="2023-12-26T12:52:25.149" v="570" actId="1076"/>
          <ac:spMkLst>
            <pc:docMk/>
            <pc:sldMk cId="0" sldId="277"/>
            <ac:spMk id="319" creationId="{C10D70D4-E792-FDE5-AEBA-62FADAEB08F9}"/>
          </ac:spMkLst>
        </pc:spChg>
        <pc:spChg chg="mod">
          <ac:chgData name="xi sheng" userId="b3919e0d8ca6a452" providerId="LiveId" clId="{8C65DD49-A72B-47A6-A3EE-56D00128E8DE}" dt="2023-12-26T12:52:25.149" v="570" actId="1076"/>
          <ac:spMkLst>
            <pc:docMk/>
            <pc:sldMk cId="0" sldId="277"/>
            <ac:spMk id="320" creationId="{950A30B7-B3FF-FEFD-0FCE-D4FDA3617A5A}"/>
          </ac:spMkLst>
        </pc:spChg>
        <pc:spChg chg="mod">
          <ac:chgData name="xi sheng" userId="b3919e0d8ca6a452" providerId="LiveId" clId="{8C65DD49-A72B-47A6-A3EE-56D00128E8DE}" dt="2023-12-26T12:52:25.149" v="570" actId="1076"/>
          <ac:spMkLst>
            <pc:docMk/>
            <pc:sldMk cId="0" sldId="277"/>
            <ac:spMk id="321" creationId="{83E25B61-69CE-525E-9B7A-F18AF3FE9155}"/>
          </ac:spMkLst>
        </pc:spChg>
        <pc:spChg chg="mod">
          <ac:chgData name="xi sheng" userId="b3919e0d8ca6a452" providerId="LiveId" clId="{8C65DD49-A72B-47A6-A3EE-56D00128E8DE}" dt="2023-12-26T12:52:25.149" v="570" actId="1076"/>
          <ac:spMkLst>
            <pc:docMk/>
            <pc:sldMk cId="0" sldId="277"/>
            <ac:spMk id="322" creationId="{53EE7184-C38A-D0C9-57A1-E2BE21C5C554}"/>
          </ac:spMkLst>
        </pc:spChg>
        <pc:spChg chg="mod">
          <ac:chgData name="xi sheng" userId="b3919e0d8ca6a452" providerId="LiveId" clId="{8C65DD49-A72B-47A6-A3EE-56D00128E8DE}" dt="2023-12-26T12:52:25.149" v="570" actId="1076"/>
          <ac:spMkLst>
            <pc:docMk/>
            <pc:sldMk cId="0" sldId="277"/>
            <ac:spMk id="323" creationId="{A1CCB47E-EE50-3A19-4898-F962D3923C49}"/>
          </ac:spMkLst>
        </pc:spChg>
        <pc:spChg chg="mod">
          <ac:chgData name="xi sheng" userId="b3919e0d8ca6a452" providerId="LiveId" clId="{8C65DD49-A72B-47A6-A3EE-56D00128E8DE}" dt="2023-12-26T12:52:25.149" v="570" actId="1076"/>
          <ac:spMkLst>
            <pc:docMk/>
            <pc:sldMk cId="0" sldId="277"/>
            <ac:spMk id="324" creationId="{719FC23B-5E53-611D-3586-49BD8C6E645E}"/>
          </ac:spMkLst>
        </pc:spChg>
        <pc:spChg chg="mod">
          <ac:chgData name="xi sheng" userId="b3919e0d8ca6a452" providerId="LiveId" clId="{8C65DD49-A72B-47A6-A3EE-56D00128E8DE}" dt="2023-12-26T12:52:25.149" v="570" actId="1076"/>
          <ac:spMkLst>
            <pc:docMk/>
            <pc:sldMk cId="0" sldId="277"/>
            <ac:spMk id="325" creationId="{DDD92255-43EA-A473-CD8C-BD8CB1308119}"/>
          </ac:spMkLst>
        </pc:spChg>
        <pc:spChg chg="mod">
          <ac:chgData name="xi sheng" userId="b3919e0d8ca6a452" providerId="LiveId" clId="{8C65DD49-A72B-47A6-A3EE-56D00128E8DE}" dt="2023-12-26T12:52:25.149" v="570" actId="1076"/>
          <ac:spMkLst>
            <pc:docMk/>
            <pc:sldMk cId="0" sldId="277"/>
            <ac:spMk id="326" creationId="{7929084B-937E-9B99-B039-AF8D40F38442}"/>
          </ac:spMkLst>
        </pc:spChg>
        <pc:spChg chg="mod">
          <ac:chgData name="xi sheng" userId="b3919e0d8ca6a452" providerId="LiveId" clId="{8C65DD49-A72B-47A6-A3EE-56D00128E8DE}" dt="2023-12-26T12:52:25.149" v="570" actId="1076"/>
          <ac:spMkLst>
            <pc:docMk/>
            <pc:sldMk cId="0" sldId="277"/>
            <ac:spMk id="327" creationId="{7FDF97CB-1F7B-5E42-0AD0-FBC9B7EB1D22}"/>
          </ac:spMkLst>
        </pc:spChg>
        <pc:spChg chg="mod">
          <ac:chgData name="xi sheng" userId="b3919e0d8ca6a452" providerId="LiveId" clId="{8C65DD49-A72B-47A6-A3EE-56D00128E8DE}" dt="2023-12-26T12:52:25.149" v="570" actId="1076"/>
          <ac:spMkLst>
            <pc:docMk/>
            <pc:sldMk cId="0" sldId="277"/>
            <ac:spMk id="328" creationId="{B066944E-3FF4-10D8-1B59-329A0DBD2DD3}"/>
          </ac:spMkLst>
        </pc:spChg>
        <pc:spChg chg="mod">
          <ac:chgData name="xi sheng" userId="b3919e0d8ca6a452" providerId="LiveId" clId="{8C65DD49-A72B-47A6-A3EE-56D00128E8DE}" dt="2023-12-26T12:52:25.149" v="570" actId="1076"/>
          <ac:spMkLst>
            <pc:docMk/>
            <pc:sldMk cId="0" sldId="277"/>
            <ac:spMk id="329" creationId="{908FF7C4-D603-6F24-3259-021EC09E4143}"/>
          </ac:spMkLst>
        </pc:spChg>
        <pc:spChg chg="mod">
          <ac:chgData name="xi sheng" userId="b3919e0d8ca6a452" providerId="LiveId" clId="{8C65DD49-A72B-47A6-A3EE-56D00128E8DE}" dt="2023-12-26T12:52:25.149" v="570" actId="1076"/>
          <ac:spMkLst>
            <pc:docMk/>
            <pc:sldMk cId="0" sldId="277"/>
            <ac:spMk id="330" creationId="{EC51141E-53E5-6433-D81E-ADF97C4402BB}"/>
          </ac:spMkLst>
        </pc:spChg>
        <pc:spChg chg="mod">
          <ac:chgData name="xi sheng" userId="b3919e0d8ca6a452" providerId="LiveId" clId="{8C65DD49-A72B-47A6-A3EE-56D00128E8DE}" dt="2023-12-26T12:52:25.149" v="570" actId="1076"/>
          <ac:spMkLst>
            <pc:docMk/>
            <pc:sldMk cId="0" sldId="277"/>
            <ac:spMk id="331" creationId="{1C61086C-69FA-BD92-C537-EE3CA61D07E9}"/>
          </ac:spMkLst>
        </pc:spChg>
        <pc:spChg chg="mod">
          <ac:chgData name="xi sheng" userId="b3919e0d8ca6a452" providerId="LiveId" clId="{8C65DD49-A72B-47A6-A3EE-56D00128E8DE}" dt="2023-12-26T12:52:25.149" v="570" actId="1076"/>
          <ac:spMkLst>
            <pc:docMk/>
            <pc:sldMk cId="0" sldId="277"/>
            <ac:spMk id="332" creationId="{F47F04E3-5181-14DE-01A4-EEE4A184D233}"/>
          </ac:spMkLst>
        </pc:spChg>
        <pc:spChg chg="mod">
          <ac:chgData name="xi sheng" userId="b3919e0d8ca6a452" providerId="LiveId" clId="{8C65DD49-A72B-47A6-A3EE-56D00128E8DE}" dt="2023-12-26T12:52:25.149" v="570" actId="1076"/>
          <ac:spMkLst>
            <pc:docMk/>
            <pc:sldMk cId="0" sldId="277"/>
            <ac:spMk id="333" creationId="{9B71287D-1818-DC84-3DF6-17FC7D1FF7AD}"/>
          </ac:spMkLst>
        </pc:spChg>
        <pc:spChg chg="mod">
          <ac:chgData name="xi sheng" userId="b3919e0d8ca6a452" providerId="LiveId" clId="{8C65DD49-A72B-47A6-A3EE-56D00128E8DE}" dt="2023-12-26T12:52:25.149" v="570" actId="1076"/>
          <ac:spMkLst>
            <pc:docMk/>
            <pc:sldMk cId="0" sldId="277"/>
            <ac:spMk id="334" creationId="{B89DDF9C-8213-41FF-95BC-25D6E36176BC}"/>
          </ac:spMkLst>
        </pc:spChg>
        <pc:spChg chg="mod">
          <ac:chgData name="xi sheng" userId="b3919e0d8ca6a452" providerId="LiveId" clId="{8C65DD49-A72B-47A6-A3EE-56D00128E8DE}" dt="2023-12-26T12:52:25.149" v="570" actId="1076"/>
          <ac:spMkLst>
            <pc:docMk/>
            <pc:sldMk cId="0" sldId="277"/>
            <ac:spMk id="335" creationId="{FD66E111-F4CF-E141-3CF9-F9DBC1A6DE50}"/>
          </ac:spMkLst>
        </pc:spChg>
        <pc:spChg chg="mod">
          <ac:chgData name="xi sheng" userId="b3919e0d8ca6a452" providerId="LiveId" clId="{8C65DD49-A72B-47A6-A3EE-56D00128E8DE}" dt="2023-12-26T12:52:25.149" v="570" actId="1076"/>
          <ac:spMkLst>
            <pc:docMk/>
            <pc:sldMk cId="0" sldId="277"/>
            <ac:spMk id="336" creationId="{C907F813-6957-0D36-7442-9007AD810C3E}"/>
          </ac:spMkLst>
        </pc:spChg>
        <pc:spChg chg="mod">
          <ac:chgData name="xi sheng" userId="b3919e0d8ca6a452" providerId="LiveId" clId="{8C65DD49-A72B-47A6-A3EE-56D00128E8DE}" dt="2023-12-26T12:52:25.149" v="570" actId="1076"/>
          <ac:spMkLst>
            <pc:docMk/>
            <pc:sldMk cId="0" sldId="277"/>
            <ac:spMk id="337" creationId="{E83EC4B7-986E-4F66-8CC4-9050769AE6DB}"/>
          </ac:spMkLst>
        </pc:spChg>
        <pc:spChg chg="mod">
          <ac:chgData name="xi sheng" userId="b3919e0d8ca6a452" providerId="LiveId" clId="{8C65DD49-A72B-47A6-A3EE-56D00128E8DE}" dt="2023-12-26T12:52:25.149" v="570" actId="1076"/>
          <ac:spMkLst>
            <pc:docMk/>
            <pc:sldMk cId="0" sldId="277"/>
            <ac:spMk id="338" creationId="{C7C3B0E2-691E-7D01-199B-C88B240D8356}"/>
          </ac:spMkLst>
        </pc:spChg>
        <pc:spChg chg="mod">
          <ac:chgData name="xi sheng" userId="b3919e0d8ca6a452" providerId="LiveId" clId="{8C65DD49-A72B-47A6-A3EE-56D00128E8DE}" dt="2023-12-26T12:52:25.149" v="570" actId="1076"/>
          <ac:spMkLst>
            <pc:docMk/>
            <pc:sldMk cId="0" sldId="277"/>
            <ac:spMk id="339" creationId="{E1144060-FA53-8955-F49E-4CB6A70329F5}"/>
          </ac:spMkLst>
        </pc:spChg>
        <pc:spChg chg="mod">
          <ac:chgData name="xi sheng" userId="b3919e0d8ca6a452" providerId="LiveId" clId="{8C65DD49-A72B-47A6-A3EE-56D00128E8DE}" dt="2023-12-26T12:52:25.149" v="570" actId="1076"/>
          <ac:spMkLst>
            <pc:docMk/>
            <pc:sldMk cId="0" sldId="277"/>
            <ac:spMk id="340" creationId="{3E8D872F-36AD-C160-A910-CA4A1C5BFF07}"/>
          </ac:spMkLst>
        </pc:spChg>
        <pc:spChg chg="mod">
          <ac:chgData name="xi sheng" userId="b3919e0d8ca6a452" providerId="LiveId" clId="{8C65DD49-A72B-47A6-A3EE-56D00128E8DE}" dt="2023-12-26T12:52:25.149" v="570" actId="1076"/>
          <ac:spMkLst>
            <pc:docMk/>
            <pc:sldMk cId="0" sldId="277"/>
            <ac:spMk id="341" creationId="{8033E72D-ECAF-DED3-09AA-77905C2B162C}"/>
          </ac:spMkLst>
        </pc:spChg>
        <pc:spChg chg="mod">
          <ac:chgData name="xi sheng" userId="b3919e0d8ca6a452" providerId="LiveId" clId="{8C65DD49-A72B-47A6-A3EE-56D00128E8DE}" dt="2023-12-26T12:52:25.149" v="570" actId="1076"/>
          <ac:spMkLst>
            <pc:docMk/>
            <pc:sldMk cId="0" sldId="277"/>
            <ac:spMk id="342" creationId="{5FF5B578-E1B1-E59B-C224-954D0450D9A0}"/>
          </ac:spMkLst>
        </pc:spChg>
        <pc:spChg chg="mod">
          <ac:chgData name="xi sheng" userId="b3919e0d8ca6a452" providerId="LiveId" clId="{8C65DD49-A72B-47A6-A3EE-56D00128E8DE}" dt="2023-12-26T12:52:25.149" v="570" actId="1076"/>
          <ac:spMkLst>
            <pc:docMk/>
            <pc:sldMk cId="0" sldId="277"/>
            <ac:spMk id="343" creationId="{C9C092F7-2134-A715-34FA-15F593C1E035}"/>
          </ac:spMkLst>
        </pc:spChg>
        <pc:spChg chg="mod">
          <ac:chgData name="xi sheng" userId="b3919e0d8ca6a452" providerId="LiveId" clId="{8C65DD49-A72B-47A6-A3EE-56D00128E8DE}" dt="2023-12-26T12:52:25.149" v="570" actId="1076"/>
          <ac:spMkLst>
            <pc:docMk/>
            <pc:sldMk cId="0" sldId="277"/>
            <ac:spMk id="344" creationId="{B52C463C-7AEE-2EE0-D4E3-419EF3F5A24C}"/>
          </ac:spMkLst>
        </pc:spChg>
        <pc:spChg chg="mod">
          <ac:chgData name="xi sheng" userId="b3919e0d8ca6a452" providerId="LiveId" clId="{8C65DD49-A72B-47A6-A3EE-56D00128E8DE}" dt="2023-12-26T12:52:25.149" v="570" actId="1076"/>
          <ac:spMkLst>
            <pc:docMk/>
            <pc:sldMk cId="0" sldId="277"/>
            <ac:spMk id="345" creationId="{63906168-7C71-EFBC-FC1D-D908A75FF6F7}"/>
          </ac:spMkLst>
        </pc:spChg>
        <pc:spChg chg="mod">
          <ac:chgData name="xi sheng" userId="b3919e0d8ca6a452" providerId="LiveId" clId="{8C65DD49-A72B-47A6-A3EE-56D00128E8DE}" dt="2023-12-26T12:52:25.149" v="570" actId="1076"/>
          <ac:spMkLst>
            <pc:docMk/>
            <pc:sldMk cId="0" sldId="277"/>
            <ac:spMk id="346" creationId="{D0EEC64B-1641-C7B7-F5A1-C05D9063DC61}"/>
          </ac:spMkLst>
        </pc:spChg>
        <pc:spChg chg="mod">
          <ac:chgData name="xi sheng" userId="b3919e0d8ca6a452" providerId="LiveId" clId="{8C65DD49-A72B-47A6-A3EE-56D00128E8DE}" dt="2023-12-26T12:52:25.149" v="570" actId="1076"/>
          <ac:spMkLst>
            <pc:docMk/>
            <pc:sldMk cId="0" sldId="277"/>
            <ac:spMk id="347" creationId="{F42CAD41-64FA-CFFF-D6C5-2645C41BE5F1}"/>
          </ac:spMkLst>
        </pc:spChg>
        <pc:spChg chg="mod">
          <ac:chgData name="xi sheng" userId="b3919e0d8ca6a452" providerId="LiveId" clId="{8C65DD49-A72B-47A6-A3EE-56D00128E8DE}" dt="2023-12-26T12:52:25.149" v="570" actId="1076"/>
          <ac:spMkLst>
            <pc:docMk/>
            <pc:sldMk cId="0" sldId="277"/>
            <ac:spMk id="348" creationId="{CBF67F80-31E6-B158-52D8-F8EB81DC225F}"/>
          </ac:spMkLst>
        </pc:spChg>
        <pc:spChg chg="mod">
          <ac:chgData name="xi sheng" userId="b3919e0d8ca6a452" providerId="LiveId" clId="{8C65DD49-A72B-47A6-A3EE-56D00128E8DE}" dt="2023-12-26T12:52:25.149" v="570" actId="1076"/>
          <ac:spMkLst>
            <pc:docMk/>
            <pc:sldMk cId="0" sldId="277"/>
            <ac:spMk id="349" creationId="{E434A404-ECF6-D295-8BD2-BE55219AC96B}"/>
          </ac:spMkLst>
        </pc:spChg>
        <pc:spChg chg="mod">
          <ac:chgData name="xi sheng" userId="b3919e0d8ca6a452" providerId="LiveId" clId="{8C65DD49-A72B-47A6-A3EE-56D00128E8DE}" dt="2023-12-26T12:52:25.149" v="570" actId="1076"/>
          <ac:spMkLst>
            <pc:docMk/>
            <pc:sldMk cId="0" sldId="277"/>
            <ac:spMk id="350" creationId="{0BF6CAFC-F995-07DA-CC3F-C143D7B81C3B}"/>
          </ac:spMkLst>
        </pc:spChg>
        <pc:spChg chg="mod">
          <ac:chgData name="xi sheng" userId="b3919e0d8ca6a452" providerId="LiveId" clId="{8C65DD49-A72B-47A6-A3EE-56D00128E8DE}" dt="2023-12-26T12:52:25.149" v="570" actId="1076"/>
          <ac:spMkLst>
            <pc:docMk/>
            <pc:sldMk cId="0" sldId="277"/>
            <ac:spMk id="351" creationId="{1AB17152-8D23-CBE6-0A24-23EB0FF8D3CC}"/>
          </ac:spMkLst>
        </pc:spChg>
        <pc:spChg chg="mod">
          <ac:chgData name="xi sheng" userId="b3919e0d8ca6a452" providerId="LiveId" clId="{8C65DD49-A72B-47A6-A3EE-56D00128E8DE}" dt="2023-12-26T12:52:25.149" v="570" actId="1076"/>
          <ac:spMkLst>
            <pc:docMk/>
            <pc:sldMk cId="0" sldId="277"/>
            <ac:spMk id="352" creationId="{9E9FE06D-B077-3A17-23EA-EFE19EB02C5E}"/>
          </ac:spMkLst>
        </pc:spChg>
        <pc:spChg chg="mod">
          <ac:chgData name="xi sheng" userId="b3919e0d8ca6a452" providerId="LiveId" clId="{8C65DD49-A72B-47A6-A3EE-56D00128E8DE}" dt="2023-12-26T12:52:25.149" v="570" actId="1076"/>
          <ac:spMkLst>
            <pc:docMk/>
            <pc:sldMk cId="0" sldId="277"/>
            <ac:spMk id="353" creationId="{96829D4B-AD57-22C5-8E8F-81DF11776FFF}"/>
          </ac:spMkLst>
        </pc:spChg>
        <pc:spChg chg="mod">
          <ac:chgData name="xi sheng" userId="b3919e0d8ca6a452" providerId="LiveId" clId="{8C65DD49-A72B-47A6-A3EE-56D00128E8DE}" dt="2023-12-26T12:52:25.149" v="570" actId="1076"/>
          <ac:spMkLst>
            <pc:docMk/>
            <pc:sldMk cId="0" sldId="277"/>
            <ac:spMk id="354" creationId="{C354FC68-6D30-6471-3B32-8394320CBDA4}"/>
          </ac:spMkLst>
        </pc:spChg>
        <pc:spChg chg="mod">
          <ac:chgData name="xi sheng" userId="b3919e0d8ca6a452" providerId="LiveId" clId="{8C65DD49-A72B-47A6-A3EE-56D00128E8DE}" dt="2023-12-26T12:52:25.149" v="570" actId="1076"/>
          <ac:spMkLst>
            <pc:docMk/>
            <pc:sldMk cId="0" sldId="277"/>
            <ac:spMk id="355" creationId="{1EB82070-C49C-05DA-A629-975CD3E774BE}"/>
          </ac:spMkLst>
        </pc:spChg>
        <pc:spChg chg="mod">
          <ac:chgData name="xi sheng" userId="b3919e0d8ca6a452" providerId="LiveId" clId="{8C65DD49-A72B-47A6-A3EE-56D00128E8DE}" dt="2023-12-26T12:52:25.149" v="570" actId="1076"/>
          <ac:spMkLst>
            <pc:docMk/>
            <pc:sldMk cId="0" sldId="277"/>
            <ac:spMk id="356" creationId="{8B579440-3F34-EB28-584B-B7157E60C7BF}"/>
          </ac:spMkLst>
        </pc:spChg>
        <pc:spChg chg="mod">
          <ac:chgData name="xi sheng" userId="b3919e0d8ca6a452" providerId="LiveId" clId="{8C65DD49-A72B-47A6-A3EE-56D00128E8DE}" dt="2023-12-26T12:52:25.149" v="570" actId="1076"/>
          <ac:spMkLst>
            <pc:docMk/>
            <pc:sldMk cId="0" sldId="277"/>
            <ac:spMk id="357" creationId="{60D5D05C-4767-BEA7-D1B4-4147BD9BC547}"/>
          </ac:spMkLst>
        </pc:spChg>
        <pc:spChg chg="mod">
          <ac:chgData name="xi sheng" userId="b3919e0d8ca6a452" providerId="LiveId" clId="{8C65DD49-A72B-47A6-A3EE-56D00128E8DE}" dt="2023-12-26T12:52:25.149" v="570" actId="1076"/>
          <ac:spMkLst>
            <pc:docMk/>
            <pc:sldMk cId="0" sldId="277"/>
            <ac:spMk id="358" creationId="{4E53A77F-DA03-E247-9AE2-BDE731849542}"/>
          </ac:spMkLst>
        </pc:spChg>
        <pc:spChg chg="mod">
          <ac:chgData name="xi sheng" userId="b3919e0d8ca6a452" providerId="LiveId" clId="{8C65DD49-A72B-47A6-A3EE-56D00128E8DE}" dt="2023-12-26T12:52:25.149" v="570" actId="1076"/>
          <ac:spMkLst>
            <pc:docMk/>
            <pc:sldMk cId="0" sldId="277"/>
            <ac:spMk id="359" creationId="{EA082B8B-86AE-A5A7-03E2-C7CD9A23481D}"/>
          </ac:spMkLst>
        </pc:spChg>
        <pc:spChg chg="mod">
          <ac:chgData name="xi sheng" userId="b3919e0d8ca6a452" providerId="LiveId" clId="{8C65DD49-A72B-47A6-A3EE-56D00128E8DE}" dt="2023-12-26T12:52:25.149" v="570" actId="1076"/>
          <ac:spMkLst>
            <pc:docMk/>
            <pc:sldMk cId="0" sldId="277"/>
            <ac:spMk id="360" creationId="{A86992DA-2F84-3C32-5941-107ED3FEA900}"/>
          </ac:spMkLst>
        </pc:spChg>
        <pc:spChg chg="mod">
          <ac:chgData name="xi sheng" userId="b3919e0d8ca6a452" providerId="LiveId" clId="{8C65DD49-A72B-47A6-A3EE-56D00128E8DE}" dt="2023-12-26T12:52:25.149" v="570" actId="1076"/>
          <ac:spMkLst>
            <pc:docMk/>
            <pc:sldMk cId="0" sldId="277"/>
            <ac:spMk id="361" creationId="{9C96FB90-6B2A-4F2D-A4FF-1ABAC758213B}"/>
          </ac:spMkLst>
        </pc:spChg>
        <pc:spChg chg="mod">
          <ac:chgData name="xi sheng" userId="b3919e0d8ca6a452" providerId="LiveId" clId="{8C65DD49-A72B-47A6-A3EE-56D00128E8DE}" dt="2023-12-26T12:52:25.149" v="570" actId="1076"/>
          <ac:spMkLst>
            <pc:docMk/>
            <pc:sldMk cId="0" sldId="277"/>
            <ac:spMk id="362" creationId="{6F30D17C-D9EF-14F7-518F-68D3180BAFC3}"/>
          </ac:spMkLst>
        </pc:spChg>
        <pc:spChg chg="mod">
          <ac:chgData name="xi sheng" userId="b3919e0d8ca6a452" providerId="LiveId" clId="{8C65DD49-A72B-47A6-A3EE-56D00128E8DE}" dt="2023-12-26T12:52:25.149" v="570" actId="1076"/>
          <ac:spMkLst>
            <pc:docMk/>
            <pc:sldMk cId="0" sldId="277"/>
            <ac:spMk id="363" creationId="{193AE071-E96C-0C87-6387-5DA917788630}"/>
          </ac:spMkLst>
        </pc:spChg>
        <pc:spChg chg="mod">
          <ac:chgData name="xi sheng" userId="b3919e0d8ca6a452" providerId="LiveId" clId="{8C65DD49-A72B-47A6-A3EE-56D00128E8DE}" dt="2023-12-26T12:52:25.149" v="570" actId="1076"/>
          <ac:spMkLst>
            <pc:docMk/>
            <pc:sldMk cId="0" sldId="277"/>
            <ac:spMk id="364" creationId="{BDFB73A7-6685-68C4-10A3-4FDDEE8171B7}"/>
          </ac:spMkLst>
        </pc:spChg>
        <pc:spChg chg="mod">
          <ac:chgData name="xi sheng" userId="b3919e0d8ca6a452" providerId="LiveId" clId="{8C65DD49-A72B-47A6-A3EE-56D00128E8DE}" dt="2023-12-26T12:52:25.149" v="570" actId="1076"/>
          <ac:spMkLst>
            <pc:docMk/>
            <pc:sldMk cId="0" sldId="277"/>
            <ac:spMk id="365" creationId="{53527ED5-1112-1648-9061-8B2644C32E2F}"/>
          </ac:spMkLst>
        </pc:spChg>
        <pc:spChg chg="mod">
          <ac:chgData name="xi sheng" userId="b3919e0d8ca6a452" providerId="LiveId" clId="{8C65DD49-A72B-47A6-A3EE-56D00128E8DE}" dt="2023-12-26T12:52:25.149" v="570" actId="1076"/>
          <ac:spMkLst>
            <pc:docMk/>
            <pc:sldMk cId="0" sldId="277"/>
            <ac:spMk id="366" creationId="{F16CB70F-BE3B-49F5-FD7D-80735F84BFE0}"/>
          </ac:spMkLst>
        </pc:spChg>
        <pc:spChg chg="mod">
          <ac:chgData name="xi sheng" userId="b3919e0d8ca6a452" providerId="LiveId" clId="{8C65DD49-A72B-47A6-A3EE-56D00128E8DE}" dt="2023-12-26T12:52:25.149" v="570" actId="1076"/>
          <ac:spMkLst>
            <pc:docMk/>
            <pc:sldMk cId="0" sldId="277"/>
            <ac:spMk id="367" creationId="{E0244E28-AAB3-93B3-A76D-643A10810D63}"/>
          </ac:spMkLst>
        </pc:spChg>
        <pc:spChg chg="mod">
          <ac:chgData name="xi sheng" userId="b3919e0d8ca6a452" providerId="LiveId" clId="{8C65DD49-A72B-47A6-A3EE-56D00128E8DE}" dt="2023-12-26T12:52:25.149" v="570" actId="1076"/>
          <ac:spMkLst>
            <pc:docMk/>
            <pc:sldMk cId="0" sldId="277"/>
            <ac:spMk id="368" creationId="{EB0AE0EF-611E-1063-12FE-CBB8583B273C}"/>
          </ac:spMkLst>
        </pc:spChg>
        <pc:spChg chg="mod">
          <ac:chgData name="xi sheng" userId="b3919e0d8ca6a452" providerId="LiveId" clId="{8C65DD49-A72B-47A6-A3EE-56D00128E8DE}" dt="2023-12-26T12:52:25.149" v="570" actId="1076"/>
          <ac:spMkLst>
            <pc:docMk/>
            <pc:sldMk cId="0" sldId="277"/>
            <ac:spMk id="369" creationId="{6D7EF531-ECBB-A8E7-1D22-FF85A841E7B2}"/>
          </ac:spMkLst>
        </pc:spChg>
        <pc:spChg chg="mod">
          <ac:chgData name="xi sheng" userId="b3919e0d8ca6a452" providerId="LiveId" clId="{8C65DD49-A72B-47A6-A3EE-56D00128E8DE}" dt="2023-12-26T12:52:25.149" v="570" actId="1076"/>
          <ac:spMkLst>
            <pc:docMk/>
            <pc:sldMk cId="0" sldId="277"/>
            <ac:spMk id="370" creationId="{2B545228-8CBE-7E22-3399-6C055B944B60}"/>
          </ac:spMkLst>
        </pc:spChg>
        <pc:spChg chg="mod">
          <ac:chgData name="xi sheng" userId="b3919e0d8ca6a452" providerId="LiveId" clId="{8C65DD49-A72B-47A6-A3EE-56D00128E8DE}" dt="2023-12-26T12:52:25.149" v="570" actId="1076"/>
          <ac:spMkLst>
            <pc:docMk/>
            <pc:sldMk cId="0" sldId="277"/>
            <ac:spMk id="371" creationId="{31539988-2F92-9209-903E-5351D9DA7708}"/>
          </ac:spMkLst>
        </pc:spChg>
        <pc:spChg chg="mod">
          <ac:chgData name="xi sheng" userId="b3919e0d8ca6a452" providerId="LiveId" clId="{8C65DD49-A72B-47A6-A3EE-56D00128E8DE}" dt="2023-12-26T12:52:25.149" v="570" actId="1076"/>
          <ac:spMkLst>
            <pc:docMk/>
            <pc:sldMk cId="0" sldId="277"/>
            <ac:spMk id="372" creationId="{0DDE2E5D-1F58-18BF-BE2D-B964F47FF67A}"/>
          </ac:spMkLst>
        </pc:spChg>
        <pc:spChg chg="mod">
          <ac:chgData name="xi sheng" userId="b3919e0d8ca6a452" providerId="LiveId" clId="{8C65DD49-A72B-47A6-A3EE-56D00128E8DE}" dt="2023-12-26T12:52:25.149" v="570" actId="1076"/>
          <ac:spMkLst>
            <pc:docMk/>
            <pc:sldMk cId="0" sldId="277"/>
            <ac:spMk id="373" creationId="{7F56E398-69E7-F753-5036-1BB6EB40C482}"/>
          </ac:spMkLst>
        </pc:spChg>
        <pc:spChg chg="mod">
          <ac:chgData name="xi sheng" userId="b3919e0d8ca6a452" providerId="LiveId" clId="{8C65DD49-A72B-47A6-A3EE-56D00128E8DE}" dt="2023-12-26T12:52:25.149" v="570" actId="1076"/>
          <ac:spMkLst>
            <pc:docMk/>
            <pc:sldMk cId="0" sldId="277"/>
            <ac:spMk id="374" creationId="{E269AE8C-A0F6-97BE-3878-8A09E0B1071E}"/>
          </ac:spMkLst>
        </pc:spChg>
        <pc:spChg chg="mod">
          <ac:chgData name="xi sheng" userId="b3919e0d8ca6a452" providerId="LiveId" clId="{8C65DD49-A72B-47A6-A3EE-56D00128E8DE}" dt="2023-12-26T12:52:25.149" v="570" actId="1076"/>
          <ac:spMkLst>
            <pc:docMk/>
            <pc:sldMk cId="0" sldId="277"/>
            <ac:spMk id="375" creationId="{F2F5EBC9-2C16-6CE1-58BF-C3014E52B927}"/>
          </ac:spMkLst>
        </pc:spChg>
        <pc:spChg chg="mod">
          <ac:chgData name="xi sheng" userId="b3919e0d8ca6a452" providerId="LiveId" clId="{8C65DD49-A72B-47A6-A3EE-56D00128E8DE}" dt="2023-12-26T12:52:25.149" v="570" actId="1076"/>
          <ac:spMkLst>
            <pc:docMk/>
            <pc:sldMk cId="0" sldId="277"/>
            <ac:spMk id="376" creationId="{8EFBB6E4-6CC7-2DF6-335A-17E0CE6BF771}"/>
          </ac:spMkLst>
        </pc:spChg>
        <pc:spChg chg="mod">
          <ac:chgData name="xi sheng" userId="b3919e0d8ca6a452" providerId="LiveId" clId="{8C65DD49-A72B-47A6-A3EE-56D00128E8DE}" dt="2023-12-26T12:52:25.149" v="570" actId="1076"/>
          <ac:spMkLst>
            <pc:docMk/>
            <pc:sldMk cId="0" sldId="277"/>
            <ac:spMk id="377" creationId="{0F972B50-216B-6E61-3666-F3112D36F256}"/>
          </ac:spMkLst>
        </pc:spChg>
        <pc:spChg chg="mod">
          <ac:chgData name="xi sheng" userId="b3919e0d8ca6a452" providerId="LiveId" clId="{8C65DD49-A72B-47A6-A3EE-56D00128E8DE}" dt="2023-12-26T12:52:25.149" v="570" actId="1076"/>
          <ac:spMkLst>
            <pc:docMk/>
            <pc:sldMk cId="0" sldId="277"/>
            <ac:spMk id="378" creationId="{46BDBBA2-7D0D-FBB9-C69B-A8B5A0DA68CC}"/>
          </ac:spMkLst>
        </pc:spChg>
        <pc:spChg chg="mod">
          <ac:chgData name="xi sheng" userId="b3919e0d8ca6a452" providerId="LiveId" clId="{8C65DD49-A72B-47A6-A3EE-56D00128E8DE}" dt="2023-12-26T12:52:25.149" v="570" actId="1076"/>
          <ac:spMkLst>
            <pc:docMk/>
            <pc:sldMk cId="0" sldId="277"/>
            <ac:spMk id="379" creationId="{6F2358F6-1370-53FF-52F8-10EC6CD61E8B}"/>
          </ac:spMkLst>
        </pc:spChg>
        <pc:spChg chg="mod">
          <ac:chgData name="xi sheng" userId="b3919e0d8ca6a452" providerId="LiveId" clId="{8C65DD49-A72B-47A6-A3EE-56D00128E8DE}" dt="2023-12-26T12:52:25.149" v="570" actId="1076"/>
          <ac:spMkLst>
            <pc:docMk/>
            <pc:sldMk cId="0" sldId="277"/>
            <ac:spMk id="380" creationId="{6008D552-E429-59F1-5515-48BD8F4F0924}"/>
          </ac:spMkLst>
        </pc:spChg>
        <pc:spChg chg="mod">
          <ac:chgData name="xi sheng" userId="b3919e0d8ca6a452" providerId="LiveId" clId="{8C65DD49-A72B-47A6-A3EE-56D00128E8DE}" dt="2023-12-26T12:52:25.149" v="570" actId="1076"/>
          <ac:spMkLst>
            <pc:docMk/>
            <pc:sldMk cId="0" sldId="277"/>
            <ac:spMk id="381" creationId="{A09F42E8-CDEB-DB31-465B-7DABAB5F990C}"/>
          </ac:spMkLst>
        </pc:spChg>
        <pc:spChg chg="mod">
          <ac:chgData name="xi sheng" userId="b3919e0d8ca6a452" providerId="LiveId" clId="{8C65DD49-A72B-47A6-A3EE-56D00128E8DE}" dt="2023-12-26T12:52:25.149" v="570" actId="1076"/>
          <ac:spMkLst>
            <pc:docMk/>
            <pc:sldMk cId="0" sldId="277"/>
            <ac:spMk id="382" creationId="{6BFE8BB2-D0F0-8ADA-8E06-273A0015A322}"/>
          </ac:spMkLst>
        </pc:spChg>
        <pc:spChg chg="mod">
          <ac:chgData name="xi sheng" userId="b3919e0d8ca6a452" providerId="LiveId" clId="{8C65DD49-A72B-47A6-A3EE-56D00128E8DE}" dt="2023-12-26T12:52:25.149" v="570" actId="1076"/>
          <ac:spMkLst>
            <pc:docMk/>
            <pc:sldMk cId="0" sldId="277"/>
            <ac:spMk id="383" creationId="{AE7300DB-5339-2298-D660-42F7D3022649}"/>
          </ac:spMkLst>
        </pc:spChg>
        <pc:spChg chg="mod">
          <ac:chgData name="xi sheng" userId="b3919e0d8ca6a452" providerId="LiveId" clId="{8C65DD49-A72B-47A6-A3EE-56D00128E8DE}" dt="2023-12-26T12:52:25.149" v="570" actId="1076"/>
          <ac:spMkLst>
            <pc:docMk/>
            <pc:sldMk cId="0" sldId="277"/>
            <ac:spMk id="384" creationId="{DD161777-BE7E-AA9E-A4D1-5EE27DA9A86F}"/>
          </ac:spMkLst>
        </pc:spChg>
        <pc:spChg chg="mod">
          <ac:chgData name="xi sheng" userId="b3919e0d8ca6a452" providerId="LiveId" clId="{8C65DD49-A72B-47A6-A3EE-56D00128E8DE}" dt="2023-12-26T12:52:25.149" v="570" actId="1076"/>
          <ac:spMkLst>
            <pc:docMk/>
            <pc:sldMk cId="0" sldId="277"/>
            <ac:spMk id="385" creationId="{F6FE4A61-9535-4115-A058-F3CCB42C3F4A}"/>
          </ac:spMkLst>
        </pc:spChg>
        <pc:spChg chg="mod">
          <ac:chgData name="xi sheng" userId="b3919e0d8ca6a452" providerId="LiveId" clId="{8C65DD49-A72B-47A6-A3EE-56D00128E8DE}" dt="2023-12-26T12:52:25.149" v="570" actId="1076"/>
          <ac:spMkLst>
            <pc:docMk/>
            <pc:sldMk cId="0" sldId="277"/>
            <ac:spMk id="386" creationId="{9F64E169-4753-7DAA-CAB7-1A975FEE9868}"/>
          </ac:spMkLst>
        </pc:spChg>
        <pc:spChg chg="mod">
          <ac:chgData name="xi sheng" userId="b3919e0d8ca6a452" providerId="LiveId" clId="{8C65DD49-A72B-47A6-A3EE-56D00128E8DE}" dt="2023-12-26T12:52:25.149" v="570" actId="1076"/>
          <ac:spMkLst>
            <pc:docMk/>
            <pc:sldMk cId="0" sldId="277"/>
            <ac:spMk id="387" creationId="{514B356D-FB5B-4168-F838-45DA6A61579A}"/>
          </ac:spMkLst>
        </pc:spChg>
        <pc:spChg chg="mod">
          <ac:chgData name="xi sheng" userId="b3919e0d8ca6a452" providerId="LiveId" clId="{8C65DD49-A72B-47A6-A3EE-56D00128E8DE}" dt="2023-12-26T12:52:25.149" v="570" actId="1076"/>
          <ac:spMkLst>
            <pc:docMk/>
            <pc:sldMk cId="0" sldId="277"/>
            <ac:spMk id="388" creationId="{49548F2A-C80C-EA6D-B660-999F3E453E91}"/>
          </ac:spMkLst>
        </pc:spChg>
        <pc:spChg chg="mod">
          <ac:chgData name="xi sheng" userId="b3919e0d8ca6a452" providerId="LiveId" clId="{8C65DD49-A72B-47A6-A3EE-56D00128E8DE}" dt="2023-12-26T12:52:25.149" v="570" actId="1076"/>
          <ac:spMkLst>
            <pc:docMk/>
            <pc:sldMk cId="0" sldId="277"/>
            <ac:spMk id="389" creationId="{3F2DB3B1-A4F1-08D4-213B-AA479DB596C0}"/>
          </ac:spMkLst>
        </pc:spChg>
        <pc:spChg chg="mod">
          <ac:chgData name="xi sheng" userId="b3919e0d8ca6a452" providerId="LiveId" clId="{8C65DD49-A72B-47A6-A3EE-56D00128E8DE}" dt="2023-12-26T12:52:25.149" v="570" actId="1076"/>
          <ac:spMkLst>
            <pc:docMk/>
            <pc:sldMk cId="0" sldId="277"/>
            <ac:spMk id="390" creationId="{345D0218-29A9-C0F0-C7E4-62B69BAB16F2}"/>
          </ac:spMkLst>
        </pc:spChg>
        <pc:spChg chg="mod">
          <ac:chgData name="xi sheng" userId="b3919e0d8ca6a452" providerId="LiveId" clId="{8C65DD49-A72B-47A6-A3EE-56D00128E8DE}" dt="2023-12-26T12:52:25.149" v="570" actId="1076"/>
          <ac:spMkLst>
            <pc:docMk/>
            <pc:sldMk cId="0" sldId="277"/>
            <ac:spMk id="391" creationId="{F29C24A9-88D0-8A0A-4AD7-D484475FDEE7}"/>
          </ac:spMkLst>
        </pc:spChg>
        <pc:spChg chg="mod">
          <ac:chgData name="xi sheng" userId="b3919e0d8ca6a452" providerId="LiveId" clId="{8C65DD49-A72B-47A6-A3EE-56D00128E8DE}" dt="2023-12-26T12:52:25.149" v="570" actId="1076"/>
          <ac:spMkLst>
            <pc:docMk/>
            <pc:sldMk cId="0" sldId="277"/>
            <ac:spMk id="392" creationId="{47814445-8A71-CB79-CB95-FE4A42F5B534}"/>
          </ac:spMkLst>
        </pc:spChg>
        <pc:spChg chg="mod">
          <ac:chgData name="xi sheng" userId="b3919e0d8ca6a452" providerId="LiveId" clId="{8C65DD49-A72B-47A6-A3EE-56D00128E8DE}" dt="2023-12-26T12:52:25.149" v="570" actId="1076"/>
          <ac:spMkLst>
            <pc:docMk/>
            <pc:sldMk cId="0" sldId="277"/>
            <ac:spMk id="393" creationId="{7A478D58-0A9C-B687-EA20-FBB3EC69345A}"/>
          </ac:spMkLst>
        </pc:spChg>
        <pc:spChg chg="mod">
          <ac:chgData name="xi sheng" userId="b3919e0d8ca6a452" providerId="LiveId" clId="{8C65DD49-A72B-47A6-A3EE-56D00128E8DE}" dt="2023-12-26T12:52:25.149" v="570" actId="1076"/>
          <ac:spMkLst>
            <pc:docMk/>
            <pc:sldMk cId="0" sldId="277"/>
            <ac:spMk id="394" creationId="{2FE25CC5-6E1A-D24F-69EC-263114A636B6}"/>
          </ac:spMkLst>
        </pc:spChg>
        <pc:spChg chg="mod">
          <ac:chgData name="xi sheng" userId="b3919e0d8ca6a452" providerId="LiveId" clId="{8C65DD49-A72B-47A6-A3EE-56D00128E8DE}" dt="2023-12-26T12:52:25.149" v="570" actId="1076"/>
          <ac:spMkLst>
            <pc:docMk/>
            <pc:sldMk cId="0" sldId="277"/>
            <ac:spMk id="395" creationId="{722FA12F-EA8E-CA9E-5C86-6CACF2B590C2}"/>
          </ac:spMkLst>
        </pc:spChg>
        <pc:spChg chg="mod">
          <ac:chgData name="xi sheng" userId="b3919e0d8ca6a452" providerId="LiveId" clId="{8C65DD49-A72B-47A6-A3EE-56D00128E8DE}" dt="2023-12-26T12:52:25.149" v="570" actId="1076"/>
          <ac:spMkLst>
            <pc:docMk/>
            <pc:sldMk cId="0" sldId="277"/>
            <ac:spMk id="396" creationId="{15D150FE-9AA1-5974-7331-C32789C01E13}"/>
          </ac:spMkLst>
        </pc:spChg>
        <pc:spChg chg="mod">
          <ac:chgData name="xi sheng" userId="b3919e0d8ca6a452" providerId="LiveId" clId="{8C65DD49-A72B-47A6-A3EE-56D00128E8DE}" dt="2023-12-26T12:52:25.149" v="570" actId="1076"/>
          <ac:spMkLst>
            <pc:docMk/>
            <pc:sldMk cId="0" sldId="277"/>
            <ac:spMk id="397" creationId="{97DDD381-094E-7DA9-0181-63325BC87408}"/>
          </ac:spMkLst>
        </pc:spChg>
        <pc:spChg chg="mod">
          <ac:chgData name="xi sheng" userId="b3919e0d8ca6a452" providerId="LiveId" clId="{8C65DD49-A72B-47A6-A3EE-56D00128E8DE}" dt="2023-12-26T12:52:25.149" v="570" actId="1076"/>
          <ac:spMkLst>
            <pc:docMk/>
            <pc:sldMk cId="0" sldId="277"/>
            <ac:spMk id="398" creationId="{E6C79EF7-51DB-433D-CA07-C5D6F3FF1687}"/>
          </ac:spMkLst>
        </pc:spChg>
        <pc:spChg chg="mod">
          <ac:chgData name="xi sheng" userId="b3919e0d8ca6a452" providerId="LiveId" clId="{8C65DD49-A72B-47A6-A3EE-56D00128E8DE}" dt="2023-12-26T12:52:25.149" v="570" actId="1076"/>
          <ac:spMkLst>
            <pc:docMk/>
            <pc:sldMk cId="0" sldId="277"/>
            <ac:spMk id="399" creationId="{3C565FF5-5A78-A2BA-A32A-A0E5C7D24591}"/>
          </ac:spMkLst>
        </pc:spChg>
        <pc:spChg chg="mod">
          <ac:chgData name="xi sheng" userId="b3919e0d8ca6a452" providerId="LiveId" clId="{8C65DD49-A72B-47A6-A3EE-56D00128E8DE}" dt="2023-12-26T12:52:25.149" v="570" actId="1076"/>
          <ac:spMkLst>
            <pc:docMk/>
            <pc:sldMk cId="0" sldId="277"/>
            <ac:spMk id="400" creationId="{1567CBF3-B283-CE10-40E9-7EC41279B7A8}"/>
          </ac:spMkLst>
        </pc:spChg>
        <pc:spChg chg="mod">
          <ac:chgData name="xi sheng" userId="b3919e0d8ca6a452" providerId="LiveId" clId="{8C65DD49-A72B-47A6-A3EE-56D00128E8DE}" dt="2023-12-26T12:52:25.149" v="570" actId="1076"/>
          <ac:spMkLst>
            <pc:docMk/>
            <pc:sldMk cId="0" sldId="277"/>
            <ac:spMk id="401" creationId="{E35DE79F-1119-382D-01B1-C101EE133CD0}"/>
          </ac:spMkLst>
        </pc:spChg>
        <pc:spChg chg="mod">
          <ac:chgData name="xi sheng" userId="b3919e0d8ca6a452" providerId="LiveId" clId="{8C65DD49-A72B-47A6-A3EE-56D00128E8DE}" dt="2023-12-26T12:52:25.149" v="570" actId="1076"/>
          <ac:spMkLst>
            <pc:docMk/>
            <pc:sldMk cId="0" sldId="277"/>
            <ac:spMk id="402" creationId="{C521E7F1-21DF-BCE9-239E-B871C61D7D5D}"/>
          </ac:spMkLst>
        </pc:spChg>
        <pc:spChg chg="mod">
          <ac:chgData name="xi sheng" userId="b3919e0d8ca6a452" providerId="LiveId" clId="{8C65DD49-A72B-47A6-A3EE-56D00128E8DE}" dt="2023-12-26T12:52:25.149" v="570" actId="1076"/>
          <ac:spMkLst>
            <pc:docMk/>
            <pc:sldMk cId="0" sldId="277"/>
            <ac:spMk id="403" creationId="{724ABAB8-3966-AEA7-2AC6-9AFFFAB16111}"/>
          </ac:spMkLst>
        </pc:spChg>
        <pc:spChg chg="mod">
          <ac:chgData name="xi sheng" userId="b3919e0d8ca6a452" providerId="LiveId" clId="{8C65DD49-A72B-47A6-A3EE-56D00128E8DE}" dt="2023-12-26T12:52:25.149" v="570" actId="1076"/>
          <ac:spMkLst>
            <pc:docMk/>
            <pc:sldMk cId="0" sldId="277"/>
            <ac:spMk id="404" creationId="{E6C8846C-FECE-A2A7-AD22-0454D2B148B8}"/>
          </ac:spMkLst>
        </pc:spChg>
        <pc:spChg chg="mod">
          <ac:chgData name="xi sheng" userId="b3919e0d8ca6a452" providerId="LiveId" clId="{8C65DD49-A72B-47A6-A3EE-56D00128E8DE}" dt="2023-12-26T12:52:25.149" v="570" actId="1076"/>
          <ac:spMkLst>
            <pc:docMk/>
            <pc:sldMk cId="0" sldId="277"/>
            <ac:spMk id="405" creationId="{D6A55A2F-785D-98B7-BD43-0D36D0406DA0}"/>
          </ac:spMkLst>
        </pc:spChg>
        <pc:spChg chg="mod">
          <ac:chgData name="xi sheng" userId="b3919e0d8ca6a452" providerId="LiveId" clId="{8C65DD49-A72B-47A6-A3EE-56D00128E8DE}" dt="2023-12-26T12:52:25.149" v="570" actId="1076"/>
          <ac:spMkLst>
            <pc:docMk/>
            <pc:sldMk cId="0" sldId="277"/>
            <ac:spMk id="406" creationId="{AD7AE8EE-FEAF-859C-9798-93F559336B5A}"/>
          </ac:spMkLst>
        </pc:spChg>
        <pc:spChg chg="mod">
          <ac:chgData name="xi sheng" userId="b3919e0d8ca6a452" providerId="LiveId" clId="{8C65DD49-A72B-47A6-A3EE-56D00128E8DE}" dt="2023-12-26T12:52:25.149" v="570" actId="1076"/>
          <ac:spMkLst>
            <pc:docMk/>
            <pc:sldMk cId="0" sldId="277"/>
            <ac:spMk id="407" creationId="{85D4A7D3-0ED4-7469-BA70-10D3E037800D}"/>
          </ac:spMkLst>
        </pc:spChg>
        <pc:spChg chg="mod">
          <ac:chgData name="xi sheng" userId="b3919e0d8ca6a452" providerId="LiveId" clId="{8C65DD49-A72B-47A6-A3EE-56D00128E8DE}" dt="2023-12-26T12:52:25.149" v="570" actId="1076"/>
          <ac:spMkLst>
            <pc:docMk/>
            <pc:sldMk cId="0" sldId="277"/>
            <ac:spMk id="408" creationId="{408F35B3-3556-3AEE-4943-FCA990F74689}"/>
          </ac:spMkLst>
        </pc:spChg>
        <pc:spChg chg="mod">
          <ac:chgData name="xi sheng" userId="b3919e0d8ca6a452" providerId="LiveId" clId="{8C65DD49-A72B-47A6-A3EE-56D00128E8DE}" dt="2023-12-26T12:52:25.149" v="570" actId="1076"/>
          <ac:spMkLst>
            <pc:docMk/>
            <pc:sldMk cId="0" sldId="277"/>
            <ac:spMk id="409" creationId="{A0DE9217-29CA-76F8-D89C-05F91938AA95}"/>
          </ac:spMkLst>
        </pc:spChg>
        <pc:spChg chg="mod">
          <ac:chgData name="xi sheng" userId="b3919e0d8ca6a452" providerId="LiveId" clId="{8C65DD49-A72B-47A6-A3EE-56D00128E8DE}" dt="2023-12-26T12:52:25.149" v="570" actId="1076"/>
          <ac:spMkLst>
            <pc:docMk/>
            <pc:sldMk cId="0" sldId="277"/>
            <ac:spMk id="410" creationId="{36ACD460-BD29-73E1-2AE0-085109364B74}"/>
          </ac:spMkLst>
        </pc:spChg>
        <pc:spChg chg="mod">
          <ac:chgData name="xi sheng" userId="b3919e0d8ca6a452" providerId="LiveId" clId="{8C65DD49-A72B-47A6-A3EE-56D00128E8DE}" dt="2023-12-26T12:52:25.149" v="570" actId="1076"/>
          <ac:spMkLst>
            <pc:docMk/>
            <pc:sldMk cId="0" sldId="277"/>
            <ac:spMk id="411" creationId="{6616F22E-4DCA-09E2-9D4C-1D9739AFEF97}"/>
          </ac:spMkLst>
        </pc:spChg>
        <pc:spChg chg="mod">
          <ac:chgData name="xi sheng" userId="b3919e0d8ca6a452" providerId="LiveId" clId="{8C65DD49-A72B-47A6-A3EE-56D00128E8DE}" dt="2023-12-26T12:52:25.149" v="570" actId="1076"/>
          <ac:spMkLst>
            <pc:docMk/>
            <pc:sldMk cId="0" sldId="277"/>
            <ac:spMk id="412" creationId="{740D847D-8E9C-9204-2A56-3F5935B6B566}"/>
          </ac:spMkLst>
        </pc:spChg>
        <pc:spChg chg="mod">
          <ac:chgData name="xi sheng" userId="b3919e0d8ca6a452" providerId="LiveId" clId="{8C65DD49-A72B-47A6-A3EE-56D00128E8DE}" dt="2023-12-26T12:52:25.149" v="570" actId="1076"/>
          <ac:spMkLst>
            <pc:docMk/>
            <pc:sldMk cId="0" sldId="277"/>
            <ac:spMk id="413" creationId="{9D14FD3F-60D7-A838-2BEB-67A358BB5ACB}"/>
          </ac:spMkLst>
        </pc:spChg>
        <pc:spChg chg="mod">
          <ac:chgData name="xi sheng" userId="b3919e0d8ca6a452" providerId="LiveId" clId="{8C65DD49-A72B-47A6-A3EE-56D00128E8DE}" dt="2023-12-26T12:52:25.149" v="570" actId="1076"/>
          <ac:spMkLst>
            <pc:docMk/>
            <pc:sldMk cId="0" sldId="277"/>
            <ac:spMk id="414" creationId="{EA9F252D-013C-B32F-7D89-087C166D8044}"/>
          </ac:spMkLst>
        </pc:spChg>
        <pc:spChg chg="mod">
          <ac:chgData name="xi sheng" userId="b3919e0d8ca6a452" providerId="LiveId" clId="{8C65DD49-A72B-47A6-A3EE-56D00128E8DE}" dt="2023-12-26T12:52:25.149" v="570" actId="1076"/>
          <ac:spMkLst>
            <pc:docMk/>
            <pc:sldMk cId="0" sldId="277"/>
            <ac:spMk id="415" creationId="{F0EFB423-0A35-86F4-C754-AEE8327EC932}"/>
          </ac:spMkLst>
        </pc:spChg>
        <pc:spChg chg="mod">
          <ac:chgData name="xi sheng" userId="b3919e0d8ca6a452" providerId="LiveId" clId="{8C65DD49-A72B-47A6-A3EE-56D00128E8DE}" dt="2023-12-26T12:52:25.149" v="570" actId="1076"/>
          <ac:spMkLst>
            <pc:docMk/>
            <pc:sldMk cId="0" sldId="277"/>
            <ac:spMk id="416" creationId="{E4719C57-A12F-67A7-BD57-50F500833E48}"/>
          </ac:spMkLst>
        </pc:spChg>
        <pc:spChg chg="mod">
          <ac:chgData name="xi sheng" userId="b3919e0d8ca6a452" providerId="LiveId" clId="{8C65DD49-A72B-47A6-A3EE-56D00128E8DE}" dt="2023-12-26T12:52:25.149" v="570" actId="1076"/>
          <ac:spMkLst>
            <pc:docMk/>
            <pc:sldMk cId="0" sldId="277"/>
            <ac:spMk id="417" creationId="{D0F0B257-5D80-577C-E435-65C1928CA377}"/>
          </ac:spMkLst>
        </pc:spChg>
        <pc:spChg chg="mod">
          <ac:chgData name="xi sheng" userId="b3919e0d8ca6a452" providerId="LiveId" clId="{8C65DD49-A72B-47A6-A3EE-56D00128E8DE}" dt="2023-12-26T12:52:25.149" v="570" actId="1076"/>
          <ac:spMkLst>
            <pc:docMk/>
            <pc:sldMk cId="0" sldId="277"/>
            <ac:spMk id="418" creationId="{9CC7CA2D-995D-824A-5F87-1ACCDC651C22}"/>
          </ac:spMkLst>
        </pc:spChg>
        <pc:spChg chg="mod">
          <ac:chgData name="xi sheng" userId="b3919e0d8ca6a452" providerId="LiveId" clId="{8C65DD49-A72B-47A6-A3EE-56D00128E8DE}" dt="2023-12-26T12:52:25.149" v="570" actId="1076"/>
          <ac:spMkLst>
            <pc:docMk/>
            <pc:sldMk cId="0" sldId="277"/>
            <ac:spMk id="419" creationId="{B22183E4-9EBC-FD4F-DA9A-838C1ECC2969}"/>
          </ac:spMkLst>
        </pc:spChg>
        <pc:spChg chg="mod">
          <ac:chgData name="xi sheng" userId="b3919e0d8ca6a452" providerId="LiveId" clId="{8C65DD49-A72B-47A6-A3EE-56D00128E8DE}" dt="2023-12-26T12:52:25.149" v="570" actId="1076"/>
          <ac:spMkLst>
            <pc:docMk/>
            <pc:sldMk cId="0" sldId="277"/>
            <ac:spMk id="420" creationId="{F7C28F69-9E68-2550-01AB-4CAEFEE536D6}"/>
          </ac:spMkLst>
        </pc:spChg>
        <pc:spChg chg="mod">
          <ac:chgData name="xi sheng" userId="b3919e0d8ca6a452" providerId="LiveId" clId="{8C65DD49-A72B-47A6-A3EE-56D00128E8DE}" dt="2023-12-26T12:52:25.149" v="570" actId="1076"/>
          <ac:spMkLst>
            <pc:docMk/>
            <pc:sldMk cId="0" sldId="277"/>
            <ac:spMk id="421" creationId="{BE975821-CDCB-BE2E-2F69-5B78DF53A621}"/>
          </ac:spMkLst>
        </pc:spChg>
        <pc:spChg chg="mod">
          <ac:chgData name="xi sheng" userId="b3919e0d8ca6a452" providerId="LiveId" clId="{8C65DD49-A72B-47A6-A3EE-56D00128E8DE}" dt="2023-12-26T12:52:25.149" v="570" actId="1076"/>
          <ac:spMkLst>
            <pc:docMk/>
            <pc:sldMk cId="0" sldId="277"/>
            <ac:spMk id="422" creationId="{62ADF3C9-A662-5DAA-EE54-1024EA915772}"/>
          </ac:spMkLst>
        </pc:spChg>
        <pc:spChg chg="mod">
          <ac:chgData name="xi sheng" userId="b3919e0d8ca6a452" providerId="LiveId" clId="{8C65DD49-A72B-47A6-A3EE-56D00128E8DE}" dt="2023-12-26T12:52:25.149" v="570" actId="1076"/>
          <ac:spMkLst>
            <pc:docMk/>
            <pc:sldMk cId="0" sldId="277"/>
            <ac:spMk id="423" creationId="{9EC8B82A-C793-393B-4DBB-25ACD6EBD303}"/>
          </ac:spMkLst>
        </pc:spChg>
        <pc:spChg chg="mod">
          <ac:chgData name="xi sheng" userId="b3919e0d8ca6a452" providerId="LiveId" clId="{8C65DD49-A72B-47A6-A3EE-56D00128E8DE}" dt="2023-12-26T12:52:25.149" v="570" actId="1076"/>
          <ac:spMkLst>
            <pc:docMk/>
            <pc:sldMk cId="0" sldId="277"/>
            <ac:spMk id="424" creationId="{15FAAF5E-F608-6A87-734D-2B8362A774E6}"/>
          </ac:spMkLst>
        </pc:spChg>
        <pc:spChg chg="mod">
          <ac:chgData name="xi sheng" userId="b3919e0d8ca6a452" providerId="LiveId" clId="{8C65DD49-A72B-47A6-A3EE-56D00128E8DE}" dt="2023-12-26T12:52:25.149" v="570" actId="1076"/>
          <ac:spMkLst>
            <pc:docMk/>
            <pc:sldMk cId="0" sldId="277"/>
            <ac:spMk id="425" creationId="{39FB2223-FD63-DDB5-6351-92D94C638B3B}"/>
          </ac:spMkLst>
        </pc:spChg>
        <pc:spChg chg="mod">
          <ac:chgData name="xi sheng" userId="b3919e0d8ca6a452" providerId="LiveId" clId="{8C65DD49-A72B-47A6-A3EE-56D00128E8DE}" dt="2023-12-26T12:52:25.149" v="570" actId="1076"/>
          <ac:spMkLst>
            <pc:docMk/>
            <pc:sldMk cId="0" sldId="277"/>
            <ac:spMk id="426" creationId="{FE36B4E4-C696-AA99-4C01-BDA7409965BD}"/>
          </ac:spMkLst>
        </pc:spChg>
        <pc:spChg chg="mod">
          <ac:chgData name="xi sheng" userId="b3919e0d8ca6a452" providerId="LiveId" clId="{8C65DD49-A72B-47A6-A3EE-56D00128E8DE}" dt="2023-12-26T12:52:25.149" v="570" actId="1076"/>
          <ac:spMkLst>
            <pc:docMk/>
            <pc:sldMk cId="0" sldId="277"/>
            <ac:spMk id="427" creationId="{2F0CD760-513D-301D-1DE5-E2F12DA17934}"/>
          </ac:spMkLst>
        </pc:spChg>
        <pc:spChg chg="mod">
          <ac:chgData name="xi sheng" userId="b3919e0d8ca6a452" providerId="LiveId" clId="{8C65DD49-A72B-47A6-A3EE-56D00128E8DE}" dt="2023-12-26T12:52:25.149" v="570" actId="1076"/>
          <ac:spMkLst>
            <pc:docMk/>
            <pc:sldMk cId="0" sldId="277"/>
            <ac:spMk id="428" creationId="{F852CD29-FBBB-B74F-77FF-CE81751577F5}"/>
          </ac:spMkLst>
        </pc:spChg>
        <pc:spChg chg="mod">
          <ac:chgData name="xi sheng" userId="b3919e0d8ca6a452" providerId="LiveId" clId="{8C65DD49-A72B-47A6-A3EE-56D00128E8DE}" dt="2023-12-26T12:52:25.149" v="570" actId="1076"/>
          <ac:spMkLst>
            <pc:docMk/>
            <pc:sldMk cId="0" sldId="277"/>
            <ac:spMk id="429" creationId="{1C746491-BFE5-233C-8FE7-5B3BFF828A60}"/>
          </ac:spMkLst>
        </pc:spChg>
        <pc:spChg chg="mod">
          <ac:chgData name="xi sheng" userId="b3919e0d8ca6a452" providerId="LiveId" clId="{8C65DD49-A72B-47A6-A3EE-56D00128E8DE}" dt="2023-12-26T12:52:25.149" v="570" actId="1076"/>
          <ac:spMkLst>
            <pc:docMk/>
            <pc:sldMk cId="0" sldId="277"/>
            <ac:spMk id="430" creationId="{205CAD3A-F343-4C24-EB07-2DA325EAD851}"/>
          </ac:spMkLst>
        </pc:spChg>
        <pc:spChg chg="mod">
          <ac:chgData name="xi sheng" userId="b3919e0d8ca6a452" providerId="LiveId" clId="{8C65DD49-A72B-47A6-A3EE-56D00128E8DE}" dt="2023-12-26T12:52:25.149" v="570" actId="1076"/>
          <ac:spMkLst>
            <pc:docMk/>
            <pc:sldMk cId="0" sldId="277"/>
            <ac:spMk id="431" creationId="{0A330909-1F9C-0F3B-C8A5-159323B8F625}"/>
          </ac:spMkLst>
        </pc:spChg>
        <pc:spChg chg="mod">
          <ac:chgData name="xi sheng" userId="b3919e0d8ca6a452" providerId="LiveId" clId="{8C65DD49-A72B-47A6-A3EE-56D00128E8DE}" dt="2023-12-26T12:52:25.149" v="570" actId="1076"/>
          <ac:spMkLst>
            <pc:docMk/>
            <pc:sldMk cId="0" sldId="277"/>
            <ac:spMk id="432" creationId="{6A885F73-71DF-FDBF-85FA-4081EAF986D7}"/>
          </ac:spMkLst>
        </pc:spChg>
        <pc:spChg chg="mod">
          <ac:chgData name="xi sheng" userId="b3919e0d8ca6a452" providerId="LiveId" clId="{8C65DD49-A72B-47A6-A3EE-56D00128E8DE}" dt="2023-12-26T12:52:25.149" v="570" actId="1076"/>
          <ac:spMkLst>
            <pc:docMk/>
            <pc:sldMk cId="0" sldId="277"/>
            <ac:spMk id="433" creationId="{F8051B72-7C76-4FE2-AB40-7DDC294543C0}"/>
          </ac:spMkLst>
        </pc:spChg>
        <pc:spChg chg="mod">
          <ac:chgData name="xi sheng" userId="b3919e0d8ca6a452" providerId="LiveId" clId="{8C65DD49-A72B-47A6-A3EE-56D00128E8DE}" dt="2023-12-26T12:52:25.149" v="570" actId="1076"/>
          <ac:spMkLst>
            <pc:docMk/>
            <pc:sldMk cId="0" sldId="277"/>
            <ac:spMk id="434" creationId="{14B7DC06-EDD1-0ABA-7DD6-A24051D28101}"/>
          </ac:spMkLst>
        </pc:spChg>
        <pc:spChg chg="mod">
          <ac:chgData name="xi sheng" userId="b3919e0d8ca6a452" providerId="LiveId" clId="{8C65DD49-A72B-47A6-A3EE-56D00128E8DE}" dt="2023-12-26T12:52:25.149" v="570" actId="1076"/>
          <ac:spMkLst>
            <pc:docMk/>
            <pc:sldMk cId="0" sldId="277"/>
            <ac:spMk id="435" creationId="{B739590B-3FE6-AB45-F420-240676406B15}"/>
          </ac:spMkLst>
        </pc:spChg>
        <pc:spChg chg="mod">
          <ac:chgData name="xi sheng" userId="b3919e0d8ca6a452" providerId="LiveId" clId="{8C65DD49-A72B-47A6-A3EE-56D00128E8DE}" dt="2023-12-26T12:52:25.149" v="570" actId="1076"/>
          <ac:spMkLst>
            <pc:docMk/>
            <pc:sldMk cId="0" sldId="277"/>
            <ac:spMk id="436" creationId="{22AC1952-26E4-A809-1AF9-CE3381C22D11}"/>
          </ac:spMkLst>
        </pc:spChg>
        <pc:spChg chg="mod">
          <ac:chgData name="xi sheng" userId="b3919e0d8ca6a452" providerId="LiveId" clId="{8C65DD49-A72B-47A6-A3EE-56D00128E8DE}" dt="2023-12-26T12:52:25.149" v="570" actId="1076"/>
          <ac:spMkLst>
            <pc:docMk/>
            <pc:sldMk cId="0" sldId="277"/>
            <ac:spMk id="437" creationId="{E74CE00A-0941-7ED5-2884-8B42170B67A2}"/>
          </ac:spMkLst>
        </pc:spChg>
        <pc:spChg chg="mod">
          <ac:chgData name="xi sheng" userId="b3919e0d8ca6a452" providerId="LiveId" clId="{8C65DD49-A72B-47A6-A3EE-56D00128E8DE}" dt="2023-12-26T12:52:25.149" v="570" actId="1076"/>
          <ac:spMkLst>
            <pc:docMk/>
            <pc:sldMk cId="0" sldId="277"/>
            <ac:spMk id="438" creationId="{7B440764-A98C-612E-57DC-6C5AB985F6D1}"/>
          </ac:spMkLst>
        </pc:spChg>
        <pc:spChg chg="mod">
          <ac:chgData name="xi sheng" userId="b3919e0d8ca6a452" providerId="LiveId" clId="{8C65DD49-A72B-47A6-A3EE-56D00128E8DE}" dt="2023-12-26T12:52:25.149" v="570" actId="1076"/>
          <ac:spMkLst>
            <pc:docMk/>
            <pc:sldMk cId="0" sldId="277"/>
            <ac:spMk id="439" creationId="{DF2DF545-8422-3DE9-A3AE-201F98E88C30}"/>
          </ac:spMkLst>
        </pc:spChg>
        <pc:spChg chg="mod">
          <ac:chgData name="xi sheng" userId="b3919e0d8ca6a452" providerId="LiveId" clId="{8C65DD49-A72B-47A6-A3EE-56D00128E8DE}" dt="2023-12-26T12:52:25.149" v="570" actId="1076"/>
          <ac:spMkLst>
            <pc:docMk/>
            <pc:sldMk cId="0" sldId="277"/>
            <ac:spMk id="440" creationId="{D1795561-3B1B-8F22-24BF-35C83FA64AAD}"/>
          </ac:spMkLst>
        </pc:spChg>
        <pc:spChg chg="mod">
          <ac:chgData name="xi sheng" userId="b3919e0d8ca6a452" providerId="LiveId" clId="{8C65DD49-A72B-47A6-A3EE-56D00128E8DE}" dt="2023-12-26T12:52:25.149" v="570" actId="1076"/>
          <ac:spMkLst>
            <pc:docMk/>
            <pc:sldMk cId="0" sldId="277"/>
            <ac:spMk id="441" creationId="{E07C9370-EF9E-F6FB-B2DD-594331963F57}"/>
          </ac:spMkLst>
        </pc:spChg>
        <pc:spChg chg="mod">
          <ac:chgData name="xi sheng" userId="b3919e0d8ca6a452" providerId="LiveId" clId="{8C65DD49-A72B-47A6-A3EE-56D00128E8DE}" dt="2023-12-26T12:52:25.149" v="570" actId="1076"/>
          <ac:spMkLst>
            <pc:docMk/>
            <pc:sldMk cId="0" sldId="277"/>
            <ac:spMk id="442" creationId="{1D2A10C3-0FB7-C4D7-8B27-277FFF1E6D14}"/>
          </ac:spMkLst>
        </pc:spChg>
        <pc:spChg chg="mod">
          <ac:chgData name="xi sheng" userId="b3919e0d8ca6a452" providerId="LiveId" clId="{8C65DD49-A72B-47A6-A3EE-56D00128E8DE}" dt="2023-12-26T12:52:25.149" v="570" actId="1076"/>
          <ac:spMkLst>
            <pc:docMk/>
            <pc:sldMk cId="0" sldId="277"/>
            <ac:spMk id="443" creationId="{CFAB455D-763C-032D-3C0F-8B831FE34468}"/>
          </ac:spMkLst>
        </pc:spChg>
        <pc:spChg chg="mod">
          <ac:chgData name="xi sheng" userId="b3919e0d8ca6a452" providerId="LiveId" clId="{8C65DD49-A72B-47A6-A3EE-56D00128E8DE}" dt="2023-12-26T12:52:25.149" v="570" actId="1076"/>
          <ac:spMkLst>
            <pc:docMk/>
            <pc:sldMk cId="0" sldId="277"/>
            <ac:spMk id="444" creationId="{0620A120-363D-D97D-1173-4CCC0C8C5A70}"/>
          </ac:spMkLst>
        </pc:spChg>
        <pc:spChg chg="mod">
          <ac:chgData name="xi sheng" userId="b3919e0d8ca6a452" providerId="LiveId" clId="{8C65DD49-A72B-47A6-A3EE-56D00128E8DE}" dt="2023-12-26T12:52:25.149" v="570" actId="1076"/>
          <ac:spMkLst>
            <pc:docMk/>
            <pc:sldMk cId="0" sldId="277"/>
            <ac:spMk id="445" creationId="{0E9FCC26-536C-0988-684E-F6A25D64238A}"/>
          </ac:spMkLst>
        </pc:spChg>
        <pc:spChg chg="mod">
          <ac:chgData name="xi sheng" userId="b3919e0d8ca6a452" providerId="LiveId" clId="{8C65DD49-A72B-47A6-A3EE-56D00128E8DE}" dt="2023-12-26T12:52:25.149" v="570" actId="1076"/>
          <ac:spMkLst>
            <pc:docMk/>
            <pc:sldMk cId="0" sldId="277"/>
            <ac:spMk id="446" creationId="{14ACC8AA-DF77-B51C-F03B-F80744ED49CD}"/>
          </ac:spMkLst>
        </pc:spChg>
        <pc:spChg chg="mod">
          <ac:chgData name="xi sheng" userId="b3919e0d8ca6a452" providerId="LiveId" clId="{8C65DD49-A72B-47A6-A3EE-56D00128E8DE}" dt="2023-12-26T12:52:25.149" v="570" actId="1076"/>
          <ac:spMkLst>
            <pc:docMk/>
            <pc:sldMk cId="0" sldId="277"/>
            <ac:spMk id="447" creationId="{8C128C12-4E8B-5935-C0BE-B87BF0921F27}"/>
          </ac:spMkLst>
        </pc:spChg>
        <pc:spChg chg="mod">
          <ac:chgData name="xi sheng" userId="b3919e0d8ca6a452" providerId="LiveId" clId="{8C65DD49-A72B-47A6-A3EE-56D00128E8DE}" dt="2023-12-26T12:52:25.149" v="570" actId="1076"/>
          <ac:spMkLst>
            <pc:docMk/>
            <pc:sldMk cId="0" sldId="277"/>
            <ac:spMk id="448" creationId="{B44ED964-875F-5B5D-D4E8-186F196C302E}"/>
          </ac:spMkLst>
        </pc:spChg>
        <pc:spChg chg="mod">
          <ac:chgData name="xi sheng" userId="b3919e0d8ca6a452" providerId="LiveId" clId="{8C65DD49-A72B-47A6-A3EE-56D00128E8DE}" dt="2023-12-26T12:52:25.149" v="570" actId="1076"/>
          <ac:spMkLst>
            <pc:docMk/>
            <pc:sldMk cId="0" sldId="277"/>
            <ac:spMk id="449" creationId="{77E0E82F-EBAF-41B8-4FD3-2C822AC9A3E2}"/>
          </ac:spMkLst>
        </pc:spChg>
        <pc:spChg chg="mod">
          <ac:chgData name="xi sheng" userId="b3919e0d8ca6a452" providerId="LiveId" clId="{8C65DD49-A72B-47A6-A3EE-56D00128E8DE}" dt="2023-12-26T12:52:25.149" v="570" actId="1076"/>
          <ac:spMkLst>
            <pc:docMk/>
            <pc:sldMk cId="0" sldId="277"/>
            <ac:spMk id="450" creationId="{5D620D83-3F34-C63F-6C5C-B0FCBAD81ABE}"/>
          </ac:spMkLst>
        </pc:spChg>
        <pc:spChg chg="mod">
          <ac:chgData name="xi sheng" userId="b3919e0d8ca6a452" providerId="LiveId" clId="{8C65DD49-A72B-47A6-A3EE-56D00128E8DE}" dt="2023-12-26T12:52:25.149" v="570" actId="1076"/>
          <ac:spMkLst>
            <pc:docMk/>
            <pc:sldMk cId="0" sldId="277"/>
            <ac:spMk id="451" creationId="{A0CDA715-BDAF-42B8-5835-9B3FE2AF44F4}"/>
          </ac:spMkLst>
        </pc:spChg>
        <pc:spChg chg="mod">
          <ac:chgData name="xi sheng" userId="b3919e0d8ca6a452" providerId="LiveId" clId="{8C65DD49-A72B-47A6-A3EE-56D00128E8DE}" dt="2023-12-26T12:52:25.149" v="570" actId="1076"/>
          <ac:spMkLst>
            <pc:docMk/>
            <pc:sldMk cId="0" sldId="277"/>
            <ac:spMk id="452" creationId="{6616FEA1-DB79-0A5B-7A54-4C53DA4ACD8D}"/>
          </ac:spMkLst>
        </pc:spChg>
        <pc:spChg chg="mod">
          <ac:chgData name="xi sheng" userId="b3919e0d8ca6a452" providerId="LiveId" clId="{8C65DD49-A72B-47A6-A3EE-56D00128E8DE}" dt="2023-12-26T12:52:25.149" v="570" actId="1076"/>
          <ac:spMkLst>
            <pc:docMk/>
            <pc:sldMk cId="0" sldId="277"/>
            <ac:spMk id="453" creationId="{EF414072-A398-4365-5388-468EACF09262}"/>
          </ac:spMkLst>
        </pc:spChg>
        <pc:spChg chg="mod">
          <ac:chgData name="xi sheng" userId="b3919e0d8ca6a452" providerId="LiveId" clId="{8C65DD49-A72B-47A6-A3EE-56D00128E8DE}" dt="2023-12-26T12:52:25.149" v="570" actId="1076"/>
          <ac:spMkLst>
            <pc:docMk/>
            <pc:sldMk cId="0" sldId="277"/>
            <ac:spMk id="454" creationId="{5848CF0C-DDBA-71F0-9110-EE658438902F}"/>
          </ac:spMkLst>
        </pc:spChg>
        <pc:spChg chg="mod">
          <ac:chgData name="xi sheng" userId="b3919e0d8ca6a452" providerId="LiveId" clId="{8C65DD49-A72B-47A6-A3EE-56D00128E8DE}" dt="2023-12-26T12:52:25.149" v="570" actId="1076"/>
          <ac:spMkLst>
            <pc:docMk/>
            <pc:sldMk cId="0" sldId="277"/>
            <ac:spMk id="455" creationId="{26C42198-0316-40BE-59B5-2F62864D1EAE}"/>
          </ac:spMkLst>
        </pc:spChg>
        <pc:spChg chg="mod">
          <ac:chgData name="xi sheng" userId="b3919e0d8ca6a452" providerId="LiveId" clId="{8C65DD49-A72B-47A6-A3EE-56D00128E8DE}" dt="2023-12-26T12:52:25.149" v="570" actId="1076"/>
          <ac:spMkLst>
            <pc:docMk/>
            <pc:sldMk cId="0" sldId="277"/>
            <ac:spMk id="456" creationId="{2F534FCE-F3C8-4E93-1D66-73BC78A3AA36}"/>
          </ac:spMkLst>
        </pc:spChg>
        <pc:spChg chg="mod">
          <ac:chgData name="xi sheng" userId="b3919e0d8ca6a452" providerId="LiveId" clId="{8C65DD49-A72B-47A6-A3EE-56D00128E8DE}" dt="2023-12-26T12:52:25.149" v="570" actId="1076"/>
          <ac:spMkLst>
            <pc:docMk/>
            <pc:sldMk cId="0" sldId="277"/>
            <ac:spMk id="457" creationId="{898E7DDD-B2C6-061A-6913-BF9A39F0A03E}"/>
          </ac:spMkLst>
        </pc:spChg>
        <pc:spChg chg="mod">
          <ac:chgData name="xi sheng" userId="b3919e0d8ca6a452" providerId="LiveId" clId="{8C65DD49-A72B-47A6-A3EE-56D00128E8DE}" dt="2023-12-26T12:52:25.149" v="570" actId="1076"/>
          <ac:spMkLst>
            <pc:docMk/>
            <pc:sldMk cId="0" sldId="277"/>
            <ac:spMk id="458" creationId="{33B1F18A-22D0-2EF1-E114-B869FCE3D68B}"/>
          </ac:spMkLst>
        </pc:spChg>
        <pc:spChg chg="mod">
          <ac:chgData name="xi sheng" userId="b3919e0d8ca6a452" providerId="LiveId" clId="{8C65DD49-A72B-47A6-A3EE-56D00128E8DE}" dt="2023-12-26T12:52:25.149" v="570" actId="1076"/>
          <ac:spMkLst>
            <pc:docMk/>
            <pc:sldMk cId="0" sldId="277"/>
            <ac:spMk id="459" creationId="{787B919B-3872-9ECD-794C-79B8D055E09F}"/>
          </ac:spMkLst>
        </pc:spChg>
        <pc:spChg chg="mod">
          <ac:chgData name="xi sheng" userId="b3919e0d8ca6a452" providerId="LiveId" clId="{8C65DD49-A72B-47A6-A3EE-56D00128E8DE}" dt="2023-12-26T12:52:25.149" v="570" actId="1076"/>
          <ac:spMkLst>
            <pc:docMk/>
            <pc:sldMk cId="0" sldId="277"/>
            <ac:spMk id="460" creationId="{C1E74CF5-62EA-97FB-AB0E-4FCD00C7C6B9}"/>
          </ac:spMkLst>
        </pc:spChg>
        <pc:spChg chg="mod">
          <ac:chgData name="xi sheng" userId="b3919e0d8ca6a452" providerId="LiveId" clId="{8C65DD49-A72B-47A6-A3EE-56D00128E8DE}" dt="2023-12-26T12:52:25.149" v="570" actId="1076"/>
          <ac:spMkLst>
            <pc:docMk/>
            <pc:sldMk cId="0" sldId="277"/>
            <ac:spMk id="461" creationId="{28A1C481-C59F-27BB-8364-9A0516146E6B}"/>
          </ac:spMkLst>
        </pc:spChg>
        <pc:spChg chg="mod">
          <ac:chgData name="xi sheng" userId="b3919e0d8ca6a452" providerId="LiveId" clId="{8C65DD49-A72B-47A6-A3EE-56D00128E8DE}" dt="2023-12-26T12:52:25.149" v="570" actId="1076"/>
          <ac:spMkLst>
            <pc:docMk/>
            <pc:sldMk cId="0" sldId="277"/>
            <ac:spMk id="462" creationId="{B779FE05-3603-41D3-007C-B3F27C4A8421}"/>
          </ac:spMkLst>
        </pc:spChg>
        <pc:spChg chg="mod">
          <ac:chgData name="xi sheng" userId="b3919e0d8ca6a452" providerId="LiveId" clId="{8C65DD49-A72B-47A6-A3EE-56D00128E8DE}" dt="2023-12-26T12:52:25.149" v="570" actId="1076"/>
          <ac:spMkLst>
            <pc:docMk/>
            <pc:sldMk cId="0" sldId="277"/>
            <ac:spMk id="463" creationId="{5FBA7F3E-7458-567B-69A2-F03E4749C6CB}"/>
          </ac:spMkLst>
        </pc:spChg>
        <pc:spChg chg="mod">
          <ac:chgData name="xi sheng" userId="b3919e0d8ca6a452" providerId="LiveId" clId="{8C65DD49-A72B-47A6-A3EE-56D00128E8DE}" dt="2023-12-26T12:52:25.149" v="570" actId="1076"/>
          <ac:spMkLst>
            <pc:docMk/>
            <pc:sldMk cId="0" sldId="277"/>
            <ac:spMk id="464" creationId="{5E6102EA-403C-8D18-E8A5-F4EE6E65D1E1}"/>
          </ac:spMkLst>
        </pc:spChg>
        <pc:spChg chg="mod">
          <ac:chgData name="xi sheng" userId="b3919e0d8ca6a452" providerId="LiveId" clId="{8C65DD49-A72B-47A6-A3EE-56D00128E8DE}" dt="2023-12-26T12:52:25.149" v="570" actId="1076"/>
          <ac:spMkLst>
            <pc:docMk/>
            <pc:sldMk cId="0" sldId="277"/>
            <ac:spMk id="465" creationId="{C7EA914F-4BD2-69C5-2A7A-20C79671FA88}"/>
          </ac:spMkLst>
        </pc:spChg>
        <pc:spChg chg="mod">
          <ac:chgData name="xi sheng" userId="b3919e0d8ca6a452" providerId="LiveId" clId="{8C65DD49-A72B-47A6-A3EE-56D00128E8DE}" dt="2023-12-26T12:52:25.149" v="570" actId="1076"/>
          <ac:spMkLst>
            <pc:docMk/>
            <pc:sldMk cId="0" sldId="277"/>
            <ac:spMk id="466" creationId="{6809C0BC-EC27-CB54-12BF-079FF4104FA3}"/>
          </ac:spMkLst>
        </pc:spChg>
        <pc:spChg chg="mod">
          <ac:chgData name="xi sheng" userId="b3919e0d8ca6a452" providerId="LiveId" clId="{8C65DD49-A72B-47A6-A3EE-56D00128E8DE}" dt="2023-12-26T12:52:25.149" v="570" actId="1076"/>
          <ac:spMkLst>
            <pc:docMk/>
            <pc:sldMk cId="0" sldId="277"/>
            <ac:spMk id="467" creationId="{063953F2-784B-F24D-7CB7-3710649EB550}"/>
          </ac:spMkLst>
        </pc:spChg>
        <pc:spChg chg="mod">
          <ac:chgData name="xi sheng" userId="b3919e0d8ca6a452" providerId="LiveId" clId="{8C65DD49-A72B-47A6-A3EE-56D00128E8DE}" dt="2023-12-26T12:52:25.149" v="570" actId="1076"/>
          <ac:spMkLst>
            <pc:docMk/>
            <pc:sldMk cId="0" sldId="277"/>
            <ac:spMk id="468" creationId="{BCE5B7E5-894D-2AA9-11D9-864F2E31CC00}"/>
          </ac:spMkLst>
        </pc:spChg>
        <pc:spChg chg="mod">
          <ac:chgData name="xi sheng" userId="b3919e0d8ca6a452" providerId="LiveId" clId="{8C65DD49-A72B-47A6-A3EE-56D00128E8DE}" dt="2023-12-26T12:52:25.149" v="570" actId="1076"/>
          <ac:spMkLst>
            <pc:docMk/>
            <pc:sldMk cId="0" sldId="277"/>
            <ac:spMk id="469" creationId="{D88F94BF-D425-3188-C61A-0BB967021748}"/>
          </ac:spMkLst>
        </pc:spChg>
        <pc:spChg chg="mod">
          <ac:chgData name="xi sheng" userId="b3919e0d8ca6a452" providerId="LiveId" clId="{8C65DD49-A72B-47A6-A3EE-56D00128E8DE}" dt="2023-12-26T12:52:25.149" v="570" actId="1076"/>
          <ac:spMkLst>
            <pc:docMk/>
            <pc:sldMk cId="0" sldId="277"/>
            <ac:spMk id="470" creationId="{3FCFFB4F-609F-114B-6814-CAADCD7C76F2}"/>
          </ac:spMkLst>
        </pc:spChg>
        <pc:spChg chg="mod">
          <ac:chgData name="xi sheng" userId="b3919e0d8ca6a452" providerId="LiveId" clId="{8C65DD49-A72B-47A6-A3EE-56D00128E8DE}" dt="2023-12-26T12:52:25.149" v="570" actId="1076"/>
          <ac:spMkLst>
            <pc:docMk/>
            <pc:sldMk cId="0" sldId="277"/>
            <ac:spMk id="471" creationId="{07DD2BC5-D45E-F71D-F748-F2E7D09BC58B}"/>
          </ac:spMkLst>
        </pc:spChg>
        <pc:spChg chg="mod">
          <ac:chgData name="xi sheng" userId="b3919e0d8ca6a452" providerId="LiveId" clId="{8C65DD49-A72B-47A6-A3EE-56D00128E8DE}" dt="2023-12-26T12:52:25.149" v="570" actId="1076"/>
          <ac:spMkLst>
            <pc:docMk/>
            <pc:sldMk cId="0" sldId="277"/>
            <ac:spMk id="472" creationId="{85BB21C9-557C-EA1C-16E1-B44BA9563E55}"/>
          </ac:spMkLst>
        </pc:spChg>
        <pc:spChg chg="mod">
          <ac:chgData name="xi sheng" userId="b3919e0d8ca6a452" providerId="LiveId" clId="{8C65DD49-A72B-47A6-A3EE-56D00128E8DE}" dt="2023-12-26T12:52:25.149" v="570" actId="1076"/>
          <ac:spMkLst>
            <pc:docMk/>
            <pc:sldMk cId="0" sldId="277"/>
            <ac:spMk id="473" creationId="{867F13A0-AD75-8AD4-114E-5FD4B2921965}"/>
          </ac:spMkLst>
        </pc:spChg>
        <pc:spChg chg="mod">
          <ac:chgData name="xi sheng" userId="b3919e0d8ca6a452" providerId="LiveId" clId="{8C65DD49-A72B-47A6-A3EE-56D00128E8DE}" dt="2023-12-26T12:52:25.149" v="570" actId="1076"/>
          <ac:spMkLst>
            <pc:docMk/>
            <pc:sldMk cId="0" sldId="277"/>
            <ac:spMk id="474" creationId="{4ADA6435-3909-1832-910D-EDCB26877F5C}"/>
          </ac:spMkLst>
        </pc:spChg>
        <pc:spChg chg="mod">
          <ac:chgData name="xi sheng" userId="b3919e0d8ca6a452" providerId="LiveId" clId="{8C65DD49-A72B-47A6-A3EE-56D00128E8DE}" dt="2023-12-26T12:52:25.149" v="570" actId="1076"/>
          <ac:spMkLst>
            <pc:docMk/>
            <pc:sldMk cId="0" sldId="277"/>
            <ac:spMk id="475" creationId="{E18FCD5E-A485-DB21-855C-CA383EFDD909}"/>
          </ac:spMkLst>
        </pc:spChg>
        <pc:spChg chg="mod">
          <ac:chgData name="xi sheng" userId="b3919e0d8ca6a452" providerId="LiveId" clId="{8C65DD49-A72B-47A6-A3EE-56D00128E8DE}" dt="2023-12-26T12:52:25.149" v="570" actId="1076"/>
          <ac:spMkLst>
            <pc:docMk/>
            <pc:sldMk cId="0" sldId="277"/>
            <ac:spMk id="476" creationId="{A0A2C649-402F-6A73-788F-481898FC05FD}"/>
          </ac:spMkLst>
        </pc:spChg>
        <pc:spChg chg="mod">
          <ac:chgData name="xi sheng" userId="b3919e0d8ca6a452" providerId="LiveId" clId="{8C65DD49-A72B-47A6-A3EE-56D00128E8DE}" dt="2023-12-26T12:52:25.149" v="570" actId="1076"/>
          <ac:spMkLst>
            <pc:docMk/>
            <pc:sldMk cId="0" sldId="277"/>
            <ac:spMk id="477" creationId="{B9DDB0AD-5402-81C1-8A82-B3F9D7A99E79}"/>
          </ac:spMkLst>
        </pc:spChg>
        <pc:spChg chg="mod">
          <ac:chgData name="xi sheng" userId="b3919e0d8ca6a452" providerId="LiveId" clId="{8C65DD49-A72B-47A6-A3EE-56D00128E8DE}" dt="2023-12-26T12:52:25.149" v="570" actId="1076"/>
          <ac:spMkLst>
            <pc:docMk/>
            <pc:sldMk cId="0" sldId="277"/>
            <ac:spMk id="478" creationId="{A552AF86-2B4D-BA8F-E05B-7FD44AEAC332}"/>
          </ac:spMkLst>
        </pc:spChg>
        <pc:spChg chg="mod">
          <ac:chgData name="xi sheng" userId="b3919e0d8ca6a452" providerId="LiveId" clId="{8C65DD49-A72B-47A6-A3EE-56D00128E8DE}" dt="2023-12-26T12:52:25.149" v="570" actId="1076"/>
          <ac:spMkLst>
            <pc:docMk/>
            <pc:sldMk cId="0" sldId="277"/>
            <ac:spMk id="479" creationId="{C5BD0E59-A700-5660-B580-7ED697479BC7}"/>
          </ac:spMkLst>
        </pc:spChg>
        <pc:spChg chg="mod">
          <ac:chgData name="xi sheng" userId="b3919e0d8ca6a452" providerId="LiveId" clId="{8C65DD49-A72B-47A6-A3EE-56D00128E8DE}" dt="2023-12-26T12:52:25.149" v="570" actId="1076"/>
          <ac:spMkLst>
            <pc:docMk/>
            <pc:sldMk cId="0" sldId="277"/>
            <ac:spMk id="480" creationId="{CDC5425C-DE3A-DD47-AC40-104D411E8FAB}"/>
          </ac:spMkLst>
        </pc:spChg>
        <pc:spChg chg="mod">
          <ac:chgData name="xi sheng" userId="b3919e0d8ca6a452" providerId="LiveId" clId="{8C65DD49-A72B-47A6-A3EE-56D00128E8DE}" dt="2023-12-26T12:52:25.149" v="570" actId="1076"/>
          <ac:spMkLst>
            <pc:docMk/>
            <pc:sldMk cId="0" sldId="277"/>
            <ac:spMk id="481" creationId="{01011722-3C50-F3E3-A385-D690AD7798E9}"/>
          </ac:spMkLst>
        </pc:spChg>
        <pc:spChg chg="mod">
          <ac:chgData name="xi sheng" userId="b3919e0d8ca6a452" providerId="LiveId" clId="{8C65DD49-A72B-47A6-A3EE-56D00128E8DE}" dt="2023-12-26T12:52:25.149" v="570" actId="1076"/>
          <ac:spMkLst>
            <pc:docMk/>
            <pc:sldMk cId="0" sldId="277"/>
            <ac:spMk id="482" creationId="{760373BE-C961-DEBB-FA34-BEEF467D22FB}"/>
          </ac:spMkLst>
        </pc:spChg>
        <pc:spChg chg="mod">
          <ac:chgData name="xi sheng" userId="b3919e0d8ca6a452" providerId="LiveId" clId="{8C65DD49-A72B-47A6-A3EE-56D00128E8DE}" dt="2023-12-26T12:52:25.149" v="570" actId="1076"/>
          <ac:spMkLst>
            <pc:docMk/>
            <pc:sldMk cId="0" sldId="277"/>
            <ac:spMk id="483" creationId="{B28FECCA-155A-94C4-8286-1F46213976E1}"/>
          </ac:spMkLst>
        </pc:spChg>
        <pc:spChg chg="mod">
          <ac:chgData name="xi sheng" userId="b3919e0d8ca6a452" providerId="LiveId" clId="{8C65DD49-A72B-47A6-A3EE-56D00128E8DE}" dt="2023-12-26T12:52:25.149" v="570" actId="1076"/>
          <ac:spMkLst>
            <pc:docMk/>
            <pc:sldMk cId="0" sldId="277"/>
            <ac:spMk id="484" creationId="{BA6AE5AB-7541-8635-6256-149FF17FCCAF}"/>
          </ac:spMkLst>
        </pc:spChg>
        <pc:spChg chg="mod">
          <ac:chgData name="xi sheng" userId="b3919e0d8ca6a452" providerId="LiveId" clId="{8C65DD49-A72B-47A6-A3EE-56D00128E8DE}" dt="2023-12-26T12:52:25.149" v="570" actId="1076"/>
          <ac:spMkLst>
            <pc:docMk/>
            <pc:sldMk cId="0" sldId="277"/>
            <ac:spMk id="485" creationId="{6AFC2DB1-B506-63D2-42BB-4E8FD63B1132}"/>
          </ac:spMkLst>
        </pc:spChg>
        <pc:spChg chg="mod">
          <ac:chgData name="xi sheng" userId="b3919e0d8ca6a452" providerId="LiveId" clId="{8C65DD49-A72B-47A6-A3EE-56D00128E8DE}" dt="2023-12-26T12:52:25.149" v="570" actId="1076"/>
          <ac:spMkLst>
            <pc:docMk/>
            <pc:sldMk cId="0" sldId="277"/>
            <ac:spMk id="486" creationId="{74CECDBF-0FBE-0615-A73A-691857EC1B19}"/>
          </ac:spMkLst>
        </pc:spChg>
        <pc:spChg chg="mod">
          <ac:chgData name="xi sheng" userId="b3919e0d8ca6a452" providerId="LiveId" clId="{8C65DD49-A72B-47A6-A3EE-56D00128E8DE}" dt="2023-12-26T12:52:25.149" v="570" actId="1076"/>
          <ac:spMkLst>
            <pc:docMk/>
            <pc:sldMk cId="0" sldId="277"/>
            <ac:spMk id="487" creationId="{4BB395AF-7646-3EAE-D595-63DCA55E990C}"/>
          </ac:spMkLst>
        </pc:spChg>
        <pc:spChg chg="mod">
          <ac:chgData name="xi sheng" userId="b3919e0d8ca6a452" providerId="LiveId" clId="{8C65DD49-A72B-47A6-A3EE-56D00128E8DE}" dt="2023-12-26T12:52:25.149" v="570" actId="1076"/>
          <ac:spMkLst>
            <pc:docMk/>
            <pc:sldMk cId="0" sldId="277"/>
            <ac:spMk id="488" creationId="{CD998FBE-42B5-EC7D-5863-53A84F13B7C2}"/>
          </ac:spMkLst>
        </pc:spChg>
        <pc:spChg chg="mod">
          <ac:chgData name="xi sheng" userId="b3919e0d8ca6a452" providerId="LiveId" clId="{8C65DD49-A72B-47A6-A3EE-56D00128E8DE}" dt="2023-12-26T12:52:25.149" v="570" actId="1076"/>
          <ac:spMkLst>
            <pc:docMk/>
            <pc:sldMk cId="0" sldId="277"/>
            <ac:spMk id="489" creationId="{1B07096F-F819-FF78-9844-51EC9F6E04D8}"/>
          </ac:spMkLst>
        </pc:spChg>
        <pc:spChg chg="mod">
          <ac:chgData name="xi sheng" userId="b3919e0d8ca6a452" providerId="LiveId" clId="{8C65DD49-A72B-47A6-A3EE-56D00128E8DE}" dt="2023-12-26T12:52:25.149" v="570" actId="1076"/>
          <ac:spMkLst>
            <pc:docMk/>
            <pc:sldMk cId="0" sldId="277"/>
            <ac:spMk id="490" creationId="{7E7228F7-CC57-C090-9EFF-40ECF30FBB58}"/>
          </ac:spMkLst>
        </pc:spChg>
        <pc:spChg chg="mod">
          <ac:chgData name="xi sheng" userId="b3919e0d8ca6a452" providerId="LiveId" clId="{8C65DD49-A72B-47A6-A3EE-56D00128E8DE}" dt="2023-12-26T12:52:25.149" v="570" actId="1076"/>
          <ac:spMkLst>
            <pc:docMk/>
            <pc:sldMk cId="0" sldId="277"/>
            <ac:spMk id="491" creationId="{7FF378F4-2B77-E062-7671-387E54BA6872}"/>
          </ac:spMkLst>
        </pc:spChg>
        <pc:spChg chg="mod">
          <ac:chgData name="xi sheng" userId="b3919e0d8ca6a452" providerId="LiveId" clId="{8C65DD49-A72B-47A6-A3EE-56D00128E8DE}" dt="2023-12-26T12:52:25.149" v="570" actId="1076"/>
          <ac:spMkLst>
            <pc:docMk/>
            <pc:sldMk cId="0" sldId="277"/>
            <ac:spMk id="492" creationId="{9117E387-4C98-0189-AB2B-A2F1E51BC8AC}"/>
          </ac:spMkLst>
        </pc:spChg>
        <pc:spChg chg="mod">
          <ac:chgData name="xi sheng" userId="b3919e0d8ca6a452" providerId="LiveId" clId="{8C65DD49-A72B-47A6-A3EE-56D00128E8DE}" dt="2023-12-26T12:52:25.149" v="570" actId="1076"/>
          <ac:spMkLst>
            <pc:docMk/>
            <pc:sldMk cId="0" sldId="277"/>
            <ac:spMk id="493" creationId="{748F20BA-4D74-577F-8AFD-EA088BE5D0D7}"/>
          </ac:spMkLst>
        </pc:spChg>
        <pc:spChg chg="mod">
          <ac:chgData name="xi sheng" userId="b3919e0d8ca6a452" providerId="LiveId" clId="{8C65DD49-A72B-47A6-A3EE-56D00128E8DE}" dt="2023-12-26T12:52:25.149" v="570" actId="1076"/>
          <ac:spMkLst>
            <pc:docMk/>
            <pc:sldMk cId="0" sldId="277"/>
            <ac:spMk id="494" creationId="{55A4F590-0385-92CC-7D5E-0F6C81AE40C4}"/>
          </ac:spMkLst>
        </pc:spChg>
        <pc:spChg chg="mod">
          <ac:chgData name="xi sheng" userId="b3919e0d8ca6a452" providerId="LiveId" clId="{8C65DD49-A72B-47A6-A3EE-56D00128E8DE}" dt="2023-12-26T12:52:25.149" v="570" actId="1076"/>
          <ac:spMkLst>
            <pc:docMk/>
            <pc:sldMk cId="0" sldId="277"/>
            <ac:spMk id="495" creationId="{EDCF7D96-354C-C2D1-DD2B-BD60D00B29D2}"/>
          </ac:spMkLst>
        </pc:spChg>
        <pc:spChg chg="mod">
          <ac:chgData name="xi sheng" userId="b3919e0d8ca6a452" providerId="LiveId" clId="{8C65DD49-A72B-47A6-A3EE-56D00128E8DE}" dt="2023-12-26T12:52:25.149" v="570" actId="1076"/>
          <ac:spMkLst>
            <pc:docMk/>
            <pc:sldMk cId="0" sldId="277"/>
            <ac:spMk id="496" creationId="{76CB716A-1A6A-CE5B-3BF8-BF1992BA8B9E}"/>
          </ac:spMkLst>
        </pc:spChg>
        <pc:spChg chg="mod">
          <ac:chgData name="xi sheng" userId="b3919e0d8ca6a452" providerId="LiveId" clId="{8C65DD49-A72B-47A6-A3EE-56D00128E8DE}" dt="2023-12-26T12:52:25.149" v="570" actId="1076"/>
          <ac:spMkLst>
            <pc:docMk/>
            <pc:sldMk cId="0" sldId="277"/>
            <ac:spMk id="497" creationId="{9E4CE8A9-C463-8815-347B-05B8C8612E63}"/>
          </ac:spMkLst>
        </pc:spChg>
        <pc:spChg chg="mod">
          <ac:chgData name="xi sheng" userId="b3919e0d8ca6a452" providerId="LiveId" clId="{8C65DD49-A72B-47A6-A3EE-56D00128E8DE}" dt="2023-12-26T12:52:25.149" v="570" actId="1076"/>
          <ac:spMkLst>
            <pc:docMk/>
            <pc:sldMk cId="0" sldId="277"/>
            <ac:spMk id="498" creationId="{18C3F389-9D48-57B9-E8C0-6629E9CF5D43}"/>
          </ac:spMkLst>
        </pc:spChg>
        <pc:spChg chg="mod">
          <ac:chgData name="xi sheng" userId="b3919e0d8ca6a452" providerId="LiveId" clId="{8C65DD49-A72B-47A6-A3EE-56D00128E8DE}" dt="2023-12-26T12:52:25.149" v="570" actId="1076"/>
          <ac:spMkLst>
            <pc:docMk/>
            <pc:sldMk cId="0" sldId="277"/>
            <ac:spMk id="499" creationId="{6BB37633-90DE-2320-921B-AFA3C1AFEB5C}"/>
          </ac:spMkLst>
        </pc:spChg>
        <pc:spChg chg="mod">
          <ac:chgData name="xi sheng" userId="b3919e0d8ca6a452" providerId="LiveId" clId="{8C65DD49-A72B-47A6-A3EE-56D00128E8DE}" dt="2023-12-26T12:52:25.149" v="570" actId="1076"/>
          <ac:spMkLst>
            <pc:docMk/>
            <pc:sldMk cId="0" sldId="277"/>
            <ac:spMk id="500" creationId="{BDF6FD86-5A19-8A72-A825-F5E784FD2133}"/>
          </ac:spMkLst>
        </pc:spChg>
        <pc:spChg chg="mod">
          <ac:chgData name="xi sheng" userId="b3919e0d8ca6a452" providerId="LiveId" clId="{8C65DD49-A72B-47A6-A3EE-56D00128E8DE}" dt="2023-12-26T12:52:25.149" v="570" actId="1076"/>
          <ac:spMkLst>
            <pc:docMk/>
            <pc:sldMk cId="0" sldId="277"/>
            <ac:spMk id="501" creationId="{10457F19-64C6-963C-BE2B-001DC3B70C5B}"/>
          </ac:spMkLst>
        </pc:spChg>
        <pc:spChg chg="mod">
          <ac:chgData name="xi sheng" userId="b3919e0d8ca6a452" providerId="LiveId" clId="{8C65DD49-A72B-47A6-A3EE-56D00128E8DE}" dt="2023-12-26T12:52:25.149" v="570" actId="1076"/>
          <ac:spMkLst>
            <pc:docMk/>
            <pc:sldMk cId="0" sldId="277"/>
            <ac:spMk id="502" creationId="{5E6F4EEB-3685-A667-77B7-70F4C24E019C}"/>
          </ac:spMkLst>
        </pc:spChg>
        <pc:spChg chg="mod">
          <ac:chgData name="xi sheng" userId="b3919e0d8ca6a452" providerId="LiveId" clId="{8C65DD49-A72B-47A6-A3EE-56D00128E8DE}" dt="2023-12-26T12:52:25.149" v="570" actId="1076"/>
          <ac:spMkLst>
            <pc:docMk/>
            <pc:sldMk cId="0" sldId="277"/>
            <ac:spMk id="503" creationId="{D00A80DC-65E2-4F6D-6D9A-9288139765DC}"/>
          </ac:spMkLst>
        </pc:spChg>
        <pc:spChg chg="mod">
          <ac:chgData name="xi sheng" userId="b3919e0d8ca6a452" providerId="LiveId" clId="{8C65DD49-A72B-47A6-A3EE-56D00128E8DE}" dt="2023-12-26T12:52:25.149" v="570" actId="1076"/>
          <ac:spMkLst>
            <pc:docMk/>
            <pc:sldMk cId="0" sldId="277"/>
            <ac:spMk id="504" creationId="{BB73A309-46C2-461C-25A8-5C40FDB9D1CF}"/>
          </ac:spMkLst>
        </pc:spChg>
        <pc:spChg chg="mod">
          <ac:chgData name="xi sheng" userId="b3919e0d8ca6a452" providerId="LiveId" clId="{8C65DD49-A72B-47A6-A3EE-56D00128E8DE}" dt="2023-12-26T12:52:25.149" v="570" actId="1076"/>
          <ac:spMkLst>
            <pc:docMk/>
            <pc:sldMk cId="0" sldId="277"/>
            <ac:spMk id="505" creationId="{1DB2211D-AA7A-EE00-790D-AA7EA4647BBF}"/>
          </ac:spMkLst>
        </pc:spChg>
        <pc:spChg chg="mod">
          <ac:chgData name="xi sheng" userId="b3919e0d8ca6a452" providerId="LiveId" clId="{8C65DD49-A72B-47A6-A3EE-56D00128E8DE}" dt="2023-12-26T12:52:25.149" v="570" actId="1076"/>
          <ac:spMkLst>
            <pc:docMk/>
            <pc:sldMk cId="0" sldId="277"/>
            <ac:spMk id="506" creationId="{5C8D9EFF-FB13-D152-0A53-7EA8E41E4375}"/>
          </ac:spMkLst>
        </pc:spChg>
        <pc:spChg chg="mod">
          <ac:chgData name="xi sheng" userId="b3919e0d8ca6a452" providerId="LiveId" clId="{8C65DD49-A72B-47A6-A3EE-56D00128E8DE}" dt="2023-12-26T12:52:25.149" v="570" actId="1076"/>
          <ac:spMkLst>
            <pc:docMk/>
            <pc:sldMk cId="0" sldId="277"/>
            <ac:spMk id="507" creationId="{30460E15-8B05-DE08-66EF-4BE41CFBACF7}"/>
          </ac:spMkLst>
        </pc:spChg>
        <pc:spChg chg="mod">
          <ac:chgData name="xi sheng" userId="b3919e0d8ca6a452" providerId="LiveId" clId="{8C65DD49-A72B-47A6-A3EE-56D00128E8DE}" dt="2023-12-26T12:52:25.149" v="570" actId="1076"/>
          <ac:spMkLst>
            <pc:docMk/>
            <pc:sldMk cId="0" sldId="277"/>
            <ac:spMk id="508" creationId="{43E20752-88FF-49A9-A383-D17FB83B226B}"/>
          </ac:spMkLst>
        </pc:spChg>
        <pc:spChg chg="mod">
          <ac:chgData name="xi sheng" userId="b3919e0d8ca6a452" providerId="LiveId" clId="{8C65DD49-A72B-47A6-A3EE-56D00128E8DE}" dt="2023-12-26T12:52:25.149" v="570" actId="1076"/>
          <ac:spMkLst>
            <pc:docMk/>
            <pc:sldMk cId="0" sldId="277"/>
            <ac:spMk id="509" creationId="{7963407A-2C6F-DCA3-A3DF-0A790BC357CE}"/>
          </ac:spMkLst>
        </pc:spChg>
        <pc:spChg chg="mod">
          <ac:chgData name="xi sheng" userId="b3919e0d8ca6a452" providerId="LiveId" clId="{8C65DD49-A72B-47A6-A3EE-56D00128E8DE}" dt="2023-12-26T12:52:25.149" v="570" actId="1076"/>
          <ac:spMkLst>
            <pc:docMk/>
            <pc:sldMk cId="0" sldId="277"/>
            <ac:spMk id="510" creationId="{76A6F855-1AC0-2F61-3C94-05419F39F313}"/>
          </ac:spMkLst>
        </pc:spChg>
        <pc:spChg chg="mod">
          <ac:chgData name="xi sheng" userId="b3919e0d8ca6a452" providerId="LiveId" clId="{8C65DD49-A72B-47A6-A3EE-56D00128E8DE}" dt="2023-12-26T12:52:25.149" v="570" actId="1076"/>
          <ac:spMkLst>
            <pc:docMk/>
            <pc:sldMk cId="0" sldId="277"/>
            <ac:spMk id="511" creationId="{E17ADB5E-E2E0-23CF-248E-34CD1A908D4F}"/>
          </ac:spMkLst>
        </pc:spChg>
        <pc:spChg chg="mod">
          <ac:chgData name="xi sheng" userId="b3919e0d8ca6a452" providerId="LiveId" clId="{8C65DD49-A72B-47A6-A3EE-56D00128E8DE}" dt="2023-12-26T12:52:25.149" v="570" actId="1076"/>
          <ac:spMkLst>
            <pc:docMk/>
            <pc:sldMk cId="0" sldId="277"/>
            <ac:spMk id="512" creationId="{9288FE15-4603-DA3D-A9F4-89169ADA64A4}"/>
          </ac:spMkLst>
        </pc:spChg>
        <pc:spChg chg="mod">
          <ac:chgData name="xi sheng" userId="b3919e0d8ca6a452" providerId="LiveId" clId="{8C65DD49-A72B-47A6-A3EE-56D00128E8DE}" dt="2023-12-26T12:52:25.149" v="570" actId="1076"/>
          <ac:spMkLst>
            <pc:docMk/>
            <pc:sldMk cId="0" sldId="277"/>
            <ac:spMk id="513" creationId="{DB5DC04D-6634-E3B6-0999-07A09B15A927}"/>
          </ac:spMkLst>
        </pc:spChg>
        <pc:spChg chg="mod">
          <ac:chgData name="xi sheng" userId="b3919e0d8ca6a452" providerId="LiveId" clId="{8C65DD49-A72B-47A6-A3EE-56D00128E8DE}" dt="2023-12-26T12:52:25.149" v="570" actId="1076"/>
          <ac:spMkLst>
            <pc:docMk/>
            <pc:sldMk cId="0" sldId="277"/>
            <ac:spMk id="514" creationId="{0AAEAD75-E6C0-6F4E-669A-C00F54030747}"/>
          </ac:spMkLst>
        </pc:spChg>
        <pc:spChg chg="mod">
          <ac:chgData name="xi sheng" userId="b3919e0d8ca6a452" providerId="LiveId" clId="{8C65DD49-A72B-47A6-A3EE-56D00128E8DE}" dt="2023-12-26T12:52:25.149" v="570" actId="1076"/>
          <ac:spMkLst>
            <pc:docMk/>
            <pc:sldMk cId="0" sldId="277"/>
            <ac:spMk id="515" creationId="{B98EECA7-2871-ECE5-62CF-20AA21F0229C}"/>
          </ac:spMkLst>
        </pc:spChg>
        <pc:spChg chg="mod">
          <ac:chgData name="xi sheng" userId="b3919e0d8ca6a452" providerId="LiveId" clId="{8C65DD49-A72B-47A6-A3EE-56D00128E8DE}" dt="2023-12-26T12:52:25.149" v="570" actId="1076"/>
          <ac:spMkLst>
            <pc:docMk/>
            <pc:sldMk cId="0" sldId="277"/>
            <ac:spMk id="516" creationId="{15035634-E2EB-D2B8-3433-0C6FD3429EFD}"/>
          </ac:spMkLst>
        </pc:spChg>
        <pc:spChg chg="mod">
          <ac:chgData name="xi sheng" userId="b3919e0d8ca6a452" providerId="LiveId" clId="{8C65DD49-A72B-47A6-A3EE-56D00128E8DE}" dt="2023-12-26T12:52:25.149" v="570" actId="1076"/>
          <ac:spMkLst>
            <pc:docMk/>
            <pc:sldMk cId="0" sldId="277"/>
            <ac:spMk id="517" creationId="{C4A4771E-5F58-7357-D039-56BE39B35D22}"/>
          </ac:spMkLst>
        </pc:spChg>
        <pc:spChg chg="mod">
          <ac:chgData name="xi sheng" userId="b3919e0d8ca6a452" providerId="LiveId" clId="{8C65DD49-A72B-47A6-A3EE-56D00128E8DE}" dt="2023-12-26T12:52:25.149" v="570" actId="1076"/>
          <ac:spMkLst>
            <pc:docMk/>
            <pc:sldMk cId="0" sldId="277"/>
            <ac:spMk id="518" creationId="{302B24E0-9744-16C4-A1BF-A74DE9231848}"/>
          </ac:spMkLst>
        </pc:spChg>
        <pc:spChg chg="mod">
          <ac:chgData name="xi sheng" userId="b3919e0d8ca6a452" providerId="LiveId" clId="{8C65DD49-A72B-47A6-A3EE-56D00128E8DE}" dt="2023-12-26T12:52:25.149" v="570" actId="1076"/>
          <ac:spMkLst>
            <pc:docMk/>
            <pc:sldMk cId="0" sldId="277"/>
            <ac:spMk id="519" creationId="{AC84A234-5820-B9E6-E2BE-1EA802CCE611}"/>
          </ac:spMkLst>
        </pc:spChg>
        <pc:spChg chg="mod">
          <ac:chgData name="xi sheng" userId="b3919e0d8ca6a452" providerId="LiveId" clId="{8C65DD49-A72B-47A6-A3EE-56D00128E8DE}" dt="2023-12-26T12:52:25.149" v="570" actId="1076"/>
          <ac:spMkLst>
            <pc:docMk/>
            <pc:sldMk cId="0" sldId="277"/>
            <ac:spMk id="520" creationId="{702B0461-CB16-18FA-2B85-18F14B1B1C15}"/>
          </ac:spMkLst>
        </pc:spChg>
        <pc:spChg chg="mod">
          <ac:chgData name="xi sheng" userId="b3919e0d8ca6a452" providerId="LiveId" clId="{8C65DD49-A72B-47A6-A3EE-56D00128E8DE}" dt="2023-12-26T12:52:25.149" v="570" actId="1076"/>
          <ac:spMkLst>
            <pc:docMk/>
            <pc:sldMk cId="0" sldId="277"/>
            <ac:spMk id="521" creationId="{263EFC32-534D-B52D-2AEF-0B06A01C9019}"/>
          </ac:spMkLst>
        </pc:spChg>
        <pc:spChg chg="mod">
          <ac:chgData name="xi sheng" userId="b3919e0d8ca6a452" providerId="LiveId" clId="{8C65DD49-A72B-47A6-A3EE-56D00128E8DE}" dt="2023-12-26T12:52:25.149" v="570" actId="1076"/>
          <ac:spMkLst>
            <pc:docMk/>
            <pc:sldMk cId="0" sldId="277"/>
            <ac:spMk id="522" creationId="{183330E8-D4BA-5B12-ADF1-46883D120718}"/>
          </ac:spMkLst>
        </pc:spChg>
        <pc:spChg chg="mod">
          <ac:chgData name="xi sheng" userId="b3919e0d8ca6a452" providerId="LiveId" clId="{8C65DD49-A72B-47A6-A3EE-56D00128E8DE}" dt="2023-12-26T12:52:25.149" v="570" actId="1076"/>
          <ac:spMkLst>
            <pc:docMk/>
            <pc:sldMk cId="0" sldId="277"/>
            <ac:spMk id="523" creationId="{8D0E234D-1313-19A6-9417-D91596080C84}"/>
          </ac:spMkLst>
        </pc:spChg>
        <pc:spChg chg="mod">
          <ac:chgData name="xi sheng" userId="b3919e0d8ca6a452" providerId="LiveId" clId="{8C65DD49-A72B-47A6-A3EE-56D00128E8DE}" dt="2023-12-26T12:52:25.149" v="570" actId="1076"/>
          <ac:spMkLst>
            <pc:docMk/>
            <pc:sldMk cId="0" sldId="277"/>
            <ac:spMk id="524" creationId="{6B2CD8D8-216D-3AE2-50D9-33224070A2F1}"/>
          </ac:spMkLst>
        </pc:spChg>
        <pc:spChg chg="mod">
          <ac:chgData name="xi sheng" userId="b3919e0d8ca6a452" providerId="LiveId" clId="{8C65DD49-A72B-47A6-A3EE-56D00128E8DE}" dt="2023-12-26T12:52:25.149" v="570" actId="1076"/>
          <ac:spMkLst>
            <pc:docMk/>
            <pc:sldMk cId="0" sldId="277"/>
            <ac:spMk id="525" creationId="{277C0CEC-85E1-DA00-0588-7760181E18A2}"/>
          </ac:spMkLst>
        </pc:spChg>
        <pc:spChg chg="mod">
          <ac:chgData name="xi sheng" userId="b3919e0d8ca6a452" providerId="LiveId" clId="{8C65DD49-A72B-47A6-A3EE-56D00128E8DE}" dt="2023-12-26T12:52:25.149" v="570" actId="1076"/>
          <ac:spMkLst>
            <pc:docMk/>
            <pc:sldMk cId="0" sldId="277"/>
            <ac:spMk id="526" creationId="{605644A5-A20F-AFCA-9239-B1DB75CD569D}"/>
          </ac:spMkLst>
        </pc:spChg>
        <pc:spChg chg="mod">
          <ac:chgData name="xi sheng" userId="b3919e0d8ca6a452" providerId="LiveId" clId="{8C65DD49-A72B-47A6-A3EE-56D00128E8DE}" dt="2023-12-26T12:52:25.149" v="570" actId="1076"/>
          <ac:spMkLst>
            <pc:docMk/>
            <pc:sldMk cId="0" sldId="277"/>
            <ac:spMk id="527" creationId="{B113A06E-2E55-E850-4791-31591DE3F469}"/>
          </ac:spMkLst>
        </pc:spChg>
        <pc:spChg chg="mod">
          <ac:chgData name="xi sheng" userId="b3919e0d8ca6a452" providerId="LiveId" clId="{8C65DD49-A72B-47A6-A3EE-56D00128E8DE}" dt="2023-12-26T12:52:25.149" v="570" actId="1076"/>
          <ac:spMkLst>
            <pc:docMk/>
            <pc:sldMk cId="0" sldId="277"/>
            <ac:spMk id="528" creationId="{2D02DBC6-E833-5CE8-6334-9D1C6603F1C8}"/>
          </ac:spMkLst>
        </pc:spChg>
        <pc:spChg chg="mod">
          <ac:chgData name="xi sheng" userId="b3919e0d8ca6a452" providerId="LiveId" clId="{8C65DD49-A72B-47A6-A3EE-56D00128E8DE}" dt="2023-12-26T12:52:25.149" v="570" actId="1076"/>
          <ac:spMkLst>
            <pc:docMk/>
            <pc:sldMk cId="0" sldId="277"/>
            <ac:spMk id="529" creationId="{CC8A9D33-CCE4-063C-7688-E5AE0054A0FC}"/>
          </ac:spMkLst>
        </pc:spChg>
        <pc:spChg chg="mod">
          <ac:chgData name="xi sheng" userId="b3919e0d8ca6a452" providerId="LiveId" clId="{8C65DD49-A72B-47A6-A3EE-56D00128E8DE}" dt="2023-12-26T12:52:25.149" v="570" actId="1076"/>
          <ac:spMkLst>
            <pc:docMk/>
            <pc:sldMk cId="0" sldId="277"/>
            <ac:spMk id="530" creationId="{B741C25E-4798-3660-84A9-E30E29C9B221}"/>
          </ac:spMkLst>
        </pc:spChg>
        <pc:spChg chg="mod">
          <ac:chgData name="xi sheng" userId="b3919e0d8ca6a452" providerId="LiveId" clId="{8C65DD49-A72B-47A6-A3EE-56D00128E8DE}" dt="2023-12-26T12:52:25.149" v="570" actId="1076"/>
          <ac:spMkLst>
            <pc:docMk/>
            <pc:sldMk cId="0" sldId="277"/>
            <ac:spMk id="531" creationId="{B9DD0AC5-4A89-AF0C-C3C9-1312CF29C340}"/>
          </ac:spMkLst>
        </pc:spChg>
        <pc:spChg chg="mod">
          <ac:chgData name="xi sheng" userId="b3919e0d8ca6a452" providerId="LiveId" clId="{8C65DD49-A72B-47A6-A3EE-56D00128E8DE}" dt="2023-12-26T12:52:25.149" v="570" actId="1076"/>
          <ac:spMkLst>
            <pc:docMk/>
            <pc:sldMk cId="0" sldId="277"/>
            <ac:spMk id="532" creationId="{7BBCDED3-CB9F-4E8B-681A-6863AD4A0953}"/>
          </ac:spMkLst>
        </pc:spChg>
        <pc:spChg chg="mod">
          <ac:chgData name="xi sheng" userId="b3919e0d8ca6a452" providerId="LiveId" clId="{8C65DD49-A72B-47A6-A3EE-56D00128E8DE}" dt="2023-12-26T12:52:25.149" v="570" actId="1076"/>
          <ac:spMkLst>
            <pc:docMk/>
            <pc:sldMk cId="0" sldId="277"/>
            <ac:spMk id="533" creationId="{6D1F3287-951F-BA20-9740-DEE1C0C2D24B}"/>
          </ac:spMkLst>
        </pc:spChg>
        <pc:spChg chg="mod">
          <ac:chgData name="xi sheng" userId="b3919e0d8ca6a452" providerId="LiveId" clId="{8C65DD49-A72B-47A6-A3EE-56D00128E8DE}" dt="2023-12-26T12:52:25.149" v="570" actId="1076"/>
          <ac:spMkLst>
            <pc:docMk/>
            <pc:sldMk cId="0" sldId="277"/>
            <ac:spMk id="534" creationId="{D2C95A5F-6715-E414-679D-C0840B7AA62A}"/>
          </ac:spMkLst>
        </pc:spChg>
        <pc:spChg chg="mod">
          <ac:chgData name="xi sheng" userId="b3919e0d8ca6a452" providerId="LiveId" clId="{8C65DD49-A72B-47A6-A3EE-56D00128E8DE}" dt="2023-12-26T12:52:25.149" v="570" actId="1076"/>
          <ac:spMkLst>
            <pc:docMk/>
            <pc:sldMk cId="0" sldId="277"/>
            <ac:spMk id="535" creationId="{47B0289A-C032-72B5-4D5E-ACEE0FE1AA11}"/>
          </ac:spMkLst>
        </pc:spChg>
        <pc:spChg chg="mod">
          <ac:chgData name="xi sheng" userId="b3919e0d8ca6a452" providerId="LiveId" clId="{8C65DD49-A72B-47A6-A3EE-56D00128E8DE}" dt="2023-12-26T12:52:25.149" v="570" actId="1076"/>
          <ac:spMkLst>
            <pc:docMk/>
            <pc:sldMk cId="0" sldId="277"/>
            <ac:spMk id="536" creationId="{0CA3FC55-AB59-C4E7-BD59-86D8715FF576}"/>
          </ac:spMkLst>
        </pc:spChg>
        <pc:spChg chg="mod">
          <ac:chgData name="xi sheng" userId="b3919e0d8ca6a452" providerId="LiveId" clId="{8C65DD49-A72B-47A6-A3EE-56D00128E8DE}" dt="2023-12-26T12:52:25.149" v="570" actId="1076"/>
          <ac:spMkLst>
            <pc:docMk/>
            <pc:sldMk cId="0" sldId="277"/>
            <ac:spMk id="537" creationId="{0E2868BE-2282-060A-8DE9-B03372984598}"/>
          </ac:spMkLst>
        </pc:spChg>
        <pc:spChg chg="mod">
          <ac:chgData name="xi sheng" userId="b3919e0d8ca6a452" providerId="LiveId" clId="{8C65DD49-A72B-47A6-A3EE-56D00128E8DE}" dt="2023-12-26T12:52:25.149" v="570" actId="1076"/>
          <ac:spMkLst>
            <pc:docMk/>
            <pc:sldMk cId="0" sldId="277"/>
            <ac:spMk id="538" creationId="{E02F242F-598E-812B-75DA-300F5BA6F872}"/>
          </ac:spMkLst>
        </pc:spChg>
        <pc:spChg chg="mod">
          <ac:chgData name="xi sheng" userId="b3919e0d8ca6a452" providerId="LiveId" clId="{8C65DD49-A72B-47A6-A3EE-56D00128E8DE}" dt="2023-12-26T12:52:25.149" v="570" actId="1076"/>
          <ac:spMkLst>
            <pc:docMk/>
            <pc:sldMk cId="0" sldId="277"/>
            <ac:spMk id="539" creationId="{FA25E196-4F1E-7C9B-4B42-26CA78F67018}"/>
          </ac:spMkLst>
        </pc:spChg>
        <pc:spChg chg="mod">
          <ac:chgData name="xi sheng" userId="b3919e0d8ca6a452" providerId="LiveId" clId="{8C65DD49-A72B-47A6-A3EE-56D00128E8DE}" dt="2023-12-26T12:52:25.149" v="570" actId="1076"/>
          <ac:spMkLst>
            <pc:docMk/>
            <pc:sldMk cId="0" sldId="277"/>
            <ac:spMk id="540" creationId="{CD88428F-5E32-C4ED-596E-38FD6439D25A}"/>
          </ac:spMkLst>
        </pc:spChg>
        <pc:spChg chg="mod">
          <ac:chgData name="xi sheng" userId="b3919e0d8ca6a452" providerId="LiveId" clId="{8C65DD49-A72B-47A6-A3EE-56D00128E8DE}" dt="2023-12-26T12:52:25.149" v="570" actId="1076"/>
          <ac:spMkLst>
            <pc:docMk/>
            <pc:sldMk cId="0" sldId="277"/>
            <ac:spMk id="541" creationId="{B9F16933-592F-1A14-FAFC-400C4E6D3558}"/>
          </ac:spMkLst>
        </pc:spChg>
        <pc:spChg chg="mod">
          <ac:chgData name="xi sheng" userId="b3919e0d8ca6a452" providerId="LiveId" clId="{8C65DD49-A72B-47A6-A3EE-56D00128E8DE}" dt="2023-12-26T12:52:25.149" v="570" actId="1076"/>
          <ac:spMkLst>
            <pc:docMk/>
            <pc:sldMk cId="0" sldId="277"/>
            <ac:spMk id="542" creationId="{AE718BEB-9717-DD48-3D86-B699A51BF7D1}"/>
          </ac:spMkLst>
        </pc:spChg>
        <pc:spChg chg="mod">
          <ac:chgData name="xi sheng" userId="b3919e0d8ca6a452" providerId="LiveId" clId="{8C65DD49-A72B-47A6-A3EE-56D00128E8DE}" dt="2023-12-26T12:52:25.149" v="570" actId="1076"/>
          <ac:spMkLst>
            <pc:docMk/>
            <pc:sldMk cId="0" sldId="277"/>
            <ac:spMk id="543" creationId="{3B7FB036-15ED-8167-C274-3B6763C713EF}"/>
          </ac:spMkLst>
        </pc:spChg>
        <pc:spChg chg="mod">
          <ac:chgData name="xi sheng" userId="b3919e0d8ca6a452" providerId="LiveId" clId="{8C65DD49-A72B-47A6-A3EE-56D00128E8DE}" dt="2023-12-26T12:52:25.149" v="570" actId="1076"/>
          <ac:spMkLst>
            <pc:docMk/>
            <pc:sldMk cId="0" sldId="277"/>
            <ac:spMk id="544" creationId="{C0198717-805F-2359-A6A6-428A2C207EFF}"/>
          </ac:spMkLst>
        </pc:spChg>
        <pc:spChg chg="mod">
          <ac:chgData name="xi sheng" userId="b3919e0d8ca6a452" providerId="LiveId" clId="{8C65DD49-A72B-47A6-A3EE-56D00128E8DE}" dt="2023-12-26T12:52:25.149" v="570" actId="1076"/>
          <ac:spMkLst>
            <pc:docMk/>
            <pc:sldMk cId="0" sldId="277"/>
            <ac:spMk id="545" creationId="{F99055A1-1866-5E9E-8CD2-8E83BA8F2B28}"/>
          </ac:spMkLst>
        </pc:spChg>
        <pc:spChg chg="mod">
          <ac:chgData name="xi sheng" userId="b3919e0d8ca6a452" providerId="LiveId" clId="{8C65DD49-A72B-47A6-A3EE-56D00128E8DE}" dt="2023-12-26T12:52:25.149" v="570" actId="1076"/>
          <ac:spMkLst>
            <pc:docMk/>
            <pc:sldMk cId="0" sldId="277"/>
            <ac:spMk id="546" creationId="{D211D9B0-ED41-31DF-7F73-C23057867CD1}"/>
          </ac:spMkLst>
        </pc:spChg>
        <pc:spChg chg="mod">
          <ac:chgData name="xi sheng" userId="b3919e0d8ca6a452" providerId="LiveId" clId="{8C65DD49-A72B-47A6-A3EE-56D00128E8DE}" dt="2023-12-26T12:52:25.149" v="570" actId="1076"/>
          <ac:spMkLst>
            <pc:docMk/>
            <pc:sldMk cId="0" sldId="277"/>
            <ac:spMk id="547" creationId="{116AAE46-5482-5860-F994-9B576B4F2EA6}"/>
          </ac:spMkLst>
        </pc:spChg>
        <pc:spChg chg="mod">
          <ac:chgData name="xi sheng" userId="b3919e0d8ca6a452" providerId="LiveId" clId="{8C65DD49-A72B-47A6-A3EE-56D00128E8DE}" dt="2023-12-26T12:52:25.149" v="570" actId="1076"/>
          <ac:spMkLst>
            <pc:docMk/>
            <pc:sldMk cId="0" sldId="277"/>
            <ac:spMk id="548" creationId="{70FBC102-7DF3-F80F-820A-80E59D9BD466}"/>
          </ac:spMkLst>
        </pc:spChg>
        <pc:spChg chg="mod">
          <ac:chgData name="xi sheng" userId="b3919e0d8ca6a452" providerId="LiveId" clId="{8C65DD49-A72B-47A6-A3EE-56D00128E8DE}" dt="2023-12-26T12:52:25.149" v="570" actId="1076"/>
          <ac:spMkLst>
            <pc:docMk/>
            <pc:sldMk cId="0" sldId="277"/>
            <ac:spMk id="549" creationId="{7B323C31-04C2-62DB-2C64-915A0834265C}"/>
          </ac:spMkLst>
        </pc:spChg>
        <pc:spChg chg="mod">
          <ac:chgData name="xi sheng" userId="b3919e0d8ca6a452" providerId="LiveId" clId="{8C65DD49-A72B-47A6-A3EE-56D00128E8DE}" dt="2023-12-26T12:52:25.149" v="570" actId="1076"/>
          <ac:spMkLst>
            <pc:docMk/>
            <pc:sldMk cId="0" sldId="277"/>
            <ac:spMk id="550" creationId="{67660FD0-DF4B-6A8E-BBE0-91BCD85C4E7C}"/>
          </ac:spMkLst>
        </pc:spChg>
        <pc:spChg chg="mod">
          <ac:chgData name="xi sheng" userId="b3919e0d8ca6a452" providerId="LiveId" clId="{8C65DD49-A72B-47A6-A3EE-56D00128E8DE}" dt="2023-12-26T12:52:25.149" v="570" actId="1076"/>
          <ac:spMkLst>
            <pc:docMk/>
            <pc:sldMk cId="0" sldId="277"/>
            <ac:spMk id="551" creationId="{3420CE46-02B7-ADE9-879C-DDA6B91AEDBD}"/>
          </ac:spMkLst>
        </pc:spChg>
        <pc:spChg chg="mod">
          <ac:chgData name="xi sheng" userId="b3919e0d8ca6a452" providerId="LiveId" clId="{8C65DD49-A72B-47A6-A3EE-56D00128E8DE}" dt="2023-12-26T12:52:25.149" v="570" actId="1076"/>
          <ac:spMkLst>
            <pc:docMk/>
            <pc:sldMk cId="0" sldId="277"/>
            <ac:spMk id="552" creationId="{5823B4DE-63D7-AF28-CD85-11239279EF37}"/>
          </ac:spMkLst>
        </pc:spChg>
        <pc:spChg chg="mod">
          <ac:chgData name="xi sheng" userId="b3919e0d8ca6a452" providerId="LiveId" clId="{8C65DD49-A72B-47A6-A3EE-56D00128E8DE}" dt="2023-12-26T12:52:25.149" v="570" actId="1076"/>
          <ac:spMkLst>
            <pc:docMk/>
            <pc:sldMk cId="0" sldId="277"/>
            <ac:spMk id="553" creationId="{E09876DD-28E8-629A-D43E-7123E011571E}"/>
          </ac:spMkLst>
        </pc:spChg>
        <pc:spChg chg="mod">
          <ac:chgData name="xi sheng" userId="b3919e0d8ca6a452" providerId="LiveId" clId="{8C65DD49-A72B-47A6-A3EE-56D00128E8DE}" dt="2023-12-26T12:52:25.149" v="570" actId="1076"/>
          <ac:spMkLst>
            <pc:docMk/>
            <pc:sldMk cId="0" sldId="277"/>
            <ac:spMk id="554" creationId="{B3A247CB-031B-B359-5DD0-51D87AF091EF}"/>
          </ac:spMkLst>
        </pc:spChg>
        <pc:spChg chg="mod">
          <ac:chgData name="xi sheng" userId="b3919e0d8ca6a452" providerId="LiveId" clId="{8C65DD49-A72B-47A6-A3EE-56D00128E8DE}" dt="2023-12-26T12:52:25.149" v="570" actId="1076"/>
          <ac:spMkLst>
            <pc:docMk/>
            <pc:sldMk cId="0" sldId="277"/>
            <ac:spMk id="555" creationId="{56D3190A-38CB-A110-4128-8298ABE2DFA8}"/>
          </ac:spMkLst>
        </pc:spChg>
        <pc:spChg chg="mod">
          <ac:chgData name="xi sheng" userId="b3919e0d8ca6a452" providerId="LiveId" clId="{8C65DD49-A72B-47A6-A3EE-56D00128E8DE}" dt="2023-12-26T12:52:25.149" v="570" actId="1076"/>
          <ac:spMkLst>
            <pc:docMk/>
            <pc:sldMk cId="0" sldId="277"/>
            <ac:spMk id="556" creationId="{E7C00CBB-DA97-0242-A7C3-9387DBCC0859}"/>
          </ac:spMkLst>
        </pc:spChg>
        <pc:spChg chg="mod">
          <ac:chgData name="xi sheng" userId="b3919e0d8ca6a452" providerId="LiveId" clId="{8C65DD49-A72B-47A6-A3EE-56D00128E8DE}" dt="2023-12-26T12:52:25.149" v="570" actId="1076"/>
          <ac:spMkLst>
            <pc:docMk/>
            <pc:sldMk cId="0" sldId="277"/>
            <ac:spMk id="557" creationId="{076429E4-70E5-1477-9F8E-DCE31253E25E}"/>
          </ac:spMkLst>
        </pc:spChg>
        <pc:spChg chg="mod">
          <ac:chgData name="xi sheng" userId="b3919e0d8ca6a452" providerId="LiveId" clId="{8C65DD49-A72B-47A6-A3EE-56D00128E8DE}" dt="2023-12-26T12:52:25.149" v="570" actId="1076"/>
          <ac:spMkLst>
            <pc:docMk/>
            <pc:sldMk cId="0" sldId="277"/>
            <ac:spMk id="558" creationId="{5B7EDCFE-E6E8-4398-B8E9-5B742388ADCC}"/>
          </ac:spMkLst>
        </pc:spChg>
        <pc:spChg chg="mod">
          <ac:chgData name="xi sheng" userId="b3919e0d8ca6a452" providerId="LiveId" clId="{8C65DD49-A72B-47A6-A3EE-56D00128E8DE}" dt="2023-12-26T12:52:25.149" v="570" actId="1076"/>
          <ac:spMkLst>
            <pc:docMk/>
            <pc:sldMk cId="0" sldId="277"/>
            <ac:spMk id="559" creationId="{74B1DB83-0D3A-A914-8825-6111C6616811}"/>
          </ac:spMkLst>
        </pc:spChg>
        <pc:spChg chg="mod">
          <ac:chgData name="xi sheng" userId="b3919e0d8ca6a452" providerId="LiveId" clId="{8C65DD49-A72B-47A6-A3EE-56D00128E8DE}" dt="2023-12-26T12:52:25.149" v="570" actId="1076"/>
          <ac:spMkLst>
            <pc:docMk/>
            <pc:sldMk cId="0" sldId="277"/>
            <ac:spMk id="560" creationId="{849FE300-7EA2-983B-80F0-3FA34260BE1F}"/>
          </ac:spMkLst>
        </pc:spChg>
        <pc:spChg chg="mod">
          <ac:chgData name="xi sheng" userId="b3919e0d8ca6a452" providerId="LiveId" clId="{8C65DD49-A72B-47A6-A3EE-56D00128E8DE}" dt="2023-12-26T12:52:25.149" v="570" actId="1076"/>
          <ac:spMkLst>
            <pc:docMk/>
            <pc:sldMk cId="0" sldId="277"/>
            <ac:spMk id="561" creationId="{4BBA0096-E7EE-BE40-F3C9-A777FCA58C04}"/>
          </ac:spMkLst>
        </pc:spChg>
        <pc:spChg chg="mod">
          <ac:chgData name="xi sheng" userId="b3919e0d8ca6a452" providerId="LiveId" clId="{8C65DD49-A72B-47A6-A3EE-56D00128E8DE}" dt="2023-12-26T12:52:25.149" v="570" actId="1076"/>
          <ac:spMkLst>
            <pc:docMk/>
            <pc:sldMk cId="0" sldId="277"/>
            <ac:spMk id="562" creationId="{C3648C13-472C-5524-B378-3831750C99A5}"/>
          </ac:spMkLst>
        </pc:spChg>
        <pc:spChg chg="mod">
          <ac:chgData name="xi sheng" userId="b3919e0d8ca6a452" providerId="LiveId" clId="{8C65DD49-A72B-47A6-A3EE-56D00128E8DE}" dt="2023-12-26T12:52:25.149" v="570" actId="1076"/>
          <ac:spMkLst>
            <pc:docMk/>
            <pc:sldMk cId="0" sldId="277"/>
            <ac:spMk id="563" creationId="{BC509D5B-A891-9764-E42A-D3555EE6E7E9}"/>
          </ac:spMkLst>
        </pc:spChg>
        <pc:spChg chg="mod">
          <ac:chgData name="xi sheng" userId="b3919e0d8ca6a452" providerId="LiveId" clId="{8C65DD49-A72B-47A6-A3EE-56D00128E8DE}" dt="2023-12-26T12:52:25.149" v="570" actId="1076"/>
          <ac:spMkLst>
            <pc:docMk/>
            <pc:sldMk cId="0" sldId="277"/>
            <ac:spMk id="564" creationId="{034B70ED-1D87-AB1A-8612-89E4E256455F}"/>
          </ac:spMkLst>
        </pc:spChg>
        <pc:spChg chg="mod">
          <ac:chgData name="xi sheng" userId="b3919e0d8ca6a452" providerId="LiveId" clId="{8C65DD49-A72B-47A6-A3EE-56D00128E8DE}" dt="2023-12-26T12:52:25.149" v="570" actId="1076"/>
          <ac:spMkLst>
            <pc:docMk/>
            <pc:sldMk cId="0" sldId="277"/>
            <ac:spMk id="565" creationId="{F68B7A85-FE42-32BA-2AA8-0FDD6AFD9E36}"/>
          </ac:spMkLst>
        </pc:spChg>
        <pc:spChg chg="mod">
          <ac:chgData name="xi sheng" userId="b3919e0d8ca6a452" providerId="LiveId" clId="{8C65DD49-A72B-47A6-A3EE-56D00128E8DE}" dt="2023-12-26T12:52:25.149" v="570" actId="1076"/>
          <ac:spMkLst>
            <pc:docMk/>
            <pc:sldMk cId="0" sldId="277"/>
            <ac:spMk id="566" creationId="{D217C416-5260-BACC-ADB1-51AF421821B5}"/>
          </ac:spMkLst>
        </pc:spChg>
        <pc:spChg chg="mod">
          <ac:chgData name="xi sheng" userId="b3919e0d8ca6a452" providerId="LiveId" clId="{8C65DD49-A72B-47A6-A3EE-56D00128E8DE}" dt="2023-12-26T12:52:25.149" v="570" actId="1076"/>
          <ac:spMkLst>
            <pc:docMk/>
            <pc:sldMk cId="0" sldId="277"/>
            <ac:spMk id="567" creationId="{8A037FCE-011A-A5EA-9DE6-DBFB33D7D6EF}"/>
          </ac:spMkLst>
        </pc:spChg>
        <pc:spChg chg="mod">
          <ac:chgData name="xi sheng" userId="b3919e0d8ca6a452" providerId="LiveId" clId="{8C65DD49-A72B-47A6-A3EE-56D00128E8DE}" dt="2023-12-26T12:52:25.149" v="570" actId="1076"/>
          <ac:spMkLst>
            <pc:docMk/>
            <pc:sldMk cId="0" sldId="277"/>
            <ac:spMk id="568" creationId="{2935C5AB-C374-511A-2A25-43D314830C7A}"/>
          </ac:spMkLst>
        </pc:spChg>
        <pc:spChg chg="mod">
          <ac:chgData name="xi sheng" userId="b3919e0d8ca6a452" providerId="LiveId" clId="{8C65DD49-A72B-47A6-A3EE-56D00128E8DE}" dt="2023-12-26T12:52:25.149" v="570" actId="1076"/>
          <ac:spMkLst>
            <pc:docMk/>
            <pc:sldMk cId="0" sldId="277"/>
            <ac:spMk id="569" creationId="{383CE54D-DACF-CF83-68B9-E5019B870A79}"/>
          </ac:spMkLst>
        </pc:spChg>
        <pc:spChg chg="mod">
          <ac:chgData name="xi sheng" userId="b3919e0d8ca6a452" providerId="LiveId" clId="{8C65DD49-A72B-47A6-A3EE-56D00128E8DE}" dt="2023-12-26T12:52:25.149" v="570" actId="1076"/>
          <ac:spMkLst>
            <pc:docMk/>
            <pc:sldMk cId="0" sldId="277"/>
            <ac:spMk id="570" creationId="{A2B2027A-7CB2-E7F9-15AC-76605CEDB1F9}"/>
          </ac:spMkLst>
        </pc:spChg>
        <pc:spChg chg="mod">
          <ac:chgData name="xi sheng" userId="b3919e0d8ca6a452" providerId="LiveId" clId="{8C65DD49-A72B-47A6-A3EE-56D00128E8DE}" dt="2023-12-26T12:52:25.149" v="570" actId="1076"/>
          <ac:spMkLst>
            <pc:docMk/>
            <pc:sldMk cId="0" sldId="277"/>
            <ac:spMk id="571" creationId="{570CAB22-3D7D-FA6D-3438-321DDF8D05AB}"/>
          </ac:spMkLst>
        </pc:spChg>
        <pc:spChg chg="mod">
          <ac:chgData name="xi sheng" userId="b3919e0d8ca6a452" providerId="LiveId" clId="{8C65DD49-A72B-47A6-A3EE-56D00128E8DE}" dt="2023-12-26T12:52:25.149" v="570" actId="1076"/>
          <ac:spMkLst>
            <pc:docMk/>
            <pc:sldMk cId="0" sldId="277"/>
            <ac:spMk id="572" creationId="{DCD8E2DA-1248-D000-41A7-14868D14D894}"/>
          </ac:spMkLst>
        </pc:spChg>
        <pc:spChg chg="mod">
          <ac:chgData name="xi sheng" userId="b3919e0d8ca6a452" providerId="LiveId" clId="{8C65DD49-A72B-47A6-A3EE-56D00128E8DE}" dt="2023-12-26T12:52:25.149" v="570" actId="1076"/>
          <ac:spMkLst>
            <pc:docMk/>
            <pc:sldMk cId="0" sldId="277"/>
            <ac:spMk id="573" creationId="{AB233214-C9CE-DC76-0F1D-4CF54A2CE265}"/>
          </ac:spMkLst>
        </pc:spChg>
        <pc:spChg chg="mod">
          <ac:chgData name="xi sheng" userId="b3919e0d8ca6a452" providerId="LiveId" clId="{8C65DD49-A72B-47A6-A3EE-56D00128E8DE}" dt="2023-12-26T12:52:25.149" v="570" actId="1076"/>
          <ac:spMkLst>
            <pc:docMk/>
            <pc:sldMk cId="0" sldId="277"/>
            <ac:spMk id="574" creationId="{F6071BA5-A6B5-B647-3A83-7BD3855C3EC4}"/>
          </ac:spMkLst>
        </pc:spChg>
        <pc:spChg chg="mod">
          <ac:chgData name="xi sheng" userId="b3919e0d8ca6a452" providerId="LiveId" clId="{8C65DD49-A72B-47A6-A3EE-56D00128E8DE}" dt="2023-12-26T12:52:25.149" v="570" actId="1076"/>
          <ac:spMkLst>
            <pc:docMk/>
            <pc:sldMk cId="0" sldId="277"/>
            <ac:spMk id="575" creationId="{3C3CA02A-4BEA-567E-7B05-E6F04CA1980A}"/>
          </ac:spMkLst>
        </pc:spChg>
        <pc:spChg chg="mod">
          <ac:chgData name="xi sheng" userId="b3919e0d8ca6a452" providerId="LiveId" clId="{8C65DD49-A72B-47A6-A3EE-56D00128E8DE}" dt="2023-12-26T12:52:25.149" v="570" actId="1076"/>
          <ac:spMkLst>
            <pc:docMk/>
            <pc:sldMk cId="0" sldId="277"/>
            <ac:spMk id="576" creationId="{062F8F82-745E-4F55-8893-98F7631C6B4E}"/>
          </ac:spMkLst>
        </pc:spChg>
        <pc:spChg chg="mod">
          <ac:chgData name="xi sheng" userId="b3919e0d8ca6a452" providerId="LiveId" clId="{8C65DD49-A72B-47A6-A3EE-56D00128E8DE}" dt="2023-12-26T12:52:25.149" v="570" actId="1076"/>
          <ac:spMkLst>
            <pc:docMk/>
            <pc:sldMk cId="0" sldId="277"/>
            <ac:spMk id="577" creationId="{C3C3392B-A39B-3662-F239-758A23E15694}"/>
          </ac:spMkLst>
        </pc:spChg>
        <pc:spChg chg="mod">
          <ac:chgData name="xi sheng" userId="b3919e0d8ca6a452" providerId="LiveId" clId="{8C65DD49-A72B-47A6-A3EE-56D00128E8DE}" dt="2023-12-26T12:52:25.149" v="570" actId="1076"/>
          <ac:spMkLst>
            <pc:docMk/>
            <pc:sldMk cId="0" sldId="277"/>
            <ac:spMk id="578" creationId="{2B24ED91-1E23-6042-C690-8A598B1C9461}"/>
          </ac:spMkLst>
        </pc:spChg>
        <pc:spChg chg="mod">
          <ac:chgData name="xi sheng" userId="b3919e0d8ca6a452" providerId="LiveId" clId="{8C65DD49-A72B-47A6-A3EE-56D00128E8DE}" dt="2023-12-26T12:52:25.149" v="570" actId="1076"/>
          <ac:spMkLst>
            <pc:docMk/>
            <pc:sldMk cId="0" sldId="277"/>
            <ac:spMk id="579" creationId="{C7AD9862-0D5D-0AF5-24D3-A85AA02D716C}"/>
          </ac:spMkLst>
        </pc:spChg>
        <pc:spChg chg="mod">
          <ac:chgData name="xi sheng" userId="b3919e0d8ca6a452" providerId="LiveId" clId="{8C65DD49-A72B-47A6-A3EE-56D00128E8DE}" dt="2023-12-26T12:52:25.149" v="570" actId="1076"/>
          <ac:spMkLst>
            <pc:docMk/>
            <pc:sldMk cId="0" sldId="277"/>
            <ac:spMk id="580" creationId="{8D48E8EC-6CD2-7077-BEF9-050332582363}"/>
          </ac:spMkLst>
        </pc:spChg>
        <pc:spChg chg="mod">
          <ac:chgData name="xi sheng" userId="b3919e0d8ca6a452" providerId="LiveId" clId="{8C65DD49-A72B-47A6-A3EE-56D00128E8DE}" dt="2023-12-26T12:52:25.149" v="570" actId="1076"/>
          <ac:spMkLst>
            <pc:docMk/>
            <pc:sldMk cId="0" sldId="277"/>
            <ac:spMk id="581" creationId="{3685D184-130F-09A0-8319-231EFCC2CD07}"/>
          </ac:spMkLst>
        </pc:spChg>
        <pc:spChg chg="mod">
          <ac:chgData name="xi sheng" userId="b3919e0d8ca6a452" providerId="LiveId" clId="{8C65DD49-A72B-47A6-A3EE-56D00128E8DE}" dt="2023-12-26T12:52:25.149" v="570" actId="1076"/>
          <ac:spMkLst>
            <pc:docMk/>
            <pc:sldMk cId="0" sldId="277"/>
            <ac:spMk id="582" creationId="{5B30DFC9-18D7-41AC-0858-D7689C5189F8}"/>
          </ac:spMkLst>
        </pc:spChg>
        <pc:spChg chg="mod">
          <ac:chgData name="xi sheng" userId="b3919e0d8ca6a452" providerId="LiveId" clId="{8C65DD49-A72B-47A6-A3EE-56D00128E8DE}" dt="2023-12-26T12:52:25.149" v="570" actId="1076"/>
          <ac:spMkLst>
            <pc:docMk/>
            <pc:sldMk cId="0" sldId="277"/>
            <ac:spMk id="583" creationId="{F2BB5B31-A1DC-8861-A772-E222B21DFA36}"/>
          </ac:spMkLst>
        </pc:spChg>
        <pc:spChg chg="mod">
          <ac:chgData name="xi sheng" userId="b3919e0d8ca6a452" providerId="LiveId" clId="{8C65DD49-A72B-47A6-A3EE-56D00128E8DE}" dt="2023-12-26T12:52:25.149" v="570" actId="1076"/>
          <ac:spMkLst>
            <pc:docMk/>
            <pc:sldMk cId="0" sldId="277"/>
            <ac:spMk id="584" creationId="{E89B2B07-87F0-9B8F-9D4C-B06DD820A95C}"/>
          </ac:spMkLst>
        </pc:spChg>
        <pc:spChg chg="mod">
          <ac:chgData name="xi sheng" userId="b3919e0d8ca6a452" providerId="LiveId" clId="{8C65DD49-A72B-47A6-A3EE-56D00128E8DE}" dt="2023-12-26T12:52:25.149" v="570" actId="1076"/>
          <ac:spMkLst>
            <pc:docMk/>
            <pc:sldMk cId="0" sldId="277"/>
            <ac:spMk id="585" creationId="{A8A04258-D2E1-0E69-87DE-ACB4C2A074FD}"/>
          </ac:spMkLst>
        </pc:spChg>
        <pc:spChg chg="mod">
          <ac:chgData name="xi sheng" userId="b3919e0d8ca6a452" providerId="LiveId" clId="{8C65DD49-A72B-47A6-A3EE-56D00128E8DE}" dt="2023-12-26T12:52:25.149" v="570" actId="1076"/>
          <ac:spMkLst>
            <pc:docMk/>
            <pc:sldMk cId="0" sldId="277"/>
            <ac:spMk id="586" creationId="{AF7393B9-462E-32BE-CDD9-D80514565A77}"/>
          </ac:spMkLst>
        </pc:spChg>
        <pc:spChg chg="mod">
          <ac:chgData name="xi sheng" userId="b3919e0d8ca6a452" providerId="LiveId" clId="{8C65DD49-A72B-47A6-A3EE-56D00128E8DE}" dt="2023-12-26T12:52:25.149" v="570" actId="1076"/>
          <ac:spMkLst>
            <pc:docMk/>
            <pc:sldMk cId="0" sldId="277"/>
            <ac:spMk id="587" creationId="{BC6B4070-6AE8-0778-3855-D18826CC1D26}"/>
          </ac:spMkLst>
        </pc:spChg>
        <pc:spChg chg="mod">
          <ac:chgData name="xi sheng" userId="b3919e0d8ca6a452" providerId="LiveId" clId="{8C65DD49-A72B-47A6-A3EE-56D00128E8DE}" dt="2023-12-26T12:52:25.149" v="570" actId="1076"/>
          <ac:spMkLst>
            <pc:docMk/>
            <pc:sldMk cId="0" sldId="277"/>
            <ac:spMk id="588" creationId="{9D464DC0-9138-A375-801B-CC49135EFA72}"/>
          </ac:spMkLst>
        </pc:spChg>
        <pc:spChg chg="mod">
          <ac:chgData name="xi sheng" userId="b3919e0d8ca6a452" providerId="LiveId" clId="{8C65DD49-A72B-47A6-A3EE-56D00128E8DE}" dt="2023-12-26T12:52:25.149" v="570" actId="1076"/>
          <ac:spMkLst>
            <pc:docMk/>
            <pc:sldMk cId="0" sldId="277"/>
            <ac:spMk id="589" creationId="{B0A2CA45-8D1C-FFCD-F33B-CE1DD085756D}"/>
          </ac:spMkLst>
        </pc:spChg>
        <pc:spChg chg="mod">
          <ac:chgData name="xi sheng" userId="b3919e0d8ca6a452" providerId="LiveId" clId="{8C65DD49-A72B-47A6-A3EE-56D00128E8DE}" dt="2023-12-26T12:52:25.149" v="570" actId="1076"/>
          <ac:spMkLst>
            <pc:docMk/>
            <pc:sldMk cId="0" sldId="277"/>
            <ac:spMk id="590" creationId="{6CF14541-C6B6-D079-4D84-CACA54B2B172}"/>
          </ac:spMkLst>
        </pc:spChg>
        <pc:spChg chg="mod">
          <ac:chgData name="xi sheng" userId="b3919e0d8ca6a452" providerId="LiveId" clId="{8C65DD49-A72B-47A6-A3EE-56D00128E8DE}" dt="2023-12-26T12:52:25.149" v="570" actId="1076"/>
          <ac:spMkLst>
            <pc:docMk/>
            <pc:sldMk cId="0" sldId="277"/>
            <ac:spMk id="591" creationId="{1901957E-63EE-87D5-6E3B-971E7BF44881}"/>
          </ac:spMkLst>
        </pc:spChg>
        <pc:spChg chg="mod">
          <ac:chgData name="xi sheng" userId="b3919e0d8ca6a452" providerId="LiveId" clId="{8C65DD49-A72B-47A6-A3EE-56D00128E8DE}" dt="2023-12-26T12:52:25.149" v="570" actId="1076"/>
          <ac:spMkLst>
            <pc:docMk/>
            <pc:sldMk cId="0" sldId="277"/>
            <ac:spMk id="592" creationId="{1754FBBA-FA34-92D3-2C80-C1951313A142}"/>
          </ac:spMkLst>
        </pc:spChg>
        <pc:spChg chg="mod">
          <ac:chgData name="xi sheng" userId="b3919e0d8ca6a452" providerId="LiveId" clId="{8C65DD49-A72B-47A6-A3EE-56D00128E8DE}" dt="2023-12-26T12:52:25.149" v="570" actId="1076"/>
          <ac:spMkLst>
            <pc:docMk/>
            <pc:sldMk cId="0" sldId="277"/>
            <ac:spMk id="593" creationId="{00A8D4B0-D94A-DBC8-6E74-AF4E630BAF98}"/>
          </ac:spMkLst>
        </pc:spChg>
        <pc:spChg chg="mod">
          <ac:chgData name="xi sheng" userId="b3919e0d8ca6a452" providerId="LiveId" clId="{8C65DD49-A72B-47A6-A3EE-56D00128E8DE}" dt="2023-12-26T12:52:25.149" v="570" actId="1076"/>
          <ac:spMkLst>
            <pc:docMk/>
            <pc:sldMk cId="0" sldId="277"/>
            <ac:spMk id="594" creationId="{1991768A-2272-45B5-991A-31FE091B2D85}"/>
          </ac:spMkLst>
        </pc:spChg>
        <pc:spChg chg="mod">
          <ac:chgData name="xi sheng" userId="b3919e0d8ca6a452" providerId="LiveId" clId="{8C65DD49-A72B-47A6-A3EE-56D00128E8DE}" dt="2023-12-26T12:52:25.149" v="570" actId="1076"/>
          <ac:spMkLst>
            <pc:docMk/>
            <pc:sldMk cId="0" sldId="277"/>
            <ac:spMk id="595" creationId="{5E8BEC67-C7BD-6D69-4B8F-AFB4FB3E308E}"/>
          </ac:spMkLst>
        </pc:spChg>
        <pc:spChg chg="mod">
          <ac:chgData name="xi sheng" userId="b3919e0d8ca6a452" providerId="LiveId" clId="{8C65DD49-A72B-47A6-A3EE-56D00128E8DE}" dt="2023-12-26T12:52:25.149" v="570" actId="1076"/>
          <ac:spMkLst>
            <pc:docMk/>
            <pc:sldMk cId="0" sldId="277"/>
            <ac:spMk id="596" creationId="{F622B5A1-1105-9752-9B13-A9BE4E6BFC0A}"/>
          </ac:spMkLst>
        </pc:spChg>
        <pc:spChg chg="mod">
          <ac:chgData name="xi sheng" userId="b3919e0d8ca6a452" providerId="LiveId" clId="{8C65DD49-A72B-47A6-A3EE-56D00128E8DE}" dt="2023-12-26T12:52:25.149" v="570" actId="1076"/>
          <ac:spMkLst>
            <pc:docMk/>
            <pc:sldMk cId="0" sldId="277"/>
            <ac:spMk id="597" creationId="{93BA2815-51C6-B078-AFC2-FD870F9689BF}"/>
          </ac:spMkLst>
        </pc:spChg>
        <pc:spChg chg="mod">
          <ac:chgData name="xi sheng" userId="b3919e0d8ca6a452" providerId="LiveId" clId="{8C65DD49-A72B-47A6-A3EE-56D00128E8DE}" dt="2023-12-26T12:52:25.149" v="570" actId="1076"/>
          <ac:spMkLst>
            <pc:docMk/>
            <pc:sldMk cId="0" sldId="277"/>
            <ac:spMk id="598" creationId="{071FD304-2F89-12D7-5E43-0CA546F4A81C}"/>
          </ac:spMkLst>
        </pc:spChg>
        <pc:spChg chg="mod">
          <ac:chgData name="xi sheng" userId="b3919e0d8ca6a452" providerId="LiveId" clId="{8C65DD49-A72B-47A6-A3EE-56D00128E8DE}" dt="2023-12-26T12:52:25.149" v="570" actId="1076"/>
          <ac:spMkLst>
            <pc:docMk/>
            <pc:sldMk cId="0" sldId="277"/>
            <ac:spMk id="599" creationId="{8E5BE666-50D9-647E-3953-D3EEF1FB18FB}"/>
          </ac:spMkLst>
        </pc:spChg>
        <pc:spChg chg="mod">
          <ac:chgData name="xi sheng" userId="b3919e0d8ca6a452" providerId="LiveId" clId="{8C65DD49-A72B-47A6-A3EE-56D00128E8DE}" dt="2023-12-26T12:52:25.149" v="570" actId="1076"/>
          <ac:spMkLst>
            <pc:docMk/>
            <pc:sldMk cId="0" sldId="277"/>
            <ac:spMk id="600" creationId="{63F0E7D9-3B90-74C9-839E-BFD3C8C04BEB}"/>
          </ac:spMkLst>
        </pc:spChg>
        <pc:spChg chg="mod">
          <ac:chgData name="xi sheng" userId="b3919e0d8ca6a452" providerId="LiveId" clId="{8C65DD49-A72B-47A6-A3EE-56D00128E8DE}" dt="2023-12-26T12:52:25.149" v="570" actId="1076"/>
          <ac:spMkLst>
            <pc:docMk/>
            <pc:sldMk cId="0" sldId="277"/>
            <ac:spMk id="601" creationId="{B1AB5C51-C993-C60B-1B14-672966D0C4A8}"/>
          </ac:spMkLst>
        </pc:spChg>
        <pc:spChg chg="mod">
          <ac:chgData name="xi sheng" userId="b3919e0d8ca6a452" providerId="LiveId" clId="{8C65DD49-A72B-47A6-A3EE-56D00128E8DE}" dt="2023-12-26T12:52:25.149" v="570" actId="1076"/>
          <ac:spMkLst>
            <pc:docMk/>
            <pc:sldMk cId="0" sldId="277"/>
            <ac:spMk id="602" creationId="{FB84CEF2-9BC4-8609-AF69-D0FEECFE548E}"/>
          </ac:spMkLst>
        </pc:spChg>
        <pc:spChg chg="mod">
          <ac:chgData name="xi sheng" userId="b3919e0d8ca6a452" providerId="LiveId" clId="{8C65DD49-A72B-47A6-A3EE-56D00128E8DE}" dt="2023-12-26T12:52:25.149" v="570" actId="1076"/>
          <ac:spMkLst>
            <pc:docMk/>
            <pc:sldMk cId="0" sldId="277"/>
            <ac:spMk id="603" creationId="{F2121061-BA5B-998A-1A46-4BDC4F6C7CAC}"/>
          </ac:spMkLst>
        </pc:spChg>
        <pc:spChg chg="mod">
          <ac:chgData name="xi sheng" userId="b3919e0d8ca6a452" providerId="LiveId" clId="{8C65DD49-A72B-47A6-A3EE-56D00128E8DE}" dt="2023-12-26T12:52:25.149" v="570" actId="1076"/>
          <ac:spMkLst>
            <pc:docMk/>
            <pc:sldMk cId="0" sldId="277"/>
            <ac:spMk id="604" creationId="{E35D37E5-DED6-A9B5-56A4-C8B6D99350BE}"/>
          </ac:spMkLst>
        </pc:spChg>
        <pc:spChg chg="mod">
          <ac:chgData name="xi sheng" userId="b3919e0d8ca6a452" providerId="LiveId" clId="{8C65DD49-A72B-47A6-A3EE-56D00128E8DE}" dt="2023-12-26T12:52:25.149" v="570" actId="1076"/>
          <ac:spMkLst>
            <pc:docMk/>
            <pc:sldMk cId="0" sldId="277"/>
            <ac:spMk id="605" creationId="{E926A3EF-CA15-7A3E-A7A6-E360117ACB54}"/>
          </ac:spMkLst>
        </pc:spChg>
        <pc:spChg chg="mod">
          <ac:chgData name="xi sheng" userId="b3919e0d8ca6a452" providerId="LiveId" clId="{8C65DD49-A72B-47A6-A3EE-56D00128E8DE}" dt="2023-12-26T12:52:25.149" v="570" actId="1076"/>
          <ac:spMkLst>
            <pc:docMk/>
            <pc:sldMk cId="0" sldId="277"/>
            <ac:spMk id="606" creationId="{83F75E8F-6DDB-AF45-A7D7-82A9389A6D34}"/>
          </ac:spMkLst>
        </pc:spChg>
        <pc:spChg chg="mod">
          <ac:chgData name="xi sheng" userId="b3919e0d8ca6a452" providerId="LiveId" clId="{8C65DD49-A72B-47A6-A3EE-56D00128E8DE}" dt="2023-12-26T12:52:25.149" v="570" actId="1076"/>
          <ac:spMkLst>
            <pc:docMk/>
            <pc:sldMk cId="0" sldId="277"/>
            <ac:spMk id="607" creationId="{576BAD89-30AF-75B9-4D2D-D255228EBA23}"/>
          </ac:spMkLst>
        </pc:spChg>
        <pc:spChg chg="mod">
          <ac:chgData name="xi sheng" userId="b3919e0d8ca6a452" providerId="LiveId" clId="{8C65DD49-A72B-47A6-A3EE-56D00128E8DE}" dt="2023-12-26T12:52:25.149" v="570" actId="1076"/>
          <ac:spMkLst>
            <pc:docMk/>
            <pc:sldMk cId="0" sldId="277"/>
            <ac:spMk id="608" creationId="{EB7556B0-4141-9E5C-80D0-DE7391515285}"/>
          </ac:spMkLst>
        </pc:spChg>
        <pc:spChg chg="mod">
          <ac:chgData name="xi sheng" userId="b3919e0d8ca6a452" providerId="LiveId" clId="{8C65DD49-A72B-47A6-A3EE-56D00128E8DE}" dt="2023-12-26T12:52:25.149" v="570" actId="1076"/>
          <ac:spMkLst>
            <pc:docMk/>
            <pc:sldMk cId="0" sldId="277"/>
            <ac:spMk id="609" creationId="{44C555C1-F52D-1F3A-76D4-6A4722A05217}"/>
          </ac:spMkLst>
        </pc:spChg>
        <pc:spChg chg="mod">
          <ac:chgData name="xi sheng" userId="b3919e0d8ca6a452" providerId="LiveId" clId="{8C65DD49-A72B-47A6-A3EE-56D00128E8DE}" dt="2023-12-26T12:52:25.149" v="570" actId="1076"/>
          <ac:spMkLst>
            <pc:docMk/>
            <pc:sldMk cId="0" sldId="277"/>
            <ac:spMk id="610" creationId="{2AAE7344-B958-68BC-DC79-DE25C5A1FD72}"/>
          </ac:spMkLst>
        </pc:spChg>
        <pc:spChg chg="mod">
          <ac:chgData name="xi sheng" userId="b3919e0d8ca6a452" providerId="LiveId" clId="{8C65DD49-A72B-47A6-A3EE-56D00128E8DE}" dt="2023-12-26T12:52:25.149" v="570" actId="1076"/>
          <ac:spMkLst>
            <pc:docMk/>
            <pc:sldMk cId="0" sldId="277"/>
            <ac:spMk id="611" creationId="{F6414675-A439-2626-EAD3-21C6A3B95F98}"/>
          </ac:spMkLst>
        </pc:spChg>
        <pc:spChg chg="mod">
          <ac:chgData name="xi sheng" userId="b3919e0d8ca6a452" providerId="LiveId" clId="{8C65DD49-A72B-47A6-A3EE-56D00128E8DE}" dt="2023-12-26T12:52:25.149" v="570" actId="1076"/>
          <ac:spMkLst>
            <pc:docMk/>
            <pc:sldMk cId="0" sldId="277"/>
            <ac:spMk id="612" creationId="{8FE74AB0-A22B-114F-82A9-10B407093FB4}"/>
          </ac:spMkLst>
        </pc:spChg>
        <pc:spChg chg="mod">
          <ac:chgData name="xi sheng" userId="b3919e0d8ca6a452" providerId="LiveId" clId="{8C65DD49-A72B-47A6-A3EE-56D00128E8DE}" dt="2023-12-26T12:52:25.149" v="570" actId="1076"/>
          <ac:spMkLst>
            <pc:docMk/>
            <pc:sldMk cId="0" sldId="277"/>
            <ac:spMk id="613" creationId="{E74D9845-949F-B913-BD64-ABBCBFF7E974}"/>
          </ac:spMkLst>
        </pc:spChg>
        <pc:spChg chg="mod">
          <ac:chgData name="xi sheng" userId="b3919e0d8ca6a452" providerId="LiveId" clId="{8C65DD49-A72B-47A6-A3EE-56D00128E8DE}" dt="2023-12-26T12:52:25.149" v="570" actId="1076"/>
          <ac:spMkLst>
            <pc:docMk/>
            <pc:sldMk cId="0" sldId="277"/>
            <ac:spMk id="614" creationId="{EC95EC22-A292-4350-D192-B05681A99415}"/>
          </ac:spMkLst>
        </pc:spChg>
        <pc:spChg chg="mod">
          <ac:chgData name="xi sheng" userId="b3919e0d8ca6a452" providerId="LiveId" clId="{8C65DD49-A72B-47A6-A3EE-56D00128E8DE}" dt="2023-12-26T12:52:25.149" v="570" actId="1076"/>
          <ac:spMkLst>
            <pc:docMk/>
            <pc:sldMk cId="0" sldId="277"/>
            <ac:spMk id="615" creationId="{49DDCB1B-5D61-A049-AF95-BF515A56C81F}"/>
          </ac:spMkLst>
        </pc:spChg>
        <pc:spChg chg="mod">
          <ac:chgData name="xi sheng" userId="b3919e0d8ca6a452" providerId="LiveId" clId="{8C65DD49-A72B-47A6-A3EE-56D00128E8DE}" dt="2023-12-26T12:52:25.149" v="570" actId="1076"/>
          <ac:spMkLst>
            <pc:docMk/>
            <pc:sldMk cId="0" sldId="277"/>
            <ac:spMk id="616" creationId="{E0CBB795-4144-8E5C-F5B9-59F2E45C86FF}"/>
          </ac:spMkLst>
        </pc:spChg>
        <pc:spChg chg="mod">
          <ac:chgData name="xi sheng" userId="b3919e0d8ca6a452" providerId="LiveId" clId="{8C65DD49-A72B-47A6-A3EE-56D00128E8DE}" dt="2023-12-26T12:52:25.149" v="570" actId="1076"/>
          <ac:spMkLst>
            <pc:docMk/>
            <pc:sldMk cId="0" sldId="277"/>
            <ac:spMk id="617" creationId="{7E425FDC-0CDF-1F60-D9B2-44D514FB5D4F}"/>
          </ac:spMkLst>
        </pc:spChg>
        <pc:spChg chg="mod">
          <ac:chgData name="xi sheng" userId="b3919e0d8ca6a452" providerId="LiveId" clId="{8C65DD49-A72B-47A6-A3EE-56D00128E8DE}" dt="2023-12-26T12:52:25.149" v="570" actId="1076"/>
          <ac:spMkLst>
            <pc:docMk/>
            <pc:sldMk cId="0" sldId="277"/>
            <ac:spMk id="618" creationId="{1673DEE8-3CE0-6CC3-ED04-D89168C9D084}"/>
          </ac:spMkLst>
        </pc:spChg>
        <pc:spChg chg="mod">
          <ac:chgData name="xi sheng" userId="b3919e0d8ca6a452" providerId="LiveId" clId="{8C65DD49-A72B-47A6-A3EE-56D00128E8DE}" dt="2023-12-26T12:52:25.149" v="570" actId="1076"/>
          <ac:spMkLst>
            <pc:docMk/>
            <pc:sldMk cId="0" sldId="277"/>
            <ac:spMk id="619" creationId="{AE010EC4-6866-02B2-2D84-9E9291493169}"/>
          </ac:spMkLst>
        </pc:spChg>
        <pc:spChg chg="mod">
          <ac:chgData name="xi sheng" userId="b3919e0d8ca6a452" providerId="LiveId" clId="{8C65DD49-A72B-47A6-A3EE-56D00128E8DE}" dt="2023-12-26T12:52:25.149" v="570" actId="1076"/>
          <ac:spMkLst>
            <pc:docMk/>
            <pc:sldMk cId="0" sldId="277"/>
            <ac:spMk id="620" creationId="{67270CE2-7509-A7BA-44EB-196821F16FAE}"/>
          </ac:spMkLst>
        </pc:spChg>
        <pc:spChg chg="mod">
          <ac:chgData name="xi sheng" userId="b3919e0d8ca6a452" providerId="LiveId" clId="{8C65DD49-A72B-47A6-A3EE-56D00128E8DE}" dt="2023-12-26T12:52:25.149" v="570" actId="1076"/>
          <ac:spMkLst>
            <pc:docMk/>
            <pc:sldMk cId="0" sldId="277"/>
            <ac:spMk id="621" creationId="{48ABC4FE-1098-B523-C370-F82BE8598FF4}"/>
          </ac:spMkLst>
        </pc:spChg>
        <pc:spChg chg="mod">
          <ac:chgData name="xi sheng" userId="b3919e0d8ca6a452" providerId="LiveId" clId="{8C65DD49-A72B-47A6-A3EE-56D00128E8DE}" dt="2023-12-26T12:52:25.149" v="570" actId="1076"/>
          <ac:spMkLst>
            <pc:docMk/>
            <pc:sldMk cId="0" sldId="277"/>
            <ac:spMk id="622" creationId="{3C28F8F8-EC29-8CE2-D466-57EC4F672188}"/>
          </ac:spMkLst>
        </pc:spChg>
        <pc:spChg chg="mod">
          <ac:chgData name="xi sheng" userId="b3919e0d8ca6a452" providerId="LiveId" clId="{8C65DD49-A72B-47A6-A3EE-56D00128E8DE}" dt="2023-12-26T12:52:25.149" v="570" actId="1076"/>
          <ac:spMkLst>
            <pc:docMk/>
            <pc:sldMk cId="0" sldId="277"/>
            <ac:spMk id="623" creationId="{69D34901-DC7B-38A7-7FAD-BEEB31E951FF}"/>
          </ac:spMkLst>
        </pc:spChg>
        <pc:spChg chg="mod">
          <ac:chgData name="xi sheng" userId="b3919e0d8ca6a452" providerId="LiveId" clId="{8C65DD49-A72B-47A6-A3EE-56D00128E8DE}" dt="2023-12-26T12:52:25.149" v="570" actId="1076"/>
          <ac:spMkLst>
            <pc:docMk/>
            <pc:sldMk cId="0" sldId="277"/>
            <ac:spMk id="624" creationId="{55C70AEE-CEA0-A4AD-A9FB-8A2F9DEB0F8B}"/>
          </ac:spMkLst>
        </pc:spChg>
        <pc:spChg chg="mod">
          <ac:chgData name="xi sheng" userId="b3919e0d8ca6a452" providerId="LiveId" clId="{8C65DD49-A72B-47A6-A3EE-56D00128E8DE}" dt="2023-12-26T12:52:25.149" v="570" actId="1076"/>
          <ac:spMkLst>
            <pc:docMk/>
            <pc:sldMk cId="0" sldId="277"/>
            <ac:spMk id="625" creationId="{463EB5DE-781E-D0D1-BB23-1EA1B85EE5D4}"/>
          </ac:spMkLst>
        </pc:spChg>
        <pc:spChg chg="mod">
          <ac:chgData name="xi sheng" userId="b3919e0d8ca6a452" providerId="LiveId" clId="{8C65DD49-A72B-47A6-A3EE-56D00128E8DE}" dt="2023-12-26T12:52:25.149" v="570" actId="1076"/>
          <ac:spMkLst>
            <pc:docMk/>
            <pc:sldMk cId="0" sldId="277"/>
            <ac:spMk id="626" creationId="{8F3EF6B0-8E6E-B46A-3565-4FFA305ABB9A}"/>
          </ac:spMkLst>
        </pc:spChg>
        <pc:spChg chg="mod">
          <ac:chgData name="xi sheng" userId="b3919e0d8ca6a452" providerId="LiveId" clId="{8C65DD49-A72B-47A6-A3EE-56D00128E8DE}" dt="2023-12-26T12:52:25.149" v="570" actId="1076"/>
          <ac:spMkLst>
            <pc:docMk/>
            <pc:sldMk cId="0" sldId="277"/>
            <ac:spMk id="627" creationId="{CEE7557C-B65D-D355-F8E9-F59DA10C9115}"/>
          </ac:spMkLst>
        </pc:spChg>
        <pc:spChg chg="mod">
          <ac:chgData name="xi sheng" userId="b3919e0d8ca6a452" providerId="LiveId" clId="{8C65DD49-A72B-47A6-A3EE-56D00128E8DE}" dt="2023-12-26T12:52:25.149" v="570" actId="1076"/>
          <ac:spMkLst>
            <pc:docMk/>
            <pc:sldMk cId="0" sldId="277"/>
            <ac:spMk id="628" creationId="{DA13320E-4FBC-3E04-6159-1145485EA2D7}"/>
          </ac:spMkLst>
        </pc:spChg>
        <pc:spChg chg="mod">
          <ac:chgData name="xi sheng" userId="b3919e0d8ca6a452" providerId="LiveId" clId="{8C65DD49-A72B-47A6-A3EE-56D00128E8DE}" dt="2023-12-26T12:52:25.149" v="570" actId="1076"/>
          <ac:spMkLst>
            <pc:docMk/>
            <pc:sldMk cId="0" sldId="277"/>
            <ac:spMk id="629" creationId="{6342156D-B0A1-E477-7DAA-DC60E37AE4F1}"/>
          </ac:spMkLst>
        </pc:spChg>
        <pc:spChg chg="mod">
          <ac:chgData name="xi sheng" userId="b3919e0d8ca6a452" providerId="LiveId" clId="{8C65DD49-A72B-47A6-A3EE-56D00128E8DE}" dt="2023-12-26T12:52:25.149" v="570" actId="1076"/>
          <ac:spMkLst>
            <pc:docMk/>
            <pc:sldMk cId="0" sldId="277"/>
            <ac:spMk id="630" creationId="{22280E3C-C3D6-7917-2F67-9E91123E14F3}"/>
          </ac:spMkLst>
        </pc:spChg>
        <pc:spChg chg="mod">
          <ac:chgData name="xi sheng" userId="b3919e0d8ca6a452" providerId="LiveId" clId="{8C65DD49-A72B-47A6-A3EE-56D00128E8DE}" dt="2023-12-26T12:52:25.149" v="570" actId="1076"/>
          <ac:spMkLst>
            <pc:docMk/>
            <pc:sldMk cId="0" sldId="277"/>
            <ac:spMk id="631" creationId="{E7FEE8EC-C0EC-2F0B-8250-CE5363F23825}"/>
          </ac:spMkLst>
        </pc:spChg>
        <pc:spChg chg="mod">
          <ac:chgData name="xi sheng" userId="b3919e0d8ca6a452" providerId="LiveId" clId="{8C65DD49-A72B-47A6-A3EE-56D00128E8DE}" dt="2023-12-26T12:52:25.149" v="570" actId="1076"/>
          <ac:spMkLst>
            <pc:docMk/>
            <pc:sldMk cId="0" sldId="277"/>
            <ac:spMk id="632" creationId="{3F5E1E98-B1CA-1176-486D-68D97A70F907}"/>
          </ac:spMkLst>
        </pc:spChg>
        <pc:spChg chg="mod">
          <ac:chgData name="xi sheng" userId="b3919e0d8ca6a452" providerId="LiveId" clId="{8C65DD49-A72B-47A6-A3EE-56D00128E8DE}" dt="2023-12-26T12:52:25.149" v="570" actId="1076"/>
          <ac:spMkLst>
            <pc:docMk/>
            <pc:sldMk cId="0" sldId="277"/>
            <ac:spMk id="633" creationId="{A250FFDB-DFD3-8C94-7044-59402DF4F814}"/>
          </ac:spMkLst>
        </pc:spChg>
        <pc:spChg chg="mod">
          <ac:chgData name="xi sheng" userId="b3919e0d8ca6a452" providerId="LiveId" clId="{8C65DD49-A72B-47A6-A3EE-56D00128E8DE}" dt="2023-12-26T12:52:25.149" v="570" actId="1076"/>
          <ac:spMkLst>
            <pc:docMk/>
            <pc:sldMk cId="0" sldId="277"/>
            <ac:spMk id="634" creationId="{36CECFA2-EAEE-F5BC-DA45-7FAAB98DCFB4}"/>
          </ac:spMkLst>
        </pc:spChg>
        <pc:spChg chg="mod">
          <ac:chgData name="xi sheng" userId="b3919e0d8ca6a452" providerId="LiveId" clId="{8C65DD49-A72B-47A6-A3EE-56D00128E8DE}" dt="2023-12-26T12:52:25.149" v="570" actId="1076"/>
          <ac:spMkLst>
            <pc:docMk/>
            <pc:sldMk cId="0" sldId="277"/>
            <ac:spMk id="635" creationId="{96A73E6C-34D8-9030-DBB5-E5C3DB19FA1B}"/>
          </ac:spMkLst>
        </pc:spChg>
        <pc:spChg chg="mod">
          <ac:chgData name="xi sheng" userId="b3919e0d8ca6a452" providerId="LiveId" clId="{8C65DD49-A72B-47A6-A3EE-56D00128E8DE}" dt="2023-12-26T12:52:25.149" v="570" actId="1076"/>
          <ac:spMkLst>
            <pc:docMk/>
            <pc:sldMk cId="0" sldId="277"/>
            <ac:spMk id="636" creationId="{2E3DA975-FAF7-D805-2E4D-05731CA22E68}"/>
          </ac:spMkLst>
        </pc:spChg>
        <pc:spChg chg="mod">
          <ac:chgData name="xi sheng" userId="b3919e0d8ca6a452" providerId="LiveId" clId="{8C65DD49-A72B-47A6-A3EE-56D00128E8DE}" dt="2023-12-26T12:52:25.149" v="570" actId="1076"/>
          <ac:spMkLst>
            <pc:docMk/>
            <pc:sldMk cId="0" sldId="277"/>
            <ac:spMk id="637" creationId="{2393333D-B428-FDF6-902C-FCE87137FFA1}"/>
          </ac:spMkLst>
        </pc:spChg>
        <pc:spChg chg="mod">
          <ac:chgData name="xi sheng" userId="b3919e0d8ca6a452" providerId="LiveId" clId="{8C65DD49-A72B-47A6-A3EE-56D00128E8DE}" dt="2023-12-26T12:52:25.149" v="570" actId="1076"/>
          <ac:spMkLst>
            <pc:docMk/>
            <pc:sldMk cId="0" sldId="277"/>
            <ac:spMk id="638" creationId="{B539A3BF-0D13-E5A7-0B6D-A5A8872FA015}"/>
          </ac:spMkLst>
        </pc:spChg>
        <pc:spChg chg="mod">
          <ac:chgData name="xi sheng" userId="b3919e0d8ca6a452" providerId="LiveId" clId="{8C65DD49-A72B-47A6-A3EE-56D00128E8DE}" dt="2023-12-26T12:52:25.149" v="570" actId="1076"/>
          <ac:spMkLst>
            <pc:docMk/>
            <pc:sldMk cId="0" sldId="277"/>
            <ac:spMk id="639" creationId="{D5F05437-182B-98C7-4391-28BA132D424B}"/>
          </ac:spMkLst>
        </pc:spChg>
        <pc:spChg chg="mod">
          <ac:chgData name="xi sheng" userId="b3919e0d8ca6a452" providerId="LiveId" clId="{8C65DD49-A72B-47A6-A3EE-56D00128E8DE}" dt="2023-12-26T12:52:25.149" v="570" actId="1076"/>
          <ac:spMkLst>
            <pc:docMk/>
            <pc:sldMk cId="0" sldId="277"/>
            <ac:spMk id="640" creationId="{5636A16B-2E80-2129-AD24-C01EB1E7C631}"/>
          </ac:spMkLst>
        </pc:spChg>
        <pc:spChg chg="mod">
          <ac:chgData name="xi sheng" userId="b3919e0d8ca6a452" providerId="LiveId" clId="{8C65DD49-A72B-47A6-A3EE-56D00128E8DE}" dt="2023-12-26T12:52:25.149" v="570" actId="1076"/>
          <ac:spMkLst>
            <pc:docMk/>
            <pc:sldMk cId="0" sldId="277"/>
            <ac:spMk id="641" creationId="{406D169E-F401-7D1F-6B60-8ED4874CAEDB}"/>
          </ac:spMkLst>
        </pc:spChg>
        <pc:spChg chg="mod">
          <ac:chgData name="xi sheng" userId="b3919e0d8ca6a452" providerId="LiveId" clId="{8C65DD49-A72B-47A6-A3EE-56D00128E8DE}" dt="2023-12-26T12:52:25.149" v="570" actId="1076"/>
          <ac:spMkLst>
            <pc:docMk/>
            <pc:sldMk cId="0" sldId="277"/>
            <ac:spMk id="642" creationId="{65B04CD9-4588-290B-3FB2-11E6A3631AA6}"/>
          </ac:spMkLst>
        </pc:spChg>
        <pc:spChg chg="mod">
          <ac:chgData name="xi sheng" userId="b3919e0d8ca6a452" providerId="LiveId" clId="{8C65DD49-A72B-47A6-A3EE-56D00128E8DE}" dt="2023-12-26T12:52:25.149" v="570" actId="1076"/>
          <ac:spMkLst>
            <pc:docMk/>
            <pc:sldMk cId="0" sldId="277"/>
            <ac:spMk id="643" creationId="{6057DD3A-DB7A-A731-66D9-2759E1008612}"/>
          </ac:spMkLst>
        </pc:spChg>
        <pc:spChg chg="mod">
          <ac:chgData name="xi sheng" userId="b3919e0d8ca6a452" providerId="LiveId" clId="{8C65DD49-A72B-47A6-A3EE-56D00128E8DE}" dt="2023-12-26T12:52:25.149" v="570" actId="1076"/>
          <ac:spMkLst>
            <pc:docMk/>
            <pc:sldMk cId="0" sldId="277"/>
            <ac:spMk id="644" creationId="{241404F4-BDCD-3258-C7DF-02E693A964D7}"/>
          </ac:spMkLst>
        </pc:spChg>
        <pc:spChg chg="mod">
          <ac:chgData name="xi sheng" userId="b3919e0d8ca6a452" providerId="LiveId" clId="{8C65DD49-A72B-47A6-A3EE-56D00128E8DE}" dt="2023-12-26T12:52:25.149" v="570" actId="1076"/>
          <ac:spMkLst>
            <pc:docMk/>
            <pc:sldMk cId="0" sldId="277"/>
            <ac:spMk id="645" creationId="{68998CDD-08A0-53D0-6636-77F5FF9BD067}"/>
          </ac:spMkLst>
        </pc:spChg>
        <pc:spChg chg="mod">
          <ac:chgData name="xi sheng" userId="b3919e0d8ca6a452" providerId="LiveId" clId="{8C65DD49-A72B-47A6-A3EE-56D00128E8DE}" dt="2023-12-26T12:52:25.149" v="570" actId="1076"/>
          <ac:spMkLst>
            <pc:docMk/>
            <pc:sldMk cId="0" sldId="277"/>
            <ac:spMk id="646" creationId="{086D619C-DB62-0AE8-B80B-23BC082DBE82}"/>
          </ac:spMkLst>
        </pc:spChg>
        <pc:spChg chg="mod">
          <ac:chgData name="xi sheng" userId="b3919e0d8ca6a452" providerId="LiveId" clId="{8C65DD49-A72B-47A6-A3EE-56D00128E8DE}" dt="2023-12-26T12:52:25.149" v="570" actId="1076"/>
          <ac:spMkLst>
            <pc:docMk/>
            <pc:sldMk cId="0" sldId="277"/>
            <ac:spMk id="647" creationId="{46259BB9-666C-E27B-8F87-B905FDFDEFDB}"/>
          </ac:spMkLst>
        </pc:spChg>
        <pc:spChg chg="mod">
          <ac:chgData name="xi sheng" userId="b3919e0d8ca6a452" providerId="LiveId" clId="{8C65DD49-A72B-47A6-A3EE-56D00128E8DE}" dt="2023-12-26T12:52:25.149" v="570" actId="1076"/>
          <ac:spMkLst>
            <pc:docMk/>
            <pc:sldMk cId="0" sldId="277"/>
            <ac:spMk id="648" creationId="{AC77D365-AC2C-E490-E3FF-ED1DB30992EA}"/>
          </ac:spMkLst>
        </pc:spChg>
        <pc:spChg chg="mod">
          <ac:chgData name="xi sheng" userId="b3919e0d8ca6a452" providerId="LiveId" clId="{8C65DD49-A72B-47A6-A3EE-56D00128E8DE}" dt="2023-12-26T12:52:25.149" v="570" actId="1076"/>
          <ac:spMkLst>
            <pc:docMk/>
            <pc:sldMk cId="0" sldId="277"/>
            <ac:spMk id="649" creationId="{C2CFA0C0-C0CC-0836-B459-C93FEC973CA2}"/>
          </ac:spMkLst>
        </pc:spChg>
        <pc:spChg chg="mod">
          <ac:chgData name="xi sheng" userId="b3919e0d8ca6a452" providerId="LiveId" clId="{8C65DD49-A72B-47A6-A3EE-56D00128E8DE}" dt="2023-12-26T12:52:25.149" v="570" actId="1076"/>
          <ac:spMkLst>
            <pc:docMk/>
            <pc:sldMk cId="0" sldId="277"/>
            <ac:spMk id="650" creationId="{FF10F4BD-1966-BE86-F769-E17792896C06}"/>
          </ac:spMkLst>
        </pc:spChg>
        <pc:spChg chg="mod">
          <ac:chgData name="xi sheng" userId="b3919e0d8ca6a452" providerId="LiveId" clId="{8C65DD49-A72B-47A6-A3EE-56D00128E8DE}" dt="2023-12-26T12:52:25.149" v="570" actId="1076"/>
          <ac:spMkLst>
            <pc:docMk/>
            <pc:sldMk cId="0" sldId="277"/>
            <ac:spMk id="651" creationId="{6850744C-9207-801F-12BB-796800BFCED9}"/>
          </ac:spMkLst>
        </pc:spChg>
        <pc:spChg chg="mod">
          <ac:chgData name="xi sheng" userId="b3919e0d8ca6a452" providerId="LiveId" clId="{8C65DD49-A72B-47A6-A3EE-56D00128E8DE}" dt="2023-12-26T12:52:25.149" v="570" actId="1076"/>
          <ac:spMkLst>
            <pc:docMk/>
            <pc:sldMk cId="0" sldId="277"/>
            <ac:spMk id="652" creationId="{933A3414-0F93-0E78-869A-A59A8A8C660A}"/>
          </ac:spMkLst>
        </pc:spChg>
        <pc:spChg chg="mod">
          <ac:chgData name="xi sheng" userId="b3919e0d8ca6a452" providerId="LiveId" clId="{8C65DD49-A72B-47A6-A3EE-56D00128E8DE}" dt="2023-12-26T12:52:25.149" v="570" actId="1076"/>
          <ac:spMkLst>
            <pc:docMk/>
            <pc:sldMk cId="0" sldId="277"/>
            <ac:spMk id="653" creationId="{75DFB7AA-7169-275B-7946-E8329166B3F7}"/>
          </ac:spMkLst>
        </pc:spChg>
        <pc:spChg chg="mod">
          <ac:chgData name="xi sheng" userId="b3919e0d8ca6a452" providerId="LiveId" clId="{8C65DD49-A72B-47A6-A3EE-56D00128E8DE}" dt="2023-12-26T12:52:25.149" v="570" actId="1076"/>
          <ac:spMkLst>
            <pc:docMk/>
            <pc:sldMk cId="0" sldId="277"/>
            <ac:spMk id="654" creationId="{7D42080E-9D0C-6680-624F-2BE81740AAD8}"/>
          </ac:spMkLst>
        </pc:spChg>
        <pc:spChg chg="mod">
          <ac:chgData name="xi sheng" userId="b3919e0d8ca6a452" providerId="LiveId" clId="{8C65DD49-A72B-47A6-A3EE-56D00128E8DE}" dt="2023-12-26T12:52:25.149" v="570" actId="1076"/>
          <ac:spMkLst>
            <pc:docMk/>
            <pc:sldMk cId="0" sldId="277"/>
            <ac:spMk id="655" creationId="{4483C7AC-1172-C809-3F41-E4DFBDFF722E}"/>
          </ac:spMkLst>
        </pc:spChg>
        <pc:spChg chg="mod">
          <ac:chgData name="xi sheng" userId="b3919e0d8ca6a452" providerId="LiveId" clId="{8C65DD49-A72B-47A6-A3EE-56D00128E8DE}" dt="2023-12-26T12:52:25.149" v="570" actId="1076"/>
          <ac:spMkLst>
            <pc:docMk/>
            <pc:sldMk cId="0" sldId="277"/>
            <ac:spMk id="656" creationId="{33868671-F7C5-A584-F83C-0EE1D8914C40}"/>
          </ac:spMkLst>
        </pc:spChg>
        <pc:spChg chg="mod">
          <ac:chgData name="xi sheng" userId="b3919e0d8ca6a452" providerId="LiveId" clId="{8C65DD49-A72B-47A6-A3EE-56D00128E8DE}" dt="2023-12-26T12:52:25.149" v="570" actId="1076"/>
          <ac:spMkLst>
            <pc:docMk/>
            <pc:sldMk cId="0" sldId="277"/>
            <ac:spMk id="657" creationId="{0D924F3A-CB50-5D86-9554-E59489825C8A}"/>
          </ac:spMkLst>
        </pc:spChg>
        <pc:spChg chg="mod">
          <ac:chgData name="xi sheng" userId="b3919e0d8ca6a452" providerId="LiveId" clId="{8C65DD49-A72B-47A6-A3EE-56D00128E8DE}" dt="2023-12-26T12:52:25.149" v="570" actId="1076"/>
          <ac:spMkLst>
            <pc:docMk/>
            <pc:sldMk cId="0" sldId="277"/>
            <ac:spMk id="658" creationId="{00FA798A-5159-6774-A7FF-8545B18E0CBC}"/>
          </ac:spMkLst>
        </pc:spChg>
        <pc:spChg chg="mod">
          <ac:chgData name="xi sheng" userId="b3919e0d8ca6a452" providerId="LiveId" clId="{8C65DD49-A72B-47A6-A3EE-56D00128E8DE}" dt="2023-12-26T12:52:25.149" v="570" actId="1076"/>
          <ac:spMkLst>
            <pc:docMk/>
            <pc:sldMk cId="0" sldId="277"/>
            <ac:spMk id="659" creationId="{BF63AB26-EFEA-11F7-E769-EBD2CEBF2A73}"/>
          </ac:spMkLst>
        </pc:spChg>
        <pc:spChg chg="mod">
          <ac:chgData name="xi sheng" userId="b3919e0d8ca6a452" providerId="LiveId" clId="{8C65DD49-A72B-47A6-A3EE-56D00128E8DE}" dt="2023-12-26T12:52:25.149" v="570" actId="1076"/>
          <ac:spMkLst>
            <pc:docMk/>
            <pc:sldMk cId="0" sldId="277"/>
            <ac:spMk id="660" creationId="{DDEDF8E3-00A9-40CF-E2F4-BCABC85C95FD}"/>
          </ac:spMkLst>
        </pc:spChg>
        <pc:spChg chg="mod">
          <ac:chgData name="xi sheng" userId="b3919e0d8ca6a452" providerId="LiveId" clId="{8C65DD49-A72B-47A6-A3EE-56D00128E8DE}" dt="2023-12-26T12:52:25.149" v="570" actId="1076"/>
          <ac:spMkLst>
            <pc:docMk/>
            <pc:sldMk cId="0" sldId="277"/>
            <ac:spMk id="661" creationId="{C0BB2754-A5E1-F811-86E2-05FB45C9272A}"/>
          </ac:spMkLst>
        </pc:spChg>
        <pc:spChg chg="mod">
          <ac:chgData name="xi sheng" userId="b3919e0d8ca6a452" providerId="LiveId" clId="{8C65DD49-A72B-47A6-A3EE-56D00128E8DE}" dt="2023-12-26T12:52:25.149" v="570" actId="1076"/>
          <ac:spMkLst>
            <pc:docMk/>
            <pc:sldMk cId="0" sldId="277"/>
            <ac:spMk id="662" creationId="{35664709-3A26-E8A1-19D6-B0036103A8E0}"/>
          </ac:spMkLst>
        </pc:spChg>
        <pc:spChg chg="mod">
          <ac:chgData name="xi sheng" userId="b3919e0d8ca6a452" providerId="LiveId" clId="{8C65DD49-A72B-47A6-A3EE-56D00128E8DE}" dt="2023-12-26T12:52:25.149" v="570" actId="1076"/>
          <ac:spMkLst>
            <pc:docMk/>
            <pc:sldMk cId="0" sldId="277"/>
            <ac:spMk id="663" creationId="{BFAE6EB8-C059-E530-3F44-25605D702C43}"/>
          </ac:spMkLst>
        </pc:spChg>
        <pc:spChg chg="mod">
          <ac:chgData name="xi sheng" userId="b3919e0d8ca6a452" providerId="LiveId" clId="{8C65DD49-A72B-47A6-A3EE-56D00128E8DE}" dt="2023-12-26T12:52:25.149" v="570" actId="1076"/>
          <ac:spMkLst>
            <pc:docMk/>
            <pc:sldMk cId="0" sldId="277"/>
            <ac:spMk id="664" creationId="{217A07FB-067D-B855-A04E-B6D9679786D1}"/>
          </ac:spMkLst>
        </pc:spChg>
        <pc:spChg chg="mod">
          <ac:chgData name="xi sheng" userId="b3919e0d8ca6a452" providerId="LiveId" clId="{8C65DD49-A72B-47A6-A3EE-56D00128E8DE}" dt="2023-12-26T12:52:25.149" v="570" actId="1076"/>
          <ac:spMkLst>
            <pc:docMk/>
            <pc:sldMk cId="0" sldId="277"/>
            <ac:spMk id="665" creationId="{28D49556-FF6D-636A-CF0C-B0487F0D9DBC}"/>
          </ac:spMkLst>
        </pc:spChg>
        <pc:spChg chg="mod">
          <ac:chgData name="xi sheng" userId="b3919e0d8ca6a452" providerId="LiveId" clId="{8C65DD49-A72B-47A6-A3EE-56D00128E8DE}" dt="2023-12-26T12:52:25.149" v="570" actId="1076"/>
          <ac:spMkLst>
            <pc:docMk/>
            <pc:sldMk cId="0" sldId="277"/>
            <ac:spMk id="666" creationId="{356D247B-A70D-079A-B012-A4FAB2A8ED51}"/>
          </ac:spMkLst>
        </pc:spChg>
        <pc:spChg chg="mod">
          <ac:chgData name="xi sheng" userId="b3919e0d8ca6a452" providerId="LiveId" clId="{8C65DD49-A72B-47A6-A3EE-56D00128E8DE}" dt="2023-12-26T12:52:25.149" v="570" actId="1076"/>
          <ac:spMkLst>
            <pc:docMk/>
            <pc:sldMk cId="0" sldId="277"/>
            <ac:spMk id="667" creationId="{600FE5D8-76E7-1A8A-6AB6-BB05C3D179F2}"/>
          </ac:spMkLst>
        </pc:spChg>
        <pc:spChg chg="mod">
          <ac:chgData name="xi sheng" userId="b3919e0d8ca6a452" providerId="LiveId" clId="{8C65DD49-A72B-47A6-A3EE-56D00128E8DE}" dt="2023-12-26T12:52:25.149" v="570" actId="1076"/>
          <ac:spMkLst>
            <pc:docMk/>
            <pc:sldMk cId="0" sldId="277"/>
            <ac:spMk id="668" creationId="{45FA582D-FA4A-68E0-8958-91D8448A439C}"/>
          </ac:spMkLst>
        </pc:spChg>
        <pc:spChg chg="mod">
          <ac:chgData name="xi sheng" userId="b3919e0d8ca6a452" providerId="LiveId" clId="{8C65DD49-A72B-47A6-A3EE-56D00128E8DE}" dt="2023-12-26T12:52:25.149" v="570" actId="1076"/>
          <ac:spMkLst>
            <pc:docMk/>
            <pc:sldMk cId="0" sldId="277"/>
            <ac:spMk id="669" creationId="{64C3172A-F792-5D3B-4B74-74490DFCF3C8}"/>
          </ac:spMkLst>
        </pc:spChg>
        <pc:spChg chg="mod">
          <ac:chgData name="xi sheng" userId="b3919e0d8ca6a452" providerId="LiveId" clId="{8C65DD49-A72B-47A6-A3EE-56D00128E8DE}" dt="2023-12-26T12:52:25.149" v="570" actId="1076"/>
          <ac:spMkLst>
            <pc:docMk/>
            <pc:sldMk cId="0" sldId="277"/>
            <ac:spMk id="670" creationId="{C984BFD8-7F2C-F7D5-0084-F38DB7EFF2D5}"/>
          </ac:spMkLst>
        </pc:spChg>
        <pc:spChg chg="mod">
          <ac:chgData name="xi sheng" userId="b3919e0d8ca6a452" providerId="LiveId" clId="{8C65DD49-A72B-47A6-A3EE-56D00128E8DE}" dt="2023-12-26T12:52:25.149" v="570" actId="1076"/>
          <ac:spMkLst>
            <pc:docMk/>
            <pc:sldMk cId="0" sldId="277"/>
            <ac:spMk id="671" creationId="{CC01C92A-BE69-3B2F-735F-A9B7390C8CD9}"/>
          </ac:spMkLst>
        </pc:spChg>
        <pc:spChg chg="mod">
          <ac:chgData name="xi sheng" userId="b3919e0d8ca6a452" providerId="LiveId" clId="{8C65DD49-A72B-47A6-A3EE-56D00128E8DE}" dt="2023-12-26T12:52:25.149" v="570" actId="1076"/>
          <ac:spMkLst>
            <pc:docMk/>
            <pc:sldMk cId="0" sldId="277"/>
            <ac:spMk id="672" creationId="{FD772847-5B24-6423-CD16-F982E76E6D34}"/>
          </ac:spMkLst>
        </pc:spChg>
        <pc:spChg chg="mod">
          <ac:chgData name="xi sheng" userId="b3919e0d8ca6a452" providerId="LiveId" clId="{8C65DD49-A72B-47A6-A3EE-56D00128E8DE}" dt="2023-12-26T12:52:25.149" v="570" actId="1076"/>
          <ac:spMkLst>
            <pc:docMk/>
            <pc:sldMk cId="0" sldId="277"/>
            <ac:spMk id="673" creationId="{20BEA713-62D1-0A17-06CD-2E0D38350E94}"/>
          </ac:spMkLst>
        </pc:spChg>
        <pc:spChg chg="mod">
          <ac:chgData name="xi sheng" userId="b3919e0d8ca6a452" providerId="LiveId" clId="{8C65DD49-A72B-47A6-A3EE-56D00128E8DE}" dt="2023-12-26T12:52:25.149" v="570" actId="1076"/>
          <ac:spMkLst>
            <pc:docMk/>
            <pc:sldMk cId="0" sldId="277"/>
            <ac:spMk id="674" creationId="{8315A51C-23EF-38D5-9090-3226DBA1CC0A}"/>
          </ac:spMkLst>
        </pc:spChg>
        <pc:spChg chg="mod">
          <ac:chgData name="xi sheng" userId="b3919e0d8ca6a452" providerId="LiveId" clId="{8C65DD49-A72B-47A6-A3EE-56D00128E8DE}" dt="2023-12-26T12:52:25.149" v="570" actId="1076"/>
          <ac:spMkLst>
            <pc:docMk/>
            <pc:sldMk cId="0" sldId="277"/>
            <ac:spMk id="675" creationId="{19945099-C60D-ABB0-4F79-60E4E809DC52}"/>
          </ac:spMkLst>
        </pc:spChg>
        <pc:spChg chg="mod">
          <ac:chgData name="xi sheng" userId="b3919e0d8ca6a452" providerId="LiveId" clId="{8C65DD49-A72B-47A6-A3EE-56D00128E8DE}" dt="2023-12-26T12:52:25.149" v="570" actId="1076"/>
          <ac:spMkLst>
            <pc:docMk/>
            <pc:sldMk cId="0" sldId="277"/>
            <ac:spMk id="676" creationId="{8C0CD716-45BD-31F8-837D-3F5575D626C7}"/>
          </ac:spMkLst>
        </pc:spChg>
        <pc:spChg chg="mod">
          <ac:chgData name="xi sheng" userId="b3919e0d8ca6a452" providerId="LiveId" clId="{8C65DD49-A72B-47A6-A3EE-56D00128E8DE}" dt="2023-12-26T12:52:25.149" v="570" actId="1076"/>
          <ac:spMkLst>
            <pc:docMk/>
            <pc:sldMk cId="0" sldId="277"/>
            <ac:spMk id="677" creationId="{28E84CBD-1280-3DEB-DA23-6F7DE13BB6E6}"/>
          </ac:spMkLst>
        </pc:spChg>
        <pc:spChg chg="mod">
          <ac:chgData name="xi sheng" userId="b3919e0d8ca6a452" providerId="LiveId" clId="{8C65DD49-A72B-47A6-A3EE-56D00128E8DE}" dt="2023-12-26T12:52:25.149" v="570" actId="1076"/>
          <ac:spMkLst>
            <pc:docMk/>
            <pc:sldMk cId="0" sldId="277"/>
            <ac:spMk id="678" creationId="{E2A658D1-4BB0-2E9B-C233-EA61A34ABD5F}"/>
          </ac:spMkLst>
        </pc:spChg>
        <pc:spChg chg="mod">
          <ac:chgData name="xi sheng" userId="b3919e0d8ca6a452" providerId="LiveId" clId="{8C65DD49-A72B-47A6-A3EE-56D00128E8DE}" dt="2023-12-26T12:52:25.149" v="570" actId="1076"/>
          <ac:spMkLst>
            <pc:docMk/>
            <pc:sldMk cId="0" sldId="277"/>
            <ac:spMk id="679" creationId="{97B7EB56-FF84-A95F-A073-76D43E97F7BF}"/>
          </ac:spMkLst>
        </pc:spChg>
        <pc:spChg chg="mod">
          <ac:chgData name="xi sheng" userId="b3919e0d8ca6a452" providerId="LiveId" clId="{8C65DD49-A72B-47A6-A3EE-56D00128E8DE}" dt="2023-12-26T12:52:25.149" v="570" actId="1076"/>
          <ac:spMkLst>
            <pc:docMk/>
            <pc:sldMk cId="0" sldId="277"/>
            <ac:spMk id="680" creationId="{0048E7C9-AB25-405F-1F57-2F04D83F4F06}"/>
          </ac:spMkLst>
        </pc:spChg>
        <pc:spChg chg="mod">
          <ac:chgData name="xi sheng" userId="b3919e0d8ca6a452" providerId="LiveId" clId="{8C65DD49-A72B-47A6-A3EE-56D00128E8DE}" dt="2023-12-26T12:52:25.149" v="570" actId="1076"/>
          <ac:spMkLst>
            <pc:docMk/>
            <pc:sldMk cId="0" sldId="277"/>
            <ac:spMk id="681" creationId="{C0F0D666-021C-D16E-71A6-FE855E84849E}"/>
          </ac:spMkLst>
        </pc:spChg>
        <pc:spChg chg="mod">
          <ac:chgData name="xi sheng" userId="b3919e0d8ca6a452" providerId="LiveId" clId="{8C65DD49-A72B-47A6-A3EE-56D00128E8DE}" dt="2023-12-26T12:52:25.149" v="570" actId="1076"/>
          <ac:spMkLst>
            <pc:docMk/>
            <pc:sldMk cId="0" sldId="277"/>
            <ac:spMk id="682" creationId="{9D3264F9-867E-6DA6-5CE6-CAA0BC7AA970}"/>
          </ac:spMkLst>
        </pc:spChg>
        <pc:spChg chg="mod">
          <ac:chgData name="xi sheng" userId="b3919e0d8ca6a452" providerId="LiveId" clId="{8C65DD49-A72B-47A6-A3EE-56D00128E8DE}" dt="2023-12-26T12:52:25.149" v="570" actId="1076"/>
          <ac:spMkLst>
            <pc:docMk/>
            <pc:sldMk cId="0" sldId="277"/>
            <ac:spMk id="683" creationId="{8CF2506B-F20B-C245-7F46-5DCE9C38F255}"/>
          </ac:spMkLst>
        </pc:spChg>
        <pc:spChg chg="mod">
          <ac:chgData name="xi sheng" userId="b3919e0d8ca6a452" providerId="LiveId" clId="{8C65DD49-A72B-47A6-A3EE-56D00128E8DE}" dt="2023-12-26T12:52:25.149" v="570" actId="1076"/>
          <ac:spMkLst>
            <pc:docMk/>
            <pc:sldMk cId="0" sldId="277"/>
            <ac:spMk id="684" creationId="{A21BBE4A-6DB1-8FCB-BE80-12498D47F5E8}"/>
          </ac:spMkLst>
        </pc:spChg>
        <pc:spChg chg="mod">
          <ac:chgData name="xi sheng" userId="b3919e0d8ca6a452" providerId="LiveId" clId="{8C65DD49-A72B-47A6-A3EE-56D00128E8DE}" dt="2023-12-26T12:52:25.149" v="570" actId="1076"/>
          <ac:spMkLst>
            <pc:docMk/>
            <pc:sldMk cId="0" sldId="277"/>
            <ac:spMk id="685" creationId="{37A04047-7BC5-95C8-8FE4-1EAD6A3C70AD}"/>
          </ac:spMkLst>
        </pc:spChg>
        <pc:spChg chg="mod">
          <ac:chgData name="xi sheng" userId="b3919e0d8ca6a452" providerId="LiveId" clId="{8C65DD49-A72B-47A6-A3EE-56D00128E8DE}" dt="2023-12-26T12:52:25.149" v="570" actId="1076"/>
          <ac:spMkLst>
            <pc:docMk/>
            <pc:sldMk cId="0" sldId="277"/>
            <ac:spMk id="686" creationId="{148F2905-6EA4-2B34-BBED-E675A867393B}"/>
          </ac:spMkLst>
        </pc:spChg>
        <pc:spChg chg="mod">
          <ac:chgData name="xi sheng" userId="b3919e0d8ca6a452" providerId="LiveId" clId="{8C65DD49-A72B-47A6-A3EE-56D00128E8DE}" dt="2023-12-26T12:52:25.149" v="570" actId="1076"/>
          <ac:spMkLst>
            <pc:docMk/>
            <pc:sldMk cId="0" sldId="277"/>
            <ac:spMk id="687" creationId="{3B5DCDDF-7A07-15DD-43AA-EA2D5A87B657}"/>
          </ac:spMkLst>
        </pc:spChg>
        <pc:spChg chg="mod">
          <ac:chgData name="xi sheng" userId="b3919e0d8ca6a452" providerId="LiveId" clId="{8C65DD49-A72B-47A6-A3EE-56D00128E8DE}" dt="2023-12-26T12:52:25.149" v="570" actId="1076"/>
          <ac:spMkLst>
            <pc:docMk/>
            <pc:sldMk cId="0" sldId="277"/>
            <ac:spMk id="688" creationId="{56D821CE-B463-5A9A-2166-04E97FA186AB}"/>
          </ac:spMkLst>
        </pc:spChg>
        <pc:spChg chg="mod">
          <ac:chgData name="xi sheng" userId="b3919e0d8ca6a452" providerId="LiveId" clId="{8C65DD49-A72B-47A6-A3EE-56D00128E8DE}" dt="2023-12-26T12:52:25.149" v="570" actId="1076"/>
          <ac:spMkLst>
            <pc:docMk/>
            <pc:sldMk cId="0" sldId="277"/>
            <ac:spMk id="689" creationId="{86E569AE-902B-8BFF-FC4A-39DF4758E13C}"/>
          </ac:spMkLst>
        </pc:spChg>
        <pc:spChg chg="mod">
          <ac:chgData name="xi sheng" userId="b3919e0d8ca6a452" providerId="LiveId" clId="{8C65DD49-A72B-47A6-A3EE-56D00128E8DE}" dt="2023-12-26T12:52:25.149" v="570" actId="1076"/>
          <ac:spMkLst>
            <pc:docMk/>
            <pc:sldMk cId="0" sldId="277"/>
            <ac:spMk id="690" creationId="{0B38E6F5-468C-240C-06B2-0DBED99D93D3}"/>
          </ac:spMkLst>
        </pc:spChg>
        <pc:spChg chg="mod">
          <ac:chgData name="xi sheng" userId="b3919e0d8ca6a452" providerId="LiveId" clId="{8C65DD49-A72B-47A6-A3EE-56D00128E8DE}" dt="2023-12-26T12:52:25.149" v="570" actId="1076"/>
          <ac:spMkLst>
            <pc:docMk/>
            <pc:sldMk cId="0" sldId="277"/>
            <ac:spMk id="691" creationId="{3148BA27-CFCB-9F2C-C809-0CC1712433F2}"/>
          </ac:spMkLst>
        </pc:spChg>
        <pc:spChg chg="mod">
          <ac:chgData name="xi sheng" userId="b3919e0d8ca6a452" providerId="LiveId" clId="{8C65DD49-A72B-47A6-A3EE-56D00128E8DE}" dt="2023-12-26T12:52:25.149" v="570" actId="1076"/>
          <ac:spMkLst>
            <pc:docMk/>
            <pc:sldMk cId="0" sldId="277"/>
            <ac:spMk id="692" creationId="{D6F7A572-74E3-40FA-074D-C66CE3358EE6}"/>
          </ac:spMkLst>
        </pc:spChg>
        <pc:spChg chg="mod">
          <ac:chgData name="xi sheng" userId="b3919e0d8ca6a452" providerId="LiveId" clId="{8C65DD49-A72B-47A6-A3EE-56D00128E8DE}" dt="2023-12-26T12:52:25.149" v="570" actId="1076"/>
          <ac:spMkLst>
            <pc:docMk/>
            <pc:sldMk cId="0" sldId="277"/>
            <ac:spMk id="693" creationId="{AD2502DA-C9D1-BC03-48DD-883E64AC2110}"/>
          </ac:spMkLst>
        </pc:spChg>
        <pc:spChg chg="mod">
          <ac:chgData name="xi sheng" userId="b3919e0d8ca6a452" providerId="LiveId" clId="{8C65DD49-A72B-47A6-A3EE-56D00128E8DE}" dt="2023-12-26T12:52:25.149" v="570" actId="1076"/>
          <ac:spMkLst>
            <pc:docMk/>
            <pc:sldMk cId="0" sldId="277"/>
            <ac:spMk id="694" creationId="{BDF44E93-EDA0-076D-53F7-656AF71484E2}"/>
          </ac:spMkLst>
        </pc:spChg>
        <pc:spChg chg="mod">
          <ac:chgData name="xi sheng" userId="b3919e0d8ca6a452" providerId="LiveId" clId="{8C65DD49-A72B-47A6-A3EE-56D00128E8DE}" dt="2023-12-26T12:52:25.149" v="570" actId="1076"/>
          <ac:spMkLst>
            <pc:docMk/>
            <pc:sldMk cId="0" sldId="277"/>
            <ac:spMk id="695" creationId="{B38C5E61-8C37-8F63-BC56-10D19201A8DF}"/>
          </ac:spMkLst>
        </pc:spChg>
        <pc:spChg chg="mod">
          <ac:chgData name="xi sheng" userId="b3919e0d8ca6a452" providerId="LiveId" clId="{8C65DD49-A72B-47A6-A3EE-56D00128E8DE}" dt="2023-12-26T12:52:25.149" v="570" actId="1076"/>
          <ac:spMkLst>
            <pc:docMk/>
            <pc:sldMk cId="0" sldId="277"/>
            <ac:spMk id="696" creationId="{971ABD93-C252-9F57-362B-36661D58DE7E}"/>
          </ac:spMkLst>
        </pc:spChg>
        <pc:spChg chg="mod">
          <ac:chgData name="xi sheng" userId="b3919e0d8ca6a452" providerId="LiveId" clId="{8C65DD49-A72B-47A6-A3EE-56D00128E8DE}" dt="2023-12-26T12:52:25.149" v="570" actId="1076"/>
          <ac:spMkLst>
            <pc:docMk/>
            <pc:sldMk cId="0" sldId="277"/>
            <ac:spMk id="697" creationId="{5171E528-3EC1-782C-08F2-D7297AE3FA7C}"/>
          </ac:spMkLst>
        </pc:spChg>
        <pc:spChg chg="mod">
          <ac:chgData name="xi sheng" userId="b3919e0d8ca6a452" providerId="LiveId" clId="{8C65DD49-A72B-47A6-A3EE-56D00128E8DE}" dt="2023-12-26T12:52:25.149" v="570" actId="1076"/>
          <ac:spMkLst>
            <pc:docMk/>
            <pc:sldMk cId="0" sldId="277"/>
            <ac:spMk id="698" creationId="{B477B236-7E44-F4E0-DAC1-3D9295B7DCA1}"/>
          </ac:spMkLst>
        </pc:spChg>
        <pc:spChg chg="mod">
          <ac:chgData name="xi sheng" userId="b3919e0d8ca6a452" providerId="LiveId" clId="{8C65DD49-A72B-47A6-A3EE-56D00128E8DE}" dt="2023-12-26T12:52:25.149" v="570" actId="1076"/>
          <ac:spMkLst>
            <pc:docMk/>
            <pc:sldMk cId="0" sldId="277"/>
            <ac:spMk id="699" creationId="{C3AABFC1-3F72-6E02-7153-0B863A355874}"/>
          </ac:spMkLst>
        </pc:spChg>
        <pc:spChg chg="mod">
          <ac:chgData name="xi sheng" userId="b3919e0d8ca6a452" providerId="LiveId" clId="{8C65DD49-A72B-47A6-A3EE-56D00128E8DE}" dt="2023-12-26T12:52:25.149" v="570" actId="1076"/>
          <ac:spMkLst>
            <pc:docMk/>
            <pc:sldMk cId="0" sldId="277"/>
            <ac:spMk id="700" creationId="{3BCEA562-C065-9B99-E156-EC241CBFB1FB}"/>
          </ac:spMkLst>
        </pc:spChg>
        <pc:spChg chg="mod">
          <ac:chgData name="xi sheng" userId="b3919e0d8ca6a452" providerId="LiveId" clId="{8C65DD49-A72B-47A6-A3EE-56D00128E8DE}" dt="2023-12-26T12:52:25.149" v="570" actId="1076"/>
          <ac:spMkLst>
            <pc:docMk/>
            <pc:sldMk cId="0" sldId="277"/>
            <ac:spMk id="701" creationId="{EAC19395-1230-A8D1-AE09-0799584A6124}"/>
          </ac:spMkLst>
        </pc:spChg>
        <pc:spChg chg="mod">
          <ac:chgData name="xi sheng" userId="b3919e0d8ca6a452" providerId="LiveId" clId="{8C65DD49-A72B-47A6-A3EE-56D00128E8DE}" dt="2023-12-26T12:52:25.149" v="570" actId="1076"/>
          <ac:spMkLst>
            <pc:docMk/>
            <pc:sldMk cId="0" sldId="277"/>
            <ac:spMk id="702" creationId="{5C48A0BE-54B3-27FF-605A-B6E69D8746CB}"/>
          </ac:spMkLst>
        </pc:spChg>
        <pc:spChg chg="mod">
          <ac:chgData name="xi sheng" userId="b3919e0d8ca6a452" providerId="LiveId" clId="{8C65DD49-A72B-47A6-A3EE-56D00128E8DE}" dt="2023-12-26T12:52:25.149" v="570" actId="1076"/>
          <ac:spMkLst>
            <pc:docMk/>
            <pc:sldMk cId="0" sldId="277"/>
            <ac:spMk id="703" creationId="{7402EA50-B663-4505-B684-4015A785D730}"/>
          </ac:spMkLst>
        </pc:spChg>
        <pc:spChg chg="mod">
          <ac:chgData name="xi sheng" userId="b3919e0d8ca6a452" providerId="LiveId" clId="{8C65DD49-A72B-47A6-A3EE-56D00128E8DE}" dt="2023-12-26T12:52:25.149" v="570" actId="1076"/>
          <ac:spMkLst>
            <pc:docMk/>
            <pc:sldMk cId="0" sldId="277"/>
            <ac:spMk id="704" creationId="{53E980A9-75FE-B3F7-91C9-AEECA02C0A18}"/>
          </ac:spMkLst>
        </pc:spChg>
        <pc:spChg chg="mod">
          <ac:chgData name="xi sheng" userId="b3919e0d8ca6a452" providerId="LiveId" clId="{8C65DD49-A72B-47A6-A3EE-56D00128E8DE}" dt="2023-12-26T12:52:25.149" v="570" actId="1076"/>
          <ac:spMkLst>
            <pc:docMk/>
            <pc:sldMk cId="0" sldId="277"/>
            <ac:spMk id="705" creationId="{A08AA9AD-C499-E342-3CB9-2816835D35D3}"/>
          </ac:spMkLst>
        </pc:spChg>
        <pc:spChg chg="mod">
          <ac:chgData name="xi sheng" userId="b3919e0d8ca6a452" providerId="LiveId" clId="{8C65DD49-A72B-47A6-A3EE-56D00128E8DE}" dt="2023-12-26T12:52:25.149" v="570" actId="1076"/>
          <ac:spMkLst>
            <pc:docMk/>
            <pc:sldMk cId="0" sldId="277"/>
            <ac:spMk id="706" creationId="{15A7BE37-7E82-3324-CE68-3621F1ECDEF7}"/>
          </ac:spMkLst>
        </pc:spChg>
        <pc:spChg chg="mod">
          <ac:chgData name="xi sheng" userId="b3919e0d8ca6a452" providerId="LiveId" clId="{8C65DD49-A72B-47A6-A3EE-56D00128E8DE}" dt="2023-12-26T12:52:25.149" v="570" actId="1076"/>
          <ac:spMkLst>
            <pc:docMk/>
            <pc:sldMk cId="0" sldId="277"/>
            <ac:spMk id="707" creationId="{6FDBC2C0-9176-9A33-794B-28EA951BD688}"/>
          </ac:spMkLst>
        </pc:spChg>
        <pc:spChg chg="mod">
          <ac:chgData name="xi sheng" userId="b3919e0d8ca6a452" providerId="LiveId" clId="{8C65DD49-A72B-47A6-A3EE-56D00128E8DE}" dt="2023-12-26T12:52:25.149" v="570" actId="1076"/>
          <ac:spMkLst>
            <pc:docMk/>
            <pc:sldMk cId="0" sldId="277"/>
            <ac:spMk id="708" creationId="{E18A1DB5-2D5F-1B99-A7A9-431D27BBB2A1}"/>
          </ac:spMkLst>
        </pc:spChg>
        <pc:spChg chg="mod">
          <ac:chgData name="xi sheng" userId="b3919e0d8ca6a452" providerId="LiveId" clId="{8C65DD49-A72B-47A6-A3EE-56D00128E8DE}" dt="2023-12-26T12:52:25.149" v="570" actId="1076"/>
          <ac:spMkLst>
            <pc:docMk/>
            <pc:sldMk cId="0" sldId="277"/>
            <ac:spMk id="709" creationId="{F4509CC2-1FAE-F740-36D8-132A1C1159B2}"/>
          </ac:spMkLst>
        </pc:spChg>
        <pc:spChg chg="mod">
          <ac:chgData name="xi sheng" userId="b3919e0d8ca6a452" providerId="LiveId" clId="{8C65DD49-A72B-47A6-A3EE-56D00128E8DE}" dt="2023-12-26T12:52:25.149" v="570" actId="1076"/>
          <ac:spMkLst>
            <pc:docMk/>
            <pc:sldMk cId="0" sldId="277"/>
            <ac:spMk id="710" creationId="{BBED4AB1-5CCC-86D8-6D81-F3EF5830ACAB}"/>
          </ac:spMkLst>
        </pc:spChg>
        <pc:spChg chg="mod">
          <ac:chgData name="xi sheng" userId="b3919e0d8ca6a452" providerId="LiveId" clId="{8C65DD49-A72B-47A6-A3EE-56D00128E8DE}" dt="2023-12-26T12:52:25.149" v="570" actId="1076"/>
          <ac:spMkLst>
            <pc:docMk/>
            <pc:sldMk cId="0" sldId="277"/>
            <ac:spMk id="711" creationId="{6FBB8010-A831-8A05-05ED-FC727EB8D9EA}"/>
          </ac:spMkLst>
        </pc:spChg>
        <pc:spChg chg="mod">
          <ac:chgData name="xi sheng" userId="b3919e0d8ca6a452" providerId="LiveId" clId="{8C65DD49-A72B-47A6-A3EE-56D00128E8DE}" dt="2023-12-26T12:52:25.149" v="570" actId="1076"/>
          <ac:spMkLst>
            <pc:docMk/>
            <pc:sldMk cId="0" sldId="277"/>
            <ac:spMk id="712" creationId="{8BE2E8F3-6ED2-AD2C-3C98-7D12B7EF5ABD}"/>
          </ac:spMkLst>
        </pc:spChg>
        <pc:spChg chg="mod">
          <ac:chgData name="xi sheng" userId="b3919e0d8ca6a452" providerId="LiveId" clId="{8C65DD49-A72B-47A6-A3EE-56D00128E8DE}" dt="2023-12-26T12:52:25.149" v="570" actId="1076"/>
          <ac:spMkLst>
            <pc:docMk/>
            <pc:sldMk cId="0" sldId="277"/>
            <ac:spMk id="713" creationId="{1DEC1922-6565-1445-5CF3-64A2200608E9}"/>
          </ac:spMkLst>
        </pc:spChg>
        <pc:spChg chg="mod">
          <ac:chgData name="xi sheng" userId="b3919e0d8ca6a452" providerId="LiveId" clId="{8C65DD49-A72B-47A6-A3EE-56D00128E8DE}" dt="2023-12-26T12:52:25.149" v="570" actId="1076"/>
          <ac:spMkLst>
            <pc:docMk/>
            <pc:sldMk cId="0" sldId="277"/>
            <ac:spMk id="714" creationId="{1F5F97EF-A66E-2E55-E0B5-15BF08030262}"/>
          </ac:spMkLst>
        </pc:spChg>
        <pc:spChg chg="mod">
          <ac:chgData name="xi sheng" userId="b3919e0d8ca6a452" providerId="LiveId" clId="{8C65DD49-A72B-47A6-A3EE-56D00128E8DE}" dt="2023-12-26T12:52:25.149" v="570" actId="1076"/>
          <ac:spMkLst>
            <pc:docMk/>
            <pc:sldMk cId="0" sldId="277"/>
            <ac:spMk id="715" creationId="{E3644ADF-7C74-2268-41B0-D579E7A42253}"/>
          </ac:spMkLst>
        </pc:spChg>
        <pc:spChg chg="mod">
          <ac:chgData name="xi sheng" userId="b3919e0d8ca6a452" providerId="LiveId" clId="{8C65DD49-A72B-47A6-A3EE-56D00128E8DE}" dt="2023-12-26T12:52:25.149" v="570" actId="1076"/>
          <ac:spMkLst>
            <pc:docMk/>
            <pc:sldMk cId="0" sldId="277"/>
            <ac:spMk id="716" creationId="{7A2D12C1-681A-4C11-113C-34EC2A364418}"/>
          </ac:spMkLst>
        </pc:spChg>
        <pc:spChg chg="mod">
          <ac:chgData name="xi sheng" userId="b3919e0d8ca6a452" providerId="LiveId" clId="{8C65DD49-A72B-47A6-A3EE-56D00128E8DE}" dt="2023-12-26T12:52:25.149" v="570" actId="1076"/>
          <ac:spMkLst>
            <pc:docMk/>
            <pc:sldMk cId="0" sldId="277"/>
            <ac:spMk id="717" creationId="{5FEFBBD5-72DF-3428-036E-3DEFB9F8ADC8}"/>
          </ac:spMkLst>
        </pc:spChg>
        <pc:spChg chg="mod">
          <ac:chgData name="xi sheng" userId="b3919e0d8ca6a452" providerId="LiveId" clId="{8C65DD49-A72B-47A6-A3EE-56D00128E8DE}" dt="2023-12-26T12:52:25.149" v="570" actId="1076"/>
          <ac:spMkLst>
            <pc:docMk/>
            <pc:sldMk cId="0" sldId="277"/>
            <ac:spMk id="718" creationId="{FE5F6C73-99E1-5F16-DC3C-24A8A5EC26FE}"/>
          </ac:spMkLst>
        </pc:spChg>
        <pc:spChg chg="mod">
          <ac:chgData name="xi sheng" userId="b3919e0d8ca6a452" providerId="LiveId" clId="{8C65DD49-A72B-47A6-A3EE-56D00128E8DE}" dt="2023-12-26T12:52:25.149" v="570" actId="1076"/>
          <ac:spMkLst>
            <pc:docMk/>
            <pc:sldMk cId="0" sldId="277"/>
            <ac:spMk id="719" creationId="{ECAC84B2-3BB1-1EDB-326D-924EE5386406}"/>
          </ac:spMkLst>
        </pc:spChg>
        <pc:spChg chg="mod">
          <ac:chgData name="xi sheng" userId="b3919e0d8ca6a452" providerId="LiveId" clId="{8C65DD49-A72B-47A6-A3EE-56D00128E8DE}" dt="2023-12-26T12:52:25.149" v="570" actId="1076"/>
          <ac:spMkLst>
            <pc:docMk/>
            <pc:sldMk cId="0" sldId="277"/>
            <ac:spMk id="720" creationId="{8B42B93D-E004-D7FA-7296-5B143C898A4B}"/>
          </ac:spMkLst>
        </pc:spChg>
        <pc:spChg chg="mod">
          <ac:chgData name="xi sheng" userId="b3919e0d8ca6a452" providerId="LiveId" clId="{8C65DD49-A72B-47A6-A3EE-56D00128E8DE}" dt="2023-12-26T12:52:25.149" v="570" actId="1076"/>
          <ac:spMkLst>
            <pc:docMk/>
            <pc:sldMk cId="0" sldId="277"/>
            <ac:spMk id="721" creationId="{244D5659-4C76-3709-BB45-E9D91928D0F2}"/>
          </ac:spMkLst>
        </pc:spChg>
        <pc:spChg chg="mod">
          <ac:chgData name="xi sheng" userId="b3919e0d8ca6a452" providerId="LiveId" clId="{8C65DD49-A72B-47A6-A3EE-56D00128E8DE}" dt="2023-12-26T12:52:25.149" v="570" actId="1076"/>
          <ac:spMkLst>
            <pc:docMk/>
            <pc:sldMk cId="0" sldId="277"/>
            <ac:spMk id="722" creationId="{ADDEC853-6A40-85C7-1D6D-7D79A0DFF1C4}"/>
          </ac:spMkLst>
        </pc:spChg>
        <pc:spChg chg="mod">
          <ac:chgData name="xi sheng" userId="b3919e0d8ca6a452" providerId="LiveId" clId="{8C65DD49-A72B-47A6-A3EE-56D00128E8DE}" dt="2023-12-26T12:52:25.149" v="570" actId="1076"/>
          <ac:spMkLst>
            <pc:docMk/>
            <pc:sldMk cId="0" sldId="277"/>
            <ac:spMk id="723" creationId="{E2D1DAF9-4A96-7517-34F8-9AC4C6181C24}"/>
          </ac:spMkLst>
        </pc:spChg>
        <pc:spChg chg="mod">
          <ac:chgData name="xi sheng" userId="b3919e0d8ca6a452" providerId="LiveId" clId="{8C65DD49-A72B-47A6-A3EE-56D00128E8DE}" dt="2023-12-26T12:52:25.149" v="570" actId="1076"/>
          <ac:spMkLst>
            <pc:docMk/>
            <pc:sldMk cId="0" sldId="277"/>
            <ac:spMk id="724" creationId="{CC8A63B0-A358-3F0B-7A79-47C9A07ADBBC}"/>
          </ac:spMkLst>
        </pc:spChg>
        <pc:spChg chg="mod">
          <ac:chgData name="xi sheng" userId="b3919e0d8ca6a452" providerId="LiveId" clId="{8C65DD49-A72B-47A6-A3EE-56D00128E8DE}" dt="2023-12-26T12:52:25.149" v="570" actId="1076"/>
          <ac:spMkLst>
            <pc:docMk/>
            <pc:sldMk cId="0" sldId="277"/>
            <ac:spMk id="725" creationId="{AD7A6B1A-B78D-C7DB-1E32-606A9279D193}"/>
          </ac:spMkLst>
        </pc:spChg>
        <pc:spChg chg="mod">
          <ac:chgData name="xi sheng" userId="b3919e0d8ca6a452" providerId="LiveId" clId="{8C65DD49-A72B-47A6-A3EE-56D00128E8DE}" dt="2023-12-26T12:52:25.149" v="570" actId="1076"/>
          <ac:spMkLst>
            <pc:docMk/>
            <pc:sldMk cId="0" sldId="277"/>
            <ac:spMk id="726" creationId="{559D1E74-F3A0-7000-63A8-3A6ADCE307A8}"/>
          </ac:spMkLst>
        </pc:spChg>
        <pc:spChg chg="mod">
          <ac:chgData name="xi sheng" userId="b3919e0d8ca6a452" providerId="LiveId" clId="{8C65DD49-A72B-47A6-A3EE-56D00128E8DE}" dt="2023-12-26T12:52:25.149" v="570" actId="1076"/>
          <ac:spMkLst>
            <pc:docMk/>
            <pc:sldMk cId="0" sldId="277"/>
            <ac:spMk id="727" creationId="{A7C19A6E-C55B-F07C-B864-5784472C642A}"/>
          </ac:spMkLst>
        </pc:spChg>
        <pc:spChg chg="mod">
          <ac:chgData name="xi sheng" userId="b3919e0d8ca6a452" providerId="LiveId" clId="{8C65DD49-A72B-47A6-A3EE-56D00128E8DE}" dt="2023-12-26T12:52:25.149" v="570" actId="1076"/>
          <ac:spMkLst>
            <pc:docMk/>
            <pc:sldMk cId="0" sldId="277"/>
            <ac:spMk id="728" creationId="{9C4870D7-87AE-DD5E-6A1E-CA5C73F32749}"/>
          </ac:spMkLst>
        </pc:spChg>
        <pc:spChg chg="mod">
          <ac:chgData name="xi sheng" userId="b3919e0d8ca6a452" providerId="LiveId" clId="{8C65DD49-A72B-47A6-A3EE-56D00128E8DE}" dt="2023-12-26T12:52:25.149" v="570" actId="1076"/>
          <ac:spMkLst>
            <pc:docMk/>
            <pc:sldMk cId="0" sldId="277"/>
            <ac:spMk id="729" creationId="{EB659F51-6AA8-6DF6-876A-A03BEC6C21A2}"/>
          </ac:spMkLst>
        </pc:spChg>
        <pc:spChg chg="mod">
          <ac:chgData name="xi sheng" userId="b3919e0d8ca6a452" providerId="LiveId" clId="{8C65DD49-A72B-47A6-A3EE-56D00128E8DE}" dt="2023-12-26T12:52:25.149" v="570" actId="1076"/>
          <ac:spMkLst>
            <pc:docMk/>
            <pc:sldMk cId="0" sldId="277"/>
            <ac:spMk id="730" creationId="{7ECA36B6-3076-BC76-4509-EAC23D406F59}"/>
          </ac:spMkLst>
        </pc:spChg>
        <pc:spChg chg="mod">
          <ac:chgData name="xi sheng" userId="b3919e0d8ca6a452" providerId="LiveId" clId="{8C65DD49-A72B-47A6-A3EE-56D00128E8DE}" dt="2023-12-26T12:52:25.149" v="570" actId="1076"/>
          <ac:spMkLst>
            <pc:docMk/>
            <pc:sldMk cId="0" sldId="277"/>
            <ac:spMk id="731" creationId="{FE637457-CA0E-3C90-7FE7-4A97ACAB5B17}"/>
          </ac:spMkLst>
        </pc:spChg>
        <pc:spChg chg="mod">
          <ac:chgData name="xi sheng" userId="b3919e0d8ca6a452" providerId="LiveId" clId="{8C65DD49-A72B-47A6-A3EE-56D00128E8DE}" dt="2023-12-26T12:52:25.149" v="570" actId="1076"/>
          <ac:spMkLst>
            <pc:docMk/>
            <pc:sldMk cId="0" sldId="277"/>
            <ac:spMk id="732" creationId="{C352462F-1C51-C84D-C596-AAE592EBC1E4}"/>
          </ac:spMkLst>
        </pc:spChg>
        <pc:spChg chg="mod">
          <ac:chgData name="xi sheng" userId="b3919e0d8ca6a452" providerId="LiveId" clId="{8C65DD49-A72B-47A6-A3EE-56D00128E8DE}" dt="2023-12-26T12:52:25.149" v="570" actId="1076"/>
          <ac:spMkLst>
            <pc:docMk/>
            <pc:sldMk cId="0" sldId="277"/>
            <ac:spMk id="733" creationId="{83059C64-2B3B-94BA-3626-C217ED482269}"/>
          </ac:spMkLst>
        </pc:spChg>
        <pc:spChg chg="mod">
          <ac:chgData name="xi sheng" userId="b3919e0d8ca6a452" providerId="LiveId" clId="{8C65DD49-A72B-47A6-A3EE-56D00128E8DE}" dt="2023-12-26T12:52:25.149" v="570" actId="1076"/>
          <ac:spMkLst>
            <pc:docMk/>
            <pc:sldMk cId="0" sldId="277"/>
            <ac:spMk id="734" creationId="{E1C91684-636C-1EBC-4B07-399034E88177}"/>
          </ac:spMkLst>
        </pc:spChg>
        <pc:spChg chg="mod">
          <ac:chgData name="xi sheng" userId="b3919e0d8ca6a452" providerId="LiveId" clId="{8C65DD49-A72B-47A6-A3EE-56D00128E8DE}" dt="2023-12-26T12:52:25.149" v="570" actId="1076"/>
          <ac:spMkLst>
            <pc:docMk/>
            <pc:sldMk cId="0" sldId="277"/>
            <ac:spMk id="735" creationId="{6C067B7B-B768-92FD-CB74-6FFF3197F838}"/>
          </ac:spMkLst>
        </pc:spChg>
        <pc:spChg chg="mod">
          <ac:chgData name="xi sheng" userId="b3919e0d8ca6a452" providerId="LiveId" clId="{8C65DD49-A72B-47A6-A3EE-56D00128E8DE}" dt="2023-12-26T12:52:25.149" v="570" actId="1076"/>
          <ac:spMkLst>
            <pc:docMk/>
            <pc:sldMk cId="0" sldId="277"/>
            <ac:spMk id="736" creationId="{9FDB356D-1028-B321-A593-A52FB3100865}"/>
          </ac:spMkLst>
        </pc:spChg>
        <pc:spChg chg="mod">
          <ac:chgData name="xi sheng" userId="b3919e0d8ca6a452" providerId="LiveId" clId="{8C65DD49-A72B-47A6-A3EE-56D00128E8DE}" dt="2023-12-26T12:52:25.149" v="570" actId="1076"/>
          <ac:spMkLst>
            <pc:docMk/>
            <pc:sldMk cId="0" sldId="277"/>
            <ac:spMk id="737" creationId="{29BF243F-F957-6813-5D5F-1B46375C77FF}"/>
          </ac:spMkLst>
        </pc:spChg>
        <pc:spChg chg="mod">
          <ac:chgData name="xi sheng" userId="b3919e0d8ca6a452" providerId="LiveId" clId="{8C65DD49-A72B-47A6-A3EE-56D00128E8DE}" dt="2023-12-26T12:52:25.149" v="570" actId="1076"/>
          <ac:spMkLst>
            <pc:docMk/>
            <pc:sldMk cId="0" sldId="277"/>
            <ac:spMk id="738" creationId="{AF50445E-C306-1D3B-3F5B-5EA03C2DCC80}"/>
          </ac:spMkLst>
        </pc:spChg>
        <pc:spChg chg="mod">
          <ac:chgData name="xi sheng" userId="b3919e0d8ca6a452" providerId="LiveId" clId="{8C65DD49-A72B-47A6-A3EE-56D00128E8DE}" dt="2023-12-26T12:52:25.149" v="570" actId="1076"/>
          <ac:spMkLst>
            <pc:docMk/>
            <pc:sldMk cId="0" sldId="277"/>
            <ac:spMk id="739" creationId="{AABD9243-F108-B2BF-BFA0-F17773C727BC}"/>
          </ac:spMkLst>
        </pc:spChg>
        <pc:spChg chg="mod">
          <ac:chgData name="xi sheng" userId="b3919e0d8ca6a452" providerId="LiveId" clId="{8C65DD49-A72B-47A6-A3EE-56D00128E8DE}" dt="2023-12-26T12:52:25.149" v="570" actId="1076"/>
          <ac:spMkLst>
            <pc:docMk/>
            <pc:sldMk cId="0" sldId="277"/>
            <ac:spMk id="740" creationId="{82B51A0D-FCC8-4B7C-4E24-F5D465160231}"/>
          </ac:spMkLst>
        </pc:spChg>
        <pc:spChg chg="mod">
          <ac:chgData name="xi sheng" userId="b3919e0d8ca6a452" providerId="LiveId" clId="{8C65DD49-A72B-47A6-A3EE-56D00128E8DE}" dt="2023-12-26T12:52:25.149" v="570" actId="1076"/>
          <ac:spMkLst>
            <pc:docMk/>
            <pc:sldMk cId="0" sldId="277"/>
            <ac:spMk id="741" creationId="{57B156ED-E254-6179-E6B2-3D101397E8ED}"/>
          </ac:spMkLst>
        </pc:spChg>
        <pc:spChg chg="mod">
          <ac:chgData name="xi sheng" userId="b3919e0d8ca6a452" providerId="LiveId" clId="{8C65DD49-A72B-47A6-A3EE-56D00128E8DE}" dt="2023-12-26T12:52:25.149" v="570" actId="1076"/>
          <ac:spMkLst>
            <pc:docMk/>
            <pc:sldMk cId="0" sldId="277"/>
            <ac:spMk id="742" creationId="{37E582F2-E07E-5BFA-F45C-D0144CDE7808}"/>
          </ac:spMkLst>
        </pc:spChg>
        <pc:spChg chg="mod">
          <ac:chgData name="xi sheng" userId="b3919e0d8ca6a452" providerId="LiveId" clId="{8C65DD49-A72B-47A6-A3EE-56D00128E8DE}" dt="2023-12-26T12:52:25.149" v="570" actId="1076"/>
          <ac:spMkLst>
            <pc:docMk/>
            <pc:sldMk cId="0" sldId="277"/>
            <ac:spMk id="743" creationId="{82CA7A3A-6101-E76B-64FB-31F80A087ACF}"/>
          </ac:spMkLst>
        </pc:spChg>
        <pc:spChg chg="mod">
          <ac:chgData name="xi sheng" userId="b3919e0d8ca6a452" providerId="LiveId" clId="{8C65DD49-A72B-47A6-A3EE-56D00128E8DE}" dt="2023-12-26T12:52:25.149" v="570" actId="1076"/>
          <ac:spMkLst>
            <pc:docMk/>
            <pc:sldMk cId="0" sldId="277"/>
            <ac:spMk id="744" creationId="{8B809630-CB1D-59EB-45EA-95A8E802D23C}"/>
          </ac:spMkLst>
        </pc:spChg>
        <pc:spChg chg="mod">
          <ac:chgData name="xi sheng" userId="b3919e0d8ca6a452" providerId="LiveId" clId="{8C65DD49-A72B-47A6-A3EE-56D00128E8DE}" dt="2023-12-26T12:52:25.149" v="570" actId="1076"/>
          <ac:spMkLst>
            <pc:docMk/>
            <pc:sldMk cId="0" sldId="277"/>
            <ac:spMk id="745" creationId="{B3C192DC-A208-51FE-0FC7-FE183A1B5C04}"/>
          </ac:spMkLst>
        </pc:spChg>
        <pc:spChg chg="mod">
          <ac:chgData name="xi sheng" userId="b3919e0d8ca6a452" providerId="LiveId" clId="{8C65DD49-A72B-47A6-A3EE-56D00128E8DE}" dt="2023-12-26T12:52:25.149" v="570" actId="1076"/>
          <ac:spMkLst>
            <pc:docMk/>
            <pc:sldMk cId="0" sldId="277"/>
            <ac:spMk id="746" creationId="{593EC784-CF90-A7C3-EF77-D0ED769FE581}"/>
          </ac:spMkLst>
        </pc:spChg>
        <pc:spChg chg="mod">
          <ac:chgData name="xi sheng" userId="b3919e0d8ca6a452" providerId="LiveId" clId="{8C65DD49-A72B-47A6-A3EE-56D00128E8DE}" dt="2023-12-26T12:52:25.149" v="570" actId="1076"/>
          <ac:spMkLst>
            <pc:docMk/>
            <pc:sldMk cId="0" sldId="277"/>
            <ac:spMk id="747" creationId="{43FCBF64-17B1-20D2-14AC-743638D75519}"/>
          </ac:spMkLst>
        </pc:spChg>
        <pc:spChg chg="mod">
          <ac:chgData name="xi sheng" userId="b3919e0d8ca6a452" providerId="LiveId" clId="{8C65DD49-A72B-47A6-A3EE-56D00128E8DE}" dt="2023-12-26T12:52:25.149" v="570" actId="1076"/>
          <ac:spMkLst>
            <pc:docMk/>
            <pc:sldMk cId="0" sldId="277"/>
            <ac:spMk id="748" creationId="{569B0E0C-5537-EC1D-AFE5-09FE06AE5507}"/>
          </ac:spMkLst>
        </pc:spChg>
        <pc:spChg chg="mod">
          <ac:chgData name="xi sheng" userId="b3919e0d8ca6a452" providerId="LiveId" clId="{8C65DD49-A72B-47A6-A3EE-56D00128E8DE}" dt="2023-12-26T12:52:25.149" v="570" actId="1076"/>
          <ac:spMkLst>
            <pc:docMk/>
            <pc:sldMk cId="0" sldId="277"/>
            <ac:spMk id="749" creationId="{1F494C43-6780-87DF-A94A-EC20E972E912}"/>
          </ac:spMkLst>
        </pc:spChg>
        <pc:spChg chg="mod">
          <ac:chgData name="xi sheng" userId="b3919e0d8ca6a452" providerId="LiveId" clId="{8C65DD49-A72B-47A6-A3EE-56D00128E8DE}" dt="2023-12-26T12:52:25.149" v="570" actId="1076"/>
          <ac:spMkLst>
            <pc:docMk/>
            <pc:sldMk cId="0" sldId="277"/>
            <ac:spMk id="750" creationId="{7121E9AF-8310-D33B-AE5E-1CC89DB07395}"/>
          </ac:spMkLst>
        </pc:spChg>
        <pc:spChg chg="mod">
          <ac:chgData name="xi sheng" userId="b3919e0d8ca6a452" providerId="LiveId" clId="{8C65DD49-A72B-47A6-A3EE-56D00128E8DE}" dt="2023-12-26T12:52:25.149" v="570" actId="1076"/>
          <ac:spMkLst>
            <pc:docMk/>
            <pc:sldMk cId="0" sldId="277"/>
            <ac:spMk id="751" creationId="{F97EE184-9EA3-F064-A42F-D09DDF937D7B}"/>
          </ac:spMkLst>
        </pc:spChg>
        <pc:spChg chg="mod">
          <ac:chgData name="xi sheng" userId="b3919e0d8ca6a452" providerId="LiveId" clId="{8C65DD49-A72B-47A6-A3EE-56D00128E8DE}" dt="2023-12-26T12:52:25.149" v="570" actId="1076"/>
          <ac:spMkLst>
            <pc:docMk/>
            <pc:sldMk cId="0" sldId="277"/>
            <ac:spMk id="752" creationId="{5D41C469-1CE9-1D64-EB85-B390A2831F94}"/>
          </ac:spMkLst>
        </pc:spChg>
        <pc:spChg chg="mod">
          <ac:chgData name="xi sheng" userId="b3919e0d8ca6a452" providerId="LiveId" clId="{8C65DD49-A72B-47A6-A3EE-56D00128E8DE}" dt="2023-12-26T12:52:25.149" v="570" actId="1076"/>
          <ac:spMkLst>
            <pc:docMk/>
            <pc:sldMk cId="0" sldId="277"/>
            <ac:spMk id="753" creationId="{9CB0E994-E226-575C-4625-DC10C1850627}"/>
          </ac:spMkLst>
        </pc:spChg>
        <pc:spChg chg="mod">
          <ac:chgData name="xi sheng" userId="b3919e0d8ca6a452" providerId="LiveId" clId="{8C65DD49-A72B-47A6-A3EE-56D00128E8DE}" dt="2023-12-26T12:52:25.149" v="570" actId="1076"/>
          <ac:spMkLst>
            <pc:docMk/>
            <pc:sldMk cId="0" sldId="277"/>
            <ac:spMk id="754" creationId="{6D4D9D50-CA3C-55BE-3417-B3B7791AE0E0}"/>
          </ac:spMkLst>
        </pc:spChg>
        <pc:spChg chg="mod">
          <ac:chgData name="xi sheng" userId="b3919e0d8ca6a452" providerId="LiveId" clId="{8C65DD49-A72B-47A6-A3EE-56D00128E8DE}" dt="2023-12-26T12:52:25.149" v="570" actId="1076"/>
          <ac:spMkLst>
            <pc:docMk/>
            <pc:sldMk cId="0" sldId="277"/>
            <ac:spMk id="755" creationId="{FF711ABA-E357-F8BD-FEC4-6BAE4104318B}"/>
          </ac:spMkLst>
        </pc:spChg>
        <pc:spChg chg="mod">
          <ac:chgData name="xi sheng" userId="b3919e0d8ca6a452" providerId="LiveId" clId="{8C65DD49-A72B-47A6-A3EE-56D00128E8DE}" dt="2023-12-26T12:52:25.149" v="570" actId="1076"/>
          <ac:spMkLst>
            <pc:docMk/>
            <pc:sldMk cId="0" sldId="277"/>
            <ac:spMk id="756" creationId="{6A821FB1-3F9D-A2EB-DC8C-03C3DAE14860}"/>
          </ac:spMkLst>
        </pc:spChg>
        <pc:spChg chg="mod">
          <ac:chgData name="xi sheng" userId="b3919e0d8ca6a452" providerId="LiveId" clId="{8C65DD49-A72B-47A6-A3EE-56D00128E8DE}" dt="2023-12-26T12:52:25.149" v="570" actId="1076"/>
          <ac:spMkLst>
            <pc:docMk/>
            <pc:sldMk cId="0" sldId="277"/>
            <ac:spMk id="757" creationId="{579B27AC-6029-2F4D-7C3C-B8F2A655F64A}"/>
          </ac:spMkLst>
        </pc:spChg>
        <pc:spChg chg="mod">
          <ac:chgData name="xi sheng" userId="b3919e0d8ca6a452" providerId="LiveId" clId="{8C65DD49-A72B-47A6-A3EE-56D00128E8DE}" dt="2023-12-26T12:52:25.149" v="570" actId="1076"/>
          <ac:spMkLst>
            <pc:docMk/>
            <pc:sldMk cId="0" sldId="277"/>
            <ac:spMk id="758" creationId="{20A8B1D6-B50B-7FF2-7CA7-C7EBE2844F36}"/>
          </ac:spMkLst>
        </pc:spChg>
        <pc:spChg chg="mod">
          <ac:chgData name="xi sheng" userId="b3919e0d8ca6a452" providerId="LiveId" clId="{8C65DD49-A72B-47A6-A3EE-56D00128E8DE}" dt="2023-12-26T12:52:25.149" v="570" actId="1076"/>
          <ac:spMkLst>
            <pc:docMk/>
            <pc:sldMk cId="0" sldId="277"/>
            <ac:spMk id="759" creationId="{5776A6CF-2B50-770A-1160-555CB942FB23}"/>
          </ac:spMkLst>
        </pc:spChg>
        <pc:spChg chg="mod">
          <ac:chgData name="xi sheng" userId="b3919e0d8ca6a452" providerId="LiveId" clId="{8C65DD49-A72B-47A6-A3EE-56D00128E8DE}" dt="2023-12-26T12:52:25.149" v="570" actId="1076"/>
          <ac:spMkLst>
            <pc:docMk/>
            <pc:sldMk cId="0" sldId="277"/>
            <ac:spMk id="760" creationId="{861BDBC0-8768-5B93-2BA5-B10A64084DE8}"/>
          </ac:spMkLst>
        </pc:spChg>
        <pc:spChg chg="mod">
          <ac:chgData name="xi sheng" userId="b3919e0d8ca6a452" providerId="LiveId" clId="{8C65DD49-A72B-47A6-A3EE-56D00128E8DE}" dt="2023-12-26T12:52:25.149" v="570" actId="1076"/>
          <ac:spMkLst>
            <pc:docMk/>
            <pc:sldMk cId="0" sldId="277"/>
            <ac:spMk id="761" creationId="{2CC4BB90-3025-A79B-7E38-55AD9D4A9E0F}"/>
          </ac:spMkLst>
        </pc:spChg>
        <pc:spChg chg="mod">
          <ac:chgData name="xi sheng" userId="b3919e0d8ca6a452" providerId="LiveId" clId="{8C65DD49-A72B-47A6-A3EE-56D00128E8DE}" dt="2023-12-26T12:52:25.149" v="570" actId="1076"/>
          <ac:spMkLst>
            <pc:docMk/>
            <pc:sldMk cId="0" sldId="277"/>
            <ac:spMk id="762" creationId="{C982E33A-D47D-23A4-6C6F-B8D096917280}"/>
          </ac:spMkLst>
        </pc:spChg>
        <pc:spChg chg="mod">
          <ac:chgData name="xi sheng" userId="b3919e0d8ca6a452" providerId="LiveId" clId="{8C65DD49-A72B-47A6-A3EE-56D00128E8DE}" dt="2023-12-26T12:52:25.149" v="570" actId="1076"/>
          <ac:spMkLst>
            <pc:docMk/>
            <pc:sldMk cId="0" sldId="277"/>
            <ac:spMk id="763" creationId="{10F38809-9E1F-A2B9-4A81-8CC8A01ABB1D}"/>
          </ac:spMkLst>
        </pc:spChg>
        <pc:spChg chg="mod">
          <ac:chgData name="xi sheng" userId="b3919e0d8ca6a452" providerId="LiveId" clId="{8C65DD49-A72B-47A6-A3EE-56D00128E8DE}" dt="2023-12-26T12:52:25.149" v="570" actId="1076"/>
          <ac:spMkLst>
            <pc:docMk/>
            <pc:sldMk cId="0" sldId="277"/>
            <ac:spMk id="764" creationId="{5C15E2EA-6A67-49DB-2DDF-8416F9A32DF4}"/>
          </ac:spMkLst>
        </pc:spChg>
        <pc:spChg chg="mod">
          <ac:chgData name="xi sheng" userId="b3919e0d8ca6a452" providerId="LiveId" clId="{8C65DD49-A72B-47A6-A3EE-56D00128E8DE}" dt="2023-12-26T12:52:25.149" v="570" actId="1076"/>
          <ac:spMkLst>
            <pc:docMk/>
            <pc:sldMk cId="0" sldId="277"/>
            <ac:spMk id="765" creationId="{2E8CD858-B109-DBA4-D90F-1A865FE8494E}"/>
          </ac:spMkLst>
        </pc:spChg>
        <pc:spChg chg="mod">
          <ac:chgData name="xi sheng" userId="b3919e0d8ca6a452" providerId="LiveId" clId="{8C65DD49-A72B-47A6-A3EE-56D00128E8DE}" dt="2023-12-26T12:52:25.149" v="570" actId="1076"/>
          <ac:spMkLst>
            <pc:docMk/>
            <pc:sldMk cId="0" sldId="277"/>
            <ac:spMk id="766" creationId="{A561EC96-7771-A973-9058-75703B7F2C0F}"/>
          </ac:spMkLst>
        </pc:spChg>
        <pc:spChg chg="mod">
          <ac:chgData name="xi sheng" userId="b3919e0d8ca6a452" providerId="LiveId" clId="{8C65DD49-A72B-47A6-A3EE-56D00128E8DE}" dt="2023-12-26T12:52:25.149" v="570" actId="1076"/>
          <ac:spMkLst>
            <pc:docMk/>
            <pc:sldMk cId="0" sldId="277"/>
            <ac:spMk id="767" creationId="{E436DF5B-A345-35E8-80FE-F2DB68032D9F}"/>
          </ac:spMkLst>
        </pc:spChg>
        <pc:spChg chg="mod">
          <ac:chgData name="xi sheng" userId="b3919e0d8ca6a452" providerId="LiveId" clId="{8C65DD49-A72B-47A6-A3EE-56D00128E8DE}" dt="2023-12-26T12:52:25.149" v="570" actId="1076"/>
          <ac:spMkLst>
            <pc:docMk/>
            <pc:sldMk cId="0" sldId="277"/>
            <ac:spMk id="768" creationId="{4C444F87-53B8-29C0-5B10-68874E51E99E}"/>
          </ac:spMkLst>
        </pc:spChg>
        <pc:spChg chg="mod">
          <ac:chgData name="xi sheng" userId="b3919e0d8ca6a452" providerId="LiveId" clId="{8C65DD49-A72B-47A6-A3EE-56D00128E8DE}" dt="2023-12-26T12:52:25.149" v="570" actId="1076"/>
          <ac:spMkLst>
            <pc:docMk/>
            <pc:sldMk cId="0" sldId="277"/>
            <ac:spMk id="769" creationId="{CF282019-1F47-C6C8-7718-5C98285D98A6}"/>
          </ac:spMkLst>
        </pc:spChg>
        <pc:spChg chg="mod">
          <ac:chgData name="xi sheng" userId="b3919e0d8ca6a452" providerId="LiveId" clId="{8C65DD49-A72B-47A6-A3EE-56D00128E8DE}" dt="2023-12-26T12:52:25.149" v="570" actId="1076"/>
          <ac:spMkLst>
            <pc:docMk/>
            <pc:sldMk cId="0" sldId="277"/>
            <ac:spMk id="770" creationId="{358E26FB-3DB6-1CCD-7144-2AE79A073D24}"/>
          </ac:spMkLst>
        </pc:spChg>
        <pc:spChg chg="mod">
          <ac:chgData name="xi sheng" userId="b3919e0d8ca6a452" providerId="LiveId" clId="{8C65DD49-A72B-47A6-A3EE-56D00128E8DE}" dt="2023-12-26T12:52:25.149" v="570" actId="1076"/>
          <ac:spMkLst>
            <pc:docMk/>
            <pc:sldMk cId="0" sldId="277"/>
            <ac:spMk id="771" creationId="{6134F7BF-3808-0D7B-ACD0-5EE6C2E7F34D}"/>
          </ac:spMkLst>
        </pc:spChg>
        <pc:spChg chg="mod">
          <ac:chgData name="xi sheng" userId="b3919e0d8ca6a452" providerId="LiveId" clId="{8C65DD49-A72B-47A6-A3EE-56D00128E8DE}" dt="2023-12-26T12:52:25.149" v="570" actId="1076"/>
          <ac:spMkLst>
            <pc:docMk/>
            <pc:sldMk cId="0" sldId="277"/>
            <ac:spMk id="772" creationId="{7AF6C6EC-5E2B-99A8-4AE7-F225D6AD25DC}"/>
          </ac:spMkLst>
        </pc:spChg>
        <pc:spChg chg="mod">
          <ac:chgData name="xi sheng" userId="b3919e0d8ca6a452" providerId="LiveId" clId="{8C65DD49-A72B-47A6-A3EE-56D00128E8DE}" dt="2023-12-26T12:52:25.149" v="570" actId="1076"/>
          <ac:spMkLst>
            <pc:docMk/>
            <pc:sldMk cId="0" sldId="277"/>
            <ac:spMk id="773" creationId="{423BD5E8-70B2-01EC-D89F-E10E7DFA3A19}"/>
          </ac:spMkLst>
        </pc:spChg>
        <pc:spChg chg="mod">
          <ac:chgData name="xi sheng" userId="b3919e0d8ca6a452" providerId="LiveId" clId="{8C65DD49-A72B-47A6-A3EE-56D00128E8DE}" dt="2023-12-26T12:52:25.149" v="570" actId="1076"/>
          <ac:spMkLst>
            <pc:docMk/>
            <pc:sldMk cId="0" sldId="277"/>
            <ac:spMk id="774" creationId="{F1B6EE30-9B7A-BEC2-0579-B0BE88985C38}"/>
          </ac:spMkLst>
        </pc:spChg>
        <pc:spChg chg="mod">
          <ac:chgData name="xi sheng" userId="b3919e0d8ca6a452" providerId="LiveId" clId="{8C65DD49-A72B-47A6-A3EE-56D00128E8DE}" dt="2023-12-26T12:52:25.149" v="570" actId="1076"/>
          <ac:spMkLst>
            <pc:docMk/>
            <pc:sldMk cId="0" sldId="277"/>
            <ac:spMk id="775" creationId="{7EDE1153-5F3A-13BC-943C-E024A8929D28}"/>
          </ac:spMkLst>
        </pc:spChg>
        <pc:spChg chg="mod">
          <ac:chgData name="xi sheng" userId="b3919e0d8ca6a452" providerId="LiveId" clId="{8C65DD49-A72B-47A6-A3EE-56D00128E8DE}" dt="2023-12-26T12:52:25.149" v="570" actId="1076"/>
          <ac:spMkLst>
            <pc:docMk/>
            <pc:sldMk cId="0" sldId="277"/>
            <ac:spMk id="776" creationId="{FD823E7C-E1D8-FD6D-85AF-85F9A00DC17A}"/>
          </ac:spMkLst>
        </pc:spChg>
        <pc:spChg chg="mod">
          <ac:chgData name="xi sheng" userId="b3919e0d8ca6a452" providerId="LiveId" clId="{8C65DD49-A72B-47A6-A3EE-56D00128E8DE}" dt="2023-12-26T12:52:25.149" v="570" actId="1076"/>
          <ac:spMkLst>
            <pc:docMk/>
            <pc:sldMk cId="0" sldId="277"/>
            <ac:spMk id="777" creationId="{51A6536A-196E-4890-2410-5F006CD61116}"/>
          </ac:spMkLst>
        </pc:spChg>
        <pc:spChg chg="mod">
          <ac:chgData name="xi sheng" userId="b3919e0d8ca6a452" providerId="LiveId" clId="{8C65DD49-A72B-47A6-A3EE-56D00128E8DE}" dt="2023-12-26T12:52:25.149" v="570" actId="1076"/>
          <ac:spMkLst>
            <pc:docMk/>
            <pc:sldMk cId="0" sldId="277"/>
            <ac:spMk id="778" creationId="{BCFD89AF-87CB-3913-1F75-50547B93CE6E}"/>
          </ac:spMkLst>
        </pc:spChg>
        <pc:spChg chg="mod">
          <ac:chgData name="xi sheng" userId="b3919e0d8ca6a452" providerId="LiveId" clId="{8C65DD49-A72B-47A6-A3EE-56D00128E8DE}" dt="2023-12-26T12:52:25.149" v="570" actId="1076"/>
          <ac:spMkLst>
            <pc:docMk/>
            <pc:sldMk cId="0" sldId="277"/>
            <ac:spMk id="779" creationId="{80170214-DF01-D1CB-E76A-22171E614831}"/>
          </ac:spMkLst>
        </pc:spChg>
        <pc:spChg chg="mod">
          <ac:chgData name="xi sheng" userId="b3919e0d8ca6a452" providerId="LiveId" clId="{8C65DD49-A72B-47A6-A3EE-56D00128E8DE}" dt="2023-12-26T12:52:25.149" v="570" actId="1076"/>
          <ac:spMkLst>
            <pc:docMk/>
            <pc:sldMk cId="0" sldId="277"/>
            <ac:spMk id="780" creationId="{17AE68A8-6895-BA07-46EC-61516654E3EA}"/>
          </ac:spMkLst>
        </pc:spChg>
        <pc:spChg chg="mod">
          <ac:chgData name="xi sheng" userId="b3919e0d8ca6a452" providerId="LiveId" clId="{8C65DD49-A72B-47A6-A3EE-56D00128E8DE}" dt="2023-12-26T12:52:25.149" v="570" actId="1076"/>
          <ac:spMkLst>
            <pc:docMk/>
            <pc:sldMk cId="0" sldId="277"/>
            <ac:spMk id="781" creationId="{9DD6F22E-0872-2DAD-ACEC-25F3B6D4367D}"/>
          </ac:spMkLst>
        </pc:spChg>
        <pc:spChg chg="mod">
          <ac:chgData name="xi sheng" userId="b3919e0d8ca6a452" providerId="LiveId" clId="{8C65DD49-A72B-47A6-A3EE-56D00128E8DE}" dt="2023-12-26T12:52:25.149" v="570" actId="1076"/>
          <ac:spMkLst>
            <pc:docMk/>
            <pc:sldMk cId="0" sldId="277"/>
            <ac:spMk id="782" creationId="{771B39F2-054F-6F86-27AB-AF2FACF0547E}"/>
          </ac:spMkLst>
        </pc:spChg>
        <pc:spChg chg="mod">
          <ac:chgData name="xi sheng" userId="b3919e0d8ca6a452" providerId="LiveId" clId="{8C65DD49-A72B-47A6-A3EE-56D00128E8DE}" dt="2023-12-26T12:52:25.149" v="570" actId="1076"/>
          <ac:spMkLst>
            <pc:docMk/>
            <pc:sldMk cId="0" sldId="277"/>
            <ac:spMk id="783" creationId="{8BA23C40-7D11-82C4-6DA1-812BD9209140}"/>
          </ac:spMkLst>
        </pc:spChg>
        <pc:spChg chg="mod">
          <ac:chgData name="xi sheng" userId="b3919e0d8ca6a452" providerId="LiveId" clId="{8C65DD49-A72B-47A6-A3EE-56D00128E8DE}" dt="2023-12-26T12:52:25.149" v="570" actId="1076"/>
          <ac:spMkLst>
            <pc:docMk/>
            <pc:sldMk cId="0" sldId="277"/>
            <ac:spMk id="784" creationId="{EF332715-1551-20E9-C25E-E77EA89FEE0C}"/>
          </ac:spMkLst>
        </pc:spChg>
        <pc:spChg chg="mod">
          <ac:chgData name="xi sheng" userId="b3919e0d8ca6a452" providerId="LiveId" clId="{8C65DD49-A72B-47A6-A3EE-56D00128E8DE}" dt="2023-12-26T12:52:25.149" v="570" actId="1076"/>
          <ac:spMkLst>
            <pc:docMk/>
            <pc:sldMk cId="0" sldId="277"/>
            <ac:spMk id="785" creationId="{DDB8D298-FDA7-3E25-F5B8-963C3F4B1E3C}"/>
          </ac:spMkLst>
        </pc:spChg>
        <pc:spChg chg="mod">
          <ac:chgData name="xi sheng" userId="b3919e0d8ca6a452" providerId="LiveId" clId="{8C65DD49-A72B-47A6-A3EE-56D00128E8DE}" dt="2023-12-26T12:52:25.149" v="570" actId="1076"/>
          <ac:spMkLst>
            <pc:docMk/>
            <pc:sldMk cId="0" sldId="277"/>
            <ac:spMk id="786" creationId="{1D1271DE-6BFD-316D-7FE3-5E0214C3737E}"/>
          </ac:spMkLst>
        </pc:spChg>
        <pc:spChg chg="mod">
          <ac:chgData name="xi sheng" userId="b3919e0d8ca6a452" providerId="LiveId" clId="{8C65DD49-A72B-47A6-A3EE-56D00128E8DE}" dt="2023-12-26T12:52:25.149" v="570" actId="1076"/>
          <ac:spMkLst>
            <pc:docMk/>
            <pc:sldMk cId="0" sldId="277"/>
            <ac:spMk id="787" creationId="{A35E854D-7850-13EA-E9F6-CBD6D3E2FE93}"/>
          </ac:spMkLst>
        </pc:spChg>
        <pc:spChg chg="mod">
          <ac:chgData name="xi sheng" userId="b3919e0d8ca6a452" providerId="LiveId" clId="{8C65DD49-A72B-47A6-A3EE-56D00128E8DE}" dt="2023-12-26T12:52:25.149" v="570" actId="1076"/>
          <ac:spMkLst>
            <pc:docMk/>
            <pc:sldMk cId="0" sldId="277"/>
            <ac:spMk id="788" creationId="{7758ED7B-CF7D-7CD7-3359-7107B0F7B44C}"/>
          </ac:spMkLst>
        </pc:spChg>
        <pc:spChg chg="mod">
          <ac:chgData name="xi sheng" userId="b3919e0d8ca6a452" providerId="LiveId" clId="{8C65DD49-A72B-47A6-A3EE-56D00128E8DE}" dt="2023-12-26T12:52:25.149" v="570" actId="1076"/>
          <ac:spMkLst>
            <pc:docMk/>
            <pc:sldMk cId="0" sldId="277"/>
            <ac:spMk id="789" creationId="{18EA87B8-7A06-C5C0-B274-0D2C23D903A8}"/>
          </ac:spMkLst>
        </pc:spChg>
        <pc:spChg chg="mod">
          <ac:chgData name="xi sheng" userId="b3919e0d8ca6a452" providerId="LiveId" clId="{8C65DD49-A72B-47A6-A3EE-56D00128E8DE}" dt="2023-12-26T12:52:25.149" v="570" actId="1076"/>
          <ac:spMkLst>
            <pc:docMk/>
            <pc:sldMk cId="0" sldId="277"/>
            <ac:spMk id="790" creationId="{F73EA81B-6453-ACE5-CA09-79B068628E8B}"/>
          </ac:spMkLst>
        </pc:spChg>
        <pc:spChg chg="mod">
          <ac:chgData name="xi sheng" userId="b3919e0d8ca6a452" providerId="LiveId" clId="{8C65DD49-A72B-47A6-A3EE-56D00128E8DE}" dt="2023-12-26T12:52:25.149" v="570" actId="1076"/>
          <ac:spMkLst>
            <pc:docMk/>
            <pc:sldMk cId="0" sldId="277"/>
            <ac:spMk id="791" creationId="{68CEFE13-B93D-D476-F277-AC0AD2EAC88B}"/>
          </ac:spMkLst>
        </pc:spChg>
        <pc:spChg chg="mod">
          <ac:chgData name="xi sheng" userId="b3919e0d8ca6a452" providerId="LiveId" clId="{8C65DD49-A72B-47A6-A3EE-56D00128E8DE}" dt="2023-12-26T12:52:25.149" v="570" actId="1076"/>
          <ac:spMkLst>
            <pc:docMk/>
            <pc:sldMk cId="0" sldId="277"/>
            <ac:spMk id="792" creationId="{2F6A6E99-93CD-E894-69F8-75768F902364}"/>
          </ac:spMkLst>
        </pc:spChg>
        <pc:spChg chg="mod">
          <ac:chgData name="xi sheng" userId="b3919e0d8ca6a452" providerId="LiveId" clId="{8C65DD49-A72B-47A6-A3EE-56D00128E8DE}" dt="2023-12-26T12:52:25.149" v="570" actId="1076"/>
          <ac:spMkLst>
            <pc:docMk/>
            <pc:sldMk cId="0" sldId="277"/>
            <ac:spMk id="793" creationId="{71717139-4D42-409E-D432-800A07E5ABC0}"/>
          </ac:spMkLst>
        </pc:spChg>
        <pc:spChg chg="mod">
          <ac:chgData name="xi sheng" userId="b3919e0d8ca6a452" providerId="LiveId" clId="{8C65DD49-A72B-47A6-A3EE-56D00128E8DE}" dt="2023-12-26T12:52:25.149" v="570" actId="1076"/>
          <ac:spMkLst>
            <pc:docMk/>
            <pc:sldMk cId="0" sldId="277"/>
            <ac:spMk id="794" creationId="{C9DF9370-DD89-502E-57B6-7843C0860D03}"/>
          </ac:spMkLst>
        </pc:spChg>
        <pc:spChg chg="mod">
          <ac:chgData name="xi sheng" userId="b3919e0d8ca6a452" providerId="LiveId" clId="{8C65DD49-A72B-47A6-A3EE-56D00128E8DE}" dt="2023-12-26T12:52:25.149" v="570" actId="1076"/>
          <ac:spMkLst>
            <pc:docMk/>
            <pc:sldMk cId="0" sldId="277"/>
            <ac:spMk id="795" creationId="{F6E04D8A-F5BF-8791-7BF4-3683219D95D2}"/>
          </ac:spMkLst>
        </pc:spChg>
        <pc:spChg chg="mod">
          <ac:chgData name="xi sheng" userId="b3919e0d8ca6a452" providerId="LiveId" clId="{8C65DD49-A72B-47A6-A3EE-56D00128E8DE}" dt="2023-12-26T12:52:25.149" v="570" actId="1076"/>
          <ac:spMkLst>
            <pc:docMk/>
            <pc:sldMk cId="0" sldId="277"/>
            <ac:spMk id="796" creationId="{53981BB0-8FBC-9A5A-2246-A7D1D3695648}"/>
          </ac:spMkLst>
        </pc:spChg>
        <pc:spChg chg="mod">
          <ac:chgData name="xi sheng" userId="b3919e0d8ca6a452" providerId="LiveId" clId="{8C65DD49-A72B-47A6-A3EE-56D00128E8DE}" dt="2023-12-26T12:52:25.149" v="570" actId="1076"/>
          <ac:spMkLst>
            <pc:docMk/>
            <pc:sldMk cId="0" sldId="277"/>
            <ac:spMk id="797" creationId="{551CDB57-9F53-DBCE-11B2-C600E5E7D4E3}"/>
          </ac:spMkLst>
        </pc:spChg>
        <pc:spChg chg="mod">
          <ac:chgData name="xi sheng" userId="b3919e0d8ca6a452" providerId="LiveId" clId="{8C65DD49-A72B-47A6-A3EE-56D00128E8DE}" dt="2023-12-26T12:52:25.149" v="570" actId="1076"/>
          <ac:spMkLst>
            <pc:docMk/>
            <pc:sldMk cId="0" sldId="277"/>
            <ac:spMk id="798" creationId="{16726B53-5664-9E42-44C3-BC789F2C6C73}"/>
          </ac:spMkLst>
        </pc:spChg>
        <pc:spChg chg="mod">
          <ac:chgData name="xi sheng" userId="b3919e0d8ca6a452" providerId="LiveId" clId="{8C65DD49-A72B-47A6-A3EE-56D00128E8DE}" dt="2023-12-26T12:52:25.149" v="570" actId="1076"/>
          <ac:spMkLst>
            <pc:docMk/>
            <pc:sldMk cId="0" sldId="277"/>
            <ac:spMk id="799" creationId="{6E38B603-5459-56B3-6BB3-86976D72EA91}"/>
          </ac:spMkLst>
        </pc:spChg>
        <pc:spChg chg="mod">
          <ac:chgData name="xi sheng" userId="b3919e0d8ca6a452" providerId="LiveId" clId="{8C65DD49-A72B-47A6-A3EE-56D00128E8DE}" dt="2023-12-26T12:52:25.149" v="570" actId="1076"/>
          <ac:spMkLst>
            <pc:docMk/>
            <pc:sldMk cId="0" sldId="277"/>
            <ac:spMk id="800" creationId="{54205420-B9C4-5B4F-50AF-9323966862AE}"/>
          </ac:spMkLst>
        </pc:spChg>
        <pc:spChg chg="mod">
          <ac:chgData name="xi sheng" userId="b3919e0d8ca6a452" providerId="LiveId" clId="{8C65DD49-A72B-47A6-A3EE-56D00128E8DE}" dt="2023-12-26T12:52:25.149" v="570" actId="1076"/>
          <ac:spMkLst>
            <pc:docMk/>
            <pc:sldMk cId="0" sldId="277"/>
            <ac:spMk id="801" creationId="{DAE49B89-F7EB-B740-BAA1-3424A610DF68}"/>
          </ac:spMkLst>
        </pc:spChg>
        <pc:spChg chg="mod">
          <ac:chgData name="xi sheng" userId="b3919e0d8ca6a452" providerId="LiveId" clId="{8C65DD49-A72B-47A6-A3EE-56D00128E8DE}" dt="2023-12-26T12:52:25.149" v="570" actId="1076"/>
          <ac:spMkLst>
            <pc:docMk/>
            <pc:sldMk cId="0" sldId="277"/>
            <ac:spMk id="802" creationId="{9E2F12F9-E0F9-9956-7D9A-0640FE5A76FB}"/>
          </ac:spMkLst>
        </pc:spChg>
        <pc:spChg chg="mod">
          <ac:chgData name="xi sheng" userId="b3919e0d8ca6a452" providerId="LiveId" clId="{8C65DD49-A72B-47A6-A3EE-56D00128E8DE}" dt="2023-12-26T12:52:25.149" v="570" actId="1076"/>
          <ac:spMkLst>
            <pc:docMk/>
            <pc:sldMk cId="0" sldId="277"/>
            <ac:spMk id="803" creationId="{444EC1BF-0C3F-4F7F-AF7A-31350387FF40}"/>
          </ac:spMkLst>
        </pc:spChg>
        <pc:spChg chg="mod">
          <ac:chgData name="xi sheng" userId="b3919e0d8ca6a452" providerId="LiveId" clId="{8C65DD49-A72B-47A6-A3EE-56D00128E8DE}" dt="2023-12-26T12:52:25.149" v="570" actId="1076"/>
          <ac:spMkLst>
            <pc:docMk/>
            <pc:sldMk cId="0" sldId="277"/>
            <ac:spMk id="804" creationId="{0DF51F44-8C50-1B60-75E4-543AD705008D}"/>
          </ac:spMkLst>
        </pc:spChg>
        <pc:spChg chg="mod">
          <ac:chgData name="xi sheng" userId="b3919e0d8ca6a452" providerId="LiveId" clId="{8C65DD49-A72B-47A6-A3EE-56D00128E8DE}" dt="2023-12-26T12:52:25.149" v="570" actId="1076"/>
          <ac:spMkLst>
            <pc:docMk/>
            <pc:sldMk cId="0" sldId="277"/>
            <ac:spMk id="805" creationId="{13516C85-8251-DED7-FE5E-C33902E496F6}"/>
          </ac:spMkLst>
        </pc:spChg>
        <pc:spChg chg="mod">
          <ac:chgData name="xi sheng" userId="b3919e0d8ca6a452" providerId="LiveId" clId="{8C65DD49-A72B-47A6-A3EE-56D00128E8DE}" dt="2023-12-26T12:52:25.149" v="570" actId="1076"/>
          <ac:spMkLst>
            <pc:docMk/>
            <pc:sldMk cId="0" sldId="277"/>
            <ac:spMk id="806" creationId="{22400A8E-DEF1-CABC-722E-C8E648CE460E}"/>
          </ac:spMkLst>
        </pc:spChg>
        <pc:spChg chg="mod">
          <ac:chgData name="xi sheng" userId="b3919e0d8ca6a452" providerId="LiveId" clId="{8C65DD49-A72B-47A6-A3EE-56D00128E8DE}" dt="2023-12-26T12:52:25.149" v="570" actId="1076"/>
          <ac:spMkLst>
            <pc:docMk/>
            <pc:sldMk cId="0" sldId="277"/>
            <ac:spMk id="807" creationId="{8CA830B9-66CA-6896-C3B9-5093B460F28B}"/>
          </ac:spMkLst>
        </pc:spChg>
        <pc:spChg chg="mod">
          <ac:chgData name="xi sheng" userId="b3919e0d8ca6a452" providerId="LiveId" clId="{8C65DD49-A72B-47A6-A3EE-56D00128E8DE}" dt="2023-12-26T12:52:25.149" v="570" actId="1076"/>
          <ac:spMkLst>
            <pc:docMk/>
            <pc:sldMk cId="0" sldId="277"/>
            <ac:spMk id="808" creationId="{35CF5274-A399-F058-0734-B74C84D0FDEE}"/>
          </ac:spMkLst>
        </pc:spChg>
        <pc:spChg chg="mod">
          <ac:chgData name="xi sheng" userId="b3919e0d8ca6a452" providerId="LiveId" clId="{8C65DD49-A72B-47A6-A3EE-56D00128E8DE}" dt="2023-12-26T12:52:25.149" v="570" actId="1076"/>
          <ac:spMkLst>
            <pc:docMk/>
            <pc:sldMk cId="0" sldId="277"/>
            <ac:spMk id="809" creationId="{A6D5F040-4FFF-0863-3DE7-6762A42C8CA2}"/>
          </ac:spMkLst>
        </pc:spChg>
        <pc:spChg chg="mod">
          <ac:chgData name="xi sheng" userId="b3919e0d8ca6a452" providerId="LiveId" clId="{8C65DD49-A72B-47A6-A3EE-56D00128E8DE}" dt="2023-12-26T12:52:25.149" v="570" actId="1076"/>
          <ac:spMkLst>
            <pc:docMk/>
            <pc:sldMk cId="0" sldId="277"/>
            <ac:spMk id="810" creationId="{2DCB29FD-0721-C0C8-7521-00E0C8493FFB}"/>
          </ac:spMkLst>
        </pc:spChg>
        <pc:spChg chg="mod">
          <ac:chgData name="xi sheng" userId="b3919e0d8ca6a452" providerId="LiveId" clId="{8C65DD49-A72B-47A6-A3EE-56D00128E8DE}" dt="2023-12-26T12:52:25.149" v="570" actId="1076"/>
          <ac:spMkLst>
            <pc:docMk/>
            <pc:sldMk cId="0" sldId="277"/>
            <ac:spMk id="811" creationId="{ECCA663A-ACD9-EEBC-CE7D-9D223D65266E}"/>
          </ac:spMkLst>
        </pc:spChg>
        <pc:spChg chg="mod">
          <ac:chgData name="xi sheng" userId="b3919e0d8ca6a452" providerId="LiveId" clId="{8C65DD49-A72B-47A6-A3EE-56D00128E8DE}" dt="2023-12-26T12:52:25.149" v="570" actId="1076"/>
          <ac:spMkLst>
            <pc:docMk/>
            <pc:sldMk cId="0" sldId="277"/>
            <ac:spMk id="812" creationId="{C17BA534-78FF-EF25-EB0E-AFA0BAC41652}"/>
          </ac:spMkLst>
        </pc:spChg>
        <pc:spChg chg="mod">
          <ac:chgData name="xi sheng" userId="b3919e0d8ca6a452" providerId="LiveId" clId="{8C65DD49-A72B-47A6-A3EE-56D00128E8DE}" dt="2023-12-26T12:52:25.149" v="570" actId="1076"/>
          <ac:spMkLst>
            <pc:docMk/>
            <pc:sldMk cId="0" sldId="277"/>
            <ac:spMk id="813" creationId="{C425D036-290A-1A86-F321-A30E9033F04E}"/>
          </ac:spMkLst>
        </pc:spChg>
        <pc:spChg chg="mod">
          <ac:chgData name="xi sheng" userId="b3919e0d8ca6a452" providerId="LiveId" clId="{8C65DD49-A72B-47A6-A3EE-56D00128E8DE}" dt="2023-12-26T12:52:25.149" v="570" actId="1076"/>
          <ac:spMkLst>
            <pc:docMk/>
            <pc:sldMk cId="0" sldId="277"/>
            <ac:spMk id="814" creationId="{305FAFF4-0EB5-C78F-6A11-78E443BF2015}"/>
          </ac:spMkLst>
        </pc:spChg>
        <pc:spChg chg="mod">
          <ac:chgData name="xi sheng" userId="b3919e0d8ca6a452" providerId="LiveId" clId="{8C65DD49-A72B-47A6-A3EE-56D00128E8DE}" dt="2023-12-26T12:52:25.149" v="570" actId="1076"/>
          <ac:spMkLst>
            <pc:docMk/>
            <pc:sldMk cId="0" sldId="277"/>
            <ac:spMk id="815" creationId="{4CF5398E-9D4A-4DD6-F6A9-C9CF05D9AB0F}"/>
          </ac:spMkLst>
        </pc:spChg>
        <pc:spChg chg="mod">
          <ac:chgData name="xi sheng" userId="b3919e0d8ca6a452" providerId="LiveId" clId="{8C65DD49-A72B-47A6-A3EE-56D00128E8DE}" dt="2023-12-26T12:52:25.149" v="570" actId="1076"/>
          <ac:spMkLst>
            <pc:docMk/>
            <pc:sldMk cId="0" sldId="277"/>
            <ac:spMk id="816" creationId="{63F5D30A-8E0D-B141-722E-D2089BE53412}"/>
          </ac:spMkLst>
        </pc:spChg>
        <pc:spChg chg="mod">
          <ac:chgData name="xi sheng" userId="b3919e0d8ca6a452" providerId="LiveId" clId="{8C65DD49-A72B-47A6-A3EE-56D00128E8DE}" dt="2023-12-26T12:52:25.149" v="570" actId="1076"/>
          <ac:spMkLst>
            <pc:docMk/>
            <pc:sldMk cId="0" sldId="277"/>
            <ac:spMk id="817" creationId="{F06E6133-65CA-A125-66CF-8216FA9F63D0}"/>
          </ac:spMkLst>
        </pc:spChg>
        <pc:spChg chg="mod">
          <ac:chgData name="xi sheng" userId="b3919e0d8ca6a452" providerId="LiveId" clId="{8C65DD49-A72B-47A6-A3EE-56D00128E8DE}" dt="2023-12-26T12:52:25.149" v="570" actId="1076"/>
          <ac:spMkLst>
            <pc:docMk/>
            <pc:sldMk cId="0" sldId="277"/>
            <ac:spMk id="818" creationId="{88EA312A-C42D-C447-F8B5-71D55DB99351}"/>
          </ac:spMkLst>
        </pc:spChg>
        <pc:spChg chg="mod">
          <ac:chgData name="xi sheng" userId="b3919e0d8ca6a452" providerId="LiveId" clId="{8C65DD49-A72B-47A6-A3EE-56D00128E8DE}" dt="2023-12-26T12:52:25.149" v="570" actId="1076"/>
          <ac:spMkLst>
            <pc:docMk/>
            <pc:sldMk cId="0" sldId="277"/>
            <ac:spMk id="819" creationId="{BF472547-7E8D-1095-DB33-037BD670C27E}"/>
          </ac:spMkLst>
        </pc:spChg>
        <pc:spChg chg="mod">
          <ac:chgData name="xi sheng" userId="b3919e0d8ca6a452" providerId="LiveId" clId="{8C65DD49-A72B-47A6-A3EE-56D00128E8DE}" dt="2023-12-26T12:52:25.149" v="570" actId="1076"/>
          <ac:spMkLst>
            <pc:docMk/>
            <pc:sldMk cId="0" sldId="277"/>
            <ac:spMk id="820" creationId="{69A7070B-4D3F-B737-8E6A-A521213AF1DF}"/>
          </ac:spMkLst>
        </pc:spChg>
        <pc:spChg chg="mod">
          <ac:chgData name="xi sheng" userId="b3919e0d8ca6a452" providerId="LiveId" clId="{8C65DD49-A72B-47A6-A3EE-56D00128E8DE}" dt="2023-12-26T12:52:25.149" v="570" actId="1076"/>
          <ac:spMkLst>
            <pc:docMk/>
            <pc:sldMk cId="0" sldId="277"/>
            <ac:spMk id="821" creationId="{27F710AD-BBD5-3ACB-5E8A-DE0025507C18}"/>
          </ac:spMkLst>
        </pc:spChg>
        <pc:spChg chg="mod">
          <ac:chgData name="xi sheng" userId="b3919e0d8ca6a452" providerId="LiveId" clId="{8C65DD49-A72B-47A6-A3EE-56D00128E8DE}" dt="2023-12-26T12:52:25.149" v="570" actId="1076"/>
          <ac:spMkLst>
            <pc:docMk/>
            <pc:sldMk cId="0" sldId="277"/>
            <ac:spMk id="822" creationId="{CA55370C-FD7B-1D8F-F016-9CA34DAC36BD}"/>
          </ac:spMkLst>
        </pc:spChg>
        <pc:spChg chg="mod">
          <ac:chgData name="xi sheng" userId="b3919e0d8ca6a452" providerId="LiveId" clId="{8C65DD49-A72B-47A6-A3EE-56D00128E8DE}" dt="2023-12-26T12:52:25.149" v="570" actId="1076"/>
          <ac:spMkLst>
            <pc:docMk/>
            <pc:sldMk cId="0" sldId="277"/>
            <ac:spMk id="823" creationId="{12D13F1E-E915-A4A2-E265-91E8AD6FC57C}"/>
          </ac:spMkLst>
        </pc:spChg>
        <pc:spChg chg="mod">
          <ac:chgData name="xi sheng" userId="b3919e0d8ca6a452" providerId="LiveId" clId="{8C65DD49-A72B-47A6-A3EE-56D00128E8DE}" dt="2023-12-26T12:52:25.149" v="570" actId="1076"/>
          <ac:spMkLst>
            <pc:docMk/>
            <pc:sldMk cId="0" sldId="277"/>
            <ac:spMk id="824" creationId="{30CA7F3E-0B49-6473-4177-593FC2658026}"/>
          </ac:spMkLst>
        </pc:spChg>
        <pc:spChg chg="mod">
          <ac:chgData name="xi sheng" userId="b3919e0d8ca6a452" providerId="LiveId" clId="{8C65DD49-A72B-47A6-A3EE-56D00128E8DE}" dt="2023-12-26T12:52:25.149" v="570" actId="1076"/>
          <ac:spMkLst>
            <pc:docMk/>
            <pc:sldMk cId="0" sldId="277"/>
            <ac:spMk id="825" creationId="{2AF70ACF-1E55-3DEA-FFD4-0876D4568B73}"/>
          </ac:spMkLst>
        </pc:spChg>
        <pc:spChg chg="mod">
          <ac:chgData name="xi sheng" userId="b3919e0d8ca6a452" providerId="LiveId" clId="{8C65DD49-A72B-47A6-A3EE-56D00128E8DE}" dt="2023-12-26T12:52:25.149" v="570" actId="1076"/>
          <ac:spMkLst>
            <pc:docMk/>
            <pc:sldMk cId="0" sldId="277"/>
            <ac:spMk id="826" creationId="{CC33860F-FE74-FB9F-9AFD-3C995D7C8ED8}"/>
          </ac:spMkLst>
        </pc:spChg>
        <pc:spChg chg="mod">
          <ac:chgData name="xi sheng" userId="b3919e0d8ca6a452" providerId="LiveId" clId="{8C65DD49-A72B-47A6-A3EE-56D00128E8DE}" dt="2023-12-26T12:52:25.149" v="570" actId="1076"/>
          <ac:spMkLst>
            <pc:docMk/>
            <pc:sldMk cId="0" sldId="277"/>
            <ac:spMk id="827" creationId="{0C3A023F-A1FC-9DF0-3335-5C0270F77F6B}"/>
          </ac:spMkLst>
        </pc:spChg>
        <pc:spChg chg="mod">
          <ac:chgData name="xi sheng" userId="b3919e0d8ca6a452" providerId="LiveId" clId="{8C65DD49-A72B-47A6-A3EE-56D00128E8DE}" dt="2023-12-26T12:52:25.149" v="570" actId="1076"/>
          <ac:spMkLst>
            <pc:docMk/>
            <pc:sldMk cId="0" sldId="277"/>
            <ac:spMk id="828" creationId="{F16B8AA4-0517-7500-7C27-2E6EEA2FC0F7}"/>
          </ac:spMkLst>
        </pc:spChg>
        <pc:spChg chg="mod">
          <ac:chgData name="xi sheng" userId="b3919e0d8ca6a452" providerId="LiveId" clId="{8C65DD49-A72B-47A6-A3EE-56D00128E8DE}" dt="2023-12-26T12:52:25.149" v="570" actId="1076"/>
          <ac:spMkLst>
            <pc:docMk/>
            <pc:sldMk cId="0" sldId="277"/>
            <ac:spMk id="829" creationId="{2474D6CA-857C-D603-B0B4-BBBFB80BA8F3}"/>
          </ac:spMkLst>
        </pc:spChg>
        <pc:spChg chg="mod">
          <ac:chgData name="xi sheng" userId="b3919e0d8ca6a452" providerId="LiveId" clId="{8C65DD49-A72B-47A6-A3EE-56D00128E8DE}" dt="2023-12-26T12:52:25.149" v="570" actId="1076"/>
          <ac:spMkLst>
            <pc:docMk/>
            <pc:sldMk cId="0" sldId="277"/>
            <ac:spMk id="830" creationId="{EFCC97D1-272A-1B74-5B3C-881FBEEE45CF}"/>
          </ac:spMkLst>
        </pc:spChg>
        <pc:spChg chg="mod">
          <ac:chgData name="xi sheng" userId="b3919e0d8ca6a452" providerId="LiveId" clId="{8C65DD49-A72B-47A6-A3EE-56D00128E8DE}" dt="2023-12-26T12:52:25.149" v="570" actId="1076"/>
          <ac:spMkLst>
            <pc:docMk/>
            <pc:sldMk cId="0" sldId="277"/>
            <ac:spMk id="831" creationId="{34E51A6F-546B-A7EF-79D9-1E86893671E3}"/>
          </ac:spMkLst>
        </pc:spChg>
        <pc:spChg chg="mod">
          <ac:chgData name="xi sheng" userId="b3919e0d8ca6a452" providerId="LiveId" clId="{8C65DD49-A72B-47A6-A3EE-56D00128E8DE}" dt="2023-12-26T12:52:25.149" v="570" actId="1076"/>
          <ac:spMkLst>
            <pc:docMk/>
            <pc:sldMk cId="0" sldId="277"/>
            <ac:spMk id="832" creationId="{19554B97-2204-15F4-BA13-43CB46BAE694}"/>
          </ac:spMkLst>
        </pc:spChg>
        <pc:spChg chg="mod">
          <ac:chgData name="xi sheng" userId="b3919e0d8ca6a452" providerId="LiveId" clId="{8C65DD49-A72B-47A6-A3EE-56D00128E8DE}" dt="2023-12-26T12:52:25.149" v="570" actId="1076"/>
          <ac:spMkLst>
            <pc:docMk/>
            <pc:sldMk cId="0" sldId="277"/>
            <ac:spMk id="833" creationId="{65941978-B454-CE88-3DDD-137F692022F9}"/>
          </ac:spMkLst>
        </pc:spChg>
        <pc:spChg chg="mod">
          <ac:chgData name="xi sheng" userId="b3919e0d8ca6a452" providerId="LiveId" clId="{8C65DD49-A72B-47A6-A3EE-56D00128E8DE}" dt="2023-12-26T12:52:25.149" v="570" actId="1076"/>
          <ac:spMkLst>
            <pc:docMk/>
            <pc:sldMk cId="0" sldId="277"/>
            <ac:spMk id="834" creationId="{A5373CC0-BED3-7CAF-182B-3B1B78F36533}"/>
          </ac:spMkLst>
        </pc:spChg>
        <pc:spChg chg="mod">
          <ac:chgData name="xi sheng" userId="b3919e0d8ca6a452" providerId="LiveId" clId="{8C65DD49-A72B-47A6-A3EE-56D00128E8DE}" dt="2023-12-26T12:52:25.149" v="570" actId="1076"/>
          <ac:spMkLst>
            <pc:docMk/>
            <pc:sldMk cId="0" sldId="277"/>
            <ac:spMk id="835" creationId="{8A8152E8-B608-23B2-14FF-1C340C020CBF}"/>
          </ac:spMkLst>
        </pc:spChg>
        <pc:spChg chg="mod">
          <ac:chgData name="xi sheng" userId="b3919e0d8ca6a452" providerId="LiveId" clId="{8C65DD49-A72B-47A6-A3EE-56D00128E8DE}" dt="2023-12-26T12:52:25.149" v="570" actId="1076"/>
          <ac:spMkLst>
            <pc:docMk/>
            <pc:sldMk cId="0" sldId="277"/>
            <ac:spMk id="836" creationId="{E2B6CDC8-BB5B-5DC4-ADC9-42266B4EB018}"/>
          </ac:spMkLst>
        </pc:spChg>
        <pc:spChg chg="mod">
          <ac:chgData name="xi sheng" userId="b3919e0d8ca6a452" providerId="LiveId" clId="{8C65DD49-A72B-47A6-A3EE-56D00128E8DE}" dt="2023-12-26T12:52:25.149" v="570" actId="1076"/>
          <ac:spMkLst>
            <pc:docMk/>
            <pc:sldMk cId="0" sldId="277"/>
            <ac:spMk id="837" creationId="{C035A19B-9F58-A0F8-CF62-935C7DA97ECD}"/>
          </ac:spMkLst>
        </pc:spChg>
        <pc:spChg chg="mod">
          <ac:chgData name="xi sheng" userId="b3919e0d8ca6a452" providerId="LiveId" clId="{8C65DD49-A72B-47A6-A3EE-56D00128E8DE}" dt="2023-12-26T12:52:25.149" v="570" actId="1076"/>
          <ac:spMkLst>
            <pc:docMk/>
            <pc:sldMk cId="0" sldId="277"/>
            <ac:spMk id="838" creationId="{2ACFD287-9E32-0C0C-0AA3-BC3128B8C113}"/>
          </ac:spMkLst>
        </pc:spChg>
        <pc:spChg chg="mod">
          <ac:chgData name="xi sheng" userId="b3919e0d8ca6a452" providerId="LiveId" clId="{8C65DD49-A72B-47A6-A3EE-56D00128E8DE}" dt="2023-12-26T12:52:25.149" v="570" actId="1076"/>
          <ac:spMkLst>
            <pc:docMk/>
            <pc:sldMk cId="0" sldId="277"/>
            <ac:spMk id="839" creationId="{B15E7BF2-8079-166F-B447-040FD0F0E7D0}"/>
          </ac:spMkLst>
        </pc:spChg>
        <pc:spChg chg="mod">
          <ac:chgData name="xi sheng" userId="b3919e0d8ca6a452" providerId="LiveId" clId="{8C65DD49-A72B-47A6-A3EE-56D00128E8DE}" dt="2023-12-26T12:52:25.149" v="570" actId="1076"/>
          <ac:spMkLst>
            <pc:docMk/>
            <pc:sldMk cId="0" sldId="277"/>
            <ac:spMk id="840" creationId="{CF4E821F-9BF1-F400-87C1-B994D01102F1}"/>
          </ac:spMkLst>
        </pc:spChg>
        <pc:spChg chg="mod">
          <ac:chgData name="xi sheng" userId="b3919e0d8ca6a452" providerId="LiveId" clId="{8C65DD49-A72B-47A6-A3EE-56D00128E8DE}" dt="2023-12-26T12:52:25.149" v="570" actId="1076"/>
          <ac:spMkLst>
            <pc:docMk/>
            <pc:sldMk cId="0" sldId="277"/>
            <ac:spMk id="841" creationId="{0E0EC532-2193-5AD2-51F0-B836DEEBE4A7}"/>
          </ac:spMkLst>
        </pc:spChg>
        <pc:spChg chg="mod">
          <ac:chgData name="xi sheng" userId="b3919e0d8ca6a452" providerId="LiveId" clId="{8C65DD49-A72B-47A6-A3EE-56D00128E8DE}" dt="2023-12-26T12:52:25.149" v="570" actId="1076"/>
          <ac:spMkLst>
            <pc:docMk/>
            <pc:sldMk cId="0" sldId="277"/>
            <ac:spMk id="842" creationId="{9134679E-C0F3-8C00-CFB9-A57C02DE4AE6}"/>
          </ac:spMkLst>
        </pc:spChg>
        <pc:spChg chg="mod">
          <ac:chgData name="xi sheng" userId="b3919e0d8ca6a452" providerId="LiveId" clId="{8C65DD49-A72B-47A6-A3EE-56D00128E8DE}" dt="2023-12-26T12:52:25.149" v="570" actId="1076"/>
          <ac:spMkLst>
            <pc:docMk/>
            <pc:sldMk cId="0" sldId="277"/>
            <ac:spMk id="843" creationId="{B060A16C-8910-00D3-B74B-92CBF434FA28}"/>
          </ac:spMkLst>
        </pc:spChg>
        <pc:spChg chg="mod">
          <ac:chgData name="xi sheng" userId="b3919e0d8ca6a452" providerId="LiveId" clId="{8C65DD49-A72B-47A6-A3EE-56D00128E8DE}" dt="2023-12-26T12:52:25.149" v="570" actId="1076"/>
          <ac:spMkLst>
            <pc:docMk/>
            <pc:sldMk cId="0" sldId="277"/>
            <ac:spMk id="844" creationId="{403244F7-1D6D-2F16-4C55-2CF9651EF31E}"/>
          </ac:spMkLst>
        </pc:spChg>
        <pc:spChg chg="mod">
          <ac:chgData name="xi sheng" userId="b3919e0d8ca6a452" providerId="LiveId" clId="{8C65DD49-A72B-47A6-A3EE-56D00128E8DE}" dt="2023-12-26T12:52:25.149" v="570" actId="1076"/>
          <ac:spMkLst>
            <pc:docMk/>
            <pc:sldMk cId="0" sldId="277"/>
            <ac:spMk id="845" creationId="{5ACD3597-5950-A852-8A21-41C8E53FBB18}"/>
          </ac:spMkLst>
        </pc:spChg>
        <pc:spChg chg="mod">
          <ac:chgData name="xi sheng" userId="b3919e0d8ca6a452" providerId="LiveId" clId="{8C65DD49-A72B-47A6-A3EE-56D00128E8DE}" dt="2023-12-26T12:52:25.149" v="570" actId="1076"/>
          <ac:spMkLst>
            <pc:docMk/>
            <pc:sldMk cId="0" sldId="277"/>
            <ac:spMk id="846" creationId="{CB301FE3-94D4-452A-49B6-CF9285A6CA33}"/>
          </ac:spMkLst>
        </pc:spChg>
        <pc:spChg chg="mod">
          <ac:chgData name="xi sheng" userId="b3919e0d8ca6a452" providerId="LiveId" clId="{8C65DD49-A72B-47A6-A3EE-56D00128E8DE}" dt="2023-12-26T12:52:25.149" v="570" actId="1076"/>
          <ac:spMkLst>
            <pc:docMk/>
            <pc:sldMk cId="0" sldId="277"/>
            <ac:spMk id="847" creationId="{3104A0D6-1B8D-E0CB-9DE7-972A017526B0}"/>
          </ac:spMkLst>
        </pc:spChg>
        <pc:spChg chg="mod">
          <ac:chgData name="xi sheng" userId="b3919e0d8ca6a452" providerId="LiveId" clId="{8C65DD49-A72B-47A6-A3EE-56D00128E8DE}" dt="2023-12-26T12:52:25.149" v="570" actId="1076"/>
          <ac:spMkLst>
            <pc:docMk/>
            <pc:sldMk cId="0" sldId="277"/>
            <ac:spMk id="848" creationId="{80459970-0112-3D3A-A961-1BB71EC6B086}"/>
          </ac:spMkLst>
        </pc:spChg>
        <pc:spChg chg="mod">
          <ac:chgData name="xi sheng" userId="b3919e0d8ca6a452" providerId="LiveId" clId="{8C65DD49-A72B-47A6-A3EE-56D00128E8DE}" dt="2023-12-26T12:52:25.149" v="570" actId="1076"/>
          <ac:spMkLst>
            <pc:docMk/>
            <pc:sldMk cId="0" sldId="277"/>
            <ac:spMk id="849" creationId="{05280FE6-FFA0-BF3D-E1C0-56BE54DD81C7}"/>
          </ac:spMkLst>
        </pc:spChg>
        <pc:spChg chg="mod">
          <ac:chgData name="xi sheng" userId="b3919e0d8ca6a452" providerId="LiveId" clId="{8C65DD49-A72B-47A6-A3EE-56D00128E8DE}" dt="2023-12-26T12:52:25.149" v="570" actId="1076"/>
          <ac:spMkLst>
            <pc:docMk/>
            <pc:sldMk cId="0" sldId="277"/>
            <ac:spMk id="850" creationId="{A7D3330B-D1D0-BF9F-01A1-2593BB22A544}"/>
          </ac:spMkLst>
        </pc:spChg>
        <pc:spChg chg="mod">
          <ac:chgData name="xi sheng" userId="b3919e0d8ca6a452" providerId="LiveId" clId="{8C65DD49-A72B-47A6-A3EE-56D00128E8DE}" dt="2023-12-26T12:52:25.149" v="570" actId="1076"/>
          <ac:spMkLst>
            <pc:docMk/>
            <pc:sldMk cId="0" sldId="277"/>
            <ac:spMk id="851" creationId="{8BDD469D-4290-AB4D-0FA9-FEC7E880FCC2}"/>
          </ac:spMkLst>
        </pc:spChg>
        <pc:spChg chg="mod">
          <ac:chgData name="xi sheng" userId="b3919e0d8ca6a452" providerId="LiveId" clId="{8C65DD49-A72B-47A6-A3EE-56D00128E8DE}" dt="2023-12-26T12:52:25.149" v="570" actId="1076"/>
          <ac:spMkLst>
            <pc:docMk/>
            <pc:sldMk cId="0" sldId="277"/>
            <ac:spMk id="852" creationId="{B0AFCD35-CE33-2919-5877-18146E8F15C4}"/>
          </ac:spMkLst>
        </pc:spChg>
        <pc:spChg chg="mod">
          <ac:chgData name="xi sheng" userId="b3919e0d8ca6a452" providerId="LiveId" clId="{8C65DD49-A72B-47A6-A3EE-56D00128E8DE}" dt="2023-12-26T12:52:25.149" v="570" actId="1076"/>
          <ac:spMkLst>
            <pc:docMk/>
            <pc:sldMk cId="0" sldId="277"/>
            <ac:spMk id="853" creationId="{B91F97A8-F800-4D2B-AB4A-ACBEEF3BF6FB}"/>
          </ac:spMkLst>
        </pc:spChg>
        <pc:spChg chg="mod">
          <ac:chgData name="xi sheng" userId="b3919e0d8ca6a452" providerId="LiveId" clId="{8C65DD49-A72B-47A6-A3EE-56D00128E8DE}" dt="2023-12-26T12:52:25.149" v="570" actId="1076"/>
          <ac:spMkLst>
            <pc:docMk/>
            <pc:sldMk cId="0" sldId="277"/>
            <ac:spMk id="854" creationId="{58580D17-BA1D-B066-43B1-34AC400838DD}"/>
          </ac:spMkLst>
        </pc:spChg>
        <pc:spChg chg="mod">
          <ac:chgData name="xi sheng" userId="b3919e0d8ca6a452" providerId="LiveId" clId="{8C65DD49-A72B-47A6-A3EE-56D00128E8DE}" dt="2023-12-26T12:52:25.149" v="570" actId="1076"/>
          <ac:spMkLst>
            <pc:docMk/>
            <pc:sldMk cId="0" sldId="277"/>
            <ac:spMk id="855" creationId="{E82B60D6-B050-84D1-51C0-46E4E36100B7}"/>
          </ac:spMkLst>
        </pc:spChg>
        <pc:spChg chg="mod">
          <ac:chgData name="xi sheng" userId="b3919e0d8ca6a452" providerId="LiveId" clId="{8C65DD49-A72B-47A6-A3EE-56D00128E8DE}" dt="2023-12-26T12:52:25.149" v="570" actId="1076"/>
          <ac:spMkLst>
            <pc:docMk/>
            <pc:sldMk cId="0" sldId="277"/>
            <ac:spMk id="856" creationId="{C28E8990-4044-CE24-52A2-93B2C1C55EED}"/>
          </ac:spMkLst>
        </pc:spChg>
        <pc:spChg chg="mod">
          <ac:chgData name="xi sheng" userId="b3919e0d8ca6a452" providerId="LiveId" clId="{8C65DD49-A72B-47A6-A3EE-56D00128E8DE}" dt="2023-12-26T12:52:25.149" v="570" actId="1076"/>
          <ac:spMkLst>
            <pc:docMk/>
            <pc:sldMk cId="0" sldId="277"/>
            <ac:spMk id="857" creationId="{DF96B9BB-EE48-4DAF-7D93-DA65C3DA94E6}"/>
          </ac:spMkLst>
        </pc:spChg>
        <pc:spChg chg="mod">
          <ac:chgData name="xi sheng" userId="b3919e0d8ca6a452" providerId="LiveId" clId="{8C65DD49-A72B-47A6-A3EE-56D00128E8DE}" dt="2023-12-26T12:52:25.149" v="570" actId="1076"/>
          <ac:spMkLst>
            <pc:docMk/>
            <pc:sldMk cId="0" sldId="277"/>
            <ac:spMk id="858" creationId="{D3894C6C-1A54-A6A3-19A7-6A81C22D921B}"/>
          </ac:spMkLst>
        </pc:spChg>
        <pc:spChg chg="mod">
          <ac:chgData name="xi sheng" userId="b3919e0d8ca6a452" providerId="LiveId" clId="{8C65DD49-A72B-47A6-A3EE-56D00128E8DE}" dt="2023-12-26T12:52:25.149" v="570" actId="1076"/>
          <ac:spMkLst>
            <pc:docMk/>
            <pc:sldMk cId="0" sldId="277"/>
            <ac:spMk id="859" creationId="{EEC1B164-7B68-84A8-47A8-7DB522C39E36}"/>
          </ac:spMkLst>
        </pc:spChg>
        <pc:spChg chg="mod">
          <ac:chgData name="xi sheng" userId="b3919e0d8ca6a452" providerId="LiveId" clId="{8C65DD49-A72B-47A6-A3EE-56D00128E8DE}" dt="2023-12-26T12:52:25.149" v="570" actId="1076"/>
          <ac:spMkLst>
            <pc:docMk/>
            <pc:sldMk cId="0" sldId="277"/>
            <ac:spMk id="860" creationId="{CEC5A9FE-F9A6-ACE9-55B3-C0A2F1F43B1A}"/>
          </ac:spMkLst>
        </pc:spChg>
        <pc:spChg chg="mod">
          <ac:chgData name="xi sheng" userId="b3919e0d8ca6a452" providerId="LiveId" clId="{8C65DD49-A72B-47A6-A3EE-56D00128E8DE}" dt="2023-12-26T12:52:25.149" v="570" actId="1076"/>
          <ac:spMkLst>
            <pc:docMk/>
            <pc:sldMk cId="0" sldId="277"/>
            <ac:spMk id="861" creationId="{96ABF1FF-B1C6-C116-BC24-539EF1BB06C1}"/>
          </ac:spMkLst>
        </pc:spChg>
        <pc:spChg chg="mod">
          <ac:chgData name="xi sheng" userId="b3919e0d8ca6a452" providerId="LiveId" clId="{8C65DD49-A72B-47A6-A3EE-56D00128E8DE}" dt="2023-12-26T12:52:25.149" v="570" actId="1076"/>
          <ac:spMkLst>
            <pc:docMk/>
            <pc:sldMk cId="0" sldId="277"/>
            <ac:spMk id="862" creationId="{CBF93200-A871-1E9D-2592-A172ACBE2A56}"/>
          </ac:spMkLst>
        </pc:spChg>
        <pc:spChg chg="mod">
          <ac:chgData name="xi sheng" userId="b3919e0d8ca6a452" providerId="LiveId" clId="{8C65DD49-A72B-47A6-A3EE-56D00128E8DE}" dt="2023-12-26T12:52:25.149" v="570" actId="1076"/>
          <ac:spMkLst>
            <pc:docMk/>
            <pc:sldMk cId="0" sldId="277"/>
            <ac:spMk id="863" creationId="{882B783E-4A1E-9CE0-1FBC-4BD9FBBF5D77}"/>
          </ac:spMkLst>
        </pc:spChg>
        <pc:spChg chg="mod">
          <ac:chgData name="xi sheng" userId="b3919e0d8ca6a452" providerId="LiveId" clId="{8C65DD49-A72B-47A6-A3EE-56D00128E8DE}" dt="2023-12-26T12:52:25.149" v="570" actId="1076"/>
          <ac:spMkLst>
            <pc:docMk/>
            <pc:sldMk cId="0" sldId="277"/>
            <ac:spMk id="864" creationId="{48BA6CB5-D7BF-F3B3-694D-27E6EDB9E79C}"/>
          </ac:spMkLst>
        </pc:spChg>
        <pc:spChg chg="mod">
          <ac:chgData name="xi sheng" userId="b3919e0d8ca6a452" providerId="LiveId" clId="{8C65DD49-A72B-47A6-A3EE-56D00128E8DE}" dt="2023-12-26T12:52:25.149" v="570" actId="1076"/>
          <ac:spMkLst>
            <pc:docMk/>
            <pc:sldMk cId="0" sldId="277"/>
            <ac:spMk id="865" creationId="{4827314C-4AB4-DFFE-6B06-F79C8D8BF99D}"/>
          </ac:spMkLst>
        </pc:spChg>
        <pc:spChg chg="mod">
          <ac:chgData name="xi sheng" userId="b3919e0d8ca6a452" providerId="LiveId" clId="{8C65DD49-A72B-47A6-A3EE-56D00128E8DE}" dt="2023-12-26T12:52:25.149" v="570" actId="1076"/>
          <ac:spMkLst>
            <pc:docMk/>
            <pc:sldMk cId="0" sldId="277"/>
            <ac:spMk id="866" creationId="{955F85D5-46D6-6034-E238-E443CE316111}"/>
          </ac:spMkLst>
        </pc:spChg>
        <pc:spChg chg="mod">
          <ac:chgData name="xi sheng" userId="b3919e0d8ca6a452" providerId="LiveId" clId="{8C65DD49-A72B-47A6-A3EE-56D00128E8DE}" dt="2023-12-26T12:52:25.149" v="570" actId="1076"/>
          <ac:spMkLst>
            <pc:docMk/>
            <pc:sldMk cId="0" sldId="277"/>
            <ac:spMk id="867" creationId="{4038FE4E-95BC-FB8A-1AA0-9A726FEDA24B}"/>
          </ac:spMkLst>
        </pc:spChg>
        <pc:spChg chg="mod">
          <ac:chgData name="xi sheng" userId="b3919e0d8ca6a452" providerId="LiveId" clId="{8C65DD49-A72B-47A6-A3EE-56D00128E8DE}" dt="2023-12-26T12:52:25.149" v="570" actId="1076"/>
          <ac:spMkLst>
            <pc:docMk/>
            <pc:sldMk cId="0" sldId="277"/>
            <ac:spMk id="868" creationId="{B7C4F4CE-3C46-70AB-4B86-9F0042D16C8F}"/>
          </ac:spMkLst>
        </pc:spChg>
        <pc:spChg chg="mod">
          <ac:chgData name="xi sheng" userId="b3919e0d8ca6a452" providerId="LiveId" clId="{8C65DD49-A72B-47A6-A3EE-56D00128E8DE}" dt="2023-12-26T12:52:25.149" v="570" actId="1076"/>
          <ac:spMkLst>
            <pc:docMk/>
            <pc:sldMk cId="0" sldId="277"/>
            <ac:spMk id="869" creationId="{46FDA13E-C033-9C64-A90F-C643E0587B40}"/>
          </ac:spMkLst>
        </pc:spChg>
        <pc:spChg chg="mod">
          <ac:chgData name="xi sheng" userId="b3919e0d8ca6a452" providerId="LiveId" clId="{8C65DD49-A72B-47A6-A3EE-56D00128E8DE}" dt="2023-12-26T12:52:25.149" v="570" actId="1076"/>
          <ac:spMkLst>
            <pc:docMk/>
            <pc:sldMk cId="0" sldId="277"/>
            <ac:spMk id="870" creationId="{C984E260-64F9-D040-59FE-C6462BAEFB12}"/>
          </ac:spMkLst>
        </pc:spChg>
        <pc:spChg chg="mod">
          <ac:chgData name="xi sheng" userId="b3919e0d8ca6a452" providerId="LiveId" clId="{8C65DD49-A72B-47A6-A3EE-56D00128E8DE}" dt="2023-12-26T12:52:25.149" v="570" actId="1076"/>
          <ac:spMkLst>
            <pc:docMk/>
            <pc:sldMk cId="0" sldId="277"/>
            <ac:spMk id="871" creationId="{2CF8A944-988C-7ABD-37E7-082E4FA35395}"/>
          </ac:spMkLst>
        </pc:spChg>
        <pc:spChg chg="mod">
          <ac:chgData name="xi sheng" userId="b3919e0d8ca6a452" providerId="LiveId" clId="{8C65DD49-A72B-47A6-A3EE-56D00128E8DE}" dt="2023-12-26T12:52:25.149" v="570" actId="1076"/>
          <ac:spMkLst>
            <pc:docMk/>
            <pc:sldMk cId="0" sldId="277"/>
            <ac:spMk id="872" creationId="{7E219202-6E24-16F2-B6EB-7FEDA58DF55A}"/>
          </ac:spMkLst>
        </pc:spChg>
        <pc:spChg chg="mod">
          <ac:chgData name="xi sheng" userId="b3919e0d8ca6a452" providerId="LiveId" clId="{8C65DD49-A72B-47A6-A3EE-56D00128E8DE}" dt="2023-12-26T12:52:25.149" v="570" actId="1076"/>
          <ac:spMkLst>
            <pc:docMk/>
            <pc:sldMk cId="0" sldId="277"/>
            <ac:spMk id="873" creationId="{E9287406-E484-29CE-EC58-31A71F0EA3A2}"/>
          </ac:spMkLst>
        </pc:spChg>
        <pc:spChg chg="mod">
          <ac:chgData name="xi sheng" userId="b3919e0d8ca6a452" providerId="LiveId" clId="{8C65DD49-A72B-47A6-A3EE-56D00128E8DE}" dt="2023-12-26T12:52:25.149" v="570" actId="1076"/>
          <ac:spMkLst>
            <pc:docMk/>
            <pc:sldMk cId="0" sldId="277"/>
            <ac:spMk id="874" creationId="{60E7FF09-097D-0D2F-DBD0-32AC6B3C1240}"/>
          </ac:spMkLst>
        </pc:spChg>
        <pc:spChg chg="mod">
          <ac:chgData name="xi sheng" userId="b3919e0d8ca6a452" providerId="LiveId" clId="{8C65DD49-A72B-47A6-A3EE-56D00128E8DE}" dt="2023-12-26T12:52:25.149" v="570" actId="1076"/>
          <ac:spMkLst>
            <pc:docMk/>
            <pc:sldMk cId="0" sldId="277"/>
            <ac:spMk id="875" creationId="{D8C650B1-BBFE-333A-6F39-3B1FCAE0AD3F}"/>
          </ac:spMkLst>
        </pc:spChg>
        <pc:spChg chg="mod">
          <ac:chgData name="xi sheng" userId="b3919e0d8ca6a452" providerId="LiveId" clId="{8C65DD49-A72B-47A6-A3EE-56D00128E8DE}" dt="2023-12-26T12:52:25.149" v="570" actId="1076"/>
          <ac:spMkLst>
            <pc:docMk/>
            <pc:sldMk cId="0" sldId="277"/>
            <ac:spMk id="876" creationId="{893BE70D-BEC2-1585-B103-581B9290F669}"/>
          </ac:spMkLst>
        </pc:spChg>
        <pc:spChg chg="mod">
          <ac:chgData name="xi sheng" userId="b3919e0d8ca6a452" providerId="LiveId" clId="{8C65DD49-A72B-47A6-A3EE-56D00128E8DE}" dt="2023-12-26T12:52:25.149" v="570" actId="1076"/>
          <ac:spMkLst>
            <pc:docMk/>
            <pc:sldMk cId="0" sldId="277"/>
            <ac:spMk id="877" creationId="{31482501-1A18-A008-A7DB-D58A26E582AA}"/>
          </ac:spMkLst>
        </pc:spChg>
        <pc:spChg chg="mod">
          <ac:chgData name="xi sheng" userId="b3919e0d8ca6a452" providerId="LiveId" clId="{8C65DD49-A72B-47A6-A3EE-56D00128E8DE}" dt="2023-12-26T12:52:25.149" v="570" actId="1076"/>
          <ac:spMkLst>
            <pc:docMk/>
            <pc:sldMk cId="0" sldId="277"/>
            <ac:spMk id="878" creationId="{AB0F112B-BF7B-FCDC-E96C-96B10A006B7D}"/>
          </ac:spMkLst>
        </pc:spChg>
        <pc:spChg chg="mod">
          <ac:chgData name="xi sheng" userId="b3919e0d8ca6a452" providerId="LiveId" clId="{8C65DD49-A72B-47A6-A3EE-56D00128E8DE}" dt="2023-12-26T12:52:25.149" v="570" actId="1076"/>
          <ac:spMkLst>
            <pc:docMk/>
            <pc:sldMk cId="0" sldId="277"/>
            <ac:spMk id="879" creationId="{213D2E3A-1C9E-27A5-6A17-FADBBFC51DB9}"/>
          </ac:spMkLst>
        </pc:spChg>
        <pc:spChg chg="mod">
          <ac:chgData name="xi sheng" userId="b3919e0d8ca6a452" providerId="LiveId" clId="{8C65DD49-A72B-47A6-A3EE-56D00128E8DE}" dt="2023-12-26T12:52:25.149" v="570" actId="1076"/>
          <ac:spMkLst>
            <pc:docMk/>
            <pc:sldMk cId="0" sldId="277"/>
            <ac:spMk id="880" creationId="{76637E7E-DD7A-2BFE-C63A-90A54FE23B11}"/>
          </ac:spMkLst>
        </pc:spChg>
        <pc:spChg chg="mod">
          <ac:chgData name="xi sheng" userId="b3919e0d8ca6a452" providerId="LiveId" clId="{8C65DD49-A72B-47A6-A3EE-56D00128E8DE}" dt="2023-12-26T12:52:25.149" v="570" actId="1076"/>
          <ac:spMkLst>
            <pc:docMk/>
            <pc:sldMk cId="0" sldId="277"/>
            <ac:spMk id="881" creationId="{FCAD3622-E98F-4629-3F8E-4D18B1A36FA3}"/>
          </ac:spMkLst>
        </pc:spChg>
        <pc:spChg chg="mod">
          <ac:chgData name="xi sheng" userId="b3919e0d8ca6a452" providerId="LiveId" clId="{8C65DD49-A72B-47A6-A3EE-56D00128E8DE}" dt="2023-12-26T12:52:25.149" v="570" actId="1076"/>
          <ac:spMkLst>
            <pc:docMk/>
            <pc:sldMk cId="0" sldId="277"/>
            <ac:spMk id="882" creationId="{889D8A4E-BB0D-B4F3-4BCD-B2CB1D08EE9F}"/>
          </ac:spMkLst>
        </pc:spChg>
        <pc:spChg chg="mod">
          <ac:chgData name="xi sheng" userId="b3919e0d8ca6a452" providerId="LiveId" clId="{8C65DD49-A72B-47A6-A3EE-56D00128E8DE}" dt="2023-12-26T12:52:25.149" v="570" actId="1076"/>
          <ac:spMkLst>
            <pc:docMk/>
            <pc:sldMk cId="0" sldId="277"/>
            <ac:spMk id="883" creationId="{08E15B05-23D0-A8A8-EA31-3CEA5D817441}"/>
          </ac:spMkLst>
        </pc:spChg>
        <pc:spChg chg="mod">
          <ac:chgData name="xi sheng" userId="b3919e0d8ca6a452" providerId="LiveId" clId="{8C65DD49-A72B-47A6-A3EE-56D00128E8DE}" dt="2023-12-26T12:52:25.149" v="570" actId="1076"/>
          <ac:spMkLst>
            <pc:docMk/>
            <pc:sldMk cId="0" sldId="277"/>
            <ac:spMk id="884" creationId="{7F9B109D-8957-DCA4-6378-84FB318F1073}"/>
          </ac:spMkLst>
        </pc:spChg>
        <pc:spChg chg="mod">
          <ac:chgData name="xi sheng" userId="b3919e0d8ca6a452" providerId="LiveId" clId="{8C65DD49-A72B-47A6-A3EE-56D00128E8DE}" dt="2023-12-26T12:52:25.149" v="570" actId="1076"/>
          <ac:spMkLst>
            <pc:docMk/>
            <pc:sldMk cId="0" sldId="277"/>
            <ac:spMk id="885" creationId="{FA2D34EE-9915-F3D7-3261-934D72946CDE}"/>
          </ac:spMkLst>
        </pc:spChg>
        <pc:spChg chg="mod">
          <ac:chgData name="xi sheng" userId="b3919e0d8ca6a452" providerId="LiveId" clId="{8C65DD49-A72B-47A6-A3EE-56D00128E8DE}" dt="2023-12-26T12:52:25.149" v="570" actId="1076"/>
          <ac:spMkLst>
            <pc:docMk/>
            <pc:sldMk cId="0" sldId="277"/>
            <ac:spMk id="886" creationId="{8BD4C473-7872-4A14-0583-1558AEC2FBFB}"/>
          </ac:spMkLst>
        </pc:spChg>
        <pc:spChg chg="mod">
          <ac:chgData name="xi sheng" userId="b3919e0d8ca6a452" providerId="LiveId" clId="{8C65DD49-A72B-47A6-A3EE-56D00128E8DE}" dt="2023-12-26T12:52:25.149" v="570" actId="1076"/>
          <ac:spMkLst>
            <pc:docMk/>
            <pc:sldMk cId="0" sldId="277"/>
            <ac:spMk id="887" creationId="{8FC88D44-CE63-F18A-5F37-88CEA9EB546B}"/>
          </ac:spMkLst>
        </pc:spChg>
        <pc:spChg chg="mod">
          <ac:chgData name="xi sheng" userId="b3919e0d8ca6a452" providerId="LiveId" clId="{8C65DD49-A72B-47A6-A3EE-56D00128E8DE}" dt="2023-12-26T12:52:25.149" v="570" actId="1076"/>
          <ac:spMkLst>
            <pc:docMk/>
            <pc:sldMk cId="0" sldId="277"/>
            <ac:spMk id="888" creationId="{97098626-D910-A738-2811-9F7DC8065D16}"/>
          </ac:spMkLst>
        </pc:spChg>
        <pc:spChg chg="mod">
          <ac:chgData name="xi sheng" userId="b3919e0d8ca6a452" providerId="LiveId" clId="{8C65DD49-A72B-47A6-A3EE-56D00128E8DE}" dt="2023-12-26T12:52:25.149" v="570" actId="1076"/>
          <ac:spMkLst>
            <pc:docMk/>
            <pc:sldMk cId="0" sldId="277"/>
            <ac:spMk id="889" creationId="{DDDC9271-2999-79E4-F745-05CEE7D60FA4}"/>
          </ac:spMkLst>
        </pc:spChg>
        <pc:spChg chg="mod">
          <ac:chgData name="xi sheng" userId="b3919e0d8ca6a452" providerId="LiveId" clId="{8C65DD49-A72B-47A6-A3EE-56D00128E8DE}" dt="2023-12-26T12:52:25.149" v="570" actId="1076"/>
          <ac:spMkLst>
            <pc:docMk/>
            <pc:sldMk cId="0" sldId="277"/>
            <ac:spMk id="890" creationId="{06387A7F-775E-C829-B019-EFAFF1BC66FE}"/>
          </ac:spMkLst>
        </pc:spChg>
        <pc:spChg chg="mod">
          <ac:chgData name="xi sheng" userId="b3919e0d8ca6a452" providerId="LiveId" clId="{8C65DD49-A72B-47A6-A3EE-56D00128E8DE}" dt="2023-12-26T12:52:25.149" v="570" actId="1076"/>
          <ac:spMkLst>
            <pc:docMk/>
            <pc:sldMk cId="0" sldId="277"/>
            <ac:spMk id="891" creationId="{F5127816-41C6-AF86-0E8C-A422122DD901}"/>
          </ac:spMkLst>
        </pc:spChg>
        <pc:spChg chg="mod">
          <ac:chgData name="xi sheng" userId="b3919e0d8ca6a452" providerId="LiveId" clId="{8C65DD49-A72B-47A6-A3EE-56D00128E8DE}" dt="2023-12-26T12:52:25.149" v="570" actId="1076"/>
          <ac:spMkLst>
            <pc:docMk/>
            <pc:sldMk cId="0" sldId="277"/>
            <ac:spMk id="892" creationId="{2DFC155E-8585-DB56-DE16-254026795887}"/>
          </ac:spMkLst>
        </pc:spChg>
        <pc:spChg chg="mod">
          <ac:chgData name="xi sheng" userId="b3919e0d8ca6a452" providerId="LiveId" clId="{8C65DD49-A72B-47A6-A3EE-56D00128E8DE}" dt="2023-12-26T12:52:25.149" v="570" actId="1076"/>
          <ac:spMkLst>
            <pc:docMk/>
            <pc:sldMk cId="0" sldId="277"/>
            <ac:spMk id="893" creationId="{0036B8BA-684C-F1E3-2087-FC76021EFE33}"/>
          </ac:spMkLst>
        </pc:spChg>
        <pc:spChg chg="mod">
          <ac:chgData name="xi sheng" userId="b3919e0d8ca6a452" providerId="LiveId" clId="{8C65DD49-A72B-47A6-A3EE-56D00128E8DE}" dt="2023-12-26T12:52:25.149" v="570" actId="1076"/>
          <ac:spMkLst>
            <pc:docMk/>
            <pc:sldMk cId="0" sldId="277"/>
            <ac:spMk id="894" creationId="{D53B03FF-0F34-EFCC-50C4-59F925094584}"/>
          </ac:spMkLst>
        </pc:spChg>
        <pc:spChg chg="mod">
          <ac:chgData name="xi sheng" userId="b3919e0d8ca6a452" providerId="LiveId" clId="{8C65DD49-A72B-47A6-A3EE-56D00128E8DE}" dt="2023-12-26T12:52:25.149" v="570" actId="1076"/>
          <ac:spMkLst>
            <pc:docMk/>
            <pc:sldMk cId="0" sldId="277"/>
            <ac:spMk id="895" creationId="{389DDE82-EA28-C98F-5CF6-5EDCE578D917}"/>
          </ac:spMkLst>
        </pc:spChg>
        <pc:spChg chg="mod">
          <ac:chgData name="xi sheng" userId="b3919e0d8ca6a452" providerId="LiveId" clId="{8C65DD49-A72B-47A6-A3EE-56D00128E8DE}" dt="2023-12-26T12:52:25.149" v="570" actId="1076"/>
          <ac:spMkLst>
            <pc:docMk/>
            <pc:sldMk cId="0" sldId="277"/>
            <ac:spMk id="896" creationId="{17693B4D-EA7B-09D3-ED37-EB88674DFEEE}"/>
          </ac:spMkLst>
        </pc:spChg>
        <pc:spChg chg="mod">
          <ac:chgData name="xi sheng" userId="b3919e0d8ca6a452" providerId="LiveId" clId="{8C65DD49-A72B-47A6-A3EE-56D00128E8DE}" dt="2023-12-26T12:52:25.149" v="570" actId="1076"/>
          <ac:spMkLst>
            <pc:docMk/>
            <pc:sldMk cId="0" sldId="277"/>
            <ac:spMk id="897" creationId="{34DF13DC-BB34-1FA4-41AC-750D911E0419}"/>
          </ac:spMkLst>
        </pc:spChg>
        <pc:spChg chg="mod">
          <ac:chgData name="xi sheng" userId="b3919e0d8ca6a452" providerId="LiveId" clId="{8C65DD49-A72B-47A6-A3EE-56D00128E8DE}" dt="2023-12-26T12:52:25.149" v="570" actId="1076"/>
          <ac:spMkLst>
            <pc:docMk/>
            <pc:sldMk cId="0" sldId="277"/>
            <ac:spMk id="898" creationId="{E4AB01E4-3BED-673A-55BC-9E203CF1090E}"/>
          </ac:spMkLst>
        </pc:spChg>
        <pc:spChg chg="mod">
          <ac:chgData name="xi sheng" userId="b3919e0d8ca6a452" providerId="LiveId" clId="{8C65DD49-A72B-47A6-A3EE-56D00128E8DE}" dt="2023-12-26T12:52:25.149" v="570" actId="1076"/>
          <ac:spMkLst>
            <pc:docMk/>
            <pc:sldMk cId="0" sldId="277"/>
            <ac:spMk id="899" creationId="{738CBA30-3BD2-E68F-0193-DC3DCB9D64B5}"/>
          </ac:spMkLst>
        </pc:spChg>
        <pc:spChg chg="mod">
          <ac:chgData name="xi sheng" userId="b3919e0d8ca6a452" providerId="LiveId" clId="{8C65DD49-A72B-47A6-A3EE-56D00128E8DE}" dt="2023-12-26T12:52:25.149" v="570" actId="1076"/>
          <ac:spMkLst>
            <pc:docMk/>
            <pc:sldMk cId="0" sldId="277"/>
            <ac:spMk id="900" creationId="{60D92655-60DF-52EE-8161-99076CF97E6F}"/>
          </ac:spMkLst>
        </pc:spChg>
        <pc:spChg chg="mod">
          <ac:chgData name="xi sheng" userId="b3919e0d8ca6a452" providerId="LiveId" clId="{8C65DD49-A72B-47A6-A3EE-56D00128E8DE}" dt="2023-12-26T12:52:25.149" v="570" actId="1076"/>
          <ac:spMkLst>
            <pc:docMk/>
            <pc:sldMk cId="0" sldId="277"/>
            <ac:spMk id="901" creationId="{5136E6F9-842B-6F29-AB6B-F587DFAE9408}"/>
          </ac:spMkLst>
        </pc:spChg>
        <pc:spChg chg="mod">
          <ac:chgData name="xi sheng" userId="b3919e0d8ca6a452" providerId="LiveId" clId="{8C65DD49-A72B-47A6-A3EE-56D00128E8DE}" dt="2023-12-26T12:52:25.149" v="570" actId="1076"/>
          <ac:spMkLst>
            <pc:docMk/>
            <pc:sldMk cId="0" sldId="277"/>
            <ac:spMk id="902" creationId="{AE077F54-B8FB-DC9C-4607-DBEBD1D4700F}"/>
          </ac:spMkLst>
        </pc:spChg>
        <pc:spChg chg="mod">
          <ac:chgData name="xi sheng" userId="b3919e0d8ca6a452" providerId="LiveId" clId="{8C65DD49-A72B-47A6-A3EE-56D00128E8DE}" dt="2023-12-26T12:52:25.149" v="570" actId="1076"/>
          <ac:spMkLst>
            <pc:docMk/>
            <pc:sldMk cId="0" sldId="277"/>
            <ac:spMk id="903" creationId="{1145A8D3-E06C-7F72-122F-E62832E37111}"/>
          </ac:spMkLst>
        </pc:spChg>
        <pc:spChg chg="mod">
          <ac:chgData name="xi sheng" userId="b3919e0d8ca6a452" providerId="LiveId" clId="{8C65DD49-A72B-47A6-A3EE-56D00128E8DE}" dt="2023-12-26T12:52:25.149" v="570" actId="1076"/>
          <ac:spMkLst>
            <pc:docMk/>
            <pc:sldMk cId="0" sldId="277"/>
            <ac:spMk id="904" creationId="{407CAE56-9E0E-1E66-FF0E-D5C3406182D6}"/>
          </ac:spMkLst>
        </pc:spChg>
        <pc:spChg chg="mod">
          <ac:chgData name="xi sheng" userId="b3919e0d8ca6a452" providerId="LiveId" clId="{8C65DD49-A72B-47A6-A3EE-56D00128E8DE}" dt="2023-12-26T12:52:25.149" v="570" actId="1076"/>
          <ac:spMkLst>
            <pc:docMk/>
            <pc:sldMk cId="0" sldId="277"/>
            <ac:spMk id="905" creationId="{7062BCE6-06D5-3BF9-CFE5-7F0BD4C0DA23}"/>
          </ac:spMkLst>
        </pc:spChg>
        <pc:spChg chg="mod">
          <ac:chgData name="xi sheng" userId="b3919e0d8ca6a452" providerId="LiveId" clId="{8C65DD49-A72B-47A6-A3EE-56D00128E8DE}" dt="2023-12-26T12:52:25.149" v="570" actId="1076"/>
          <ac:spMkLst>
            <pc:docMk/>
            <pc:sldMk cId="0" sldId="277"/>
            <ac:spMk id="906" creationId="{C09029B5-D27E-8267-B5C3-6E33EA4E102A}"/>
          </ac:spMkLst>
        </pc:spChg>
        <pc:spChg chg="mod">
          <ac:chgData name="xi sheng" userId="b3919e0d8ca6a452" providerId="LiveId" clId="{8C65DD49-A72B-47A6-A3EE-56D00128E8DE}" dt="2023-12-26T12:52:25.149" v="570" actId="1076"/>
          <ac:spMkLst>
            <pc:docMk/>
            <pc:sldMk cId="0" sldId="277"/>
            <ac:spMk id="907" creationId="{FC76C58E-6492-AF5D-4CD2-0A3602AB37EB}"/>
          </ac:spMkLst>
        </pc:spChg>
        <pc:spChg chg="mod">
          <ac:chgData name="xi sheng" userId="b3919e0d8ca6a452" providerId="LiveId" clId="{8C65DD49-A72B-47A6-A3EE-56D00128E8DE}" dt="2023-12-26T12:52:25.149" v="570" actId="1076"/>
          <ac:spMkLst>
            <pc:docMk/>
            <pc:sldMk cId="0" sldId="277"/>
            <ac:spMk id="908" creationId="{020C36E0-19BF-81A5-4E9B-BD1502FDA5CD}"/>
          </ac:spMkLst>
        </pc:spChg>
        <pc:spChg chg="mod">
          <ac:chgData name="xi sheng" userId="b3919e0d8ca6a452" providerId="LiveId" clId="{8C65DD49-A72B-47A6-A3EE-56D00128E8DE}" dt="2023-12-26T12:52:25.149" v="570" actId="1076"/>
          <ac:spMkLst>
            <pc:docMk/>
            <pc:sldMk cId="0" sldId="277"/>
            <ac:spMk id="909" creationId="{16D3B74A-51DE-B037-5FF4-D9863968A93E}"/>
          </ac:spMkLst>
        </pc:spChg>
        <pc:spChg chg="mod">
          <ac:chgData name="xi sheng" userId="b3919e0d8ca6a452" providerId="LiveId" clId="{8C65DD49-A72B-47A6-A3EE-56D00128E8DE}" dt="2023-12-26T12:52:25.149" v="570" actId="1076"/>
          <ac:spMkLst>
            <pc:docMk/>
            <pc:sldMk cId="0" sldId="277"/>
            <ac:spMk id="910" creationId="{2F978B95-D0EA-216B-91B2-BDE22EE0012E}"/>
          </ac:spMkLst>
        </pc:spChg>
        <pc:spChg chg="mod">
          <ac:chgData name="xi sheng" userId="b3919e0d8ca6a452" providerId="LiveId" clId="{8C65DD49-A72B-47A6-A3EE-56D00128E8DE}" dt="2023-12-26T12:52:25.149" v="570" actId="1076"/>
          <ac:spMkLst>
            <pc:docMk/>
            <pc:sldMk cId="0" sldId="277"/>
            <ac:spMk id="911" creationId="{243A9F09-10B1-925F-7EDC-A7B71FA3B2C0}"/>
          </ac:spMkLst>
        </pc:spChg>
        <pc:spChg chg="mod">
          <ac:chgData name="xi sheng" userId="b3919e0d8ca6a452" providerId="LiveId" clId="{8C65DD49-A72B-47A6-A3EE-56D00128E8DE}" dt="2023-12-26T12:52:25.149" v="570" actId="1076"/>
          <ac:spMkLst>
            <pc:docMk/>
            <pc:sldMk cId="0" sldId="277"/>
            <ac:spMk id="912" creationId="{91CD5E71-0225-3CD4-3609-F0B823C0D3BC}"/>
          </ac:spMkLst>
        </pc:spChg>
        <pc:spChg chg="mod">
          <ac:chgData name="xi sheng" userId="b3919e0d8ca6a452" providerId="LiveId" clId="{8C65DD49-A72B-47A6-A3EE-56D00128E8DE}" dt="2023-12-26T12:52:25.149" v="570" actId="1076"/>
          <ac:spMkLst>
            <pc:docMk/>
            <pc:sldMk cId="0" sldId="277"/>
            <ac:spMk id="913" creationId="{AD81D955-2FF7-DFF9-62C3-BDFD986C5DAD}"/>
          </ac:spMkLst>
        </pc:spChg>
        <pc:spChg chg="mod">
          <ac:chgData name="xi sheng" userId="b3919e0d8ca6a452" providerId="LiveId" clId="{8C65DD49-A72B-47A6-A3EE-56D00128E8DE}" dt="2023-12-26T12:52:25.149" v="570" actId="1076"/>
          <ac:spMkLst>
            <pc:docMk/>
            <pc:sldMk cId="0" sldId="277"/>
            <ac:spMk id="914" creationId="{EF64AC72-4E1F-3E49-CF0A-25AC20F25C02}"/>
          </ac:spMkLst>
        </pc:spChg>
        <pc:spChg chg="mod">
          <ac:chgData name="xi sheng" userId="b3919e0d8ca6a452" providerId="LiveId" clId="{8C65DD49-A72B-47A6-A3EE-56D00128E8DE}" dt="2023-12-26T12:52:25.149" v="570" actId="1076"/>
          <ac:spMkLst>
            <pc:docMk/>
            <pc:sldMk cId="0" sldId="277"/>
            <ac:spMk id="915" creationId="{807AE8FC-A2E8-1B6A-FECA-6EDF11116C34}"/>
          </ac:spMkLst>
        </pc:spChg>
        <pc:spChg chg="mod">
          <ac:chgData name="xi sheng" userId="b3919e0d8ca6a452" providerId="LiveId" clId="{8C65DD49-A72B-47A6-A3EE-56D00128E8DE}" dt="2023-12-26T12:52:25.149" v="570" actId="1076"/>
          <ac:spMkLst>
            <pc:docMk/>
            <pc:sldMk cId="0" sldId="277"/>
            <ac:spMk id="916" creationId="{A31ED78B-A27D-8E38-C876-C7084334BEA0}"/>
          </ac:spMkLst>
        </pc:spChg>
        <pc:spChg chg="mod">
          <ac:chgData name="xi sheng" userId="b3919e0d8ca6a452" providerId="LiveId" clId="{8C65DD49-A72B-47A6-A3EE-56D00128E8DE}" dt="2023-12-26T12:52:25.149" v="570" actId="1076"/>
          <ac:spMkLst>
            <pc:docMk/>
            <pc:sldMk cId="0" sldId="277"/>
            <ac:spMk id="917" creationId="{CD81F7F5-DA47-042F-1BA9-F88567A9B55A}"/>
          </ac:spMkLst>
        </pc:spChg>
        <pc:spChg chg="mod">
          <ac:chgData name="xi sheng" userId="b3919e0d8ca6a452" providerId="LiveId" clId="{8C65DD49-A72B-47A6-A3EE-56D00128E8DE}" dt="2023-12-26T12:52:25.149" v="570" actId="1076"/>
          <ac:spMkLst>
            <pc:docMk/>
            <pc:sldMk cId="0" sldId="277"/>
            <ac:spMk id="918" creationId="{9C842465-7DDA-11F8-6DBB-EAB7503F23D8}"/>
          </ac:spMkLst>
        </pc:spChg>
        <pc:spChg chg="mod">
          <ac:chgData name="xi sheng" userId="b3919e0d8ca6a452" providerId="LiveId" clId="{8C65DD49-A72B-47A6-A3EE-56D00128E8DE}" dt="2023-12-26T12:52:25.149" v="570" actId="1076"/>
          <ac:spMkLst>
            <pc:docMk/>
            <pc:sldMk cId="0" sldId="277"/>
            <ac:spMk id="919" creationId="{4DF2D4A3-5E1E-4B92-91DF-54EB9305F0B8}"/>
          </ac:spMkLst>
        </pc:spChg>
        <pc:spChg chg="mod">
          <ac:chgData name="xi sheng" userId="b3919e0d8ca6a452" providerId="LiveId" clId="{8C65DD49-A72B-47A6-A3EE-56D00128E8DE}" dt="2023-12-26T12:52:25.149" v="570" actId="1076"/>
          <ac:spMkLst>
            <pc:docMk/>
            <pc:sldMk cId="0" sldId="277"/>
            <ac:spMk id="920" creationId="{89972E2A-2D8C-C32E-E44E-B2ACBE6993EC}"/>
          </ac:spMkLst>
        </pc:spChg>
        <pc:spChg chg="mod">
          <ac:chgData name="xi sheng" userId="b3919e0d8ca6a452" providerId="LiveId" clId="{8C65DD49-A72B-47A6-A3EE-56D00128E8DE}" dt="2023-12-26T12:52:25.149" v="570" actId="1076"/>
          <ac:spMkLst>
            <pc:docMk/>
            <pc:sldMk cId="0" sldId="277"/>
            <ac:spMk id="921" creationId="{C4622194-0F2A-7524-DA8D-A0A59D585D41}"/>
          </ac:spMkLst>
        </pc:spChg>
        <pc:spChg chg="mod">
          <ac:chgData name="xi sheng" userId="b3919e0d8ca6a452" providerId="LiveId" clId="{8C65DD49-A72B-47A6-A3EE-56D00128E8DE}" dt="2023-12-26T12:52:25.149" v="570" actId="1076"/>
          <ac:spMkLst>
            <pc:docMk/>
            <pc:sldMk cId="0" sldId="277"/>
            <ac:spMk id="922" creationId="{4344FD08-7B88-2DBB-8C1E-4904A530446E}"/>
          </ac:spMkLst>
        </pc:spChg>
        <pc:spChg chg="mod">
          <ac:chgData name="xi sheng" userId="b3919e0d8ca6a452" providerId="LiveId" clId="{8C65DD49-A72B-47A6-A3EE-56D00128E8DE}" dt="2023-12-26T12:52:25.149" v="570" actId="1076"/>
          <ac:spMkLst>
            <pc:docMk/>
            <pc:sldMk cId="0" sldId="277"/>
            <ac:spMk id="923" creationId="{9165260D-B444-576F-6A05-5286F17733B6}"/>
          </ac:spMkLst>
        </pc:spChg>
        <pc:spChg chg="mod">
          <ac:chgData name="xi sheng" userId="b3919e0d8ca6a452" providerId="LiveId" clId="{8C65DD49-A72B-47A6-A3EE-56D00128E8DE}" dt="2023-12-26T12:52:25.149" v="570" actId="1076"/>
          <ac:spMkLst>
            <pc:docMk/>
            <pc:sldMk cId="0" sldId="277"/>
            <ac:spMk id="924" creationId="{6EFDBCEA-EA16-4DC5-C7E8-93F4823CC930}"/>
          </ac:spMkLst>
        </pc:spChg>
        <pc:spChg chg="mod">
          <ac:chgData name="xi sheng" userId="b3919e0d8ca6a452" providerId="LiveId" clId="{8C65DD49-A72B-47A6-A3EE-56D00128E8DE}" dt="2023-12-26T12:52:25.149" v="570" actId="1076"/>
          <ac:spMkLst>
            <pc:docMk/>
            <pc:sldMk cId="0" sldId="277"/>
            <ac:spMk id="925" creationId="{0D8886A0-0C30-C41C-794F-BDD676AADCAF}"/>
          </ac:spMkLst>
        </pc:spChg>
        <pc:spChg chg="mod">
          <ac:chgData name="xi sheng" userId="b3919e0d8ca6a452" providerId="LiveId" clId="{8C65DD49-A72B-47A6-A3EE-56D00128E8DE}" dt="2023-12-26T12:52:25.149" v="570" actId="1076"/>
          <ac:spMkLst>
            <pc:docMk/>
            <pc:sldMk cId="0" sldId="277"/>
            <ac:spMk id="926" creationId="{ECC75634-6212-42DF-DB05-9BE3E58A1DF7}"/>
          </ac:spMkLst>
        </pc:spChg>
        <pc:spChg chg="mod">
          <ac:chgData name="xi sheng" userId="b3919e0d8ca6a452" providerId="LiveId" clId="{8C65DD49-A72B-47A6-A3EE-56D00128E8DE}" dt="2023-12-26T12:52:25.149" v="570" actId="1076"/>
          <ac:spMkLst>
            <pc:docMk/>
            <pc:sldMk cId="0" sldId="277"/>
            <ac:spMk id="927" creationId="{181FBDA5-D79C-F67E-D465-F96C250887A2}"/>
          </ac:spMkLst>
        </pc:spChg>
        <pc:spChg chg="mod">
          <ac:chgData name="xi sheng" userId="b3919e0d8ca6a452" providerId="LiveId" clId="{8C65DD49-A72B-47A6-A3EE-56D00128E8DE}" dt="2023-12-26T12:52:25.149" v="570" actId="1076"/>
          <ac:spMkLst>
            <pc:docMk/>
            <pc:sldMk cId="0" sldId="277"/>
            <ac:spMk id="928" creationId="{D02EAC1E-813E-6F5B-BC7A-9DFF99238256}"/>
          </ac:spMkLst>
        </pc:spChg>
        <pc:spChg chg="mod">
          <ac:chgData name="xi sheng" userId="b3919e0d8ca6a452" providerId="LiveId" clId="{8C65DD49-A72B-47A6-A3EE-56D00128E8DE}" dt="2023-12-26T12:52:25.149" v="570" actId="1076"/>
          <ac:spMkLst>
            <pc:docMk/>
            <pc:sldMk cId="0" sldId="277"/>
            <ac:spMk id="929" creationId="{EB64F951-0FAD-034C-040F-9C1E4CA4B4A1}"/>
          </ac:spMkLst>
        </pc:spChg>
        <pc:spChg chg="mod">
          <ac:chgData name="xi sheng" userId="b3919e0d8ca6a452" providerId="LiveId" clId="{8C65DD49-A72B-47A6-A3EE-56D00128E8DE}" dt="2023-12-26T12:52:25.149" v="570" actId="1076"/>
          <ac:spMkLst>
            <pc:docMk/>
            <pc:sldMk cId="0" sldId="277"/>
            <ac:spMk id="930" creationId="{62EFB51C-F839-F627-75DA-5386943C56B4}"/>
          </ac:spMkLst>
        </pc:spChg>
        <pc:spChg chg="mod">
          <ac:chgData name="xi sheng" userId="b3919e0d8ca6a452" providerId="LiveId" clId="{8C65DD49-A72B-47A6-A3EE-56D00128E8DE}" dt="2023-12-26T12:52:25.149" v="570" actId="1076"/>
          <ac:spMkLst>
            <pc:docMk/>
            <pc:sldMk cId="0" sldId="277"/>
            <ac:spMk id="931" creationId="{614BADB0-FE07-5E9F-6D21-03A60C6E8EE6}"/>
          </ac:spMkLst>
        </pc:spChg>
        <pc:spChg chg="mod">
          <ac:chgData name="xi sheng" userId="b3919e0d8ca6a452" providerId="LiveId" clId="{8C65DD49-A72B-47A6-A3EE-56D00128E8DE}" dt="2023-12-26T12:52:25.149" v="570" actId="1076"/>
          <ac:spMkLst>
            <pc:docMk/>
            <pc:sldMk cId="0" sldId="277"/>
            <ac:spMk id="932" creationId="{11961046-7757-3E6F-BCE1-89D7802F713D}"/>
          </ac:spMkLst>
        </pc:spChg>
        <pc:spChg chg="mod">
          <ac:chgData name="xi sheng" userId="b3919e0d8ca6a452" providerId="LiveId" clId="{8C65DD49-A72B-47A6-A3EE-56D00128E8DE}" dt="2023-12-26T12:52:25.149" v="570" actId="1076"/>
          <ac:spMkLst>
            <pc:docMk/>
            <pc:sldMk cId="0" sldId="277"/>
            <ac:spMk id="933" creationId="{0507AA0A-05B8-613A-AD0E-59248B5C278B}"/>
          </ac:spMkLst>
        </pc:spChg>
        <pc:spChg chg="mod">
          <ac:chgData name="xi sheng" userId="b3919e0d8ca6a452" providerId="LiveId" clId="{8C65DD49-A72B-47A6-A3EE-56D00128E8DE}" dt="2023-12-26T12:52:25.149" v="570" actId="1076"/>
          <ac:spMkLst>
            <pc:docMk/>
            <pc:sldMk cId="0" sldId="277"/>
            <ac:spMk id="934" creationId="{DAC5BD98-AB0F-A77A-B583-851EC58E155B}"/>
          </ac:spMkLst>
        </pc:spChg>
        <pc:spChg chg="mod">
          <ac:chgData name="xi sheng" userId="b3919e0d8ca6a452" providerId="LiveId" clId="{8C65DD49-A72B-47A6-A3EE-56D00128E8DE}" dt="2023-12-26T12:52:25.149" v="570" actId="1076"/>
          <ac:spMkLst>
            <pc:docMk/>
            <pc:sldMk cId="0" sldId="277"/>
            <ac:spMk id="935" creationId="{BD08CE26-DDB5-1DDE-FC5C-D2677800B56A}"/>
          </ac:spMkLst>
        </pc:spChg>
        <pc:spChg chg="mod">
          <ac:chgData name="xi sheng" userId="b3919e0d8ca6a452" providerId="LiveId" clId="{8C65DD49-A72B-47A6-A3EE-56D00128E8DE}" dt="2023-12-26T12:52:25.149" v="570" actId="1076"/>
          <ac:spMkLst>
            <pc:docMk/>
            <pc:sldMk cId="0" sldId="277"/>
            <ac:spMk id="936" creationId="{5953FDE1-CA0F-977B-CE0A-001AD70CD639}"/>
          </ac:spMkLst>
        </pc:spChg>
        <pc:spChg chg="mod">
          <ac:chgData name="xi sheng" userId="b3919e0d8ca6a452" providerId="LiveId" clId="{8C65DD49-A72B-47A6-A3EE-56D00128E8DE}" dt="2023-12-26T12:52:25.149" v="570" actId="1076"/>
          <ac:spMkLst>
            <pc:docMk/>
            <pc:sldMk cId="0" sldId="277"/>
            <ac:spMk id="937" creationId="{F47A5175-DA4C-469B-D215-4D680BEF1DD4}"/>
          </ac:spMkLst>
        </pc:spChg>
        <pc:spChg chg="mod">
          <ac:chgData name="xi sheng" userId="b3919e0d8ca6a452" providerId="LiveId" clId="{8C65DD49-A72B-47A6-A3EE-56D00128E8DE}" dt="2023-12-26T12:52:25.149" v="570" actId="1076"/>
          <ac:spMkLst>
            <pc:docMk/>
            <pc:sldMk cId="0" sldId="277"/>
            <ac:spMk id="938" creationId="{5BC10211-0EFA-33EC-EB09-4F4FC2AB39B9}"/>
          </ac:spMkLst>
        </pc:spChg>
        <pc:spChg chg="mod">
          <ac:chgData name="xi sheng" userId="b3919e0d8ca6a452" providerId="LiveId" clId="{8C65DD49-A72B-47A6-A3EE-56D00128E8DE}" dt="2023-12-26T12:52:25.149" v="570" actId="1076"/>
          <ac:spMkLst>
            <pc:docMk/>
            <pc:sldMk cId="0" sldId="277"/>
            <ac:spMk id="939" creationId="{C8B85EB9-0829-D938-8398-8208DE40E014}"/>
          </ac:spMkLst>
        </pc:spChg>
        <pc:spChg chg="mod">
          <ac:chgData name="xi sheng" userId="b3919e0d8ca6a452" providerId="LiveId" clId="{8C65DD49-A72B-47A6-A3EE-56D00128E8DE}" dt="2023-12-26T12:52:25.149" v="570" actId="1076"/>
          <ac:spMkLst>
            <pc:docMk/>
            <pc:sldMk cId="0" sldId="277"/>
            <ac:spMk id="940" creationId="{A87E0CAB-E7F6-45BE-BFF0-449657A6EACD}"/>
          </ac:spMkLst>
        </pc:spChg>
        <pc:spChg chg="mod">
          <ac:chgData name="xi sheng" userId="b3919e0d8ca6a452" providerId="LiveId" clId="{8C65DD49-A72B-47A6-A3EE-56D00128E8DE}" dt="2023-12-26T12:52:25.149" v="570" actId="1076"/>
          <ac:spMkLst>
            <pc:docMk/>
            <pc:sldMk cId="0" sldId="277"/>
            <ac:spMk id="941" creationId="{85A73189-92D1-CF46-7F3D-087554974402}"/>
          </ac:spMkLst>
        </pc:spChg>
        <pc:spChg chg="mod">
          <ac:chgData name="xi sheng" userId="b3919e0d8ca6a452" providerId="LiveId" clId="{8C65DD49-A72B-47A6-A3EE-56D00128E8DE}" dt="2023-12-26T12:52:25.149" v="570" actId="1076"/>
          <ac:spMkLst>
            <pc:docMk/>
            <pc:sldMk cId="0" sldId="277"/>
            <ac:spMk id="942" creationId="{C0A42302-486F-AFE8-755D-6555B39E60F1}"/>
          </ac:spMkLst>
        </pc:spChg>
        <pc:spChg chg="mod">
          <ac:chgData name="xi sheng" userId="b3919e0d8ca6a452" providerId="LiveId" clId="{8C65DD49-A72B-47A6-A3EE-56D00128E8DE}" dt="2023-12-26T12:52:25.149" v="570" actId="1076"/>
          <ac:spMkLst>
            <pc:docMk/>
            <pc:sldMk cId="0" sldId="277"/>
            <ac:spMk id="943" creationId="{E5328A6D-3EEF-A86E-ECFB-AD0A488AD9EA}"/>
          </ac:spMkLst>
        </pc:spChg>
        <pc:spChg chg="mod">
          <ac:chgData name="xi sheng" userId="b3919e0d8ca6a452" providerId="LiveId" clId="{8C65DD49-A72B-47A6-A3EE-56D00128E8DE}" dt="2023-12-26T12:52:25.149" v="570" actId="1076"/>
          <ac:spMkLst>
            <pc:docMk/>
            <pc:sldMk cId="0" sldId="277"/>
            <ac:spMk id="944" creationId="{9BE983D3-7BCF-A3CE-C9AC-5DFCDDCAA662}"/>
          </ac:spMkLst>
        </pc:spChg>
        <pc:spChg chg="mod">
          <ac:chgData name="xi sheng" userId="b3919e0d8ca6a452" providerId="LiveId" clId="{8C65DD49-A72B-47A6-A3EE-56D00128E8DE}" dt="2023-12-26T12:52:25.149" v="570" actId="1076"/>
          <ac:spMkLst>
            <pc:docMk/>
            <pc:sldMk cId="0" sldId="277"/>
            <ac:spMk id="945" creationId="{A3947F44-E680-38C4-4697-FF791E73C9A4}"/>
          </ac:spMkLst>
        </pc:spChg>
        <pc:spChg chg="mod">
          <ac:chgData name="xi sheng" userId="b3919e0d8ca6a452" providerId="LiveId" clId="{8C65DD49-A72B-47A6-A3EE-56D00128E8DE}" dt="2023-12-26T12:52:25.149" v="570" actId="1076"/>
          <ac:spMkLst>
            <pc:docMk/>
            <pc:sldMk cId="0" sldId="277"/>
            <ac:spMk id="946" creationId="{E181E0C8-BC75-BD5A-4855-DD5FC53574C3}"/>
          </ac:spMkLst>
        </pc:spChg>
        <pc:spChg chg="mod">
          <ac:chgData name="xi sheng" userId="b3919e0d8ca6a452" providerId="LiveId" clId="{8C65DD49-A72B-47A6-A3EE-56D00128E8DE}" dt="2023-12-26T12:52:25.149" v="570" actId="1076"/>
          <ac:spMkLst>
            <pc:docMk/>
            <pc:sldMk cId="0" sldId="277"/>
            <ac:spMk id="947" creationId="{8AEB48D3-2A25-0B3A-FC62-698487557929}"/>
          </ac:spMkLst>
        </pc:spChg>
        <pc:spChg chg="mod">
          <ac:chgData name="xi sheng" userId="b3919e0d8ca6a452" providerId="LiveId" clId="{8C65DD49-A72B-47A6-A3EE-56D00128E8DE}" dt="2023-12-26T12:52:25.149" v="570" actId="1076"/>
          <ac:spMkLst>
            <pc:docMk/>
            <pc:sldMk cId="0" sldId="277"/>
            <ac:spMk id="948" creationId="{0C1C4F48-3016-F195-F260-D8F60A91673C}"/>
          </ac:spMkLst>
        </pc:spChg>
        <pc:spChg chg="mod">
          <ac:chgData name="xi sheng" userId="b3919e0d8ca6a452" providerId="LiveId" clId="{8C65DD49-A72B-47A6-A3EE-56D00128E8DE}" dt="2023-12-26T12:52:25.149" v="570" actId="1076"/>
          <ac:spMkLst>
            <pc:docMk/>
            <pc:sldMk cId="0" sldId="277"/>
            <ac:spMk id="949" creationId="{D8764505-CC9E-53DA-574B-A14DA76754F7}"/>
          </ac:spMkLst>
        </pc:spChg>
        <pc:spChg chg="mod">
          <ac:chgData name="xi sheng" userId="b3919e0d8ca6a452" providerId="LiveId" clId="{8C65DD49-A72B-47A6-A3EE-56D00128E8DE}" dt="2023-12-26T12:52:25.149" v="570" actId="1076"/>
          <ac:spMkLst>
            <pc:docMk/>
            <pc:sldMk cId="0" sldId="277"/>
            <ac:spMk id="950" creationId="{AA87B868-81DD-B5D1-BD1B-6136518C0113}"/>
          </ac:spMkLst>
        </pc:spChg>
        <pc:spChg chg="mod">
          <ac:chgData name="xi sheng" userId="b3919e0d8ca6a452" providerId="LiveId" clId="{8C65DD49-A72B-47A6-A3EE-56D00128E8DE}" dt="2023-12-26T12:52:25.149" v="570" actId="1076"/>
          <ac:spMkLst>
            <pc:docMk/>
            <pc:sldMk cId="0" sldId="277"/>
            <ac:spMk id="951" creationId="{9058356E-38A9-3AC2-2F76-6AAF87AB5E18}"/>
          </ac:spMkLst>
        </pc:spChg>
        <pc:spChg chg="mod">
          <ac:chgData name="xi sheng" userId="b3919e0d8ca6a452" providerId="LiveId" clId="{8C65DD49-A72B-47A6-A3EE-56D00128E8DE}" dt="2023-12-26T12:52:25.149" v="570" actId="1076"/>
          <ac:spMkLst>
            <pc:docMk/>
            <pc:sldMk cId="0" sldId="277"/>
            <ac:spMk id="952" creationId="{E1751787-F5B3-1F75-3D73-BB4911E939AD}"/>
          </ac:spMkLst>
        </pc:spChg>
        <pc:spChg chg="mod">
          <ac:chgData name="xi sheng" userId="b3919e0d8ca6a452" providerId="LiveId" clId="{8C65DD49-A72B-47A6-A3EE-56D00128E8DE}" dt="2023-12-26T12:52:25.149" v="570" actId="1076"/>
          <ac:spMkLst>
            <pc:docMk/>
            <pc:sldMk cId="0" sldId="277"/>
            <ac:spMk id="953" creationId="{EAC2F913-7253-1239-1150-FD3F252D0A5B}"/>
          </ac:spMkLst>
        </pc:spChg>
        <pc:spChg chg="mod">
          <ac:chgData name="xi sheng" userId="b3919e0d8ca6a452" providerId="LiveId" clId="{8C65DD49-A72B-47A6-A3EE-56D00128E8DE}" dt="2023-12-26T12:52:25.149" v="570" actId="1076"/>
          <ac:spMkLst>
            <pc:docMk/>
            <pc:sldMk cId="0" sldId="277"/>
            <ac:spMk id="954" creationId="{39504062-3480-DB85-DEAF-F4C930B8884A}"/>
          </ac:spMkLst>
        </pc:spChg>
        <pc:spChg chg="mod">
          <ac:chgData name="xi sheng" userId="b3919e0d8ca6a452" providerId="LiveId" clId="{8C65DD49-A72B-47A6-A3EE-56D00128E8DE}" dt="2023-12-26T12:52:25.149" v="570" actId="1076"/>
          <ac:spMkLst>
            <pc:docMk/>
            <pc:sldMk cId="0" sldId="277"/>
            <ac:spMk id="955" creationId="{516E5BED-9A48-A3CB-3CD4-5620023E30E7}"/>
          </ac:spMkLst>
        </pc:spChg>
        <pc:spChg chg="mod">
          <ac:chgData name="xi sheng" userId="b3919e0d8ca6a452" providerId="LiveId" clId="{8C65DD49-A72B-47A6-A3EE-56D00128E8DE}" dt="2023-12-26T12:52:25.149" v="570" actId="1076"/>
          <ac:spMkLst>
            <pc:docMk/>
            <pc:sldMk cId="0" sldId="277"/>
            <ac:spMk id="956" creationId="{C27AEC4F-3541-270A-C85F-D706FB02909C}"/>
          </ac:spMkLst>
        </pc:spChg>
        <pc:spChg chg="mod">
          <ac:chgData name="xi sheng" userId="b3919e0d8ca6a452" providerId="LiveId" clId="{8C65DD49-A72B-47A6-A3EE-56D00128E8DE}" dt="2023-12-26T12:52:25.149" v="570" actId="1076"/>
          <ac:spMkLst>
            <pc:docMk/>
            <pc:sldMk cId="0" sldId="277"/>
            <ac:spMk id="957" creationId="{FC2AC44E-B626-789E-E38A-DFB3A004D745}"/>
          </ac:spMkLst>
        </pc:spChg>
        <pc:spChg chg="mod">
          <ac:chgData name="xi sheng" userId="b3919e0d8ca6a452" providerId="LiveId" clId="{8C65DD49-A72B-47A6-A3EE-56D00128E8DE}" dt="2023-12-26T12:52:25.149" v="570" actId="1076"/>
          <ac:spMkLst>
            <pc:docMk/>
            <pc:sldMk cId="0" sldId="277"/>
            <ac:spMk id="958" creationId="{35ABDFA6-DB1E-6D7D-610B-5FE5314BCB32}"/>
          </ac:spMkLst>
        </pc:spChg>
        <pc:spChg chg="mod">
          <ac:chgData name="xi sheng" userId="b3919e0d8ca6a452" providerId="LiveId" clId="{8C65DD49-A72B-47A6-A3EE-56D00128E8DE}" dt="2023-12-26T12:52:25.149" v="570" actId="1076"/>
          <ac:spMkLst>
            <pc:docMk/>
            <pc:sldMk cId="0" sldId="277"/>
            <ac:spMk id="959" creationId="{4C579DC8-71E8-E4E9-E9DF-963F099BD8E6}"/>
          </ac:spMkLst>
        </pc:spChg>
        <pc:spChg chg="mod">
          <ac:chgData name="xi sheng" userId="b3919e0d8ca6a452" providerId="LiveId" clId="{8C65DD49-A72B-47A6-A3EE-56D00128E8DE}" dt="2023-12-26T12:52:25.149" v="570" actId="1076"/>
          <ac:spMkLst>
            <pc:docMk/>
            <pc:sldMk cId="0" sldId="277"/>
            <ac:spMk id="960" creationId="{F2B04475-DD34-17A2-94D1-C52C5171FE67}"/>
          </ac:spMkLst>
        </pc:spChg>
        <pc:spChg chg="mod">
          <ac:chgData name="xi sheng" userId="b3919e0d8ca6a452" providerId="LiveId" clId="{8C65DD49-A72B-47A6-A3EE-56D00128E8DE}" dt="2023-12-26T12:52:25.149" v="570" actId="1076"/>
          <ac:spMkLst>
            <pc:docMk/>
            <pc:sldMk cId="0" sldId="277"/>
            <ac:spMk id="961" creationId="{949E5F84-E983-99E3-0C31-4C602F462071}"/>
          </ac:spMkLst>
        </pc:spChg>
        <pc:spChg chg="mod">
          <ac:chgData name="xi sheng" userId="b3919e0d8ca6a452" providerId="LiveId" clId="{8C65DD49-A72B-47A6-A3EE-56D00128E8DE}" dt="2023-12-26T12:52:25.149" v="570" actId="1076"/>
          <ac:spMkLst>
            <pc:docMk/>
            <pc:sldMk cId="0" sldId="277"/>
            <ac:spMk id="962" creationId="{B6117AB5-D20E-EC1E-B1CF-9F0273C8129C}"/>
          </ac:spMkLst>
        </pc:spChg>
        <pc:spChg chg="mod">
          <ac:chgData name="xi sheng" userId="b3919e0d8ca6a452" providerId="LiveId" clId="{8C65DD49-A72B-47A6-A3EE-56D00128E8DE}" dt="2023-12-26T12:52:25.149" v="570" actId="1076"/>
          <ac:spMkLst>
            <pc:docMk/>
            <pc:sldMk cId="0" sldId="277"/>
            <ac:spMk id="963" creationId="{B3F19C1A-A93F-7A87-F094-FCAAC5B55CEF}"/>
          </ac:spMkLst>
        </pc:spChg>
        <pc:spChg chg="mod">
          <ac:chgData name="xi sheng" userId="b3919e0d8ca6a452" providerId="LiveId" clId="{8C65DD49-A72B-47A6-A3EE-56D00128E8DE}" dt="2023-12-26T12:52:25.149" v="570" actId="1076"/>
          <ac:spMkLst>
            <pc:docMk/>
            <pc:sldMk cId="0" sldId="277"/>
            <ac:spMk id="964" creationId="{52C1B9F7-3DFE-7A8F-C793-8F24D59C6B54}"/>
          </ac:spMkLst>
        </pc:spChg>
        <pc:spChg chg="mod">
          <ac:chgData name="xi sheng" userId="b3919e0d8ca6a452" providerId="LiveId" clId="{8C65DD49-A72B-47A6-A3EE-56D00128E8DE}" dt="2023-12-26T12:52:25.149" v="570" actId="1076"/>
          <ac:spMkLst>
            <pc:docMk/>
            <pc:sldMk cId="0" sldId="277"/>
            <ac:spMk id="965" creationId="{4EFAA54C-50D2-AA5D-93C4-9E900C2CA76E}"/>
          </ac:spMkLst>
        </pc:spChg>
        <pc:spChg chg="mod">
          <ac:chgData name="xi sheng" userId="b3919e0d8ca6a452" providerId="LiveId" clId="{8C65DD49-A72B-47A6-A3EE-56D00128E8DE}" dt="2023-12-26T12:52:25.149" v="570" actId="1076"/>
          <ac:spMkLst>
            <pc:docMk/>
            <pc:sldMk cId="0" sldId="277"/>
            <ac:spMk id="966" creationId="{C727DADE-4587-CA57-430F-F9CCA818E519}"/>
          </ac:spMkLst>
        </pc:spChg>
        <pc:spChg chg="mod">
          <ac:chgData name="xi sheng" userId="b3919e0d8ca6a452" providerId="LiveId" clId="{8C65DD49-A72B-47A6-A3EE-56D00128E8DE}" dt="2023-12-26T12:52:25.149" v="570" actId="1076"/>
          <ac:spMkLst>
            <pc:docMk/>
            <pc:sldMk cId="0" sldId="277"/>
            <ac:spMk id="967" creationId="{90918149-4637-187F-03F8-1A6AE14B2EAF}"/>
          </ac:spMkLst>
        </pc:spChg>
        <pc:spChg chg="mod">
          <ac:chgData name="xi sheng" userId="b3919e0d8ca6a452" providerId="LiveId" clId="{8C65DD49-A72B-47A6-A3EE-56D00128E8DE}" dt="2023-12-26T12:52:25.149" v="570" actId="1076"/>
          <ac:spMkLst>
            <pc:docMk/>
            <pc:sldMk cId="0" sldId="277"/>
            <ac:spMk id="968" creationId="{466725DD-8155-B5E6-182C-7BF1CCED420C}"/>
          </ac:spMkLst>
        </pc:spChg>
        <pc:spChg chg="mod">
          <ac:chgData name="xi sheng" userId="b3919e0d8ca6a452" providerId="LiveId" clId="{8C65DD49-A72B-47A6-A3EE-56D00128E8DE}" dt="2023-12-26T12:52:25.149" v="570" actId="1076"/>
          <ac:spMkLst>
            <pc:docMk/>
            <pc:sldMk cId="0" sldId="277"/>
            <ac:spMk id="969" creationId="{7E5ECABF-9FE3-DD63-B2F0-A9AA3E80EE7E}"/>
          </ac:spMkLst>
        </pc:spChg>
        <pc:spChg chg="mod">
          <ac:chgData name="xi sheng" userId="b3919e0d8ca6a452" providerId="LiveId" clId="{8C65DD49-A72B-47A6-A3EE-56D00128E8DE}" dt="2023-12-26T12:52:25.149" v="570" actId="1076"/>
          <ac:spMkLst>
            <pc:docMk/>
            <pc:sldMk cId="0" sldId="277"/>
            <ac:spMk id="970" creationId="{42AF69D8-2214-5DD4-CA72-8B5F88AA7B74}"/>
          </ac:spMkLst>
        </pc:spChg>
        <pc:spChg chg="mod">
          <ac:chgData name="xi sheng" userId="b3919e0d8ca6a452" providerId="LiveId" clId="{8C65DD49-A72B-47A6-A3EE-56D00128E8DE}" dt="2023-12-26T12:52:25.149" v="570" actId="1076"/>
          <ac:spMkLst>
            <pc:docMk/>
            <pc:sldMk cId="0" sldId="277"/>
            <ac:spMk id="971" creationId="{396627F7-6DC2-ABE2-F304-4BCFBDE2447D}"/>
          </ac:spMkLst>
        </pc:spChg>
        <pc:spChg chg="mod">
          <ac:chgData name="xi sheng" userId="b3919e0d8ca6a452" providerId="LiveId" clId="{8C65DD49-A72B-47A6-A3EE-56D00128E8DE}" dt="2023-12-26T12:52:25.149" v="570" actId="1076"/>
          <ac:spMkLst>
            <pc:docMk/>
            <pc:sldMk cId="0" sldId="277"/>
            <ac:spMk id="972" creationId="{9075AB54-A972-2311-134A-55D843B6F571}"/>
          </ac:spMkLst>
        </pc:spChg>
        <pc:spChg chg="mod">
          <ac:chgData name="xi sheng" userId="b3919e0d8ca6a452" providerId="LiveId" clId="{8C65DD49-A72B-47A6-A3EE-56D00128E8DE}" dt="2023-12-26T12:52:25.149" v="570" actId="1076"/>
          <ac:spMkLst>
            <pc:docMk/>
            <pc:sldMk cId="0" sldId="277"/>
            <ac:spMk id="973" creationId="{5472A9FE-DCFD-39CB-07DD-3A0FD48E8292}"/>
          </ac:spMkLst>
        </pc:spChg>
        <pc:spChg chg="mod">
          <ac:chgData name="xi sheng" userId="b3919e0d8ca6a452" providerId="LiveId" clId="{8C65DD49-A72B-47A6-A3EE-56D00128E8DE}" dt="2023-12-26T12:52:25.149" v="570" actId="1076"/>
          <ac:spMkLst>
            <pc:docMk/>
            <pc:sldMk cId="0" sldId="277"/>
            <ac:spMk id="974" creationId="{178FA2D7-A839-0814-1955-AB2CA1CF5AC3}"/>
          </ac:spMkLst>
        </pc:spChg>
        <pc:spChg chg="mod">
          <ac:chgData name="xi sheng" userId="b3919e0d8ca6a452" providerId="LiveId" clId="{8C65DD49-A72B-47A6-A3EE-56D00128E8DE}" dt="2023-12-26T12:52:25.149" v="570" actId="1076"/>
          <ac:spMkLst>
            <pc:docMk/>
            <pc:sldMk cId="0" sldId="277"/>
            <ac:spMk id="975" creationId="{DC9A1B81-8A7E-8AB8-2D0C-8C5DACB09AE7}"/>
          </ac:spMkLst>
        </pc:spChg>
        <pc:spChg chg="mod">
          <ac:chgData name="xi sheng" userId="b3919e0d8ca6a452" providerId="LiveId" clId="{8C65DD49-A72B-47A6-A3EE-56D00128E8DE}" dt="2023-12-26T12:52:25.149" v="570" actId="1076"/>
          <ac:spMkLst>
            <pc:docMk/>
            <pc:sldMk cId="0" sldId="277"/>
            <ac:spMk id="976" creationId="{46967978-0D31-6FFA-080A-70EC16D0406F}"/>
          </ac:spMkLst>
        </pc:spChg>
        <pc:spChg chg="mod">
          <ac:chgData name="xi sheng" userId="b3919e0d8ca6a452" providerId="LiveId" clId="{8C65DD49-A72B-47A6-A3EE-56D00128E8DE}" dt="2023-12-26T12:52:25.149" v="570" actId="1076"/>
          <ac:spMkLst>
            <pc:docMk/>
            <pc:sldMk cId="0" sldId="277"/>
            <ac:spMk id="977" creationId="{272A1124-D466-B9E5-521C-C6810A317833}"/>
          </ac:spMkLst>
        </pc:spChg>
        <pc:spChg chg="mod">
          <ac:chgData name="xi sheng" userId="b3919e0d8ca6a452" providerId="LiveId" clId="{8C65DD49-A72B-47A6-A3EE-56D00128E8DE}" dt="2023-12-26T12:52:25.149" v="570" actId="1076"/>
          <ac:spMkLst>
            <pc:docMk/>
            <pc:sldMk cId="0" sldId="277"/>
            <ac:spMk id="978" creationId="{4421F070-2215-713D-58F7-358C9BBC3DA8}"/>
          </ac:spMkLst>
        </pc:spChg>
        <pc:spChg chg="mod">
          <ac:chgData name="xi sheng" userId="b3919e0d8ca6a452" providerId="LiveId" clId="{8C65DD49-A72B-47A6-A3EE-56D00128E8DE}" dt="2023-12-26T12:52:25.149" v="570" actId="1076"/>
          <ac:spMkLst>
            <pc:docMk/>
            <pc:sldMk cId="0" sldId="277"/>
            <ac:spMk id="979" creationId="{F8E72E62-CCC7-8D6A-E9DD-BEC87E5F9A93}"/>
          </ac:spMkLst>
        </pc:spChg>
        <pc:spChg chg="mod">
          <ac:chgData name="xi sheng" userId="b3919e0d8ca6a452" providerId="LiveId" clId="{8C65DD49-A72B-47A6-A3EE-56D00128E8DE}" dt="2023-12-26T12:52:25.149" v="570" actId="1076"/>
          <ac:spMkLst>
            <pc:docMk/>
            <pc:sldMk cId="0" sldId="277"/>
            <ac:spMk id="980" creationId="{6D1CD4FD-4F9C-3DC4-EAA6-141266B4B857}"/>
          </ac:spMkLst>
        </pc:spChg>
        <pc:spChg chg="mod">
          <ac:chgData name="xi sheng" userId="b3919e0d8ca6a452" providerId="LiveId" clId="{8C65DD49-A72B-47A6-A3EE-56D00128E8DE}" dt="2023-12-26T12:52:25.149" v="570" actId="1076"/>
          <ac:spMkLst>
            <pc:docMk/>
            <pc:sldMk cId="0" sldId="277"/>
            <ac:spMk id="981" creationId="{E8C86CA0-0739-B57C-A88D-7F401972B6F2}"/>
          </ac:spMkLst>
        </pc:spChg>
        <pc:spChg chg="mod">
          <ac:chgData name="xi sheng" userId="b3919e0d8ca6a452" providerId="LiveId" clId="{8C65DD49-A72B-47A6-A3EE-56D00128E8DE}" dt="2023-12-26T12:52:25.149" v="570" actId="1076"/>
          <ac:spMkLst>
            <pc:docMk/>
            <pc:sldMk cId="0" sldId="277"/>
            <ac:spMk id="982" creationId="{BAABEE94-EACC-B36C-2C8E-8D143254A2A3}"/>
          </ac:spMkLst>
        </pc:spChg>
        <pc:spChg chg="mod">
          <ac:chgData name="xi sheng" userId="b3919e0d8ca6a452" providerId="LiveId" clId="{8C65DD49-A72B-47A6-A3EE-56D00128E8DE}" dt="2023-12-26T12:52:25.149" v="570" actId="1076"/>
          <ac:spMkLst>
            <pc:docMk/>
            <pc:sldMk cId="0" sldId="277"/>
            <ac:spMk id="983" creationId="{95B23F3A-3F73-F233-AAE0-9B44E5ABFDFF}"/>
          </ac:spMkLst>
        </pc:spChg>
        <pc:spChg chg="mod">
          <ac:chgData name="xi sheng" userId="b3919e0d8ca6a452" providerId="LiveId" clId="{8C65DD49-A72B-47A6-A3EE-56D00128E8DE}" dt="2023-12-26T12:52:25.149" v="570" actId="1076"/>
          <ac:spMkLst>
            <pc:docMk/>
            <pc:sldMk cId="0" sldId="277"/>
            <ac:spMk id="984" creationId="{071660E7-9022-1B76-50C7-00F3882D1AEC}"/>
          </ac:spMkLst>
        </pc:spChg>
        <pc:spChg chg="mod">
          <ac:chgData name="xi sheng" userId="b3919e0d8ca6a452" providerId="LiveId" clId="{8C65DD49-A72B-47A6-A3EE-56D00128E8DE}" dt="2023-12-26T12:52:25.149" v="570" actId="1076"/>
          <ac:spMkLst>
            <pc:docMk/>
            <pc:sldMk cId="0" sldId="277"/>
            <ac:spMk id="985" creationId="{8B6CE188-5754-4645-C51F-A70694AB007F}"/>
          </ac:spMkLst>
        </pc:spChg>
        <pc:spChg chg="mod">
          <ac:chgData name="xi sheng" userId="b3919e0d8ca6a452" providerId="LiveId" clId="{8C65DD49-A72B-47A6-A3EE-56D00128E8DE}" dt="2023-12-26T12:52:25.149" v="570" actId="1076"/>
          <ac:spMkLst>
            <pc:docMk/>
            <pc:sldMk cId="0" sldId="277"/>
            <ac:spMk id="986" creationId="{BF326AF6-43B2-CF87-BF4B-7B4365C730E1}"/>
          </ac:spMkLst>
        </pc:spChg>
        <pc:spChg chg="mod">
          <ac:chgData name="xi sheng" userId="b3919e0d8ca6a452" providerId="LiveId" clId="{8C65DD49-A72B-47A6-A3EE-56D00128E8DE}" dt="2023-12-26T12:52:25.149" v="570" actId="1076"/>
          <ac:spMkLst>
            <pc:docMk/>
            <pc:sldMk cId="0" sldId="277"/>
            <ac:spMk id="987" creationId="{E0B84DB1-BD33-4983-1AE2-A0D693B6087F}"/>
          </ac:spMkLst>
        </pc:spChg>
        <pc:spChg chg="mod">
          <ac:chgData name="xi sheng" userId="b3919e0d8ca6a452" providerId="LiveId" clId="{8C65DD49-A72B-47A6-A3EE-56D00128E8DE}" dt="2023-12-26T12:52:25.149" v="570" actId="1076"/>
          <ac:spMkLst>
            <pc:docMk/>
            <pc:sldMk cId="0" sldId="277"/>
            <ac:spMk id="988" creationId="{21122DF3-993B-0862-BA06-64F450865E66}"/>
          </ac:spMkLst>
        </pc:spChg>
        <pc:spChg chg="mod">
          <ac:chgData name="xi sheng" userId="b3919e0d8ca6a452" providerId="LiveId" clId="{8C65DD49-A72B-47A6-A3EE-56D00128E8DE}" dt="2023-12-26T12:52:25.149" v="570" actId="1076"/>
          <ac:spMkLst>
            <pc:docMk/>
            <pc:sldMk cId="0" sldId="277"/>
            <ac:spMk id="989" creationId="{77D80BFC-7035-BE59-50C4-BC8CC102C231}"/>
          </ac:spMkLst>
        </pc:spChg>
        <pc:grpChg chg="add mod">
          <ac:chgData name="xi sheng" userId="b3919e0d8ca6a452" providerId="LiveId" clId="{8C65DD49-A72B-47A6-A3EE-56D00128E8DE}" dt="2023-12-26T12:54:40.883" v="575" actId="207"/>
          <ac:grpSpMkLst>
            <pc:docMk/>
            <pc:sldMk cId="0" sldId="277"/>
            <ac:grpSpMk id="5" creationId="{36C4F7AF-82C7-1690-9E8B-8E99BC0C2DAE}"/>
          </ac:grpSpMkLst>
        </pc:grpChg>
        <pc:grpChg chg="mod">
          <ac:chgData name="xi sheng" userId="b3919e0d8ca6a452" providerId="LiveId" clId="{8C65DD49-A72B-47A6-A3EE-56D00128E8DE}" dt="2023-12-26T12:52:25.149" v="570" actId="1076"/>
          <ac:grpSpMkLst>
            <pc:docMk/>
            <pc:sldMk cId="0" sldId="277"/>
            <ac:grpSpMk id="6" creationId="{065D2FC5-3618-42EB-55E9-4FE2EA1BC868}"/>
          </ac:grpSpMkLst>
        </pc:grpChg>
        <pc:grpChg chg="mod">
          <ac:chgData name="xi sheng" userId="b3919e0d8ca6a452" providerId="LiveId" clId="{8C65DD49-A72B-47A6-A3EE-56D00128E8DE}" dt="2023-12-26T12:52:25.149" v="570" actId="1076"/>
          <ac:grpSpMkLst>
            <pc:docMk/>
            <pc:sldMk cId="0" sldId="277"/>
            <ac:grpSpMk id="11" creationId="{34D605CF-0C51-2E7E-1873-D3A78C6FF21D}"/>
          </ac:grpSpMkLst>
        </pc:grpChg>
        <pc:grpChg chg="mod">
          <ac:chgData name="xi sheng" userId="b3919e0d8ca6a452" providerId="LiveId" clId="{8C65DD49-A72B-47A6-A3EE-56D00128E8DE}" dt="2023-12-26T12:52:25.149" v="570" actId="1076"/>
          <ac:grpSpMkLst>
            <pc:docMk/>
            <pc:sldMk cId="0" sldId="277"/>
            <ac:grpSpMk id="12" creationId="{673741B9-ADA2-5DA2-15DF-61C3D56857DD}"/>
          </ac:grpSpMkLst>
        </pc:grpChg>
        <pc:grpChg chg="mod">
          <ac:chgData name="xi sheng" userId="b3919e0d8ca6a452" providerId="LiveId" clId="{8C65DD49-A72B-47A6-A3EE-56D00128E8DE}" dt="2023-12-26T12:52:25.149" v="570" actId="1076"/>
          <ac:grpSpMkLst>
            <pc:docMk/>
            <pc:sldMk cId="0" sldId="277"/>
            <ac:grpSpMk id="13" creationId="{E96C8A85-A26C-831D-FEDA-F98139CCCC04}"/>
          </ac:grpSpMkLst>
        </pc:grpChg>
        <pc:cxnChg chg="mod">
          <ac:chgData name="xi sheng" userId="b3919e0d8ca6a452" providerId="LiveId" clId="{8C65DD49-A72B-47A6-A3EE-56D00128E8DE}" dt="2023-12-26T12:55:29.094" v="579" actId="13822"/>
          <ac:cxnSpMkLst>
            <pc:docMk/>
            <pc:sldMk cId="0" sldId="277"/>
            <ac:cxnSpMk id="4" creationId="{26154916-D550-BBD0-2A61-873261D7E521}"/>
          </ac:cxnSpMkLst>
        </pc:cxnChg>
        <pc:cxnChg chg="mod">
          <ac:chgData name="xi sheng" userId="b3919e0d8ca6a452" providerId="LiveId" clId="{8C65DD49-A72B-47A6-A3EE-56D00128E8DE}" dt="2023-12-26T12:55:36.152" v="581" actId="13822"/>
          <ac:cxnSpMkLst>
            <pc:docMk/>
            <pc:sldMk cId="0" sldId="277"/>
            <ac:cxnSpMk id="7" creationId="{00000000-0000-0000-0000-000000000000}"/>
          </ac:cxnSpMkLst>
        </pc:cxnChg>
        <pc:cxnChg chg="mod">
          <ac:chgData name="xi sheng" userId="b3919e0d8ca6a452" providerId="LiveId" clId="{8C65DD49-A72B-47A6-A3EE-56D00128E8DE}" dt="2023-12-26T12:55:32.936" v="580" actId="13822"/>
          <ac:cxnSpMkLst>
            <pc:docMk/>
            <pc:sldMk cId="0" sldId="277"/>
            <ac:cxnSpMk id="8" creationId="{00000000-0000-0000-0000-000000000000}"/>
          </ac:cxnSpMkLst>
        </pc:cxnChg>
        <pc:cxnChg chg="mod">
          <ac:chgData name="xi sheng" userId="b3919e0d8ca6a452" providerId="LiveId" clId="{8C65DD49-A72B-47A6-A3EE-56D00128E8DE}" dt="2023-12-26T12:55:25.365" v="578" actId="13822"/>
          <ac:cxnSpMkLst>
            <pc:docMk/>
            <pc:sldMk cId="0" sldId="277"/>
            <ac:cxnSpMk id="9" creationId="{00000000-0000-0000-0000-000000000000}"/>
          </ac:cxnSpMkLst>
        </pc:cxnChg>
        <pc:cxnChg chg="mod">
          <ac:chgData name="xi sheng" userId="b3919e0d8ca6a452" providerId="LiveId" clId="{8C65DD49-A72B-47A6-A3EE-56D00128E8DE}" dt="2023-12-26T12:55:21.002" v="577" actId="13822"/>
          <ac:cxnSpMkLst>
            <pc:docMk/>
            <pc:sldMk cId="0" sldId="277"/>
            <ac:cxnSpMk id="10" creationId="{00000000-0000-0000-0000-000000000000}"/>
          </ac:cxnSpMkLst>
        </pc:cxnChg>
      </pc:sldChg>
      <pc:sldChg chg="del">
        <pc:chgData name="xi sheng" userId="b3919e0d8ca6a452" providerId="LiveId" clId="{8C65DD49-A72B-47A6-A3EE-56D00128E8DE}" dt="2023-12-26T12:40:52.948" v="451" actId="47"/>
        <pc:sldMkLst>
          <pc:docMk/>
          <pc:sldMk cId="0" sldId="279"/>
        </pc:sldMkLst>
      </pc:sldChg>
      <pc:sldChg chg="addSp delSp modSp mod modAnim">
        <pc:chgData name="xi sheng" userId="b3919e0d8ca6a452" providerId="LiveId" clId="{8C65DD49-A72B-47A6-A3EE-56D00128E8DE}" dt="2023-12-26T14:51:03.829" v="1401"/>
        <pc:sldMkLst>
          <pc:docMk/>
          <pc:sldMk cId="0" sldId="281"/>
        </pc:sldMkLst>
        <pc:spChg chg="mod">
          <ac:chgData name="xi sheng" userId="b3919e0d8ca6a452" providerId="LiveId" clId="{8C65DD49-A72B-47A6-A3EE-56D00128E8DE}" dt="2023-12-24T07:28:40.165" v="308" actId="20577"/>
          <ac:spMkLst>
            <pc:docMk/>
            <pc:sldMk cId="0" sldId="281"/>
            <ac:spMk id="4" creationId="{3B74146C-7CE2-1877-B8C3-E4BFAFCB6938}"/>
          </ac:spMkLst>
        </pc:spChg>
        <pc:spChg chg="add del">
          <ac:chgData name="xi sheng" userId="b3919e0d8ca6a452" providerId="LiveId" clId="{8C65DD49-A72B-47A6-A3EE-56D00128E8DE}" dt="2023-12-24T07:33:55.558" v="339" actId="11529"/>
          <ac:spMkLst>
            <pc:docMk/>
            <pc:sldMk cId="0" sldId="281"/>
            <ac:spMk id="5" creationId="{7250EAFF-DD68-6824-0B75-DFB6E4C6BF33}"/>
          </ac:spMkLst>
        </pc:spChg>
        <pc:spChg chg="add mod">
          <ac:chgData name="xi sheng" userId="b3919e0d8ca6a452" providerId="LiveId" clId="{8C65DD49-A72B-47A6-A3EE-56D00128E8DE}" dt="2023-12-24T07:34:55.550" v="344" actId="207"/>
          <ac:spMkLst>
            <pc:docMk/>
            <pc:sldMk cId="0" sldId="281"/>
            <ac:spMk id="8" creationId="{BA641172-946B-9FEF-E765-1462C582CF22}"/>
          </ac:spMkLst>
        </pc:spChg>
        <pc:spChg chg="add mod">
          <ac:chgData name="xi sheng" userId="b3919e0d8ca6a452" providerId="LiveId" clId="{8C65DD49-A72B-47A6-A3EE-56D00128E8DE}" dt="2023-12-24T07:35:16.309" v="348" actId="208"/>
          <ac:spMkLst>
            <pc:docMk/>
            <pc:sldMk cId="0" sldId="281"/>
            <ac:spMk id="11" creationId="{9C6D802A-365C-8940-B0AA-1CA52788D0DC}"/>
          </ac:spMkLst>
        </pc:spChg>
        <pc:spChg chg="mod">
          <ac:chgData name="xi sheng" userId="b3919e0d8ca6a452" providerId="LiveId" clId="{8C65DD49-A72B-47A6-A3EE-56D00128E8DE}" dt="2023-12-24T07:30:38.304" v="330" actId="1076"/>
          <ac:spMkLst>
            <pc:docMk/>
            <pc:sldMk cId="0" sldId="281"/>
            <ac:spMk id="12" creationId="{00000000-0000-0000-0000-000000000000}"/>
          </ac:spMkLst>
        </pc:spChg>
        <pc:spChg chg="del mod ord">
          <ac:chgData name="xi sheng" userId="b3919e0d8ca6a452" providerId="LiveId" clId="{8C65DD49-A72B-47A6-A3EE-56D00128E8DE}" dt="2023-12-24T07:33:31.063" v="337" actId="478"/>
          <ac:spMkLst>
            <pc:docMk/>
            <pc:sldMk cId="0" sldId="281"/>
            <ac:spMk id="13" creationId="{00000000-0000-0000-0000-000000000000}"/>
          </ac:spMkLst>
        </pc:spChg>
        <pc:spChg chg="mod ord">
          <ac:chgData name="xi sheng" userId="b3919e0d8ca6a452" providerId="LiveId" clId="{8C65DD49-A72B-47A6-A3EE-56D00128E8DE}" dt="2023-12-24T07:32:51.378" v="335" actId="1076"/>
          <ac:spMkLst>
            <pc:docMk/>
            <pc:sldMk cId="0" sldId="281"/>
            <ac:spMk id="19" creationId="{00000000-0000-0000-0000-000000000000}"/>
          </ac:spMkLst>
        </pc:spChg>
        <pc:spChg chg="mod">
          <ac:chgData name="xi sheng" userId="b3919e0d8ca6a452" providerId="LiveId" clId="{8C65DD49-A72B-47A6-A3EE-56D00128E8DE}" dt="2023-12-24T07:30:17.310" v="323" actId="1076"/>
          <ac:spMkLst>
            <pc:docMk/>
            <pc:sldMk cId="0" sldId="281"/>
            <ac:spMk id="21" creationId="{00000000-0000-0000-0000-000000000000}"/>
          </ac:spMkLst>
        </pc:spChg>
        <pc:spChg chg="mod">
          <ac:chgData name="xi sheng" userId="b3919e0d8ca6a452" providerId="LiveId" clId="{8C65DD49-A72B-47A6-A3EE-56D00128E8DE}" dt="2023-12-24T07:31:03.082" v="334" actId="1076"/>
          <ac:spMkLst>
            <pc:docMk/>
            <pc:sldMk cId="0" sldId="281"/>
            <ac:spMk id="22" creationId="{00000000-0000-0000-0000-000000000000}"/>
          </ac:spMkLst>
        </pc:spChg>
        <pc:spChg chg="del mod">
          <ac:chgData name="xi sheng" userId="b3919e0d8ca6a452" providerId="LiveId" clId="{8C65DD49-A72B-47A6-A3EE-56D00128E8DE}" dt="2023-12-24T07:55:30.273" v="436" actId="478"/>
          <ac:spMkLst>
            <pc:docMk/>
            <pc:sldMk cId="0" sldId="281"/>
            <ac:spMk id="25" creationId="{00000000-0000-0000-0000-000000000000}"/>
          </ac:spMkLst>
        </pc:spChg>
        <pc:picChg chg="add mod">
          <ac:chgData name="xi sheng" userId="b3919e0d8ca6a452" providerId="LiveId" clId="{8C65DD49-A72B-47A6-A3EE-56D00128E8DE}" dt="2023-12-26T12:56:21.374" v="582" actId="29295"/>
          <ac:picMkLst>
            <pc:docMk/>
            <pc:sldMk cId="0" sldId="281"/>
            <ac:picMk id="5" creationId="{34DADFF5-EC44-E583-9F7D-EDB0B25F86A0}"/>
          </ac:picMkLst>
        </pc:picChg>
      </pc:sldChg>
      <pc:sldChg chg="del">
        <pc:chgData name="xi sheng" userId="b3919e0d8ca6a452" providerId="LiveId" clId="{8C65DD49-A72B-47A6-A3EE-56D00128E8DE}" dt="2023-12-26T12:40:53.618" v="452" actId="47"/>
        <pc:sldMkLst>
          <pc:docMk/>
          <pc:sldMk cId="0" sldId="282"/>
        </pc:sldMkLst>
      </pc:sldChg>
      <pc:sldChg chg="del">
        <pc:chgData name="xi sheng" userId="b3919e0d8ca6a452" providerId="LiveId" clId="{8C65DD49-A72B-47A6-A3EE-56D00128E8DE}" dt="2023-12-26T12:40:54.211" v="453" actId="47"/>
        <pc:sldMkLst>
          <pc:docMk/>
          <pc:sldMk cId="0" sldId="283"/>
        </pc:sldMkLst>
      </pc:sldChg>
      <pc:sldChg chg="addSp delSp modSp mod modAnim">
        <pc:chgData name="xi sheng" userId="b3919e0d8ca6a452" providerId="LiveId" clId="{8C65DD49-A72B-47A6-A3EE-56D00128E8DE}" dt="2023-12-26T14:51:51.802" v="1404"/>
        <pc:sldMkLst>
          <pc:docMk/>
          <pc:sldMk cId="0" sldId="284"/>
        </pc:sldMkLst>
        <pc:spChg chg="mod">
          <ac:chgData name="xi sheng" userId="b3919e0d8ca6a452" providerId="LiveId" clId="{8C65DD49-A72B-47A6-A3EE-56D00128E8DE}" dt="2023-12-24T07:28:50.667" v="309" actId="20577"/>
          <ac:spMkLst>
            <pc:docMk/>
            <pc:sldMk cId="0" sldId="284"/>
            <ac:spMk id="3" creationId="{96FF0C52-2F30-F9E2-88A1-B85498E0D87D}"/>
          </ac:spMkLst>
        </pc:spChg>
        <pc:spChg chg="mod">
          <ac:chgData name="xi sheng" userId="b3919e0d8ca6a452" providerId="LiveId" clId="{8C65DD49-A72B-47A6-A3EE-56D00128E8DE}" dt="2023-12-24T07:38:43.261" v="354" actId="207"/>
          <ac:spMkLst>
            <pc:docMk/>
            <pc:sldMk cId="0" sldId="284"/>
            <ac:spMk id="27" creationId="{00000000-0000-0000-0000-000000000000}"/>
          </ac:spMkLst>
        </pc:spChg>
        <pc:spChg chg="del">
          <ac:chgData name="xi sheng" userId="b3919e0d8ca6a452" providerId="LiveId" clId="{8C65DD49-A72B-47A6-A3EE-56D00128E8DE}" dt="2023-12-26T12:57:30.007" v="586" actId="478"/>
          <ac:spMkLst>
            <pc:docMk/>
            <pc:sldMk cId="0" sldId="284"/>
            <ac:spMk id="28" creationId="{00000000-0000-0000-0000-000000000000}"/>
          </ac:spMkLst>
        </pc:spChg>
        <pc:spChg chg="mod">
          <ac:chgData name="xi sheng" userId="b3919e0d8ca6a452" providerId="LiveId" clId="{8C65DD49-A72B-47A6-A3EE-56D00128E8DE}" dt="2023-12-24T07:39:31.081" v="359"/>
          <ac:spMkLst>
            <pc:docMk/>
            <pc:sldMk cId="0" sldId="284"/>
            <ac:spMk id="43" creationId="{00000000-0000-0000-0000-000000000000}"/>
          </ac:spMkLst>
        </pc:spChg>
        <pc:grpChg chg="mod">
          <ac:chgData name="xi sheng" userId="b3919e0d8ca6a452" providerId="LiveId" clId="{8C65DD49-A72B-47A6-A3EE-56D00128E8DE}" dt="2023-12-24T07:38:49.856" v="355" actId="207"/>
          <ac:grpSpMkLst>
            <pc:docMk/>
            <pc:sldMk cId="0" sldId="284"/>
            <ac:grpSpMk id="29" creationId="{00000000-0000-0000-0000-000000000000}"/>
          </ac:grpSpMkLst>
        </pc:grpChg>
        <pc:picChg chg="add del mod">
          <ac:chgData name="xi sheng" userId="b3919e0d8ca6a452" providerId="LiveId" clId="{8C65DD49-A72B-47A6-A3EE-56D00128E8DE}" dt="2023-12-26T12:57:27.013" v="585" actId="478"/>
          <ac:picMkLst>
            <pc:docMk/>
            <pc:sldMk cId="0" sldId="284"/>
            <ac:picMk id="4" creationId="{B4B78A92-BDA1-2499-DFE7-413062E52CFB}"/>
          </ac:picMkLst>
        </pc:picChg>
        <pc:picChg chg="add del mod">
          <ac:chgData name="xi sheng" userId="b3919e0d8ca6a452" providerId="LiveId" clId="{8C65DD49-A72B-47A6-A3EE-56D00128E8DE}" dt="2023-12-26T12:58:11.937" v="590" actId="478"/>
          <ac:picMkLst>
            <pc:docMk/>
            <pc:sldMk cId="0" sldId="284"/>
            <ac:picMk id="6" creationId="{63449AD7-986C-E005-2CE6-C5C317F825BA}"/>
          </ac:picMkLst>
        </pc:picChg>
        <pc:picChg chg="add mod">
          <ac:chgData name="xi sheng" userId="b3919e0d8ca6a452" providerId="LiveId" clId="{8C65DD49-A72B-47A6-A3EE-56D00128E8DE}" dt="2023-12-26T12:58:23.580" v="593" actId="1076"/>
          <ac:picMkLst>
            <pc:docMk/>
            <pc:sldMk cId="0" sldId="284"/>
            <ac:picMk id="8" creationId="{DA7F1E69-E6F4-B904-A7CB-90F283603985}"/>
          </ac:picMkLst>
        </pc:picChg>
        <pc:inkChg chg="add del">
          <ac:chgData name="xi sheng" userId="b3919e0d8ca6a452" providerId="LiveId" clId="{8C65DD49-A72B-47A6-A3EE-56D00128E8DE}" dt="2023-12-24T07:38:29.022" v="353" actId="9405"/>
          <ac:inkMkLst>
            <pc:docMk/>
            <pc:sldMk cId="0" sldId="284"/>
            <ac:inkMk id="5" creationId="{5887699C-B2A6-9BBE-3349-BEAEDA46F7C5}"/>
          </ac:inkMkLst>
        </pc:inkChg>
      </pc:sldChg>
      <pc:sldChg chg="del">
        <pc:chgData name="xi sheng" userId="b3919e0d8ca6a452" providerId="LiveId" clId="{8C65DD49-A72B-47A6-A3EE-56D00128E8DE}" dt="2023-12-26T12:40:54.622" v="454" actId="47"/>
        <pc:sldMkLst>
          <pc:docMk/>
          <pc:sldMk cId="0" sldId="285"/>
        </pc:sldMkLst>
      </pc:sldChg>
      <pc:sldChg chg="addSp delSp modSp mod modAnim">
        <pc:chgData name="xi sheng" userId="b3919e0d8ca6a452" providerId="LiveId" clId="{8C65DD49-A72B-47A6-A3EE-56D00128E8DE}" dt="2023-12-26T14:46:32.380" v="1382" actId="207"/>
        <pc:sldMkLst>
          <pc:docMk/>
          <pc:sldMk cId="0" sldId="286"/>
        </pc:sldMkLst>
        <pc:spChg chg="mod">
          <ac:chgData name="xi sheng" userId="b3919e0d8ca6a452" providerId="LiveId" clId="{8C65DD49-A72B-47A6-A3EE-56D00128E8DE}" dt="2023-12-26T14:46:00.790" v="1379" actId="207"/>
          <ac:spMkLst>
            <pc:docMk/>
            <pc:sldMk cId="0" sldId="286"/>
            <ac:spMk id="43" creationId="{00000000-0000-0000-0000-000000000000}"/>
          </ac:spMkLst>
        </pc:spChg>
        <pc:spChg chg="mod">
          <ac:chgData name="xi sheng" userId="b3919e0d8ca6a452" providerId="LiveId" clId="{8C65DD49-A72B-47A6-A3EE-56D00128E8DE}" dt="2023-12-26T14:46:09.720" v="1380" actId="207"/>
          <ac:spMkLst>
            <pc:docMk/>
            <pc:sldMk cId="0" sldId="286"/>
            <ac:spMk id="45" creationId="{00000000-0000-0000-0000-000000000000}"/>
          </ac:spMkLst>
        </pc:spChg>
        <pc:spChg chg="mod">
          <ac:chgData name="xi sheng" userId="b3919e0d8ca6a452" providerId="LiveId" clId="{8C65DD49-A72B-47A6-A3EE-56D00128E8DE}" dt="2023-12-26T14:46:16.926" v="1381" actId="207"/>
          <ac:spMkLst>
            <pc:docMk/>
            <pc:sldMk cId="0" sldId="286"/>
            <ac:spMk id="57" creationId="{00000000-0000-0000-0000-000000000000}"/>
          </ac:spMkLst>
        </pc:spChg>
        <pc:spChg chg="del mod topLvl">
          <ac:chgData name="xi sheng" userId="b3919e0d8ca6a452" providerId="LiveId" clId="{8C65DD49-A72B-47A6-A3EE-56D00128E8DE}" dt="2023-12-24T07:26:31.384" v="301" actId="478"/>
          <ac:spMkLst>
            <pc:docMk/>
            <pc:sldMk cId="0" sldId="286"/>
            <ac:spMk id="59" creationId="{00000000-0000-0000-0000-000000000000}"/>
          </ac:spMkLst>
        </pc:spChg>
        <pc:spChg chg="mod topLvl">
          <ac:chgData name="xi sheng" userId="b3919e0d8ca6a452" providerId="LiveId" clId="{8C65DD49-A72B-47A6-A3EE-56D00128E8DE}" dt="2023-12-24T07:28:06.577" v="305" actId="207"/>
          <ac:spMkLst>
            <pc:docMk/>
            <pc:sldMk cId="0" sldId="286"/>
            <ac:spMk id="64" creationId="{00000000-0000-0000-0000-000000000000}"/>
          </ac:spMkLst>
        </pc:spChg>
        <pc:spChg chg="mod">
          <ac:chgData name="xi sheng" userId="b3919e0d8ca6a452" providerId="LiveId" clId="{8C65DD49-A72B-47A6-A3EE-56D00128E8DE}" dt="2023-12-26T14:45:51.837" v="1378" actId="207"/>
          <ac:spMkLst>
            <pc:docMk/>
            <pc:sldMk cId="0" sldId="286"/>
            <ac:spMk id="66" creationId="{00000000-0000-0000-0000-000000000000}"/>
          </ac:spMkLst>
        </pc:spChg>
        <pc:spChg chg="mod topLvl">
          <ac:chgData name="xi sheng" userId="b3919e0d8ca6a452" providerId="LiveId" clId="{8C65DD49-A72B-47A6-A3EE-56D00128E8DE}" dt="2023-12-24T07:28:11.201" v="306" actId="207"/>
          <ac:spMkLst>
            <pc:docMk/>
            <pc:sldMk cId="0" sldId="286"/>
            <ac:spMk id="68" creationId="{00000000-0000-0000-0000-000000000000}"/>
          </ac:spMkLst>
        </pc:spChg>
        <pc:spChg chg="mod topLvl">
          <ac:chgData name="xi sheng" userId="b3919e0d8ca6a452" providerId="LiveId" clId="{8C65DD49-A72B-47A6-A3EE-56D00128E8DE}" dt="2023-12-26T14:46:32.380" v="1382" actId="207"/>
          <ac:spMkLst>
            <pc:docMk/>
            <pc:sldMk cId="0" sldId="286"/>
            <ac:spMk id="70" creationId="{00000000-0000-0000-0000-000000000000}"/>
          </ac:spMkLst>
        </pc:spChg>
        <pc:spChg chg="del mod topLvl">
          <ac:chgData name="xi sheng" userId="b3919e0d8ca6a452" providerId="LiveId" clId="{8C65DD49-A72B-47A6-A3EE-56D00128E8DE}" dt="2023-12-24T07:26:41.537" v="302" actId="478"/>
          <ac:spMkLst>
            <pc:docMk/>
            <pc:sldMk cId="0" sldId="286"/>
            <ac:spMk id="85" creationId="{00000000-0000-0000-0000-000000000000}"/>
          </ac:spMkLst>
        </pc:spChg>
        <pc:grpChg chg="del">
          <ac:chgData name="xi sheng" userId="b3919e0d8ca6a452" providerId="LiveId" clId="{8C65DD49-A72B-47A6-A3EE-56D00128E8DE}" dt="2023-12-24T07:26:11.326" v="296" actId="165"/>
          <ac:grpSpMkLst>
            <pc:docMk/>
            <pc:sldMk cId="0" sldId="286"/>
            <ac:grpSpMk id="2" creationId="{00000000-0000-0000-0000-000000000000}"/>
          </ac:grpSpMkLst>
        </pc:grpChg>
        <pc:grpChg chg="del">
          <ac:chgData name="xi sheng" userId="b3919e0d8ca6a452" providerId="LiveId" clId="{8C65DD49-A72B-47A6-A3EE-56D00128E8DE}" dt="2023-12-24T07:22:55.085" v="283" actId="165"/>
          <ac:grpSpMkLst>
            <pc:docMk/>
            <pc:sldMk cId="0" sldId="286"/>
            <ac:grpSpMk id="4" creationId="{00000000-0000-0000-0000-000000000000}"/>
          </ac:grpSpMkLst>
        </pc:grpChg>
        <pc:picChg chg="add del mod">
          <ac:chgData name="xi sheng" userId="b3919e0d8ca6a452" providerId="LiveId" clId="{8C65DD49-A72B-47A6-A3EE-56D00128E8DE}" dt="2023-12-24T07:24:54.808" v="289" actId="478"/>
          <ac:picMkLst>
            <pc:docMk/>
            <pc:sldMk cId="0" sldId="286"/>
            <ac:picMk id="25" creationId="{AE396E12-9D5B-C110-20E5-F44ADE595DDA}"/>
          </ac:picMkLst>
        </pc:picChg>
        <pc:picChg chg="add mod">
          <ac:chgData name="xi sheng" userId="b3919e0d8ca6a452" providerId="LiveId" clId="{8C65DD49-A72B-47A6-A3EE-56D00128E8DE}" dt="2023-12-24T07:25:06.502" v="292" actId="1076"/>
          <ac:picMkLst>
            <pc:docMk/>
            <pc:sldMk cId="0" sldId="286"/>
            <ac:picMk id="27" creationId="{BD9E219E-D450-4663-425B-C04047671EEC}"/>
          </ac:picMkLst>
        </pc:picChg>
        <pc:picChg chg="add mod">
          <ac:chgData name="xi sheng" userId="b3919e0d8ca6a452" providerId="LiveId" clId="{8C65DD49-A72B-47A6-A3EE-56D00128E8DE}" dt="2023-12-24T07:26:24.901" v="300" actId="1076"/>
          <ac:picMkLst>
            <pc:docMk/>
            <pc:sldMk cId="0" sldId="286"/>
            <ac:picMk id="29" creationId="{A3E3DCD5-8242-5767-7E89-55995F1D8236}"/>
          </ac:picMkLst>
        </pc:picChg>
      </pc:sldChg>
      <pc:sldChg chg="del">
        <pc:chgData name="xi sheng" userId="b3919e0d8ca6a452" providerId="LiveId" clId="{8C65DD49-A72B-47A6-A3EE-56D00128E8DE}" dt="2023-12-26T12:40:55.567" v="455" actId="47"/>
        <pc:sldMkLst>
          <pc:docMk/>
          <pc:sldMk cId="0" sldId="287"/>
        </pc:sldMkLst>
      </pc:sldChg>
      <pc:sldChg chg="modSp mod modTransition modAnim">
        <pc:chgData name="xi sheng" userId="b3919e0d8ca6a452" providerId="LiveId" clId="{8C65DD49-A72B-47A6-A3EE-56D00128E8DE}" dt="2023-12-26T14:42:31.483" v="1347"/>
        <pc:sldMkLst>
          <pc:docMk/>
          <pc:sldMk cId="0" sldId="288"/>
        </pc:sldMkLst>
        <pc:spChg chg="mod">
          <ac:chgData name="xi sheng" userId="b3919e0d8ca6a452" providerId="LiveId" clId="{8C65DD49-A72B-47A6-A3EE-56D00128E8DE}" dt="2023-12-24T07:13:56.926" v="210"/>
          <ac:spMkLst>
            <pc:docMk/>
            <pc:sldMk cId="0" sldId="288"/>
            <ac:spMk id="133" creationId="{00000000-0000-0000-0000-000000000000}"/>
          </ac:spMkLst>
        </pc:spChg>
        <pc:picChg chg="mod">
          <ac:chgData name="xi sheng" userId="b3919e0d8ca6a452" providerId="LiveId" clId="{8C65DD49-A72B-47A6-A3EE-56D00128E8DE}" dt="2023-12-24T07:14:19.975" v="211" actId="14100"/>
          <ac:picMkLst>
            <pc:docMk/>
            <pc:sldMk cId="0" sldId="288"/>
            <ac:picMk id="2050" creationId="{00000000-0000-0000-0000-000000000000}"/>
          </ac:picMkLst>
        </pc:picChg>
      </pc:sldChg>
      <pc:sldChg chg="del">
        <pc:chgData name="xi sheng" userId="b3919e0d8ca6a452" providerId="LiveId" clId="{8C65DD49-A72B-47A6-A3EE-56D00128E8DE}" dt="2023-12-26T12:40:56.022" v="456" actId="47"/>
        <pc:sldMkLst>
          <pc:docMk/>
          <pc:sldMk cId="0" sldId="289"/>
        </pc:sldMkLst>
      </pc:sldChg>
      <pc:sldChg chg="del">
        <pc:chgData name="xi sheng" userId="b3919e0d8ca6a452" providerId="LiveId" clId="{8C65DD49-A72B-47A6-A3EE-56D00128E8DE}" dt="2023-12-26T12:40:56.976" v="457" actId="47"/>
        <pc:sldMkLst>
          <pc:docMk/>
          <pc:sldMk cId="0" sldId="290"/>
        </pc:sldMkLst>
      </pc:sldChg>
      <pc:sldChg chg="del">
        <pc:chgData name="xi sheng" userId="b3919e0d8ca6a452" providerId="LiveId" clId="{8C65DD49-A72B-47A6-A3EE-56D00128E8DE}" dt="2023-12-26T12:40:58.137" v="458" actId="47"/>
        <pc:sldMkLst>
          <pc:docMk/>
          <pc:sldMk cId="0" sldId="291"/>
        </pc:sldMkLst>
      </pc:sldChg>
      <pc:sldChg chg="del">
        <pc:chgData name="xi sheng" userId="b3919e0d8ca6a452" providerId="LiveId" clId="{8C65DD49-A72B-47A6-A3EE-56D00128E8DE}" dt="2023-12-26T12:40:58.924" v="459" actId="47"/>
        <pc:sldMkLst>
          <pc:docMk/>
          <pc:sldMk cId="0" sldId="292"/>
        </pc:sldMkLst>
      </pc:sldChg>
      <pc:sldChg chg="del">
        <pc:chgData name="xi sheng" userId="b3919e0d8ca6a452" providerId="LiveId" clId="{8C65DD49-A72B-47A6-A3EE-56D00128E8DE}" dt="2023-12-26T12:40:59.705" v="460" actId="47"/>
        <pc:sldMkLst>
          <pc:docMk/>
          <pc:sldMk cId="0" sldId="293"/>
        </pc:sldMkLst>
      </pc:sldChg>
      <pc:sldChg chg="del">
        <pc:chgData name="xi sheng" userId="b3919e0d8ca6a452" providerId="LiveId" clId="{8C65DD49-A72B-47A6-A3EE-56D00128E8DE}" dt="2023-12-26T12:41:00.337" v="461" actId="47"/>
        <pc:sldMkLst>
          <pc:docMk/>
          <pc:sldMk cId="0" sldId="294"/>
        </pc:sldMkLst>
      </pc:sldChg>
      <pc:sldChg chg="del">
        <pc:chgData name="xi sheng" userId="b3919e0d8ca6a452" providerId="LiveId" clId="{8C65DD49-A72B-47A6-A3EE-56D00128E8DE}" dt="2023-12-26T12:41:00.850" v="462" actId="47"/>
        <pc:sldMkLst>
          <pc:docMk/>
          <pc:sldMk cId="0" sldId="295"/>
        </pc:sldMkLst>
      </pc:sldChg>
      <pc:sldChg chg="delSp modSp mod modTransition">
        <pc:chgData name="xi sheng" userId="b3919e0d8ca6a452" providerId="LiveId" clId="{8C65DD49-A72B-47A6-A3EE-56D00128E8DE}" dt="2023-12-26T13:28:25.731" v="864"/>
        <pc:sldMkLst>
          <pc:docMk/>
          <pc:sldMk cId="0" sldId="296"/>
        </pc:sldMkLst>
        <pc:spChg chg="mod">
          <ac:chgData name="xi sheng" userId="b3919e0d8ca6a452" providerId="LiveId" clId="{8C65DD49-A72B-47A6-A3EE-56D00128E8DE}" dt="2023-12-26T12:41:26.919" v="472" actId="1076"/>
          <ac:spMkLst>
            <pc:docMk/>
            <pc:sldMk cId="0" sldId="296"/>
            <ac:spMk id="26" creationId="{00000000-0000-0000-0000-000000000000}"/>
          </ac:spMkLst>
        </pc:spChg>
        <pc:spChg chg="del mod">
          <ac:chgData name="xi sheng" userId="b3919e0d8ca6a452" providerId="LiveId" clId="{8C65DD49-A72B-47A6-A3EE-56D00128E8DE}" dt="2023-12-24T06:38:17.203" v="101" actId="478"/>
          <ac:spMkLst>
            <pc:docMk/>
            <pc:sldMk cId="0" sldId="296"/>
            <ac:spMk id="27" creationId="{00000000-0000-0000-0000-000000000000}"/>
          </ac:spMkLst>
        </pc:spChg>
        <pc:spChg chg="del">
          <ac:chgData name="xi sheng" userId="b3919e0d8ca6a452" providerId="LiveId" clId="{8C65DD49-A72B-47A6-A3EE-56D00128E8DE}" dt="2023-12-24T06:38:25.340" v="102" actId="478"/>
          <ac:spMkLst>
            <pc:docMk/>
            <pc:sldMk cId="0" sldId="296"/>
            <ac:spMk id="52" creationId="{00000000-0000-0000-0000-000000000000}"/>
          </ac:spMkLst>
        </pc:spChg>
        <pc:spChg chg="del">
          <ac:chgData name="xi sheng" userId="b3919e0d8ca6a452" providerId="LiveId" clId="{8C65DD49-A72B-47A6-A3EE-56D00128E8DE}" dt="2023-12-24T06:38:08.382" v="99" actId="478"/>
          <ac:spMkLst>
            <pc:docMk/>
            <pc:sldMk cId="0" sldId="296"/>
            <ac:spMk id="53" creationId="{00000000-0000-0000-0000-000000000000}"/>
          </ac:spMkLst>
        </pc:spChg>
      </pc:sldChg>
      <pc:sldChg chg="del">
        <pc:chgData name="xi sheng" userId="b3919e0d8ca6a452" providerId="LiveId" clId="{8C65DD49-A72B-47A6-A3EE-56D00128E8DE}" dt="2023-12-26T12:41:01.323" v="463" actId="47"/>
        <pc:sldMkLst>
          <pc:docMk/>
          <pc:sldMk cId="0" sldId="301"/>
        </pc:sldMkLst>
      </pc:sldChg>
      <pc:sldChg chg="del">
        <pc:chgData name="xi sheng" userId="b3919e0d8ca6a452" providerId="LiveId" clId="{8C65DD49-A72B-47A6-A3EE-56D00128E8DE}" dt="2023-12-26T12:41:02.294" v="464" actId="47"/>
        <pc:sldMkLst>
          <pc:docMk/>
          <pc:sldMk cId="0" sldId="324"/>
        </pc:sldMkLst>
      </pc:sldChg>
      <pc:sldChg chg="modSp del ord">
        <pc:chgData name="xi sheng" userId="b3919e0d8ca6a452" providerId="LiveId" clId="{8C65DD49-A72B-47A6-A3EE-56D00128E8DE}" dt="2023-12-26T12:40:45.946" v="444" actId="47"/>
        <pc:sldMkLst>
          <pc:docMk/>
          <pc:sldMk cId="1370966125" sldId="325"/>
        </pc:sldMkLst>
        <pc:spChg chg="mod">
          <ac:chgData name="xi sheng" userId="b3919e0d8ca6a452" providerId="LiveId" clId="{8C65DD49-A72B-47A6-A3EE-56D00128E8DE}" dt="2023-12-24T06:38:49.856" v="106"/>
          <ac:spMkLst>
            <pc:docMk/>
            <pc:sldMk cId="1370966125" sldId="325"/>
            <ac:spMk id="2" creationId="{383C6D45-F67F-4EEB-09A8-E076A58A94B0}"/>
          </ac:spMkLst>
        </pc:spChg>
      </pc:sldChg>
      <pc:sldChg chg="modSp del">
        <pc:chgData name="xi sheng" userId="b3919e0d8ca6a452" providerId="LiveId" clId="{8C65DD49-A72B-47A6-A3EE-56D00128E8DE}" dt="2023-12-24T07:50:16.115" v="417" actId="47"/>
        <pc:sldMkLst>
          <pc:docMk/>
          <pc:sldMk cId="3966710026" sldId="328"/>
        </pc:sldMkLst>
        <pc:spChg chg="mod">
          <ac:chgData name="xi sheng" userId="b3919e0d8ca6a452" providerId="LiveId" clId="{8C65DD49-A72B-47A6-A3EE-56D00128E8DE}" dt="2023-12-24T06:38:49.856" v="106"/>
          <ac:spMkLst>
            <pc:docMk/>
            <pc:sldMk cId="3966710026" sldId="328"/>
            <ac:spMk id="2" creationId="{C1E4F5B8-24D9-01A5-6843-F83576E293E1}"/>
          </ac:spMkLst>
        </pc:spChg>
      </pc:sldChg>
      <pc:sldChg chg="modSp del">
        <pc:chgData name="xi sheng" userId="b3919e0d8ca6a452" providerId="LiveId" clId="{8C65DD49-A72B-47A6-A3EE-56D00128E8DE}" dt="2023-12-24T07:50:17.797" v="418" actId="47"/>
        <pc:sldMkLst>
          <pc:docMk/>
          <pc:sldMk cId="2326010768" sldId="329"/>
        </pc:sldMkLst>
        <pc:spChg chg="mod">
          <ac:chgData name="xi sheng" userId="b3919e0d8ca6a452" providerId="LiveId" clId="{8C65DD49-A72B-47A6-A3EE-56D00128E8DE}" dt="2023-12-24T06:38:49.856" v="106"/>
          <ac:spMkLst>
            <pc:docMk/>
            <pc:sldMk cId="2326010768" sldId="329"/>
            <ac:spMk id="2" creationId="{767B1062-6101-FD3C-4A27-18DB4A50F29F}"/>
          </ac:spMkLst>
        </pc:spChg>
      </pc:sldChg>
      <pc:sldChg chg="del">
        <pc:chgData name="xi sheng" userId="b3919e0d8ca6a452" providerId="LiveId" clId="{8C65DD49-A72B-47A6-A3EE-56D00128E8DE}" dt="2023-12-24T07:50:18.407" v="419" actId="47"/>
        <pc:sldMkLst>
          <pc:docMk/>
          <pc:sldMk cId="1318668729" sldId="331"/>
        </pc:sldMkLst>
      </pc:sldChg>
      <pc:sldChg chg="del ord">
        <pc:chgData name="xi sheng" userId="b3919e0d8ca6a452" providerId="LiveId" clId="{8C65DD49-A72B-47A6-A3EE-56D00128E8DE}" dt="2023-12-26T12:40:44.401" v="443" actId="47"/>
        <pc:sldMkLst>
          <pc:docMk/>
          <pc:sldMk cId="0" sldId="332"/>
        </pc:sldMkLst>
      </pc:sldChg>
      <pc:sldChg chg="del">
        <pc:chgData name="xi sheng" userId="b3919e0d8ca6a452" providerId="LiveId" clId="{8C65DD49-A72B-47A6-A3EE-56D00128E8DE}" dt="2023-12-24T06:33:07.952" v="4" actId="47"/>
        <pc:sldMkLst>
          <pc:docMk/>
          <pc:sldMk cId="1471921662" sldId="334"/>
        </pc:sldMkLst>
      </pc:sldChg>
      <pc:sldChg chg="del">
        <pc:chgData name="xi sheng" userId="b3919e0d8ca6a452" providerId="LiveId" clId="{8C65DD49-A72B-47A6-A3EE-56D00128E8DE}" dt="2023-12-24T06:33:07.011" v="3" actId="47"/>
        <pc:sldMkLst>
          <pc:docMk/>
          <pc:sldMk cId="1434231629" sldId="335"/>
        </pc:sldMkLst>
      </pc:sldChg>
      <pc:sldChg chg="add del modTransition">
        <pc:chgData name="xi sheng" userId="b3919e0d8ca6a452" providerId="LiveId" clId="{8C65DD49-A72B-47A6-A3EE-56D00128E8DE}" dt="2023-12-26T13:28:25.731" v="864"/>
        <pc:sldMkLst>
          <pc:docMk/>
          <pc:sldMk cId="1033829537" sldId="336"/>
        </pc:sldMkLst>
      </pc:sldChg>
      <pc:sldChg chg="addSp delSp modSp del mod modAnim">
        <pc:chgData name="xi sheng" userId="b3919e0d8ca6a452" providerId="LiveId" clId="{8C65DD49-A72B-47A6-A3EE-56D00128E8DE}" dt="2023-12-26T13:14:16.246" v="797" actId="47"/>
        <pc:sldMkLst>
          <pc:docMk/>
          <pc:sldMk cId="1203457510" sldId="337"/>
        </pc:sldMkLst>
        <pc:spChg chg="mod">
          <ac:chgData name="xi sheng" userId="b3919e0d8ca6a452" providerId="LiveId" clId="{8C65DD49-A72B-47A6-A3EE-56D00128E8DE}" dt="2023-12-26T13:13:06.826" v="789" actId="20577"/>
          <ac:spMkLst>
            <pc:docMk/>
            <pc:sldMk cId="1203457510" sldId="337"/>
            <ac:spMk id="2" creationId="{3E325DB8-95B2-9E10-9CEA-C21DE1C61D9D}"/>
          </ac:spMkLst>
        </pc:spChg>
        <pc:spChg chg="mod">
          <ac:chgData name="xi sheng" userId="b3919e0d8ca6a452" providerId="LiveId" clId="{8C65DD49-A72B-47A6-A3EE-56D00128E8DE}" dt="2023-12-26T13:13:09.958" v="790"/>
          <ac:spMkLst>
            <pc:docMk/>
            <pc:sldMk cId="1203457510" sldId="337"/>
            <ac:spMk id="5" creationId="{73FD36EB-480B-F1E4-0DAF-EBE6D0FA560D}"/>
          </ac:spMkLst>
        </pc:spChg>
        <pc:grpChg chg="add del mod">
          <ac:chgData name="xi sheng" userId="b3919e0d8ca6a452" providerId="LiveId" clId="{8C65DD49-A72B-47A6-A3EE-56D00128E8DE}" dt="2023-12-26T13:13:13.992" v="791"/>
          <ac:grpSpMkLst>
            <pc:docMk/>
            <pc:sldMk cId="1203457510" sldId="337"/>
            <ac:grpSpMk id="3" creationId="{CED451DB-13AA-9095-1AF9-E19A7D76C886}"/>
          </ac:grpSpMkLst>
        </pc:grpChg>
        <pc:picChg chg="mod">
          <ac:chgData name="xi sheng" userId="b3919e0d8ca6a452" providerId="LiveId" clId="{8C65DD49-A72B-47A6-A3EE-56D00128E8DE}" dt="2023-12-26T13:13:09.958" v="790"/>
          <ac:picMkLst>
            <pc:docMk/>
            <pc:sldMk cId="1203457510" sldId="337"/>
            <ac:picMk id="4" creationId="{FC11DB92-A6CB-176F-51DC-60B7D8F5D832}"/>
          </ac:picMkLst>
        </pc:picChg>
      </pc:sldChg>
      <pc:sldChg chg="modSp mod modTransition modAnim">
        <pc:chgData name="xi sheng" userId="b3919e0d8ca6a452" providerId="LiveId" clId="{8C65DD49-A72B-47A6-A3EE-56D00128E8DE}" dt="2023-12-26T14:41:56.164" v="1346"/>
        <pc:sldMkLst>
          <pc:docMk/>
          <pc:sldMk cId="0" sldId="338"/>
        </pc:sldMkLst>
        <pc:picChg chg="mod">
          <ac:chgData name="xi sheng" userId="b3919e0d8ca6a452" providerId="LiveId" clId="{8C65DD49-A72B-47A6-A3EE-56D00128E8DE}" dt="2023-12-26T14:41:10.811" v="1332" actId="1076"/>
          <ac:picMkLst>
            <pc:docMk/>
            <pc:sldMk cId="0" sldId="338"/>
            <ac:picMk id="2" creationId="{A5BA0CC8-B95C-CC53-2834-75BCEC759CAC}"/>
          </ac:picMkLst>
        </pc:picChg>
      </pc:sldChg>
      <pc:sldChg chg="modTransition">
        <pc:chgData name="xi sheng" userId="b3919e0d8ca6a452" providerId="LiveId" clId="{8C65DD49-A72B-47A6-A3EE-56D00128E8DE}" dt="2023-12-26T13:28:25.731" v="864"/>
        <pc:sldMkLst>
          <pc:docMk/>
          <pc:sldMk cId="0" sldId="339"/>
        </pc:sldMkLst>
      </pc:sldChg>
      <pc:sldChg chg="modTransition">
        <pc:chgData name="xi sheng" userId="b3919e0d8ca6a452" providerId="LiveId" clId="{8C65DD49-A72B-47A6-A3EE-56D00128E8DE}" dt="2023-12-26T13:28:25.731" v="864"/>
        <pc:sldMkLst>
          <pc:docMk/>
          <pc:sldMk cId="421262529" sldId="340"/>
        </pc:sldMkLst>
      </pc:sldChg>
      <pc:sldChg chg="modTransition">
        <pc:chgData name="xi sheng" userId="b3919e0d8ca6a452" providerId="LiveId" clId="{8C65DD49-A72B-47A6-A3EE-56D00128E8DE}" dt="2023-12-26T13:28:25.731" v="864"/>
        <pc:sldMkLst>
          <pc:docMk/>
          <pc:sldMk cId="3374185892" sldId="341"/>
        </pc:sldMkLst>
      </pc:sldChg>
      <pc:sldChg chg="modTransition">
        <pc:chgData name="xi sheng" userId="b3919e0d8ca6a452" providerId="LiveId" clId="{8C65DD49-A72B-47A6-A3EE-56D00128E8DE}" dt="2023-12-26T13:28:25.731" v="864"/>
        <pc:sldMkLst>
          <pc:docMk/>
          <pc:sldMk cId="2978726540" sldId="342"/>
        </pc:sldMkLst>
      </pc:sldChg>
      <pc:sldChg chg="modSp modTransition">
        <pc:chgData name="xi sheng" userId="b3919e0d8ca6a452" providerId="LiveId" clId="{8C65DD49-A72B-47A6-A3EE-56D00128E8DE}" dt="2023-12-26T13:28:25.731" v="864"/>
        <pc:sldMkLst>
          <pc:docMk/>
          <pc:sldMk cId="3028339639" sldId="343"/>
        </pc:sldMkLst>
        <pc:spChg chg="mod">
          <ac:chgData name="xi sheng" userId="b3919e0d8ca6a452" providerId="LiveId" clId="{8C65DD49-A72B-47A6-A3EE-56D00128E8DE}" dt="2023-12-24T06:37:34.283" v="82" actId="20577"/>
          <ac:spMkLst>
            <pc:docMk/>
            <pc:sldMk cId="3028339639" sldId="343"/>
            <ac:spMk id="26" creationId="{00000000-0000-0000-0000-000000000000}"/>
          </ac:spMkLst>
        </pc:spChg>
        <pc:spChg chg="mod">
          <ac:chgData name="xi sheng" userId="b3919e0d8ca6a452" providerId="LiveId" clId="{8C65DD49-A72B-47A6-A3EE-56D00128E8DE}" dt="2023-12-24T06:38:03.087" v="98"/>
          <ac:spMkLst>
            <pc:docMk/>
            <pc:sldMk cId="3028339639" sldId="343"/>
            <ac:spMk id="31" creationId="{00000000-0000-0000-0000-000000000000}"/>
          </ac:spMkLst>
        </pc:spChg>
        <pc:spChg chg="mod">
          <ac:chgData name="xi sheng" userId="b3919e0d8ca6a452" providerId="LiveId" clId="{8C65DD49-A72B-47A6-A3EE-56D00128E8DE}" dt="2023-12-24T06:37:38.392" v="85"/>
          <ac:spMkLst>
            <pc:docMk/>
            <pc:sldMk cId="3028339639" sldId="343"/>
            <ac:spMk id="33" creationId="{00000000-0000-0000-0000-000000000000}"/>
          </ac:spMkLst>
        </pc:spChg>
      </pc:sldChg>
      <pc:sldChg chg="addSp delSp modSp mod modAnim">
        <pc:chgData name="xi sheng" userId="b3919e0d8ca6a452" providerId="LiveId" clId="{8C65DD49-A72B-47A6-A3EE-56D00128E8DE}" dt="2023-12-26T14:44:05.202" v="1359" actId="207"/>
        <pc:sldMkLst>
          <pc:docMk/>
          <pc:sldMk cId="1114109815" sldId="344"/>
        </pc:sldMkLst>
        <pc:spChg chg="mod">
          <ac:chgData name="xi sheng" userId="b3919e0d8ca6a452" providerId="LiveId" clId="{8C65DD49-A72B-47A6-A3EE-56D00128E8DE}" dt="2023-12-24T07:17:02.357" v="222"/>
          <ac:spMkLst>
            <pc:docMk/>
            <pc:sldMk cId="1114109815" sldId="344"/>
            <ac:spMk id="5" creationId="{C3CBF14B-29FC-74C7-7AD0-F2912904695B}"/>
          </ac:spMkLst>
        </pc:spChg>
        <pc:spChg chg="mod">
          <ac:chgData name="xi sheng" userId="b3919e0d8ca6a452" providerId="LiveId" clId="{8C65DD49-A72B-47A6-A3EE-56D00128E8DE}" dt="2023-12-24T07:20:02.771" v="282" actId="255"/>
          <ac:spMkLst>
            <pc:docMk/>
            <pc:sldMk cId="1114109815" sldId="344"/>
            <ac:spMk id="13" creationId="{AADD07EB-5268-1F58-F0FD-1A8AF71956F2}"/>
          </ac:spMkLst>
        </pc:spChg>
        <pc:spChg chg="mod">
          <ac:chgData name="xi sheng" userId="b3919e0d8ca6a452" providerId="LiveId" clId="{8C65DD49-A72B-47A6-A3EE-56D00128E8DE}" dt="2023-12-24T07:19:09.113" v="279"/>
          <ac:spMkLst>
            <pc:docMk/>
            <pc:sldMk cId="1114109815" sldId="344"/>
            <ac:spMk id="17" creationId="{FE70D2C5-6F1B-737A-9FE7-DE3FCB97A626}"/>
          </ac:spMkLst>
        </pc:spChg>
        <pc:spChg chg="mod">
          <ac:chgData name="xi sheng" userId="b3919e0d8ca6a452" providerId="LiveId" clId="{8C65DD49-A72B-47A6-A3EE-56D00128E8DE}" dt="2023-12-26T12:47:36.551" v="526" actId="1076"/>
          <ac:spMkLst>
            <pc:docMk/>
            <pc:sldMk cId="1114109815" sldId="344"/>
            <ac:spMk id="27" creationId="{2B378E5D-181C-82A1-F13C-1F3799548705}"/>
          </ac:spMkLst>
        </pc:spChg>
        <pc:spChg chg="mod">
          <ac:chgData name="xi sheng" userId="b3919e0d8ca6a452" providerId="LiveId" clId="{8C65DD49-A72B-47A6-A3EE-56D00128E8DE}" dt="2023-12-26T12:47:36.551" v="526" actId="1076"/>
          <ac:spMkLst>
            <pc:docMk/>
            <pc:sldMk cId="1114109815" sldId="344"/>
            <ac:spMk id="28" creationId="{415B4A98-B720-FFCA-DA61-BCF1A3E44264}"/>
          </ac:spMkLst>
        </pc:spChg>
        <pc:spChg chg="mod">
          <ac:chgData name="xi sheng" userId="b3919e0d8ca6a452" providerId="LiveId" clId="{8C65DD49-A72B-47A6-A3EE-56D00128E8DE}" dt="2023-12-26T12:47:42.745" v="527" actId="1076"/>
          <ac:spMkLst>
            <pc:docMk/>
            <pc:sldMk cId="1114109815" sldId="344"/>
            <ac:spMk id="29" creationId="{0DFD6B3A-830E-F982-5E1E-0CA4CC30383E}"/>
          </ac:spMkLst>
        </pc:spChg>
        <pc:spChg chg="mod">
          <ac:chgData name="xi sheng" userId="b3919e0d8ca6a452" providerId="LiveId" clId="{8C65DD49-A72B-47A6-A3EE-56D00128E8DE}" dt="2023-12-26T12:47:36.551" v="526" actId="1076"/>
          <ac:spMkLst>
            <pc:docMk/>
            <pc:sldMk cId="1114109815" sldId="344"/>
            <ac:spMk id="30" creationId="{D13CB549-D741-5271-0590-F2234A838D19}"/>
          </ac:spMkLst>
        </pc:spChg>
        <pc:spChg chg="add mod">
          <ac:chgData name="xi sheng" userId="b3919e0d8ca6a452" providerId="LiveId" clId="{8C65DD49-A72B-47A6-A3EE-56D00128E8DE}" dt="2023-12-26T14:44:05.202" v="1359" actId="207"/>
          <ac:spMkLst>
            <pc:docMk/>
            <pc:sldMk cId="1114109815" sldId="344"/>
            <ac:spMk id="32" creationId="{A6599181-5AF7-175C-FF9D-8AB8EAAC43FE}"/>
          </ac:spMkLst>
        </pc:spChg>
        <pc:grpChg chg="mod">
          <ac:chgData name="xi sheng" userId="b3919e0d8ca6a452" providerId="LiveId" clId="{8C65DD49-A72B-47A6-A3EE-56D00128E8DE}" dt="2023-12-26T12:47:36.551" v="526" actId="1076"/>
          <ac:grpSpMkLst>
            <pc:docMk/>
            <pc:sldMk cId="1114109815" sldId="344"/>
            <ac:grpSpMk id="3" creationId="{6125E5E2-D1AD-D35C-206D-100512B460AF}"/>
          </ac:grpSpMkLst>
        </pc:grpChg>
        <pc:grpChg chg="mod">
          <ac:chgData name="xi sheng" userId="b3919e0d8ca6a452" providerId="LiveId" clId="{8C65DD49-A72B-47A6-A3EE-56D00128E8DE}" dt="2023-12-26T12:47:36.551" v="526" actId="1076"/>
          <ac:grpSpMkLst>
            <pc:docMk/>
            <pc:sldMk cId="1114109815" sldId="344"/>
            <ac:grpSpMk id="7" creationId="{8BED75BD-54BD-E61B-4F60-D3ED9566D794}"/>
          </ac:grpSpMkLst>
        </pc:grpChg>
        <pc:grpChg chg="mod">
          <ac:chgData name="xi sheng" userId="b3919e0d8ca6a452" providerId="LiveId" clId="{8C65DD49-A72B-47A6-A3EE-56D00128E8DE}" dt="2023-12-26T12:47:36.551" v="526" actId="1076"/>
          <ac:grpSpMkLst>
            <pc:docMk/>
            <pc:sldMk cId="1114109815" sldId="344"/>
            <ac:grpSpMk id="11" creationId="{8DD2D9DE-F5B8-2767-BFD9-F32E8B247178}"/>
          </ac:grpSpMkLst>
        </pc:grpChg>
        <pc:grpChg chg="mod">
          <ac:chgData name="xi sheng" userId="b3919e0d8ca6a452" providerId="LiveId" clId="{8C65DD49-A72B-47A6-A3EE-56D00128E8DE}" dt="2023-12-26T12:47:36.551" v="526" actId="1076"/>
          <ac:grpSpMkLst>
            <pc:docMk/>
            <pc:sldMk cId="1114109815" sldId="344"/>
            <ac:grpSpMk id="15" creationId="{870F416B-443F-8FD7-11C3-5247CD0363AF}"/>
          </ac:grpSpMkLst>
        </pc:grpChg>
        <pc:grpChg chg="mod">
          <ac:chgData name="xi sheng" userId="b3919e0d8ca6a452" providerId="LiveId" clId="{8C65DD49-A72B-47A6-A3EE-56D00128E8DE}" dt="2023-12-26T12:47:36.551" v="526" actId="1076"/>
          <ac:grpSpMkLst>
            <pc:docMk/>
            <pc:sldMk cId="1114109815" sldId="344"/>
            <ac:grpSpMk id="19" creationId="{E16FA120-DAFD-06EC-069C-89A5550A60E2}"/>
          </ac:grpSpMkLst>
        </pc:grpChg>
        <pc:grpChg chg="mod">
          <ac:chgData name="xi sheng" userId="b3919e0d8ca6a452" providerId="LiveId" clId="{8C65DD49-A72B-47A6-A3EE-56D00128E8DE}" dt="2023-12-26T12:48:42.229" v="543" actId="1076"/>
          <ac:grpSpMkLst>
            <pc:docMk/>
            <pc:sldMk cId="1114109815" sldId="344"/>
            <ac:grpSpMk id="23" creationId="{89565DFF-A624-2F28-A610-3A3138DF35D7}"/>
          </ac:grpSpMkLst>
        </pc:grpChg>
        <pc:picChg chg="add del mod">
          <ac:chgData name="xi sheng" userId="b3919e0d8ca6a452" providerId="LiveId" clId="{8C65DD49-A72B-47A6-A3EE-56D00128E8DE}" dt="2023-12-26T12:45:34.160" v="498" actId="1076"/>
          <ac:picMkLst>
            <pc:docMk/>
            <pc:sldMk cId="1114109815" sldId="344"/>
            <ac:picMk id="31" creationId="{85323915-476F-622D-FFB0-300395E32853}"/>
          </ac:picMkLst>
        </pc:picChg>
        <pc:picChg chg="add mod ord">
          <ac:chgData name="xi sheng" userId="b3919e0d8ca6a452" providerId="LiveId" clId="{8C65DD49-A72B-47A6-A3EE-56D00128E8DE}" dt="2023-12-26T12:49:45.684" v="558" actId="29295"/>
          <ac:picMkLst>
            <pc:docMk/>
            <pc:sldMk cId="1114109815" sldId="344"/>
            <ac:picMk id="34" creationId="{B6FB6094-E5CD-B108-3D4F-741EFBC9DE99}"/>
          </ac:picMkLst>
        </pc:picChg>
        <pc:picChg chg="add mod ord">
          <ac:chgData name="xi sheng" userId="b3919e0d8ca6a452" providerId="LiveId" clId="{8C65DD49-A72B-47A6-A3EE-56D00128E8DE}" dt="2023-12-26T12:49:49.126" v="559" actId="29295"/>
          <ac:picMkLst>
            <pc:docMk/>
            <pc:sldMk cId="1114109815" sldId="344"/>
            <ac:picMk id="36" creationId="{310BE797-008B-408E-CA93-E16A887A5CDF}"/>
          </ac:picMkLst>
        </pc:picChg>
        <pc:picChg chg="add mod ord">
          <ac:chgData name="xi sheng" userId="b3919e0d8ca6a452" providerId="LiveId" clId="{8C65DD49-A72B-47A6-A3EE-56D00128E8DE}" dt="2023-12-26T12:50:07.693" v="563" actId="29295"/>
          <ac:picMkLst>
            <pc:docMk/>
            <pc:sldMk cId="1114109815" sldId="344"/>
            <ac:picMk id="38" creationId="{C7688B7E-1A47-4263-CEE0-81DC2D6F0EF3}"/>
          </ac:picMkLst>
        </pc:picChg>
        <pc:picChg chg="add mod ord">
          <ac:chgData name="xi sheng" userId="b3919e0d8ca6a452" providerId="LiveId" clId="{8C65DD49-A72B-47A6-A3EE-56D00128E8DE}" dt="2023-12-26T12:50:20.415" v="566" actId="29295"/>
          <ac:picMkLst>
            <pc:docMk/>
            <pc:sldMk cId="1114109815" sldId="344"/>
            <ac:picMk id="39" creationId="{557CF431-6A07-1622-AB29-A3D6E234E0F3}"/>
          </ac:picMkLst>
        </pc:picChg>
        <pc:picChg chg="add mod ord">
          <ac:chgData name="xi sheng" userId="b3919e0d8ca6a452" providerId="LiveId" clId="{8C65DD49-A72B-47A6-A3EE-56D00128E8DE}" dt="2023-12-26T12:49:53.510" v="560" actId="29295"/>
          <ac:picMkLst>
            <pc:docMk/>
            <pc:sldMk cId="1114109815" sldId="344"/>
            <ac:picMk id="40" creationId="{012EEAE1-6A3C-5D67-CADD-CA145AFEDC1E}"/>
          </ac:picMkLst>
        </pc:picChg>
        <pc:picChg chg="add mod ord">
          <ac:chgData name="xi sheng" userId="b3919e0d8ca6a452" providerId="LiveId" clId="{8C65DD49-A72B-47A6-A3EE-56D00128E8DE}" dt="2023-12-26T12:49:59.298" v="561" actId="29295"/>
          <ac:picMkLst>
            <pc:docMk/>
            <pc:sldMk cId="1114109815" sldId="344"/>
            <ac:picMk id="41" creationId="{4BC54580-0BFF-7CE6-1A32-F29224B7EF96}"/>
          </ac:picMkLst>
        </pc:picChg>
        <pc:picChg chg="add mod ord">
          <ac:chgData name="xi sheng" userId="b3919e0d8ca6a452" providerId="LiveId" clId="{8C65DD49-A72B-47A6-A3EE-56D00128E8DE}" dt="2023-12-26T12:50:03.439" v="562" actId="29295"/>
          <ac:picMkLst>
            <pc:docMk/>
            <pc:sldMk cId="1114109815" sldId="344"/>
            <ac:picMk id="42" creationId="{80F2EA29-C57C-75ED-5FD6-A3D77BD36CDF}"/>
          </ac:picMkLst>
        </pc:picChg>
        <pc:picChg chg="add mod ord">
          <ac:chgData name="xi sheng" userId="b3919e0d8ca6a452" providerId="LiveId" clId="{8C65DD49-A72B-47A6-A3EE-56D00128E8DE}" dt="2023-12-26T12:50:16.168" v="565" actId="29295"/>
          <ac:picMkLst>
            <pc:docMk/>
            <pc:sldMk cId="1114109815" sldId="344"/>
            <ac:picMk id="43" creationId="{E6B3AF4C-79A0-BD5E-5A01-ED3E60EFCE7A}"/>
          </ac:picMkLst>
        </pc:picChg>
        <pc:picChg chg="add mod ord">
          <ac:chgData name="xi sheng" userId="b3919e0d8ca6a452" providerId="LiveId" clId="{8C65DD49-A72B-47A6-A3EE-56D00128E8DE}" dt="2023-12-26T12:50:12.385" v="564" actId="29295"/>
          <ac:picMkLst>
            <pc:docMk/>
            <pc:sldMk cId="1114109815" sldId="344"/>
            <ac:picMk id="44" creationId="{049E9799-B63F-C5C2-C643-68E1E03A64C3}"/>
          </ac:picMkLst>
        </pc:picChg>
        <pc:picChg chg="add mod">
          <ac:chgData name="xi sheng" userId="b3919e0d8ca6a452" providerId="LiveId" clId="{8C65DD49-A72B-47A6-A3EE-56D00128E8DE}" dt="2023-12-26T12:50:25.918" v="567" actId="29295"/>
          <ac:picMkLst>
            <pc:docMk/>
            <pc:sldMk cId="1114109815" sldId="344"/>
            <ac:picMk id="45" creationId="{29F50B64-14F2-29DD-7E9D-A32F10A0929D}"/>
          </ac:picMkLst>
        </pc:picChg>
      </pc:sldChg>
      <pc:sldChg chg="addSp modSp mod ord modTransition">
        <pc:chgData name="xi sheng" userId="b3919e0d8ca6a452" providerId="LiveId" clId="{8C65DD49-A72B-47A6-A3EE-56D00128E8DE}" dt="2023-12-26T15:01:41.310" v="1453" actId="108"/>
        <pc:sldMkLst>
          <pc:docMk/>
          <pc:sldMk cId="2859989935" sldId="345"/>
        </pc:sldMkLst>
        <pc:spChg chg="mod">
          <ac:chgData name="xi sheng" userId="b3919e0d8ca6a452" providerId="LiveId" clId="{8C65DD49-A72B-47A6-A3EE-56D00128E8DE}" dt="2023-12-24T06:33:46.079" v="24" actId="1076"/>
          <ac:spMkLst>
            <pc:docMk/>
            <pc:sldMk cId="2859989935" sldId="345"/>
            <ac:spMk id="3" creationId="{747C6098-3159-F1DF-2E2A-48CD15CC94F6}"/>
          </ac:spMkLst>
        </pc:spChg>
        <pc:spChg chg="add mod">
          <ac:chgData name="xi sheng" userId="b3919e0d8ca6a452" providerId="LiveId" clId="{8C65DD49-A72B-47A6-A3EE-56D00128E8DE}" dt="2023-12-26T15:01:41.310" v="1453" actId="108"/>
          <ac:spMkLst>
            <pc:docMk/>
            <pc:sldMk cId="2859989935" sldId="345"/>
            <ac:spMk id="5" creationId="{E5C36908-3B2B-AA44-00D6-80A82EB73A64}"/>
          </ac:spMkLst>
        </pc:spChg>
        <pc:picChg chg="mod">
          <ac:chgData name="xi sheng" userId="b3919e0d8ca6a452" providerId="LiveId" clId="{8C65DD49-A72B-47A6-A3EE-56D00128E8DE}" dt="2023-12-24T06:33:40.881" v="23" actId="1076"/>
          <ac:picMkLst>
            <pc:docMk/>
            <pc:sldMk cId="2859989935" sldId="345"/>
            <ac:picMk id="2" creationId="{D40B4C5D-1764-5319-CC08-EBC5DFE076B2}"/>
          </ac:picMkLst>
        </pc:picChg>
        <pc:picChg chg="add mod">
          <ac:chgData name="xi sheng" userId="b3919e0d8ca6a452" providerId="LiveId" clId="{8C65DD49-A72B-47A6-A3EE-56D00128E8DE}" dt="2023-12-24T06:34:56.925" v="45" actId="1076"/>
          <ac:picMkLst>
            <pc:docMk/>
            <pc:sldMk cId="2859989935" sldId="345"/>
            <ac:picMk id="4" creationId="{C2F19154-89EB-C649-263F-2B36FCE78DE2}"/>
          </ac:picMkLst>
        </pc:picChg>
      </pc:sldChg>
      <pc:sldChg chg="addSp modSp add mod modTransition">
        <pc:chgData name="xi sheng" userId="b3919e0d8ca6a452" providerId="LiveId" clId="{8C65DD49-A72B-47A6-A3EE-56D00128E8DE}" dt="2023-12-26T15:01:29.544" v="1450" actId="108"/>
        <pc:sldMkLst>
          <pc:docMk/>
          <pc:sldMk cId="4113229256" sldId="346"/>
        </pc:sldMkLst>
        <pc:spChg chg="mod">
          <ac:chgData name="xi sheng" userId="b3919e0d8ca6a452" providerId="LiveId" clId="{8C65DD49-A72B-47A6-A3EE-56D00128E8DE}" dt="2023-12-24T06:34:01.084" v="31"/>
          <ac:spMkLst>
            <pc:docMk/>
            <pc:sldMk cId="4113229256" sldId="346"/>
            <ac:spMk id="3" creationId="{747C6098-3159-F1DF-2E2A-48CD15CC94F6}"/>
          </ac:spMkLst>
        </pc:spChg>
        <pc:spChg chg="add mod">
          <ac:chgData name="xi sheng" userId="b3919e0d8ca6a452" providerId="LiveId" clId="{8C65DD49-A72B-47A6-A3EE-56D00128E8DE}" dt="2023-12-26T15:01:29.544" v="1450" actId="108"/>
          <ac:spMkLst>
            <pc:docMk/>
            <pc:sldMk cId="4113229256" sldId="346"/>
            <ac:spMk id="4" creationId="{F7342E8C-8162-D79C-5FF6-58A0B0C84A0B}"/>
          </ac:spMkLst>
        </pc:spChg>
        <pc:picChg chg="add mod">
          <ac:chgData name="xi sheng" userId="b3919e0d8ca6a452" providerId="LiveId" clId="{8C65DD49-A72B-47A6-A3EE-56D00128E8DE}" dt="2023-12-24T06:36:37.230" v="78"/>
          <ac:picMkLst>
            <pc:docMk/>
            <pc:sldMk cId="4113229256" sldId="346"/>
            <ac:picMk id="5" creationId="{D5D503CE-4D62-AD13-7AB7-255C0819545F}"/>
          </ac:picMkLst>
        </pc:picChg>
      </pc:sldChg>
      <pc:sldChg chg="addSp modSp add mod modTransition">
        <pc:chgData name="xi sheng" userId="b3919e0d8ca6a452" providerId="LiveId" clId="{8C65DD49-A72B-47A6-A3EE-56D00128E8DE}" dt="2023-12-26T15:01:47.426" v="1454" actId="108"/>
        <pc:sldMkLst>
          <pc:docMk/>
          <pc:sldMk cId="2179448887" sldId="347"/>
        </pc:sldMkLst>
        <pc:spChg chg="mod">
          <ac:chgData name="xi sheng" userId="b3919e0d8ca6a452" providerId="LiveId" clId="{8C65DD49-A72B-47A6-A3EE-56D00128E8DE}" dt="2023-12-24T06:34:19.313" v="40" actId="14100"/>
          <ac:spMkLst>
            <pc:docMk/>
            <pc:sldMk cId="2179448887" sldId="347"/>
            <ac:spMk id="3" creationId="{747C6098-3159-F1DF-2E2A-48CD15CC94F6}"/>
          </ac:spMkLst>
        </pc:spChg>
        <pc:spChg chg="add mod">
          <ac:chgData name="xi sheng" userId="b3919e0d8ca6a452" providerId="LiveId" clId="{8C65DD49-A72B-47A6-A3EE-56D00128E8DE}" dt="2023-12-26T15:01:47.426" v="1454" actId="108"/>
          <ac:spMkLst>
            <pc:docMk/>
            <pc:sldMk cId="2179448887" sldId="347"/>
            <ac:spMk id="5" creationId="{42873B00-2459-CB92-7A36-1C7E5949AD9D}"/>
          </ac:spMkLst>
        </pc:spChg>
        <pc:picChg chg="add mod">
          <ac:chgData name="xi sheng" userId="b3919e0d8ca6a452" providerId="LiveId" clId="{8C65DD49-A72B-47A6-A3EE-56D00128E8DE}" dt="2023-12-24T06:35:51.876" v="71" actId="1076"/>
          <ac:picMkLst>
            <pc:docMk/>
            <pc:sldMk cId="2179448887" sldId="347"/>
            <ac:picMk id="4" creationId="{F5F8E4AC-F5E4-3E2C-5CB1-9E1E70A06AE8}"/>
          </ac:picMkLst>
        </pc:picChg>
      </pc:sldChg>
      <pc:sldChg chg="addSp delSp modSp add mod ord modTransition">
        <pc:chgData name="xi sheng" userId="b3919e0d8ca6a452" providerId="LiveId" clId="{8C65DD49-A72B-47A6-A3EE-56D00128E8DE}" dt="2023-12-26T13:28:25.731" v="864"/>
        <pc:sldMkLst>
          <pc:docMk/>
          <pc:sldMk cId="2490299727" sldId="348"/>
        </pc:sldMkLst>
        <pc:spChg chg="del">
          <ac:chgData name="xi sheng" userId="b3919e0d8ca6a452" providerId="LiveId" clId="{8C65DD49-A72B-47A6-A3EE-56D00128E8DE}" dt="2023-12-24T06:41:01.152" v="115" actId="478"/>
          <ac:spMkLst>
            <pc:docMk/>
            <pc:sldMk cId="2490299727" sldId="348"/>
            <ac:spMk id="3" creationId="{747C6098-3159-F1DF-2E2A-48CD15CC94F6}"/>
          </ac:spMkLst>
        </pc:spChg>
        <pc:spChg chg="mod">
          <ac:chgData name="xi sheng" userId="b3919e0d8ca6a452" providerId="LiveId" clId="{8C65DD49-A72B-47A6-A3EE-56D00128E8DE}" dt="2023-12-24T06:40:51.459" v="114"/>
          <ac:spMkLst>
            <pc:docMk/>
            <pc:sldMk cId="2490299727" sldId="348"/>
            <ac:spMk id="1044" creationId="{1BDEDA90-057A-02E3-3B6B-BBF89016BC99}"/>
          </ac:spMkLst>
        </pc:spChg>
        <pc:spChg chg="mod">
          <ac:chgData name="xi sheng" userId="b3919e0d8ca6a452" providerId="LiveId" clId="{8C65DD49-A72B-47A6-A3EE-56D00128E8DE}" dt="2023-12-24T06:40:51.459" v="114"/>
          <ac:spMkLst>
            <pc:docMk/>
            <pc:sldMk cId="2490299727" sldId="348"/>
            <ac:spMk id="1045" creationId="{ECBDB244-0633-4510-FB21-45F40EE084DB}"/>
          </ac:spMkLst>
        </pc:spChg>
        <pc:spChg chg="mod">
          <ac:chgData name="xi sheng" userId="b3919e0d8ca6a452" providerId="LiveId" clId="{8C65DD49-A72B-47A6-A3EE-56D00128E8DE}" dt="2023-12-24T06:40:51.459" v="114"/>
          <ac:spMkLst>
            <pc:docMk/>
            <pc:sldMk cId="2490299727" sldId="348"/>
            <ac:spMk id="1046" creationId="{A21840A3-3AA1-9F9C-6D5F-6C3CA64B991C}"/>
          </ac:spMkLst>
        </pc:spChg>
        <pc:spChg chg="mod">
          <ac:chgData name="xi sheng" userId="b3919e0d8ca6a452" providerId="LiveId" clId="{8C65DD49-A72B-47A6-A3EE-56D00128E8DE}" dt="2023-12-24T06:40:51.459" v="114"/>
          <ac:spMkLst>
            <pc:docMk/>
            <pc:sldMk cId="2490299727" sldId="348"/>
            <ac:spMk id="1047" creationId="{8AC804D2-4110-C7CB-6E5D-23EC7577FC72}"/>
          </ac:spMkLst>
        </pc:spChg>
        <pc:spChg chg="mod">
          <ac:chgData name="xi sheng" userId="b3919e0d8ca6a452" providerId="LiveId" clId="{8C65DD49-A72B-47A6-A3EE-56D00128E8DE}" dt="2023-12-24T06:40:51.459" v="114"/>
          <ac:spMkLst>
            <pc:docMk/>
            <pc:sldMk cId="2490299727" sldId="348"/>
            <ac:spMk id="1048" creationId="{91C97F1A-9826-10EA-5291-5A141FEC5F2B}"/>
          </ac:spMkLst>
        </pc:spChg>
        <pc:spChg chg="mod">
          <ac:chgData name="xi sheng" userId="b3919e0d8ca6a452" providerId="LiveId" clId="{8C65DD49-A72B-47A6-A3EE-56D00128E8DE}" dt="2023-12-24T06:40:51.459" v="114"/>
          <ac:spMkLst>
            <pc:docMk/>
            <pc:sldMk cId="2490299727" sldId="348"/>
            <ac:spMk id="1049" creationId="{1E5E3DBE-A157-E859-86E0-FC8D63206D68}"/>
          </ac:spMkLst>
        </pc:spChg>
        <pc:spChg chg="add del mod">
          <ac:chgData name="xi sheng" userId="b3919e0d8ca6a452" providerId="LiveId" clId="{8C65DD49-A72B-47A6-A3EE-56D00128E8DE}" dt="2023-12-24T06:41:06.751" v="116" actId="478"/>
          <ac:spMkLst>
            <pc:docMk/>
            <pc:sldMk cId="2490299727" sldId="348"/>
            <ac:spMk id="1050" creationId="{42BB4D98-6B68-9317-C4AE-CF28C418F88F}"/>
          </ac:spMkLst>
        </pc:spChg>
        <pc:spChg chg="add del mod">
          <ac:chgData name="xi sheng" userId="b3919e0d8ca6a452" providerId="LiveId" clId="{8C65DD49-A72B-47A6-A3EE-56D00128E8DE}" dt="2023-12-24T06:41:16.187" v="117" actId="478"/>
          <ac:spMkLst>
            <pc:docMk/>
            <pc:sldMk cId="2490299727" sldId="348"/>
            <ac:spMk id="1051" creationId="{C8ADAA66-4D58-8727-C1C4-0D90D0CEEF38}"/>
          </ac:spMkLst>
        </pc:spChg>
        <pc:spChg chg="add del mod">
          <ac:chgData name="xi sheng" userId="b3919e0d8ca6a452" providerId="LiveId" clId="{8C65DD49-A72B-47A6-A3EE-56D00128E8DE}" dt="2023-12-24T06:41:06.751" v="116" actId="478"/>
          <ac:spMkLst>
            <pc:docMk/>
            <pc:sldMk cId="2490299727" sldId="348"/>
            <ac:spMk id="1052" creationId="{F262C670-7FC5-76F6-FDEB-E05CF66D381E}"/>
          </ac:spMkLst>
        </pc:spChg>
        <pc:spChg chg="add del mod">
          <ac:chgData name="xi sheng" userId="b3919e0d8ca6a452" providerId="LiveId" clId="{8C65DD49-A72B-47A6-A3EE-56D00128E8DE}" dt="2023-12-24T06:41:16.187" v="117" actId="478"/>
          <ac:spMkLst>
            <pc:docMk/>
            <pc:sldMk cId="2490299727" sldId="348"/>
            <ac:spMk id="1053" creationId="{98543E44-CFA0-3292-46E2-420390866278}"/>
          </ac:spMkLst>
        </pc:spChg>
        <pc:spChg chg="add del mod">
          <ac:chgData name="xi sheng" userId="b3919e0d8ca6a452" providerId="LiveId" clId="{8C65DD49-A72B-47A6-A3EE-56D00128E8DE}" dt="2023-12-24T06:41:16.187" v="117" actId="478"/>
          <ac:spMkLst>
            <pc:docMk/>
            <pc:sldMk cId="2490299727" sldId="348"/>
            <ac:spMk id="1054" creationId="{A222B2B3-CB3D-9528-331F-D32539FD644F}"/>
          </ac:spMkLst>
        </pc:spChg>
        <pc:spChg chg="add del mod">
          <ac:chgData name="xi sheng" userId="b3919e0d8ca6a452" providerId="LiveId" clId="{8C65DD49-A72B-47A6-A3EE-56D00128E8DE}" dt="2023-12-24T06:41:16.187" v="117" actId="478"/>
          <ac:spMkLst>
            <pc:docMk/>
            <pc:sldMk cId="2490299727" sldId="348"/>
            <ac:spMk id="1055" creationId="{66C4D07E-A972-6D69-B9B4-0A451F06D146}"/>
          </ac:spMkLst>
        </pc:spChg>
        <pc:spChg chg="add del mod">
          <ac:chgData name="xi sheng" userId="b3919e0d8ca6a452" providerId="LiveId" clId="{8C65DD49-A72B-47A6-A3EE-56D00128E8DE}" dt="2023-12-24T06:41:16.187" v="117" actId="478"/>
          <ac:spMkLst>
            <pc:docMk/>
            <pc:sldMk cId="2490299727" sldId="348"/>
            <ac:spMk id="1056" creationId="{21496364-4ED7-0F64-E099-5CA94A53D476}"/>
          </ac:spMkLst>
        </pc:spChg>
        <pc:spChg chg="add del mod">
          <ac:chgData name="xi sheng" userId="b3919e0d8ca6a452" providerId="LiveId" clId="{8C65DD49-A72B-47A6-A3EE-56D00128E8DE}" dt="2023-12-24T06:41:16.187" v="117" actId="478"/>
          <ac:spMkLst>
            <pc:docMk/>
            <pc:sldMk cId="2490299727" sldId="348"/>
            <ac:spMk id="1057" creationId="{3B84FAC9-6B8C-A363-0B9F-992CF82A7204}"/>
          </ac:spMkLst>
        </pc:spChg>
        <pc:spChg chg="add del mod">
          <ac:chgData name="xi sheng" userId="b3919e0d8ca6a452" providerId="LiveId" clId="{8C65DD49-A72B-47A6-A3EE-56D00128E8DE}" dt="2023-12-24T06:41:06.751" v="116" actId="478"/>
          <ac:spMkLst>
            <pc:docMk/>
            <pc:sldMk cId="2490299727" sldId="348"/>
            <ac:spMk id="1058" creationId="{AC33E5F1-85EE-3202-FA75-060E1CF8BB6A}"/>
          </ac:spMkLst>
        </pc:spChg>
        <pc:spChg chg="add del mod">
          <ac:chgData name="xi sheng" userId="b3919e0d8ca6a452" providerId="LiveId" clId="{8C65DD49-A72B-47A6-A3EE-56D00128E8DE}" dt="2023-12-24T06:41:06.751" v="116" actId="478"/>
          <ac:spMkLst>
            <pc:docMk/>
            <pc:sldMk cId="2490299727" sldId="348"/>
            <ac:spMk id="1059" creationId="{25D3A1D7-A7F5-0F31-E842-323DFBF4071B}"/>
          </ac:spMkLst>
        </pc:spChg>
        <pc:spChg chg="add del mod">
          <ac:chgData name="xi sheng" userId="b3919e0d8ca6a452" providerId="LiveId" clId="{8C65DD49-A72B-47A6-A3EE-56D00128E8DE}" dt="2023-12-24T06:41:06.751" v="116" actId="478"/>
          <ac:spMkLst>
            <pc:docMk/>
            <pc:sldMk cId="2490299727" sldId="348"/>
            <ac:spMk id="1060" creationId="{7CE4EE4D-81DE-ACE5-A7FC-0EAE327037B8}"/>
          </ac:spMkLst>
        </pc:spChg>
        <pc:spChg chg="add del mod">
          <ac:chgData name="xi sheng" userId="b3919e0d8ca6a452" providerId="LiveId" clId="{8C65DD49-A72B-47A6-A3EE-56D00128E8DE}" dt="2023-12-24T06:41:06.751" v="116" actId="478"/>
          <ac:spMkLst>
            <pc:docMk/>
            <pc:sldMk cId="2490299727" sldId="348"/>
            <ac:spMk id="1061" creationId="{D0F839E8-4207-AD35-E54A-C425F70746C3}"/>
          </ac:spMkLst>
        </pc:spChg>
        <pc:spChg chg="add del mod">
          <ac:chgData name="xi sheng" userId="b3919e0d8ca6a452" providerId="LiveId" clId="{8C65DD49-A72B-47A6-A3EE-56D00128E8DE}" dt="2023-12-24T06:43:35.863" v="143" actId="767"/>
          <ac:spMkLst>
            <pc:docMk/>
            <pc:sldMk cId="2490299727" sldId="348"/>
            <ac:spMk id="1062" creationId="{2DB7F421-8ED0-22C8-2F09-5DE0D0BB8D80}"/>
          </ac:spMkLst>
        </pc:spChg>
        <pc:spChg chg="add mod">
          <ac:chgData name="xi sheng" userId="b3919e0d8ca6a452" providerId="LiveId" clId="{8C65DD49-A72B-47A6-A3EE-56D00128E8DE}" dt="2023-12-24T06:43:56.909" v="150" actId="1076"/>
          <ac:spMkLst>
            <pc:docMk/>
            <pc:sldMk cId="2490299727" sldId="348"/>
            <ac:spMk id="1063" creationId="{790FA3F7-9AD4-E127-09AB-282152026E17}"/>
          </ac:spMkLst>
        </pc:spChg>
        <pc:grpChg chg="add mod">
          <ac:chgData name="xi sheng" userId="b3919e0d8ca6a452" providerId="LiveId" clId="{8C65DD49-A72B-47A6-A3EE-56D00128E8DE}" dt="2023-12-24T06:43:42.495" v="144" actId="1076"/>
          <ac:grpSpMkLst>
            <pc:docMk/>
            <pc:sldMk cId="2490299727" sldId="348"/>
            <ac:grpSpMk id="4" creationId="{8E5FD1A3-F7EA-F1D0-C75E-A839BB839E1C}"/>
          </ac:grpSpMkLst>
        </pc:grpChg>
        <pc:grpChg chg="add mod">
          <ac:chgData name="xi sheng" userId="b3919e0d8ca6a452" providerId="LiveId" clId="{8C65DD49-A72B-47A6-A3EE-56D00128E8DE}" dt="2023-12-24T06:43:42.495" v="144" actId="1076"/>
          <ac:grpSpMkLst>
            <pc:docMk/>
            <pc:sldMk cId="2490299727" sldId="348"/>
            <ac:grpSpMk id="1043" creationId="{08496C5B-F0AB-9D16-AC5B-14B35A21B8A7}"/>
          </ac:grpSpMkLst>
        </pc:grpChg>
        <pc:picChg chg="mod">
          <ac:chgData name="xi sheng" userId="b3919e0d8ca6a452" providerId="LiveId" clId="{8C65DD49-A72B-47A6-A3EE-56D00128E8DE}" dt="2023-12-24T06:43:07.314" v="130" actId="207"/>
          <ac:picMkLst>
            <pc:docMk/>
            <pc:sldMk cId="2490299727" sldId="348"/>
            <ac:picMk id="2" creationId="{D40B4C5D-1764-5319-CC08-EBC5DFE076B2}"/>
          </ac:picMkLst>
        </pc:picChg>
        <pc:picChg chg="add del mod">
          <ac:chgData name="xi sheng" userId="b3919e0d8ca6a452" providerId="LiveId" clId="{8C65DD49-A72B-47A6-A3EE-56D00128E8DE}" dt="2023-12-24T06:36:35.548" v="77" actId="21"/>
          <ac:picMkLst>
            <pc:docMk/>
            <pc:sldMk cId="2490299727" sldId="348"/>
            <ac:picMk id="1026" creationId="{8F04EB1B-0F73-E061-18D7-74C669F5184F}"/>
          </ac:picMkLst>
        </pc:picChg>
        <pc:cxnChg chg="mod">
          <ac:chgData name="xi sheng" userId="b3919e0d8ca6a452" providerId="LiveId" clId="{8C65DD49-A72B-47A6-A3EE-56D00128E8DE}" dt="2023-12-24T06:40:51.459" v="114"/>
          <ac:cxnSpMkLst>
            <pc:docMk/>
            <pc:sldMk cId="2490299727" sldId="348"/>
            <ac:cxnSpMk id="5" creationId="{4C5B641C-946C-8E48-F0A1-5EC7F48F56CB}"/>
          </ac:cxnSpMkLst>
        </pc:cxnChg>
        <pc:cxnChg chg="mod">
          <ac:chgData name="xi sheng" userId="b3919e0d8ca6a452" providerId="LiveId" clId="{8C65DD49-A72B-47A6-A3EE-56D00128E8DE}" dt="2023-12-24T06:40:51.459" v="114"/>
          <ac:cxnSpMkLst>
            <pc:docMk/>
            <pc:sldMk cId="2490299727" sldId="348"/>
            <ac:cxnSpMk id="6" creationId="{EB60DB7C-DE93-87A1-358A-95F50A3DAF63}"/>
          </ac:cxnSpMkLst>
        </pc:cxnChg>
        <pc:cxnChg chg="mod">
          <ac:chgData name="xi sheng" userId="b3919e0d8ca6a452" providerId="LiveId" clId="{8C65DD49-A72B-47A6-A3EE-56D00128E8DE}" dt="2023-12-24T06:40:51.459" v="114"/>
          <ac:cxnSpMkLst>
            <pc:docMk/>
            <pc:sldMk cId="2490299727" sldId="348"/>
            <ac:cxnSpMk id="7" creationId="{790F55D2-DF48-A8FF-DDA0-0B276391F488}"/>
          </ac:cxnSpMkLst>
        </pc:cxnChg>
        <pc:cxnChg chg="mod">
          <ac:chgData name="xi sheng" userId="b3919e0d8ca6a452" providerId="LiveId" clId="{8C65DD49-A72B-47A6-A3EE-56D00128E8DE}" dt="2023-12-24T06:40:51.459" v="114"/>
          <ac:cxnSpMkLst>
            <pc:docMk/>
            <pc:sldMk cId="2490299727" sldId="348"/>
            <ac:cxnSpMk id="8" creationId="{516305C1-7EE9-5829-C5BF-AC4BB392B143}"/>
          </ac:cxnSpMkLst>
        </pc:cxnChg>
        <pc:cxnChg chg="mod">
          <ac:chgData name="xi sheng" userId="b3919e0d8ca6a452" providerId="LiveId" clId="{8C65DD49-A72B-47A6-A3EE-56D00128E8DE}" dt="2023-12-24T06:40:51.459" v="114"/>
          <ac:cxnSpMkLst>
            <pc:docMk/>
            <pc:sldMk cId="2490299727" sldId="348"/>
            <ac:cxnSpMk id="9" creationId="{A6F534D0-D5F9-7041-5A4D-C9FEBE637CC4}"/>
          </ac:cxnSpMkLst>
        </pc:cxnChg>
        <pc:cxnChg chg="mod">
          <ac:chgData name="xi sheng" userId="b3919e0d8ca6a452" providerId="LiveId" clId="{8C65DD49-A72B-47A6-A3EE-56D00128E8DE}" dt="2023-12-24T06:40:51.459" v="114"/>
          <ac:cxnSpMkLst>
            <pc:docMk/>
            <pc:sldMk cId="2490299727" sldId="348"/>
            <ac:cxnSpMk id="10" creationId="{0A238B23-4E64-3E89-58F2-C99CD1AC6F9C}"/>
          </ac:cxnSpMkLst>
        </pc:cxnChg>
        <pc:cxnChg chg="mod">
          <ac:chgData name="xi sheng" userId="b3919e0d8ca6a452" providerId="LiveId" clId="{8C65DD49-A72B-47A6-A3EE-56D00128E8DE}" dt="2023-12-24T06:40:51.459" v="114"/>
          <ac:cxnSpMkLst>
            <pc:docMk/>
            <pc:sldMk cId="2490299727" sldId="348"/>
            <ac:cxnSpMk id="11" creationId="{EC781F2C-F568-77C5-25EB-A176F28DA341}"/>
          </ac:cxnSpMkLst>
        </pc:cxnChg>
        <pc:cxnChg chg="mod">
          <ac:chgData name="xi sheng" userId="b3919e0d8ca6a452" providerId="LiveId" clId="{8C65DD49-A72B-47A6-A3EE-56D00128E8DE}" dt="2023-12-24T06:40:51.459" v="114"/>
          <ac:cxnSpMkLst>
            <pc:docMk/>
            <pc:sldMk cId="2490299727" sldId="348"/>
            <ac:cxnSpMk id="12" creationId="{69B86306-FB95-34EA-1CAF-F002562596F9}"/>
          </ac:cxnSpMkLst>
        </pc:cxnChg>
        <pc:cxnChg chg="mod">
          <ac:chgData name="xi sheng" userId="b3919e0d8ca6a452" providerId="LiveId" clId="{8C65DD49-A72B-47A6-A3EE-56D00128E8DE}" dt="2023-12-24T06:40:51.459" v="114"/>
          <ac:cxnSpMkLst>
            <pc:docMk/>
            <pc:sldMk cId="2490299727" sldId="348"/>
            <ac:cxnSpMk id="13" creationId="{6C41C745-B763-6279-5936-4ECE6857013D}"/>
          </ac:cxnSpMkLst>
        </pc:cxnChg>
        <pc:cxnChg chg="mod">
          <ac:chgData name="xi sheng" userId="b3919e0d8ca6a452" providerId="LiveId" clId="{8C65DD49-A72B-47A6-A3EE-56D00128E8DE}" dt="2023-12-24T06:40:51.459" v="114"/>
          <ac:cxnSpMkLst>
            <pc:docMk/>
            <pc:sldMk cId="2490299727" sldId="348"/>
            <ac:cxnSpMk id="14" creationId="{79CA137A-C4B9-B71A-D56C-40045F1EA290}"/>
          </ac:cxnSpMkLst>
        </pc:cxnChg>
        <pc:cxnChg chg="mod">
          <ac:chgData name="xi sheng" userId="b3919e0d8ca6a452" providerId="LiveId" clId="{8C65DD49-A72B-47A6-A3EE-56D00128E8DE}" dt="2023-12-24T06:40:51.459" v="114"/>
          <ac:cxnSpMkLst>
            <pc:docMk/>
            <pc:sldMk cId="2490299727" sldId="348"/>
            <ac:cxnSpMk id="15" creationId="{9D0866E6-A16A-877D-2068-E44799EF6BBF}"/>
          </ac:cxnSpMkLst>
        </pc:cxnChg>
        <pc:cxnChg chg="mod">
          <ac:chgData name="xi sheng" userId="b3919e0d8ca6a452" providerId="LiveId" clId="{8C65DD49-A72B-47A6-A3EE-56D00128E8DE}" dt="2023-12-24T06:40:51.459" v="114"/>
          <ac:cxnSpMkLst>
            <pc:docMk/>
            <pc:sldMk cId="2490299727" sldId="348"/>
            <ac:cxnSpMk id="16" creationId="{B5423362-11EC-30B3-BC3B-81733108A03F}"/>
          </ac:cxnSpMkLst>
        </pc:cxnChg>
        <pc:cxnChg chg="mod">
          <ac:chgData name="xi sheng" userId="b3919e0d8ca6a452" providerId="LiveId" clId="{8C65DD49-A72B-47A6-A3EE-56D00128E8DE}" dt="2023-12-24T06:40:51.459" v="114"/>
          <ac:cxnSpMkLst>
            <pc:docMk/>
            <pc:sldMk cId="2490299727" sldId="348"/>
            <ac:cxnSpMk id="17" creationId="{1A9EA964-9F62-621E-0579-F9BD04746805}"/>
          </ac:cxnSpMkLst>
        </pc:cxnChg>
        <pc:cxnChg chg="mod">
          <ac:chgData name="xi sheng" userId="b3919e0d8ca6a452" providerId="LiveId" clId="{8C65DD49-A72B-47A6-A3EE-56D00128E8DE}" dt="2023-12-24T06:40:51.459" v="114"/>
          <ac:cxnSpMkLst>
            <pc:docMk/>
            <pc:sldMk cId="2490299727" sldId="348"/>
            <ac:cxnSpMk id="18" creationId="{054BDAF0-4077-B61E-3411-14DE3DD8E8DF}"/>
          </ac:cxnSpMkLst>
        </pc:cxnChg>
        <pc:cxnChg chg="mod">
          <ac:chgData name="xi sheng" userId="b3919e0d8ca6a452" providerId="LiveId" clId="{8C65DD49-A72B-47A6-A3EE-56D00128E8DE}" dt="2023-12-24T06:40:51.459" v="114"/>
          <ac:cxnSpMkLst>
            <pc:docMk/>
            <pc:sldMk cId="2490299727" sldId="348"/>
            <ac:cxnSpMk id="19" creationId="{14D74C3E-DDD1-E34D-B3BF-536B12DF0866}"/>
          </ac:cxnSpMkLst>
        </pc:cxnChg>
        <pc:cxnChg chg="mod">
          <ac:chgData name="xi sheng" userId="b3919e0d8ca6a452" providerId="LiveId" clId="{8C65DD49-A72B-47A6-A3EE-56D00128E8DE}" dt="2023-12-24T06:40:51.459" v="114"/>
          <ac:cxnSpMkLst>
            <pc:docMk/>
            <pc:sldMk cId="2490299727" sldId="348"/>
            <ac:cxnSpMk id="20" creationId="{E3C3ED00-E97A-1528-A705-F336FD5BDA2C}"/>
          </ac:cxnSpMkLst>
        </pc:cxnChg>
        <pc:cxnChg chg="mod">
          <ac:chgData name="xi sheng" userId="b3919e0d8ca6a452" providerId="LiveId" clId="{8C65DD49-A72B-47A6-A3EE-56D00128E8DE}" dt="2023-12-24T06:40:51.459" v="114"/>
          <ac:cxnSpMkLst>
            <pc:docMk/>
            <pc:sldMk cId="2490299727" sldId="348"/>
            <ac:cxnSpMk id="21" creationId="{4D9F422B-A3F1-A066-CBA8-8F163B3DEBC1}"/>
          </ac:cxnSpMkLst>
        </pc:cxnChg>
        <pc:cxnChg chg="mod">
          <ac:chgData name="xi sheng" userId="b3919e0d8ca6a452" providerId="LiveId" clId="{8C65DD49-A72B-47A6-A3EE-56D00128E8DE}" dt="2023-12-24T06:40:51.459" v="114"/>
          <ac:cxnSpMkLst>
            <pc:docMk/>
            <pc:sldMk cId="2490299727" sldId="348"/>
            <ac:cxnSpMk id="22" creationId="{C7E1B5D3-D168-18A3-99A9-D12014EC9FA0}"/>
          </ac:cxnSpMkLst>
        </pc:cxnChg>
        <pc:cxnChg chg="mod">
          <ac:chgData name="xi sheng" userId="b3919e0d8ca6a452" providerId="LiveId" clId="{8C65DD49-A72B-47A6-A3EE-56D00128E8DE}" dt="2023-12-24T06:40:51.459" v="114"/>
          <ac:cxnSpMkLst>
            <pc:docMk/>
            <pc:sldMk cId="2490299727" sldId="348"/>
            <ac:cxnSpMk id="23" creationId="{ECE77E8C-2527-20D0-906D-A03C0D53F997}"/>
          </ac:cxnSpMkLst>
        </pc:cxnChg>
        <pc:cxnChg chg="mod">
          <ac:chgData name="xi sheng" userId="b3919e0d8ca6a452" providerId="LiveId" clId="{8C65DD49-A72B-47A6-A3EE-56D00128E8DE}" dt="2023-12-24T06:40:51.459" v="114"/>
          <ac:cxnSpMkLst>
            <pc:docMk/>
            <pc:sldMk cId="2490299727" sldId="348"/>
            <ac:cxnSpMk id="24" creationId="{3635690A-408A-2AA5-2C59-427324D41AEC}"/>
          </ac:cxnSpMkLst>
        </pc:cxnChg>
        <pc:cxnChg chg="mod">
          <ac:chgData name="xi sheng" userId="b3919e0d8ca6a452" providerId="LiveId" clId="{8C65DD49-A72B-47A6-A3EE-56D00128E8DE}" dt="2023-12-24T06:40:51.459" v="114"/>
          <ac:cxnSpMkLst>
            <pc:docMk/>
            <pc:sldMk cId="2490299727" sldId="348"/>
            <ac:cxnSpMk id="25" creationId="{B33B4057-A897-F690-9CF2-9F16200C1F92}"/>
          </ac:cxnSpMkLst>
        </pc:cxnChg>
        <pc:cxnChg chg="mod">
          <ac:chgData name="xi sheng" userId="b3919e0d8ca6a452" providerId="LiveId" clId="{8C65DD49-A72B-47A6-A3EE-56D00128E8DE}" dt="2023-12-24T06:40:51.459" v="114"/>
          <ac:cxnSpMkLst>
            <pc:docMk/>
            <pc:sldMk cId="2490299727" sldId="348"/>
            <ac:cxnSpMk id="26" creationId="{9E2769C2-BC5E-F07C-A922-203681663C41}"/>
          </ac:cxnSpMkLst>
        </pc:cxnChg>
        <pc:cxnChg chg="mod">
          <ac:chgData name="xi sheng" userId="b3919e0d8ca6a452" providerId="LiveId" clId="{8C65DD49-A72B-47A6-A3EE-56D00128E8DE}" dt="2023-12-24T06:40:51.459" v="114"/>
          <ac:cxnSpMkLst>
            <pc:docMk/>
            <pc:sldMk cId="2490299727" sldId="348"/>
            <ac:cxnSpMk id="27" creationId="{0C4EC968-7EDC-55E0-2932-40A3964F96F4}"/>
          </ac:cxnSpMkLst>
        </pc:cxnChg>
        <pc:cxnChg chg="mod">
          <ac:chgData name="xi sheng" userId="b3919e0d8ca6a452" providerId="LiveId" clId="{8C65DD49-A72B-47A6-A3EE-56D00128E8DE}" dt="2023-12-24T06:40:51.459" v="114"/>
          <ac:cxnSpMkLst>
            <pc:docMk/>
            <pc:sldMk cId="2490299727" sldId="348"/>
            <ac:cxnSpMk id="28" creationId="{B07AF9B9-0D3A-05DE-980D-E68126447D22}"/>
          </ac:cxnSpMkLst>
        </pc:cxnChg>
        <pc:cxnChg chg="mod">
          <ac:chgData name="xi sheng" userId="b3919e0d8ca6a452" providerId="LiveId" clId="{8C65DD49-A72B-47A6-A3EE-56D00128E8DE}" dt="2023-12-24T06:40:51.459" v="114"/>
          <ac:cxnSpMkLst>
            <pc:docMk/>
            <pc:sldMk cId="2490299727" sldId="348"/>
            <ac:cxnSpMk id="29" creationId="{8B797C14-9ECF-F5F2-1A7C-ADAD3FCA6BD6}"/>
          </ac:cxnSpMkLst>
        </pc:cxnChg>
        <pc:cxnChg chg="mod">
          <ac:chgData name="xi sheng" userId="b3919e0d8ca6a452" providerId="LiveId" clId="{8C65DD49-A72B-47A6-A3EE-56D00128E8DE}" dt="2023-12-24T06:40:51.459" v="114"/>
          <ac:cxnSpMkLst>
            <pc:docMk/>
            <pc:sldMk cId="2490299727" sldId="348"/>
            <ac:cxnSpMk id="30" creationId="{B8560925-498D-D3AA-1EBB-9E497C338697}"/>
          </ac:cxnSpMkLst>
        </pc:cxnChg>
        <pc:cxnChg chg="mod">
          <ac:chgData name="xi sheng" userId="b3919e0d8ca6a452" providerId="LiveId" clId="{8C65DD49-A72B-47A6-A3EE-56D00128E8DE}" dt="2023-12-24T06:40:51.459" v="114"/>
          <ac:cxnSpMkLst>
            <pc:docMk/>
            <pc:sldMk cId="2490299727" sldId="348"/>
            <ac:cxnSpMk id="31" creationId="{B5074AAB-1F37-49B8-8632-CE5EC112CD7E}"/>
          </ac:cxnSpMkLst>
        </pc:cxnChg>
        <pc:cxnChg chg="mod">
          <ac:chgData name="xi sheng" userId="b3919e0d8ca6a452" providerId="LiveId" clId="{8C65DD49-A72B-47A6-A3EE-56D00128E8DE}" dt="2023-12-24T06:40:51.459" v="114"/>
          <ac:cxnSpMkLst>
            <pc:docMk/>
            <pc:sldMk cId="2490299727" sldId="348"/>
            <ac:cxnSpMk id="32" creationId="{EEFC4EF9-786C-ED88-48B1-0BEBEF77602D}"/>
          </ac:cxnSpMkLst>
        </pc:cxnChg>
        <pc:cxnChg chg="mod">
          <ac:chgData name="xi sheng" userId="b3919e0d8ca6a452" providerId="LiveId" clId="{8C65DD49-A72B-47A6-A3EE-56D00128E8DE}" dt="2023-12-24T06:40:51.459" v="114"/>
          <ac:cxnSpMkLst>
            <pc:docMk/>
            <pc:sldMk cId="2490299727" sldId="348"/>
            <ac:cxnSpMk id="33" creationId="{61A1811D-7FEF-75D6-495A-13711F6F8004}"/>
          </ac:cxnSpMkLst>
        </pc:cxnChg>
        <pc:cxnChg chg="mod">
          <ac:chgData name="xi sheng" userId="b3919e0d8ca6a452" providerId="LiveId" clId="{8C65DD49-A72B-47A6-A3EE-56D00128E8DE}" dt="2023-12-24T06:40:51.459" v="114"/>
          <ac:cxnSpMkLst>
            <pc:docMk/>
            <pc:sldMk cId="2490299727" sldId="348"/>
            <ac:cxnSpMk id="34" creationId="{70564D9B-3B99-97A4-8FBD-F1789AA9C15A}"/>
          </ac:cxnSpMkLst>
        </pc:cxnChg>
        <pc:cxnChg chg="mod">
          <ac:chgData name="xi sheng" userId="b3919e0d8ca6a452" providerId="LiveId" clId="{8C65DD49-A72B-47A6-A3EE-56D00128E8DE}" dt="2023-12-24T06:40:51.459" v="114"/>
          <ac:cxnSpMkLst>
            <pc:docMk/>
            <pc:sldMk cId="2490299727" sldId="348"/>
            <ac:cxnSpMk id="35" creationId="{FCB7B3C6-98E0-54F2-60FE-278FC5F94B01}"/>
          </ac:cxnSpMkLst>
        </pc:cxnChg>
        <pc:cxnChg chg="mod">
          <ac:chgData name="xi sheng" userId="b3919e0d8ca6a452" providerId="LiveId" clId="{8C65DD49-A72B-47A6-A3EE-56D00128E8DE}" dt="2023-12-24T06:40:51.459" v="114"/>
          <ac:cxnSpMkLst>
            <pc:docMk/>
            <pc:sldMk cId="2490299727" sldId="348"/>
            <ac:cxnSpMk id="36" creationId="{5EA7A850-4541-6A6B-30AA-68F6238D6AE9}"/>
          </ac:cxnSpMkLst>
        </pc:cxnChg>
        <pc:cxnChg chg="mod">
          <ac:chgData name="xi sheng" userId="b3919e0d8ca6a452" providerId="LiveId" clId="{8C65DD49-A72B-47A6-A3EE-56D00128E8DE}" dt="2023-12-24T06:40:51.459" v="114"/>
          <ac:cxnSpMkLst>
            <pc:docMk/>
            <pc:sldMk cId="2490299727" sldId="348"/>
            <ac:cxnSpMk id="37" creationId="{4874CF0E-03B7-DEB8-EFF3-BA939EA7C7D5}"/>
          </ac:cxnSpMkLst>
        </pc:cxnChg>
        <pc:cxnChg chg="mod">
          <ac:chgData name="xi sheng" userId="b3919e0d8ca6a452" providerId="LiveId" clId="{8C65DD49-A72B-47A6-A3EE-56D00128E8DE}" dt="2023-12-24T06:40:51.459" v="114"/>
          <ac:cxnSpMkLst>
            <pc:docMk/>
            <pc:sldMk cId="2490299727" sldId="348"/>
            <ac:cxnSpMk id="38" creationId="{6346199D-7DB6-9CE7-14FF-03E76969B677}"/>
          </ac:cxnSpMkLst>
        </pc:cxnChg>
        <pc:cxnChg chg="mod">
          <ac:chgData name="xi sheng" userId="b3919e0d8ca6a452" providerId="LiveId" clId="{8C65DD49-A72B-47A6-A3EE-56D00128E8DE}" dt="2023-12-24T06:40:51.459" v="114"/>
          <ac:cxnSpMkLst>
            <pc:docMk/>
            <pc:sldMk cId="2490299727" sldId="348"/>
            <ac:cxnSpMk id="39" creationId="{BC969233-14F5-482F-3680-7DE70CC27559}"/>
          </ac:cxnSpMkLst>
        </pc:cxnChg>
        <pc:cxnChg chg="mod">
          <ac:chgData name="xi sheng" userId="b3919e0d8ca6a452" providerId="LiveId" clId="{8C65DD49-A72B-47A6-A3EE-56D00128E8DE}" dt="2023-12-24T06:40:51.459" v="114"/>
          <ac:cxnSpMkLst>
            <pc:docMk/>
            <pc:sldMk cId="2490299727" sldId="348"/>
            <ac:cxnSpMk id="40" creationId="{D4650CC7-E130-E0D0-BBDF-981F3CECAC45}"/>
          </ac:cxnSpMkLst>
        </pc:cxnChg>
        <pc:cxnChg chg="mod">
          <ac:chgData name="xi sheng" userId="b3919e0d8ca6a452" providerId="LiveId" clId="{8C65DD49-A72B-47A6-A3EE-56D00128E8DE}" dt="2023-12-24T06:40:51.459" v="114"/>
          <ac:cxnSpMkLst>
            <pc:docMk/>
            <pc:sldMk cId="2490299727" sldId="348"/>
            <ac:cxnSpMk id="41" creationId="{04181B8E-CE03-8E5C-7827-1B4A19916BB2}"/>
          </ac:cxnSpMkLst>
        </pc:cxnChg>
        <pc:cxnChg chg="mod">
          <ac:chgData name="xi sheng" userId="b3919e0d8ca6a452" providerId="LiveId" clId="{8C65DD49-A72B-47A6-A3EE-56D00128E8DE}" dt="2023-12-24T06:40:51.459" v="114"/>
          <ac:cxnSpMkLst>
            <pc:docMk/>
            <pc:sldMk cId="2490299727" sldId="348"/>
            <ac:cxnSpMk id="42" creationId="{766774AC-2B76-7BC3-4BD9-41F8FA96B5E7}"/>
          </ac:cxnSpMkLst>
        </pc:cxnChg>
        <pc:cxnChg chg="mod">
          <ac:chgData name="xi sheng" userId="b3919e0d8ca6a452" providerId="LiveId" clId="{8C65DD49-A72B-47A6-A3EE-56D00128E8DE}" dt="2023-12-24T06:40:51.459" v="114"/>
          <ac:cxnSpMkLst>
            <pc:docMk/>
            <pc:sldMk cId="2490299727" sldId="348"/>
            <ac:cxnSpMk id="43" creationId="{C8F78349-3718-5BFB-A1F9-1938F7B591C9}"/>
          </ac:cxnSpMkLst>
        </pc:cxnChg>
        <pc:cxnChg chg="mod">
          <ac:chgData name="xi sheng" userId="b3919e0d8ca6a452" providerId="LiveId" clId="{8C65DD49-A72B-47A6-A3EE-56D00128E8DE}" dt="2023-12-24T06:40:51.459" v="114"/>
          <ac:cxnSpMkLst>
            <pc:docMk/>
            <pc:sldMk cId="2490299727" sldId="348"/>
            <ac:cxnSpMk id="44" creationId="{C3085996-E047-D40E-0656-E9D77AD4A8DA}"/>
          </ac:cxnSpMkLst>
        </pc:cxnChg>
        <pc:cxnChg chg="mod">
          <ac:chgData name="xi sheng" userId="b3919e0d8ca6a452" providerId="LiveId" clId="{8C65DD49-A72B-47A6-A3EE-56D00128E8DE}" dt="2023-12-24T06:40:51.459" v="114"/>
          <ac:cxnSpMkLst>
            <pc:docMk/>
            <pc:sldMk cId="2490299727" sldId="348"/>
            <ac:cxnSpMk id="45" creationId="{EA3A5594-EAC4-27AA-2165-EB50F86EA0FE}"/>
          </ac:cxnSpMkLst>
        </pc:cxnChg>
        <pc:cxnChg chg="mod">
          <ac:chgData name="xi sheng" userId="b3919e0d8ca6a452" providerId="LiveId" clId="{8C65DD49-A72B-47A6-A3EE-56D00128E8DE}" dt="2023-12-24T06:40:51.459" v="114"/>
          <ac:cxnSpMkLst>
            <pc:docMk/>
            <pc:sldMk cId="2490299727" sldId="348"/>
            <ac:cxnSpMk id="46" creationId="{2BE04FF5-9247-6D36-F29C-4171C1AD7401}"/>
          </ac:cxnSpMkLst>
        </pc:cxnChg>
        <pc:cxnChg chg="mod">
          <ac:chgData name="xi sheng" userId="b3919e0d8ca6a452" providerId="LiveId" clId="{8C65DD49-A72B-47A6-A3EE-56D00128E8DE}" dt="2023-12-24T06:40:51.459" v="114"/>
          <ac:cxnSpMkLst>
            <pc:docMk/>
            <pc:sldMk cId="2490299727" sldId="348"/>
            <ac:cxnSpMk id="47" creationId="{7E11C20A-2DD1-6087-F3A1-6513511348A4}"/>
          </ac:cxnSpMkLst>
        </pc:cxnChg>
        <pc:cxnChg chg="mod">
          <ac:chgData name="xi sheng" userId="b3919e0d8ca6a452" providerId="LiveId" clId="{8C65DD49-A72B-47A6-A3EE-56D00128E8DE}" dt="2023-12-24T06:40:51.459" v="114"/>
          <ac:cxnSpMkLst>
            <pc:docMk/>
            <pc:sldMk cId="2490299727" sldId="348"/>
            <ac:cxnSpMk id="48" creationId="{93646415-4B6E-188F-E11F-477791FE146E}"/>
          </ac:cxnSpMkLst>
        </pc:cxnChg>
        <pc:cxnChg chg="mod">
          <ac:chgData name="xi sheng" userId="b3919e0d8ca6a452" providerId="LiveId" clId="{8C65DD49-A72B-47A6-A3EE-56D00128E8DE}" dt="2023-12-24T06:40:51.459" v="114"/>
          <ac:cxnSpMkLst>
            <pc:docMk/>
            <pc:sldMk cId="2490299727" sldId="348"/>
            <ac:cxnSpMk id="49" creationId="{299C698D-255A-448F-39BC-BEA0B71A019D}"/>
          </ac:cxnSpMkLst>
        </pc:cxnChg>
        <pc:cxnChg chg="mod">
          <ac:chgData name="xi sheng" userId="b3919e0d8ca6a452" providerId="LiveId" clId="{8C65DD49-A72B-47A6-A3EE-56D00128E8DE}" dt="2023-12-24T06:40:51.459" v="114"/>
          <ac:cxnSpMkLst>
            <pc:docMk/>
            <pc:sldMk cId="2490299727" sldId="348"/>
            <ac:cxnSpMk id="50" creationId="{A8FBC4A2-0F48-B2B2-3E1E-B9F600DAFB4F}"/>
          </ac:cxnSpMkLst>
        </pc:cxnChg>
        <pc:cxnChg chg="mod">
          <ac:chgData name="xi sheng" userId="b3919e0d8ca6a452" providerId="LiveId" clId="{8C65DD49-A72B-47A6-A3EE-56D00128E8DE}" dt="2023-12-24T06:40:51.459" v="114"/>
          <ac:cxnSpMkLst>
            <pc:docMk/>
            <pc:sldMk cId="2490299727" sldId="348"/>
            <ac:cxnSpMk id="51" creationId="{FB28FDE1-7FD3-EBC6-F119-ED020F3DB1D7}"/>
          </ac:cxnSpMkLst>
        </pc:cxnChg>
        <pc:cxnChg chg="mod">
          <ac:chgData name="xi sheng" userId="b3919e0d8ca6a452" providerId="LiveId" clId="{8C65DD49-A72B-47A6-A3EE-56D00128E8DE}" dt="2023-12-24T06:40:51.459" v="114"/>
          <ac:cxnSpMkLst>
            <pc:docMk/>
            <pc:sldMk cId="2490299727" sldId="348"/>
            <ac:cxnSpMk id="52" creationId="{D0AC1FCC-BEE4-352B-DBA1-159B27081FE6}"/>
          </ac:cxnSpMkLst>
        </pc:cxnChg>
        <pc:cxnChg chg="mod">
          <ac:chgData name="xi sheng" userId="b3919e0d8ca6a452" providerId="LiveId" clId="{8C65DD49-A72B-47A6-A3EE-56D00128E8DE}" dt="2023-12-24T06:40:51.459" v="114"/>
          <ac:cxnSpMkLst>
            <pc:docMk/>
            <pc:sldMk cId="2490299727" sldId="348"/>
            <ac:cxnSpMk id="53" creationId="{65858C07-1E49-EDEA-B3A8-FC6577F6539E}"/>
          </ac:cxnSpMkLst>
        </pc:cxnChg>
        <pc:cxnChg chg="mod">
          <ac:chgData name="xi sheng" userId="b3919e0d8ca6a452" providerId="LiveId" clId="{8C65DD49-A72B-47A6-A3EE-56D00128E8DE}" dt="2023-12-24T06:40:51.459" v="114"/>
          <ac:cxnSpMkLst>
            <pc:docMk/>
            <pc:sldMk cId="2490299727" sldId="348"/>
            <ac:cxnSpMk id="54" creationId="{E5526301-F78E-712C-71AA-569FBB3FBC58}"/>
          </ac:cxnSpMkLst>
        </pc:cxnChg>
        <pc:cxnChg chg="mod">
          <ac:chgData name="xi sheng" userId="b3919e0d8ca6a452" providerId="LiveId" clId="{8C65DD49-A72B-47A6-A3EE-56D00128E8DE}" dt="2023-12-24T06:40:51.459" v="114"/>
          <ac:cxnSpMkLst>
            <pc:docMk/>
            <pc:sldMk cId="2490299727" sldId="348"/>
            <ac:cxnSpMk id="55" creationId="{52E0B4E2-8DCD-08DF-CE39-CC889231ECCB}"/>
          </ac:cxnSpMkLst>
        </pc:cxnChg>
        <pc:cxnChg chg="mod">
          <ac:chgData name="xi sheng" userId="b3919e0d8ca6a452" providerId="LiveId" clId="{8C65DD49-A72B-47A6-A3EE-56D00128E8DE}" dt="2023-12-24T06:40:51.459" v="114"/>
          <ac:cxnSpMkLst>
            <pc:docMk/>
            <pc:sldMk cId="2490299727" sldId="348"/>
            <ac:cxnSpMk id="56" creationId="{B3E92CF9-5675-A91C-FF68-F58F575BD3C9}"/>
          </ac:cxnSpMkLst>
        </pc:cxnChg>
        <pc:cxnChg chg="mod">
          <ac:chgData name="xi sheng" userId="b3919e0d8ca6a452" providerId="LiveId" clId="{8C65DD49-A72B-47A6-A3EE-56D00128E8DE}" dt="2023-12-24T06:40:51.459" v="114"/>
          <ac:cxnSpMkLst>
            <pc:docMk/>
            <pc:sldMk cId="2490299727" sldId="348"/>
            <ac:cxnSpMk id="57" creationId="{47758B71-20CF-036F-7EBF-78C793A3C28D}"/>
          </ac:cxnSpMkLst>
        </pc:cxnChg>
        <pc:cxnChg chg="mod">
          <ac:chgData name="xi sheng" userId="b3919e0d8ca6a452" providerId="LiveId" clId="{8C65DD49-A72B-47A6-A3EE-56D00128E8DE}" dt="2023-12-24T06:40:51.459" v="114"/>
          <ac:cxnSpMkLst>
            <pc:docMk/>
            <pc:sldMk cId="2490299727" sldId="348"/>
            <ac:cxnSpMk id="58" creationId="{425A5A79-F196-B3C5-A9A6-0D31F0BE9C6E}"/>
          </ac:cxnSpMkLst>
        </pc:cxnChg>
        <pc:cxnChg chg="mod">
          <ac:chgData name="xi sheng" userId="b3919e0d8ca6a452" providerId="LiveId" clId="{8C65DD49-A72B-47A6-A3EE-56D00128E8DE}" dt="2023-12-24T06:40:51.459" v="114"/>
          <ac:cxnSpMkLst>
            <pc:docMk/>
            <pc:sldMk cId="2490299727" sldId="348"/>
            <ac:cxnSpMk id="59" creationId="{E81BF6F3-E12C-2927-3430-5859EBAFB5B6}"/>
          </ac:cxnSpMkLst>
        </pc:cxnChg>
        <pc:cxnChg chg="mod">
          <ac:chgData name="xi sheng" userId="b3919e0d8ca6a452" providerId="LiveId" clId="{8C65DD49-A72B-47A6-A3EE-56D00128E8DE}" dt="2023-12-24T06:40:51.459" v="114"/>
          <ac:cxnSpMkLst>
            <pc:docMk/>
            <pc:sldMk cId="2490299727" sldId="348"/>
            <ac:cxnSpMk id="60" creationId="{658240AB-320C-5A4B-1ED3-2B6C844748BC}"/>
          </ac:cxnSpMkLst>
        </pc:cxnChg>
        <pc:cxnChg chg="mod">
          <ac:chgData name="xi sheng" userId="b3919e0d8ca6a452" providerId="LiveId" clId="{8C65DD49-A72B-47A6-A3EE-56D00128E8DE}" dt="2023-12-24T06:40:51.459" v="114"/>
          <ac:cxnSpMkLst>
            <pc:docMk/>
            <pc:sldMk cId="2490299727" sldId="348"/>
            <ac:cxnSpMk id="61" creationId="{FAE6DD09-B36B-4114-771F-8823F1351E44}"/>
          </ac:cxnSpMkLst>
        </pc:cxnChg>
        <pc:cxnChg chg="mod">
          <ac:chgData name="xi sheng" userId="b3919e0d8ca6a452" providerId="LiveId" clId="{8C65DD49-A72B-47A6-A3EE-56D00128E8DE}" dt="2023-12-24T06:40:51.459" v="114"/>
          <ac:cxnSpMkLst>
            <pc:docMk/>
            <pc:sldMk cId="2490299727" sldId="348"/>
            <ac:cxnSpMk id="62" creationId="{B1702303-7DCB-BE8E-AA79-92CE9C7C5AA9}"/>
          </ac:cxnSpMkLst>
        </pc:cxnChg>
        <pc:cxnChg chg="mod">
          <ac:chgData name="xi sheng" userId="b3919e0d8ca6a452" providerId="LiveId" clId="{8C65DD49-A72B-47A6-A3EE-56D00128E8DE}" dt="2023-12-24T06:40:51.459" v="114"/>
          <ac:cxnSpMkLst>
            <pc:docMk/>
            <pc:sldMk cId="2490299727" sldId="348"/>
            <ac:cxnSpMk id="63" creationId="{2C433E3D-7F9A-62DD-D78B-FC98514060EA}"/>
          </ac:cxnSpMkLst>
        </pc:cxnChg>
        <pc:cxnChg chg="mod">
          <ac:chgData name="xi sheng" userId="b3919e0d8ca6a452" providerId="LiveId" clId="{8C65DD49-A72B-47A6-A3EE-56D00128E8DE}" dt="2023-12-24T06:40:51.459" v="114"/>
          <ac:cxnSpMkLst>
            <pc:docMk/>
            <pc:sldMk cId="2490299727" sldId="348"/>
            <ac:cxnSpMk id="1024" creationId="{0C2C65E3-C096-48C7-5957-DD476BF569C9}"/>
          </ac:cxnSpMkLst>
        </pc:cxnChg>
        <pc:cxnChg chg="mod">
          <ac:chgData name="xi sheng" userId="b3919e0d8ca6a452" providerId="LiveId" clId="{8C65DD49-A72B-47A6-A3EE-56D00128E8DE}" dt="2023-12-24T06:40:51.459" v="114"/>
          <ac:cxnSpMkLst>
            <pc:docMk/>
            <pc:sldMk cId="2490299727" sldId="348"/>
            <ac:cxnSpMk id="1025" creationId="{826D6F1A-93A2-3611-BAEF-FDEF14108644}"/>
          </ac:cxnSpMkLst>
        </pc:cxnChg>
        <pc:cxnChg chg="mod">
          <ac:chgData name="xi sheng" userId="b3919e0d8ca6a452" providerId="LiveId" clId="{8C65DD49-A72B-47A6-A3EE-56D00128E8DE}" dt="2023-12-24T06:40:51.459" v="114"/>
          <ac:cxnSpMkLst>
            <pc:docMk/>
            <pc:sldMk cId="2490299727" sldId="348"/>
            <ac:cxnSpMk id="1027" creationId="{3F561A05-6EC8-150E-6C6C-C18172C3611A}"/>
          </ac:cxnSpMkLst>
        </pc:cxnChg>
        <pc:cxnChg chg="mod">
          <ac:chgData name="xi sheng" userId="b3919e0d8ca6a452" providerId="LiveId" clId="{8C65DD49-A72B-47A6-A3EE-56D00128E8DE}" dt="2023-12-24T06:40:51.459" v="114"/>
          <ac:cxnSpMkLst>
            <pc:docMk/>
            <pc:sldMk cId="2490299727" sldId="348"/>
            <ac:cxnSpMk id="1028" creationId="{5FD7AE29-6508-E803-31C1-D9D6CA045C9A}"/>
          </ac:cxnSpMkLst>
        </pc:cxnChg>
        <pc:cxnChg chg="mod">
          <ac:chgData name="xi sheng" userId="b3919e0d8ca6a452" providerId="LiveId" clId="{8C65DD49-A72B-47A6-A3EE-56D00128E8DE}" dt="2023-12-24T06:40:51.459" v="114"/>
          <ac:cxnSpMkLst>
            <pc:docMk/>
            <pc:sldMk cId="2490299727" sldId="348"/>
            <ac:cxnSpMk id="1029" creationId="{0C85E3E0-A665-1117-774F-F2AC7FC7924B}"/>
          </ac:cxnSpMkLst>
        </pc:cxnChg>
        <pc:cxnChg chg="mod">
          <ac:chgData name="xi sheng" userId="b3919e0d8ca6a452" providerId="LiveId" clId="{8C65DD49-A72B-47A6-A3EE-56D00128E8DE}" dt="2023-12-24T06:40:51.459" v="114"/>
          <ac:cxnSpMkLst>
            <pc:docMk/>
            <pc:sldMk cId="2490299727" sldId="348"/>
            <ac:cxnSpMk id="1030" creationId="{FB6F8112-4395-E79D-4B63-CC2642B60473}"/>
          </ac:cxnSpMkLst>
        </pc:cxnChg>
        <pc:cxnChg chg="mod">
          <ac:chgData name="xi sheng" userId="b3919e0d8ca6a452" providerId="LiveId" clId="{8C65DD49-A72B-47A6-A3EE-56D00128E8DE}" dt="2023-12-24T06:40:51.459" v="114"/>
          <ac:cxnSpMkLst>
            <pc:docMk/>
            <pc:sldMk cId="2490299727" sldId="348"/>
            <ac:cxnSpMk id="1031" creationId="{73E9B9C4-AAD6-BF15-E8E5-B87A79A3221C}"/>
          </ac:cxnSpMkLst>
        </pc:cxnChg>
        <pc:cxnChg chg="mod">
          <ac:chgData name="xi sheng" userId="b3919e0d8ca6a452" providerId="LiveId" clId="{8C65DD49-A72B-47A6-A3EE-56D00128E8DE}" dt="2023-12-24T06:40:51.459" v="114"/>
          <ac:cxnSpMkLst>
            <pc:docMk/>
            <pc:sldMk cId="2490299727" sldId="348"/>
            <ac:cxnSpMk id="1032" creationId="{1217C833-9A89-7BA1-33C7-090CD2D9F07E}"/>
          </ac:cxnSpMkLst>
        </pc:cxnChg>
        <pc:cxnChg chg="mod">
          <ac:chgData name="xi sheng" userId="b3919e0d8ca6a452" providerId="LiveId" clId="{8C65DD49-A72B-47A6-A3EE-56D00128E8DE}" dt="2023-12-24T06:40:51.459" v="114"/>
          <ac:cxnSpMkLst>
            <pc:docMk/>
            <pc:sldMk cId="2490299727" sldId="348"/>
            <ac:cxnSpMk id="1033" creationId="{131000F2-E3CB-41AC-8581-AE5182DC2E6F}"/>
          </ac:cxnSpMkLst>
        </pc:cxnChg>
        <pc:cxnChg chg="mod">
          <ac:chgData name="xi sheng" userId="b3919e0d8ca6a452" providerId="LiveId" clId="{8C65DD49-A72B-47A6-A3EE-56D00128E8DE}" dt="2023-12-24T06:40:51.459" v="114"/>
          <ac:cxnSpMkLst>
            <pc:docMk/>
            <pc:sldMk cId="2490299727" sldId="348"/>
            <ac:cxnSpMk id="1034" creationId="{2883AF8C-3AF7-DA71-5010-65A5D567C026}"/>
          </ac:cxnSpMkLst>
        </pc:cxnChg>
        <pc:cxnChg chg="mod">
          <ac:chgData name="xi sheng" userId="b3919e0d8ca6a452" providerId="LiveId" clId="{8C65DD49-A72B-47A6-A3EE-56D00128E8DE}" dt="2023-12-24T06:40:51.459" v="114"/>
          <ac:cxnSpMkLst>
            <pc:docMk/>
            <pc:sldMk cId="2490299727" sldId="348"/>
            <ac:cxnSpMk id="1035" creationId="{F9AA6B4B-07AD-7043-DF2A-74C20912A442}"/>
          </ac:cxnSpMkLst>
        </pc:cxnChg>
        <pc:cxnChg chg="mod">
          <ac:chgData name="xi sheng" userId="b3919e0d8ca6a452" providerId="LiveId" clId="{8C65DD49-A72B-47A6-A3EE-56D00128E8DE}" dt="2023-12-24T06:40:51.459" v="114"/>
          <ac:cxnSpMkLst>
            <pc:docMk/>
            <pc:sldMk cId="2490299727" sldId="348"/>
            <ac:cxnSpMk id="1036" creationId="{4FFB39AE-37B5-FD79-F39E-9AF44335238C}"/>
          </ac:cxnSpMkLst>
        </pc:cxnChg>
        <pc:cxnChg chg="mod">
          <ac:chgData name="xi sheng" userId="b3919e0d8ca6a452" providerId="LiveId" clId="{8C65DD49-A72B-47A6-A3EE-56D00128E8DE}" dt="2023-12-24T06:40:51.459" v="114"/>
          <ac:cxnSpMkLst>
            <pc:docMk/>
            <pc:sldMk cId="2490299727" sldId="348"/>
            <ac:cxnSpMk id="1037" creationId="{4B36D0D8-0BB7-C47C-C08D-F6D5118E2123}"/>
          </ac:cxnSpMkLst>
        </pc:cxnChg>
        <pc:cxnChg chg="mod">
          <ac:chgData name="xi sheng" userId="b3919e0d8ca6a452" providerId="LiveId" clId="{8C65DD49-A72B-47A6-A3EE-56D00128E8DE}" dt="2023-12-24T06:40:51.459" v="114"/>
          <ac:cxnSpMkLst>
            <pc:docMk/>
            <pc:sldMk cId="2490299727" sldId="348"/>
            <ac:cxnSpMk id="1038" creationId="{178B2D0A-BDBF-EF6E-4B48-5D6F80EB9A22}"/>
          </ac:cxnSpMkLst>
        </pc:cxnChg>
        <pc:cxnChg chg="mod">
          <ac:chgData name="xi sheng" userId="b3919e0d8ca6a452" providerId="LiveId" clId="{8C65DD49-A72B-47A6-A3EE-56D00128E8DE}" dt="2023-12-24T06:40:51.459" v="114"/>
          <ac:cxnSpMkLst>
            <pc:docMk/>
            <pc:sldMk cId="2490299727" sldId="348"/>
            <ac:cxnSpMk id="1039" creationId="{8F5399FF-DEDA-C480-35B6-4C5CFB99CDD4}"/>
          </ac:cxnSpMkLst>
        </pc:cxnChg>
        <pc:cxnChg chg="mod">
          <ac:chgData name="xi sheng" userId="b3919e0d8ca6a452" providerId="LiveId" clId="{8C65DD49-A72B-47A6-A3EE-56D00128E8DE}" dt="2023-12-24T06:40:51.459" v="114"/>
          <ac:cxnSpMkLst>
            <pc:docMk/>
            <pc:sldMk cId="2490299727" sldId="348"/>
            <ac:cxnSpMk id="1040" creationId="{836236DC-8AF8-A0BB-8CDE-626533B57E07}"/>
          </ac:cxnSpMkLst>
        </pc:cxnChg>
        <pc:cxnChg chg="mod">
          <ac:chgData name="xi sheng" userId="b3919e0d8ca6a452" providerId="LiveId" clId="{8C65DD49-A72B-47A6-A3EE-56D00128E8DE}" dt="2023-12-24T06:40:51.459" v="114"/>
          <ac:cxnSpMkLst>
            <pc:docMk/>
            <pc:sldMk cId="2490299727" sldId="348"/>
            <ac:cxnSpMk id="1041" creationId="{D61451E3-61E2-2C75-9E85-2F35484CFF61}"/>
          </ac:cxnSpMkLst>
        </pc:cxnChg>
        <pc:cxnChg chg="mod">
          <ac:chgData name="xi sheng" userId="b3919e0d8ca6a452" providerId="LiveId" clId="{8C65DD49-A72B-47A6-A3EE-56D00128E8DE}" dt="2023-12-24T06:40:51.459" v="114"/>
          <ac:cxnSpMkLst>
            <pc:docMk/>
            <pc:sldMk cId="2490299727" sldId="348"/>
            <ac:cxnSpMk id="1042" creationId="{0210CF0A-E74C-794E-3803-40927C41B55E}"/>
          </ac:cxnSpMkLst>
        </pc:cxnChg>
      </pc:sldChg>
      <pc:sldChg chg="modSp new del mod">
        <pc:chgData name="xi sheng" userId="b3919e0d8ca6a452" providerId="LiveId" clId="{8C65DD49-A72B-47A6-A3EE-56D00128E8DE}" dt="2023-12-24T07:28:28.877" v="307" actId="47"/>
        <pc:sldMkLst>
          <pc:docMk/>
          <pc:sldMk cId="879705695" sldId="349"/>
        </pc:sldMkLst>
        <pc:spChg chg="mod">
          <ac:chgData name="xi sheng" userId="b3919e0d8ca6a452" providerId="LiveId" clId="{8C65DD49-A72B-47A6-A3EE-56D00128E8DE}" dt="2023-12-24T06:46:05.888" v="200"/>
          <ac:spMkLst>
            <pc:docMk/>
            <pc:sldMk cId="879705695" sldId="349"/>
            <ac:spMk id="2" creationId="{24D0E3C2-2796-A33B-86B6-CDAA9E1AC351}"/>
          </ac:spMkLst>
        </pc:spChg>
      </pc:sldChg>
      <pc:sldChg chg="new del">
        <pc:chgData name="xi sheng" userId="b3919e0d8ca6a452" providerId="LiveId" clId="{8C65DD49-A72B-47A6-A3EE-56D00128E8DE}" dt="2023-12-24T06:45:39.018" v="152" actId="680"/>
        <pc:sldMkLst>
          <pc:docMk/>
          <pc:sldMk cId="1549887939" sldId="349"/>
        </pc:sldMkLst>
      </pc:sldChg>
      <pc:sldChg chg="addSp delSp modSp new mod modTransition modAnim modNotesTx">
        <pc:chgData name="xi sheng" userId="b3919e0d8ca6a452" providerId="LiveId" clId="{8C65DD49-A72B-47A6-A3EE-56D00128E8DE}" dt="2023-12-26T14:35:22.586" v="1303"/>
        <pc:sldMkLst>
          <pc:docMk/>
          <pc:sldMk cId="1601621057" sldId="349"/>
        </pc:sldMkLst>
        <pc:spChg chg="add del">
          <ac:chgData name="xi sheng" userId="b3919e0d8ca6a452" providerId="LiveId" clId="{8C65DD49-A72B-47A6-A3EE-56D00128E8DE}" dt="2023-12-26T13:53:42.888" v="881" actId="22"/>
          <ac:spMkLst>
            <pc:docMk/>
            <pc:sldMk cId="1601621057" sldId="349"/>
            <ac:spMk id="4" creationId="{510DC18C-AEAB-DB49-FBDF-87E1EB921487}"/>
          </ac:spMkLst>
        </pc:spChg>
        <pc:spChg chg="mod">
          <ac:chgData name="xi sheng" userId="b3919e0d8ca6a452" providerId="LiveId" clId="{8C65DD49-A72B-47A6-A3EE-56D00128E8DE}" dt="2023-12-26T14:13:12.125" v="1100" actId="1076"/>
          <ac:spMkLst>
            <pc:docMk/>
            <pc:sldMk cId="1601621057" sldId="349"/>
            <ac:spMk id="9" creationId="{60275D06-0254-D64D-25AA-E26A921E6917}"/>
          </ac:spMkLst>
        </pc:spChg>
        <pc:spChg chg="add mod">
          <ac:chgData name="xi sheng" userId="b3919e0d8ca6a452" providerId="LiveId" clId="{8C65DD49-A72B-47A6-A3EE-56D00128E8DE}" dt="2023-12-26T14:13:12.125" v="1100" actId="1076"/>
          <ac:spMkLst>
            <pc:docMk/>
            <pc:sldMk cId="1601621057" sldId="349"/>
            <ac:spMk id="10" creationId="{BBCAF3CD-5B10-7F5C-1174-D240F29BA8C6}"/>
          </ac:spMkLst>
        </pc:spChg>
        <pc:spChg chg="add mod">
          <ac:chgData name="xi sheng" userId="b3919e0d8ca6a452" providerId="LiveId" clId="{8C65DD49-A72B-47A6-A3EE-56D00128E8DE}" dt="2023-12-26T14:13:12.125" v="1100" actId="1076"/>
          <ac:spMkLst>
            <pc:docMk/>
            <pc:sldMk cId="1601621057" sldId="349"/>
            <ac:spMk id="11" creationId="{9E47837B-7F96-BDFC-6140-23832834D474}"/>
          </ac:spMkLst>
        </pc:spChg>
        <pc:spChg chg="add mod">
          <ac:chgData name="xi sheng" userId="b3919e0d8ca6a452" providerId="LiveId" clId="{8C65DD49-A72B-47A6-A3EE-56D00128E8DE}" dt="2023-12-26T14:13:12.125" v="1100" actId="1076"/>
          <ac:spMkLst>
            <pc:docMk/>
            <pc:sldMk cId="1601621057" sldId="349"/>
            <ac:spMk id="20" creationId="{2259FB6D-42B5-29AA-74C7-7275F75269DA}"/>
          </ac:spMkLst>
        </pc:spChg>
        <pc:spChg chg="add mod">
          <ac:chgData name="xi sheng" userId="b3919e0d8ca6a452" providerId="LiveId" clId="{8C65DD49-A72B-47A6-A3EE-56D00128E8DE}" dt="2023-12-26T14:13:12.125" v="1100" actId="1076"/>
          <ac:spMkLst>
            <pc:docMk/>
            <pc:sldMk cId="1601621057" sldId="349"/>
            <ac:spMk id="21" creationId="{E0A2E290-5FA6-7776-C3DB-A597ED770105}"/>
          </ac:spMkLst>
        </pc:spChg>
        <pc:spChg chg="add mod">
          <ac:chgData name="xi sheng" userId="b3919e0d8ca6a452" providerId="LiveId" clId="{8C65DD49-A72B-47A6-A3EE-56D00128E8DE}" dt="2023-12-26T14:13:12.125" v="1100" actId="1076"/>
          <ac:spMkLst>
            <pc:docMk/>
            <pc:sldMk cId="1601621057" sldId="349"/>
            <ac:spMk id="22" creationId="{95962E88-F0B3-B39C-69E6-286991AEDC3C}"/>
          </ac:spMkLst>
        </pc:spChg>
        <pc:spChg chg="add mod">
          <ac:chgData name="xi sheng" userId="b3919e0d8ca6a452" providerId="LiveId" clId="{8C65DD49-A72B-47A6-A3EE-56D00128E8DE}" dt="2023-12-26T14:13:12.125" v="1100" actId="1076"/>
          <ac:spMkLst>
            <pc:docMk/>
            <pc:sldMk cId="1601621057" sldId="349"/>
            <ac:spMk id="23" creationId="{A49D2945-DE16-432F-7359-5300222D6A32}"/>
          </ac:spMkLst>
        </pc:spChg>
        <pc:spChg chg="add mod">
          <ac:chgData name="xi sheng" userId="b3919e0d8ca6a452" providerId="LiveId" clId="{8C65DD49-A72B-47A6-A3EE-56D00128E8DE}" dt="2023-12-26T14:13:12.125" v="1100" actId="1076"/>
          <ac:spMkLst>
            <pc:docMk/>
            <pc:sldMk cId="1601621057" sldId="349"/>
            <ac:spMk id="24" creationId="{110B3FEB-0F57-75BE-CD29-84F22F626105}"/>
          </ac:spMkLst>
        </pc:spChg>
        <pc:spChg chg="mod">
          <ac:chgData name="xi sheng" userId="b3919e0d8ca6a452" providerId="LiveId" clId="{8C65DD49-A72B-47A6-A3EE-56D00128E8DE}" dt="2023-12-26T14:12:52.046" v="1097" actId="1076"/>
          <ac:spMkLst>
            <pc:docMk/>
            <pc:sldMk cId="1601621057" sldId="349"/>
            <ac:spMk id="27" creationId="{CF8DE135-B642-5BAB-53E3-6B94AE0F4407}"/>
          </ac:spMkLst>
        </pc:spChg>
        <pc:spChg chg="add mod">
          <ac:chgData name="xi sheng" userId="b3919e0d8ca6a452" providerId="LiveId" clId="{8C65DD49-A72B-47A6-A3EE-56D00128E8DE}" dt="2023-12-26T14:12:52.046" v="1097" actId="1076"/>
          <ac:spMkLst>
            <pc:docMk/>
            <pc:sldMk cId="1601621057" sldId="349"/>
            <ac:spMk id="28" creationId="{850EE351-1161-FD5A-B6BB-99039785803A}"/>
          </ac:spMkLst>
        </pc:spChg>
        <pc:spChg chg="add mod">
          <ac:chgData name="xi sheng" userId="b3919e0d8ca6a452" providerId="LiveId" clId="{8C65DD49-A72B-47A6-A3EE-56D00128E8DE}" dt="2023-12-26T14:12:52.046" v="1097" actId="1076"/>
          <ac:spMkLst>
            <pc:docMk/>
            <pc:sldMk cId="1601621057" sldId="349"/>
            <ac:spMk id="29" creationId="{9683E634-E765-B596-627D-64C3C6DB0411}"/>
          </ac:spMkLst>
        </pc:spChg>
        <pc:spChg chg="add mod">
          <ac:chgData name="xi sheng" userId="b3919e0d8ca6a452" providerId="LiveId" clId="{8C65DD49-A72B-47A6-A3EE-56D00128E8DE}" dt="2023-12-26T14:12:52.046" v="1097" actId="1076"/>
          <ac:spMkLst>
            <pc:docMk/>
            <pc:sldMk cId="1601621057" sldId="349"/>
            <ac:spMk id="33" creationId="{E05D529D-F729-9C67-DE2E-65FA47C47D35}"/>
          </ac:spMkLst>
        </pc:spChg>
        <pc:spChg chg="add mod">
          <ac:chgData name="xi sheng" userId="b3919e0d8ca6a452" providerId="LiveId" clId="{8C65DD49-A72B-47A6-A3EE-56D00128E8DE}" dt="2023-12-26T14:12:52.046" v="1097" actId="1076"/>
          <ac:spMkLst>
            <pc:docMk/>
            <pc:sldMk cId="1601621057" sldId="349"/>
            <ac:spMk id="35" creationId="{5049916C-798A-72C7-4070-9B0E3D9FECF3}"/>
          </ac:spMkLst>
        </pc:spChg>
        <pc:spChg chg="add mod">
          <ac:chgData name="xi sheng" userId="b3919e0d8ca6a452" providerId="LiveId" clId="{8C65DD49-A72B-47A6-A3EE-56D00128E8DE}" dt="2023-12-26T14:12:52.046" v="1097" actId="1076"/>
          <ac:spMkLst>
            <pc:docMk/>
            <pc:sldMk cId="1601621057" sldId="349"/>
            <ac:spMk id="36" creationId="{5FF4DF6D-11AD-8DEE-A078-683085D2D28A}"/>
          </ac:spMkLst>
        </pc:spChg>
        <pc:spChg chg="add mod">
          <ac:chgData name="xi sheng" userId="b3919e0d8ca6a452" providerId="LiveId" clId="{8C65DD49-A72B-47A6-A3EE-56D00128E8DE}" dt="2023-12-26T14:12:52.046" v="1097" actId="1076"/>
          <ac:spMkLst>
            <pc:docMk/>
            <pc:sldMk cId="1601621057" sldId="349"/>
            <ac:spMk id="37" creationId="{5D3CC796-F7C5-F201-72F8-74BCC4FCBAB7}"/>
          </ac:spMkLst>
        </pc:spChg>
        <pc:spChg chg="add mod">
          <ac:chgData name="xi sheng" userId="b3919e0d8ca6a452" providerId="LiveId" clId="{8C65DD49-A72B-47A6-A3EE-56D00128E8DE}" dt="2023-12-26T14:12:52.046" v="1097" actId="1076"/>
          <ac:spMkLst>
            <pc:docMk/>
            <pc:sldMk cId="1601621057" sldId="349"/>
            <ac:spMk id="38" creationId="{4E934B84-92C2-A8F6-0628-D770911218D5}"/>
          </ac:spMkLst>
        </pc:spChg>
        <pc:spChg chg="add mod ord">
          <ac:chgData name="xi sheng" userId="b3919e0d8ca6a452" providerId="LiveId" clId="{8C65DD49-A72B-47A6-A3EE-56D00128E8DE}" dt="2023-12-26T14:12:52.046" v="1097" actId="1076"/>
          <ac:spMkLst>
            <pc:docMk/>
            <pc:sldMk cId="1601621057" sldId="349"/>
            <ac:spMk id="39" creationId="{BCE03DD6-89F6-4714-4A01-D4F14D666FB2}"/>
          </ac:spMkLst>
        </pc:spChg>
        <pc:spChg chg="add mod">
          <ac:chgData name="xi sheng" userId="b3919e0d8ca6a452" providerId="LiveId" clId="{8C65DD49-A72B-47A6-A3EE-56D00128E8DE}" dt="2023-12-26T14:12:52.046" v="1097" actId="1076"/>
          <ac:spMkLst>
            <pc:docMk/>
            <pc:sldMk cId="1601621057" sldId="349"/>
            <ac:spMk id="40" creationId="{DBC67DBA-64C8-1212-CFE6-116FFF044121}"/>
          </ac:spMkLst>
        </pc:spChg>
        <pc:spChg chg="add mod">
          <ac:chgData name="xi sheng" userId="b3919e0d8ca6a452" providerId="LiveId" clId="{8C65DD49-A72B-47A6-A3EE-56D00128E8DE}" dt="2023-12-26T14:12:52.046" v="1097" actId="1076"/>
          <ac:spMkLst>
            <pc:docMk/>
            <pc:sldMk cId="1601621057" sldId="349"/>
            <ac:spMk id="41" creationId="{E12C4F89-56E5-9F7B-7094-F65B1AE45062}"/>
          </ac:spMkLst>
        </pc:spChg>
        <pc:spChg chg="add mod">
          <ac:chgData name="xi sheng" userId="b3919e0d8ca6a452" providerId="LiveId" clId="{8C65DD49-A72B-47A6-A3EE-56D00128E8DE}" dt="2023-12-26T14:12:52.046" v="1097" actId="1076"/>
          <ac:spMkLst>
            <pc:docMk/>
            <pc:sldMk cId="1601621057" sldId="349"/>
            <ac:spMk id="42" creationId="{37C75C69-4203-1670-831B-E3D3EA0C61E9}"/>
          </ac:spMkLst>
        </pc:spChg>
        <pc:grpChg chg="add mod">
          <ac:chgData name="xi sheng" userId="b3919e0d8ca6a452" providerId="LiveId" clId="{8C65DD49-A72B-47A6-A3EE-56D00128E8DE}" dt="2023-12-26T14:13:12.125" v="1100" actId="1076"/>
          <ac:grpSpMkLst>
            <pc:docMk/>
            <pc:sldMk cId="1601621057" sldId="349"/>
            <ac:grpSpMk id="7" creationId="{EDDC825C-9C02-6282-3507-7F49C68A0C2E}"/>
          </ac:grpSpMkLst>
        </pc:grpChg>
        <pc:grpChg chg="add mod">
          <ac:chgData name="xi sheng" userId="b3919e0d8ca6a452" providerId="LiveId" clId="{8C65DD49-A72B-47A6-A3EE-56D00128E8DE}" dt="2023-12-26T14:12:52.046" v="1097" actId="1076"/>
          <ac:grpSpMkLst>
            <pc:docMk/>
            <pc:sldMk cId="1601621057" sldId="349"/>
            <ac:grpSpMk id="25" creationId="{21184D9F-20B9-3A6A-D851-DE3DF9A0E7CC}"/>
          </ac:grpSpMkLst>
        </pc:grpChg>
        <pc:grpChg chg="add del mod">
          <ac:chgData name="xi sheng" userId="b3919e0d8ca6a452" providerId="LiveId" clId="{8C65DD49-A72B-47A6-A3EE-56D00128E8DE}" dt="2023-12-26T14:11:22.901" v="1083" actId="478"/>
          <ac:grpSpMkLst>
            <pc:docMk/>
            <pc:sldMk cId="1601621057" sldId="349"/>
            <ac:grpSpMk id="43" creationId="{1F85325C-CCE3-A4D9-0FF6-8B73B9CC43D2}"/>
          </ac:grpSpMkLst>
        </pc:grpChg>
        <pc:picChg chg="add mod">
          <ac:chgData name="xi sheng" userId="b3919e0d8ca6a452" providerId="LiveId" clId="{8C65DD49-A72B-47A6-A3EE-56D00128E8DE}" dt="2023-12-26T13:14:32.476" v="799"/>
          <ac:picMkLst>
            <pc:docMk/>
            <pc:sldMk cId="1601621057" sldId="349"/>
            <ac:picMk id="2" creationId="{82EA2BAE-D94F-6836-CA13-BD51F74C581B}"/>
          </ac:picMkLst>
        </pc:picChg>
        <pc:picChg chg="add del mod">
          <ac:chgData name="xi sheng" userId="b3919e0d8ca6a452" providerId="LiveId" clId="{8C65DD49-A72B-47A6-A3EE-56D00128E8DE}" dt="2023-12-26T13:53:52.595" v="883"/>
          <ac:picMkLst>
            <pc:docMk/>
            <pc:sldMk cId="1601621057" sldId="349"/>
            <ac:picMk id="6" creationId="{1618170F-5823-8A8D-867F-64382DB46C15}"/>
          </ac:picMkLst>
        </pc:picChg>
        <pc:picChg chg="mod">
          <ac:chgData name="xi sheng" userId="b3919e0d8ca6a452" providerId="LiveId" clId="{8C65DD49-A72B-47A6-A3EE-56D00128E8DE}" dt="2023-12-26T14:13:12.125" v="1100" actId="1076"/>
          <ac:picMkLst>
            <pc:docMk/>
            <pc:sldMk cId="1601621057" sldId="349"/>
            <ac:picMk id="8" creationId="{2E253617-0409-71B1-2917-8CAD3650D5E9}"/>
          </ac:picMkLst>
        </pc:picChg>
        <pc:picChg chg="add mod">
          <ac:chgData name="xi sheng" userId="b3919e0d8ca6a452" providerId="LiveId" clId="{8C65DD49-A72B-47A6-A3EE-56D00128E8DE}" dt="2023-12-26T14:13:12.125" v="1100" actId="1076"/>
          <ac:picMkLst>
            <pc:docMk/>
            <pc:sldMk cId="1601621057" sldId="349"/>
            <ac:picMk id="13" creationId="{B5335380-0531-0D09-CC34-41899F1754D3}"/>
          </ac:picMkLst>
        </pc:picChg>
        <pc:picChg chg="add mod">
          <ac:chgData name="xi sheng" userId="b3919e0d8ca6a452" providerId="LiveId" clId="{8C65DD49-A72B-47A6-A3EE-56D00128E8DE}" dt="2023-12-26T14:13:12.125" v="1100" actId="1076"/>
          <ac:picMkLst>
            <pc:docMk/>
            <pc:sldMk cId="1601621057" sldId="349"/>
            <ac:picMk id="15" creationId="{1F932A07-3040-D424-AC5C-75DF33A15B13}"/>
          </ac:picMkLst>
        </pc:picChg>
        <pc:picChg chg="add mod">
          <ac:chgData name="xi sheng" userId="b3919e0d8ca6a452" providerId="LiveId" clId="{8C65DD49-A72B-47A6-A3EE-56D00128E8DE}" dt="2023-12-26T14:13:12.125" v="1100" actId="1076"/>
          <ac:picMkLst>
            <pc:docMk/>
            <pc:sldMk cId="1601621057" sldId="349"/>
            <ac:picMk id="17" creationId="{EED6B0DE-2761-5003-733F-C71B3C86C439}"/>
          </ac:picMkLst>
        </pc:picChg>
        <pc:picChg chg="add mod ord">
          <ac:chgData name="xi sheng" userId="b3919e0d8ca6a452" providerId="LiveId" clId="{8C65DD49-A72B-47A6-A3EE-56D00128E8DE}" dt="2023-12-26T14:13:12.125" v="1100" actId="1076"/>
          <ac:picMkLst>
            <pc:docMk/>
            <pc:sldMk cId="1601621057" sldId="349"/>
            <ac:picMk id="19" creationId="{E1AEAA31-D33D-CC18-40DD-1562461BBA87}"/>
          </ac:picMkLst>
        </pc:picChg>
        <pc:picChg chg="mod">
          <ac:chgData name="xi sheng" userId="b3919e0d8ca6a452" providerId="LiveId" clId="{8C65DD49-A72B-47A6-A3EE-56D00128E8DE}" dt="2023-12-26T14:12:52.046" v="1097" actId="1076"/>
          <ac:picMkLst>
            <pc:docMk/>
            <pc:sldMk cId="1601621057" sldId="349"/>
            <ac:picMk id="26" creationId="{E2F6133A-21BE-6B84-6281-3F41B4C96744}"/>
          </ac:picMkLst>
        </pc:picChg>
        <pc:picChg chg="add mod">
          <ac:chgData name="xi sheng" userId="b3919e0d8ca6a452" providerId="LiveId" clId="{8C65DD49-A72B-47A6-A3EE-56D00128E8DE}" dt="2023-12-26T14:12:52.046" v="1097" actId="1076"/>
          <ac:picMkLst>
            <pc:docMk/>
            <pc:sldMk cId="1601621057" sldId="349"/>
            <ac:picMk id="30" creationId="{1877827A-DA1B-DB56-9B83-D5B8A717B92E}"/>
          </ac:picMkLst>
        </pc:picChg>
        <pc:picChg chg="add mod">
          <ac:chgData name="xi sheng" userId="b3919e0d8ca6a452" providerId="LiveId" clId="{8C65DD49-A72B-47A6-A3EE-56D00128E8DE}" dt="2023-12-26T14:12:52.046" v="1097" actId="1076"/>
          <ac:picMkLst>
            <pc:docMk/>
            <pc:sldMk cId="1601621057" sldId="349"/>
            <ac:picMk id="31" creationId="{9D975183-AA43-15A6-3366-BC951013CF98}"/>
          </ac:picMkLst>
        </pc:picChg>
        <pc:picChg chg="add mod">
          <ac:chgData name="xi sheng" userId="b3919e0d8ca6a452" providerId="LiveId" clId="{8C65DD49-A72B-47A6-A3EE-56D00128E8DE}" dt="2023-12-26T14:12:52.046" v="1097" actId="1076"/>
          <ac:picMkLst>
            <pc:docMk/>
            <pc:sldMk cId="1601621057" sldId="349"/>
            <ac:picMk id="32" creationId="{8B6DD27C-5E99-6CA8-F7D1-1D02631BE5E1}"/>
          </ac:picMkLst>
        </pc:picChg>
        <pc:picChg chg="add mod">
          <ac:chgData name="xi sheng" userId="b3919e0d8ca6a452" providerId="LiveId" clId="{8C65DD49-A72B-47A6-A3EE-56D00128E8DE}" dt="2023-12-26T14:12:52.046" v="1097" actId="1076"/>
          <ac:picMkLst>
            <pc:docMk/>
            <pc:sldMk cId="1601621057" sldId="349"/>
            <ac:picMk id="34" creationId="{C2451276-D609-3EB1-F3CD-14CACB6E7300}"/>
          </ac:picMkLst>
        </pc:picChg>
        <pc:picChg chg="add mod">
          <ac:chgData name="xi sheng" userId="b3919e0d8ca6a452" providerId="LiveId" clId="{8C65DD49-A72B-47A6-A3EE-56D00128E8DE}" dt="2023-12-26T14:12:52.046" v="1097" actId="1076"/>
          <ac:picMkLst>
            <pc:docMk/>
            <pc:sldMk cId="1601621057" sldId="349"/>
            <ac:picMk id="47" creationId="{CC2FA000-C938-D7C2-B658-671CD6865DEF}"/>
          </ac:picMkLst>
        </pc:picChg>
        <pc:picChg chg="add mod">
          <ac:chgData name="xi sheng" userId="b3919e0d8ca6a452" providerId="LiveId" clId="{8C65DD49-A72B-47A6-A3EE-56D00128E8DE}" dt="2023-12-26T14:12:52.046" v="1097" actId="1076"/>
          <ac:picMkLst>
            <pc:docMk/>
            <pc:sldMk cId="1601621057" sldId="349"/>
            <ac:picMk id="49" creationId="{8A060654-401C-7E3C-9B6F-792190470E54}"/>
          </ac:picMkLst>
        </pc:picChg>
        <pc:cxnChg chg="mod">
          <ac:chgData name="xi sheng" userId="b3919e0d8ca6a452" providerId="LiveId" clId="{8C65DD49-A72B-47A6-A3EE-56D00128E8DE}" dt="2023-12-26T14:10:17.790" v="1072"/>
          <ac:cxnSpMkLst>
            <pc:docMk/>
            <pc:sldMk cId="1601621057" sldId="349"/>
            <ac:cxnSpMk id="44" creationId="{FAEFB6D7-97A3-8855-38EC-975424E77598}"/>
          </ac:cxnSpMkLst>
        </pc:cxnChg>
        <pc:cxnChg chg="mod">
          <ac:chgData name="xi sheng" userId="b3919e0d8ca6a452" providerId="LiveId" clId="{8C65DD49-A72B-47A6-A3EE-56D00128E8DE}" dt="2023-12-26T14:10:17.790" v="1072"/>
          <ac:cxnSpMkLst>
            <pc:docMk/>
            <pc:sldMk cId="1601621057" sldId="349"/>
            <ac:cxnSpMk id="45" creationId="{EB7CC706-2711-84D2-F8D9-91C581536EBD}"/>
          </ac:cxnSpMkLst>
        </pc:cxnChg>
      </pc:sldChg>
      <pc:sldChg chg="addSp delSp modSp add mod addAnim delAnim modAnim modNotesTx">
        <pc:chgData name="xi sheng" userId="b3919e0d8ca6a452" providerId="LiveId" clId="{8C65DD49-A72B-47A6-A3EE-56D00128E8DE}" dt="2023-12-26T14:39:41.971" v="1327"/>
        <pc:sldMkLst>
          <pc:docMk/>
          <pc:sldMk cId="697968724" sldId="350"/>
        </pc:sldMkLst>
        <pc:spChg chg="add mod">
          <ac:chgData name="xi sheng" userId="b3919e0d8ca6a452" providerId="LiveId" clId="{8C65DD49-A72B-47A6-A3EE-56D00128E8DE}" dt="2023-12-26T14:13:49.237" v="1103" actId="1076"/>
          <ac:spMkLst>
            <pc:docMk/>
            <pc:sldMk cId="697968724" sldId="350"/>
            <ac:spMk id="3" creationId="{3DE62535-FFD0-BFDD-D243-F54272A600E8}"/>
          </ac:spMkLst>
        </pc:spChg>
        <pc:spChg chg="add mod">
          <ac:chgData name="xi sheng" userId="b3919e0d8ca6a452" providerId="LiveId" clId="{8C65DD49-A72B-47A6-A3EE-56D00128E8DE}" dt="2023-12-26T14:17:00.902" v="1131" actId="1076"/>
          <ac:spMkLst>
            <pc:docMk/>
            <pc:sldMk cId="697968724" sldId="350"/>
            <ac:spMk id="4" creationId="{DD1714B1-7272-CECC-B24D-EBB4D95E4139}"/>
          </ac:spMkLst>
        </pc:spChg>
        <pc:spChg chg="add mod">
          <ac:chgData name="xi sheng" userId="b3919e0d8ca6a452" providerId="LiveId" clId="{8C65DD49-A72B-47A6-A3EE-56D00128E8DE}" dt="2023-12-26T14:17:00.902" v="1131" actId="1076"/>
          <ac:spMkLst>
            <pc:docMk/>
            <pc:sldMk cId="697968724" sldId="350"/>
            <ac:spMk id="5" creationId="{E0B5489C-A3BF-FA30-07A3-9DBA32AE4E21}"/>
          </ac:spMkLst>
        </pc:spChg>
        <pc:spChg chg="add mod">
          <ac:chgData name="xi sheng" userId="b3919e0d8ca6a452" providerId="LiveId" clId="{8C65DD49-A72B-47A6-A3EE-56D00128E8DE}" dt="2023-12-26T14:18:36.593" v="1174" actId="1076"/>
          <ac:spMkLst>
            <pc:docMk/>
            <pc:sldMk cId="697968724" sldId="350"/>
            <ac:spMk id="18" creationId="{EAED3012-2F73-60A9-1009-2CE98FBB59E9}"/>
          </ac:spMkLst>
        </pc:spChg>
        <pc:spChg chg="del">
          <ac:chgData name="xi sheng" userId="b3919e0d8ca6a452" providerId="LiveId" clId="{8C65DD49-A72B-47A6-A3EE-56D00128E8DE}" dt="2023-12-26T14:15:37.947" v="1115" actId="478"/>
          <ac:spMkLst>
            <pc:docMk/>
            <pc:sldMk cId="697968724" sldId="350"/>
            <ac:spMk id="20" creationId="{2259FB6D-42B5-29AA-74C7-7275F75269DA}"/>
          </ac:spMkLst>
        </pc:spChg>
        <pc:spChg chg="mod">
          <ac:chgData name="xi sheng" userId="b3919e0d8ca6a452" providerId="LiveId" clId="{8C65DD49-A72B-47A6-A3EE-56D00128E8DE}" dt="2023-12-26T14:17:00.902" v="1131" actId="1076"/>
          <ac:spMkLst>
            <pc:docMk/>
            <pc:sldMk cId="697968724" sldId="350"/>
            <ac:spMk id="21" creationId="{E0A2E290-5FA6-7776-C3DB-A597ED770105}"/>
          </ac:spMkLst>
        </pc:spChg>
        <pc:spChg chg="mod">
          <ac:chgData name="xi sheng" userId="b3919e0d8ca6a452" providerId="LiveId" clId="{8C65DD49-A72B-47A6-A3EE-56D00128E8DE}" dt="2023-12-26T14:17:00.902" v="1131" actId="1076"/>
          <ac:spMkLst>
            <pc:docMk/>
            <pc:sldMk cId="697968724" sldId="350"/>
            <ac:spMk id="22" creationId="{95962E88-F0B3-B39C-69E6-286991AEDC3C}"/>
          </ac:spMkLst>
        </pc:spChg>
        <pc:spChg chg="mod">
          <ac:chgData name="xi sheng" userId="b3919e0d8ca6a452" providerId="LiveId" clId="{8C65DD49-A72B-47A6-A3EE-56D00128E8DE}" dt="2023-12-26T14:17:00.902" v="1131" actId="1076"/>
          <ac:spMkLst>
            <pc:docMk/>
            <pc:sldMk cId="697968724" sldId="350"/>
            <ac:spMk id="23" creationId="{A49D2945-DE16-432F-7359-5300222D6A32}"/>
          </ac:spMkLst>
        </pc:spChg>
        <pc:spChg chg="mod">
          <ac:chgData name="xi sheng" userId="b3919e0d8ca6a452" providerId="LiveId" clId="{8C65DD49-A72B-47A6-A3EE-56D00128E8DE}" dt="2023-12-26T14:17:00.902" v="1131" actId="1076"/>
          <ac:spMkLst>
            <pc:docMk/>
            <pc:sldMk cId="697968724" sldId="350"/>
            <ac:spMk id="24" creationId="{110B3FEB-0F57-75BE-CD29-84F22F626105}"/>
          </ac:spMkLst>
        </pc:spChg>
        <pc:spChg chg="add del">
          <ac:chgData name="xi sheng" userId="b3919e0d8ca6a452" providerId="LiveId" clId="{8C65DD49-A72B-47A6-A3EE-56D00128E8DE}" dt="2023-12-26T14:39:10.570" v="1323" actId="478"/>
          <ac:spMkLst>
            <pc:docMk/>
            <pc:sldMk cId="697968724" sldId="350"/>
            <ac:spMk id="28" creationId="{850EE351-1161-FD5A-B6BB-99039785803A}"/>
          </ac:spMkLst>
        </pc:spChg>
        <pc:spChg chg="add del">
          <ac:chgData name="xi sheng" userId="b3919e0d8ca6a452" providerId="LiveId" clId="{8C65DD49-A72B-47A6-A3EE-56D00128E8DE}" dt="2023-12-26T14:39:10.570" v="1323" actId="478"/>
          <ac:spMkLst>
            <pc:docMk/>
            <pc:sldMk cId="697968724" sldId="350"/>
            <ac:spMk id="29" creationId="{9683E634-E765-B596-627D-64C3C6DB0411}"/>
          </ac:spMkLst>
        </pc:spChg>
        <pc:spChg chg="del">
          <ac:chgData name="xi sheng" userId="b3919e0d8ca6a452" providerId="LiveId" clId="{8C65DD49-A72B-47A6-A3EE-56D00128E8DE}" dt="2023-12-26T14:20:20.318" v="1182" actId="478"/>
          <ac:spMkLst>
            <pc:docMk/>
            <pc:sldMk cId="697968724" sldId="350"/>
            <ac:spMk id="33" creationId="{E05D529D-F729-9C67-DE2E-65FA47C47D35}"/>
          </ac:spMkLst>
        </pc:spChg>
        <pc:spChg chg="del">
          <ac:chgData name="xi sheng" userId="b3919e0d8ca6a452" providerId="LiveId" clId="{8C65DD49-A72B-47A6-A3EE-56D00128E8DE}" dt="2023-12-26T14:20:17.234" v="1180" actId="478"/>
          <ac:spMkLst>
            <pc:docMk/>
            <pc:sldMk cId="697968724" sldId="350"/>
            <ac:spMk id="35" creationId="{5049916C-798A-72C7-4070-9B0E3D9FECF3}"/>
          </ac:spMkLst>
        </pc:spChg>
        <pc:spChg chg="del">
          <ac:chgData name="xi sheng" userId="b3919e0d8ca6a452" providerId="LiveId" clId="{8C65DD49-A72B-47A6-A3EE-56D00128E8DE}" dt="2023-12-26T14:20:26.921" v="1186" actId="478"/>
          <ac:spMkLst>
            <pc:docMk/>
            <pc:sldMk cId="697968724" sldId="350"/>
            <ac:spMk id="36" creationId="{5FF4DF6D-11AD-8DEE-A078-683085D2D28A}"/>
          </ac:spMkLst>
        </pc:spChg>
        <pc:spChg chg="del">
          <ac:chgData name="xi sheng" userId="b3919e0d8ca6a452" providerId="LiveId" clId="{8C65DD49-A72B-47A6-A3EE-56D00128E8DE}" dt="2023-12-26T14:20:16.007" v="1179" actId="478"/>
          <ac:spMkLst>
            <pc:docMk/>
            <pc:sldMk cId="697968724" sldId="350"/>
            <ac:spMk id="37" creationId="{5D3CC796-F7C5-F201-72F8-74BCC4FCBAB7}"/>
          </ac:spMkLst>
        </pc:spChg>
        <pc:spChg chg="del mod">
          <ac:chgData name="xi sheng" userId="b3919e0d8ca6a452" providerId="LiveId" clId="{8C65DD49-A72B-47A6-A3EE-56D00128E8DE}" dt="2023-12-26T14:20:26.036" v="1185" actId="478"/>
          <ac:spMkLst>
            <pc:docMk/>
            <pc:sldMk cId="697968724" sldId="350"/>
            <ac:spMk id="38" creationId="{4E934B84-92C2-A8F6-0628-D770911218D5}"/>
          </ac:spMkLst>
        </pc:spChg>
        <pc:spChg chg="add del mod">
          <ac:chgData name="xi sheng" userId="b3919e0d8ca6a452" providerId="LiveId" clId="{8C65DD49-A72B-47A6-A3EE-56D00128E8DE}" dt="2023-12-26T14:39:10.570" v="1323" actId="478"/>
          <ac:spMkLst>
            <pc:docMk/>
            <pc:sldMk cId="697968724" sldId="350"/>
            <ac:spMk id="39" creationId="{BCE03DD6-89F6-4714-4A01-D4F14D666FB2}"/>
          </ac:spMkLst>
        </pc:spChg>
        <pc:spChg chg="add del mod">
          <ac:chgData name="xi sheng" userId="b3919e0d8ca6a452" providerId="LiveId" clId="{8C65DD49-A72B-47A6-A3EE-56D00128E8DE}" dt="2023-12-26T14:39:10.570" v="1323" actId="478"/>
          <ac:spMkLst>
            <pc:docMk/>
            <pc:sldMk cId="697968724" sldId="350"/>
            <ac:spMk id="40" creationId="{DBC67DBA-64C8-1212-CFE6-116FFF044121}"/>
          </ac:spMkLst>
        </pc:spChg>
        <pc:spChg chg="add del mod">
          <ac:chgData name="xi sheng" userId="b3919e0d8ca6a452" providerId="LiveId" clId="{8C65DD49-A72B-47A6-A3EE-56D00128E8DE}" dt="2023-12-26T14:39:10.570" v="1323" actId="478"/>
          <ac:spMkLst>
            <pc:docMk/>
            <pc:sldMk cId="697968724" sldId="350"/>
            <ac:spMk id="41" creationId="{E12C4F89-56E5-9F7B-7094-F65B1AE45062}"/>
          </ac:spMkLst>
        </pc:spChg>
        <pc:spChg chg="add del mod">
          <ac:chgData name="xi sheng" userId="b3919e0d8ca6a452" providerId="LiveId" clId="{8C65DD49-A72B-47A6-A3EE-56D00128E8DE}" dt="2023-12-26T14:39:10.570" v="1323" actId="478"/>
          <ac:spMkLst>
            <pc:docMk/>
            <pc:sldMk cId="697968724" sldId="350"/>
            <ac:spMk id="42" creationId="{37C75C69-4203-1670-831B-E3D3EA0C61E9}"/>
          </ac:spMkLst>
        </pc:spChg>
        <pc:spChg chg="add del mod">
          <ac:chgData name="xi sheng" userId="b3919e0d8ca6a452" providerId="LiveId" clId="{8C65DD49-A72B-47A6-A3EE-56D00128E8DE}" dt="2023-12-26T14:39:10.570" v="1323" actId="478"/>
          <ac:spMkLst>
            <pc:docMk/>
            <pc:sldMk cId="697968724" sldId="350"/>
            <ac:spMk id="51" creationId="{6D1910FF-A7E3-232C-A9E6-4F1E6AD0C05E}"/>
          </ac:spMkLst>
        </pc:spChg>
        <pc:picChg chg="add mod">
          <ac:chgData name="xi sheng" userId="b3919e0d8ca6a452" providerId="LiveId" clId="{8C65DD49-A72B-47A6-A3EE-56D00128E8DE}" dt="2023-12-26T14:17:06.291" v="1133" actId="1076"/>
          <ac:picMkLst>
            <pc:docMk/>
            <pc:sldMk cId="697968724" sldId="350"/>
            <ac:picMk id="12" creationId="{8F866BCA-2B47-D9E2-2B25-8D7B241A0D33}"/>
          </ac:picMkLst>
        </pc:picChg>
        <pc:picChg chg="del">
          <ac:chgData name="xi sheng" userId="b3919e0d8ca6a452" providerId="LiveId" clId="{8C65DD49-A72B-47A6-A3EE-56D00128E8DE}" dt="2023-12-26T14:15:39.099" v="1116" actId="478"/>
          <ac:picMkLst>
            <pc:docMk/>
            <pc:sldMk cId="697968724" sldId="350"/>
            <ac:picMk id="19" creationId="{E1AEAA31-D33D-CC18-40DD-1562461BBA87}"/>
          </ac:picMkLst>
        </pc:picChg>
        <pc:picChg chg="add del">
          <ac:chgData name="xi sheng" userId="b3919e0d8ca6a452" providerId="LiveId" clId="{8C65DD49-A72B-47A6-A3EE-56D00128E8DE}" dt="2023-12-26T14:39:10.570" v="1323" actId="478"/>
          <ac:picMkLst>
            <pc:docMk/>
            <pc:sldMk cId="697968724" sldId="350"/>
            <ac:picMk id="30" creationId="{1877827A-DA1B-DB56-9B83-D5B8A717B92E}"/>
          </ac:picMkLst>
        </pc:picChg>
        <pc:picChg chg="add del">
          <ac:chgData name="xi sheng" userId="b3919e0d8ca6a452" providerId="LiveId" clId="{8C65DD49-A72B-47A6-A3EE-56D00128E8DE}" dt="2023-12-26T14:39:10.570" v="1323" actId="478"/>
          <ac:picMkLst>
            <pc:docMk/>
            <pc:sldMk cId="697968724" sldId="350"/>
            <ac:picMk id="31" creationId="{9D975183-AA43-15A6-3366-BC951013CF98}"/>
          </ac:picMkLst>
        </pc:picChg>
        <pc:picChg chg="add del">
          <ac:chgData name="xi sheng" userId="b3919e0d8ca6a452" providerId="LiveId" clId="{8C65DD49-A72B-47A6-A3EE-56D00128E8DE}" dt="2023-12-26T14:39:10.570" v="1323" actId="478"/>
          <ac:picMkLst>
            <pc:docMk/>
            <pc:sldMk cId="697968724" sldId="350"/>
            <ac:picMk id="32" creationId="{8B6DD27C-5E99-6CA8-F7D1-1D02631BE5E1}"/>
          </ac:picMkLst>
        </pc:picChg>
        <pc:picChg chg="del">
          <ac:chgData name="xi sheng" userId="b3919e0d8ca6a452" providerId="LiveId" clId="{8C65DD49-A72B-47A6-A3EE-56D00128E8DE}" dt="2023-12-26T14:20:21.823" v="1183" actId="478"/>
          <ac:picMkLst>
            <pc:docMk/>
            <pc:sldMk cId="697968724" sldId="350"/>
            <ac:picMk id="34" creationId="{C2451276-D609-3EB1-F3CD-14CACB6E7300}"/>
          </ac:picMkLst>
        </pc:picChg>
        <pc:picChg chg="add del mod">
          <ac:chgData name="xi sheng" userId="b3919e0d8ca6a452" providerId="LiveId" clId="{8C65DD49-A72B-47A6-A3EE-56D00128E8DE}" dt="2023-12-26T14:39:10.570" v="1323" actId="478"/>
          <ac:picMkLst>
            <pc:docMk/>
            <pc:sldMk cId="697968724" sldId="350"/>
            <ac:picMk id="44" creationId="{75CDD54D-7745-29A6-2D5C-4AA19E6B9B33}"/>
          </ac:picMkLst>
        </pc:picChg>
        <pc:picChg chg="add del mod">
          <ac:chgData name="xi sheng" userId="b3919e0d8ca6a452" providerId="LiveId" clId="{8C65DD49-A72B-47A6-A3EE-56D00128E8DE}" dt="2023-12-26T14:39:10.570" v="1323" actId="478"/>
          <ac:picMkLst>
            <pc:docMk/>
            <pc:sldMk cId="697968724" sldId="350"/>
            <ac:picMk id="46" creationId="{EC3078E9-24A3-8C7E-6C46-6F6A82AF0F18}"/>
          </ac:picMkLst>
        </pc:picChg>
        <pc:picChg chg="del">
          <ac:chgData name="xi sheng" userId="b3919e0d8ca6a452" providerId="LiveId" clId="{8C65DD49-A72B-47A6-A3EE-56D00128E8DE}" dt="2023-12-26T14:20:28.140" v="1187" actId="478"/>
          <ac:picMkLst>
            <pc:docMk/>
            <pc:sldMk cId="697968724" sldId="350"/>
            <ac:picMk id="47" creationId="{CC2FA000-C938-D7C2-B658-671CD6865DEF}"/>
          </ac:picMkLst>
        </pc:picChg>
        <pc:picChg chg="del">
          <ac:chgData name="xi sheng" userId="b3919e0d8ca6a452" providerId="LiveId" clId="{8C65DD49-A72B-47A6-A3EE-56D00128E8DE}" dt="2023-12-26T14:20:19.335" v="1181" actId="478"/>
          <ac:picMkLst>
            <pc:docMk/>
            <pc:sldMk cId="697968724" sldId="350"/>
            <ac:picMk id="49" creationId="{8A060654-401C-7E3C-9B6F-792190470E54}"/>
          </ac:picMkLst>
        </pc:picChg>
        <pc:picChg chg="add del mod">
          <ac:chgData name="xi sheng" userId="b3919e0d8ca6a452" providerId="LiveId" clId="{8C65DD49-A72B-47A6-A3EE-56D00128E8DE}" dt="2023-12-26T14:39:10.570" v="1323" actId="478"/>
          <ac:picMkLst>
            <pc:docMk/>
            <pc:sldMk cId="697968724" sldId="350"/>
            <ac:picMk id="50" creationId="{97F6B278-8716-FC63-20B4-07EA7CDC35B8}"/>
          </ac:picMkLst>
        </pc:picChg>
        <pc:picChg chg="add del mod">
          <ac:chgData name="xi sheng" userId="b3919e0d8ca6a452" providerId="LiveId" clId="{8C65DD49-A72B-47A6-A3EE-56D00128E8DE}" dt="2023-12-26T14:39:10.570" v="1323" actId="478"/>
          <ac:picMkLst>
            <pc:docMk/>
            <pc:sldMk cId="697968724" sldId="350"/>
            <ac:picMk id="53" creationId="{FCDA6DE2-B2A5-533D-C09E-8E4E06274F91}"/>
          </ac:picMkLst>
        </pc:picChg>
        <pc:cxnChg chg="add mod">
          <ac:chgData name="xi sheng" userId="b3919e0d8ca6a452" providerId="LiveId" clId="{8C65DD49-A72B-47A6-A3EE-56D00128E8DE}" dt="2023-12-26T14:17:55.995" v="1137" actId="1076"/>
          <ac:cxnSpMkLst>
            <pc:docMk/>
            <pc:sldMk cId="697968724" sldId="350"/>
            <ac:cxnSpMk id="14" creationId="{50E4DDB7-9C7E-5D7F-3D80-2714617D1497}"/>
          </ac:cxnSpMkLst>
        </pc:cxnChg>
      </pc:sldChg>
      <pc:sldChg chg="addSp delSp modSp add mod addAnim delAnim modAnim modNotesTx">
        <pc:chgData name="xi sheng" userId="b3919e0d8ca6a452" providerId="LiveId" clId="{8C65DD49-A72B-47A6-A3EE-56D00128E8DE}" dt="2023-12-26T14:40:08.247" v="1330"/>
        <pc:sldMkLst>
          <pc:docMk/>
          <pc:sldMk cId="2944424175" sldId="351"/>
        </pc:sldMkLst>
        <pc:spChg chg="del">
          <ac:chgData name="xi sheng" userId="b3919e0d8ca6a452" providerId="LiveId" clId="{8C65DD49-A72B-47A6-A3EE-56D00128E8DE}" dt="2023-12-26T14:25:12.249" v="1218" actId="478"/>
          <ac:spMkLst>
            <pc:docMk/>
            <pc:sldMk cId="2944424175" sldId="351"/>
            <ac:spMk id="4" creationId="{DD1714B1-7272-CECC-B24D-EBB4D95E4139}"/>
          </ac:spMkLst>
        </pc:spChg>
        <pc:spChg chg="del">
          <ac:chgData name="xi sheng" userId="b3919e0d8ca6a452" providerId="LiveId" clId="{8C65DD49-A72B-47A6-A3EE-56D00128E8DE}" dt="2023-12-26T14:25:12.249" v="1218" actId="478"/>
          <ac:spMkLst>
            <pc:docMk/>
            <pc:sldMk cId="2944424175" sldId="351"/>
            <ac:spMk id="5" creationId="{E0B5489C-A3BF-FA30-07A3-9DBA32AE4E21}"/>
          </ac:spMkLst>
        </pc:spChg>
        <pc:spChg chg="add mod">
          <ac:chgData name="xi sheng" userId="b3919e0d8ca6a452" providerId="LiveId" clId="{8C65DD49-A72B-47A6-A3EE-56D00128E8DE}" dt="2023-12-26T14:31:15.468" v="1263" actId="1076"/>
          <ac:spMkLst>
            <pc:docMk/>
            <pc:sldMk cId="2944424175" sldId="351"/>
            <ac:spMk id="6" creationId="{AE603063-C6CC-07B1-980F-1A4804C4C788}"/>
          </ac:spMkLst>
        </pc:spChg>
        <pc:spChg chg="mod">
          <ac:chgData name="xi sheng" userId="b3919e0d8ca6a452" providerId="LiveId" clId="{8C65DD49-A72B-47A6-A3EE-56D00128E8DE}" dt="2023-12-26T14:32:28.325" v="1268" actId="1076"/>
          <ac:spMkLst>
            <pc:docMk/>
            <pc:sldMk cId="2944424175" sldId="351"/>
            <ac:spMk id="9" creationId="{60275D06-0254-D64D-25AA-E26A921E6917}"/>
          </ac:spMkLst>
        </pc:spChg>
        <pc:spChg chg="add mod">
          <ac:chgData name="xi sheng" userId="b3919e0d8ca6a452" providerId="LiveId" clId="{8C65DD49-A72B-47A6-A3EE-56D00128E8DE}" dt="2023-12-26T14:31:09.175" v="1262" actId="1076"/>
          <ac:spMkLst>
            <pc:docMk/>
            <pc:sldMk cId="2944424175" sldId="351"/>
            <ac:spMk id="16" creationId="{89CEE085-AD4A-6E97-57EB-599D6C982919}"/>
          </ac:spMkLst>
        </pc:spChg>
        <pc:spChg chg="del">
          <ac:chgData name="xi sheng" userId="b3919e0d8ca6a452" providerId="LiveId" clId="{8C65DD49-A72B-47A6-A3EE-56D00128E8DE}" dt="2023-12-26T14:25:12.249" v="1218" actId="478"/>
          <ac:spMkLst>
            <pc:docMk/>
            <pc:sldMk cId="2944424175" sldId="351"/>
            <ac:spMk id="18" creationId="{EAED3012-2F73-60A9-1009-2CE98FBB59E9}"/>
          </ac:spMkLst>
        </pc:spChg>
        <pc:spChg chg="add mod">
          <ac:chgData name="xi sheng" userId="b3919e0d8ca6a452" providerId="LiveId" clId="{8C65DD49-A72B-47A6-A3EE-56D00128E8DE}" dt="2023-12-26T14:31:04.125" v="1261" actId="1076"/>
          <ac:spMkLst>
            <pc:docMk/>
            <pc:sldMk cId="2944424175" sldId="351"/>
            <ac:spMk id="19" creationId="{E4610FF1-6F93-DBED-146C-36775E71DBDA}"/>
          </ac:spMkLst>
        </pc:spChg>
        <pc:spChg chg="del">
          <ac:chgData name="xi sheng" userId="b3919e0d8ca6a452" providerId="LiveId" clId="{8C65DD49-A72B-47A6-A3EE-56D00128E8DE}" dt="2023-12-26T14:25:12.249" v="1218" actId="478"/>
          <ac:spMkLst>
            <pc:docMk/>
            <pc:sldMk cId="2944424175" sldId="351"/>
            <ac:spMk id="21" creationId="{E0A2E290-5FA6-7776-C3DB-A597ED770105}"/>
          </ac:spMkLst>
        </pc:spChg>
        <pc:spChg chg="del">
          <ac:chgData name="xi sheng" userId="b3919e0d8ca6a452" providerId="LiveId" clId="{8C65DD49-A72B-47A6-A3EE-56D00128E8DE}" dt="2023-12-26T14:25:12.249" v="1218" actId="478"/>
          <ac:spMkLst>
            <pc:docMk/>
            <pc:sldMk cId="2944424175" sldId="351"/>
            <ac:spMk id="22" creationId="{95962E88-F0B3-B39C-69E6-286991AEDC3C}"/>
          </ac:spMkLst>
        </pc:spChg>
        <pc:spChg chg="del">
          <ac:chgData name="xi sheng" userId="b3919e0d8ca6a452" providerId="LiveId" clId="{8C65DD49-A72B-47A6-A3EE-56D00128E8DE}" dt="2023-12-26T14:25:12.249" v="1218" actId="478"/>
          <ac:spMkLst>
            <pc:docMk/>
            <pc:sldMk cId="2944424175" sldId="351"/>
            <ac:spMk id="23" creationId="{A49D2945-DE16-432F-7359-5300222D6A32}"/>
          </ac:spMkLst>
        </pc:spChg>
        <pc:spChg chg="del">
          <ac:chgData name="xi sheng" userId="b3919e0d8ca6a452" providerId="LiveId" clId="{8C65DD49-A72B-47A6-A3EE-56D00128E8DE}" dt="2023-12-26T14:25:12.249" v="1218" actId="478"/>
          <ac:spMkLst>
            <pc:docMk/>
            <pc:sldMk cId="2944424175" sldId="351"/>
            <ac:spMk id="24" creationId="{110B3FEB-0F57-75BE-CD29-84F22F626105}"/>
          </ac:spMkLst>
        </pc:spChg>
        <pc:spChg chg="add mod">
          <ac:chgData name="xi sheng" userId="b3919e0d8ca6a452" providerId="LiveId" clId="{8C65DD49-A72B-47A6-A3EE-56D00128E8DE}" dt="2023-12-26T14:27:24.431" v="1229" actId="207"/>
          <ac:spMkLst>
            <pc:docMk/>
            <pc:sldMk cId="2944424175" sldId="351"/>
            <ac:spMk id="34" creationId="{44E12BCA-A158-3A68-7437-C98419F26B1F}"/>
          </ac:spMkLst>
        </pc:spChg>
        <pc:spChg chg="del">
          <ac:chgData name="xi sheng" userId="b3919e0d8ca6a452" providerId="LiveId" clId="{8C65DD49-A72B-47A6-A3EE-56D00128E8DE}" dt="2023-12-26T14:26:15.176" v="1222" actId="478"/>
          <ac:spMkLst>
            <pc:docMk/>
            <pc:sldMk cId="2944424175" sldId="351"/>
            <ac:spMk id="51" creationId="{6D1910FF-A7E3-232C-A9E6-4F1E6AD0C05E}"/>
          </ac:spMkLst>
        </pc:spChg>
        <pc:spChg chg="add del mod">
          <ac:chgData name="xi sheng" userId="b3919e0d8ca6a452" providerId="LiveId" clId="{8C65DD49-A72B-47A6-A3EE-56D00128E8DE}" dt="2023-12-26T14:32:39.297" v="1275"/>
          <ac:spMkLst>
            <pc:docMk/>
            <pc:sldMk cId="2944424175" sldId="351"/>
            <ac:spMk id="53" creationId="{245DDA7F-E96D-5FFC-7453-BD437FB5F42B}"/>
          </ac:spMkLst>
        </pc:spChg>
        <pc:grpChg chg="mod">
          <ac:chgData name="xi sheng" userId="b3919e0d8ca6a452" providerId="LiveId" clId="{8C65DD49-A72B-47A6-A3EE-56D00128E8DE}" dt="2023-12-26T14:32:28.325" v="1268" actId="1076"/>
          <ac:grpSpMkLst>
            <pc:docMk/>
            <pc:sldMk cId="2944424175" sldId="351"/>
            <ac:grpSpMk id="7" creationId="{EDDC825C-9C02-6282-3507-7F49C68A0C2E}"/>
          </ac:grpSpMkLst>
        </pc:grpChg>
        <pc:picChg chg="mod">
          <ac:chgData name="xi sheng" userId="b3919e0d8ca6a452" providerId="LiveId" clId="{8C65DD49-A72B-47A6-A3EE-56D00128E8DE}" dt="2023-12-26T14:32:28.325" v="1268" actId="1076"/>
          <ac:picMkLst>
            <pc:docMk/>
            <pc:sldMk cId="2944424175" sldId="351"/>
            <ac:picMk id="8" creationId="{2E253617-0409-71B1-2917-8CAD3650D5E9}"/>
          </ac:picMkLst>
        </pc:picChg>
        <pc:picChg chg="del">
          <ac:chgData name="xi sheng" userId="b3919e0d8ca6a452" providerId="LiveId" clId="{8C65DD49-A72B-47A6-A3EE-56D00128E8DE}" dt="2023-12-26T14:25:12.249" v="1218" actId="478"/>
          <ac:picMkLst>
            <pc:docMk/>
            <pc:sldMk cId="2944424175" sldId="351"/>
            <ac:picMk id="12" creationId="{8F866BCA-2B47-D9E2-2B25-8D7B241A0D33}"/>
          </ac:picMkLst>
        </pc:picChg>
        <pc:picChg chg="add mod">
          <ac:chgData name="xi sheng" userId="b3919e0d8ca6a452" providerId="LiveId" clId="{8C65DD49-A72B-47A6-A3EE-56D00128E8DE}" dt="2023-12-26T14:27:30.448" v="1231" actId="1076"/>
          <ac:picMkLst>
            <pc:docMk/>
            <pc:sldMk cId="2944424175" sldId="351"/>
            <ac:picMk id="33" creationId="{CEBE0707-E217-64C5-537C-A8C2294491F4}"/>
          </ac:picMkLst>
        </pc:picChg>
        <pc:picChg chg="add mod">
          <ac:chgData name="xi sheng" userId="b3919e0d8ca6a452" providerId="LiveId" clId="{8C65DD49-A72B-47A6-A3EE-56D00128E8DE}" dt="2023-12-26T14:27:50.334" v="1236" actId="1076"/>
          <ac:picMkLst>
            <pc:docMk/>
            <pc:sldMk cId="2944424175" sldId="351"/>
            <ac:picMk id="36" creationId="{3436E670-4781-037E-3B80-613B9D875A14}"/>
          </ac:picMkLst>
        </pc:picChg>
        <pc:picChg chg="add mod">
          <ac:chgData name="xi sheng" userId="b3919e0d8ca6a452" providerId="LiveId" clId="{8C65DD49-A72B-47A6-A3EE-56D00128E8DE}" dt="2023-12-26T14:28:33.187" v="1243"/>
          <ac:picMkLst>
            <pc:docMk/>
            <pc:sldMk cId="2944424175" sldId="351"/>
            <ac:picMk id="38" creationId="{6BDD92DC-9CA8-B51F-5F85-96B7395760AF}"/>
          </ac:picMkLst>
        </pc:picChg>
        <pc:picChg chg="del">
          <ac:chgData name="xi sheng" userId="b3919e0d8ca6a452" providerId="LiveId" clId="{8C65DD49-A72B-47A6-A3EE-56D00128E8DE}" dt="2023-12-26T14:26:18.604" v="1223" actId="478"/>
          <ac:picMkLst>
            <pc:docMk/>
            <pc:sldMk cId="2944424175" sldId="351"/>
            <ac:picMk id="44" creationId="{75CDD54D-7745-29A6-2D5C-4AA19E6B9B33}"/>
          </ac:picMkLst>
        </pc:picChg>
        <pc:picChg chg="add mod">
          <ac:chgData name="xi sheng" userId="b3919e0d8ca6a452" providerId="LiveId" clId="{8C65DD49-A72B-47A6-A3EE-56D00128E8DE}" dt="2023-12-26T14:31:15.468" v="1263" actId="1076"/>
          <ac:picMkLst>
            <pc:docMk/>
            <pc:sldMk cId="2944424175" sldId="351"/>
            <ac:picMk id="45" creationId="{F21D0232-C1DE-D211-E0BF-EEDB73BAB73E}"/>
          </ac:picMkLst>
        </pc:picChg>
        <pc:picChg chg="del">
          <ac:chgData name="xi sheng" userId="b3919e0d8ca6a452" providerId="LiveId" clId="{8C65DD49-A72B-47A6-A3EE-56D00128E8DE}" dt="2023-12-26T14:26:18.604" v="1223" actId="478"/>
          <ac:picMkLst>
            <pc:docMk/>
            <pc:sldMk cId="2944424175" sldId="351"/>
            <ac:picMk id="46" creationId="{EC3078E9-24A3-8C7E-6C46-6F6A82AF0F18}"/>
          </ac:picMkLst>
        </pc:picChg>
        <pc:picChg chg="add mod">
          <ac:chgData name="xi sheng" userId="b3919e0d8ca6a452" providerId="LiveId" clId="{8C65DD49-A72B-47A6-A3EE-56D00128E8DE}" dt="2023-12-26T14:31:09.175" v="1262" actId="1076"/>
          <ac:picMkLst>
            <pc:docMk/>
            <pc:sldMk cId="2944424175" sldId="351"/>
            <ac:picMk id="48" creationId="{0E260FA8-9509-CCF8-8E2D-6D5B8B446254}"/>
          </ac:picMkLst>
        </pc:picChg>
        <pc:picChg chg="del">
          <ac:chgData name="xi sheng" userId="b3919e0d8ca6a452" providerId="LiveId" clId="{8C65DD49-A72B-47A6-A3EE-56D00128E8DE}" dt="2023-12-26T14:26:18.604" v="1223" actId="478"/>
          <ac:picMkLst>
            <pc:docMk/>
            <pc:sldMk cId="2944424175" sldId="351"/>
            <ac:picMk id="50" creationId="{97F6B278-8716-FC63-20B4-07EA7CDC35B8}"/>
          </ac:picMkLst>
        </pc:picChg>
        <pc:picChg chg="add mod">
          <ac:chgData name="xi sheng" userId="b3919e0d8ca6a452" providerId="LiveId" clId="{8C65DD49-A72B-47A6-A3EE-56D00128E8DE}" dt="2023-12-26T14:31:04.125" v="1261" actId="1076"/>
          <ac:picMkLst>
            <pc:docMk/>
            <pc:sldMk cId="2944424175" sldId="351"/>
            <ac:picMk id="52" creationId="{1E575397-AC9B-8C14-1C1D-5B42CFB78D2E}"/>
          </ac:picMkLst>
        </pc:picChg>
        <pc:cxnChg chg="del">
          <ac:chgData name="xi sheng" userId="b3919e0d8ca6a452" providerId="LiveId" clId="{8C65DD49-A72B-47A6-A3EE-56D00128E8DE}" dt="2023-12-26T14:25:12.249" v="1218" actId="478"/>
          <ac:cxnSpMkLst>
            <pc:docMk/>
            <pc:sldMk cId="2944424175" sldId="351"/>
            <ac:cxnSpMk id="14" creationId="{50E4DDB7-9C7E-5D7F-3D80-2714617D1497}"/>
          </ac:cxnSpMkLst>
        </pc:cxnChg>
        <pc:cxnChg chg="add del mod">
          <ac:chgData name="xi sheng" userId="b3919e0d8ca6a452" providerId="LiveId" clId="{8C65DD49-A72B-47A6-A3EE-56D00128E8DE}" dt="2023-12-26T14:33:47.742" v="1285" actId="478"/>
          <ac:cxnSpMkLst>
            <pc:docMk/>
            <pc:sldMk cId="2944424175" sldId="351"/>
            <ac:cxnSpMk id="54" creationId="{B176C41A-FFA1-04A4-3725-8534970D27D4}"/>
          </ac:cxnSpMkLst>
        </pc:cxnChg>
        <pc:cxnChg chg="add mod">
          <ac:chgData name="xi sheng" userId="b3919e0d8ca6a452" providerId="LiveId" clId="{8C65DD49-A72B-47A6-A3EE-56D00128E8DE}" dt="2023-12-26T14:33:54.760" v="1287" actId="14100"/>
          <ac:cxnSpMkLst>
            <pc:docMk/>
            <pc:sldMk cId="2944424175" sldId="351"/>
            <ac:cxnSpMk id="56" creationId="{36137E44-8DAC-0604-5C6D-86128419B1B8}"/>
          </ac:cxnSpMkLst>
        </pc:cxnChg>
        <pc:cxnChg chg="add del mod">
          <ac:chgData name="xi sheng" userId="b3919e0d8ca6a452" providerId="LiveId" clId="{8C65DD49-A72B-47A6-A3EE-56D00128E8DE}" dt="2023-12-26T14:33:58.252" v="1289"/>
          <ac:cxnSpMkLst>
            <pc:docMk/>
            <pc:sldMk cId="2944424175" sldId="351"/>
            <ac:cxnSpMk id="60" creationId="{A73E00EC-FC65-D5F8-69F4-F488CCFCFD85}"/>
          </ac:cxnSpMkLst>
        </pc:cxnChg>
        <pc:cxnChg chg="add mod">
          <ac:chgData name="xi sheng" userId="b3919e0d8ca6a452" providerId="LiveId" clId="{8C65DD49-A72B-47A6-A3EE-56D00128E8DE}" dt="2023-12-26T14:34:04.688" v="1291" actId="1076"/>
          <ac:cxnSpMkLst>
            <pc:docMk/>
            <pc:sldMk cId="2944424175" sldId="351"/>
            <ac:cxnSpMk id="61" creationId="{2D845AB2-FD9F-8088-1615-EF7F58FA8F7A}"/>
          </ac:cxnSpMkLst>
        </pc:cxnChg>
        <pc:cxnChg chg="add mod">
          <ac:chgData name="xi sheng" userId="b3919e0d8ca6a452" providerId="LiveId" clId="{8C65DD49-A72B-47A6-A3EE-56D00128E8DE}" dt="2023-12-26T14:34:13.896" v="1293" actId="1076"/>
          <ac:cxnSpMkLst>
            <pc:docMk/>
            <pc:sldMk cId="2944424175" sldId="351"/>
            <ac:cxnSpMk id="62" creationId="{36F8BB8E-8CD2-32A2-2266-CC894253135A}"/>
          </ac:cxnSpMkLst>
        </pc:cxnChg>
        <pc:cxnChg chg="add mod">
          <ac:chgData name="xi sheng" userId="b3919e0d8ca6a452" providerId="LiveId" clId="{8C65DD49-A72B-47A6-A3EE-56D00128E8DE}" dt="2023-12-26T14:34:26.533" v="1295" actId="1076"/>
          <ac:cxnSpMkLst>
            <pc:docMk/>
            <pc:sldMk cId="2944424175" sldId="351"/>
            <ac:cxnSpMk id="63" creationId="{2B2C13CB-952B-4B98-D308-3975C2EF30E0}"/>
          </ac:cxnSpMkLst>
        </pc:cxnChg>
        <pc:cxnChg chg="add mod">
          <ac:chgData name="xi sheng" userId="b3919e0d8ca6a452" providerId="LiveId" clId="{8C65DD49-A72B-47A6-A3EE-56D00128E8DE}" dt="2023-12-26T14:34:26.533" v="1295" actId="1076"/>
          <ac:cxnSpMkLst>
            <pc:docMk/>
            <pc:sldMk cId="2944424175" sldId="351"/>
            <ac:cxnSpMk id="64" creationId="{BC7FF1A1-AD74-1482-A1A4-9440E316A811}"/>
          </ac:cxnSpMkLst>
        </pc:cxnChg>
        <pc:cxnChg chg="add mod">
          <ac:chgData name="xi sheng" userId="b3919e0d8ca6a452" providerId="LiveId" clId="{8C65DD49-A72B-47A6-A3EE-56D00128E8DE}" dt="2023-12-26T14:34:26.533" v="1295" actId="1076"/>
          <ac:cxnSpMkLst>
            <pc:docMk/>
            <pc:sldMk cId="2944424175" sldId="351"/>
            <ac:cxnSpMk id="65" creationId="{76012AF3-69A3-372E-D46B-F7211F8390A6}"/>
          </ac:cxnSpMkLst>
        </pc:cxnChg>
        <pc:cxnChg chg="add mod">
          <ac:chgData name="xi sheng" userId="b3919e0d8ca6a452" providerId="LiveId" clId="{8C65DD49-A72B-47A6-A3EE-56D00128E8DE}" dt="2023-12-26T14:34:35.655" v="1297" actId="1076"/>
          <ac:cxnSpMkLst>
            <pc:docMk/>
            <pc:sldMk cId="2944424175" sldId="351"/>
            <ac:cxnSpMk id="66" creationId="{904905B1-D238-04AB-F652-E0691155C2AF}"/>
          </ac:cxnSpMkLst>
        </pc:cxnChg>
        <pc:cxnChg chg="add mod">
          <ac:chgData name="xi sheng" userId="b3919e0d8ca6a452" providerId="LiveId" clId="{8C65DD49-A72B-47A6-A3EE-56D00128E8DE}" dt="2023-12-26T14:34:35.655" v="1297" actId="1076"/>
          <ac:cxnSpMkLst>
            <pc:docMk/>
            <pc:sldMk cId="2944424175" sldId="351"/>
            <ac:cxnSpMk id="67" creationId="{064980F8-67E5-24D1-220B-C2ECAEF022BD}"/>
          </ac:cxnSpMkLst>
        </pc:cxnChg>
        <pc:cxnChg chg="add mod">
          <ac:chgData name="xi sheng" userId="b3919e0d8ca6a452" providerId="LiveId" clId="{8C65DD49-A72B-47A6-A3EE-56D00128E8DE}" dt="2023-12-26T14:34:35.655" v="1297" actId="1076"/>
          <ac:cxnSpMkLst>
            <pc:docMk/>
            <pc:sldMk cId="2944424175" sldId="351"/>
            <ac:cxnSpMk id="68" creationId="{B8B00F6B-6AF7-DF77-553A-9118B65DB9F6}"/>
          </ac:cxnSpMkLst>
        </pc:cxnChg>
      </pc:sldChg>
      <pc:sldMasterChg chg="del delSldLayout">
        <pc:chgData name="xi sheng" userId="b3919e0d8ca6a452" providerId="LiveId" clId="{8C65DD49-A72B-47A6-A3EE-56D00128E8DE}" dt="2023-12-26T12:41:02.294" v="464" actId="47"/>
        <pc:sldMasterMkLst>
          <pc:docMk/>
          <pc:sldMasterMk cId="0" sldId="2147483678"/>
        </pc:sldMasterMkLst>
        <pc:sldLayoutChg chg="del">
          <pc:chgData name="xi sheng" userId="b3919e0d8ca6a452" providerId="LiveId" clId="{8C65DD49-A72B-47A6-A3EE-56D00128E8DE}" dt="2023-12-26T12:41:02.294" v="464" actId="47"/>
          <pc:sldLayoutMkLst>
            <pc:docMk/>
            <pc:sldMasterMk cId="0" sldId="2147483678"/>
            <pc:sldLayoutMk cId="0" sldId="2147483667"/>
          </pc:sldLayoutMkLst>
        </pc:sldLayoutChg>
        <pc:sldLayoutChg chg="del">
          <pc:chgData name="xi sheng" userId="b3919e0d8ca6a452" providerId="LiveId" clId="{8C65DD49-A72B-47A6-A3EE-56D00128E8DE}" dt="2023-12-26T12:41:02.294" v="464" actId="47"/>
          <pc:sldLayoutMkLst>
            <pc:docMk/>
            <pc:sldMasterMk cId="0" sldId="2147483678"/>
            <pc:sldLayoutMk cId="0" sldId="2147483668"/>
          </pc:sldLayoutMkLst>
        </pc:sldLayoutChg>
        <pc:sldLayoutChg chg="del">
          <pc:chgData name="xi sheng" userId="b3919e0d8ca6a452" providerId="LiveId" clId="{8C65DD49-A72B-47A6-A3EE-56D00128E8DE}" dt="2023-12-26T12:41:02.294" v="464" actId="47"/>
          <pc:sldLayoutMkLst>
            <pc:docMk/>
            <pc:sldMasterMk cId="0" sldId="2147483678"/>
            <pc:sldLayoutMk cId="0" sldId="2147483669"/>
          </pc:sldLayoutMkLst>
        </pc:sldLayoutChg>
        <pc:sldLayoutChg chg="del">
          <pc:chgData name="xi sheng" userId="b3919e0d8ca6a452" providerId="LiveId" clId="{8C65DD49-A72B-47A6-A3EE-56D00128E8DE}" dt="2023-12-26T12:41:02.294" v="464" actId="47"/>
          <pc:sldLayoutMkLst>
            <pc:docMk/>
            <pc:sldMasterMk cId="0" sldId="2147483678"/>
            <pc:sldLayoutMk cId="0" sldId="2147483670"/>
          </pc:sldLayoutMkLst>
        </pc:sldLayoutChg>
        <pc:sldLayoutChg chg="del">
          <pc:chgData name="xi sheng" userId="b3919e0d8ca6a452" providerId="LiveId" clId="{8C65DD49-A72B-47A6-A3EE-56D00128E8DE}" dt="2023-12-26T12:41:02.294" v="464" actId="47"/>
          <pc:sldLayoutMkLst>
            <pc:docMk/>
            <pc:sldMasterMk cId="0" sldId="2147483678"/>
            <pc:sldLayoutMk cId="0" sldId="2147483671"/>
          </pc:sldLayoutMkLst>
        </pc:sldLayoutChg>
        <pc:sldLayoutChg chg="del">
          <pc:chgData name="xi sheng" userId="b3919e0d8ca6a452" providerId="LiveId" clId="{8C65DD49-A72B-47A6-A3EE-56D00128E8DE}" dt="2023-12-26T12:41:02.294" v="464" actId="47"/>
          <pc:sldLayoutMkLst>
            <pc:docMk/>
            <pc:sldMasterMk cId="0" sldId="2147483678"/>
            <pc:sldLayoutMk cId="0" sldId="2147483672"/>
          </pc:sldLayoutMkLst>
        </pc:sldLayoutChg>
        <pc:sldLayoutChg chg="del">
          <pc:chgData name="xi sheng" userId="b3919e0d8ca6a452" providerId="LiveId" clId="{8C65DD49-A72B-47A6-A3EE-56D00128E8DE}" dt="2023-12-26T12:41:02.294" v="464" actId="47"/>
          <pc:sldLayoutMkLst>
            <pc:docMk/>
            <pc:sldMasterMk cId="0" sldId="2147483678"/>
            <pc:sldLayoutMk cId="0" sldId="2147483673"/>
          </pc:sldLayoutMkLst>
        </pc:sldLayoutChg>
        <pc:sldLayoutChg chg="del">
          <pc:chgData name="xi sheng" userId="b3919e0d8ca6a452" providerId="LiveId" clId="{8C65DD49-A72B-47A6-A3EE-56D00128E8DE}" dt="2023-12-26T12:41:02.294" v="464" actId="47"/>
          <pc:sldLayoutMkLst>
            <pc:docMk/>
            <pc:sldMasterMk cId="0" sldId="2147483678"/>
            <pc:sldLayoutMk cId="0" sldId="2147483674"/>
          </pc:sldLayoutMkLst>
        </pc:sldLayoutChg>
        <pc:sldLayoutChg chg="del">
          <pc:chgData name="xi sheng" userId="b3919e0d8ca6a452" providerId="LiveId" clId="{8C65DD49-A72B-47A6-A3EE-56D00128E8DE}" dt="2023-12-26T12:41:02.294" v="464" actId="47"/>
          <pc:sldLayoutMkLst>
            <pc:docMk/>
            <pc:sldMasterMk cId="0" sldId="2147483678"/>
            <pc:sldLayoutMk cId="0" sldId="2147483675"/>
          </pc:sldLayoutMkLst>
        </pc:sldLayoutChg>
        <pc:sldLayoutChg chg="del">
          <pc:chgData name="xi sheng" userId="b3919e0d8ca6a452" providerId="LiveId" clId="{8C65DD49-A72B-47A6-A3EE-56D00128E8DE}" dt="2023-12-26T12:41:02.294" v="464" actId="47"/>
          <pc:sldLayoutMkLst>
            <pc:docMk/>
            <pc:sldMasterMk cId="0" sldId="2147483678"/>
            <pc:sldLayoutMk cId="0" sldId="2147483676"/>
          </pc:sldLayoutMkLst>
        </pc:sldLayoutChg>
        <pc:sldLayoutChg chg="del">
          <pc:chgData name="xi sheng" userId="b3919e0d8ca6a452" providerId="LiveId" clId="{8C65DD49-A72B-47A6-A3EE-56D00128E8DE}" dt="2023-12-26T12:41:02.294" v="464" actId="47"/>
          <pc:sldLayoutMkLst>
            <pc:docMk/>
            <pc:sldMasterMk cId="0" sldId="2147483678"/>
            <pc:sldLayoutMk cId="0" sldId="2147483677"/>
          </pc:sldLayoutMkLst>
        </pc:sldLayoutChg>
      </pc:sldMasterChg>
      <pc:sldMasterChg chg="addSldLayout delSldLayout">
        <pc:chgData name="xi sheng" userId="b3919e0d8ca6a452" providerId="LiveId" clId="{8C65DD49-A72B-47A6-A3EE-56D00128E8DE}" dt="2023-12-26T13:14:16.246" v="797" actId="47"/>
        <pc:sldMasterMkLst>
          <pc:docMk/>
          <pc:sldMasterMk cId="1782619056" sldId="2147483691"/>
        </pc:sldMasterMkLst>
        <pc:sldLayoutChg chg="del">
          <pc:chgData name="xi sheng" userId="b3919e0d8ca6a452" providerId="LiveId" clId="{8C65DD49-A72B-47A6-A3EE-56D00128E8DE}" dt="2023-12-26T13:14:16.246" v="797" actId="47"/>
          <pc:sldLayoutMkLst>
            <pc:docMk/>
            <pc:sldMasterMk cId="1782619056" sldId="2147483691"/>
            <pc:sldLayoutMk cId="2947061226" sldId="2147483704"/>
          </pc:sldLayoutMkLst>
        </pc:sldLayoutChg>
        <pc:sldLayoutChg chg="del">
          <pc:chgData name="xi sheng" userId="b3919e0d8ca6a452" providerId="LiveId" clId="{8C65DD49-A72B-47A6-A3EE-56D00128E8DE}" dt="2023-12-26T12:40:50.457" v="447" actId="47"/>
          <pc:sldLayoutMkLst>
            <pc:docMk/>
            <pc:sldMasterMk cId="1782619056" sldId="2147483691"/>
            <pc:sldLayoutMk cId="1821534235" sldId="2147483705"/>
          </pc:sldLayoutMkLst>
        </pc:sldLayoutChg>
        <pc:sldLayoutChg chg="add del">
          <pc:chgData name="xi sheng" userId="b3919e0d8ca6a452" providerId="LiveId" clId="{8C65DD49-A72B-47A6-A3EE-56D00128E8DE}" dt="2023-12-24T07:46:19.874" v="405" actId="47"/>
          <pc:sldLayoutMkLst>
            <pc:docMk/>
            <pc:sldMasterMk cId="1782619056" sldId="2147483691"/>
            <pc:sldLayoutMk cId="4225308289" sldId="2147483706"/>
          </pc:sldLayoutMkLst>
        </pc:sldLayoutChg>
        <pc:sldLayoutChg chg="del">
          <pc:chgData name="xi sheng" userId="b3919e0d8ca6a452" providerId="LiveId" clId="{8C65DD49-A72B-47A6-A3EE-56D00128E8DE}" dt="2023-12-26T12:40:56.976" v="457" actId="47"/>
          <pc:sldLayoutMkLst>
            <pc:docMk/>
            <pc:sldMasterMk cId="1782619056" sldId="2147483691"/>
            <pc:sldLayoutMk cId="2332339181" sldId="2147483707"/>
          </pc:sldLayoutMkLst>
        </pc:sldLayoutChg>
        <pc:sldLayoutChg chg="del">
          <pc:chgData name="xi sheng" userId="b3919e0d8ca6a452" providerId="LiveId" clId="{8C65DD49-A72B-47A6-A3EE-56D00128E8DE}" dt="2023-12-26T12:40:56.022" v="456" actId="47"/>
          <pc:sldLayoutMkLst>
            <pc:docMk/>
            <pc:sldMasterMk cId="1782619056" sldId="2147483691"/>
            <pc:sldLayoutMk cId="2827362068" sldId="2147483710"/>
          </pc:sldLayoutMkLst>
        </pc:sldLayoutChg>
        <pc:sldLayoutChg chg="del">
          <pc:chgData name="xi sheng" userId="b3919e0d8ca6a452" providerId="LiveId" clId="{8C65DD49-A72B-47A6-A3EE-56D00128E8DE}" dt="2023-12-26T12:40:58.137" v="458" actId="47"/>
          <pc:sldLayoutMkLst>
            <pc:docMk/>
            <pc:sldMasterMk cId="1782619056" sldId="2147483691"/>
            <pc:sldLayoutMk cId="2870632895" sldId="2147483711"/>
          </pc:sldLayoutMkLst>
        </pc:sldLayoutChg>
      </pc:sldMasterChg>
      <pc:sldMasterChg chg="modSldLayout">
        <pc:chgData name="xi sheng" userId="b3919e0d8ca6a452" providerId="LiveId" clId="{8C65DD49-A72B-47A6-A3EE-56D00128E8DE}" dt="2023-12-26T13:28:25.731" v="864"/>
        <pc:sldMasterMkLst>
          <pc:docMk/>
          <pc:sldMasterMk cId="401092772" sldId="2147483710"/>
        </pc:sldMasterMkLst>
        <pc:sldLayoutChg chg="modTransition">
          <pc:chgData name="xi sheng" userId="b3919e0d8ca6a452" providerId="LiveId" clId="{8C65DD49-A72B-47A6-A3EE-56D00128E8DE}" dt="2023-12-26T13:28:25.731" v="864"/>
          <pc:sldLayoutMkLst>
            <pc:docMk/>
            <pc:sldMasterMk cId="401092772" sldId="2147483710"/>
            <pc:sldLayoutMk cId="2847308338" sldId="2147483693"/>
          </pc:sldLayoutMkLst>
        </pc:sldLayoutChg>
        <pc:sldLayoutChg chg="modTransition">
          <pc:chgData name="xi sheng" userId="b3919e0d8ca6a452" providerId="LiveId" clId="{8C65DD49-A72B-47A6-A3EE-56D00128E8DE}" dt="2023-12-26T13:28:25.731" v="864"/>
          <pc:sldLayoutMkLst>
            <pc:docMk/>
            <pc:sldMasterMk cId="401092772" sldId="2147483710"/>
            <pc:sldLayoutMk cId="2663821870" sldId="2147483694"/>
          </pc:sldLayoutMkLst>
        </pc:sldLayoutChg>
        <pc:sldLayoutChg chg="modTransition">
          <pc:chgData name="xi sheng" userId="b3919e0d8ca6a452" providerId="LiveId" clId="{8C65DD49-A72B-47A6-A3EE-56D00128E8DE}" dt="2023-12-26T13:28:25.731" v="864"/>
          <pc:sldLayoutMkLst>
            <pc:docMk/>
            <pc:sldMasterMk cId="401092772" sldId="2147483710"/>
            <pc:sldLayoutMk cId="1836903271" sldId="2147483695"/>
          </pc:sldLayoutMkLst>
        </pc:sldLayoutChg>
        <pc:sldLayoutChg chg="modTransition">
          <pc:chgData name="xi sheng" userId="b3919e0d8ca6a452" providerId="LiveId" clId="{8C65DD49-A72B-47A6-A3EE-56D00128E8DE}" dt="2023-12-26T13:28:25.731" v="864"/>
          <pc:sldLayoutMkLst>
            <pc:docMk/>
            <pc:sldMasterMk cId="401092772" sldId="2147483710"/>
            <pc:sldLayoutMk cId="3667745461" sldId="2147483696"/>
          </pc:sldLayoutMkLst>
        </pc:sldLayoutChg>
        <pc:sldLayoutChg chg="modTransition">
          <pc:chgData name="xi sheng" userId="b3919e0d8ca6a452" providerId="LiveId" clId="{8C65DD49-A72B-47A6-A3EE-56D00128E8DE}" dt="2023-12-26T13:28:25.731" v="864"/>
          <pc:sldLayoutMkLst>
            <pc:docMk/>
            <pc:sldMasterMk cId="401092772" sldId="2147483710"/>
            <pc:sldLayoutMk cId="143792668" sldId="2147483697"/>
          </pc:sldLayoutMkLst>
        </pc:sldLayoutChg>
        <pc:sldLayoutChg chg="modTransition">
          <pc:chgData name="xi sheng" userId="b3919e0d8ca6a452" providerId="LiveId" clId="{8C65DD49-A72B-47A6-A3EE-56D00128E8DE}" dt="2023-12-26T13:28:25.731" v="864"/>
          <pc:sldLayoutMkLst>
            <pc:docMk/>
            <pc:sldMasterMk cId="401092772" sldId="2147483710"/>
            <pc:sldLayoutMk cId="1437921676" sldId="2147483698"/>
          </pc:sldLayoutMkLst>
        </pc:sldLayoutChg>
        <pc:sldLayoutChg chg="modTransition">
          <pc:chgData name="xi sheng" userId="b3919e0d8ca6a452" providerId="LiveId" clId="{8C65DD49-A72B-47A6-A3EE-56D00128E8DE}" dt="2023-12-26T13:28:25.731" v="864"/>
          <pc:sldLayoutMkLst>
            <pc:docMk/>
            <pc:sldMasterMk cId="401092772" sldId="2147483710"/>
            <pc:sldLayoutMk cId="3699384107" sldId="2147483699"/>
          </pc:sldLayoutMkLst>
        </pc:sldLayoutChg>
      </pc:sldMasterChg>
      <pc:sldMasterChg chg="modSldLayout">
        <pc:chgData name="xi sheng" userId="b3919e0d8ca6a452" providerId="LiveId" clId="{8C65DD49-A72B-47A6-A3EE-56D00128E8DE}" dt="2023-12-26T13:25:55.660" v="828"/>
        <pc:sldMasterMkLst>
          <pc:docMk/>
          <pc:sldMasterMk cId="584353803" sldId="2147483722"/>
        </pc:sldMasterMkLst>
        <pc:sldLayoutChg chg="modTransition">
          <pc:chgData name="xi sheng" userId="b3919e0d8ca6a452" providerId="LiveId" clId="{8C65DD49-A72B-47A6-A3EE-56D00128E8DE}" dt="2023-12-26T13:25:55.660" v="828"/>
          <pc:sldLayoutMkLst>
            <pc:docMk/>
            <pc:sldMasterMk cId="401092772" sldId="2147483710"/>
            <pc:sldLayoutMk cId="2847308338" sldId="2147483693"/>
          </pc:sldLayoutMkLst>
        </pc:sldLayoutChg>
        <pc:sldLayoutChg chg="modTransition">
          <pc:chgData name="xi sheng" userId="b3919e0d8ca6a452" providerId="LiveId" clId="{8C65DD49-A72B-47A6-A3EE-56D00128E8DE}" dt="2023-12-26T13:25:55.660" v="828"/>
          <pc:sldLayoutMkLst>
            <pc:docMk/>
            <pc:sldMasterMk cId="401092772" sldId="2147483710"/>
            <pc:sldLayoutMk cId="2663821870" sldId="2147483694"/>
          </pc:sldLayoutMkLst>
        </pc:sldLayoutChg>
        <pc:sldLayoutChg chg="modTransition">
          <pc:chgData name="xi sheng" userId="b3919e0d8ca6a452" providerId="LiveId" clId="{8C65DD49-A72B-47A6-A3EE-56D00128E8DE}" dt="2023-12-26T13:25:55.660" v="828"/>
          <pc:sldLayoutMkLst>
            <pc:docMk/>
            <pc:sldMasterMk cId="401092772" sldId="2147483710"/>
            <pc:sldLayoutMk cId="1836903271" sldId="2147483695"/>
          </pc:sldLayoutMkLst>
        </pc:sldLayoutChg>
        <pc:sldLayoutChg chg="modTransition">
          <pc:chgData name="xi sheng" userId="b3919e0d8ca6a452" providerId="LiveId" clId="{8C65DD49-A72B-47A6-A3EE-56D00128E8DE}" dt="2023-12-26T13:25:55.660" v="828"/>
          <pc:sldLayoutMkLst>
            <pc:docMk/>
            <pc:sldMasterMk cId="401092772" sldId="2147483710"/>
            <pc:sldLayoutMk cId="3667745461" sldId="2147483696"/>
          </pc:sldLayoutMkLst>
        </pc:sldLayoutChg>
        <pc:sldLayoutChg chg="modTransition">
          <pc:chgData name="xi sheng" userId="b3919e0d8ca6a452" providerId="LiveId" clId="{8C65DD49-A72B-47A6-A3EE-56D00128E8DE}" dt="2023-12-26T13:25:55.660" v="828"/>
          <pc:sldLayoutMkLst>
            <pc:docMk/>
            <pc:sldMasterMk cId="401092772" sldId="2147483710"/>
            <pc:sldLayoutMk cId="143792668" sldId="2147483697"/>
          </pc:sldLayoutMkLst>
        </pc:sldLayoutChg>
        <pc:sldLayoutChg chg="modTransition">
          <pc:chgData name="xi sheng" userId="b3919e0d8ca6a452" providerId="LiveId" clId="{8C65DD49-A72B-47A6-A3EE-56D00128E8DE}" dt="2023-12-26T13:25:55.660" v="828"/>
          <pc:sldLayoutMkLst>
            <pc:docMk/>
            <pc:sldMasterMk cId="401092772" sldId="2147483710"/>
            <pc:sldLayoutMk cId="1437921676" sldId="2147483698"/>
          </pc:sldLayoutMkLst>
        </pc:sldLayoutChg>
        <pc:sldLayoutChg chg="modTransition">
          <pc:chgData name="xi sheng" userId="b3919e0d8ca6a452" providerId="LiveId" clId="{8C65DD49-A72B-47A6-A3EE-56D00128E8DE}" dt="2023-12-26T13:25:55.660" v="828"/>
          <pc:sldLayoutMkLst>
            <pc:docMk/>
            <pc:sldMasterMk cId="401092772" sldId="2147483710"/>
            <pc:sldLayoutMk cId="3699384107" sldId="214748369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B8D7D6-1ADC-4201-A9C1-FC638DCAB7E3}" type="datetimeFigureOut">
              <a:rPr lang="zh-CN" altLang="en-US" smtClean="0"/>
              <a:t>2023/12/26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C6A81B-61D9-4E37-8E27-6AA04C7DC07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zh-CN" altLang="en-US" b="1" i="0" dirty="0">
                <a:solidFill>
                  <a:srgbClr val="333333"/>
                </a:solidFill>
                <a:effectLst/>
                <a:latin typeface="Helvetica Neue"/>
              </a:rPr>
              <a:t>学科基础知识</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学科基础知识被视为专业类基础知识，培养学生计算思维、程序设计与实现、算法分析与设计、系统能力等专业基本能力，能够解决实际问题。</a:t>
            </a:r>
          </a:p>
          <a:p>
            <a:pPr algn="l"/>
            <a:r>
              <a:rPr lang="zh-CN" altLang="en-US" b="0" i="0" dirty="0">
                <a:solidFill>
                  <a:srgbClr val="333333"/>
                </a:solidFill>
                <a:effectLst/>
                <a:latin typeface="Helvetica Neue"/>
              </a:rPr>
              <a:t>建议教学内容覆盖以下知识领域的核心内容：程序设计、数据结构、计算机组成、操作系统、计算机网络、信息管理，包括核心概念、基本原理以及相关的基本技术和方法，并让学生了解学科发展历史和现状。</a:t>
            </a:r>
          </a:p>
          <a:p>
            <a:pPr algn="l">
              <a:buFont typeface="Arial" panose="020B0604020202020204" pitchFamily="34" charset="0"/>
              <a:buChar char="•"/>
            </a:pPr>
            <a:r>
              <a:rPr lang="zh-CN" altLang="en-US" b="1" i="0" dirty="0">
                <a:solidFill>
                  <a:srgbClr val="333333"/>
                </a:solidFill>
                <a:effectLst/>
                <a:latin typeface="Helvetica Neue"/>
              </a:rPr>
              <a:t>专业知识</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培养学生将基本原理与技术运用于计算学科研究以及计算系统设计、开发与应用等工作的能力。建议教学内容包含数字电路、计算机系统结构、算法、程序设计语言、软件工程、并行分布计算、智能技术、计算机图形学与人机交互等知识领域的基本内容。</a:t>
            </a:r>
          </a:p>
          <a:p>
            <a:pPr algn="l"/>
            <a:r>
              <a:rPr lang="zh-CN" altLang="en-US" b="0" i="0" dirty="0">
                <a:solidFill>
                  <a:srgbClr val="333333"/>
                </a:solidFill>
                <a:effectLst/>
                <a:latin typeface="Helvetica Neue"/>
              </a:rPr>
              <a:t>课程体系必须支持各项毕业要求的有效达成，进而保证专业培养目标的有效实现。核心课程体系示例（括号内数字为建议学时数）</a:t>
            </a:r>
          </a:p>
          <a:p>
            <a:pPr algn="l"/>
            <a:r>
              <a:rPr lang="zh-CN" altLang="en-US" b="1" i="0" dirty="0">
                <a:solidFill>
                  <a:srgbClr val="333333"/>
                </a:solidFill>
                <a:effectLst/>
                <a:latin typeface="Helvetica Neue"/>
              </a:rPr>
              <a:t>示例一：</a:t>
            </a:r>
            <a:r>
              <a:rPr lang="zh-CN" altLang="en-US" b="0" i="0" dirty="0">
                <a:solidFill>
                  <a:srgbClr val="333333"/>
                </a:solidFill>
                <a:effectLst/>
                <a:latin typeface="Helvetica Neue"/>
              </a:rPr>
              <a:t>高级语言程序设计（</a:t>
            </a:r>
            <a:r>
              <a:rPr lang="en-US" altLang="zh-CN" b="0" i="0" dirty="0">
                <a:solidFill>
                  <a:srgbClr val="333333"/>
                </a:solidFill>
                <a:effectLst/>
                <a:latin typeface="Helvetica Neue"/>
              </a:rPr>
              <a:t>72</a:t>
            </a:r>
            <a:r>
              <a:rPr lang="zh-CN" altLang="en-US" b="0" i="0" dirty="0">
                <a:solidFill>
                  <a:srgbClr val="333333"/>
                </a:solidFill>
                <a:effectLst/>
                <a:latin typeface="Helvetica Neue"/>
              </a:rPr>
              <a:t>）、集合论与图论（</a:t>
            </a:r>
            <a:r>
              <a:rPr lang="en-US" altLang="zh-CN" b="0" i="0" dirty="0">
                <a:solidFill>
                  <a:srgbClr val="333333"/>
                </a:solidFill>
                <a:effectLst/>
                <a:latin typeface="Helvetica Neue"/>
              </a:rPr>
              <a:t>48</a:t>
            </a:r>
            <a:r>
              <a:rPr lang="zh-CN" altLang="en-US" b="0" i="0" dirty="0">
                <a:solidFill>
                  <a:srgbClr val="333333"/>
                </a:solidFill>
                <a:effectLst/>
                <a:latin typeface="Helvetica Neue"/>
              </a:rPr>
              <a:t>）、近世代数（</a:t>
            </a:r>
            <a:r>
              <a:rPr lang="en-US" altLang="zh-CN" b="0" i="0" dirty="0">
                <a:solidFill>
                  <a:srgbClr val="333333"/>
                </a:solidFill>
                <a:effectLst/>
                <a:latin typeface="Helvetica Neue"/>
              </a:rPr>
              <a:t>32</a:t>
            </a:r>
            <a:r>
              <a:rPr lang="zh-CN" altLang="en-US" b="0" i="0" dirty="0">
                <a:solidFill>
                  <a:srgbClr val="333333"/>
                </a:solidFill>
                <a:effectLst/>
                <a:latin typeface="Helvetica Neue"/>
              </a:rPr>
              <a:t>）、数理逻辑（</a:t>
            </a:r>
            <a:r>
              <a:rPr lang="en-US" altLang="zh-CN" b="0" i="0" dirty="0">
                <a:solidFill>
                  <a:srgbClr val="333333"/>
                </a:solidFill>
                <a:effectLst/>
                <a:latin typeface="Helvetica Neue"/>
              </a:rPr>
              <a:t>32</a:t>
            </a:r>
            <a:r>
              <a:rPr lang="zh-CN" altLang="en-US" b="0" i="0" dirty="0">
                <a:solidFill>
                  <a:srgbClr val="333333"/>
                </a:solidFill>
                <a:effectLst/>
                <a:latin typeface="Helvetica Neue"/>
              </a:rPr>
              <a:t>）、形式语言与自动机（</a:t>
            </a:r>
            <a:r>
              <a:rPr lang="en-US" altLang="zh-CN" b="0" i="0" dirty="0">
                <a:solidFill>
                  <a:srgbClr val="333333"/>
                </a:solidFill>
                <a:effectLst/>
                <a:latin typeface="Helvetica Neue"/>
              </a:rPr>
              <a:t>32</a:t>
            </a:r>
            <a:r>
              <a:rPr lang="zh-CN" altLang="en-US" b="0" i="0" dirty="0">
                <a:solidFill>
                  <a:srgbClr val="333333"/>
                </a:solidFill>
                <a:effectLst/>
                <a:latin typeface="Helvetica Neue"/>
              </a:rPr>
              <a:t>）、电子技术基础（</a:t>
            </a:r>
            <a:r>
              <a:rPr lang="en-US" altLang="zh-CN" b="0" i="0" dirty="0">
                <a:solidFill>
                  <a:srgbClr val="333333"/>
                </a:solidFill>
                <a:effectLst/>
                <a:latin typeface="Helvetica Neue"/>
              </a:rPr>
              <a:t>48</a:t>
            </a:r>
            <a:r>
              <a:rPr lang="zh-CN" altLang="en-US" b="0" i="0" dirty="0">
                <a:solidFill>
                  <a:srgbClr val="333333"/>
                </a:solidFill>
                <a:effectLst/>
                <a:latin typeface="Helvetica Neue"/>
              </a:rPr>
              <a:t>）、数字逻辑设计（</a:t>
            </a:r>
            <a:r>
              <a:rPr lang="en-US" altLang="zh-CN" b="0" i="0" dirty="0">
                <a:solidFill>
                  <a:srgbClr val="333333"/>
                </a:solidFill>
                <a:effectLst/>
                <a:latin typeface="Helvetica Neue"/>
              </a:rPr>
              <a:t>48</a:t>
            </a:r>
            <a:r>
              <a:rPr lang="zh-CN" altLang="en-US" b="0" i="0" dirty="0">
                <a:solidFill>
                  <a:srgbClr val="333333"/>
                </a:solidFill>
                <a:effectLst/>
                <a:latin typeface="Helvetica Neue"/>
              </a:rPr>
              <a:t>）、数据结构与算法（</a:t>
            </a:r>
            <a:r>
              <a:rPr lang="en-US" altLang="zh-CN" b="0" i="0" dirty="0">
                <a:solidFill>
                  <a:srgbClr val="333333"/>
                </a:solidFill>
                <a:effectLst/>
                <a:latin typeface="Helvetica Neue"/>
              </a:rPr>
              <a:t>64</a:t>
            </a:r>
            <a:r>
              <a:rPr lang="zh-CN" altLang="en-US" b="0" i="0" dirty="0">
                <a:solidFill>
                  <a:srgbClr val="333333"/>
                </a:solidFill>
                <a:effectLst/>
                <a:latin typeface="Helvetica Neue"/>
              </a:rPr>
              <a:t>）、计算机组成原理（</a:t>
            </a:r>
            <a:r>
              <a:rPr lang="en-US" altLang="zh-CN" b="0" i="0" dirty="0">
                <a:solidFill>
                  <a:srgbClr val="333333"/>
                </a:solidFill>
                <a:effectLst/>
                <a:latin typeface="Helvetica Neue"/>
              </a:rPr>
              <a:t>72</a:t>
            </a:r>
            <a:r>
              <a:rPr lang="zh-CN" altLang="en-US" b="0" i="0" dirty="0">
                <a:solidFill>
                  <a:srgbClr val="333333"/>
                </a:solidFill>
                <a:effectLst/>
                <a:latin typeface="Helvetica Neue"/>
              </a:rPr>
              <a:t>）、软件工程（</a:t>
            </a:r>
            <a:r>
              <a:rPr lang="en-US" altLang="zh-CN" b="0" i="0" dirty="0">
                <a:solidFill>
                  <a:srgbClr val="333333"/>
                </a:solidFill>
                <a:effectLst/>
                <a:latin typeface="Helvetica Neue"/>
              </a:rPr>
              <a:t>64</a:t>
            </a:r>
            <a:r>
              <a:rPr lang="zh-CN" altLang="en-US" b="0" i="0" dirty="0">
                <a:solidFill>
                  <a:srgbClr val="333333"/>
                </a:solidFill>
                <a:effectLst/>
                <a:latin typeface="Helvetica Neue"/>
              </a:rPr>
              <a:t>）、数据库系统（</a:t>
            </a:r>
            <a:r>
              <a:rPr lang="en-US" altLang="zh-CN" b="0" i="0" dirty="0">
                <a:solidFill>
                  <a:srgbClr val="333333"/>
                </a:solidFill>
                <a:effectLst/>
                <a:latin typeface="Helvetica Neue"/>
              </a:rPr>
              <a:t>64</a:t>
            </a:r>
            <a:r>
              <a:rPr lang="zh-CN" altLang="en-US" b="0" i="0" dirty="0">
                <a:solidFill>
                  <a:srgbClr val="333333"/>
                </a:solidFill>
                <a:effectLst/>
                <a:latin typeface="Helvetica Neue"/>
              </a:rPr>
              <a:t>）、操作系统（</a:t>
            </a:r>
            <a:r>
              <a:rPr lang="en-US" altLang="zh-CN" b="0" i="0" dirty="0">
                <a:solidFill>
                  <a:srgbClr val="333333"/>
                </a:solidFill>
                <a:effectLst/>
                <a:latin typeface="Helvetica Neue"/>
              </a:rPr>
              <a:t>64</a:t>
            </a:r>
            <a:r>
              <a:rPr lang="zh-CN" altLang="en-US" b="0" i="0" dirty="0">
                <a:solidFill>
                  <a:srgbClr val="333333"/>
                </a:solidFill>
                <a:effectLst/>
                <a:latin typeface="Helvetica Neue"/>
              </a:rPr>
              <a:t>）、计算机网络（</a:t>
            </a:r>
            <a:r>
              <a:rPr lang="en-US" altLang="zh-CN" b="0" i="0" dirty="0">
                <a:solidFill>
                  <a:srgbClr val="333333"/>
                </a:solidFill>
                <a:effectLst/>
                <a:latin typeface="Helvetica Neue"/>
              </a:rPr>
              <a:t>56</a:t>
            </a:r>
            <a:r>
              <a:rPr lang="zh-CN" altLang="en-US" b="0" i="0" dirty="0">
                <a:solidFill>
                  <a:srgbClr val="333333"/>
                </a:solidFill>
                <a:effectLst/>
                <a:latin typeface="Helvetica Neue"/>
              </a:rPr>
              <a:t>）、编译原理（</a:t>
            </a:r>
            <a:r>
              <a:rPr lang="en-US" altLang="zh-CN" b="0" i="0" dirty="0">
                <a:solidFill>
                  <a:srgbClr val="333333"/>
                </a:solidFill>
                <a:effectLst/>
                <a:latin typeface="Helvetica Neue"/>
              </a:rPr>
              <a:t>64</a:t>
            </a:r>
            <a:r>
              <a:rPr lang="zh-CN" altLang="en-US" b="0" i="0" dirty="0">
                <a:solidFill>
                  <a:srgbClr val="333333"/>
                </a:solidFill>
                <a:effectLst/>
                <a:latin typeface="Helvetica Neue"/>
              </a:rPr>
              <a:t>）、计算机体系结构（</a:t>
            </a:r>
            <a:r>
              <a:rPr lang="en-US" altLang="zh-CN" b="0" i="0" dirty="0">
                <a:solidFill>
                  <a:srgbClr val="333333"/>
                </a:solidFill>
                <a:effectLst/>
                <a:latin typeface="Helvetica Neue"/>
              </a:rPr>
              <a:t>48</a:t>
            </a:r>
            <a:r>
              <a:rPr lang="zh-CN" altLang="en-US" b="0" i="0" dirty="0">
                <a:solidFill>
                  <a:srgbClr val="333333"/>
                </a:solidFill>
                <a:effectLst/>
                <a:latin typeface="Helvetica Neue"/>
              </a:rPr>
              <a:t>）。</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tabLst/>
              <a:defRPr/>
            </a:pPr>
            <a:fld id="{234EBC72-BC0D-4626-B8CE-92C1F298A9E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3765"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a:t>My First Template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143000" lvl="2"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用户库：</a:t>
            </a:r>
          </a:p>
          <a:p>
            <a:pPr marL="1600200" lvl="3"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个人信息【年龄、学历、专业、地区、院校、目标】</a:t>
            </a:r>
          </a:p>
          <a:p>
            <a:pPr marL="1600200" lvl="3"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做题记录【做的题库有哪些，其中做了哪些题目，题目的熟练度、相同及相似题目的做题次数、错误次数、错误原因或不掌握原因（包含粗心大类：审题错误、计算错误、抄写错误，没有思路、记忆错误、知识点不熟悉）】等。</a:t>
            </a:r>
          </a:p>
          <a:p>
            <a:pPr marL="1143000" lvl="2"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题库：</a:t>
            </a:r>
          </a:p>
          <a:p>
            <a:pPr marL="1600200" lvl="3"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单个题目：题干、答案、解析、学科、年级、专业、知识点、方法、各大考试中的出现频率、难度（由用户错误率得出）、常见错误原因等。</a:t>
            </a:r>
          </a:p>
          <a:p>
            <a:pPr marL="1600200" lvl="3"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一个题库：学科、年级、专业、难度、在考试中出现频率、常见错误原因。</a:t>
            </a:r>
          </a:p>
          <a:p>
            <a:pPr marL="1143000" lvl="2"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解决方案库（用于生成个人报告）：不同的解决方案，对应于不同的错误原因（如“建议审题慢一些”对应“审题错误”、“建议字迹清晰，草稿端正”对应“抄写错误”等）</a:t>
            </a:r>
          </a:p>
          <a:p>
            <a:endParaRPr lang="zh-CN" altLang="en-US" dirty="0"/>
          </a:p>
        </p:txBody>
      </p:sp>
      <p:sp>
        <p:nvSpPr>
          <p:cNvPr id="4" name="灯片编号占位符 3"/>
          <p:cNvSpPr>
            <a:spLocks noGrp="1"/>
          </p:cNvSpPr>
          <p:nvPr>
            <p:ph type="sldNum" sz="quarter" idx="5"/>
          </p:nvPr>
        </p:nvSpPr>
        <p:spPr/>
        <p:txBody>
          <a:bodyPr/>
          <a:lstStyle/>
          <a:p>
            <a:fld id="{89C6A81B-61D9-4E37-8E27-6AA04C7DC077}" type="slidenum">
              <a:rPr lang="zh-CN" altLang="en-US" smtClean="0"/>
              <a:t>18</a:t>
            </a:fld>
            <a:endParaRPr lang="zh-CN" altLang="en-US"/>
          </a:p>
        </p:txBody>
      </p:sp>
    </p:spTree>
    <p:extLst>
      <p:ext uri="{BB962C8B-B14F-4D97-AF65-F5344CB8AC3E}">
        <p14:creationId xmlns:p14="http://schemas.microsoft.com/office/powerpoint/2010/main" val="2819307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C6A81B-61D9-4E37-8E27-6AA04C7DC077}" type="slidenum">
              <a:rPr lang="zh-CN" altLang="en-US" smtClean="0"/>
              <a:t>21</a:t>
            </a:fld>
            <a:endParaRPr lang="zh-CN" altLang="en-US"/>
          </a:p>
        </p:txBody>
      </p:sp>
    </p:spTree>
    <p:extLst>
      <p:ext uri="{BB962C8B-B14F-4D97-AF65-F5344CB8AC3E}">
        <p14:creationId xmlns:p14="http://schemas.microsoft.com/office/powerpoint/2010/main" val="1688952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742950" lvl="1" indent="-28575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“我的”：</a:t>
            </a:r>
          </a:p>
          <a:p>
            <a:pPr marL="1143000" lvl="2"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“用户信息完善”：用户可以在这个模块里看到一些属于自己的“标签”，如“粗心”，这些标签根据用户数据库的刷题记录生成，用户也可以自己改动。</a:t>
            </a:r>
          </a:p>
          <a:p>
            <a:pPr marL="1143000" lvl="2"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“个人报告”：用户会在这个模块中得到一份独属于自己的做题报告，其中有自己的做题数据、统计图表、相应问题和解决建议等。</a:t>
            </a:r>
          </a:p>
          <a:p>
            <a:pPr marL="1143000" lvl="2"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“帮助”：用户可以在其中得到一些常见问题的解答。</a:t>
            </a:r>
          </a:p>
          <a:p>
            <a:pPr marL="1143000" lvl="2"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“在线客服”：用户可以在其中得到问题的人工解答。</a:t>
            </a:r>
          </a:p>
          <a:p>
            <a:pPr marL="1143000" lvl="2" indent="-228600" algn="just">
              <a:buFont typeface="+mj-lt"/>
              <a:buAutoNum type="arabicPeriod"/>
            </a:pP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“意见反馈”：用户可以在其中反馈自己对于这个刷题工具的看法和建议，以便开发者进一步完善。</a:t>
            </a:r>
          </a:p>
          <a:p>
            <a:endParaRPr lang="zh-CN" altLang="en-US" dirty="0"/>
          </a:p>
        </p:txBody>
      </p:sp>
      <p:sp>
        <p:nvSpPr>
          <p:cNvPr id="4" name="灯片编号占位符 3"/>
          <p:cNvSpPr>
            <a:spLocks noGrp="1"/>
          </p:cNvSpPr>
          <p:nvPr>
            <p:ph type="sldNum" sz="quarter" idx="5"/>
          </p:nvPr>
        </p:nvSpPr>
        <p:spPr/>
        <p:txBody>
          <a:bodyPr/>
          <a:lstStyle/>
          <a:p>
            <a:fld id="{89C6A81B-61D9-4E37-8E27-6AA04C7DC077}" type="slidenum">
              <a:rPr lang="zh-CN" altLang="en-US" smtClean="0"/>
              <a:t>25</a:t>
            </a:fld>
            <a:endParaRPr lang="zh-CN" altLang="en-US"/>
          </a:p>
        </p:txBody>
      </p:sp>
    </p:spTree>
    <p:extLst>
      <p:ext uri="{BB962C8B-B14F-4D97-AF65-F5344CB8AC3E}">
        <p14:creationId xmlns:p14="http://schemas.microsoft.com/office/powerpoint/2010/main" val="195876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143000" lvl="2" indent="-2286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选择库”：用户选择题库，题库分为三类：官方已有库、智能生成库和自定义库，官方已有库中是一些市面上常见的教辅题库、教科书题库、试卷题库等；智能生成库是系统根据用户的做题标签生成的个性化库；自定义库是用户可自定义的库，用户可以自行上传题目（来源于用户的收藏题目、错题集、外来题目，外来题目由用户上传，用户可以拍照由系统识别，也可以手动输入题目和答案，并选择题目所含的标签，假如用户无法给予这些信息，系统会智能生成），编辑题目顺序，做题模式等。</a:t>
            </a:r>
          </a:p>
          <a:p>
            <a:pPr marL="1143000" lvl="2" indent="-2286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做题模式的选择：包含做题顺序（试卷顺序、随机顺序、题型顺序、知识点顺序等）、答案出现时间、是否给予提示、整卷时间限制和单题时间限制等，用户按需编辑。</a:t>
            </a:r>
          </a:p>
          <a:p>
            <a:pPr marL="1143000" lvl="2" indent="-2286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刷题时的辅助功能：收藏题目、草稿纸、圈画、笔记等。</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C6A81B-61D9-4E37-8E27-6AA04C7DC07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Arial"/>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Arial"/>
            </a:endParaRPr>
          </a:p>
        </p:txBody>
      </p:sp>
    </p:spTree>
    <p:extLst>
      <p:ext uri="{BB962C8B-B14F-4D97-AF65-F5344CB8AC3E}">
        <p14:creationId xmlns:p14="http://schemas.microsoft.com/office/powerpoint/2010/main" val="1147383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143000" lvl="2" indent="-2286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题目提交后界面：包含这道题的详细答案、所在的学科领域、所用的知识点和方法、在人群中的错误率（数据来源于其他用户）、人们的主要错误原因（来源于智能生成），假如用户该题错误，系统会根据用户的做题记录智能生成用户的错误原因，若用户认为不准确可以更改；假如用户该题正确，系统会进一步询问用户是否真正掌握该题，是否存在蒙对、不熟悉不确定等，假如存在，那么系统会根据用户的做题记录智能生成用户的不掌握原因，若用户认为不准确可以更改；不论用户掌握与否，做对与否，系统都会让用户选择自己对这道题的熟练度。此界面可以选择每做完一道题出现一次或昨晚一整套题出现一次或不出现。</a:t>
            </a:r>
          </a:p>
          <a:p>
            <a:pPr marL="1143000" lvl="2" indent="-2286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此次刷题的总结界面：用户刷完一套题后出现，基于刷题数据生成的一份总结报告，包含这次刷题的用时（可细分到每个题目的用时）、正确率、错误原因、错误的知识点和题型等，并生成统计图表，给出个人建议。</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C6A81B-61D9-4E37-8E27-6AA04C7DC07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Arial"/>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Arial"/>
            </a:endParaRPr>
          </a:p>
        </p:txBody>
      </p:sp>
    </p:spTree>
    <p:extLst>
      <p:ext uri="{BB962C8B-B14F-4D97-AF65-F5344CB8AC3E}">
        <p14:creationId xmlns:p14="http://schemas.microsoft.com/office/powerpoint/2010/main" val="1682607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office.msn.com.cn/"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72"/>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8738" indent="0" algn="ctr">
              <a:buNone/>
              <a:defRPr>
                <a:solidFill>
                  <a:schemeClr val="tx1">
                    <a:tint val="75000"/>
                  </a:schemeClr>
                </a:solidFill>
              </a:defRPr>
            </a:lvl2pPr>
            <a:lvl3pPr marL="1218323" indent="0" algn="ctr">
              <a:buNone/>
              <a:defRPr>
                <a:solidFill>
                  <a:schemeClr val="tx1">
                    <a:tint val="75000"/>
                  </a:schemeClr>
                </a:solidFill>
              </a:defRPr>
            </a:lvl3pPr>
            <a:lvl4pPr marL="1827061" indent="0" algn="ctr">
              <a:buNone/>
              <a:defRPr>
                <a:solidFill>
                  <a:schemeClr val="tx1">
                    <a:tint val="75000"/>
                  </a:schemeClr>
                </a:solidFill>
              </a:defRPr>
            </a:lvl4pPr>
            <a:lvl5pPr marL="2436646" indent="0" algn="ctr">
              <a:buNone/>
              <a:defRPr>
                <a:solidFill>
                  <a:schemeClr val="tx1">
                    <a:tint val="75000"/>
                  </a:schemeClr>
                </a:solidFill>
              </a:defRPr>
            </a:lvl5pPr>
            <a:lvl6pPr marL="3045384" indent="0" algn="ctr">
              <a:buNone/>
              <a:defRPr>
                <a:solidFill>
                  <a:schemeClr val="tx1">
                    <a:tint val="75000"/>
                  </a:schemeClr>
                </a:solidFill>
              </a:defRPr>
            </a:lvl6pPr>
            <a:lvl7pPr marL="3654122" indent="0" algn="ctr">
              <a:buNone/>
              <a:defRPr>
                <a:solidFill>
                  <a:schemeClr val="tx1">
                    <a:tint val="75000"/>
                  </a:schemeClr>
                </a:solidFill>
              </a:defRPr>
            </a:lvl7pPr>
            <a:lvl8pPr marL="4263707" indent="0" algn="ctr">
              <a:buNone/>
              <a:defRPr>
                <a:solidFill>
                  <a:schemeClr val="tx1">
                    <a:tint val="75000"/>
                  </a:schemeClr>
                </a:solidFill>
              </a:defRPr>
            </a:lvl8pPr>
            <a:lvl9pPr marL="4872445"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88764739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06482918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8738" indent="0">
              <a:buNone/>
              <a:defRPr sz="2400">
                <a:solidFill>
                  <a:schemeClr val="tx1">
                    <a:tint val="75000"/>
                  </a:schemeClr>
                </a:solidFill>
              </a:defRPr>
            </a:lvl2pPr>
            <a:lvl3pPr marL="1218323" indent="0">
              <a:buNone/>
              <a:defRPr sz="2133">
                <a:solidFill>
                  <a:schemeClr val="tx1">
                    <a:tint val="75000"/>
                  </a:schemeClr>
                </a:solidFill>
              </a:defRPr>
            </a:lvl3pPr>
            <a:lvl4pPr marL="1827061" indent="0">
              <a:buNone/>
              <a:defRPr sz="1867">
                <a:solidFill>
                  <a:schemeClr val="tx1">
                    <a:tint val="75000"/>
                  </a:schemeClr>
                </a:solidFill>
              </a:defRPr>
            </a:lvl4pPr>
            <a:lvl5pPr marL="2436646" indent="0">
              <a:buNone/>
              <a:defRPr sz="1867">
                <a:solidFill>
                  <a:schemeClr val="tx1">
                    <a:tint val="75000"/>
                  </a:schemeClr>
                </a:solidFill>
              </a:defRPr>
            </a:lvl5pPr>
            <a:lvl6pPr marL="3045384" indent="0">
              <a:buNone/>
              <a:defRPr sz="1867">
                <a:solidFill>
                  <a:schemeClr val="tx1">
                    <a:tint val="75000"/>
                  </a:schemeClr>
                </a:solidFill>
              </a:defRPr>
            </a:lvl6pPr>
            <a:lvl7pPr marL="3654122" indent="0">
              <a:buNone/>
              <a:defRPr sz="1867">
                <a:solidFill>
                  <a:schemeClr val="tx1">
                    <a:tint val="75000"/>
                  </a:schemeClr>
                </a:solidFill>
              </a:defRPr>
            </a:lvl7pPr>
            <a:lvl8pPr marL="4263707" indent="0">
              <a:buNone/>
              <a:defRPr sz="1867">
                <a:solidFill>
                  <a:schemeClr val="tx1">
                    <a:tint val="75000"/>
                  </a:schemeClr>
                </a:solidFill>
              </a:defRPr>
            </a:lvl8pPr>
            <a:lvl9pPr marL="4872445"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10171680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61725354"/>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3"/>
          </a:xfrm>
        </p:spPr>
        <p:txBody>
          <a:bodyPr anchor="b"/>
          <a:lstStyle>
            <a:lvl1pPr marL="0" indent="0">
              <a:buNone/>
              <a:defRPr sz="3200" b="1"/>
            </a:lvl1pPr>
            <a:lvl2pPr marL="608738" indent="0">
              <a:buNone/>
              <a:defRPr sz="2667" b="1"/>
            </a:lvl2pPr>
            <a:lvl3pPr marL="1218323" indent="0">
              <a:buNone/>
              <a:defRPr sz="2400" b="1"/>
            </a:lvl3pPr>
            <a:lvl4pPr marL="1827061" indent="0">
              <a:buNone/>
              <a:defRPr sz="2133" b="1"/>
            </a:lvl4pPr>
            <a:lvl5pPr marL="2436646" indent="0">
              <a:buNone/>
              <a:defRPr sz="2133" b="1"/>
            </a:lvl5pPr>
            <a:lvl6pPr marL="3045384" indent="0">
              <a:buNone/>
              <a:defRPr sz="2133" b="1"/>
            </a:lvl6pPr>
            <a:lvl7pPr marL="3654122" indent="0">
              <a:buNone/>
              <a:defRPr sz="2133" b="1"/>
            </a:lvl7pPr>
            <a:lvl8pPr marL="4263707" indent="0">
              <a:buNone/>
              <a:defRPr sz="2133" b="1"/>
            </a:lvl8pPr>
            <a:lvl9pPr marL="4872445"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414" y="1535113"/>
            <a:ext cx="5389033" cy="639763"/>
          </a:xfrm>
        </p:spPr>
        <p:txBody>
          <a:bodyPr anchor="b"/>
          <a:lstStyle>
            <a:lvl1pPr marL="0" indent="0">
              <a:buNone/>
              <a:defRPr sz="3200" b="1"/>
            </a:lvl1pPr>
            <a:lvl2pPr marL="608738" indent="0">
              <a:buNone/>
              <a:defRPr sz="2667" b="1"/>
            </a:lvl2pPr>
            <a:lvl3pPr marL="1218323" indent="0">
              <a:buNone/>
              <a:defRPr sz="2400" b="1"/>
            </a:lvl3pPr>
            <a:lvl4pPr marL="1827061" indent="0">
              <a:buNone/>
              <a:defRPr sz="2133" b="1"/>
            </a:lvl4pPr>
            <a:lvl5pPr marL="2436646" indent="0">
              <a:buNone/>
              <a:defRPr sz="2133" b="1"/>
            </a:lvl5pPr>
            <a:lvl6pPr marL="3045384" indent="0">
              <a:buNone/>
              <a:defRPr sz="2133" b="1"/>
            </a:lvl6pPr>
            <a:lvl7pPr marL="3654122" indent="0">
              <a:buNone/>
              <a:defRPr sz="2133" b="1"/>
            </a:lvl7pPr>
            <a:lvl8pPr marL="4263707" indent="0">
              <a:buNone/>
              <a:defRPr sz="2133" b="1"/>
            </a:lvl8pPr>
            <a:lvl9pPr marL="4872445"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414"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4067323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1007198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55378302"/>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49"/>
            <a:ext cx="4011084" cy="1162051"/>
          </a:xfr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733" y="273097"/>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4"/>
            <a:ext cx="4011084" cy="4691063"/>
          </a:xfrm>
        </p:spPr>
        <p:txBody>
          <a:bodyPr/>
          <a:lstStyle>
            <a:lvl1pPr marL="0" indent="0">
              <a:buNone/>
              <a:defRPr sz="1867"/>
            </a:lvl1pPr>
            <a:lvl2pPr marL="608738" indent="0">
              <a:buNone/>
              <a:defRPr sz="1600"/>
            </a:lvl2pPr>
            <a:lvl3pPr marL="1218323" indent="0">
              <a:buNone/>
              <a:defRPr sz="1333"/>
            </a:lvl3pPr>
            <a:lvl4pPr marL="1827061" indent="0">
              <a:buNone/>
              <a:defRPr sz="1200"/>
            </a:lvl4pPr>
            <a:lvl5pPr marL="2436646" indent="0">
              <a:buNone/>
              <a:defRPr sz="1200"/>
            </a:lvl5pPr>
            <a:lvl6pPr marL="3045384" indent="0">
              <a:buNone/>
              <a:defRPr sz="1200"/>
            </a:lvl6pPr>
            <a:lvl7pPr marL="3654122" indent="0">
              <a:buNone/>
              <a:defRPr sz="1200"/>
            </a:lvl7pPr>
            <a:lvl8pPr marL="4263707" indent="0">
              <a:buNone/>
              <a:defRPr sz="1200"/>
            </a:lvl8pPr>
            <a:lvl9pPr marL="4872445"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44482156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1"/>
            <a:ext cx="7315200" cy="566739"/>
          </a:xfr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4267"/>
            </a:lvl1pPr>
            <a:lvl2pPr marL="608738" indent="0">
              <a:buNone/>
              <a:defRPr sz="3733"/>
            </a:lvl2pPr>
            <a:lvl3pPr marL="1218323" indent="0">
              <a:buNone/>
              <a:defRPr sz="3200"/>
            </a:lvl3pPr>
            <a:lvl4pPr marL="1827061" indent="0">
              <a:buNone/>
              <a:defRPr sz="2667"/>
            </a:lvl4pPr>
            <a:lvl5pPr marL="2436646" indent="0">
              <a:buNone/>
              <a:defRPr sz="2667"/>
            </a:lvl5pPr>
            <a:lvl6pPr marL="3045384" indent="0">
              <a:buNone/>
              <a:defRPr sz="2667"/>
            </a:lvl6pPr>
            <a:lvl7pPr marL="3654122" indent="0">
              <a:buNone/>
              <a:defRPr sz="2667"/>
            </a:lvl7pPr>
            <a:lvl8pPr marL="4263707" indent="0">
              <a:buNone/>
              <a:defRPr sz="2667"/>
            </a:lvl8pPr>
            <a:lvl9pPr marL="4872445" indent="0">
              <a:buNone/>
              <a:defRPr sz="2667"/>
            </a:lvl9pPr>
          </a:lstStyle>
          <a:p>
            <a:endParaRPr lang="zh-CN" altLang="en-US"/>
          </a:p>
        </p:txBody>
      </p:sp>
      <p:sp>
        <p:nvSpPr>
          <p:cNvPr id="4" name="文本占位符 3"/>
          <p:cNvSpPr>
            <a:spLocks noGrp="1"/>
          </p:cNvSpPr>
          <p:nvPr>
            <p:ph type="body" sz="half" idx="2"/>
          </p:nvPr>
        </p:nvSpPr>
        <p:spPr>
          <a:xfrm>
            <a:off x="2389717" y="5367383"/>
            <a:ext cx="7315200" cy="804863"/>
          </a:xfrm>
        </p:spPr>
        <p:txBody>
          <a:bodyPr/>
          <a:lstStyle>
            <a:lvl1pPr marL="0" indent="0">
              <a:buNone/>
              <a:defRPr sz="1867"/>
            </a:lvl1pPr>
            <a:lvl2pPr marL="608738" indent="0">
              <a:buNone/>
              <a:defRPr sz="1600"/>
            </a:lvl2pPr>
            <a:lvl3pPr marL="1218323" indent="0">
              <a:buNone/>
              <a:defRPr sz="1333"/>
            </a:lvl3pPr>
            <a:lvl4pPr marL="1827061" indent="0">
              <a:buNone/>
              <a:defRPr sz="1200"/>
            </a:lvl4pPr>
            <a:lvl5pPr marL="2436646" indent="0">
              <a:buNone/>
              <a:defRPr sz="1200"/>
            </a:lvl5pPr>
            <a:lvl6pPr marL="3045384" indent="0">
              <a:buNone/>
              <a:defRPr sz="1200"/>
            </a:lvl6pPr>
            <a:lvl7pPr marL="3654122" indent="0">
              <a:buNone/>
              <a:defRPr sz="1200"/>
            </a:lvl7pPr>
            <a:lvl8pPr marL="4263707" indent="0">
              <a:buNone/>
              <a:defRPr sz="1200"/>
            </a:lvl8pPr>
            <a:lvl9pPr marL="4872445"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70661269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04229240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2023/12/26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9586911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638491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medel P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9839808"/>
      </p:ext>
    </p:extLst>
  </p:cSld>
  <p:clrMapOvr>
    <a:masterClrMapping/>
  </p:clrMapOvr>
  <p:transition advClick="0">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a:prstGeom prst="rect">
            <a:avLst/>
          </a:prstGeom>
        </p:spPr>
        <p:txBody>
          <a:bodyPr/>
          <a:lstStyle/>
          <a:p>
            <a:fld id="{DC33C4A7-9441-462A-BA1A-0D63CBF1C9FD}" type="datetimeFigureOut">
              <a:rPr lang="zh-CN" altLang="en-US" smtClean="0"/>
              <a:t>2023/12/26</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1464CC62-D253-439E-A25B-EB23FEFFE8EB}" type="slidenum">
              <a:rPr lang="zh-CN" altLang="en-US" smtClean="0"/>
              <a:t>‹#›</a:t>
            </a:fld>
            <a:endParaRPr lang="zh-CN" altLang="en-US"/>
          </a:p>
        </p:txBody>
      </p:sp>
    </p:spTree>
    <p:extLst>
      <p:ext uri="{BB962C8B-B14F-4D97-AF65-F5344CB8AC3E}">
        <p14:creationId xmlns:p14="http://schemas.microsoft.com/office/powerpoint/2010/main" val="337801078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Normal Cen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6892943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315502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标题幻灯片">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Freeform 363"/>
          <p:cNvSpPr>
            <a:spLocks noEditPoints="1"/>
          </p:cNvSpPr>
          <p:nvPr userDrawn="1"/>
        </p:nvSpPr>
        <p:spPr bwMode="auto">
          <a:xfrm rot="1658487">
            <a:off x="6583748" y="312642"/>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20000"/>
            </a:schemeClr>
          </a:solidFill>
          <a:ln w="0">
            <a:noFill/>
            <a:prstDash val="solid"/>
            <a:round/>
          </a:ln>
        </p:spPr>
        <p:txBody>
          <a:bodyPr vert="horz" wrap="square" lIns="91440" tIns="45720" rIns="91440" bIns="45720" numCol="1" anchor="t" anchorCtr="0" compatLnSpc="1"/>
          <a:lstStyle/>
          <a:p>
            <a:endParaRPr lang="zh-CN" altLang="en-US"/>
          </a:p>
        </p:txBody>
      </p:sp>
      <p:sp>
        <p:nvSpPr>
          <p:cNvPr id="4" name="Freeform 463"/>
          <p:cNvSpPr>
            <a:spLocks noEditPoints="1"/>
          </p:cNvSpPr>
          <p:nvPr userDrawn="1"/>
        </p:nvSpPr>
        <p:spPr bwMode="auto">
          <a:xfrm rot="19468344">
            <a:off x="4877976" y="513678"/>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20000"/>
            </a:schemeClr>
          </a:solidFill>
          <a:ln w="0">
            <a:noFill/>
            <a:prstDash val="solid"/>
            <a:round/>
          </a:ln>
        </p:spPr>
        <p:txBody>
          <a:bodyPr vert="horz" wrap="square" lIns="91440" tIns="45720" rIns="91440" bIns="45720" numCol="1" anchor="t" anchorCtr="0" compatLnSpc="1"/>
          <a:lstStyle/>
          <a:p>
            <a:endParaRPr lang="zh-CN" altLang="en-US"/>
          </a:p>
        </p:txBody>
      </p:sp>
      <p:sp>
        <p:nvSpPr>
          <p:cNvPr id="5" name="Freeform 381"/>
          <p:cNvSpPr>
            <a:spLocks noEditPoints="1"/>
          </p:cNvSpPr>
          <p:nvPr userDrawn="1"/>
        </p:nvSpPr>
        <p:spPr bwMode="auto">
          <a:xfrm rot="14941924">
            <a:off x="8362898" y="3498968"/>
            <a:ext cx="4181014" cy="4031692"/>
          </a:xfrm>
          <a:custGeom>
            <a:avLst/>
            <a:gdLst>
              <a:gd name="T0" fmla="*/ 138 w 280"/>
              <a:gd name="T1" fmla="*/ 237 h 270"/>
              <a:gd name="T2" fmla="*/ 165 w 280"/>
              <a:gd name="T3" fmla="*/ 210 h 270"/>
              <a:gd name="T4" fmla="*/ 73 w 280"/>
              <a:gd name="T5" fmla="*/ 210 h 270"/>
              <a:gd name="T6" fmla="*/ 61 w 280"/>
              <a:gd name="T7" fmla="*/ 237 h 270"/>
              <a:gd name="T8" fmla="*/ 133 w 280"/>
              <a:gd name="T9" fmla="*/ 243 h 270"/>
              <a:gd name="T10" fmla="*/ 101 w 280"/>
              <a:gd name="T11" fmla="*/ 207 h 270"/>
              <a:gd name="T12" fmla="*/ 181 w 280"/>
              <a:gd name="T13" fmla="*/ 207 h 270"/>
              <a:gd name="T14" fmla="*/ 147 w 280"/>
              <a:gd name="T15" fmla="*/ 242 h 270"/>
              <a:gd name="T16" fmla="*/ 202 w 280"/>
              <a:gd name="T17" fmla="*/ 253 h 270"/>
              <a:gd name="T18" fmla="*/ 202 w 280"/>
              <a:gd name="T19" fmla="*/ 219 h 270"/>
              <a:gd name="T20" fmla="*/ 222 w 280"/>
              <a:gd name="T21" fmla="*/ 200 h 270"/>
              <a:gd name="T22" fmla="*/ 64 w 280"/>
              <a:gd name="T23" fmla="*/ 166 h 270"/>
              <a:gd name="T24" fmla="*/ 79 w 280"/>
              <a:gd name="T25" fmla="*/ 197 h 270"/>
              <a:gd name="T26" fmla="*/ 71 w 280"/>
              <a:gd name="T27" fmla="*/ 156 h 270"/>
              <a:gd name="T28" fmla="*/ 184 w 280"/>
              <a:gd name="T29" fmla="*/ 196 h 270"/>
              <a:gd name="T30" fmla="*/ 221 w 280"/>
              <a:gd name="T31" fmla="*/ 191 h 270"/>
              <a:gd name="T32" fmla="*/ 230 w 280"/>
              <a:gd name="T33" fmla="*/ 100 h 270"/>
              <a:gd name="T34" fmla="*/ 214 w 280"/>
              <a:gd name="T35" fmla="*/ 148 h 270"/>
              <a:gd name="T36" fmla="*/ 248 w 280"/>
              <a:gd name="T37" fmla="*/ 177 h 270"/>
              <a:gd name="T38" fmla="*/ 231 w 280"/>
              <a:gd name="T39" fmla="*/ 101 h 270"/>
              <a:gd name="T40" fmla="*/ 14 w 280"/>
              <a:gd name="T41" fmla="*/ 137 h 270"/>
              <a:gd name="T42" fmla="*/ 38 w 280"/>
              <a:gd name="T43" fmla="*/ 171 h 270"/>
              <a:gd name="T44" fmla="*/ 61 w 280"/>
              <a:gd name="T45" fmla="*/ 156 h 270"/>
              <a:gd name="T46" fmla="*/ 51 w 280"/>
              <a:gd name="T47" fmla="*/ 101 h 270"/>
              <a:gd name="T48" fmla="*/ 179 w 280"/>
              <a:gd name="T49" fmla="*/ 133 h 270"/>
              <a:gd name="T50" fmla="*/ 111 w 280"/>
              <a:gd name="T51" fmla="*/ 160 h 270"/>
              <a:gd name="T52" fmla="*/ 139 w 280"/>
              <a:gd name="T53" fmla="*/ 94 h 270"/>
              <a:gd name="T54" fmla="*/ 208 w 280"/>
              <a:gd name="T55" fmla="*/ 133 h 270"/>
              <a:gd name="T56" fmla="*/ 221 w 280"/>
              <a:gd name="T57" fmla="*/ 97 h 270"/>
              <a:gd name="T58" fmla="*/ 60 w 280"/>
              <a:gd name="T59" fmla="*/ 96 h 270"/>
              <a:gd name="T60" fmla="*/ 69 w 280"/>
              <a:gd name="T61" fmla="*/ 133 h 270"/>
              <a:gd name="T62" fmla="*/ 93 w 280"/>
              <a:gd name="T63" fmla="*/ 87 h 270"/>
              <a:gd name="T64" fmla="*/ 87 w 280"/>
              <a:gd name="T65" fmla="*/ 114 h 270"/>
              <a:gd name="T66" fmla="*/ 105 w 280"/>
              <a:gd name="T67" fmla="*/ 201 h 270"/>
              <a:gd name="T68" fmla="*/ 174 w 280"/>
              <a:gd name="T69" fmla="*/ 201 h 270"/>
              <a:gd name="T70" fmla="*/ 191 w 280"/>
              <a:gd name="T71" fmla="*/ 114 h 270"/>
              <a:gd name="T72" fmla="*/ 139 w 280"/>
              <a:gd name="T73" fmla="*/ 50 h 270"/>
              <a:gd name="T74" fmla="*/ 116 w 280"/>
              <a:gd name="T75" fmla="*/ 78 h 270"/>
              <a:gd name="T76" fmla="*/ 142 w 280"/>
              <a:gd name="T77" fmla="*/ 50 h 270"/>
              <a:gd name="T78" fmla="*/ 147 w 280"/>
              <a:gd name="T79" fmla="*/ 46 h 270"/>
              <a:gd name="T80" fmla="*/ 181 w 280"/>
              <a:gd name="T81" fmla="*/ 81 h 270"/>
              <a:gd name="T82" fmla="*/ 222 w 280"/>
              <a:gd name="T83" fmla="*/ 71 h 270"/>
              <a:gd name="T84" fmla="*/ 200 w 280"/>
              <a:gd name="T85" fmla="*/ 50 h 270"/>
              <a:gd name="T86" fmla="*/ 97 w 280"/>
              <a:gd name="T87" fmla="*/ 30 h 270"/>
              <a:gd name="T88" fmla="*/ 57 w 280"/>
              <a:gd name="T89" fmla="*/ 87 h 270"/>
              <a:gd name="T90" fmla="*/ 103 w 280"/>
              <a:gd name="T91" fmla="*/ 78 h 270"/>
              <a:gd name="T92" fmla="*/ 131 w 280"/>
              <a:gd name="T93" fmla="*/ 42 h 270"/>
              <a:gd name="T94" fmla="*/ 222 w 280"/>
              <a:gd name="T95" fmla="*/ 21 h 270"/>
              <a:gd name="T96" fmla="*/ 230 w 280"/>
              <a:gd name="T97" fmla="*/ 91 h 270"/>
              <a:gd name="T98" fmla="*/ 276 w 280"/>
              <a:gd name="T99" fmla="*/ 159 h 270"/>
              <a:gd name="T100" fmla="*/ 231 w 280"/>
              <a:gd name="T101" fmla="*/ 207 h 270"/>
              <a:gd name="T102" fmla="*/ 245 w 280"/>
              <a:gd name="T103" fmla="*/ 243 h 270"/>
              <a:gd name="T104" fmla="*/ 206 w 280"/>
              <a:gd name="T105" fmla="*/ 266 h 270"/>
              <a:gd name="T106" fmla="*/ 138 w 280"/>
              <a:gd name="T107" fmla="*/ 248 h 270"/>
              <a:gd name="T108" fmla="*/ 51 w 280"/>
              <a:gd name="T109" fmla="*/ 239 h 270"/>
              <a:gd name="T110" fmla="*/ 29 w 280"/>
              <a:gd name="T111" fmla="*/ 187 h 270"/>
              <a:gd name="T112" fmla="*/ 2 w 280"/>
              <a:gd name="T113" fmla="*/ 129 h 270"/>
              <a:gd name="T114" fmla="*/ 48 w 280"/>
              <a:gd name="T115" fmla="*/ 67 h 270"/>
              <a:gd name="T116" fmla="*/ 119 w 280"/>
              <a:gd name="T117" fmla="*/ 26 h 270"/>
              <a:gd name="T118" fmla="*/ 172 w 280"/>
              <a:gd name="T119" fmla="*/ 21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80" h="270">
                <a:moveTo>
                  <a:pt x="116" y="209"/>
                </a:moveTo>
                <a:lnTo>
                  <a:pt x="115" y="209"/>
                </a:lnTo>
                <a:lnTo>
                  <a:pt x="114" y="211"/>
                </a:lnTo>
                <a:lnTo>
                  <a:pt x="114" y="212"/>
                </a:lnTo>
                <a:lnTo>
                  <a:pt x="126" y="226"/>
                </a:lnTo>
                <a:lnTo>
                  <a:pt x="138" y="237"/>
                </a:lnTo>
                <a:lnTo>
                  <a:pt x="139" y="238"/>
                </a:lnTo>
                <a:lnTo>
                  <a:pt x="142" y="237"/>
                </a:lnTo>
                <a:lnTo>
                  <a:pt x="153" y="226"/>
                </a:lnTo>
                <a:lnTo>
                  <a:pt x="165" y="212"/>
                </a:lnTo>
                <a:lnTo>
                  <a:pt x="166" y="211"/>
                </a:lnTo>
                <a:lnTo>
                  <a:pt x="165" y="210"/>
                </a:lnTo>
                <a:lnTo>
                  <a:pt x="163" y="209"/>
                </a:lnTo>
                <a:lnTo>
                  <a:pt x="116" y="209"/>
                </a:lnTo>
                <a:close/>
                <a:moveTo>
                  <a:pt x="79" y="203"/>
                </a:moveTo>
                <a:lnTo>
                  <a:pt x="77" y="203"/>
                </a:lnTo>
                <a:lnTo>
                  <a:pt x="75" y="205"/>
                </a:lnTo>
                <a:lnTo>
                  <a:pt x="73" y="210"/>
                </a:lnTo>
                <a:lnTo>
                  <a:pt x="69" y="212"/>
                </a:lnTo>
                <a:lnTo>
                  <a:pt x="64" y="215"/>
                </a:lnTo>
                <a:lnTo>
                  <a:pt x="59" y="217"/>
                </a:lnTo>
                <a:lnTo>
                  <a:pt x="57" y="219"/>
                </a:lnTo>
                <a:lnTo>
                  <a:pt x="57" y="220"/>
                </a:lnTo>
                <a:lnTo>
                  <a:pt x="61" y="237"/>
                </a:lnTo>
                <a:lnTo>
                  <a:pt x="70" y="248"/>
                </a:lnTo>
                <a:lnTo>
                  <a:pt x="82" y="256"/>
                </a:lnTo>
                <a:lnTo>
                  <a:pt x="97" y="258"/>
                </a:lnTo>
                <a:lnTo>
                  <a:pt x="114" y="254"/>
                </a:lnTo>
                <a:lnTo>
                  <a:pt x="131" y="244"/>
                </a:lnTo>
                <a:lnTo>
                  <a:pt x="133" y="243"/>
                </a:lnTo>
                <a:lnTo>
                  <a:pt x="133" y="242"/>
                </a:lnTo>
                <a:lnTo>
                  <a:pt x="131" y="240"/>
                </a:lnTo>
                <a:lnTo>
                  <a:pt x="119" y="228"/>
                </a:lnTo>
                <a:lnTo>
                  <a:pt x="106" y="211"/>
                </a:lnTo>
                <a:lnTo>
                  <a:pt x="103" y="209"/>
                </a:lnTo>
                <a:lnTo>
                  <a:pt x="101" y="207"/>
                </a:lnTo>
                <a:lnTo>
                  <a:pt x="98" y="207"/>
                </a:lnTo>
                <a:lnTo>
                  <a:pt x="88" y="206"/>
                </a:lnTo>
                <a:lnTo>
                  <a:pt x="79" y="203"/>
                </a:lnTo>
                <a:close/>
                <a:moveTo>
                  <a:pt x="220" y="198"/>
                </a:moveTo>
                <a:lnTo>
                  <a:pt x="202" y="203"/>
                </a:lnTo>
                <a:lnTo>
                  <a:pt x="181" y="207"/>
                </a:lnTo>
                <a:lnTo>
                  <a:pt x="179" y="207"/>
                </a:lnTo>
                <a:lnTo>
                  <a:pt x="176" y="209"/>
                </a:lnTo>
                <a:lnTo>
                  <a:pt x="174" y="211"/>
                </a:lnTo>
                <a:lnTo>
                  <a:pt x="161" y="228"/>
                </a:lnTo>
                <a:lnTo>
                  <a:pt x="148" y="240"/>
                </a:lnTo>
                <a:lnTo>
                  <a:pt x="147" y="242"/>
                </a:lnTo>
                <a:lnTo>
                  <a:pt x="147" y="243"/>
                </a:lnTo>
                <a:lnTo>
                  <a:pt x="148" y="244"/>
                </a:lnTo>
                <a:lnTo>
                  <a:pt x="163" y="253"/>
                </a:lnTo>
                <a:lnTo>
                  <a:pt x="177" y="257"/>
                </a:lnTo>
                <a:lnTo>
                  <a:pt x="191" y="257"/>
                </a:lnTo>
                <a:lnTo>
                  <a:pt x="202" y="253"/>
                </a:lnTo>
                <a:lnTo>
                  <a:pt x="203" y="252"/>
                </a:lnTo>
                <a:lnTo>
                  <a:pt x="204" y="251"/>
                </a:lnTo>
                <a:lnTo>
                  <a:pt x="203" y="249"/>
                </a:lnTo>
                <a:lnTo>
                  <a:pt x="198" y="239"/>
                </a:lnTo>
                <a:lnTo>
                  <a:pt x="198" y="228"/>
                </a:lnTo>
                <a:lnTo>
                  <a:pt x="202" y="219"/>
                </a:lnTo>
                <a:lnTo>
                  <a:pt x="209" y="211"/>
                </a:lnTo>
                <a:lnTo>
                  <a:pt x="221" y="207"/>
                </a:lnTo>
                <a:lnTo>
                  <a:pt x="222" y="206"/>
                </a:lnTo>
                <a:lnTo>
                  <a:pt x="223" y="205"/>
                </a:lnTo>
                <a:lnTo>
                  <a:pt x="222" y="201"/>
                </a:lnTo>
                <a:lnTo>
                  <a:pt x="222" y="200"/>
                </a:lnTo>
                <a:lnTo>
                  <a:pt x="221" y="198"/>
                </a:lnTo>
                <a:lnTo>
                  <a:pt x="220" y="198"/>
                </a:lnTo>
                <a:close/>
                <a:moveTo>
                  <a:pt x="69" y="155"/>
                </a:moveTo>
                <a:lnTo>
                  <a:pt x="68" y="155"/>
                </a:lnTo>
                <a:lnTo>
                  <a:pt x="68" y="156"/>
                </a:lnTo>
                <a:lnTo>
                  <a:pt x="64" y="166"/>
                </a:lnTo>
                <a:lnTo>
                  <a:pt x="64" y="168"/>
                </a:lnTo>
                <a:lnTo>
                  <a:pt x="65" y="170"/>
                </a:lnTo>
                <a:lnTo>
                  <a:pt x="73" y="177"/>
                </a:lnTo>
                <a:lnTo>
                  <a:pt x="78" y="186"/>
                </a:lnTo>
                <a:lnTo>
                  <a:pt x="79" y="196"/>
                </a:lnTo>
                <a:lnTo>
                  <a:pt x="79" y="197"/>
                </a:lnTo>
                <a:lnTo>
                  <a:pt x="80" y="198"/>
                </a:lnTo>
                <a:lnTo>
                  <a:pt x="93" y="201"/>
                </a:lnTo>
                <a:lnTo>
                  <a:pt x="94" y="200"/>
                </a:lnTo>
                <a:lnTo>
                  <a:pt x="96" y="198"/>
                </a:lnTo>
                <a:lnTo>
                  <a:pt x="96" y="196"/>
                </a:lnTo>
                <a:lnTo>
                  <a:pt x="71" y="156"/>
                </a:lnTo>
                <a:lnTo>
                  <a:pt x="70" y="155"/>
                </a:lnTo>
                <a:lnTo>
                  <a:pt x="69" y="155"/>
                </a:lnTo>
                <a:close/>
                <a:moveTo>
                  <a:pt x="209" y="155"/>
                </a:moveTo>
                <a:lnTo>
                  <a:pt x="208" y="155"/>
                </a:lnTo>
                <a:lnTo>
                  <a:pt x="207" y="156"/>
                </a:lnTo>
                <a:lnTo>
                  <a:pt x="184" y="196"/>
                </a:lnTo>
                <a:lnTo>
                  <a:pt x="184" y="198"/>
                </a:lnTo>
                <a:lnTo>
                  <a:pt x="185" y="200"/>
                </a:lnTo>
                <a:lnTo>
                  <a:pt x="186" y="201"/>
                </a:lnTo>
                <a:lnTo>
                  <a:pt x="204" y="197"/>
                </a:lnTo>
                <a:lnTo>
                  <a:pt x="220" y="192"/>
                </a:lnTo>
                <a:lnTo>
                  <a:pt x="221" y="191"/>
                </a:lnTo>
                <a:lnTo>
                  <a:pt x="221" y="189"/>
                </a:lnTo>
                <a:lnTo>
                  <a:pt x="218" y="173"/>
                </a:lnTo>
                <a:lnTo>
                  <a:pt x="212" y="156"/>
                </a:lnTo>
                <a:lnTo>
                  <a:pt x="211" y="155"/>
                </a:lnTo>
                <a:lnTo>
                  <a:pt x="209" y="155"/>
                </a:lnTo>
                <a:close/>
                <a:moveTo>
                  <a:pt x="230" y="100"/>
                </a:moveTo>
                <a:lnTo>
                  <a:pt x="229" y="101"/>
                </a:lnTo>
                <a:lnTo>
                  <a:pt x="227" y="103"/>
                </a:lnTo>
                <a:lnTo>
                  <a:pt x="222" y="120"/>
                </a:lnTo>
                <a:lnTo>
                  <a:pt x="214" y="140"/>
                </a:lnTo>
                <a:lnTo>
                  <a:pt x="214" y="143"/>
                </a:lnTo>
                <a:lnTo>
                  <a:pt x="214" y="148"/>
                </a:lnTo>
                <a:lnTo>
                  <a:pt x="222" y="168"/>
                </a:lnTo>
                <a:lnTo>
                  <a:pt x="227" y="186"/>
                </a:lnTo>
                <a:lnTo>
                  <a:pt x="229" y="187"/>
                </a:lnTo>
                <a:lnTo>
                  <a:pt x="230" y="187"/>
                </a:lnTo>
                <a:lnTo>
                  <a:pt x="231" y="187"/>
                </a:lnTo>
                <a:lnTo>
                  <a:pt x="248" y="177"/>
                </a:lnTo>
                <a:lnTo>
                  <a:pt x="259" y="164"/>
                </a:lnTo>
                <a:lnTo>
                  <a:pt x="266" y="151"/>
                </a:lnTo>
                <a:lnTo>
                  <a:pt x="266" y="137"/>
                </a:lnTo>
                <a:lnTo>
                  <a:pt x="259" y="124"/>
                </a:lnTo>
                <a:lnTo>
                  <a:pt x="249" y="111"/>
                </a:lnTo>
                <a:lnTo>
                  <a:pt x="231" y="101"/>
                </a:lnTo>
                <a:lnTo>
                  <a:pt x="230" y="100"/>
                </a:lnTo>
                <a:close/>
                <a:moveTo>
                  <a:pt x="50" y="100"/>
                </a:moveTo>
                <a:lnTo>
                  <a:pt x="48" y="100"/>
                </a:lnTo>
                <a:lnTo>
                  <a:pt x="31" y="111"/>
                </a:lnTo>
                <a:lnTo>
                  <a:pt x="19" y="124"/>
                </a:lnTo>
                <a:lnTo>
                  <a:pt x="14" y="137"/>
                </a:lnTo>
                <a:lnTo>
                  <a:pt x="14" y="151"/>
                </a:lnTo>
                <a:lnTo>
                  <a:pt x="19" y="164"/>
                </a:lnTo>
                <a:lnTo>
                  <a:pt x="31" y="177"/>
                </a:lnTo>
                <a:lnTo>
                  <a:pt x="33" y="177"/>
                </a:lnTo>
                <a:lnTo>
                  <a:pt x="34" y="175"/>
                </a:lnTo>
                <a:lnTo>
                  <a:pt x="38" y="171"/>
                </a:lnTo>
                <a:lnTo>
                  <a:pt x="43" y="169"/>
                </a:lnTo>
                <a:lnTo>
                  <a:pt x="48" y="168"/>
                </a:lnTo>
                <a:lnTo>
                  <a:pt x="55" y="168"/>
                </a:lnTo>
                <a:lnTo>
                  <a:pt x="56" y="166"/>
                </a:lnTo>
                <a:lnTo>
                  <a:pt x="57" y="165"/>
                </a:lnTo>
                <a:lnTo>
                  <a:pt x="61" y="156"/>
                </a:lnTo>
                <a:lnTo>
                  <a:pt x="64" y="148"/>
                </a:lnTo>
                <a:lnTo>
                  <a:pt x="65" y="143"/>
                </a:lnTo>
                <a:lnTo>
                  <a:pt x="64" y="140"/>
                </a:lnTo>
                <a:lnTo>
                  <a:pt x="57" y="120"/>
                </a:lnTo>
                <a:lnTo>
                  <a:pt x="52" y="103"/>
                </a:lnTo>
                <a:lnTo>
                  <a:pt x="51" y="101"/>
                </a:lnTo>
                <a:lnTo>
                  <a:pt x="50" y="100"/>
                </a:lnTo>
                <a:close/>
                <a:moveTo>
                  <a:pt x="139" y="94"/>
                </a:moveTo>
                <a:lnTo>
                  <a:pt x="154" y="96"/>
                </a:lnTo>
                <a:lnTo>
                  <a:pt x="167" y="105"/>
                </a:lnTo>
                <a:lnTo>
                  <a:pt x="175" y="118"/>
                </a:lnTo>
                <a:lnTo>
                  <a:pt x="179" y="133"/>
                </a:lnTo>
                <a:lnTo>
                  <a:pt x="175" y="148"/>
                </a:lnTo>
                <a:lnTo>
                  <a:pt x="167" y="160"/>
                </a:lnTo>
                <a:lnTo>
                  <a:pt x="154" y="169"/>
                </a:lnTo>
                <a:lnTo>
                  <a:pt x="139" y="171"/>
                </a:lnTo>
                <a:lnTo>
                  <a:pt x="124" y="169"/>
                </a:lnTo>
                <a:lnTo>
                  <a:pt x="111" y="160"/>
                </a:lnTo>
                <a:lnTo>
                  <a:pt x="102" y="148"/>
                </a:lnTo>
                <a:lnTo>
                  <a:pt x="100" y="133"/>
                </a:lnTo>
                <a:lnTo>
                  <a:pt x="102" y="118"/>
                </a:lnTo>
                <a:lnTo>
                  <a:pt x="111" y="105"/>
                </a:lnTo>
                <a:lnTo>
                  <a:pt x="124" y="96"/>
                </a:lnTo>
                <a:lnTo>
                  <a:pt x="139" y="94"/>
                </a:lnTo>
                <a:close/>
                <a:moveTo>
                  <a:pt x="186" y="87"/>
                </a:moveTo>
                <a:lnTo>
                  <a:pt x="185" y="87"/>
                </a:lnTo>
                <a:lnTo>
                  <a:pt x="184" y="88"/>
                </a:lnTo>
                <a:lnTo>
                  <a:pt x="184" y="91"/>
                </a:lnTo>
                <a:lnTo>
                  <a:pt x="207" y="132"/>
                </a:lnTo>
                <a:lnTo>
                  <a:pt x="208" y="133"/>
                </a:lnTo>
                <a:lnTo>
                  <a:pt x="209" y="133"/>
                </a:lnTo>
                <a:lnTo>
                  <a:pt x="211" y="132"/>
                </a:lnTo>
                <a:lnTo>
                  <a:pt x="212" y="131"/>
                </a:lnTo>
                <a:lnTo>
                  <a:pt x="217" y="114"/>
                </a:lnTo>
                <a:lnTo>
                  <a:pt x="221" y="99"/>
                </a:lnTo>
                <a:lnTo>
                  <a:pt x="221" y="97"/>
                </a:lnTo>
                <a:lnTo>
                  <a:pt x="220" y="95"/>
                </a:lnTo>
                <a:lnTo>
                  <a:pt x="204" y="91"/>
                </a:lnTo>
                <a:lnTo>
                  <a:pt x="186" y="87"/>
                </a:lnTo>
                <a:close/>
                <a:moveTo>
                  <a:pt x="93" y="87"/>
                </a:moveTo>
                <a:lnTo>
                  <a:pt x="75" y="91"/>
                </a:lnTo>
                <a:lnTo>
                  <a:pt x="60" y="96"/>
                </a:lnTo>
                <a:lnTo>
                  <a:pt x="59" y="96"/>
                </a:lnTo>
                <a:lnTo>
                  <a:pt x="57" y="99"/>
                </a:lnTo>
                <a:lnTo>
                  <a:pt x="61" y="114"/>
                </a:lnTo>
                <a:lnTo>
                  <a:pt x="68" y="132"/>
                </a:lnTo>
                <a:lnTo>
                  <a:pt x="68" y="132"/>
                </a:lnTo>
                <a:lnTo>
                  <a:pt x="69" y="133"/>
                </a:lnTo>
                <a:lnTo>
                  <a:pt x="70" y="133"/>
                </a:lnTo>
                <a:lnTo>
                  <a:pt x="71" y="132"/>
                </a:lnTo>
                <a:lnTo>
                  <a:pt x="96" y="91"/>
                </a:lnTo>
                <a:lnTo>
                  <a:pt x="96" y="88"/>
                </a:lnTo>
                <a:lnTo>
                  <a:pt x="94" y="87"/>
                </a:lnTo>
                <a:lnTo>
                  <a:pt x="93" y="87"/>
                </a:lnTo>
                <a:close/>
                <a:moveTo>
                  <a:pt x="139" y="83"/>
                </a:moveTo>
                <a:lnTo>
                  <a:pt x="111" y="85"/>
                </a:lnTo>
                <a:lnTo>
                  <a:pt x="108" y="86"/>
                </a:lnTo>
                <a:lnTo>
                  <a:pt x="105" y="87"/>
                </a:lnTo>
                <a:lnTo>
                  <a:pt x="102" y="90"/>
                </a:lnTo>
                <a:lnTo>
                  <a:pt x="87" y="114"/>
                </a:lnTo>
                <a:lnTo>
                  <a:pt x="74" y="138"/>
                </a:lnTo>
                <a:lnTo>
                  <a:pt x="73" y="143"/>
                </a:lnTo>
                <a:lnTo>
                  <a:pt x="74" y="148"/>
                </a:lnTo>
                <a:lnTo>
                  <a:pt x="87" y="174"/>
                </a:lnTo>
                <a:lnTo>
                  <a:pt x="102" y="198"/>
                </a:lnTo>
                <a:lnTo>
                  <a:pt x="105" y="201"/>
                </a:lnTo>
                <a:lnTo>
                  <a:pt x="108" y="202"/>
                </a:lnTo>
                <a:lnTo>
                  <a:pt x="111" y="202"/>
                </a:lnTo>
                <a:lnTo>
                  <a:pt x="139" y="203"/>
                </a:lnTo>
                <a:lnTo>
                  <a:pt x="168" y="202"/>
                </a:lnTo>
                <a:lnTo>
                  <a:pt x="171" y="202"/>
                </a:lnTo>
                <a:lnTo>
                  <a:pt x="174" y="201"/>
                </a:lnTo>
                <a:lnTo>
                  <a:pt x="176" y="198"/>
                </a:lnTo>
                <a:lnTo>
                  <a:pt x="191" y="174"/>
                </a:lnTo>
                <a:lnTo>
                  <a:pt x="204" y="148"/>
                </a:lnTo>
                <a:lnTo>
                  <a:pt x="206" y="143"/>
                </a:lnTo>
                <a:lnTo>
                  <a:pt x="204" y="138"/>
                </a:lnTo>
                <a:lnTo>
                  <a:pt x="191" y="114"/>
                </a:lnTo>
                <a:lnTo>
                  <a:pt x="176" y="90"/>
                </a:lnTo>
                <a:lnTo>
                  <a:pt x="174" y="87"/>
                </a:lnTo>
                <a:lnTo>
                  <a:pt x="171" y="86"/>
                </a:lnTo>
                <a:lnTo>
                  <a:pt x="168" y="85"/>
                </a:lnTo>
                <a:lnTo>
                  <a:pt x="139" y="83"/>
                </a:lnTo>
                <a:close/>
                <a:moveTo>
                  <a:pt x="139" y="50"/>
                </a:moveTo>
                <a:lnTo>
                  <a:pt x="138" y="50"/>
                </a:lnTo>
                <a:lnTo>
                  <a:pt x="126" y="62"/>
                </a:lnTo>
                <a:lnTo>
                  <a:pt x="114" y="74"/>
                </a:lnTo>
                <a:lnTo>
                  <a:pt x="114" y="77"/>
                </a:lnTo>
                <a:lnTo>
                  <a:pt x="115" y="78"/>
                </a:lnTo>
                <a:lnTo>
                  <a:pt x="116" y="78"/>
                </a:lnTo>
                <a:lnTo>
                  <a:pt x="163" y="80"/>
                </a:lnTo>
                <a:lnTo>
                  <a:pt x="165" y="78"/>
                </a:lnTo>
                <a:lnTo>
                  <a:pt x="166" y="77"/>
                </a:lnTo>
                <a:lnTo>
                  <a:pt x="165" y="74"/>
                </a:lnTo>
                <a:lnTo>
                  <a:pt x="153" y="62"/>
                </a:lnTo>
                <a:lnTo>
                  <a:pt x="142" y="50"/>
                </a:lnTo>
                <a:lnTo>
                  <a:pt x="139" y="50"/>
                </a:lnTo>
                <a:close/>
                <a:moveTo>
                  <a:pt x="170" y="32"/>
                </a:moveTo>
                <a:lnTo>
                  <a:pt x="160" y="36"/>
                </a:lnTo>
                <a:lnTo>
                  <a:pt x="148" y="42"/>
                </a:lnTo>
                <a:lnTo>
                  <a:pt x="147" y="44"/>
                </a:lnTo>
                <a:lnTo>
                  <a:pt x="147" y="46"/>
                </a:lnTo>
                <a:lnTo>
                  <a:pt x="148" y="48"/>
                </a:lnTo>
                <a:lnTo>
                  <a:pt x="161" y="60"/>
                </a:lnTo>
                <a:lnTo>
                  <a:pt x="174" y="76"/>
                </a:lnTo>
                <a:lnTo>
                  <a:pt x="176" y="78"/>
                </a:lnTo>
                <a:lnTo>
                  <a:pt x="179" y="80"/>
                </a:lnTo>
                <a:lnTo>
                  <a:pt x="181" y="81"/>
                </a:lnTo>
                <a:lnTo>
                  <a:pt x="202" y="83"/>
                </a:lnTo>
                <a:lnTo>
                  <a:pt x="218" y="88"/>
                </a:lnTo>
                <a:lnTo>
                  <a:pt x="221" y="88"/>
                </a:lnTo>
                <a:lnTo>
                  <a:pt x="222" y="87"/>
                </a:lnTo>
                <a:lnTo>
                  <a:pt x="222" y="86"/>
                </a:lnTo>
                <a:lnTo>
                  <a:pt x="222" y="71"/>
                </a:lnTo>
                <a:lnTo>
                  <a:pt x="220" y="58"/>
                </a:lnTo>
                <a:lnTo>
                  <a:pt x="216" y="46"/>
                </a:lnTo>
                <a:lnTo>
                  <a:pt x="214" y="46"/>
                </a:lnTo>
                <a:lnTo>
                  <a:pt x="213" y="45"/>
                </a:lnTo>
                <a:lnTo>
                  <a:pt x="212" y="46"/>
                </a:lnTo>
                <a:lnTo>
                  <a:pt x="200" y="50"/>
                </a:lnTo>
                <a:lnTo>
                  <a:pt x="189" y="49"/>
                </a:lnTo>
                <a:lnTo>
                  <a:pt x="180" y="44"/>
                </a:lnTo>
                <a:lnTo>
                  <a:pt x="174" y="34"/>
                </a:lnTo>
                <a:lnTo>
                  <a:pt x="172" y="32"/>
                </a:lnTo>
                <a:lnTo>
                  <a:pt x="170" y="32"/>
                </a:lnTo>
                <a:close/>
                <a:moveTo>
                  <a:pt x="97" y="30"/>
                </a:moveTo>
                <a:lnTo>
                  <a:pt x="83" y="31"/>
                </a:lnTo>
                <a:lnTo>
                  <a:pt x="70" y="39"/>
                </a:lnTo>
                <a:lnTo>
                  <a:pt x="62" y="50"/>
                </a:lnTo>
                <a:lnTo>
                  <a:pt x="57" y="65"/>
                </a:lnTo>
                <a:lnTo>
                  <a:pt x="56" y="86"/>
                </a:lnTo>
                <a:lnTo>
                  <a:pt x="57" y="87"/>
                </a:lnTo>
                <a:lnTo>
                  <a:pt x="59" y="88"/>
                </a:lnTo>
                <a:lnTo>
                  <a:pt x="60" y="88"/>
                </a:lnTo>
                <a:lnTo>
                  <a:pt x="78" y="83"/>
                </a:lnTo>
                <a:lnTo>
                  <a:pt x="98" y="81"/>
                </a:lnTo>
                <a:lnTo>
                  <a:pt x="101" y="80"/>
                </a:lnTo>
                <a:lnTo>
                  <a:pt x="103" y="78"/>
                </a:lnTo>
                <a:lnTo>
                  <a:pt x="106" y="76"/>
                </a:lnTo>
                <a:lnTo>
                  <a:pt x="119" y="60"/>
                </a:lnTo>
                <a:lnTo>
                  <a:pt x="131" y="48"/>
                </a:lnTo>
                <a:lnTo>
                  <a:pt x="133" y="46"/>
                </a:lnTo>
                <a:lnTo>
                  <a:pt x="133" y="44"/>
                </a:lnTo>
                <a:lnTo>
                  <a:pt x="131" y="42"/>
                </a:lnTo>
                <a:lnTo>
                  <a:pt x="114" y="34"/>
                </a:lnTo>
                <a:lnTo>
                  <a:pt x="97" y="30"/>
                </a:lnTo>
                <a:close/>
                <a:moveTo>
                  <a:pt x="197" y="0"/>
                </a:moveTo>
                <a:lnTo>
                  <a:pt x="209" y="3"/>
                </a:lnTo>
                <a:lnTo>
                  <a:pt x="217" y="11"/>
                </a:lnTo>
                <a:lnTo>
                  <a:pt x="222" y="21"/>
                </a:lnTo>
                <a:lnTo>
                  <a:pt x="221" y="32"/>
                </a:lnTo>
                <a:lnTo>
                  <a:pt x="222" y="35"/>
                </a:lnTo>
                <a:lnTo>
                  <a:pt x="229" y="49"/>
                </a:lnTo>
                <a:lnTo>
                  <a:pt x="231" y="67"/>
                </a:lnTo>
                <a:lnTo>
                  <a:pt x="230" y="90"/>
                </a:lnTo>
                <a:lnTo>
                  <a:pt x="230" y="91"/>
                </a:lnTo>
                <a:lnTo>
                  <a:pt x="231" y="92"/>
                </a:lnTo>
                <a:lnTo>
                  <a:pt x="253" y="104"/>
                </a:lnTo>
                <a:lnTo>
                  <a:pt x="267" y="115"/>
                </a:lnTo>
                <a:lnTo>
                  <a:pt x="276" y="129"/>
                </a:lnTo>
                <a:lnTo>
                  <a:pt x="280" y="143"/>
                </a:lnTo>
                <a:lnTo>
                  <a:pt x="276" y="159"/>
                </a:lnTo>
                <a:lnTo>
                  <a:pt x="267" y="171"/>
                </a:lnTo>
                <a:lnTo>
                  <a:pt x="252" y="184"/>
                </a:lnTo>
                <a:lnTo>
                  <a:pt x="231" y="194"/>
                </a:lnTo>
                <a:lnTo>
                  <a:pt x="230" y="196"/>
                </a:lnTo>
                <a:lnTo>
                  <a:pt x="230" y="197"/>
                </a:lnTo>
                <a:lnTo>
                  <a:pt x="231" y="207"/>
                </a:lnTo>
                <a:lnTo>
                  <a:pt x="231" y="209"/>
                </a:lnTo>
                <a:lnTo>
                  <a:pt x="232" y="209"/>
                </a:lnTo>
                <a:lnTo>
                  <a:pt x="240" y="215"/>
                </a:lnTo>
                <a:lnTo>
                  <a:pt x="246" y="223"/>
                </a:lnTo>
                <a:lnTo>
                  <a:pt x="248" y="233"/>
                </a:lnTo>
                <a:lnTo>
                  <a:pt x="245" y="243"/>
                </a:lnTo>
                <a:lnTo>
                  <a:pt x="239" y="252"/>
                </a:lnTo>
                <a:lnTo>
                  <a:pt x="230" y="257"/>
                </a:lnTo>
                <a:lnTo>
                  <a:pt x="220" y="257"/>
                </a:lnTo>
                <a:lnTo>
                  <a:pt x="218" y="258"/>
                </a:lnTo>
                <a:lnTo>
                  <a:pt x="217" y="258"/>
                </a:lnTo>
                <a:lnTo>
                  <a:pt x="206" y="266"/>
                </a:lnTo>
                <a:lnTo>
                  <a:pt x="193" y="270"/>
                </a:lnTo>
                <a:lnTo>
                  <a:pt x="177" y="267"/>
                </a:lnTo>
                <a:lnTo>
                  <a:pt x="160" y="261"/>
                </a:lnTo>
                <a:lnTo>
                  <a:pt x="142" y="248"/>
                </a:lnTo>
                <a:lnTo>
                  <a:pt x="139" y="248"/>
                </a:lnTo>
                <a:lnTo>
                  <a:pt x="138" y="248"/>
                </a:lnTo>
                <a:lnTo>
                  <a:pt x="119" y="262"/>
                </a:lnTo>
                <a:lnTo>
                  <a:pt x="100" y="269"/>
                </a:lnTo>
                <a:lnTo>
                  <a:pt x="83" y="269"/>
                </a:lnTo>
                <a:lnTo>
                  <a:pt x="69" y="265"/>
                </a:lnTo>
                <a:lnTo>
                  <a:pt x="59" y="254"/>
                </a:lnTo>
                <a:lnTo>
                  <a:pt x="51" y="239"/>
                </a:lnTo>
                <a:lnTo>
                  <a:pt x="48" y="219"/>
                </a:lnTo>
                <a:lnTo>
                  <a:pt x="47" y="217"/>
                </a:lnTo>
                <a:lnTo>
                  <a:pt x="46" y="216"/>
                </a:lnTo>
                <a:lnTo>
                  <a:pt x="36" y="210"/>
                </a:lnTo>
                <a:lnTo>
                  <a:pt x="29" y="200"/>
                </a:lnTo>
                <a:lnTo>
                  <a:pt x="29" y="187"/>
                </a:lnTo>
                <a:lnTo>
                  <a:pt x="29" y="186"/>
                </a:lnTo>
                <a:lnTo>
                  <a:pt x="28" y="184"/>
                </a:lnTo>
                <a:lnTo>
                  <a:pt x="13" y="173"/>
                </a:lnTo>
                <a:lnTo>
                  <a:pt x="4" y="159"/>
                </a:lnTo>
                <a:lnTo>
                  <a:pt x="0" y="145"/>
                </a:lnTo>
                <a:lnTo>
                  <a:pt x="2" y="129"/>
                </a:lnTo>
                <a:lnTo>
                  <a:pt x="11" y="115"/>
                </a:lnTo>
                <a:lnTo>
                  <a:pt x="27" y="104"/>
                </a:lnTo>
                <a:lnTo>
                  <a:pt x="48" y="92"/>
                </a:lnTo>
                <a:lnTo>
                  <a:pt x="50" y="91"/>
                </a:lnTo>
                <a:lnTo>
                  <a:pt x="50" y="90"/>
                </a:lnTo>
                <a:lnTo>
                  <a:pt x="48" y="67"/>
                </a:lnTo>
                <a:lnTo>
                  <a:pt x="51" y="48"/>
                </a:lnTo>
                <a:lnTo>
                  <a:pt x="59" y="32"/>
                </a:lnTo>
                <a:lnTo>
                  <a:pt x="70" y="23"/>
                </a:lnTo>
                <a:lnTo>
                  <a:pt x="84" y="18"/>
                </a:lnTo>
                <a:lnTo>
                  <a:pt x="100" y="19"/>
                </a:lnTo>
                <a:lnTo>
                  <a:pt x="119" y="26"/>
                </a:lnTo>
                <a:lnTo>
                  <a:pt x="138" y="39"/>
                </a:lnTo>
                <a:lnTo>
                  <a:pt x="139" y="40"/>
                </a:lnTo>
                <a:lnTo>
                  <a:pt x="142" y="39"/>
                </a:lnTo>
                <a:lnTo>
                  <a:pt x="156" y="28"/>
                </a:lnTo>
                <a:lnTo>
                  <a:pt x="171" y="22"/>
                </a:lnTo>
                <a:lnTo>
                  <a:pt x="172" y="21"/>
                </a:lnTo>
                <a:lnTo>
                  <a:pt x="172" y="19"/>
                </a:lnTo>
                <a:lnTo>
                  <a:pt x="177" y="9"/>
                </a:lnTo>
                <a:lnTo>
                  <a:pt x="186" y="3"/>
                </a:lnTo>
                <a:lnTo>
                  <a:pt x="197" y="0"/>
                </a:lnTo>
                <a:close/>
              </a:path>
            </a:pathLst>
          </a:custGeom>
          <a:solidFill>
            <a:schemeClr val="bg1">
              <a:alpha val="20000"/>
            </a:schemeClr>
          </a:solidFill>
          <a:ln w="0">
            <a:noFill/>
            <a:prstDash val="solid"/>
            <a:round/>
          </a:ln>
        </p:spPr>
        <p:txBody>
          <a:bodyPr vert="horz" wrap="square" lIns="91440" tIns="45720" rIns="91440" bIns="45720" numCol="1" anchor="t" anchorCtr="0" compatLnSpc="1"/>
          <a:lstStyle/>
          <a:p>
            <a:endParaRPr lang="zh-CN" altLang="en-US"/>
          </a:p>
        </p:txBody>
      </p:sp>
      <p:sp>
        <p:nvSpPr>
          <p:cNvPr id="6" name="Freeform 345"/>
          <p:cNvSpPr>
            <a:spLocks noEditPoints="1"/>
          </p:cNvSpPr>
          <p:nvPr userDrawn="1"/>
        </p:nvSpPr>
        <p:spPr bwMode="auto">
          <a:xfrm rot="19951744">
            <a:off x="485337" y="1535222"/>
            <a:ext cx="2166226" cy="3066048"/>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chemeClr val="bg1">
              <a:alpha val="20000"/>
            </a:schemeClr>
          </a:solidFill>
          <a:ln w="0">
            <a:noFill/>
            <a:prstDash val="solid"/>
            <a:round/>
          </a:ln>
        </p:spPr>
        <p:txBody>
          <a:bodyPr vert="horz" wrap="square" lIns="91440" tIns="45720" rIns="91440" bIns="45720" numCol="1" anchor="t" anchorCtr="0" compatLnSpc="1"/>
          <a:lstStyle/>
          <a:p>
            <a:endParaRPr lang="zh-CN" altLang="en-US"/>
          </a:p>
        </p:txBody>
      </p:sp>
      <p:sp>
        <p:nvSpPr>
          <p:cNvPr id="7" name="Freeform 387"/>
          <p:cNvSpPr>
            <a:spLocks noEditPoints="1"/>
          </p:cNvSpPr>
          <p:nvPr userDrawn="1"/>
        </p:nvSpPr>
        <p:spPr bwMode="auto">
          <a:xfrm rot="1888595">
            <a:off x="2442159" y="392103"/>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20000"/>
            </a:schemeClr>
          </a:solidFill>
          <a:ln w="0">
            <a:noFill/>
            <a:prstDash val="solid"/>
            <a:round/>
          </a:ln>
        </p:spPr>
        <p:txBody>
          <a:bodyPr vert="horz" wrap="square" lIns="91440" tIns="45720" rIns="91440" bIns="45720" numCol="1" anchor="t" anchorCtr="0" compatLnSpc="1"/>
          <a:lstStyle/>
          <a:p>
            <a:endParaRPr lang="zh-CN" altLang="en-US"/>
          </a:p>
        </p:txBody>
      </p:sp>
      <p:sp>
        <p:nvSpPr>
          <p:cNvPr id="8" name="Freeform 77"/>
          <p:cNvSpPr>
            <a:spLocks noEditPoints="1"/>
          </p:cNvSpPr>
          <p:nvPr userDrawn="1"/>
        </p:nvSpPr>
        <p:spPr bwMode="auto">
          <a:xfrm rot="20644514">
            <a:off x="1047441" y="681857"/>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20000"/>
            </a:schemeClr>
          </a:solidFill>
          <a:ln w="0">
            <a:noFill/>
            <a:prstDash val="solid"/>
            <a:round/>
          </a:ln>
        </p:spPr>
        <p:txBody>
          <a:bodyPr vert="horz" wrap="square" lIns="91440" tIns="45720" rIns="91440" bIns="45720" numCol="1" anchor="t" anchorCtr="0" compatLnSpc="1"/>
          <a:lstStyle/>
          <a:p>
            <a:pPr lvl="0"/>
            <a:endParaRPr lang="zh-CN" altLang="en-US"/>
          </a:p>
        </p:txBody>
      </p:sp>
    </p:spTree>
    <p:extLst>
      <p:ext uri="{BB962C8B-B14F-4D97-AF65-F5344CB8AC3E}">
        <p14:creationId xmlns:p14="http://schemas.microsoft.com/office/powerpoint/2010/main" val="284730833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标题幻灯片">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3" name="Freeform 77"/>
          <p:cNvSpPr>
            <a:spLocks noEditPoints="1"/>
          </p:cNvSpPr>
          <p:nvPr userDrawn="1"/>
        </p:nvSpPr>
        <p:spPr bwMode="auto">
          <a:xfrm rot="20644514">
            <a:off x="1047441" y="681857"/>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lvl="0"/>
            <a:endParaRPr lang="zh-CN" altLang="en-US"/>
          </a:p>
        </p:txBody>
      </p:sp>
      <p:sp>
        <p:nvSpPr>
          <p:cNvPr id="18" name="Freeform 363"/>
          <p:cNvSpPr>
            <a:spLocks noEditPoints="1"/>
          </p:cNvSpPr>
          <p:nvPr userDrawn="1"/>
        </p:nvSpPr>
        <p:spPr bwMode="auto">
          <a:xfrm rot="1658487">
            <a:off x="6583748" y="312642"/>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endParaRPr lang="zh-CN" altLang="en-US"/>
          </a:p>
        </p:txBody>
      </p:sp>
      <p:sp>
        <p:nvSpPr>
          <p:cNvPr id="19" name="Freeform 463"/>
          <p:cNvSpPr>
            <a:spLocks noEditPoints="1"/>
          </p:cNvSpPr>
          <p:nvPr userDrawn="1"/>
        </p:nvSpPr>
        <p:spPr bwMode="auto">
          <a:xfrm rot="19468344">
            <a:off x="4877976" y="513678"/>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endParaRPr lang="zh-CN" altLang="en-US"/>
          </a:p>
        </p:txBody>
      </p:sp>
      <p:sp>
        <p:nvSpPr>
          <p:cNvPr id="20" name="Freeform 381"/>
          <p:cNvSpPr>
            <a:spLocks noEditPoints="1"/>
          </p:cNvSpPr>
          <p:nvPr userDrawn="1"/>
        </p:nvSpPr>
        <p:spPr bwMode="auto">
          <a:xfrm rot="14941924">
            <a:off x="8362898" y="3498968"/>
            <a:ext cx="4181014" cy="4031692"/>
          </a:xfrm>
          <a:custGeom>
            <a:avLst/>
            <a:gdLst>
              <a:gd name="T0" fmla="*/ 138 w 280"/>
              <a:gd name="T1" fmla="*/ 237 h 270"/>
              <a:gd name="T2" fmla="*/ 165 w 280"/>
              <a:gd name="T3" fmla="*/ 210 h 270"/>
              <a:gd name="T4" fmla="*/ 73 w 280"/>
              <a:gd name="T5" fmla="*/ 210 h 270"/>
              <a:gd name="T6" fmla="*/ 61 w 280"/>
              <a:gd name="T7" fmla="*/ 237 h 270"/>
              <a:gd name="T8" fmla="*/ 133 w 280"/>
              <a:gd name="T9" fmla="*/ 243 h 270"/>
              <a:gd name="T10" fmla="*/ 101 w 280"/>
              <a:gd name="T11" fmla="*/ 207 h 270"/>
              <a:gd name="T12" fmla="*/ 181 w 280"/>
              <a:gd name="T13" fmla="*/ 207 h 270"/>
              <a:gd name="T14" fmla="*/ 147 w 280"/>
              <a:gd name="T15" fmla="*/ 242 h 270"/>
              <a:gd name="T16" fmla="*/ 202 w 280"/>
              <a:gd name="T17" fmla="*/ 253 h 270"/>
              <a:gd name="T18" fmla="*/ 202 w 280"/>
              <a:gd name="T19" fmla="*/ 219 h 270"/>
              <a:gd name="T20" fmla="*/ 222 w 280"/>
              <a:gd name="T21" fmla="*/ 200 h 270"/>
              <a:gd name="T22" fmla="*/ 64 w 280"/>
              <a:gd name="T23" fmla="*/ 166 h 270"/>
              <a:gd name="T24" fmla="*/ 79 w 280"/>
              <a:gd name="T25" fmla="*/ 197 h 270"/>
              <a:gd name="T26" fmla="*/ 71 w 280"/>
              <a:gd name="T27" fmla="*/ 156 h 270"/>
              <a:gd name="T28" fmla="*/ 184 w 280"/>
              <a:gd name="T29" fmla="*/ 196 h 270"/>
              <a:gd name="T30" fmla="*/ 221 w 280"/>
              <a:gd name="T31" fmla="*/ 191 h 270"/>
              <a:gd name="T32" fmla="*/ 230 w 280"/>
              <a:gd name="T33" fmla="*/ 100 h 270"/>
              <a:gd name="T34" fmla="*/ 214 w 280"/>
              <a:gd name="T35" fmla="*/ 148 h 270"/>
              <a:gd name="T36" fmla="*/ 248 w 280"/>
              <a:gd name="T37" fmla="*/ 177 h 270"/>
              <a:gd name="T38" fmla="*/ 231 w 280"/>
              <a:gd name="T39" fmla="*/ 101 h 270"/>
              <a:gd name="T40" fmla="*/ 14 w 280"/>
              <a:gd name="T41" fmla="*/ 137 h 270"/>
              <a:gd name="T42" fmla="*/ 38 w 280"/>
              <a:gd name="T43" fmla="*/ 171 h 270"/>
              <a:gd name="T44" fmla="*/ 61 w 280"/>
              <a:gd name="T45" fmla="*/ 156 h 270"/>
              <a:gd name="T46" fmla="*/ 51 w 280"/>
              <a:gd name="T47" fmla="*/ 101 h 270"/>
              <a:gd name="T48" fmla="*/ 179 w 280"/>
              <a:gd name="T49" fmla="*/ 133 h 270"/>
              <a:gd name="T50" fmla="*/ 111 w 280"/>
              <a:gd name="T51" fmla="*/ 160 h 270"/>
              <a:gd name="T52" fmla="*/ 139 w 280"/>
              <a:gd name="T53" fmla="*/ 94 h 270"/>
              <a:gd name="T54" fmla="*/ 208 w 280"/>
              <a:gd name="T55" fmla="*/ 133 h 270"/>
              <a:gd name="T56" fmla="*/ 221 w 280"/>
              <a:gd name="T57" fmla="*/ 97 h 270"/>
              <a:gd name="T58" fmla="*/ 60 w 280"/>
              <a:gd name="T59" fmla="*/ 96 h 270"/>
              <a:gd name="T60" fmla="*/ 69 w 280"/>
              <a:gd name="T61" fmla="*/ 133 h 270"/>
              <a:gd name="T62" fmla="*/ 93 w 280"/>
              <a:gd name="T63" fmla="*/ 87 h 270"/>
              <a:gd name="T64" fmla="*/ 87 w 280"/>
              <a:gd name="T65" fmla="*/ 114 h 270"/>
              <a:gd name="T66" fmla="*/ 105 w 280"/>
              <a:gd name="T67" fmla="*/ 201 h 270"/>
              <a:gd name="T68" fmla="*/ 174 w 280"/>
              <a:gd name="T69" fmla="*/ 201 h 270"/>
              <a:gd name="T70" fmla="*/ 191 w 280"/>
              <a:gd name="T71" fmla="*/ 114 h 270"/>
              <a:gd name="T72" fmla="*/ 139 w 280"/>
              <a:gd name="T73" fmla="*/ 50 h 270"/>
              <a:gd name="T74" fmla="*/ 116 w 280"/>
              <a:gd name="T75" fmla="*/ 78 h 270"/>
              <a:gd name="T76" fmla="*/ 142 w 280"/>
              <a:gd name="T77" fmla="*/ 50 h 270"/>
              <a:gd name="T78" fmla="*/ 147 w 280"/>
              <a:gd name="T79" fmla="*/ 46 h 270"/>
              <a:gd name="T80" fmla="*/ 181 w 280"/>
              <a:gd name="T81" fmla="*/ 81 h 270"/>
              <a:gd name="T82" fmla="*/ 222 w 280"/>
              <a:gd name="T83" fmla="*/ 71 h 270"/>
              <a:gd name="T84" fmla="*/ 200 w 280"/>
              <a:gd name="T85" fmla="*/ 50 h 270"/>
              <a:gd name="T86" fmla="*/ 97 w 280"/>
              <a:gd name="T87" fmla="*/ 30 h 270"/>
              <a:gd name="T88" fmla="*/ 57 w 280"/>
              <a:gd name="T89" fmla="*/ 87 h 270"/>
              <a:gd name="T90" fmla="*/ 103 w 280"/>
              <a:gd name="T91" fmla="*/ 78 h 270"/>
              <a:gd name="T92" fmla="*/ 131 w 280"/>
              <a:gd name="T93" fmla="*/ 42 h 270"/>
              <a:gd name="T94" fmla="*/ 222 w 280"/>
              <a:gd name="T95" fmla="*/ 21 h 270"/>
              <a:gd name="T96" fmla="*/ 230 w 280"/>
              <a:gd name="T97" fmla="*/ 91 h 270"/>
              <a:gd name="T98" fmla="*/ 276 w 280"/>
              <a:gd name="T99" fmla="*/ 159 h 270"/>
              <a:gd name="T100" fmla="*/ 231 w 280"/>
              <a:gd name="T101" fmla="*/ 207 h 270"/>
              <a:gd name="T102" fmla="*/ 245 w 280"/>
              <a:gd name="T103" fmla="*/ 243 h 270"/>
              <a:gd name="T104" fmla="*/ 206 w 280"/>
              <a:gd name="T105" fmla="*/ 266 h 270"/>
              <a:gd name="T106" fmla="*/ 138 w 280"/>
              <a:gd name="T107" fmla="*/ 248 h 270"/>
              <a:gd name="T108" fmla="*/ 51 w 280"/>
              <a:gd name="T109" fmla="*/ 239 h 270"/>
              <a:gd name="T110" fmla="*/ 29 w 280"/>
              <a:gd name="T111" fmla="*/ 187 h 270"/>
              <a:gd name="T112" fmla="*/ 2 w 280"/>
              <a:gd name="T113" fmla="*/ 129 h 270"/>
              <a:gd name="T114" fmla="*/ 48 w 280"/>
              <a:gd name="T115" fmla="*/ 67 h 270"/>
              <a:gd name="T116" fmla="*/ 119 w 280"/>
              <a:gd name="T117" fmla="*/ 26 h 270"/>
              <a:gd name="T118" fmla="*/ 172 w 280"/>
              <a:gd name="T119" fmla="*/ 21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80" h="270">
                <a:moveTo>
                  <a:pt x="116" y="209"/>
                </a:moveTo>
                <a:lnTo>
                  <a:pt x="115" y="209"/>
                </a:lnTo>
                <a:lnTo>
                  <a:pt x="114" y="211"/>
                </a:lnTo>
                <a:lnTo>
                  <a:pt x="114" y="212"/>
                </a:lnTo>
                <a:lnTo>
                  <a:pt x="126" y="226"/>
                </a:lnTo>
                <a:lnTo>
                  <a:pt x="138" y="237"/>
                </a:lnTo>
                <a:lnTo>
                  <a:pt x="139" y="238"/>
                </a:lnTo>
                <a:lnTo>
                  <a:pt x="142" y="237"/>
                </a:lnTo>
                <a:lnTo>
                  <a:pt x="153" y="226"/>
                </a:lnTo>
                <a:lnTo>
                  <a:pt x="165" y="212"/>
                </a:lnTo>
                <a:lnTo>
                  <a:pt x="166" y="211"/>
                </a:lnTo>
                <a:lnTo>
                  <a:pt x="165" y="210"/>
                </a:lnTo>
                <a:lnTo>
                  <a:pt x="163" y="209"/>
                </a:lnTo>
                <a:lnTo>
                  <a:pt x="116" y="209"/>
                </a:lnTo>
                <a:close/>
                <a:moveTo>
                  <a:pt x="79" y="203"/>
                </a:moveTo>
                <a:lnTo>
                  <a:pt x="77" y="203"/>
                </a:lnTo>
                <a:lnTo>
                  <a:pt x="75" y="205"/>
                </a:lnTo>
                <a:lnTo>
                  <a:pt x="73" y="210"/>
                </a:lnTo>
                <a:lnTo>
                  <a:pt x="69" y="212"/>
                </a:lnTo>
                <a:lnTo>
                  <a:pt x="64" y="215"/>
                </a:lnTo>
                <a:lnTo>
                  <a:pt x="59" y="217"/>
                </a:lnTo>
                <a:lnTo>
                  <a:pt x="57" y="219"/>
                </a:lnTo>
                <a:lnTo>
                  <a:pt x="57" y="220"/>
                </a:lnTo>
                <a:lnTo>
                  <a:pt x="61" y="237"/>
                </a:lnTo>
                <a:lnTo>
                  <a:pt x="70" y="248"/>
                </a:lnTo>
                <a:lnTo>
                  <a:pt x="82" y="256"/>
                </a:lnTo>
                <a:lnTo>
                  <a:pt x="97" y="258"/>
                </a:lnTo>
                <a:lnTo>
                  <a:pt x="114" y="254"/>
                </a:lnTo>
                <a:lnTo>
                  <a:pt x="131" y="244"/>
                </a:lnTo>
                <a:lnTo>
                  <a:pt x="133" y="243"/>
                </a:lnTo>
                <a:lnTo>
                  <a:pt x="133" y="242"/>
                </a:lnTo>
                <a:lnTo>
                  <a:pt x="131" y="240"/>
                </a:lnTo>
                <a:lnTo>
                  <a:pt x="119" y="228"/>
                </a:lnTo>
                <a:lnTo>
                  <a:pt x="106" y="211"/>
                </a:lnTo>
                <a:lnTo>
                  <a:pt x="103" y="209"/>
                </a:lnTo>
                <a:lnTo>
                  <a:pt x="101" y="207"/>
                </a:lnTo>
                <a:lnTo>
                  <a:pt x="98" y="207"/>
                </a:lnTo>
                <a:lnTo>
                  <a:pt x="88" y="206"/>
                </a:lnTo>
                <a:lnTo>
                  <a:pt x="79" y="203"/>
                </a:lnTo>
                <a:close/>
                <a:moveTo>
                  <a:pt x="220" y="198"/>
                </a:moveTo>
                <a:lnTo>
                  <a:pt x="202" y="203"/>
                </a:lnTo>
                <a:lnTo>
                  <a:pt x="181" y="207"/>
                </a:lnTo>
                <a:lnTo>
                  <a:pt x="179" y="207"/>
                </a:lnTo>
                <a:lnTo>
                  <a:pt x="176" y="209"/>
                </a:lnTo>
                <a:lnTo>
                  <a:pt x="174" y="211"/>
                </a:lnTo>
                <a:lnTo>
                  <a:pt x="161" y="228"/>
                </a:lnTo>
                <a:lnTo>
                  <a:pt x="148" y="240"/>
                </a:lnTo>
                <a:lnTo>
                  <a:pt x="147" y="242"/>
                </a:lnTo>
                <a:lnTo>
                  <a:pt x="147" y="243"/>
                </a:lnTo>
                <a:lnTo>
                  <a:pt x="148" y="244"/>
                </a:lnTo>
                <a:lnTo>
                  <a:pt x="163" y="253"/>
                </a:lnTo>
                <a:lnTo>
                  <a:pt x="177" y="257"/>
                </a:lnTo>
                <a:lnTo>
                  <a:pt x="191" y="257"/>
                </a:lnTo>
                <a:lnTo>
                  <a:pt x="202" y="253"/>
                </a:lnTo>
                <a:lnTo>
                  <a:pt x="203" y="252"/>
                </a:lnTo>
                <a:lnTo>
                  <a:pt x="204" y="251"/>
                </a:lnTo>
                <a:lnTo>
                  <a:pt x="203" y="249"/>
                </a:lnTo>
                <a:lnTo>
                  <a:pt x="198" y="239"/>
                </a:lnTo>
                <a:lnTo>
                  <a:pt x="198" y="228"/>
                </a:lnTo>
                <a:lnTo>
                  <a:pt x="202" y="219"/>
                </a:lnTo>
                <a:lnTo>
                  <a:pt x="209" y="211"/>
                </a:lnTo>
                <a:lnTo>
                  <a:pt x="221" y="207"/>
                </a:lnTo>
                <a:lnTo>
                  <a:pt x="222" y="206"/>
                </a:lnTo>
                <a:lnTo>
                  <a:pt x="223" y="205"/>
                </a:lnTo>
                <a:lnTo>
                  <a:pt x="222" y="201"/>
                </a:lnTo>
                <a:lnTo>
                  <a:pt x="222" y="200"/>
                </a:lnTo>
                <a:lnTo>
                  <a:pt x="221" y="198"/>
                </a:lnTo>
                <a:lnTo>
                  <a:pt x="220" y="198"/>
                </a:lnTo>
                <a:close/>
                <a:moveTo>
                  <a:pt x="69" y="155"/>
                </a:moveTo>
                <a:lnTo>
                  <a:pt x="68" y="155"/>
                </a:lnTo>
                <a:lnTo>
                  <a:pt x="68" y="156"/>
                </a:lnTo>
                <a:lnTo>
                  <a:pt x="64" y="166"/>
                </a:lnTo>
                <a:lnTo>
                  <a:pt x="64" y="168"/>
                </a:lnTo>
                <a:lnTo>
                  <a:pt x="65" y="170"/>
                </a:lnTo>
                <a:lnTo>
                  <a:pt x="73" y="177"/>
                </a:lnTo>
                <a:lnTo>
                  <a:pt x="78" y="186"/>
                </a:lnTo>
                <a:lnTo>
                  <a:pt x="79" y="196"/>
                </a:lnTo>
                <a:lnTo>
                  <a:pt x="79" y="197"/>
                </a:lnTo>
                <a:lnTo>
                  <a:pt x="80" y="198"/>
                </a:lnTo>
                <a:lnTo>
                  <a:pt x="93" y="201"/>
                </a:lnTo>
                <a:lnTo>
                  <a:pt x="94" y="200"/>
                </a:lnTo>
                <a:lnTo>
                  <a:pt x="96" y="198"/>
                </a:lnTo>
                <a:lnTo>
                  <a:pt x="96" y="196"/>
                </a:lnTo>
                <a:lnTo>
                  <a:pt x="71" y="156"/>
                </a:lnTo>
                <a:lnTo>
                  <a:pt x="70" y="155"/>
                </a:lnTo>
                <a:lnTo>
                  <a:pt x="69" y="155"/>
                </a:lnTo>
                <a:close/>
                <a:moveTo>
                  <a:pt x="209" y="155"/>
                </a:moveTo>
                <a:lnTo>
                  <a:pt x="208" y="155"/>
                </a:lnTo>
                <a:lnTo>
                  <a:pt x="207" y="156"/>
                </a:lnTo>
                <a:lnTo>
                  <a:pt x="184" y="196"/>
                </a:lnTo>
                <a:lnTo>
                  <a:pt x="184" y="198"/>
                </a:lnTo>
                <a:lnTo>
                  <a:pt x="185" y="200"/>
                </a:lnTo>
                <a:lnTo>
                  <a:pt x="186" y="201"/>
                </a:lnTo>
                <a:lnTo>
                  <a:pt x="204" y="197"/>
                </a:lnTo>
                <a:lnTo>
                  <a:pt x="220" y="192"/>
                </a:lnTo>
                <a:lnTo>
                  <a:pt x="221" y="191"/>
                </a:lnTo>
                <a:lnTo>
                  <a:pt x="221" y="189"/>
                </a:lnTo>
                <a:lnTo>
                  <a:pt x="218" y="173"/>
                </a:lnTo>
                <a:lnTo>
                  <a:pt x="212" y="156"/>
                </a:lnTo>
                <a:lnTo>
                  <a:pt x="211" y="155"/>
                </a:lnTo>
                <a:lnTo>
                  <a:pt x="209" y="155"/>
                </a:lnTo>
                <a:close/>
                <a:moveTo>
                  <a:pt x="230" y="100"/>
                </a:moveTo>
                <a:lnTo>
                  <a:pt x="229" y="101"/>
                </a:lnTo>
                <a:lnTo>
                  <a:pt x="227" y="103"/>
                </a:lnTo>
                <a:lnTo>
                  <a:pt x="222" y="120"/>
                </a:lnTo>
                <a:lnTo>
                  <a:pt x="214" y="140"/>
                </a:lnTo>
                <a:lnTo>
                  <a:pt x="214" y="143"/>
                </a:lnTo>
                <a:lnTo>
                  <a:pt x="214" y="148"/>
                </a:lnTo>
                <a:lnTo>
                  <a:pt x="222" y="168"/>
                </a:lnTo>
                <a:lnTo>
                  <a:pt x="227" y="186"/>
                </a:lnTo>
                <a:lnTo>
                  <a:pt x="229" y="187"/>
                </a:lnTo>
                <a:lnTo>
                  <a:pt x="230" y="187"/>
                </a:lnTo>
                <a:lnTo>
                  <a:pt x="231" y="187"/>
                </a:lnTo>
                <a:lnTo>
                  <a:pt x="248" y="177"/>
                </a:lnTo>
                <a:lnTo>
                  <a:pt x="259" y="164"/>
                </a:lnTo>
                <a:lnTo>
                  <a:pt x="266" y="151"/>
                </a:lnTo>
                <a:lnTo>
                  <a:pt x="266" y="137"/>
                </a:lnTo>
                <a:lnTo>
                  <a:pt x="259" y="124"/>
                </a:lnTo>
                <a:lnTo>
                  <a:pt x="249" y="111"/>
                </a:lnTo>
                <a:lnTo>
                  <a:pt x="231" y="101"/>
                </a:lnTo>
                <a:lnTo>
                  <a:pt x="230" y="100"/>
                </a:lnTo>
                <a:close/>
                <a:moveTo>
                  <a:pt x="50" y="100"/>
                </a:moveTo>
                <a:lnTo>
                  <a:pt x="48" y="100"/>
                </a:lnTo>
                <a:lnTo>
                  <a:pt x="31" y="111"/>
                </a:lnTo>
                <a:lnTo>
                  <a:pt x="19" y="124"/>
                </a:lnTo>
                <a:lnTo>
                  <a:pt x="14" y="137"/>
                </a:lnTo>
                <a:lnTo>
                  <a:pt x="14" y="151"/>
                </a:lnTo>
                <a:lnTo>
                  <a:pt x="19" y="164"/>
                </a:lnTo>
                <a:lnTo>
                  <a:pt x="31" y="177"/>
                </a:lnTo>
                <a:lnTo>
                  <a:pt x="33" y="177"/>
                </a:lnTo>
                <a:lnTo>
                  <a:pt x="34" y="175"/>
                </a:lnTo>
                <a:lnTo>
                  <a:pt x="38" y="171"/>
                </a:lnTo>
                <a:lnTo>
                  <a:pt x="43" y="169"/>
                </a:lnTo>
                <a:lnTo>
                  <a:pt x="48" y="168"/>
                </a:lnTo>
                <a:lnTo>
                  <a:pt x="55" y="168"/>
                </a:lnTo>
                <a:lnTo>
                  <a:pt x="56" y="166"/>
                </a:lnTo>
                <a:lnTo>
                  <a:pt x="57" y="165"/>
                </a:lnTo>
                <a:lnTo>
                  <a:pt x="61" y="156"/>
                </a:lnTo>
                <a:lnTo>
                  <a:pt x="64" y="148"/>
                </a:lnTo>
                <a:lnTo>
                  <a:pt x="65" y="143"/>
                </a:lnTo>
                <a:lnTo>
                  <a:pt x="64" y="140"/>
                </a:lnTo>
                <a:lnTo>
                  <a:pt x="57" y="120"/>
                </a:lnTo>
                <a:lnTo>
                  <a:pt x="52" y="103"/>
                </a:lnTo>
                <a:lnTo>
                  <a:pt x="51" y="101"/>
                </a:lnTo>
                <a:lnTo>
                  <a:pt x="50" y="100"/>
                </a:lnTo>
                <a:close/>
                <a:moveTo>
                  <a:pt x="139" y="94"/>
                </a:moveTo>
                <a:lnTo>
                  <a:pt x="154" y="96"/>
                </a:lnTo>
                <a:lnTo>
                  <a:pt x="167" y="105"/>
                </a:lnTo>
                <a:lnTo>
                  <a:pt x="175" y="118"/>
                </a:lnTo>
                <a:lnTo>
                  <a:pt x="179" y="133"/>
                </a:lnTo>
                <a:lnTo>
                  <a:pt x="175" y="148"/>
                </a:lnTo>
                <a:lnTo>
                  <a:pt x="167" y="160"/>
                </a:lnTo>
                <a:lnTo>
                  <a:pt x="154" y="169"/>
                </a:lnTo>
                <a:lnTo>
                  <a:pt x="139" y="171"/>
                </a:lnTo>
                <a:lnTo>
                  <a:pt x="124" y="169"/>
                </a:lnTo>
                <a:lnTo>
                  <a:pt x="111" y="160"/>
                </a:lnTo>
                <a:lnTo>
                  <a:pt x="102" y="148"/>
                </a:lnTo>
                <a:lnTo>
                  <a:pt x="100" y="133"/>
                </a:lnTo>
                <a:lnTo>
                  <a:pt x="102" y="118"/>
                </a:lnTo>
                <a:lnTo>
                  <a:pt x="111" y="105"/>
                </a:lnTo>
                <a:lnTo>
                  <a:pt x="124" y="96"/>
                </a:lnTo>
                <a:lnTo>
                  <a:pt x="139" y="94"/>
                </a:lnTo>
                <a:close/>
                <a:moveTo>
                  <a:pt x="186" y="87"/>
                </a:moveTo>
                <a:lnTo>
                  <a:pt x="185" y="87"/>
                </a:lnTo>
                <a:lnTo>
                  <a:pt x="184" y="88"/>
                </a:lnTo>
                <a:lnTo>
                  <a:pt x="184" y="91"/>
                </a:lnTo>
                <a:lnTo>
                  <a:pt x="207" y="132"/>
                </a:lnTo>
                <a:lnTo>
                  <a:pt x="208" y="133"/>
                </a:lnTo>
                <a:lnTo>
                  <a:pt x="209" y="133"/>
                </a:lnTo>
                <a:lnTo>
                  <a:pt x="211" y="132"/>
                </a:lnTo>
                <a:lnTo>
                  <a:pt x="212" y="131"/>
                </a:lnTo>
                <a:lnTo>
                  <a:pt x="217" y="114"/>
                </a:lnTo>
                <a:lnTo>
                  <a:pt x="221" y="99"/>
                </a:lnTo>
                <a:lnTo>
                  <a:pt x="221" y="97"/>
                </a:lnTo>
                <a:lnTo>
                  <a:pt x="220" y="95"/>
                </a:lnTo>
                <a:lnTo>
                  <a:pt x="204" y="91"/>
                </a:lnTo>
                <a:lnTo>
                  <a:pt x="186" y="87"/>
                </a:lnTo>
                <a:close/>
                <a:moveTo>
                  <a:pt x="93" y="87"/>
                </a:moveTo>
                <a:lnTo>
                  <a:pt x="75" y="91"/>
                </a:lnTo>
                <a:lnTo>
                  <a:pt x="60" y="96"/>
                </a:lnTo>
                <a:lnTo>
                  <a:pt x="59" y="96"/>
                </a:lnTo>
                <a:lnTo>
                  <a:pt x="57" y="99"/>
                </a:lnTo>
                <a:lnTo>
                  <a:pt x="61" y="114"/>
                </a:lnTo>
                <a:lnTo>
                  <a:pt x="68" y="132"/>
                </a:lnTo>
                <a:lnTo>
                  <a:pt x="68" y="132"/>
                </a:lnTo>
                <a:lnTo>
                  <a:pt x="69" y="133"/>
                </a:lnTo>
                <a:lnTo>
                  <a:pt x="70" y="133"/>
                </a:lnTo>
                <a:lnTo>
                  <a:pt x="71" y="132"/>
                </a:lnTo>
                <a:lnTo>
                  <a:pt x="96" y="91"/>
                </a:lnTo>
                <a:lnTo>
                  <a:pt x="96" y="88"/>
                </a:lnTo>
                <a:lnTo>
                  <a:pt x="94" y="87"/>
                </a:lnTo>
                <a:lnTo>
                  <a:pt x="93" y="87"/>
                </a:lnTo>
                <a:close/>
                <a:moveTo>
                  <a:pt x="139" y="83"/>
                </a:moveTo>
                <a:lnTo>
                  <a:pt x="111" y="85"/>
                </a:lnTo>
                <a:lnTo>
                  <a:pt x="108" y="86"/>
                </a:lnTo>
                <a:lnTo>
                  <a:pt x="105" y="87"/>
                </a:lnTo>
                <a:lnTo>
                  <a:pt x="102" y="90"/>
                </a:lnTo>
                <a:lnTo>
                  <a:pt x="87" y="114"/>
                </a:lnTo>
                <a:lnTo>
                  <a:pt x="74" y="138"/>
                </a:lnTo>
                <a:lnTo>
                  <a:pt x="73" y="143"/>
                </a:lnTo>
                <a:lnTo>
                  <a:pt x="74" y="148"/>
                </a:lnTo>
                <a:lnTo>
                  <a:pt x="87" y="174"/>
                </a:lnTo>
                <a:lnTo>
                  <a:pt x="102" y="198"/>
                </a:lnTo>
                <a:lnTo>
                  <a:pt x="105" y="201"/>
                </a:lnTo>
                <a:lnTo>
                  <a:pt x="108" y="202"/>
                </a:lnTo>
                <a:lnTo>
                  <a:pt x="111" y="202"/>
                </a:lnTo>
                <a:lnTo>
                  <a:pt x="139" y="203"/>
                </a:lnTo>
                <a:lnTo>
                  <a:pt x="168" y="202"/>
                </a:lnTo>
                <a:lnTo>
                  <a:pt x="171" y="202"/>
                </a:lnTo>
                <a:lnTo>
                  <a:pt x="174" y="201"/>
                </a:lnTo>
                <a:lnTo>
                  <a:pt x="176" y="198"/>
                </a:lnTo>
                <a:lnTo>
                  <a:pt x="191" y="174"/>
                </a:lnTo>
                <a:lnTo>
                  <a:pt x="204" y="148"/>
                </a:lnTo>
                <a:lnTo>
                  <a:pt x="206" y="143"/>
                </a:lnTo>
                <a:lnTo>
                  <a:pt x="204" y="138"/>
                </a:lnTo>
                <a:lnTo>
                  <a:pt x="191" y="114"/>
                </a:lnTo>
                <a:lnTo>
                  <a:pt x="176" y="90"/>
                </a:lnTo>
                <a:lnTo>
                  <a:pt x="174" y="87"/>
                </a:lnTo>
                <a:lnTo>
                  <a:pt x="171" y="86"/>
                </a:lnTo>
                <a:lnTo>
                  <a:pt x="168" y="85"/>
                </a:lnTo>
                <a:lnTo>
                  <a:pt x="139" y="83"/>
                </a:lnTo>
                <a:close/>
                <a:moveTo>
                  <a:pt x="139" y="50"/>
                </a:moveTo>
                <a:lnTo>
                  <a:pt x="138" y="50"/>
                </a:lnTo>
                <a:lnTo>
                  <a:pt x="126" y="62"/>
                </a:lnTo>
                <a:lnTo>
                  <a:pt x="114" y="74"/>
                </a:lnTo>
                <a:lnTo>
                  <a:pt x="114" y="77"/>
                </a:lnTo>
                <a:lnTo>
                  <a:pt x="115" y="78"/>
                </a:lnTo>
                <a:lnTo>
                  <a:pt x="116" y="78"/>
                </a:lnTo>
                <a:lnTo>
                  <a:pt x="163" y="80"/>
                </a:lnTo>
                <a:lnTo>
                  <a:pt x="165" y="78"/>
                </a:lnTo>
                <a:lnTo>
                  <a:pt x="166" y="77"/>
                </a:lnTo>
                <a:lnTo>
                  <a:pt x="165" y="74"/>
                </a:lnTo>
                <a:lnTo>
                  <a:pt x="153" y="62"/>
                </a:lnTo>
                <a:lnTo>
                  <a:pt x="142" y="50"/>
                </a:lnTo>
                <a:lnTo>
                  <a:pt x="139" y="50"/>
                </a:lnTo>
                <a:close/>
                <a:moveTo>
                  <a:pt x="170" y="32"/>
                </a:moveTo>
                <a:lnTo>
                  <a:pt x="160" y="36"/>
                </a:lnTo>
                <a:lnTo>
                  <a:pt x="148" y="42"/>
                </a:lnTo>
                <a:lnTo>
                  <a:pt x="147" y="44"/>
                </a:lnTo>
                <a:lnTo>
                  <a:pt x="147" y="46"/>
                </a:lnTo>
                <a:lnTo>
                  <a:pt x="148" y="48"/>
                </a:lnTo>
                <a:lnTo>
                  <a:pt x="161" y="60"/>
                </a:lnTo>
                <a:lnTo>
                  <a:pt x="174" y="76"/>
                </a:lnTo>
                <a:lnTo>
                  <a:pt x="176" y="78"/>
                </a:lnTo>
                <a:lnTo>
                  <a:pt x="179" y="80"/>
                </a:lnTo>
                <a:lnTo>
                  <a:pt x="181" y="81"/>
                </a:lnTo>
                <a:lnTo>
                  <a:pt x="202" y="83"/>
                </a:lnTo>
                <a:lnTo>
                  <a:pt x="218" y="88"/>
                </a:lnTo>
                <a:lnTo>
                  <a:pt x="221" y="88"/>
                </a:lnTo>
                <a:lnTo>
                  <a:pt x="222" y="87"/>
                </a:lnTo>
                <a:lnTo>
                  <a:pt x="222" y="86"/>
                </a:lnTo>
                <a:lnTo>
                  <a:pt x="222" y="71"/>
                </a:lnTo>
                <a:lnTo>
                  <a:pt x="220" y="58"/>
                </a:lnTo>
                <a:lnTo>
                  <a:pt x="216" y="46"/>
                </a:lnTo>
                <a:lnTo>
                  <a:pt x="214" y="46"/>
                </a:lnTo>
                <a:lnTo>
                  <a:pt x="213" y="45"/>
                </a:lnTo>
                <a:lnTo>
                  <a:pt x="212" y="46"/>
                </a:lnTo>
                <a:lnTo>
                  <a:pt x="200" y="50"/>
                </a:lnTo>
                <a:lnTo>
                  <a:pt x="189" y="49"/>
                </a:lnTo>
                <a:lnTo>
                  <a:pt x="180" y="44"/>
                </a:lnTo>
                <a:lnTo>
                  <a:pt x="174" y="34"/>
                </a:lnTo>
                <a:lnTo>
                  <a:pt x="172" y="32"/>
                </a:lnTo>
                <a:lnTo>
                  <a:pt x="170" y="32"/>
                </a:lnTo>
                <a:close/>
                <a:moveTo>
                  <a:pt x="97" y="30"/>
                </a:moveTo>
                <a:lnTo>
                  <a:pt x="83" y="31"/>
                </a:lnTo>
                <a:lnTo>
                  <a:pt x="70" y="39"/>
                </a:lnTo>
                <a:lnTo>
                  <a:pt x="62" y="50"/>
                </a:lnTo>
                <a:lnTo>
                  <a:pt x="57" y="65"/>
                </a:lnTo>
                <a:lnTo>
                  <a:pt x="56" y="86"/>
                </a:lnTo>
                <a:lnTo>
                  <a:pt x="57" y="87"/>
                </a:lnTo>
                <a:lnTo>
                  <a:pt x="59" y="88"/>
                </a:lnTo>
                <a:lnTo>
                  <a:pt x="60" y="88"/>
                </a:lnTo>
                <a:lnTo>
                  <a:pt x="78" y="83"/>
                </a:lnTo>
                <a:lnTo>
                  <a:pt x="98" y="81"/>
                </a:lnTo>
                <a:lnTo>
                  <a:pt x="101" y="80"/>
                </a:lnTo>
                <a:lnTo>
                  <a:pt x="103" y="78"/>
                </a:lnTo>
                <a:lnTo>
                  <a:pt x="106" y="76"/>
                </a:lnTo>
                <a:lnTo>
                  <a:pt x="119" y="60"/>
                </a:lnTo>
                <a:lnTo>
                  <a:pt x="131" y="48"/>
                </a:lnTo>
                <a:lnTo>
                  <a:pt x="133" y="46"/>
                </a:lnTo>
                <a:lnTo>
                  <a:pt x="133" y="44"/>
                </a:lnTo>
                <a:lnTo>
                  <a:pt x="131" y="42"/>
                </a:lnTo>
                <a:lnTo>
                  <a:pt x="114" y="34"/>
                </a:lnTo>
                <a:lnTo>
                  <a:pt x="97" y="30"/>
                </a:lnTo>
                <a:close/>
                <a:moveTo>
                  <a:pt x="197" y="0"/>
                </a:moveTo>
                <a:lnTo>
                  <a:pt x="209" y="3"/>
                </a:lnTo>
                <a:lnTo>
                  <a:pt x="217" y="11"/>
                </a:lnTo>
                <a:lnTo>
                  <a:pt x="222" y="21"/>
                </a:lnTo>
                <a:lnTo>
                  <a:pt x="221" y="32"/>
                </a:lnTo>
                <a:lnTo>
                  <a:pt x="222" y="35"/>
                </a:lnTo>
                <a:lnTo>
                  <a:pt x="229" y="49"/>
                </a:lnTo>
                <a:lnTo>
                  <a:pt x="231" y="67"/>
                </a:lnTo>
                <a:lnTo>
                  <a:pt x="230" y="90"/>
                </a:lnTo>
                <a:lnTo>
                  <a:pt x="230" y="91"/>
                </a:lnTo>
                <a:lnTo>
                  <a:pt x="231" y="92"/>
                </a:lnTo>
                <a:lnTo>
                  <a:pt x="253" y="104"/>
                </a:lnTo>
                <a:lnTo>
                  <a:pt x="267" y="115"/>
                </a:lnTo>
                <a:lnTo>
                  <a:pt x="276" y="129"/>
                </a:lnTo>
                <a:lnTo>
                  <a:pt x="280" y="143"/>
                </a:lnTo>
                <a:lnTo>
                  <a:pt x="276" y="159"/>
                </a:lnTo>
                <a:lnTo>
                  <a:pt x="267" y="171"/>
                </a:lnTo>
                <a:lnTo>
                  <a:pt x="252" y="184"/>
                </a:lnTo>
                <a:lnTo>
                  <a:pt x="231" y="194"/>
                </a:lnTo>
                <a:lnTo>
                  <a:pt x="230" y="196"/>
                </a:lnTo>
                <a:lnTo>
                  <a:pt x="230" y="197"/>
                </a:lnTo>
                <a:lnTo>
                  <a:pt x="231" y="207"/>
                </a:lnTo>
                <a:lnTo>
                  <a:pt x="231" y="209"/>
                </a:lnTo>
                <a:lnTo>
                  <a:pt x="232" y="209"/>
                </a:lnTo>
                <a:lnTo>
                  <a:pt x="240" y="215"/>
                </a:lnTo>
                <a:lnTo>
                  <a:pt x="246" y="223"/>
                </a:lnTo>
                <a:lnTo>
                  <a:pt x="248" y="233"/>
                </a:lnTo>
                <a:lnTo>
                  <a:pt x="245" y="243"/>
                </a:lnTo>
                <a:lnTo>
                  <a:pt x="239" y="252"/>
                </a:lnTo>
                <a:lnTo>
                  <a:pt x="230" y="257"/>
                </a:lnTo>
                <a:lnTo>
                  <a:pt x="220" y="257"/>
                </a:lnTo>
                <a:lnTo>
                  <a:pt x="218" y="258"/>
                </a:lnTo>
                <a:lnTo>
                  <a:pt x="217" y="258"/>
                </a:lnTo>
                <a:lnTo>
                  <a:pt x="206" y="266"/>
                </a:lnTo>
                <a:lnTo>
                  <a:pt x="193" y="270"/>
                </a:lnTo>
                <a:lnTo>
                  <a:pt x="177" y="267"/>
                </a:lnTo>
                <a:lnTo>
                  <a:pt x="160" y="261"/>
                </a:lnTo>
                <a:lnTo>
                  <a:pt x="142" y="248"/>
                </a:lnTo>
                <a:lnTo>
                  <a:pt x="139" y="248"/>
                </a:lnTo>
                <a:lnTo>
                  <a:pt x="138" y="248"/>
                </a:lnTo>
                <a:lnTo>
                  <a:pt x="119" y="262"/>
                </a:lnTo>
                <a:lnTo>
                  <a:pt x="100" y="269"/>
                </a:lnTo>
                <a:lnTo>
                  <a:pt x="83" y="269"/>
                </a:lnTo>
                <a:lnTo>
                  <a:pt x="69" y="265"/>
                </a:lnTo>
                <a:lnTo>
                  <a:pt x="59" y="254"/>
                </a:lnTo>
                <a:lnTo>
                  <a:pt x="51" y="239"/>
                </a:lnTo>
                <a:lnTo>
                  <a:pt x="48" y="219"/>
                </a:lnTo>
                <a:lnTo>
                  <a:pt x="47" y="217"/>
                </a:lnTo>
                <a:lnTo>
                  <a:pt x="46" y="216"/>
                </a:lnTo>
                <a:lnTo>
                  <a:pt x="36" y="210"/>
                </a:lnTo>
                <a:lnTo>
                  <a:pt x="29" y="200"/>
                </a:lnTo>
                <a:lnTo>
                  <a:pt x="29" y="187"/>
                </a:lnTo>
                <a:lnTo>
                  <a:pt x="29" y="186"/>
                </a:lnTo>
                <a:lnTo>
                  <a:pt x="28" y="184"/>
                </a:lnTo>
                <a:lnTo>
                  <a:pt x="13" y="173"/>
                </a:lnTo>
                <a:lnTo>
                  <a:pt x="4" y="159"/>
                </a:lnTo>
                <a:lnTo>
                  <a:pt x="0" y="145"/>
                </a:lnTo>
                <a:lnTo>
                  <a:pt x="2" y="129"/>
                </a:lnTo>
                <a:lnTo>
                  <a:pt x="11" y="115"/>
                </a:lnTo>
                <a:lnTo>
                  <a:pt x="27" y="104"/>
                </a:lnTo>
                <a:lnTo>
                  <a:pt x="48" y="92"/>
                </a:lnTo>
                <a:lnTo>
                  <a:pt x="50" y="91"/>
                </a:lnTo>
                <a:lnTo>
                  <a:pt x="50" y="90"/>
                </a:lnTo>
                <a:lnTo>
                  <a:pt x="48" y="67"/>
                </a:lnTo>
                <a:lnTo>
                  <a:pt x="51" y="48"/>
                </a:lnTo>
                <a:lnTo>
                  <a:pt x="59" y="32"/>
                </a:lnTo>
                <a:lnTo>
                  <a:pt x="70" y="23"/>
                </a:lnTo>
                <a:lnTo>
                  <a:pt x="84" y="18"/>
                </a:lnTo>
                <a:lnTo>
                  <a:pt x="100" y="19"/>
                </a:lnTo>
                <a:lnTo>
                  <a:pt x="119" y="26"/>
                </a:lnTo>
                <a:lnTo>
                  <a:pt x="138" y="39"/>
                </a:lnTo>
                <a:lnTo>
                  <a:pt x="139" y="40"/>
                </a:lnTo>
                <a:lnTo>
                  <a:pt x="142" y="39"/>
                </a:lnTo>
                <a:lnTo>
                  <a:pt x="156" y="28"/>
                </a:lnTo>
                <a:lnTo>
                  <a:pt x="171" y="22"/>
                </a:lnTo>
                <a:lnTo>
                  <a:pt x="172" y="21"/>
                </a:lnTo>
                <a:lnTo>
                  <a:pt x="172" y="19"/>
                </a:lnTo>
                <a:lnTo>
                  <a:pt x="177" y="9"/>
                </a:lnTo>
                <a:lnTo>
                  <a:pt x="186" y="3"/>
                </a:lnTo>
                <a:lnTo>
                  <a:pt x="19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endParaRPr lang="zh-CN" altLang="en-US"/>
          </a:p>
        </p:txBody>
      </p:sp>
      <p:sp>
        <p:nvSpPr>
          <p:cNvPr id="21" name="Freeform 345"/>
          <p:cNvSpPr>
            <a:spLocks noEditPoints="1"/>
          </p:cNvSpPr>
          <p:nvPr userDrawn="1"/>
        </p:nvSpPr>
        <p:spPr bwMode="auto">
          <a:xfrm rot="19951744">
            <a:off x="485337" y="1535222"/>
            <a:ext cx="2166226" cy="3066048"/>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endParaRPr lang="zh-CN" altLang="en-US"/>
          </a:p>
        </p:txBody>
      </p:sp>
      <p:sp>
        <p:nvSpPr>
          <p:cNvPr id="22" name="Freeform 387"/>
          <p:cNvSpPr>
            <a:spLocks noEditPoints="1"/>
          </p:cNvSpPr>
          <p:nvPr userDrawn="1"/>
        </p:nvSpPr>
        <p:spPr bwMode="auto">
          <a:xfrm rot="1888595">
            <a:off x="2442159" y="392103"/>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endParaRPr lang="zh-CN" altLang="en-US"/>
          </a:p>
        </p:txBody>
      </p:sp>
      <p:sp>
        <p:nvSpPr>
          <p:cNvPr id="7" name="文本占位符 7"/>
          <p:cNvSpPr>
            <a:spLocks noGrp="1"/>
          </p:cNvSpPr>
          <p:nvPr>
            <p:ph type="body" sz="quarter" idx="10" hasCustomPrompt="1"/>
          </p:nvPr>
        </p:nvSpPr>
        <p:spPr>
          <a:xfrm>
            <a:off x="769918" y="260400"/>
            <a:ext cx="3321436" cy="529569"/>
          </a:xfrm>
          <a:prstGeom prst="rect">
            <a:avLst/>
          </a:prstGeom>
          <a:ln w="12700" cmpd="sng">
            <a:solidFill>
              <a:schemeClr val="bg1"/>
            </a:solidFill>
          </a:ln>
        </p:spPr>
        <p:txBody>
          <a:bodyPr vert="horz" anchor="ctr"/>
          <a:lstStyle>
            <a:lvl1pPr marL="0" indent="0" algn="l">
              <a:buNone/>
              <a:defRPr sz="2400" b="1">
                <a:solidFill>
                  <a:schemeClr val="bg1"/>
                </a:solidFill>
              </a:defRPr>
            </a:lvl1pPr>
          </a:lstStyle>
          <a:p>
            <a:pPr lvl="0"/>
            <a:r>
              <a:rPr kumimoji="1" lang="en-US" altLang="zh-CN"/>
              <a:t>ADD</a:t>
            </a:r>
            <a:r>
              <a:rPr kumimoji="1" lang="zh-CN" altLang="en-US"/>
              <a:t> </a:t>
            </a:r>
            <a:r>
              <a:rPr kumimoji="1" lang="en-US" altLang="zh-CN"/>
              <a:t>YOUR</a:t>
            </a:r>
            <a:r>
              <a:rPr kumimoji="1" lang="zh-CN" altLang="en-US"/>
              <a:t> </a:t>
            </a:r>
            <a:r>
              <a:rPr kumimoji="1" lang="en-US" altLang="zh-CN"/>
              <a:t>TITLE</a:t>
            </a:r>
            <a:r>
              <a:rPr kumimoji="1" lang="zh-CN" altLang="en-US"/>
              <a:t> </a:t>
            </a:r>
            <a:r>
              <a:rPr kumimoji="1" lang="en-US" altLang="zh-CN"/>
              <a:t>HERE</a:t>
            </a:r>
            <a:endParaRPr kumimoji="1" lang="zh-CN" altLang="en-US"/>
          </a:p>
        </p:txBody>
      </p:sp>
      <p:grpSp>
        <p:nvGrpSpPr>
          <p:cNvPr id="8" name="组 7"/>
          <p:cNvGrpSpPr/>
          <p:nvPr userDrawn="1"/>
        </p:nvGrpSpPr>
        <p:grpSpPr>
          <a:xfrm rot="20632316">
            <a:off x="254584" y="176677"/>
            <a:ext cx="599401" cy="1054299"/>
            <a:chOff x="3087349" y="2393332"/>
            <a:chExt cx="759141" cy="1335268"/>
          </a:xfrm>
        </p:grpSpPr>
        <p:sp>
          <p:nvSpPr>
            <p:cNvPr id="9" name="椭圆 8"/>
            <p:cNvSpPr/>
            <p:nvPr/>
          </p:nvSpPr>
          <p:spPr>
            <a:xfrm>
              <a:off x="3626494" y="2759746"/>
              <a:ext cx="219996" cy="21999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p:nvSpPr>
          <p:spPr>
            <a:xfrm>
              <a:off x="3328363" y="2393332"/>
              <a:ext cx="323047" cy="32304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p:nvSpPr>
          <p:spPr>
            <a:xfrm>
              <a:off x="3543238" y="3564449"/>
              <a:ext cx="164151" cy="1641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p:nvSpPr>
          <p:spPr>
            <a:xfrm>
              <a:off x="3087349" y="2866230"/>
              <a:ext cx="558631" cy="55863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3" name="组 12"/>
          <p:cNvGrpSpPr/>
          <p:nvPr userDrawn="1"/>
        </p:nvGrpSpPr>
        <p:grpSpPr>
          <a:xfrm rot="13604478">
            <a:off x="3791653" y="312764"/>
            <a:ext cx="599401" cy="1054299"/>
            <a:chOff x="3087349" y="2393332"/>
            <a:chExt cx="759141" cy="1335268"/>
          </a:xfrm>
        </p:grpSpPr>
        <p:sp>
          <p:nvSpPr>
            <p:cNvPr id="14" name="椭圆 13"/>
            <p:cNvSpPr/>
            <p:nvPr/>
          </p:nvSpPr>
          <p:spPr>
            <a:xfrm>
              <a:off x="3626494" y="2759746"/>
              <a:ext cx="219996" cy="21999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3328363" y="2393332"/>
              <a:ext cx="323047" cy="32304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p:nvSpPr>
          <p:spPr>
            <a:xfrm>
              <a:off x="3543238" y="3564449"/>
              <a:ext cx="164151" cy="1641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p:nvSpPr>
          <p:spPr>
            <a:xfrm>
              <a:off x="3087349" y="2866230"/>
              <a:ext cx="558631" cy="55863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2663821870"/>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标题幻灯片">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文本占位符 7"/>
          <p:cNvSpPr>
            <a:spLocks noGrp="1"/>
          </p:cNvSpPr>
          <p:nvPr>
            <p:ph type="body" sz="quarter" idx="10" hasCustomPrompt="1"/>
          </p:nvPr>
        </p:nvSpPr>
        <p:spPr>
          <a:xfrm>
            <a:off x="769918" y="260400"/>
            <a:ext cx="3321436" cy="529569"/>
          </a:xfrm>
          <a:prstGeom prst="rect">
            <a:avLst/>
          </a:prstGeom>
          <a:ln w="12700" cmpd="sng">
            <a:solidFill>
              <a:schemeClr val="bg1"/>
            </a:solidFill>
          </a:ln>
        </p:spPr>
        <p:txBody>
          <a:bodyPr vert="horz" anchor="ctr"/>
          <a:lstStyle>
            <a:lvl1pPr marL="0" indent="0" algn="l">
              <a:buNone/>
              <a:defRPr sz="2400" b="1">
                <a:solidFill>
                  <a:schemeClr val="bg1"/>
                </a:solidFill>
              </a:defRPr>
            </a:lvl1pPr>
          </a:lstStyle>
          <a:p>
            <a:pPr lvl="0"/>
            <a:r>
              <a:rPr kumimoji="1" lang="en-US" altLang="zh-CN"/>
              <a:t>ADD</a:t>
            </a:r>
            <a:r>
              <a:rPr kumimoji="1" lang="zh-CN" altLang="en-US"/>
              <a:t> </a:t>
            </a:r>
            <a:r>
              <a:rPr kumimoji="1" lang="en-US" altLang="zh-CN"/>
              <a:t>YOUR</a:t>
            </a:r>
            <a:r>
              <a:rPr kumimoji="1" lang="zh-CN" altLang="en-US"/>
              <a:t> </a:t>
            </a:r>
            <a:r>
              <a:rPr kumimoji="1" lang="en-US" altLang="zh-CN"/>
              <a:t>TITLE</a:t>
            </a:r>
            <a:r>
              <a:rPr kumimoji="1" lang="zh-CN" altLang="en-US"/>
              <a:t> </a:t>
            </a:r>
            <a:r>
              <a:rPr kumimoji="1" lang="en-US" altLang="zh-CN"/>
              <a:t>HERE</a:t>
            </a:r>
            <a:endParaRPr kumimoji="1" lang="zh-CN" altLang="en-US"/>
          </a:p>
        </p:txBody>
      </p:sp>
      <p:grpSp>
        <p:nvGrpSpPr>
          <p:cNvPr id="8" name="组 7"/>
          <p:cNvGrpSpPr/>
          <p:nvPr userDrawn="1"/>
        </p:nvGrpSpPr>
        <p:grpSpPr>
          <a:xfrm rot="20632316">
            <a:off x="254584" y="176677"/>
            <a:ext cx="599401" cy="1054299"/>
            <a:chOff x="3087349" y="2393332"/>
            <a:chExt cx="759141" cy="1335268"/>
          </a:xfrm>
        </p:grpSpPr>
        <p:sp>
          <p:nvSpPr>
            <p:cNvPr id="9" name="椭圆 8"/>
            <p:cNvSpPr/>
            <p:nvPr/>
          </p:nvSpPr>
          <p:spPr>
            <a:xfrm>
              <a:off x="3626494" y="2759746"/>
              <a:ext cx="219996" cy="21999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p:nvSpPr>
          <p:spPr>
            <a:xfrm>
              <a:off x="3328363" y="2393332"/>
              <a:ext cx="323047" cy="32304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p:nvSpPr>
          <p:spPr>
            <a:xfrm>
              <a:off x="3543238" y="3564449"/>
              <a:ext cx="164151" cy="1641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p:nvSpPr>
          <p:spPr>
            <a:xfrm>
              <a:off x="3087349" y="2866230"/>
              <a:ext cx="558631" cy="55863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3" name="组 12"/>
          <p:cNvGrpSpPr/>
          <p:nvPr userDrawn="1"/>
        </p:nvGrpSpPr>
        <p:grpSpPr>
          <a:xfrm rot="13604478">
            <a:off x="3791653" y="312764"/>
            <a:ext cx="599401" cy="1054299"/>
            <a:chOff x="3087349" y="2393332"/>
            <a:chExt cx="759141" cy="1335268"/>
          </a:xfrm>
        </p:grpSpPr>
        <p:sp>
          <p:nvSpPr>
            <p:cNvPr id="14" name="椭圆 13"/>
            <p:cNvSpPr/>
            <p:nvPr/>
          </p:nvSpPr>
          <p:spPr>
            <a:xfrm>
              <a:off x="3626494" y="2759746"/>
              <a:ext cx="219996" cy="21999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3328363" y="2393332"/>
              <a:ext cx="323047" cy="32304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p:nvSpPr>
          <p:spPr>
            <a:xfrm>
              <a:off x="3543238" y="3564449"/>
              <a:ext cx="164151" cy="1641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p:nvSpPr>
          <p:spPr>
            <a:xfrm>
              <a:off x="3087349" y="2866230"/>
              <a:ext cx="558631" cy="55863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183690327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标题幻灯片">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74546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2" name="文本占位符 7"/>
          <p:cNvSpPr>
            <a:spLocks noGrp="1"/>
          </p:cNvSpPr>
          <p:nvPr>
            <p:ph type="body" sz="quarter" idx="10" hasCustomPrompt="1"/>
          </p:nvPr>
        </p:nvSpPr>
        <p:spPr>
          <a:xfrm>
            <a:off x="659004" y="258233"/>
            <a:ext cx="4868117" cy="529569"/>
          </a:xfrm>
          <a:prstGeom prst="rect">
            <a:avLst/>
          </a:prstGeom>
          <a:ln w="12700" cmpd="sng">
            <a:solidFill>
              <a:schemeClr val="tx1"/>
            </a:solidFill>
          </a:ln>
        </p:spPr>
        <p:txBody>
          <a:bodyPr vert="horz" anchor="ctr"/>
          <a:lstStyle>
            <a:lvl1pPr marL="0" indent="0" algn="l">
              <a:buNone/>
              <a:defRPr sz="2400" b="1"/>
            </a:lvl1pPr>
          </a:lstStyle>
          <a:p>
            <a:pPr lvl="0"/>
            <a:r>
              <a:rPr kumimoji="1" lang="en-US" altLang="zh-CN"/>
              <a:t>CLICK</a:t>
            </a:r>
            <a:r>
              <a:rPr kumimoji="1" lang="zh-CN" altLang="en-US"/>
              <a:t> </a:t>
            </a:r>
            <a:r>
              <a:rPr kumimoji="1" lang="en-US" altLang="zh-CN"/>
              <a:t>HERE</a:t>
            </a:r>
            <a:r>
              <a:rPr kumimoji="1" lang="zh-CN" altLang="en-US"/>
              <a:t> </a:t>
            </a:r>
            <a:r>
              <a:rPr kumimoji="1" lang="en-US" altLang="zh-CN"/>
              <a:t>TO</a:t>
            </a:r>
            <a:r>
              <a:rPr kumimoji="1" lang="zh-CN" altLang="en-US"/>
              <a:t> </a:t>
            </a:r>
            <a:r>
              <a:rPr kumimoji="1" lang="en-US" altLang="zh-CN"/>
              <a:t>ADD</a:t>
            </a:r>
            <a:r>
              <a:rPr kumimoji="1" lang="zh-CN" altLang="en-US"/>
              <a:t> </a:t>
            </a:r>
            <a:r>
              <a:rPr kumimoji="1" lang="en-US" altLang="zh-CN"/>
              <a:t>YOUR</a:t>
            </a:r>
            <a:r>
              <a:rPr kumimoji="1" lang="zh-CN" altLang="en-US"/>
              <a:t> </a:t>
            </a:r>
            <a:r>
              <a:rPr kumimoji="1" lang="en-US" altLang="zh-CN"/>
              <a:t>TITLE</a:t>
            </a:r>
            <a:endParaRPr kumimoji="1" lang="zh-CN" altLang="en-US"/>
          </a:p>
        </p:txBody>
      </p:sp>
      <p:sp>
        <p:nvSpPr>
          <p:cNvPr id="3" name="文本占位符 7"/>
          <p:cNvSpPr>
            <a:spLocks noGrp="1"/>
          </p:cNvSpPr>
          <p:nvPr>
            <p:ph type="body" sz="quarter" idx="13" hasCustomPrompt="1"/>
          </p:nvPr>
        </p:nvSpPr>
        <p:spPr>
          <a:xfrm>
            <a:off x="11386592" y="171547"/>
            <a:ext cx="805408" cy="616255"/>
          </a:xfrm>
          <a:prstGeom prst="rect">
            <a:avLst/>
          </a:prstGeom>
          <a:solidFill>
            <a:schemeClr val="tx1"/>
          </a:solidFill>
        </p:spPr>
        <p:txBody>
          <a:bodyPr vert="horz" anchor="ctr"/>
          <a:lstStyle>
            <a:lvl1pPr marL="0" indent="0" algn="ctr">
              <a:buNone/>
              <a:defRPr sz="2400" b="1">
                <a:solidFill>
                  <a:srgbClr val="FFFFFF"/>
                </a:solidFill>
              </a:defRPr>
            </a:lvl1pPr>
          </a:lstStyle>
          <a:p>
            <a:pPr lvl="0"/>
            <a:r>
              <a:rPr kumimoji="1" lang="en-US" altLang="zh-CN"/>
              <a:t>01</a:t>
            </a:r>
            <a:endParaRPr kumimoji="1" lang="zh-CN" altLang="en-US"/>
          </a:p>
        </p:txBody>
      </p:sp>
      <p:sp>
        <p:nvSpPr>
          <p:cNvPr id="4" name="图片占位符 8"/>
          <p:cNvSpPr>
            <a:spLocks noGrp="1"/>
          </p:cNvSpPr>
          <p:nvPr>
            <p:ph type="pic" sz="quarter" idx="14" hasCustomPrompt="1"/>
          </p:nvPr>
        </p:nvSpPr>
        <p:spPr>
          <a:xfrm>
            <a:off x="376768" y="5989475"/>
            <a:ext cx="1960033" cy="533400"/>
          </a:xfrm>
          <a:prstGeom prst="rect">
            <a:avLst/>
          </a:prstGeom>
        </p:spPr>
        <p:txBody>
          <a:bodyPr vert="horz" anchor="ctr"/>
          <a:lstStyle>
            <a:lvl1pPr marL="0" indent="0" algn="ctr">
              <a:buNone/>
              <a:defRPr sz="1600" b="1"/>
            </a:lvl1pPr>
          </a:lstStyle>
          <a:p>
            <a:r>
              <a:rPr kumimoji="1" lang="en-US" altLang="zh-CN" sz="1600" b="1"/>
              <a:t>LOGO&amp;PIC</a:t>
            </a:r>
            <a:r>
              <a:rPr kumimoji="1" lang="zh-CN" altLang="en-US" sz="1600" b="1"/>
              <a:t> </a:t>
            </a:r>
            <a:r>
              <a:rPr kumimoji="1" lang="en-US" altLang="zh-CN" sz="1600" b="1"/>
              <a:t>HERE</a:t>
            </a:r>
            <a:endParaRPr kumimoji="1" lang="zh-CN" altLang="en-US"/>
          </a:p>
        </p:txBody>
      </p:sp>
    </p:spTree>
    <p:extLst>
      <p:ext uri="{BB962C8B-B14F-4D97-AF65-F5344CB8AC3E}">
        <p14:creationId xmlns:p14="http://schemas.microsoft.com/office/powerpoint/2010/main" val="14379266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2" name="矩形 1"/>
          <p:cNvSpPr/>
          <p:nvPr userDrawn="1"/>
        </p:nvSpPr>
        <p:spPr>
          <a:xfrm>
            <a:off x="440604" y="759873"/>
            <a:ext cx="1617751" cy="379656"/>
          </a:xfrm>
          <a:prstGeom prst="rect">
            <a:avLst/>
          </a:prstGeom>
        </p:spPr>
        <p:txBody>
          <a:bodyPr wrap="none">
            <a:spAutoFit/>
          </a:bodyPr>
          <a:lstStyle/>
          <a:p>
            <a:r>
              <a:rPr lang="zh-CN" altLang="en-US" sz="1865">
                <a:solidFill>
                  <a:srgbClr val="000000"/>
                </a:solidFill>
                <a:latin typeface="Segoe UI Light" panose="020B0502040204020203"/>
                <a:ea typeface="微软雅黑" panose="020B0503020204020204" charset="-122"/>
                <a:cs typeface="Segoe UI Light" panose="020B0502040204020203"/>
              </a:rPr>
              <a:t>背景图片素材</a:t>
            </a:r>
          </a:p>
        </p:txBody>
      </p:sp>
      <p:sp>
        <p:nvSpPr>
          <p:cNvPr id="3" name="矩形 2"/>
          <p:cNvSpPr/>
          <p:nvPr userDrawn="1"/>
        </p:nvSpPr>
        <p:spPr>
          <a:xfrm>
            <a:off x="440603" y="182445"/>
            <a:ext cx="816249" cy="256545"/>
          </a:xfrm>
          <a:prstGeom prst="rect">
            <a:avLst/>
          </a:prstGeom>
        </p:spPr>
        <p:txBody>
          <a:bodyPr wrap="none">
            <a:spAutoFit/>
          </a:bodyPr>
          <a:lstStyle/>
          <a:p>
            <a:r>
              <a:rPr kumimoji="1" lang="en-US" altLang="zh-CN" sz="1065">
                <a:solidFill>
                  <a:srgbClr val="000000"/>
                </a:solidFill>
                <a:latin typeface="Segoe UI Light" panose="020B0502040204020203"/>
                <a:cs typeface="Segoe UI Light" panose="020B0502040204020203"/>
              </a:rPr>
              <a:t>OfficePLUS</a:t>
            </a:r>
            <a:endParaRPr lang="zh-CN" altLang="en-US" sz="1065">
              <a:solidFill>
                <a:srgbClr val="000000"/>
              </a:solidFill>
              <a:latin typeface="Segoe UI Light" panose="020B0502040204020203"/>
              <a:cs typeface="Segoe UI Light" panose="020B0502040204020203"/>
            </a:endParaRPr>
          </a:p>
        </p:txBody>
      </p:sp>
    </p:spTree>
    <p:extLst>
      <p:ext uri="{BB962C8B-B14F-4D97-AF65-F5344CB8AC3E}">
        <p14:creationId xmlns:p14="http://schemas.microsoft.com/office/powerpoint/2010/main" val="143792167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标题幻灯片">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600"/>
            <a:r>
              <a:rPr lang="zh-CN" altLang="en-US" sz="1865">
                <a:solidFill>
                  <a:srgbClr val="FFFFFF"/>
                </a:solidFill>
                <a:latin typeface="Segoe UI Light" panose="020B0502040204020203"/>
                <a:ea typeface="微软雅黑" panose="020B0503020204020204" charset="-122"/>
                <a:cs typeface="Segoe UI Light" panose="020B0502040204020203"/>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600">
              <a:lnSpc>
                <a:spcPct val="130000"/>
              </a:lnSpc>
            </a:pPr>
            <a:r>
              <a:rPr lang="zh-CN" altLang="en-US" sz="1335">
                <a:solidFill>
                  <a:srgbClr val="FFFFFF"/>
                </a:solidFill>
                <a:latin typeface="Segoe UI Light" panose="020B0502040204020203"/>
                <a:ea typeface="微软雅黑" panose="020B0503020204020204" charset="-122"/>
                <a:cs typeface="Segoe UI Light" panose="020B0502040204020203"/>
              </a:rPr>
              <a:t>字体使用 </a:t>
            </a: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335">
                <a:solidFill>
                  <a:srgbClr val="FFFFFF"/>
                </a:solidFill>
                <a:latin typeface="Segoe UI Light" panose="020B0502040204020203"/>
                <a:ea typeface="微软雅黑" panose="020B0503020204020204" charset="-122"/>
                <a:cs typeface="Segoe UI Light" panose="020B0502040204020203"/>
              </a:rPr>
              <a:t>行距</a:t>
            </a: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335">
                <a:solidFill>
                  <a:srgbClr val="FFFFFF"/>
                </a:solidFill>
                <a:latin typeface="Segoe UI Light" panose="020B0502040204020203"/>
                <a:ea typeface="微软雅黑" panose="020B0503020204020204" charset="-122"/>
                <a:cs typeface="Segoe UI Light" panose="020B0502040204020203"/>
              </a:rPr>
              <a:t>背景图片出处</a:t>
            </a:r>
          </a:p>
          <a:p>
            <a:pPr defTabSz="609600">
              <a:lnSpc>
                <a:spcPct val="130000"/>
              </a:lnSpc>
            </a:pPr>
            <a:endParaRPr lang="zh-CN" altLang="en-US"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335">
                <a:solidFill>
                  <a:srgbClr val="FFFFFF"/>
                </a:solidFill>
                <a:latin typeface="Segoe UI Light" panose="020B0502040204020203"/>
                <a:ea typeface="微软雅黑" panose="020B0503020204020204" charset="-122"/>
                <a:cs typeface="Segoe UI Light" panose="020B0502040204020203"/>
              </a:rPr>
              <a:t>声明</a:t>
            </a:r>
            <a:endParaRPr lang="en-US" altLang="zh-CN" sz="1335">
              <a:solidFill>
                <a:srgbClr val="FFFFFF"/>
              </a:solidFill>
              <a:latin typeface="Segoe UI Light" panose="020B0502040204020203"/>
              <a:ea typeface="微软雅黑" panose="020B0503020204020204" charset="-122"/>
              <a:cs typeface="Segoe UI Light" panose="020B0502040204020203"/>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600">
              <a:lnSpc>
                <a:spcPct val="130000"/>
              </a:lnSpc>
            </a:pPr>
            <a:r>
              <a:rPr lang="zh-CN" altLang="en-US" sz="1335">
                <a:solidFill>
                  <a:srgbClr val="FFFFFF"/>
                </a:solidFill>
                <a:latin typeface="Segoe UI Light" panose="020B0502040204020203"/>
                <a:ea typeface="微软雅黑" panose="020B0503020204020204" charset="-122"/>
                <a:cs typeface="Segoe UI Light" panose="020B0502040204020203"/>
              </a:rPr>
              <a:t>英文 </a:t>
            </a:r>
            <a:r>
              <a:rPr lang="en-US" altLang="zh-CN" sz="1335">
                <a:solidFill>
                  <a:srgbClr val="FFFFFF"/>
                </a:solidFill>
                <a:latin typeface="Segoe UI Light" panose="020B0502040204020203"/>
                <a:ea typeface="微软雅黑" panose="020B0503020204020204" charset="-122"/>
                <a:cs typeface="Segoe UI Light" panose="020B0502040204020203"/>
              </a:rPr>
              <a:t>Century Gothic</a:t>
            </a: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335">
                <a:solidFill>
                  <a:srgbClr val="FFFFFF"/>
                </a:solidFill>
                <a:latin typeface="Segoe UI Light" panose="020B0502040204020203"/>
                <a:ea typeface="微软雅黑" panose="020B0503020204020204" charset="-122"/>
                <a:cs typeface="Segoe UI Light" panose="020B0502040204020203"/>
              </a:rPr>
              <a:t>中文 微软雅黑</a:t>
            </a: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335">
                <a:solidFill>
                  <a:srgbClr val="FFFFFF"/>
                </a:solidFill>
                <a:latin typeface="Segoe UI Light" panose="020B0502040204020203"/>
                <a:ea typeface="微软雅黑" panose="020B0503020204020204" charset="-122"/>
                <a:cs typeface="Segoe UI Light" panose="020B0502040204020203"/>
              </a:rPr>
              <a:t>正文 </a:t>
            </a:r>
            <a:r>
              <a:rPr lang="en-US" altLang="zh-CN" sz="1335">
                <a:solidFill>
                  <a:srgbClr val="FFFFFF"/>
                </a:solidFill>
                <a:latin typeface="Segoe UI Light" panose="020B0502040204020203"/>
                <a:ea typeface="微软雅黑" panose="020B0503020204020204" charset="-122"/>
                <a:cs typeface="Segoe UI Light" panose="020B0502040204020203"/>
              </a:rPr>
              <a:t>1.3</a:t>
            </a: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en-US" altLang="zh-CN" sz="1335" err="1">
                <a:solidFill>
                  <a:srgbClr val="FFFFFF"/>
                </a:solidFill>
                <a:latin typeface="Segoe UI Light" panose="020B0502040204020203"/>
                <a:ea typeface="微软雅黑" panose="020B0503020204020204" charset="-122"/>
                <a:cs typeface="Segoe UI Light" panose="020B0502040204020203"/>
              </a:rPr>
              <a:t>cn.bing.com</a:t>
            </a:r>
            <a:endParaRPr lang="zh-CN" altLang="en-US"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335">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335">
                <a:solidFill>
                  <a:prstClr val="white"/>
                </a:solidFill>
                <a:latin typeface="Century Gothic"/>
                <a:ea typeface="微软雅黑" panose="020B0503020204020204" charset="-122"/>
              </a:rPr>
              <a:t>互联网是一个开放共享的平台</a:t>
            </a:r>
          </a:p>
          <a:p>
            <a:pPr defTabSz="609600">
              <a:lnSpc>
                <a:spcPct val="130000"/>
              </a:lnSpc>
            </a:pPr>
            <a:r>
              <a:rPr kumimoji="1" lang="en-US" altLang="zh-CN" sz="1335">
                <a:solidFill>
                  <a:prstClr val="white"/>
                </a:solidFill>
                <a:latin typeface="Segoe UI Light" panose="020B0502040204020203"/>
                <a:ea typeface="微软雅黑" panose="020B0503020204020204" charset="-122"/>
                <a:cs typeface="Segoe UI Light" panose="020B0502040204020203"/>
              </a:rPr>
              <a:t>OfficePLUS</a:t>
            </a:r>
            <a:r>
              <a:rPr lang="zh-CN" altLang="en-US" sz="1335">
                <a:solidFill>
                  <a:prstClr val="white"/>
                </a:solidFill>
                <a:latin typeface="Century Gothic"/>
                <a:ea typeface="微软雅黑" panose="020B0503020204020204" charset="-122"/>
              </a:rPr>
              <a:t> 部分设计灵感与元素来源于网络</a:t>
            </a:r>
          </a:p>
          <a:p>
            <a:pPr defTabSz="609600">
              <a:lnSpc>
                <a:spcPct val="130000"/>
              </a:lnSpc>
            </a:pPr>
            <a:r>
              <a:rPr lang="zh-CN" altLang="en-US" sz="1335">
                <a:solidFill>
                  <a:prstClr val="white"/>
                </a:solidFill>
                <a:latin typeface="Century Gothic"/>
                <a:ea typeface="微软雅黑" panose="020B0503020204020204" charset="-122"/>
              </a:rPr>
              <a:t>如有建议请联系 </a:t>
            </a:r>
            <a:r>
              <a:rPr lang="zh-CN" altLang="en-US" sz="1335">
                <a:solidFill>
                  <a:prstClr val="white"/>
                </a:solidFill>
                <a:latin typeface="Segoe UI Light" panose="020B0502040204020203"/>
                <a:ea typeface="Segoe UI Light" panose="020B0502040204020203" charset="0"/>
                <a:cs typeface="Segoe UI Light" panose="020B0502040204020203"/>
              </a:rPr>
              <a:t>officeplus@microsoft.com</a:t>
            </a:r>
            <a:endParaRPr lang="en-US" altLang="zh-CN" sz="1335">
              <a:solidFill>
                <a:srgbClr val="FFFFFF"/>
              </a:solidFill>
              <a:latin typeface="Segoe UI Light" panose="020B0502040204020203"/>
              <a:ea typeface="微软雅黑" panose="020B0503020204020204" charset="-122"/>
              <a:cs typeface="Segoe UI Light" panose="020B0502040204020203"/>
            </a:endParaRPr>
          </a:p>
        </p:txBody>
      </p:sp>
      <p:sp>
        <p:nvSpPr>
          <p:cNvPr id="10" name="矩形 9"/>
          <p:cNvSpPr/>
          <p:nvPr userDrawn="1"/>
        </p:nvSpPr>
        <p:spPr>
          <a:xfrm>
            <a:off x="440603" y="182445"/>
            <a:ext cx="816249" cy="256545"/>
          </a:xfrm>
          <a:prstGeom prst="rect">
            <a:avLst/>
          </a:prstGeom>
        </p:spPr>
        <p:txBody>
          <a:bodyPr wrap="none">
            <a:spAutoFit/>
          </a:bodyPr>
          <a:lstStyle/>
          <a:p>
            <a:pPr defTabSz="609600"/>
            <a:r>
              <a:rPr kumimoji="1" lang="en-US" altLang="zh-CN" sz="1065">
                <a:solidFill>
                  <a:prstClr val="white"/>
                </a:solidFill>
                <a:latin typeface="Segoe UI Light" panose="020B0502040204020203"/>
                <a:ea typeface="微软雅黑" panose="020B0503020204020204" charset="-122"/>
                <a:cs typeface="Segoe UI Light" panose="020B0502040204020203"/>
              </a:rPr>
              <a:t>OfficePLUS</a:t>
            </a:r>
            <a:endParaRPr lang="zh-CN" altLang="en-US" sz="1065">
              <a:solidFill>
                <a:prstClr val="white"/>
              </a:solidFill>
              <a:latin typeface="Segoe UI Light" panose="020B0502040204020203"/>
              <a:ea typeface="微软雅黑" panose="020B0503020204020204" charset="-122"/>
              <a:cs typeface="Segoe UI Light" panose="020B0502040204020203"/>
            </a:endParaRPr>
          </a:p>
        </p:txBody>
      </p:sp>
    </p:spTree>
    <p:extLst>
      <p:ext uri="{BB962C8B-B14F-4D97-AF65-F5344CB8AC3E}">
        <p14:creationId xmlns:p14="http://schemas.microsoft.com/office/powerpoint/2010/main" val="369938410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9_标题幻灯片">
    <p:spTree>
      <p:nvGrpSpPr>
        <p:cNvPr id="1" name=""/>
        <p:cNvGrpSpPr/>
        <p:nvPr/>
      </p:nvGrpSpPr>
      <p:grpSpPr>
        <a:xfrm>
          <a:off x="0" y="0"/>
          <a:ext cx="0" cy="0"/>
          <a:chOff x="0" y="0"/>
          <a:chExt cx="0" cy="0"/>
        </a:xfrm>
      </p:grpSpPr>
      <p:sp>
        <p:nvSpPr>
          <p:cNvPr id="7" name="文本框 6"/>
          <p:cNvSpPr txBox="1"/>
          <p:nvPr userDrawn="1"/>
        </p:nvSpPr>
        <p:spPr>
          <a:xfrm>
            <a:off x="4447955" y="4458724"/>
            <a:ext cx="3296095" cy="297454"/>
          </a:xfrm>
          <a:prstGeom prst="rect">
            <a:avLst/>
          </a:prstGeom>
          <a:noFill/>
        </p:spPr>
        <p:txBody>
          <a:bodyPr wrap="none" rtlCol="0">
            <a:spAutoFit/>
          </a:bodyPr>
          <a:lstStyle/>
          <a:p>
            <a:pPr algn="ctr" defTabSz="609600"/>
            <a:r>
              <a:rPr kumimoji="1" lang="zh-CN" altLang="en-US" sz="1335">
                <a:solidFill>
                  <a:srgbClr val="000000"/>
                </a:solidFill>
                <a:latin typeface="Century Gothic"/>
                <a:ea typeface="微软雅黑" panose="020B0503020204020204" charset="-122"/>
              </a:rPr>
              <a:t>点击</a:t>
            </a:r>
            <a:r>
              <a:rPr kumimoji="1" lang="en-US" altLang="zh-CN" sz="1335">
                <a:solidFill>
                  <a:srgbClr val="000000"/>
                </a:solidFill>
                <a:latin typeface="Segoe UI Light" panose="020B0502040204020203"/>
                <a:ea typeface="Segoe UI Light" panose="020B0502040204020203" charset="0"/>
                <a:cs typeface="Segoe UI Light" panose="020B0502040204020203"/>
              </a:rPr>
              <a:t>Logo</a:t>
            </a:r>
            <a:r>
              <a:rPr kumimoji="1" lang="zh-CN" altLang="en-US" sz="1335">
                <a:solidFill>
                  <a:srgbClr val="000000"/>
                </a:solidFill>
                <a:latin typeface="Century Gothic"/>
                <a:ea typeface="微软雅黑" panose="020B0503020204020204" charset="-122"/>
              </a:rPr>
              <a:t>获取更多优质模板（放映模式）</a:t>
            </a:r>
          </a:p>
        </p:txBody>
      </p:sp>
      <p:pic>
        <p:nvPicPr>
          <p:cNvPr id="4" name="图片 3">
            <a:hlinkClick r:id="rId2"/>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0" y="3227832"/>
            <a:ext cx="3048000" cy="402336"/>
          </a:xfrm>
          <a:prstGeom prst="rect">
            <a:avLst/>
          </a:prstGeom>
        </p:spPr>
      </p:pic>
    </p:spTree>
    <p:extLst>
      <p:ext uri="{BB962C8B-B14F-4D97-AF65-F5344CB8AC3E}">
        <p14:creationId xmlns:p14="http://schemas.microsoft.com/office/powerpoint/2010/main" val="3975872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372" tIns="45686" rIns="91372" bIns="45686"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372" tIns="45686" rIns="91372" bIns="45686"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2"/>
            <a:ext cx="2844800" cy="365125"/>
          </a:xfrm>
          <a:prstGeom prst="rect">
            <a:avLst/>
          </a:prstGeom>
        </p:spPr>
        <p:txBody>
          <a:bodyPr vert="horz" lIns="91372" tIns="45686" rIns="91372" bIns="45686" rtlCol="0" anchor="ctr"/>
          <a:lstStyle>
            <a:lvl1pPr algn="l">
              <a:defRPr sz="1600">
                <a:solidFill>
                  <a:schemeClr val="tx1">
                    <a:tint val="75000"/>
                  </a:schemeClr>
                </a:solidFill>
              </a:defRPr>
            </a:lvl1pPr>
          </a:lstStyle>
          <a:p>
            <a:fld id="{530820CF-B880-4189-942D-D702A7CBA730}" type="datetimeFigureOut">
              <a:rPr lang="zh-CN" altLang="en-US" smtClean="0"/>
              <a:t>2023/12/26</a:t>
            </a:fld>
            <a:endParaRPr lang="zh-CN" altLang="en-US"/>
          </a:p>
        </p:txBody>
      </p:sp>
      <p:sp>
        <p:nvSpPr>
          <p:cNvPr id="5" name="页脚占位符 4"/>
          <p:cNvSpPr>
            <a:spLocks noGrp="1"/>
          </p:cNvSpPr>
          <p:nvPr>
            <p:ph type="ftr" sz="quarter" idx="3"/>
          </p:nvPr>
        </p:nvSpPr>
        <p:spPr>
          <a:xfrm>
            <a:off x="4165600" y="6356352"/>
            <a:ext cx="3860800" cy="365125"/>
          </a:xfrm>
          <a:prstGeom prst="rect">
            <a:avLst/>
          </a:prstGeom>
        </p:spPr>
        <p:txBody>
          <a:bodyPr vert="horz" lIns="91372" tIns="45686" rIns="91372" bIns="45686"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2"/>
            <a:ext cx="2844800" cy="365125"/>
          </a:xfrm>
          <a:prstGeom prst="rect">
            <a:avLst/>
          </a:prstGeom>
        </p:spPr>
        <p:txBody>
          <a:bodyPr vert="horz" lIns="91372" tIns="45686" rIns="91372" bIns="45686"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0109277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85" r:id="rId12"/>
    <p:sldLayoutId id="2147483786" r:id="rId13"/>
    <p:sldLayoutId id="2147483787" r:id="rId14"/>
    <p:sldLayoutId id="2147483788" r:id="rId15"/>
    <p:sldLayoutId id="2147483789"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Lst>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xStyles>
    <p:titleStyle>
      <a:lvl1pPr algn="ctr" defTabSz="1218323"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8323"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89729" indent="-380990" algn="l" defTabSz="1218323"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2269" indent="-304792" algn="l" defTabSz="1218323"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1853" indent="-304792" algn="l" defTabSz="1218323"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0591" indent="-304792" algn="l" defTabSz="1218323"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0176" indent="-304792" algn="l" defTabSz="1218323"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58914" indent="-304792" algn="l" defTabSz="1218323"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67652" indent="-304792" algn="l" defTabSz="1218323"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77237" indent="-304792" algn="l" defTabSz="1218323"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8323" rtl="0" eaLnBrk="1" latinLnBrk="0" hangingPunct="1">
        <a:defRPr sz="2400" kern="1200">
          <a:solidFill>
            <a:schemeClr val="tx1"/>
          </a:solidFill>
          <a:latin typeface="+mn-lt"/>
          <a:ea typeface="+mn-ea"/>
          <a:cs typeface="+mn-cs"/>
        </a:defRPr>
      </a:lvl1pPr>
      <a:lvl2pPr marL="608738" algn="l" defTabSz="1218323" rtl="0" eaLnBrk="1" latinLnBrk="0" hangingPunct="1">
        <a:defRPr sz="2400" kern="1200">
          <a:solidFill>
            <a:schemeClr val="tx1"/>
          </a:solidFill>
          <a:latin typeface="+mn-lt"/>
          <a:ea typeface="+mn-ea"/>
          <a:cs typeface="+mn-cs"/>
        </a:defRPr>
      </a:lvl2pPr>
      <a:lvl3pPr marL="1218323" algn="l" defTabSz="1218323" rtl="0" eaLnBrk="1" latinLnBrk="0" hangingPunct="1">
        <a:defRPr sz="2400" kern="1200">
          <a:solidFill>
            <a:schemeClr val="tx1"/>
          </a:solidFill>
          <a:latin typeface="+mn-lt"/>
          <a:ea typeface="+mn-ea"/>
          <a:cs typeface="+mn-cs"/>
        </a:defRPr>
      </a:lvl3pPr>
      <a:lvl4pPr marL="1827061" algn="l" defTabSz="1218323" rtl="0" eaLnBrk="1" latinLnBrk="0" hangingPunct="1">
        <a:defRPr sz="2400" kern="1200">
          <a:solidFill>
            <a:schemeClr val="tx1"/>
          </a:solidFill>
          <a:latin typeface="+mn-lt"/>
          <a:ea typeface="+mn-ea"/>
          <a:cs typeface="+mn-cs"/>
        </a:defRPr>
      </a:lvl4pPr>
      <a:lvl5pPr marL="2436646" algn="l" defTabSz="1218323" rtl="0" eaLnBrk="1" latinLnBrk="0" hangingPunct="1">
        <a:defRPr sz="2400" kern="1200">
          <a:solidFill>
            <a:schemeClr val="tx1"/>
          </a:solidFill>
          <a:latin typeface="+mn-lt"/>
          <a:ea typeface="+mn-ea"/>
          <a:cs typeface="+mn-cs"/>
        </a:defRPr>
      </a:lvl5pPr>
      <a:lvl6pPr marL="3045384" algn="l" defTabSz="1218323" rtl="0" eaLnBrk="1" latinLnBrk="0" hangingPunct="1">
        <a:defRPr sz="2400" kern="1200">
          <a:solidFill>
            <a:schemeClr val="tx1"/>
          </a:solidFill>
          <a:latin typeface="+mn-lt"/>
          <a:ea typeface="+mn-ea"/>
          <a:cs typeface="+mn-cs"/>
        </a:defRPr>
      </a:lvl6pPr>
      <a:lvl7pPr marL="3654122" algn="l" defTabSz="1218323" rtl="0" eaLnBrk="1" latinLnBrk="0" hangingPunct="1">
        <a:defRPr sz="2400" kern="1200">
          <a:solidFill>
            <a:schemeClr val="tx1"/>
          </a:solidFill>
          <a:latin typeface="+mn-lt"/>
          <a:ea typeface="+mn-ea"/>
          <a:cs typeface="+mn-cs"/>
        </a:defRPr>
      </a:lvl7pPr>
      <a:lvl8pPr marL="4263707" algn="l" defTabSz="1218323" rtl="0" eaLnBrk="1" latinLnBrk="0" hangingPunct="1">
        <a:defRPr sz="2400" kern="1200">
          <a:solidFill>
            <a:schemeClr val="tx1"/>
          </a:solidFill>
          <a:latin typeface="+mn-lt"/>
          <a:ea typeface="+mn-ea"/>
          <a:cs typeface="+mn-cs"/>
        </a:defRPr>
      </a:lvl8pPr>
      <a:lvl9pPr marL="4872445" algn="l" defTabSz="1218323"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3.tiff"/></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3.tiff"/><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tiff"/><Relationship Id="rId1" Type="http://schemas.openxmlformats.org/officeDocument/2006/relationships/slideLayout" Target="../slideLayouts/slideLayout14.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tiff"/><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21.xml"/><Relationship Id="rId1" Type="http://schemas.openxmlformats.org/officeDocument/2006/relationships/slideLayout" Target="../slideLayouts/slideLayout1.xml"/><Relationship Id="rId6" Type="http://schemas.openxmlformats.org/officeDocument/2006/relationships/slide" Target="slide24.xml"/><Relationship Id="rId5" Type="http://schemas.openxmlformats.org/officeDocument/2006/relationships/image" Target="../media/image3.tiff"/><Relationship Id="rId4" Type="http://schemas.openxmlformats.org/officeDocument/2006/relationships/slide" Target="slide23.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tiff"/><Relationship Id="rId1" Type="http://schemas.openxmlformats.org/officeDocument/2006/relationships/slideLayout" Target="../slideLayouts/slideLayout7.xml"/><Relationship Id="rId4" Type="http://schemas.openxmlformats.org/officeDocument/2006/relationships/slide" Target="slide20.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tiff"/><Relationship Id="rId1" Type="http://schemas.openxmlformats.org/officeDocument/2006/relationships/slideLayout" Target="../slideLayouts/slideLayout7.xml"/><Relationship Id="rId4" Type="http://schemas.openxmlformats.org/officeDocument/2006/relationships/slide" Target="slide20.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tiff"/><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2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tiff"/><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4.png"/><Relationship Id="rId5" Type="http://schemas.openxmlformats.org/officeDocument/2006/relationships/image" Target="../media/image15.png"/><Relationship Id="rId10" Type="http://schemas.openxmlformats.org/officeDocument/2006/relationships/image" Target="../media/image23.png"/><Relationship Id="rId4" Type="http://schemas.openxmlformats.org/officeDocument/2006/relationships/image" Target="../media/image14.png"/><Relationship Id="rId9" Type="http://schemas.openxmlformats.org/officeDocument/2006/relationships/image" Target="../media/image22.png"/></Relationships>
</file>

<file path=ppt/slides/_rels/slide2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3.tiff"/><Relationship Id="rId7" Type="http://schemas.openxmlformats.org/officeDocument/2006/relationships/image" Target="../media/image17.png"/><Relationship Id="rId12"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8.png"/><Relationship Id="rId5" Type="http://schemas.openxmlformats.org/officeDocument/2006/relationships/image" Target="../media/image15.png"/><Relationship Id="rId10" Type="http://schemas.openxmlformats.org/officeDocument/2006/relationships/image" Target="../media/image27.png"/><Relationship Id="rId4" Type="http://schemas.openxmlformats.org/officeDocument/2006/relationships/image" Target="../media/image14.png"/><Relationship Id="rId9"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3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2">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9" name="矩形 28"/>
          <p:cNvSpPr/>
          <p:nvPr/>
        </p:nvSpPr>
        <p:spPr>
          <a:xfrm>
            <a:off x="0" y="2338086"/>
            <a:ext cx="12192000" cy="2181828"/>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1006930" y="2709667"/>
            <a:ext cx="10662556" cy="923330"/>
          </a:xfrm>
          <a:prstGeom prst="rect">
            <a:avLst/>
          </a:prstGeom>
          <a:noFill/>
        </p:spPr>
        <p:txBody>
          <a:bodyPr wrap="square" rtlCol="0">
            <a:spAutoFit/>
          </a:bodyPr>
          <a:lstStyle/>
          <a:p>
            <a:pPr algn="dist"/>
            <a:r>
              <a:rPr lang="zh-CN" altLang="en-US" sz="5400" dirty="0">
                <a:solidFill>
                  <a:srgbClr val="FFFFFF"/>
                </a:solidFill>
                <a:latin typeface="微软雅黑" panose="020B0503020204020204" pitchFamily="34" charset="-122"/>
                <a:ea typeface="微软雅黑" panose="020B0503020204020204" pitchFamily="34" charset="-122"/>
              </a:rPr>
              <a:t>计算机专业的研究方向及技术应用</a:t>
            </a:r>
          </a:p>
        </p:txBody>
      </p:sp>
      <p:sp>
        <p:nvSpPr>
          <p:cNvPr id="50" name="文本框 49"/>
          <p:cNvSpPr txBox="1"/>
          <p:nvPr/>
        </p:nvSpPr>
        <p:spPr>
          <a:xfrm>
            <a:off x="1829248" y="3819820"/>
            <a:ext cx="3754785" cy="583565"/>
          </a:xfrm>
          <a:prstGeom prst="rect">
            <a:avLst/>
          </a:prstGeom>
          <a:noFill/>
        </p:spPr>
        <p:txBody>
          <a:bodyPr wrap="square" rtlCol="0">
            <a:spAutoFit/>
          </a:bodyPr>
          <a:lstStyle/>
          <a:p>
            <a:r>
              <a:rPr lang="zh-CN" altLang="en-US" sz="3200" dirty="0">
                <a:solidFill>
                  <a:srgbClr val="FFFFFF"/>
                </a:solidFill>
                <a:latin typeface="微软雅黑" panose="020B0503020204020204" pitchFamily="34" charset="-122"/>
                <a:ea typeface="微软雅黑" panose="020B0503020204020204" pitchFamily="34" charset="-122"/>
              </a:rPr>
              <a:t>汇报人：盛曦</a:t>
            </a:r>
          </a:p>
        </p:txBody>
      </p:sp>
      <p:cxnSp>
        <p:nvCxnSpPr>
          <p:cNvPr id="51" name="直接连接符 50"/>
          <p:cNvCxnSpPr/>
          <p:nvPr/>
        </p:nvCxnSpPr>
        <p:spPr>
          <a:xfrm>
            <a:off x="1984327" y="3686668"/>
            <a:ext cx="313168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5BA0CC8-B95C-CC53-2834-75BCEC759CAC}"/>
              </a:ext>
            </a:extLst>
          </p:cNvPr>
          <p:cNvPicPr>
            <a:picLocks noChangeAspect="1"/>
          </p:cNvPicPr>
          <p:nvPr/>
        </p:nvPicPr>
        <p:blipFill>
          <a:blip r:embed="rId3">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5" name="文本框 1"/>
          <p:cNvSpPr txBox="1"/>
          <p:nvPr/>
        </p:nvSpPr>
        <p:spPr>
          <a:xfrm>
            <a:off x="1439007" y="3895922"/>
            <a:ext cx="2440980" cy="707884"/>
          </a:xfrm>
          <a:prstGeom prst="rect">
            <a:avLst/>
          </a:prstGeom>
          <a:noFill/>
        </p:spPr>
        <p:txBody>
          <a:bodyPr wrap="none" lIns="91372" tIns="45719" rIns="91372" bIns="45719" rtlCol="0">
            <a:spAutoFit/>
          </a:bodyPr>
          <a:lstStyle/>
          <a:p>
            <a:pPr algn="ctr" defTabSz="1218323"/>
            <a:r>
              <a:rPr kumimoji="1" lang="en-US" altLang="zh-CN" sz="4000" dirty="0">
                <a:solidFill>
                  <a:prstClr val="white"/>
                </a:solidFill>
                <a:latin typeface="Calibri"/>
                <a:ea typeface="宋体" panose="02010600030101010101" pitchFamily="2" charset="-122"/>
              </a:rPr>
              <a:t>CONTENTS</a:t>
            </a:r>
            <a:endParaRPr kumimoji="1" lang="zh-CN" altLang="en-US" sz="4000" dirty="0">
              <a:solidFill>
                <a:prstClr val="white"/>
              </a:solidFill>
              <a:latin typeface="Calibri"/>
              <a:ea typeface="宋体" panose="02010600030101010101" pitchFamily="2" charset="-122"/>
            </a:endParaRPr>
          </a:p>
        </p:txBody>
      </p:sp>
      <p:sp>
        <p:nvSpPr>
          <p:cNvPr id="26" name="文本框 2"/>
          <p:cNvSpPr txBox="1"/>
          <p:nvPr/>
        </p:nvSpPr>
        <p:spPr>
          <a:xfrm>
            <a:off x="6327459" y="1374832"/>
            <a:ext cx="1139918" cy="379654"/>
          </a:xfrm>
          <a:prstGeom prst="rect">
            <a:avLst/>
          </a:prstGeom>
          <a:noFill/>
        </p:spPr>
        <p:txBody>
          <a:bodyPr wrap="none" lIns="91372" tIns="45719" rIns="91372" bIns="45719" rtlCol="0">
            <a:spAutoFit/>
          </a:bodyPr>
          <a:lstStyle/>
          <a:p>
            <a:pPr defTabSz="608738">
              <a:defRPr/>
            </a:pPr>
            <a:r>
              <a:rPr kumimoji="1" lang="zh-CN" altLang="en-US" sz="1867" b="1" kern="0" dirty="0">
                <a:solidFill>
                  <a:srgbClr val="FFFFFF"/>
                </a:solidFill>
                <a:latin typeface="Calibri"/>
                <a:ea typeface="微软雅黑" panose="020B0503020204020204" charset="-122"/>
              </a:rPr>
              <a:t>概念简述</a:t>
            </a:r>
          </a:p>
        </p:txBody>
      </p:sp>
      <p:sp>
        <p:nvSpPr>
          <p:cNvPr id="27" name="文本框 3"/>
          <p:cNvSpPr txBox="1"/>
          <p:nvPr/>
        </p:nvSpPr>
        <p:spPr>
          <a:xfrm>
            <a:off x="6327506" y="1765105"/>
            <a:ext cx="3872455" cy="312135"/>
          </a:xfrm>
          <a:prstGeom prst="rect">
            <a:avLst/>
          </a:prstGeom>
          <a:noFill/>
        </p:spPr>
        <p:txBody>
          <a:bodyPr wrap="square" lIns="91372" tIns="45719" rIns="91372" bIns="45719" rtlCol="0">
            <a:spAutoFit/>
          </a:bodyPr>
          <a:lstStyle/>
          <a:p>
            <a:pPr defTabSz="608738">
              <a:lnSpc>
                <a:spcPct val="130000"/>
              </a:lnSpc>
              <a:defRPr/>
            </a:pPr>
            <a:r>
              <a:rPr lang="zh-CN" altLang="en-US" sz="1200" kern="0" dirty="0">
                <a:solidFill>
                  <a:srgbClr val="FFFFFF"/>
                </a:solidFill>
                <a:latin typeface="Calibri"/>
                <a:ea typeface="微软雅黑" panose="020B0503020204020204" charset="-122"/>
              </a:rPr>
              <a:t>什么是计算机科学与技术</a:t>
            </a:r>
          </a:p>
        </p:txBody>
      </p:sp>
      <p:sp>
        <p:nvSpPr>
          <p:cNvPr id="28" name="椭圆 27"/>
          <p:cNvSpPr/>
          <p:nvPr/>
        </p:nvSpPr>
        <p:spPr>
          <a:xfrm>
            <a:off x="5532523" y="1440043"/>
            <a:ext cx="639372" cy="639372"/>
          </a:xfrm>
          <a:prstGeom prst="ellipse">
            <a:avLst/>
          </a:prstGeom>
          <a:solidFill>
            <a:srgbClr val="002060"/>
          </a:solidFill>
          <a:ln w="28575" cap="flat" cmpd="sng" algn="ctr">
            <a:solidFill>
              <a:srgbClr val="FFFFFF"/>
            </a:solidFill>
            <a:prstDash val="solid"/>
          </a:ln>
          <a:effectLst/>
        </p:spPr>
        <p:txBody>
          <a:bodyPr lIns="91372" tIns="45719" rIns="91372" bIns="45719" rtlCol="0" anchor="ctr"/>
          <a:lstStyle/>
          <a:p>
            <a:pPr algn="ctr" defTabSz="608738">
              <a:defRPr/>
            </a:pPr>
            <a:r>
              <a:rPr kumimoji="1" lang="en-US" altLang="zh-CN" sz="3200" b="1" kern="0" dirty="0">
                <a:solidFill>
                  <a:srgbClr val="FFFFFF"/>
                </a:solidFill>
                <a:latin typeface="Century Gothic" panose="020B0502020202020204"/>
                <a:ea typeface="微软雅黑" panose="020B0503020204020204" charset="-122"/>
              </a:rPr>
              <a:t>1</a:t>
            </a:r>
            <a:endParaRPr kumimoji="1" lang="zh-CN" altLang="en-US" sz="3200" b="1" kern="0" dirty="0">
              <a:solidFill>
                <a:srgbClr val="FFFFFF"/>
              </a:solidFill>
              <a:latin typeface="Century Gothic" panose="020B0502020202020204"/>
              <a:ea typeface="微软雅黑" panose="020B0503020204020204" charset="-122"/>
            </a:endParaRPr>
          </a:p>
        </p:txBody>
      </p:sp>
      <p:sp>
        <p:nvSpPr>
          <p:cNvPr id="29" name="文本框 5"/>
          <p:cNvSpPr txBox="1"/>
          <p:nvPr/>
        </p:nvSpPr>
        <p:spPr>
          <a:xfrm>
            <a:off x="6327459" y="2260032"/>
            <a:ext cx="1139918" cy="379654"/>
          </a:xfrm>
          <a:prstGeom prst="rect">
            <a:avLst/>
          </a:prstGeom>
          <a:noFill/>
        </p:spPr>
        <p:txBody>
          <a:bodyPr wrap="none" lIns="91372" tIns="45719" rIns="91372" bIns="45719" rtlCol="0">
            <a:spAutoFit/>
          </a:bodyPr>
          <a:lstStyle/>
          <a:p>
            <a:pPr defTabSz="608738">
              <a:defRPr/>
            </a:pPr>
            <a:r>
              <a:rPr kumimoji="1" lang="zh-CN" altLang="en-US" sz="1867" b="1" kern="0" dirty="0">
                <a:solidFill>
                  <a:srgbClr val="FFFFFF"/>
                </a:solidFill>
                <a:ea typeface="微软雅黑" panose="020B0503020204020204" charset="-122"/>
              </a:rPr>
              <a:t>具体案例</a:t>
            </a:r>
          </a:p>
        </p:txBody>
      </p:sp>
      <p:sp>
        <p:nvSpPr>
          <p:cNvPr id="30" name="文本框 6"/>
          <p:cNvSpPr txBox="1"/>
          <p:nvPr/>
        </p:nvSpPr>
        <p:spPr>
          <a:xfrm>
            <a:off x="6327506" y="2650330"/>
            <a:ext cx="3872455" cy="312135"/>
          </a:xfrm>
          <a:prstGeom prst="rect">
            <a:avLst/>
          </a:prstGeom>
          <a:noFill/>
        </p:spPr>
        <p:txBody>
          <a:bodyPr wrap="square" lIns="91372" tIns="45719" rIns="91372" bIns="45719" rtlCol="0">
            <a:spAutoFit/>
          </a:bodyPr>
          <a:lstStyle/>
          <a:p>
            <a:pPr defTabSz="608738">
              <a:lnSpc>
                <a:spcPct val="130000"/>
              </a:lnSpc>
              <a:defRPr/>
            </a:pPr>
            <a:r>
              <a:rPr lang="zh-CN" altLang="en-US" sz="1200" kern="0" dirty="0">
                <a:solidFill>
                  <a:srgbClr val="FFFFFF"/>
                </a:solidFill>
                <a:ea typeface="微软雅黑" panose="020B0503020204020204" charset="-122"/>
              </a:rPr>
              <a:t>计算机技术如何解决实际的工程问题</a:t>
            </a:r>
          </a:p>
        </p:txBody>
      </p:sp>
      <p:sp>
        <p:nvSpPr>
          <p:cNvPr id="31" name="椭圆 30"/>
          <p:cNvSpPr/>
          <p:nvPr/>
        </p:nvSpPr>
        <p:spPr>
          <a:xfrm>
            <a:off x="5532523" y="2325247"/>
            <a:ext cx="639372" cy="639372"/>
          </a:xfrm>
          <a:prstGeom prst="ellipse">
            <a:avLst/>
          </a:prstGeom>
          <a:solidFill>
            <a:srgbClr val="002060"/>
          </a:solidFill>
          <a:ln w="28575" cap="flat" cmpd="sng" algn="ctr">
            <a:solidFill>
              <a:srgbClr val="FFFFFF"/>
            </a:solidFill>
            <a:prstDash val="solid"/>
          </a:ln>
          <a:effectLst/>
        </p:spPr>
        <p:txBody>
          <a:bodyPr lIns="91372" tIns="45719" rIns="91372" bIns="45719" rtlCol="0" anchor="ctr"/>
          <a:lstStyle/>
          <a:p>
            <a:pPr algn="ctr" defTabSz="608738">
              <a:defRPr/>
            </a:pPr>
            <a:r>
              <a:rPr kumimoji="1" lang="en-US" altLang="zh-CN" sz="3200" b="1" kern="0" dirty="0">
                <a:solidFill>
                  <a:srgbClr val="FFFFFF"/>
                </a:solidFill>
                <a:latin typeface="Century Gothic" panose="020B0502020202020204"/>
                <a:ea typeface="微软雅黑" panose="020B0503020204020204" charset="-122"/>
              </a:rPr>
              <a:t>2</a:t>
            </a:r>
            <a:endParaRPr kumimoji="1" lang="zh-CN" altLang="en-US" sz="3200" b="1" kern="0" dirty="0">
              <a:solidFill>
                <a:srgbClr val="FFFFFF"/>
              </a:solidFill>
              <a:latin typeface="Century Gothic" panose="020B0502020202020204"/>
              <a:ea typeface="微软雅黑" panose="020B0503020204020204" charset="-122"/>
            </a:endParaRPr>
          </a:p>
        </p:txBody>
      </p:sp>
      <p:sp>
        <p:nvSpPr>
          <p:cNvPr id="32" name="文本框 8"/>
          <p:cNvSpPr txBox="1"/>
          <p:nvPr/>
        </p:nvSpPr>
        <p:spPr>
          <a:xfrm>
            <a:off x="6327459" y="3173225"/>
            <a:ext cx="1139918" cy="379654"/>
          </a:xfrm>
          <a:prstGeom prst="rect">
            <a:avLst/>
          </a:prstGeom>
          <a:noFill/>
        </p:spPr>
        <p:txBody>
          <a:bodyPr wrap="none" lIns="91372" tIns="45719" rIns="91372" bIns="45719" rtlCol="0">
            <a:spAutoFit/>
          </a:bodyPr>
          <a:lstStyle/>
          <a:p>
            <a:pPr defTabSz="608738">
              <a:defRPr/>
            </a:pPr>
            <a:r>
              <a:rPr kumimoji="1" lang="zh-CN" altLang="en-US" sz="1867" b="1" kern="0" dirty="0">
                <a:solidFill>
                  <a:srgbClr val="FFFFFF"/>
                </a:solidFill>
                <a:latin typeface="Calibri"/>
                <a:ea typeface="微软雅黑" panose="020B0503020204020204" charset="-122"/>
              </a:rPr>
              <a:t>学科交叉</a:t>
            </a:r>
          </a:p>
        </p:txBody>
      </p:sp>
      <p:sp>
        <p:nvSpPr>
          <p:cNvPr id="33" name="文本框 9"/>
          <p:cNvSpPr txBox="1"/>
          <p:nvPr/>
        </p:nvSpPr>
        <p:spPr>
          <a:xfrm>
            <a:off x="6327506" y="3563524"/>
            <a:ext cx="3872455" cy="312135"/>
          </a:xfrm>
          <a:prstGeom prst="rect">
            <a:avLst/>
          </a:prstGeom>
          <a:noFill/>
        </p:spPr>
        <p:txBody>
          <a:bodyPr wrap="square" lIns="91372" tIns="45719" rIns="91372" bIns="45719" rtlCol="0">
            <a:spAutoFit/>
          </a:bodyPr>
          <a:lstStyle/>
          <a:p>
            <a:pPr defTabSz="608738">
              <a:lnSpc>
                <a:spcPct val="130000"/>
              </a:lnSpc>
              <a:defRPr/>
            </a:pPr>
            <a:r>
              <a:rPr lang="zh-CN" altLang="en-US" sz="1200" kern="0" dirty="0">
                <a:solidFill>
                  <a:srgbClr val="FFFFFF"/>
                </a:solidFill>
                <a:ea typeface="微软雅黑" panose="020B0503020204020204" charset="-122"/>
              </a:rPr>
              <a:t>计算机学科与其他信息学科的交叉</a:t>
            </a:r>
          </a:p>
        </p:txBody>
      </p:sp>
      <p:sp>
        <p:nvSpPr>
          <p:cNvPr id="34" name="椭圆 33"/>
          <p:cNvSpPr/>
          <p:nvPr/>
        </p:nvSpPr>
        <p:spPr>
          <a:xfrm>
            <a:off x="5532523" y="3238439"/>
            <a:ext cx="639372" cy="639372"/>
          </a:xfrm>
          <a:prstGeom prst="ellipse">
            <a:avLst/>
          </a:prstGeom>
          <a:solidFill>
            <a:srgbClr val="002060"/>
          </a:solidFill>
          <a:ln w="28575" cap="flat" cmpd="sng" algn="ctr">
            <a:solidFill>
              <a:srgbClr val="FFFFFF"/>
            </a:solidFill>
            <a:prstDash val="solid"/>
          </a:ln>
          <a:effectLst/>
        </p:spPr>
        <p:txBody>
          <a:bodyPr lIns="91372" tIns="45719" rIns="91372" bIns="45719" rtlCol="0" anchor="ctr"/>
          <a:lstStyle/>
          <a:p>
            <a:pPr algn="ctr" defTabSz="608738">
              <a:defRPr/>
            </a:pPr>
            <a:r>
              <a:rPr kumimoji="1" lang="en-US" altLang="zh-CN" sz="3200" b="1" kern="0" dirty="0">
                <a:solidFill>
                  <a:srgbClr val="FFFFFF"/>
                </a:solidFill>
                <a:latin typeface="Century Gothic" panose="020B0502020202020204"/>
                <a:ea typeface="微软雅黑" panose="020B0503020204020204" charset="-122"/>
              </a:rPr>
              <a:t>3</a:t>
            </a:r>
            <a:endParaRPr kumimoji="1" lang="zh-CN" altLang="en-US" sz="3200" b="1" kern="0" dirty="0">
              <a:solidFill>
                <a:srgbClr val="FFFFFF"/>
              </a:solidFill>
              <a:latin typeface="Century Gothic" panose="020B0502020202020204"/>
              <a:ea typeface="微软雅黑" panose="020B0503020204020204" charset="-122"/>
            </a:endParaRPr>
          </a:p>
        </p:txBody>
      </p:sp>
      <p:sp>
        <p:nvSpPr>
          <p:cNvPr id="35" name="文本框 11"/>
          <p:cNvSpPr txBox="1"/>
          <p:nvPr/>
        </p:nvSpPr>
        <p:spPr>
          <a:xfrm>
            <a:off x="6327459" y="4058428"/>
            <a:ext cx="1139918" cy="379654"/>
          </a:xfrm>
          <a:prstGeom prst="rect">
            <a:avLst/>
          </a:prstGeom>
          <a:noFill/>
        </p:spPr>
        <p:txBody>
          <a:bodyPr wrap="none" lIns="91372" tIns="45719" rIns="91372" bIns="45719" rtlCol="0">
            <a:spAutoFit/>
          </a:bodyPr>
          <a:lstStyle/>
          <a:p>
            <a:pPr defTabSz="608738">
              <a:defRPr/>
            </a:pPr>
            <a:r>
              <a:rPr kumimoji="1" lang="zh-CN" altLang="en-US" sz="1867" b="1" kern="0" dirty="0">
                <a:solidFill>
                  <a:srgbClr val="FFFFFF"/>
                </a:solidFill>
                <a:latin typeface="Calibri"/>
                <a:ea typeface="微软雅黑" panose="020B0503020204020204" charset="-122"/>
              </a:rPr>
              <a:t>思考设计</a:t>
            </a:r>
          </a:p>
        </p:txBody>
      </p:sp>
      <p:sp>
        <p:nvSpPr>
          <p:cNvPr id="36" name="文本框 12"/>
          <p:cNvSpPr txBox="1"/>
          <p:nvPr/>
        </p:nvSpPr>
        <p:spPr>
          <a:xfrm>
            <a:off x="6327506" y="4448725"/>
            <a:ext cx="3872455" cy="312135"/>
          </a:xfrm>
          <a:prstGeom prst="rect">
            <a:avLst/>
          </a:prstGeom>
          <a:noFill/>
        </p:spPr>
        <p:txBody>
          <a:bodyPr wrap="square" lIns="91372" tIns="45719" rIns="91372" bIns="45719" rtlCol="0">
            <a:spAutoFit/>
          </a:bodyPr>
          <a:lstStyle/>
          <a:p>
            <a:pPr defTabSz="608738">
              <a:lnSpc>
                <a:spcPct val="130000"/>
              </a:lnSpc>
              <a:defRPr/>
            </a:pPr>
            <a:r>
              <a:rPr lang="zh-CN" altLang="en-US" sz="1200" kern="0" dirty="0">
                <a:solidFill>
                  <a:srgbClr val="FFFFFF"/>
                </a:solidFill>
                <a:latin typeface="Calibri"/>
                <a:ea typeface="微软雅黑" panose="020B0503020204020204" charset="-122"/>
              </a:rPr>
              <a:t>数学习题推荐系统</a:t>
            </a:r>
          </a:p>
        </p:txBody>
      </p:sp>
      <p:sp>
        <p:nvSpPr>
          <p:cNvPr id="37" name="椭圆 36"/>
          <p:cNvSpPr/>
          <p:nvPr/>
        </p:nvSpPr>
        <p:spPr>
          <a:xfrm>
            <a:off x="5532523" y="4123639"/>
            <a:ext cx="639372" cy="639372"/>
          </a:xfrm>
          <a:prstGeom prst="ellipse">
            <a:avLst/>
          </a:prstGeom>
          <a:solidFill>
            <a:srgbClr val="002060"/>
          </a:solidFill>
          <a:ln w="28575" cap="flat" cmpd="sng" algn="ctr">
            <a:solidFill>
              <a:srgbClr val="FFFFFF"/>
            </a:solidFill>
            <a:prstDash val="solid"/>
          </a:ln>
          <a:effectLst/>
        </p:spPr>
        <p:txBody>
          <a:bodyPr lIns="91372" tIns="45719" rIns="91372" bIns="45719" rtlCol="0" anchor="ctr"/>
          <a:lstStyle/>
          <a:p>
            <a:pPr algn="ctr" defTabSz="608738">
              <a:defRPr/>
            </a:pPr>
            <a:r>
              <a:rPr kumimoji="1" lang="en-US" altLang="zh-CN" sz="3200" b="1" kern="0" dirty="0">
                <a:solidFill>
                  <a:srgbClr val="FFFFFF"/>
                </a:solidFill>
                <a:latin typeface="Century Gothic" panose="020B0502020202020204"/>
                <a:ea typeface="微软雅黑" panose="020B0503020204020204" charset="-122"/>
              </a:rPr>
              <a:t>4</a:t>
            </a:r>
            <a:endParaRPr kumimoji="1" lang="zh-CN" altLang="en-US" sz="3200" b="1" kern="0" dirty="0">
              <a:solidFill>
                <a:srgbClr val="FFFFFF"/>
              </a:solidFill>
              <a:latin typeface="Century Gothic" panose="020B0502020202020204"/>
              <a:ea typeface="微软雅黑" panose="020B0503020204020204" charset="-122"/>
            </a:endParaRPr>
          </a:p>
        </p:txBody>
      </p:sp>
      <p:sp>
        <p:nvSpPr>
          <p:cNvPr id="38" name="文本框 14"/>
          <p:cNvSpPr txBox="1"/>
          <p:nvPr/>
        </p:nvSpPr>
        <p:spPr>
          <a:xfrm>
            <a:off x="6327459" y="4914596"/>
            <a:ext cx="1139918" cy="379654"/>
          </a:xfrm>
          <a:prstGeom prst="rect">
            <a:avLst/>
          </a:prstGeom>
          <a:noFill/>
        </p:spPr>
        <p:txBody>
          <a:bodyPr wrap="none" lIns="91372" tIns="45719" rIns="91372" bIns="45719" rtlCol="0">
            <a:spAutoFit/>
          </a:bodyPr>
          <a:lstStyle/>
          <a:p>
            <a:pPr defTabSz="608738">
              <a:defRPr/>
            </a:pPr>
            <a:r>
              <a:rPr kumimoji="1" lang="zh-CN" altLang="en-US" sz="1867" b="1" kern="0" dirty="0">
                <a:solidFill>
                  <a:srgbClr val="FFFFFF"/>
                </a:solidFill>
                <a:latin typeface="Calibri"/>
                <a:ea typeface="微软雅黑" panose="020B0503020204020204" charset="-122"/>
              </a:rPr>
              <a:t>总结回顾</a:t>
            </a:r>
          </a:p>
        </p:txBody>
      </p:sp>
      <p:sp>
        <p:nvSpPr>
          <p:cNvPr id="39" name="文本框 15"/>
          <p:cNvSpPr txBox="1"/>
          <p:nvPr/>
        </p:nvSpPr>
        <p:spPr>
          <a:xfrm>
            <a:off x="6327506" y="5304893"/>
            <a:ext cx="3872455" cy="312135"/>
          </a:xfrm>
          <a:prstGeom prst="rect">
            <a:avLst/>
          </a:prstGeom>
          <a:noFill/>
        </p:spPr>
        <p:txBody>
          <a:bodyPr wrap="square" lIns="91372" tIns="45719" rIns="91372" bIns="45719" rtlCol="0">
            <a:spAutoFit/>
          </a:bodyPr>
          <a:lstStyle/>
          <a:p>
            <a:pPr defTabSz="608738">
              <a:lnSpc>
                <a:spcPct val="130000"/>
              </a:lnSpc>
              <a:defRPr/>
            </a:pPr>
            <a:r>
              <a:rPr lang="zh-CN" altLang="en-US" sz="1200" kern="0" dirty="0">
                <a:solidFill>
                  <a:srgbClr val="FFFFFF"/>
                </a:solidFill>
                <a:latin typeface="Calibri"/>
                <a:ea typeface="微软雅黑" panose="020B0503020204020204" charset="-122"/>
              </a:rPr>
              <a:t>计算机专业于现实的意义</a:t>
            </a:r>
          </a:p>
        </p:txBody>
      </p:sp>
      <p:sp>
        <p:nvSpPr>
          <p:cNvPr id="40" name="椭圆 39"/>
          <p:cNvSpPr/>
          <p:nvPr/>
        </p:nvSpPr>
        <p:spPr>
          <a:xfrm>
            <a:off x="5532523" y="4979807"/>
            <a:ext cx="639372" cy="639372"/>
          </a:xfrm>
          <a:prstGeom prst="ellipse">
            <a:avLst/>
          </a:prstGeom>
          <a:solidFill>
            <a:srgbClr val="002060"/>
          </a:solidFill>
          <a:ln w="28575" cap="flat" cmpd="sng" algn="ctr">
            <a:solidFill>
              <a:srgbClr val="FFFFFF"/>
            </a:solidFill>
            <a:prstDash val="solid"/>
          </a:ln>
          <a:effectLst/>
        </p:spPr>
        <p:txBody>
          <a:bodyPr lIns="91372" tIns="45719" rIns="91372" bIns="45719" rtlCol="0" anchor="ctr"/>
          <a:lstStyle/>
          <a:p>
            <a:pPr algn="ctr" defTabSz="608738">
              <a:defRPr/>
            </a:pPr>
            <a:r>
              <a:rPr kumimoji="1" lang="en-US" altLang="zh-CN" sz="3200" b="1" kern="0" dirty="0">
                <a:solidFill>
                  <a:srgbClr val="FFFFFF"/>
                </a:solidFill>
                <a:latin typeface="Century Gothic" panose="020B0502020202020204"/>
                <a:ea typeface="微软雅黑" panose="020B0503020204020204" charset="-122"/>
              </a:rPr>
              <a:t>5</a:t>
            </a:r>
            <a:endParaRPr kumimoji="1" lang="zh-CN" altLang="en-US" sz="3200" b="1" kern="0" dirty="0">
              <a:solidFill>
                <a:srgbClr val="FFFFFF"/>
              </a:solidFill>
              <a:latin typeface="Century Gothic" panose="020B0502020202020204"/>
              <a:ea typeface="微软雅黑" panose="020B0503020204020204" charset="-122"/>
            </a:endParaRPr>
          </a:p>
        </p:txBody>
      </p:sp>
      <p:sp>
        <p:nvSpPr>
          <p:cNvPr id="41" name="文本框 17"/>
          <p:cNvSpPr txBox="1"/>
          <p:nvPr/>
        </p:nvSpPr>
        <p:spPr>
          <a:xfrm>
            <a:off x="1095159" y="2226531"/>
            <a:ext cx="3124436" cy="1856788"/>
          </a:xfrm>
          <a:prstGeom prst="rect">
            <a:avLst/>
          </a:prstGeom>
          <a:noFill/>
        </p:spPr>
        <p:txBody>
          <a:bodyPr wrap="none" lIns="91372" tIns="45719" rIns="91372" bIns="45719" rtlCol="0">
            <a:spAutoFit/>
          </a:bodyPr>
          <a:lstStyle/>
          <a:p>
            <a:pPr algn="ctr" defTabSz="1218323"/>
            <a:r>
              <a:rPr kumimoji="1" lang="zh-CN" altLang="en-US" sz="11466" b="1" dirty="0">
                <a:solidFill>
                  <a:prstClr val="white"/>
                </a:solidFill>
                <a:latin typeface="微软雅黑" panose="020B0503020204020204" charset="-122"/>
                <a:ea typeface="微软雅黑" panose="020B0503020204020204" charset="-122"/>
                <a:cs typeface="微软雅黑" panose="020B0503020204020204" charset="-122"/>
              </a:rPr>
              <a:t>目录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47193DE-06A1-6F8D-9B6A-345324E8BC54}"/>
              </a:ext>
            </a:extLst>
          </p:cNvPr>
          <p:cNvPicPr>
            <a:picLocks noChangeAspect="1"/>
          </p:cNvPicPr>
          <p:nvPr/>
        </p:nvPicPr>
        <p:blipFill>
          <a:blip r:embed="rId3">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cxnSp>
        <p:nvCxnSpPr>
          <p:cNvPr id="3" name="直接连接符 2"/>
          <p:cNvCxnSpPr/>
          <p:nvPr/>
        </p:nvCxnSpPr>
        <p:spPr>
          <a:xfrm>
            <a:off x="527381" y="548680"/>
            <a:ext cx="1166461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D3EBB65-17C8-F895-2A66-D9802E659E36}"/>
              </a:ext>
            </a:extLst>
          </p:cNvPr>
          <p:cNvSpPr/>
          <p:nvPr/>
        </p:nvSpPr>
        <p:spPr>
          <a:xfrm>
            <a:off x="0" y="0"/>
            <a:ext cx="12192000" cy="6858000"/>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
          <p:cNvSpPr txBox="1"/>
          <p:nvPr/>
        </p:nvSpPr>
        <p:spPr>
          <a:xfrm>
            <a:off x="3568736" y="2282363"/>
            <a:ext cx="1909971" cy="2092798"/>
          </a:xfrm>
          <a:prstGeom prst="rect">
            <a:avLst/>
          </a:prstGeom>
          <a:noFill/>
        </p:spPr>
        <p:txBody>
          <a:bodyPr wrap="none" lIns="121837" tIns="60919" rIns="121837" bIns="60919"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r>
              <a:rPr kumimoji="1" lang="en-US" altLang="zh-CN" sz="12800" dirty="0">
                <a:solidFill>
                  <a:prstClr val="white"/>
                </a:solidFill>
                <a:latin typeface="Calibri"/>
                <a:ea typeface="微软雅黑" panose="020B0503020204020204" charset="-122"/>
                <a:cs typeface="微软雅黑" panose="020B0503020204020204" charset="-122"/>
              </a:rPr>
              <a:t>01</a:t>
            </a:r>
            <a:endParaRPr kumimoji="1" lang="zh-CN" altLang="en-US" sz="12800" dirty="0">
              <a:solidFill>
                <a:prstClr val="white"/>
              </a:solidFill>
              <a:latin typeface="Calibri"/>
              <a:ea typeface="微软雅黑" panose="020B0503020204020204" charset="-122"/>
              <a:cs typeface="微软雅黑" panose="020B0503020204020204" charset="-122"/>
            </a:endParaRPr>
          </a:p>
        </p:txBody>
      </p:sp>
      <p:sp>
        <p:nvSpPr>
          <p:cNvPr id="31" name="文本框 8"/>
          <p:cNvSpPr txBox="1"/>
          <p:nvPr/>
        </p:nvSpPr>
        <p:spPr>
          <a:xfrm>
            <a:off x="5470985" y="3347549"/>
            <a:ext cx="3152291" cy="416057"/>
          </a:xfrm>
          <a:prstGeom prst="rect">
            <a:avLst/>
          </a:prstGeom>
          <a:noFill/>
        </p:spPr>
        <p:txBody>
          <a:bodyPr wrap="square" lIns="121837" tIns="60919" rIns="121837" bIns="60919"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08738">
              <a:lnSpc>
                <a:spcPct val="130000"/>
              </a:lnSpc>
              <a:defRPr/>
            </a:pPr>
            <a:r>
              <a:rPr lang="zh-CN" altLang="en-US" sz="1600" kern="0" dirty="0">
                <a:solidFill>
                  <a:srgbClr val="FFFFFF"/>
                </a:solidFill>
                <a:ea typeface="微软雅黑" panose="020B0503020204020204" charset="-122"/>
              </a:rPr>
              <a:t>什么是计算机科学与技术？</a:t>
            </a:r>
          </a:p>
        </p:txBody>
      </p:sp>
      <p:sp>
        <p:nvSpPr>
          <p:cNvPr id="33" name="文本框 4"/>
          <p:cNvSpPr txBox="1"/>
          <p:nvPr/>
        </p:nvSpPr>
        <p:spPr>
          <a:xfrm>
            <a:off x="5471025" y="2575927"/>
            <a:ext cx="2708256" cy="861686"/>
          </a:xfrm>
          <a:prstGeom prst="rect">
            <a:avLst/>
          </a:prstGeom>
          <a:noFill/>
        </p:spPr>
        <p:txBody>
          <a:bodyPr wrap="none" lIns="121832" tIns="60916" rIns="121832" bIns="6091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r>
              <a:rPr lang="zh-CN" altLang="en-US" sz="4800" dirty="0">
                <a:solidFill>
                  <a:prstClr val="white"/>
                </a:solidFill>
                <a:latin typeface="微软雅黑" panose="020B0503020204020204" charset="-122"/>
                <a:ea typeface="微软雅黑" panose="020B0503020204020204" charset="-122"/>
              </a:rPr>
              <a:t>概念简述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56" presetClass="entr" presetSubtype="0" fill="hold" grpId="0" nodeType="afterEffect">
                                  <p:stCondLst>
                                    <p:cond delay="0"/>
                                  </p:stCondLst>
                                  <p:iterate type="lt">
                                    <p:tmPct val="10000"/>
                                  </p:iterate>
                                  <p:childTnLst>
                                    <p:set>
                                      <p:cBhvr>
                                        <p:cTn id="12" dur="1" fill="hold">
                                          <p:stCondLst>
                                            <p:cond delay="0"/>
                                          </p:stCondLst>
                                        </p:cTn>
                                        <p:tgtEl>
                                          <p:spTgt spid="33"/>
                                        </p:tgtEl>
                                        <p:attrNameLst>
                                          <p:attrName>style.visibility</p:attrName>
                                        </p:attrNameLst>
                                      </p:cBhvr>
                                      <p:to>
                                        <p:strVal val="visible"/>
                                      </p:to>
                                    </p:set>
                                    <p:anim by="(-#ppt_w*2)" calcmode="lin" valueType="num">
                                      <p:cBhvr rctx="PPT">
                                        <p:cTn id="13" dur="500" autoRev="1" fill="hold">
                                          <p:stCondLst>
                                            <p:cond delay="0"/>
                                          </p:stCondLst>
                                        </p:cTn>
                                        <p:tgtEl>
                                          <p:spTgt spid="33"/>
                                        </p:tgtEl>
                                        <p:attrNameLst>
                                          <p:attrName>ppt_w</p:attrName>
                                        </p:attrNameLst>
                                      </p:cBhvr>
                                    </p:anim>
                                    <p:anim by="(#ppt_w*0.50)" calcmode="lin" valueType="num">
                                      <p:cBhvr>
                                        <p:cTn id="14" dur="500" decel="50000" autoRev="1" fill="hold">
                                          <p:stCondLst>
                                            <p:cond delay="0"/>
                                          </p:stCondLst>
                                        </p:cTn>
                                        <p:tgtEl>
                                          <p:spTgt spid="33"/>
                                        </p:tgtEl>
                                        <p:attrNameLst>
                                          <p:attrName>ppt_x</p:attrName>
                                        </p:attrNameLst>
                                      </p:cBhvr>
                                    </p:anim>
                                    <p:anim from="(-#ppt_h/2)" to="(#ppt_y)" calcmode="lin" valueType="num">
                                      <p:cBhvr>
                                        <p:cTn id="15" dur="1000" fill="hold">
                                          <p:stCondLst>
                                            <p:cond delay="0"/>
                                          </p:stCondLst>
                                        </p:cTn>
                                        <p:tgtEl>
                                          <p:spTgt spid="33"/>
                                        </p:tgtEl>
                                        <p:attrNameLst>
                                          <p:attrName>ppt_y</p:attrName>
                                        </p:attrNameLst>
                                      </p:cBhvr>
                                    </p:anim>
                                    <p:animRot by="21600000">
                                      <p:cBhvr>
                                        <p:cTn id="16" dur="1000" fill="hold">
                                          <p:stCondLst>
                                            <p:cond delay="0"/>
                                          </p:stCondLst>
                                        </p:cTn>
                                        <p:tgtEl>
                                          <p:spTgt spid="33"/>
                                        </p:tgtEl>
                                        <p:attrNameLst>
                                          <p:attrName>r</p:attrName>
                                        </p:attrNameLst>
                                      </p:cBhvr>
                                    </p:animRot>
                                  </p:childTnLst>
                                </p:cTn>
                              </p:par>
                            </p:childTnLst>
                          </p:cTn>
                        </p:par>
                        <p:par>
                          <p:cTn id="17" fill="hold">
                            <p:stCondLst>
                              <p:cond delay="18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31"/>
                                        </p:tgtEl>
                                        <p:attrNameLst>
                                          <p:attrName>style.visibility</p:attrName>
                                        </p:attrNameLst>
                                      </p:cBhvr>
                                      <p:to>
                                        <p:strVal val="visible"/>
                                      </p:to>
                                    </p:set>
                                    <p:anim by="(-#ppt_w*2)" calcmode="lin" valueType="num">
                                      <p:cBhvr rctx="PPT">
                                        <p:cTn id="20" dur="500" autoRev="1" fill="hold">
                                          <p:stCondLst>
                                            <p:cond delay="0"/>
                                          </p:stCondLst>
                                        </p:cTn>
                                        <p:tgtEl>
                                          <p:spTgt spid="31"/>
                                        </p:tgtEl>
                                        <p:attrNameLst>
                                          <p:attrName>ppt_w</p:attrName>
                                        </p:attrNameLst>
                                      </p:cBhvr>
                                    </p:anim>
                                    <p:anim by="(#ppt_w*0.50)" calcmode="lin" valueType="num">
                                      <p:cBhvr>
                                        <p:cTn id="21" dur="500" decel="50000" autoRev="1" fill="hold">
                                          <p:stCondLst>
                                            <p:cond delay="0"/>
                                          </p:stCondLst>
                                        </p:cTn>
                                        <p:tgtEl>
                                          <p:spTgt spid="31"/>
                                        </p:tgtEl>
                                        <p:attrNameLst>
                                          <p:attrName>ppt_x</p:attrName>
                                        </p:attrNameLst>
                                      </p:cBhvr>
                                    </p:anim>
                                    <p:anim from="(-#ppt_h/2)" to="(#ppt_y)" calcmode="lin" valueType="num">
                                      <p:cBhvr>
                                        <p:cTn id="22" dur="1000" fill="hold">
                                          <p:stCondLst>
                                            <p:cond delay="0"/>
                                          </p:stCondLst>
                                        </p:cTn>
                                        <p:tgtEl>
                                          <p:spTgt spid="31"/>
                                        </p:tgtEl>
                                        <p:attrNameLst>
                                          <p:attrName>ppt_y</p:attrName>
                                        </p:attrNameLst>
                                      </p:cBhvr>
                                    </p:anim>
                                    <p:animRot by="21600000">
                                      <p:cBhvr>
                                        <p:cTn id="23" dur="1000" fill="hold">
                                          <p:stCondLst>
                                            <p:cond delay="0"/>
                                          </p:stCondLst>
                                        </p:cTn>
                                        <p:tgtEl>
                                          <p:spTgt spid="3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1"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dministrator\Desktop\11111.tif"/>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91703"/>
          <a:stretch>
            <a:fillRect/>
          </a:stretch>
        </p:blipFill>
        <p:spPr bwMode="auto">
          <a:xfrm>
            <a:off x="0" y="-1"/>
            <a:ext cx="12192000" cy="67514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p:nvCxnSpPr>
        <p:spPr>
          <a:xfrm>
            <a:off x="527381" y="644691"/>
            <a:ext cx="1166461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 name="TextBox 68"/>
          <p:cNvSpPr txBox="1">
            <a:spLocks noChangeArrowheads="1"/>
          </p:cNvSpPr>
          <p:nvPr/>
        </p:nvSpPr>
        <p:spPr bwMode="auto">
          <a:xfrm>
            <a:off x="3484152" y="68630"/>
            <a:ext cx="5223701" cy="697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29" tIns="60915" rIns="121829" bIns="60915">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ctr" defTabSz="1218323" eaLnBrk="1" hangingPunct="1"/>
            <a:r>
              <a:rPr lang="zh-CN" altLang="en-US" sz="3733" b="1" dirty="0">
                <a:solidFill>
                  <a:prstClr val="white"/>
                </a:solidFill>
                <a:latin typeface="Roboto" panose="02000000000000000000" pitchFamily="2" charset="0"/>
                <a:ea typeface="Roboto" panose="02000000000000000000" pitchFamily="2" charset="0"/>
                <a:cs typeface="Roboto" panose="02000000000000000000" pitchFamily="2" charset="0"/>
              </a:rPr>
              <a:t>计算机科学与技术</a:t>
            </a:r>
            <a:endParaRPr lang="id-ID" altLang="zh-CN" sz="3733" b="1"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sp>
        <p:nvSpPr>
          <p:cNvPr id="50" name="Rectangle 5"/>
          <p:cNvSpPr/>
          <p:nvPr/>
        </p:nvSpPr>
        <p:spPr>
          <a:xfrm>
            <a:off x="0" y="6710364"/>
            <a:ext cx="12192000" cy="147637"/>
          </a:xfrm>
          <a:prstGeom prst="rect">
            <a:avLst/>
          </a:prstGeom>
          <a:solidFill>
            <a:srgbClr val="16294C"/>
          </a:solidFill>
          <a:ln>
            <a:noFill/>
          </a:ln>
        </p:spPr>
        <p:style>
          <a:lnRef idx="2">
            <a:schemeClr val="accent1">
              <a:shade val="50000"/>
            </a:schemeClr>
          </a:lnRef>
          <a:fillRef idx="1">
            <a:schemeClr val="accent1"/>
          </a:fillRef>
          <a:effectRef idx="0">
            <a:schemeClr val="accent1"/>
          </a:effectRef>
          <a:fontRef idx="minor">
            <a:schemeClr val="lt1"/>
          </a:fontRef>
        </p:style>
        <p:txBody>
          <a:bodyPr lIns="91372" tIns="45719" rIns="91372" bIns="45719" anchor="ctr"/>
          <a:lstStyle/>
          <a:p>
            <a:pPr algn="ctr" defTabSz="1218323">
              <a:defRPr/>
            </a:pPr>
            <a:endParaRPr lang="en-US" sz="2400">
              <a:solidFill>
                <a:prstClr val="white"/>
              </a:solidFill>
              <a:latin typeface="Calibri"/>
            </a:endParaRPr>
          </a:p>
        </p:txBody>
      </p:sp>
      <p:grpSp>
        <p:nvGrpSpPr>
          <p:cNvPr id="6" name="Group 6"/>
          <p:cNvGrpSpPr>
            <a:grpSpLocks noChangeAspect="1"/>
          </p:cNvGrpSpPr>
          <p:nvPr/>
        </p:nvGrpSpPr>
        <p:grpSpPr bwMode="auto">
          <a:xfrm>
            <a:off x="-647700" y="1638256"/>
            <a:ext cx="5672843" cy="4718095"/>
            <a:chOff x="-513043" y="1174786"/>
            <a:chExt cx="6833161" cy="5683214"/>
          </a:xfrm>
        </p:grpSpPr>
        <p:grpSp>
          <p:nvGrpSpPr>
            <p:cNvPr id="7" name="Group 7"/>
            <p:cNvGrpSpPr/>
            <p:nvPr/>
          </p:nvGrpSpPr>
          <p:grpSpPr bwMode="auto">
            <a:xfrm>
              <a:off x="-513043" y="1174786"/>
              <a:ext cx="6833161" cy="5683214"/>
              <a:chOff x="1046815" y="704139"/>
              <a:chExt cx="6833161" cy="5683214"/>
            </a:xfrm>
          </p:grpSpPr>
          <p:sp>
            <p:nvSpPr>
              <p:cNvPr id="10" name="Freeform 10"/>
              <p:cNvSpPr>
                <a:spLocks noEditPoints="1"/>
              </p:cNvSpPr>
              <p:nvPr/>
            </p:nvSpPr>
            <p:spPr bwMode="auto">
              <a:xfrm>
                <a:off x="3431520" y="1576369"/>
                <a:ext cx="3062367" cy="875556"/>
              </a:xfrm>
              <a:custGeom>
                <a:avLst/>
                <a:gdLst>
                  <a:gd name="T0" fmla="*/ 3029108 w 3683"/>
                  <a:gd name="T1" fmla="*/ 857263 h 1053"/>
                  <a:gd name="T2" fmla="*/ 2975892 w 3683"/>
                  <a:gd name="T3" fmla="*/ 822341 h 1053"/>
                  <a:gd name="T4" fmla="*/ 2925172 w 3683"/>
                  <a:gd name="T5" fmla="*/ 786587 h 1053"/>
                  <a:gd name="T6" fmla="*/ 2873619 w 3683"/>
                  <a:gd name="T7" fmla="*/ 749170 h 1053"/>
                  <a:gd name="T8" fmla="*/ 2822899 w 3683"/>
                  <a:gd name="T9" fmla="*/ 714247 h 1053"/>
                  <a:gd name="T10" fmla="*/ 2771347 w 3683"/>
                  <a:gd name="T11" fmla="*/ 678494 h 1053"/>
                  <a:gd name="T12" fmla="*/ 2720626 w 3683"/>
                  <a:gd name="T13" fmla="*/ 643571 h 1053"/>
                  <a:gd name="T14" fmla="*/ 2667411 w 3683"/>
                  <a:gd name="T15" fmla="*/ 607817 h 1053"/>
                  <a:gd name="T16" fmla="*/ 2616690 w 3683"/>
                  <a:gd name="T17" fmla="*/ 572063 h 1053"/>
                  <a:gd name="T18" fmla="*/ 2565138 w 3683"/>
                  <a:gd name="T19" fmla="*/ 535478 h 1053"/>
                  <a:gd name="T20" fmla="*/ 2514417 w 3683"/>
                  <a:gd name="T21" fmla="*/ 499724 h 1053"/>
                  <a:gd name="T22" fmla="*/ 2462865 w 3683"/>
                  <a:gd name="T23" fmla="*/ 463970 h 1053"/>
                  <a:gd name="T24" fmla="*/ 2412144 w 3683"/>
                  <a:gd name="T25" fmla="*/ 429047 h 1053"/>
                  <a:gd name="T26" fmla="*/ 2358929 w 3683"/>
                  <a:gd name="T27" fmla="*/ 393293 h 1053"/>
                  <a:gd name="T28" fmla="*/ 2307377 w 3683"/>
                  <a:gd name="T29" fmla="*/ 355877 h 1053"/>
                  <a:gd name="T30" fmla="*/ 2256656 w 3683"/>
                  <a:gd name="T31" fmla="*/ 320954 h 1053"/>
                  <a:gd name="T32" fmla="*/ 2205104 w 3683"/>
                  <a:gd name="T33" fmla="*/ 285200 h 1053"/>
                  <a:gd name="T34" fmla="*/ 2154383 w 3683"/>
                  <a:gd name="T35" fmla="*/ 250278 h 1053"/>
                  <a:gd name="T36" fmla="*/ 2102831 w 3683"/>
                  <a:gd name="T37" fmla="*/ 214524 h 1053"/>
                  <a:gd name="T38" fmla="*/ 2050447 w 3683"/>
                  <a:gd name="T39" fmla="*/ 179601 h 1053"/>
                  <a:gd name="T40" fmla="*/ 1998895 w 3683"/>
                  <a:gd name="T41" fmla="*/ 142184 h 1053"/>
                  <a:gd name="T42" fmla="*/ 1948174 w 3683"/>
                  <a:gd name="T43" fmla="*/ 106430 h 1053"/>
                  <a:gd name="T44" fmla="*/ 1896622 w 3683"/>
                  <a:gd name="T45" fmla="*/ 71508 h 1053"/>
                  <a:gd name="T46" fmla="*/ 1845901 w 3683"/>
                  <a:gd name="T47" fmla="*/ 35754 h 1053"/>
                  <a:gd name="T48" fmla="*/ 1824283 w 3683"/>
                  <a:gd name="T49" fmla="*/ 2494 h 1053"/>
                  <a:gd name="T50" fmla="*/ 1765247 w 3683"/>
                  <a:gd name="T51" fmla="*/ 25776 h 1053"/>
                  <a:gd name="T52" fmla="*/ 1702054 w 3683"/>
                  <a:gd name="T53" fmla="*/ 35754 h 1053"/>
                  <a:gd name="T54" fmla="*/ 1641356 w 3683"/>
                  <a:gd name="T55" fmla="*/ 45732 h 1053"/>
                  <a:gd name="T56" fmla="*/ 1578163 w 3683"/>
                  <a:gd name="T57" fmla="*/ 55710 h 1053"/>
                  <a:gd name="T58" fmla="*/ 1517464 w 3683"/>
                  <a:gd name="T59" fmla="*/ 65687 h 1053"/>
                  <a:gd name="T60" fmla="*/ 1454271 w 3683"/>
                  <a:gd name="T61" fmla="*/ 74834 h 1053"/>
                  <a:gd name="T62" fmla="*/ 1393572 w 3683"/>
                  <a:gd name="T63" fmla="*/ 84812 h 1053"/>
                  <a:gd name="T64" fmla="*/ 1330379 w 3683"/>
                  <a:gd name="T65" fmla="*/ 94790 h 1053"/>
                  <a:gd name="T66" fmla="*/ 1269681 w 3683"/>
                  <a:gd name="T67" fmla="*/ 104767 h 1053"/>
                  <a:gd name="T68" fmla="*/ 1206488 w 3683"/>
                  <a:gd name="T69" fmla="*/ 114745 h 1053"/>
                  <a:gd name="T70" fmla="*/ 1145789 w 3683"/>
                  <a:gd name="T71" fmla="*/ 123892 h 1053"/>
                  <a:gd name="T72" fmla="*/ 1085091 w 3683"/>
                  <a:gd name="T73" fmla="*/ 133869 h 1053"/>
                  <a:gd name="T74" fmla="*/ 1021898 w 3683"/>
                  <a:gd name="T75" fmla="*/ 143847 h 1053"/>
                  <a:gd name="T76" fmla="*/ 961199 w 3683"/>
                  <a:gd name="T77" fmla="*/ 153825 h 1053"/>
                  <a:gd name="T78" fmla="*/ 898006 w 3683"/>
                  <a:gd name="T79" fmla="*/ 163803 h 1053"/>
                  <a:gd name="T80" fmla="*/ 837308 w 3683"/>
                  <a:gd name="T81" fmla="*/ 173781 h 1053"/>
                  <a:gd name="T82" fmla="*/ 774114 w 3683"/>
                  <a:gd name="T83" fmla="*/ 182927 h 1053"/>
                  <a:gd name="T84" fmla="*/ 713416 w 3683"/>
                  <a:gd name="T85" fmla="*/ 192905 h 1053"/>
                  <a:gd name="T86" fmla="*/ 650223 w 3683"/>
                  <a:gd name="T87" fmla="*/ 202883 h 1053"/>
                  <a:gd name="T88" fmla="*/ 589524 w 3683"/>
                  <a:gd name="T89" fmla="*/ 212861 h 1053"/>
                  <a:gd name="T90" fmla="*/ 526331 w 3683"/>
                  <a:gd name="T91" fmla="*/ 222839 h 1053"/>
                  <a:gd name="T92" fmla="*/ 465633 w 3683"/>
                  <a:gd name="T93" fmla="*/ 231985 h 1053"/>
                  <a:gd name="T94" fmla="*/ 404934 w 3683"/>
                  <a:gd name="T95" fmla="*/ 241963 h 1053"/>
                  <a:gd name="T96" fmla="*/ 341741 w 3683"/>
                  <a:gd name="T97" fmla="*/ 251941 h 1053"/>
                  <a:gd name="T98" fmla="*/ 281043 w 3683"/>
                  <a:gd name="T99" fmla="*/ 261918 h 1053"/>
                  <a:gd name="T100" fmla="*/ 217850 w 3683"/>
                  <a:gd name="T101" fmla="*/ 271896 h 1053"/>
                  <a:gd name="T102" fmla="*/ 157151 w 3683"/>
                  <a:gd name="T103" fmla="*/ 281874 h 1053"/>
                  <a:gd name="T104" fmla="*/ 93958 w 3683"/>
                  <a:gd name="T105" fmla="*/ 291021 h 1053"/>
                  <a:gd name="T106" fmla="*/ 33259 w 3683"/>
                  <a:gd name="T107" fmla="*/ 300998 h 105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3683" h="1053">
                    <a:moveTo>
                      <a:pt x="3643" y="1031"/>
                    </a:moveTo>
                    <a:lnTo>
                      <a:pt x="3674" y="1053"/>
                    </a:lnTo>
                    <a:lnTo>
                      <a:pt x="3683" y="1038"/>
                    </a:lnTo>
                    <a:lnTo>
                      <a:pt x="3653" y="1015"/>
                    </a:lnTo>
                    <a:lnTo>
                      <a:pt x="3643" y="1031"/>
                    </a:lnTo>
                    <a:close/>
                    <a:moveTo>
                      <a:pt x="3579" y="989"/>
                    </a:moveTo>
                    <a:lnTo>
                      <a:pt x="3610" y="1010"/>
                    </a:lnTo>
                    <a:lnTo>
                      <a:pt x="3622" y="993"/>
                    </a:lnTo>
                    <a:lnTo>
                      <a:pt x="3591" y="972"/>
                    </a:lnTo>
                    <a:lnTo>
                      <a:pt x="3579" y="989"/>
                    </a:lnTo>
                    <a:close/>
                    <a:moveTo>
                      <a:pt x="3518" y="946"/>
                    </a:moveTo>
                    <a:lnTo>
                      <a:pt x="3549" y="967"/>
                    </a:lnTo>
                    <a:lnTo>
                      <a:pt x="3560" y="951"/>
                    </a:lnTo>
                    <a:lnTo>
                      <a:pt x="3530" y="930"/>
                    </a:lnTo>
                    <a:lnTo>
                      <a:pt x="3518" y="946"/>
                    </a:lnTo>
                    <a:close/>
                    <a:moveTo>
                      <a:pt x="3456" y="901"/>
                    </a:moveTo>
                    <a:lnTo>
                      <a:pt x="3487" y="925"/>
                    </a:lnTo>
                    <a:lnTo>
                      <a:pt x="3499" y="908"/>
                    </a:lnTo>
                    <a:lnTo>
                      <a:pt x="3468" y="887"/>
                    </a:lnTo>
                    <a:lnTo>
                      <a:pt x="3456" y="901"/>
                    </a:lnTo>
                    <a:close/>
                    <a:moveTo>
                      <a:pt x="3395" y="859"/>
                    </a:moveTo>
                    <a:lnTo>
                      <a:pt x="3426" y="880"/>
                    </a:lnTo>
                    <a:lnTo>
                      <a:pt x="3437" y="866"/>
                    </a:lnTo>
                    <a:lnTo>
                      <a:pt x="3404" y="845"/>
                    </a:lnTo>
                    <a:lnTo>
                      <a:pt x="3395" y="859"/>
                    </a:lnTo>
                    <a:close/>
                    <a:moveTo>
                      <a:pt x="3333" y="816"/>
                    </a:moveTo>
                    <a:lnTo>
                      <a:pt x="3364" y="837"/>
                    </a:lnTo>
                    <a:lnTo>
                      <a:pt x="3374" y="823"/>
                    </a:lnTo>
                    <a:lnTo>
                      <a:pt x="3343" y="802"/>
                    </a:lnTo>
                    <a:lnTo>
                      <a:pt x="3333" y="816"/>
                    </a:lnTo>
                    <a:close/>
                    <a:moveTo>
                      <a:pt x="3272" y="774"/>
                    </a:moveTo>
                    <a:lnTo>
                      <a:pt x="3303" y="795"/>
                    </a:lnTo>
                    <a:lnTo>
                      <a:pt x="3312" y="778"/>
                    </a:lnTo>
                    <a:lnTo>
                      <a:pt x="3281" y="757"/>
                    </a:lnTo>
                    <a:lnTo>
                      <a:pt x="3272" y="774"/>
                    </a:lnTo>
                    <a:close/>
                    <a:moveTo>
                      <a:pt x="3208" y="731"/>
                    </a:moveTo>
                    <a:lnTo>
                      <a:pt x="3239" y="752"/>
                    </a:lnTo>
                    <a:lnTo>
                      <a:pt x="3251" y="736"/>
                    </a:lnTo>
                    <a:lnTo>
                      <a:pt x="3220" y="714"/>
                    </a:lnTo>
                    <a:lnTo>
                      <a:pt x="3208" y="731"/>
                    </a:lnTo>
                    <a:close/>
                    <a:moveTo>
                      <a:pt x="3147" y="688"/>
                    </a:moveTo>
                    <a:lnTo>
                      <a:pt x="3177" y="710"/>
                    </a:lnTo>
                    <a:lnTo>
                      <a:pt x="3189" y="693"/>
                    </a:lnTo>
                    <a:lnTo>
                      <a:pt x="3158" y="672"/>
                    </a:lnTo>
                    <a:lnTo>
                      <a:pt x="3147" y="688"/>
                    </a:lnTo>
                    <a:close/>
                    <a:moveTo>
                      <a:pt x="3085" y="644"/>
                    </a:moveTo>
                    <a:lnTo>
                      <a:pt x="3116" y="665"/>
                    </a:lnTo>
                    <a:lnTo>
                      <a:pt x="3128" y="651"/>
                    </a:lnTo>
                    <a:lnTo>
                      <a:pt x="3097" y="629"/>
                    </a:lnTo>
                    <a:lnTo>
                      <a:pt x="3085" y="644"/>
                    </a:lnTo>
                    <a:close/>
                    <a:moveTo>
                      <a:pt x="3024" y="601"/>
                    </a:moveTo>
                    <a:lnTo>
                      <a:pt x="3054" y="622"/>
                    </a:lnTo>
                    <a:lnTo>
                      <a:pt x="3066" y="608"/>
                    </a:lnTo>
                    <a:lnTo>
                      <a:pt x="3033" y="587"/>
                    </a:lnTo>
                    <a:lnTo>
                      <a:pt x="3024" y="601"/>
                    </a:lnTo>
                    <a:close/>
                    <a:moveTo>
                      <a:pt x="2962" y="558"/>
                    </a:moveTo>
                    <a:lnTo>
                      <a:pt x="2993" y="580"/>
                    </a:lnTo>
                    <a:lnTo>
                      <a:pt x="3002" y="566"/>
                    </a:lnTo>
                    <a:lnTo>
                      <a:pt x="2972" y="542"/>
                    </a:lnTo>
                    <a:lnTo>
                      <a:pt x="2962" y="558"/>
                    </a:lnTo>
                    <a:close/>
                    <a:moveTo>
                      <a:pt x="2901" y="516"/>
                    </a:moveTo>
                    <a:lnTo>
                      <a:pt x="2931" y="537"/>
                    </a:lnTo>
                    <a:lnTo>
                      <a:pt x="2941" y="521"/>
                    </a:lnTo>
                    <a:lnTo>
                      <a:pt x="2910" y="499"/>
                    </a:lnTo>
                    <a:lnTo>
                      <a:pt x="2901" y="516"/>
                    </a:lnTo>
                    <a:close/>
                    <a:moveTo>
                      <a:pt x="2837" y="473"/>
                    </a:moveTo>
                    <a:lnTo>
                      <a:pt x="2870" y="495"/>
                    </a:lnTo>
                    <a:lnTo>
                      <a:pt x="2879" y="478"/>
                    </a:lnTo>
                    <a:lnTo>
                      <a:pt x="2849" y="457"/>
                    </a:lnTo>
                    <a:lnTo>
                      <a:pt x="2837" y="473"/>
                    </a:lnTo>
                    <a:close/>
                    <a:moveTo>
                      <a:pt x="2775" y="428"/>
                    </a:moveTo>
                    <a:lnTo>
                      <a:pt x="2806" y="452"/>
                    </a:lnTo>
                    <a:lnTo>
                      <a:pt x="2818" y="436"/>
                    </a:lnTo>
                    <a:lnTo>
                      <a:pt x="2787" y="414"/>
                    </a:lnTo>
                    <a:lnTo>
                      <a:pt x="2775" y="428"/>
                    </a:lnTo>
                    <a:close/>
                    <a:moveTo>
                      <a:pt x="2714" y="386"/>
                    </a:moveTo>
                    <a:lnTo>
                      <a:pt x="2745" y="407"/>
                    </a:lnTo>
                    <a:lnTo>
                      <a:pt x="2756" y="393"/>
                    </a:lnTo>
                    <a:lnTo>
                      <a:pt x="2726" y="372"/>
                    </a:lnTo>
                    <a:lnTo>
                      <a:pt x="2714" y="386"/>
                    </a:lnTo>
                    <a:close/>
                    <a:moveTo>
                      <a:pt x="2652" y="343"/>
                    </a:moveTo>
                    <a:lnTo>
                      <a:pt x="2683" y="365"/>
                    </a:lnTo>
                    <a:lnTo>
                      <a:pt x="2695" y="350"/>
                    </a:lnTo>
                    <a:lnTo>
                      <a:pt x="2664" y="329"/>
                    </a:lnTo>
                    <a:lnTo>
                      <a:pt x="2652" y="343"/>
                    </a:lnTo>
                    <a:close/>
                    <a:moveTo>
                      <a:pt x="2591" y="301"/>
                    </a:moveTo>
                    <a:lnTo>
                      <a:pt x="2622" y="322"/>
                    </a:lnTo>
                    <a:lnTo>
                      <a:pt x="2631" y="305"/>
                    </a:lnTo>
                    <a:lnTo>
                      <a:pt x="2600" y="284"/>
                    </a:lnTo>
                    <a:lnTo>
                      <a:pt x="2591" y="301"/>
                    </a:lnTo>
                    <a:close/>
                    <a:moveTo>
                      <a:pt x="2529" y="258"/>
                    </a:moveTo>
                    <a:lnTo>
                      <a:pt x="2560" y="279"/>
                    </a:lnTo>
                    <a:lnTo>
                      <a:pt x="2570" y="263"/>
                    </a:lnTo>
                    <a:lnTo>
                      <a:pt x="2539" y="242"/>
                    </a:lnTo>
                    <a:lnTo>
                      <a:pt x="2529" y="258"/>
                    </a:lnTo>
                    <a:close/>
                    <a:moveTo>
                      <a:pt x="2466" y="216"/>
                    </a:moveTo>
                    <a:lnTo>
                      <a:pt x="2499" y="237"/>
                    </a:lnTo>
                    <a:lnTo>
                      <a:pt x="2508" y="220"/>
                    </a:lnTo>
                    <a:lnTo>
                      <a:pt x="2477" y="199"/>
                    </a:lnTo>
                    <a:lnTo>
                      <a:pt x="2466" y="216"/>
                    </a:lnTo>
                    <a:close/>
                    <a:moveTo>
                      <a:pt x="2404" y="171"/>
                    </a:moveTo>
                    <a:lnTo>
                      <a:pt x="2435" y="192"/>
                    </a:lnTo>
                    <a:lnTo>
                      <a:pt x="2447" y="178"/>
                    </a:lnTo>
                    <a:lnTo>
                      <a:pt x="2416" y="157"/>
                    </a:lnTo>
                    <a:lnTo>
                      <a:pt x="2404" y="171"/>
                    </a:lnTo>
                    <a:close/>
                    <a:moveTo>
                      <a:pt x="2343" y="128"/>
                    </a:moveTo>
                    <a:lnTo>
                      <a:pt x="2373" y="149"/>
                    </a:lnTo>
                    <a:lnTo>
                      <a:pt x="2385" y="135"/>
                    </a:lnTo>
                    <a:lnTo>
                      <a:pt x="2354" y="114"/>
                    </a:lnTo>
                    <a:lnTo>
                      <a:pt x="2343" y="128"/>
                    </a:lnTo>
                    <a:close/>
                    <a:moveTo>
                      <a:pt x="2281" y="86"/>
                    </a:moveTo>
                    <a:lnTo>
                      <a:pt x="2312" y="107"/>
                    </a:lnTo>
                    <a:lnTo>
                      <a:pt x="2324" y="90"/>
                    </a:lnTo>
                    <a:lnTo>
                      <a:pt x="2293" y="69"/>
                    </a:lnTo>
                    <a:lnTo>
                      <a:pt x="2281" y="86"/>
                    </a:lnTo>
                    <a:close/>
                    <a:moveTo>
                      <a:pt x="2220" y="43"/>
                    </a:moveTo>
                    <a:lnTo>
                      <a:pt x="2250" y="64"/>
                    </a:lnTo>
                    <a:lnTo>
                      <a:pt x="2260" y="48"/>
                    </a:lnTo>
                    <a:lnTo>
                      <a:pt x="2229" y="27"/>
                    </a:lnTo>
                    <a:lnTo>
                      <a:pt x="2220" y="43"/>
                    </a:lnTo>
                    <a:close/>
                    <a:moveTo>
                      <a:pt x="2158" y="24"/>
                    </a:moveTo>
                    <a:lnTo>
                      <a:pt x="2187" y="19"/>
                    </a:lnTo>
                    <a:lnTo>
                      <a:pt x="2189" y="22"/>
                    </a:lnTo>
                    <a:lnTo>
                      <a:pt x="2198" y="5"/>
                    </a:lnTo>
                    <a:lnTo>
                      <a:pt x="2194" y="3"/>
                    </a:lnTo>
                    <a:lnTo>
                      <a:pt x="2191" y="0"/>
                    </a:lnTo>
                    <a:lnTo>
                      <a:pt x="2156" y="5"/>
                    </a:lnTo>
                    <a:lnTo>
                      <a:pt x="2158" y="24"/>
                    </a:lnTo>
                    <a:close/>
                    <a:moveTo>
                      <a:pt x="2085" y="36"/>
                    </a:moveTo>
                    <a:lnTo>
                      <a:pt x="2123" y="31"/>
                    </a:lnTo>
                    <a:lnTo>
                      <a:pt x="2118" y="12"/>
                    </a:lnTo>
                    <a:lnTo>
                      <a:pt x="2083" y="17"/>
                    </a:lnTo>
                    <a:lnTo>
                      <a:pt x="2085" y="36"/>
                    </a:lnTo>
                    <a:close/>
                    <a:moveTo>
                      <a:pt x="2009" y="48"/>
                    </a:moveTo>
                    <a:lnTo>
                      <a:pt x="2047" y="43"/>
                    </a:lnTo>
                    <a:lnTo>
                      <a:pt x="2045" y="24"/>
                    </a:lnTo>
                    <a:lnTo>
                      <a:pt x="2007" y="29"/>
                    </a:lnTo>
                    <a:lnTo>
                      <a:pt x="2009" y="48"/>
                    </a:lnTo>
                    <a:close/>
                    <a:moveTo>
                      <a:pt x="1936" y="60"/>
                    </a:moveTo>
                    <a:lnTo>
                      <a:pt x="1974" y="55"/>
                    </a:lnTo>
                    <a:lnTo>
                      <a:pt x="1969" y="36"/>
                    </a:lnTo>
                    <a:lnTo>
                      <a:pt x="1934" y="41"/>
                    </a:lnTo>
                    <a:lnTo>
                      <a:pt x="1936" y="60"/>
                    </a:lnTo>
                    <a:close/>
                    <a:moveTo>
                      <a:pt x="1863" y="71"/>
                    </a:moveTo>
                    <a:lnTo>
                      <a:pt x="1898" y="67"/>
                    </a:lnTo>
                    <a:lnTo>
                      <a:pt x="1896" y="48"/>
                    </a:lnTo>
                    <a:lnTo>
                      <a:pt x="1858" y="53"/>
                    </a:lnTo>
                    <a:lnTo>
                      <a:pt x="1863" y="71"/>
                    </a:lnTo>
                    <a:close/>
                    <a:moveTo>
                      <a:pt x="1787" y="83"/>
                    </a:moveTo>
                    <a:lnTo>
                      <a:pt x="1825" y="79"/>
                    </a:lnTo>
                    <a:lnTo>
                      <a:pt x="1823" y="60"/>
                    </a:lnTo>
                    <a:lnTo>
                      <a:pt x="1785" y="64"/>
                    </a:lnTo>
                    <a:lnTo>
                      <a:pt x="1787" y="83"/>
                    </a:lnTo>
                    <a:close/>
                    <a:moveTo>
                      <a:pt x="1714" y="95"/>
                    </a:moveTo>
                    <a:lnTo>
                      <a:pt x="1749" y="90"/>
                    </a:lnTo>
                    <a:lnTo>
                      <a:pt x="1747" y="71"/>
                    </a:lnTo>
                    <a:lnTo>
                      <a:pt x="1709" y="76"/>
                    </a:lnTo>
                    <a:lnTo>
                      <a:pt x="1714" y="95"/>
                    </a:lnTo>
                    <a:close/>
                    <a:moveTo>
                      <a:pt x="1638" y="107"/>
                    </a:moveTo>
                    <a:lnTo>
                      <a:pt x="1676" y="102"/>
                    </a:lnTo>
                    <a:lnTo>
                      <a:pt x="1674" y="83"/>
                    </a:lnTo>
                    <a:lnTo>
                      <a:pt x="1636" y="88"/>
                    </a:lnTo>
                    <a:lnTo>
                      <a:pt x="1638" y="107"/>
                    </a:lnTo>
                    <a:close/>
                    <a:moveTo>
                      <a:pt x="1565" y="119"/>
                    </a:moveTo>
                    <a:lnTo>
                      <a:pt x="1600" y="114"/>
                    </a:lnTo>
                    <a:lnTo>
                      <a:pt x="1598" y="95"/>
                    </a:lnTo>
                    <a:lnTo>
                      <a:pt x="1560" y="100"/>
                    </a:lnTo>
                    <a:lnTo>
                      <a:pt x="1565" y="119"/>
                    </a:lnTo>
                    <a:close/>
                    <a:moveTo>
                      <a:pt x="1489" y="131"/>
                    </a:moveTo>
                    <a:lnTo>
                      <a:pt x="1527" y="126"/>
                    </a:lnTo>
                    <a:lnTo>
                      <a:pt x="1525" y="107"/>
                    </a:lnTo>
                    <a:lnTo>
                      <a:pt x="1487" y="112"/>
                    </a:lnTo>
                    <a:lnTo>
                      <a:pt x="1489" y="131"/>
                    </a:lnTo>
                    <a:close/>
                    <a:moveTo>
                      <a:pt x="1416" y="142"/>
                    </a:moveTo>
                    <a:lnTo>
                      <a:pt x="1451" y="138"/>
                    </a:lnTo>
                    <a:lnTo>
                      <a:pt x="1449" y="119"/>
                    </a:lnTo>
                    <a:lnTo>
                      <a:pt x="1413" y="123"/>
                    </a:lnTo>
                    <a:lnTo>
                      <a:pt x="1416" y="142"/>
                    </a:lnTo>
                    <a:close/>
                    <a:moveTo>
                      <a:pt x="1340" y="154"/>
                    </a:moveTo>
                    <a:lnTo>
                      <a:pt x="1378" y="149"/>
                    </a:lnTo>
                    <a:lnTo>
                      <a:pt x="1376" y="131"/>
                    </a:lnTo>
                    <a:lnTo>
                      <a:pt x="1338" y="135"/>
                    </a:lnTo>
                    <a:lnTo>
                      <a:pt x="1340" y="154"/>
                    </a:lnTo>
                    <a:close/>
                    <a:moveTo>
                      <a:pt x="1267" y="166"/>
                    </a:moveTo>
                    <a:lnTo>
                      <a:pt x="1305" y="161"/>
                    </a:lnTo>
                    <a:lnTo>
                      <a:pt x="1300" y="142"/>
                    </a:lnTo>
                    <a:lnTo>
                      <a:pt x="1265" y="147"/>
                    </a:lnTo>
                    <a:lnTo>
                      <a:pt x="1267" y="166"/>
                    </a:lnTo>
                    <a:close/>
                    <a:moveTo>
                      <a:pt x="1191" y="178"/>
                    </a:moveTo>
                    <a:lnTo>
                      <a:pt x="1229" y="173"/>
                    </a:lnTo>
                    <a:lnTo>
                      <a:pt x="1227" y="154"/>
                    </a:lnTo>
                    <a:lnTo>
                      <a:pt x="1189" y="159"/>
                    </a:lnTo>
                    <a:lnTo>
                      <a:pt x="1191" y="178"/>
                    </a:lnTo>
                    <a:close/>
                    <a:moveTo>
                      <a:pt x="1118" y="190"/>
                    </a:moveTo>
                    <a:lnTo>
                      <a:pt x="1156" y="185"/>
                    </a:lnTo>
                    <a:lnTo>
                      <a:pt x="1151" y="166"/>
                    </a:lnTo>
                    <a:lnTo>
                      <a:pt x="1116" y="171"/>
                    </a:lnTo>
                    <a:lnTo>
                      <a:pt x="1118" y="190"/>
                    </a:lnTo>
                    <a:close/>
                    <a:moveTo>
                      <a:pt x="1042" y="201"/>
                    </a:moveTo>
                    <a:lnTo>
                      <a:pt x="1080" y="197"/>
                    </a:lnTo>
                    <a:lnTo>
                      <a:pt x="1078" y="178"/>
                    </a:lnTo>
                    <a:lnTo>
                      <a:pt x="1040" y="183"/>
                    </a:lnTo>
                    <a:lnTo>
                      <a:pt x="1042" y="201"/>
                    </a:lnTo>
                    <a:close/>
                    <a:moveTo>
                      <a:pt x="969" y="213"/>
                    </a:moveTo>
                    <a:lnTo>
                      <a:pt x="1007" y="209"/>
                    </a:lnTo>
                    <a:lnTo>
                      <a:pt x="1002" y="190"/>
                    </a:lnTo>
                    <a:lnTo>
                      <a:pt x="967" y="194"/>
                    </a:lnTo>
                    <a:lnTo>
                      <a:pt x="969" y="213"/>
                    </a:lnTo>
                    <a:close/>
                    <a:moveTo>
                      <a:pt x="896" y="225"/>
                    </a:moveTo>
                    <a:lnTo>
                      <a:pt x="931" y="220"/>
                    </a:lnTo>
                    <a:lnTo>
                      <a:pt x="929" y="201"/>
                    </a:lnTo>
                    <a:lnTo>
                      <a:pt x="891" y="206"/>
                    </a:lnTo>
                    <a:lnTo>
                      <a:pt x="896" y="225"/>
                    </a:lnTo>
                    <a:close/>
                    <a:moveTo>
                      <a:pt x="820" y="237"/>
                    </a:moveTo>
                    <a:lnTo>
                      <a:pt x="858" y="232"/>
                    </a:lnTo>
                    <a:lnTo>
                      <a:pt x="855" y="213"/>
                    </a:lnTo>
                    <a:lnTo>
                      <a:pt x="818" y="220"/>
                    </a:lnTo>
                    <a:lnTo>
                      <a:pt x="820" y="237"/>
                    </a:lnTo>
                    <a:close/>
                    <a:moveTo>
                      <a:pt x="747" y="249"/>
                    </a:moveTo>
                    <a:lnTo>
                      <a:pt x="782" y="244"/>
                    </a:lnTo>
                    <a:lnTo>
                      <a:pt x="780" y="225"/>
                    </a:lnTo>
                    <a:lnTo>
                      <a:pt x="742" y="232"/>
                    </a:lnTo>
                    <a:lnTo>
                      <a:pt x="747" y="249"/>
                    </a:lnTo>
                    <a:close/>
                    <a:moveTo>
                      <a:pt x="671" y="261"/>
                    </a:moveTo>
                    <a:lnTo>
                      <a:pt x="709" y="256"/>
                    </a:lnTo>
                    <a:lnTo>
                      <a:pt x="707" y="237"/>
                    </a:lnTo>
                    <a:lnTo>
                      <a:pt x="669" y="244"/>
                    </a:lnTo>
                    <a:lnTo>
                      <a:pt x="671" y="261"/>
                    </a:lnTo>
                    <a:close/>
                    <a:moveTo>
                      <a:pt x="598" y="272"/>
                    </a:moveTo>
                    <a:lnTo>
                      <a:pt x="633" y="268"/>
                    </a:lnTo>
                    <a:lnTo>
                      <a:pt x="631" y="249"/>
                    </a:lnTo>
                    <a:lnTo>
                      <a:pt x="593" y="256"/>
                    </a:lnTo>
                    <a:lnTo>
                      <a:pt x="598" y="272"/>
                    </a:lnTo>
                    <a:close/>
                    <a:moveTo>
                      <a:pt x="522" y="284"/>
                    </a:moveTo>
                    <a:lnTo>
                      <a:pt x="560" y="279"/>
                    </a:lnTo>
                    <a:lnTo>
                      <a:pt x="558" y="261"/>
                    </a:lnTo>
                    <a:lnTo>
                      <a:pt x="520" y="268"/>
                    </a:lnTo>
                    <a:lnTo>
                      <a:pt x="522" y="284"/>
                    </a:lnTo>
                    <a:close/>
                    <a:moveTo>
                      <a:pt x="449" y="298"/>
                    </a:moveTo>
                    <a:lnTo>
                      <a:pt x="487" y="291"/>
                    </a:lnTo>
                    <a:lnTo>
                      <a:pt x="482" y="272"/>
                    </a:lnTo>
                    <a:lnTo>
                      <a:pt x="446" y="279"/>
                    </a:lnTo>
                    <a:lnTo>
                      <a:pt x="449" y="298"/>
                    </a:lnTo>
                    <a:close/>
                    <a:moveTo>
                      <a:pt x="373" y="310"/>
                    </a:moveTo>
                    <a:lnTo>
                      <a:pt x="411" y="303"/>
                    </a:lnTo>
                    <a:lnTo>
                      <a:pt x="409" y="284"/>
                    </a:lnTo>
                    <a:lnTo>
                      <a:pt x="371" y="291"/>
                    </a:lnTo>
                    <a:lnTo>
                      <a:pt x="373" y="310"/>
                    </a:lnTo>
                    <a:close/>
                    <a:moveTo>
                      <a:pt x="300" y="322"/>
                    </a:moveTo>
                    <a:lnTo>
                      <a:pt x="338" y="315"/>
                    </a:lnTo>
                    <a:lnTo>
                      <a:pt x="333" y="296"/>
                    </a:lnTo>
                    <a:lnTo>
                      <a:pt x="297" y="303"/>
                    </a:lnTo>
                    <a:lnTo>
                      <a:pt x="300" y="322"/>
                    </a:lnTo>
                    <a:close/>
                    <a:moveTo>
                      <a:pt x="224" y="334"/>
                    </a:moveTo>
                    <a:lnTo>
                      <a:pt x="262" y="327"/>
                    </a:lnTo>
                    <a:lnTo>
                      <a:pt x="260" y="308"/>
                    </a:lnTo>
                    <a:lnTo>
                      <a:pt x="222" y="315"/>
                    </a:lnTo>
                    <a:lnTo>
                      <a:pt x="224" y="334"/>
                    </a:lnTo>
                    <a:close/>
                    <a:moveTo>
                      <a:pt x="151" y="346"/>
                    </a:moveTo>
                    <a:lnTo>
                      <a:pt x="189" y="339"/>
                    </a:lnTo>
                    <a:lnTo>
                      <a:pt x="184" y="320"/>
                    </a:lnTo>
                    <a:lnTo>
                      <a:pt x="149" y="327"/>
                    </a:lnTo>
                    <a:lnTo>
                      <a:pt x="151" y="346"/>
                    </a:lnTo>
                    <a:close/>
                    <a:moveTo>
                      <a:pt x="75" y="357"/>
                    </a:moveTo>
                    <a:lnTo>
                      <a:pt x="113" y="350"/>
                    </a:lnTo>
                    <a:lnTo>
                      <a:pt x="111" y="331"/>
                    </a:lnTo>
                    <a:lnTo>
                      <a:pt x="73" y="339"/>
                    </a:lnTo>
                    <a:lnTo>
                      <a:pt x="75" y="357"/>
                    </a:lnTo>
                    <a:close/>
                    <a:moveTo>
                      <a:pt x="2" y="369"/>
                    </a:moveTo>
                    <a:lnTo>
                      <a:pt x="40" y="362"/>
                    </a:lnTo>
                    <a:lnTo>
                      <a:pt x="35" y="343"/>
                    </a:lnTo>
                    <a:lnTo>
                      <a:pt x="0" y="350"/>
                    </a:lnTo>
                    <a:lnTo>
                      <a:pt x="2" y="369"/>
                    </a:lnTo>
                    <a:close/>
                  </a:path>
                </a:pathLst>
              </a:custGeom>
              <a:solidFill>
                <a:srgbClr val="44546A"/>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1" name="Freeform 9"/>
              <p:cNvSpPr>
                <a:spLocks noEditPoints="1"/>
              </p:cNvSpPr>
              <p:nvPr/>
            </p:nvSpPr>
            <p:spPr bwMode="auto">
              <a:xfrm>
                <a:off x="6521326" y="2518444"/>
                <a:ext cx="15798" cy="1910757"/>
              </a:xfrm>
              <a:custGeom>
                <a:avLst/>
                <a:gdLst>
                  <a:gd name="T0" fmla="*/ 15798 w 19"/>
                  <a:gd name="T1" fmla="*/ 1910757 h 2298"/>
                  <a:gd name="T2" fmla="*/ 0 w 19"/>
                  <a:gd name="T3" fmla="*/ 1816799 h 2298"/>
                  <a:gd name="T4" fmla="*/ 15798 w 19"/>
                  <a:gd name="T5" fmla="*/ 1816799 h 2298"/>
                  <a:gd name="T6" fmla="*/ 0 w 19"/>
                  <a:gd name="T7" fmla="*/ 1785202 h 2298"/>
                  <a:gd name="T8" fmla="*/ 0 w 19"/>
                  <a:gd name="T9" fmla="*/ 1753606 h 2298"/>
                  <a:gd name="T10" fmla="*/ 15798 w 19"/>
                  <a:gd name="T11" fmla="*/ 1722009 h 2298"/>
                  <a:gd name="T12" fmla="*/ 0 w 19"/>
                  <a:gd name="T13" fmla="*/ 1628051 h 2298"/>
                  <a:gd name="T14" fmla="*/ 15798 w 19"/>
                  <a:gd name="T15" fmla="*/ 1628051 h 2298"/>
                  <a:gd name="T16" fmla="*/ 0 w 19"/>
                  <a:gd name="T17" fmla="*/ 1596455 h 2298"/>
                  <a:gd name="T18" fmla="*/ 0 w 19"/>
                  <a:gd name="T19" fmla="*/ 1564858 h 2298"/>
                  <a:gd name="T20" fmla="*/ 15798 w 19"/>
                  <a:gd name="T21" fmla="*/ 1534925 h 2298"/>
                  <a:gd name="T22" fmla="*/ 0 w 19"/>
                  <a:gd name="T23" fmla="*/ 1440967 h 2298"/>
                  <a:gd name="T24" fmla="*/ 15798 w 19"/>
                  <a:gd name="T25" fmla="*/ 1440967 h 2298"/>
                  <a:gd name="T26" fmla="*/ 0 w 19"/>
                  <a:gd name="T27" fmla="*/ 1409370 h 2298"/>
                  <a:gd name="T28" fmla="*/ 0 w 19"/>
                  <a:gd name="T29" fmla="*/ 1377774 h 2298"/>
                  <a:gd name="T30" fmla="*/ 15798 w 19"/>
                  <a:gd name="T31" fmla="*/ 1346177 h 2298"/>
                  <a:gd name="T32" fmla="*/ 0 w 19"/>
                  <a:gd name="T33" fmla="*/ 1252219 h 2298"/>
                  <a:gd name="T34" fmla="*/ 15798 w 19"/>
                  <a:gd name="T35" fmla="*/ 1252219 h 2298"/>
                  <a:gd name="T36" fmla="*/ 0 w 19"/>
                  <a:gd name="T37" fmla="*/ 1220623 h 2298"/>
                  <a:gd name="T38" fmla="*/ 0 w 19"/>
                  <a:gd name="T39" fmla="*/ 1189026 h 2298"/>
                  <a:gd name="T40" fmla="*/ 15798 w 19"/>
                  <a:gd name="T41" fmla="*/ 1158261 h 2298"/>
                  <a:gd name="T42" fmla="*/ 0 w 19"/>
                  <a:gd name="T43" fmla="*/ 1065135 h 2298"/>
                  <a:gd name="T44" fmla="*/ 15798 w 19"/>
                  <a:gd name="T45" fmla="*/ 1065135 h 2298"/>
                  <a:gd name="T46" fmla="*/ 0 w 19"/>
                  <a:gd name="T47" fmla="*/ 1034370 h 2298"/>
                  <a:gd name="T48" fmla="*/ 0 w 19"/>
                  <a:gd name="T49" fmla="*/ 1002773 h 2298"/>
                  <a:gd name="T50" fmla="*/ 15798 w 19"/>
                  <a:gd name="T51" fmla="*/ 971177 h 2298"/>
                  <a:gd name="T52" fmla="*/ 0 w 19"/>
                  <a:gd name="T53" fmla="*/ 876387 h 2298"/>
                  <a:gd name="T54" fmla="*/ 15798 w 19"/>
                  <a:gd name="T55" fmla="*/ 876387 h 2298"/>
                  <a:gd name="T56" fmla="*/ 0 w 19"/>
                  <a:gd name="T57" fmla="*/ 845622 h 2298"/>
                  <a:gd name="T58" fmla="*/ 0 w 19"/>
                  <a:gd name="T59" fmla="*/ 814026 h 2298"/>
                  <a:gd name="T60" fmla="*/ 15798 w 19"/>
                  <a:gd name="T61" fmla="*/ 782429 h 2298"/>
                  <a:gd name="T62" fmla="*/ 0 w 19"/>
                  <a:gd name="T63" fmla="*/ 690134 h 2298"/>
                  <a:gd name="T64" fmla="*/ 15798 w 19"/>
                  <a:gd name="T65" fmla="*/ 690134 h 2298"/>
                  <a:gd name="T66" fmla="*/ 0 w 19"/>
                  <a:gd name="T67" fmla="*/ 658538 h 2298"/>
                  <a:gd name="T68" fmla="*/ 0 w 19"/>
                  <a:gd name="T69" fmla="*/ 626941 h 2298"/>
                  <a:gd name="T70" fmla="*/ 15798 w 19"/>
                  <a:gd name="T71" fmla="*/ 595345 h 2298"/>
                  <a:gd name="T72" fmla="*/ 0 w 19"/>
                  <a:gd name="T73" fmla="*/ 501387 h 2298"/>
                  <a:gd name="T74" fmla="*/ 15798 w 19"/>
                  <a:gd name="T75" fmla="*/ 501387 h 2298"/>
                  <a:gd name="T76" fmla="*/ 0 w 19"/>
                  <a:gd name="T77" fmla="*/ 469790 h 2298"/>
                  <a:gd name="T78" fmla="*/ 0 w 19"/>
                  <a:gd name="T79" fmla="*/ 438194 h 2298"/>
                  <a:gd name="T80" fmla="*/ 15798 w 19"/>
                  <a:gd name="T81" fmla="*/ 406597 h 2298"/>
                  <a:gd name="T82" fmla="*/ 0 w 19"/>
                  <a:gd name="T83" fmla="*/ 314302 h 2298"/>
                  <a:gd name="T84" fmla="*/ 15798 w 19"/>
                  <a:gd name="T85" fmla="*/ 314302 h 2298"/>
                  <a:gd name="T86" fmla="*/ 0 w 19"/>
                  <a:gd name="T87" fmla="*/ 282706 h 2298"/>
                  <a:gd name="T88" fmla="*/ 0 w 19"/>
                  <a:gd name="T89" fmla="*/ 251941 h 2298"/>
                  <a:gd name="T90" fmla="*/ 15798 w 19"/>
                  <a:gd name="T91" fmla="*/ 220344 h 2298"/>
                  <a:gd name="T92" fmla="*/ 0 w 19"/>
                  <a:gd name="T93" fmla="*/ 125555 h 2298"/>
                  <a:gd name="T94" fmla="*/ 15798 w 19"/>
                  <a:gd name="T95" fmla="*/ 125555 h 2298"/>
                  <a:gd name="T96" fmla="*/ 0 w 19"/>
                  <a:gd name="T97" fmla="*/ 93958 h 2298"/>
                  <a:gd name="T98" fmla="*/ 0 w 19"/>
                  <a:gd name="T99" fmla="*/ 63193 h 2298"/>
                  <a:gd name="T100" fmla="*/ 15798 w 19"/>
                  <a:gd name="T101" fmla="*/ 31597 h 22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9" h="2298">
                    <a:moveTo>
                      <a:pt x="0" y="2260"/>
                    </a:moveTo>
                    <a:lnTo>
                      <a:pt x="0" y="2298"/>
                    </a:lnTo>
                    <a:lnTo>
                      <a:pt x="19" y="2298"/>
                    </a:lnTo>
                    <a:lnTo>
                      <a:pt x="19" y="2260"/>
                    </a:lnTo>
                    <a:lnTo>
                      <a:pt x="0" y="2260"/>
                    </a:lnTo>
                    <a:close/>
                    <a:moveTo>
                      <a:pt x="0" y="2185"/>
                    </a:moveTo>
                    <a:lnTo>
                      <a:pt x="0" y="2222"/>
                    </a:lnTo>
                    <a:lnTo>
                      <a:pt x="19" y="2222"/>
                    </a:lnTo>
                    <a:lnTo>
                      <a:pt x="19" y="2185"/>
                    </a:lnTo>
                    <a:lnTo>
                      <a:pt x="0" y="2185"/>
                    </a:lnTo>
                    <a:close/>
                    <a:moveTo>
                      <a:pt x="0" y="2109"/>
                    </a:moveTo>
                    <a:lnTo>
                      <a:pt x="0" y="2147"/>
                    </a:lnTo>
                    <a:lnTo>
                      <a:pt x="19" y="2147"/>
                    </a:lnTo>
                    <a:lnTo>
                      <a:pt x="19" y="2109"/>
                    </a:lnTo>
                    <a:lnTo>
                      <a:pt x="0" y="2109"/>
                    </a:lnTo>
                    <a:close/>
                    <a:moveTo>
                      <a:pt x="0" y="2033"/>
                    </a:moveTo>
                    <a:lnTo>
                      <a:pt x="0" y="2071"/>
                    </a:lnTo>
                    <a:lnTo>
                      <a:pt x="19" y="2071"/>
                    </a:lnTo>
                    <a:lnTo>
                      <a:pt x="19" y="2033"/>
                    </a:lnTo>
                    <a:lnTo>
                      <a:pt x="0" y="2033"/>
                    </a:lnTo>
                    <a:close/>
                    <a:moveTo>
                      <a:pt x="0" y="1958"/>
                    </a:moveTo>
                    <a:lnTo>
                      <a:pt x="0" y="1995"/>
                    </a:lnTo>
                    <a:lnTo>
                      <a:pt x="19" y="1995"/>
                    </a:lnTo>
                    <a:lnTo>
                      <a:pt x="19" y="1958"/>
                    </a:lnTo>
                    <a:lnTo>
                      <a:pt x="0" y="1958"/>
                    </a:lnTo>
                    <a:close/>
                    <a:moveTo>
                      <a:pt x="0" y="1882"/>
                    </a:moveTo>
                    <a:lnTo>
                      <a:pt x="0" y="1920"/>
                    </a:lnTo>
                    <a:lnTo>
                      <a:pt x="19" y="1920"/>
                    </a:lnTo>
                    <a:lnTo>
                      <a:pt x="19" y="1882"/>
                    </a:lnTo>
                    <a:lnTo>
                      <a:pt x="0" y="1882"/>
                    </a:lnTo>
                    <a:close/>
                    <a:moveTo>
                      <a:pt x="0" y="1809"/>
                    </a:moveTo>
                    <a:lnTo>
                      <a:pt x="0" y="1846"/>
                    </a:lnTo>
                    <a:lnTo>
                      <a:pt x="19" y="1846"/>
                    </a:lnTo>
                    <a:lnTo>
                      <a:pt x="19" y="1809"/>
                    </a:lnTo>
                    <a:lnTo>
                      <a:pt x="0" y="1809"/>
                    </a:lnTo>
                    <a:close/>
                    <a:moveTo>
                      <a:pt x="0" y="1733"/>
                    </a:moveTo>
                    <a:lnTo>
                      <a:pt x="0" y="1771"/>
                    </a:lnTo>
                    <a:lnTo>
                      <a:pt x="19" y="1771"/>
                    </a:lnTo>
                    <a:lnTo>
                      <a:pt x="19" y="1733"/>
                    </a:lnTo>
                    <a:lnTo>
                      <a:pt x="0" y="1733"/>
                    </a:lnTo>
                    <a:close/>
                    <a:moveTo>
                      <a:pt x="0" y="1657"/>
                    </a:moveTo>
                    <a:lnTo>
                      <a:pt x="0" y="1695"/>
                    </a:lnTo>
                    <a:lnTo>
                      <a:pt x="19" y="1695"/>
                    </a:lnTo>
                    <a:lnTo>
                      <a:pt x="19" y="1657"/>
                    </a:lnTo>
                    <a:lnTo>
                      <a:pt x="0" y="1657"/>
                    </a:lnTo>
                    <a:close/>
                    <a:moveTo>
                      <a:pt x="0" y="1582"/>
                    </a:moveTo>
                    <a:lnTo>
                      <a:pt x="0" y="1619"/>
                    </a:lnTo>
                    <a:lnTo>
                      <a:pt x="19" y="1619"/>
                    </a:lnTo>
                    <a:lnTo>
                      <a:pt x="19" y="1582"/>
                    </a:lnTo>
                    <a:lnTo>
                      <a:pt x="0" y="1582"/>
                    </a:lnTo>
                    <a:close/>
                    <a:moveTo>
                      <a:pt x="0" y="1506"/>
                    </a:moveTo>
                    <a:lnTo>
                      <a:pt x="0" y="1544"/>
                    </a:lnTo>
                    <a:lnTo>
                      <a:pt x="19" y="1544"/>
                    </a:lnTo>
                    <a:lnTo>
                      <a:pt x="19" y="1506"/>
                    </a:lnTo>
                    <a:lnTo>
                      <a:pt x="0" y="1506"/>
                    </a:lnTo>
                    <a:close/>
                    <a:moveTo>
                      <a:pt x="0" y="1430"/>
                    </a:moveTo>
                    <a:lnTo>
                      <a:pt x="0" y="1468"/>
                    </a:lnTo>
                    <a:lnTo>
                      <a:pt x="19" y="1468"/>
                    </a:lnTo>
                    <a:lnTo>
                      <a:pt x="19" y="1430"/>
                    </a:lnTo>
                    <a:lnTo>
                      <a:pt x="0" y="1430"/>
                    </a:lnTo>
                    <a:close/>
                    <a:moveTo>
                      <a:pt x="0" y="1357"/>
                    </a:moveTo>
                    <a:lnTo>
                      <a:pt x="0" y="1393"/>
                    </a:lnTo>
                    <a:lnTo>
                      <a:pt x="19" y="1393"/>
                    </a:lnTo>
                    <a:lnTo>
                      <a:pt x="19" y="1357"/>
                    </a:lnTo>
                    <a:lnTo>
                      <a:pt x="0" y="1357"/>
                    </a:lnTo>
                    <a:close/>
                    <a:moveTo>
                      <a:pt x="0" y="1281"/>
                    </a:moveTo>
                    <a:lnTo>
                      <a:pt x="0" y="1319"/>
                    </a:lnTo>
                    <a:lnTo>
                      <a:pt x="19" y="1319"/>
                    </a:lnTo>
                    <a:lnTo>
                      <a:pt x="19" y="1281"/>
                    </a:lnTo>
                    <a:lnTo>
                      <a:pt x="0" y="1281"/>
                    </a:lnTo>
                    <a:close/>
                    <a:moveTo>
                      <a:pt x="0" y="1206"/>
                    </a:moveTo>
                    <a:lnTo>
                      <a:pt x="0" y="1244"/>
                    </a:lnTo>
                    <a:lnTo>
                      <a:pt x="19" y="1244"/>
                    </a:lnTo>
                    <a:lnTo>
                      <a:pt x="19" y="1206"/>
                    </a:lnTo>
                    <a:lnTo>
                      <a:pt x="0" y="1206"/>
                    </a:lnTo>
                    <a:close/>
                    <a:moveTo>
                      <a:pt x="0" y="1130"/>
                    </a:moveTo>
                    <a:lnTo>
                      <a:pt x="0" y="1168"/>
                    </a:lnTo>
                    <a:lnTo>
                      <a:pt x="19" y="1168"/>
                    </a:lnTo>
                    <a:lnTo>
                      <a:pt x="19" y="1130"/>
                    </a:lnTo>
                    <a:lnTo>
                      <a:pt x="0" y="1130"/>
                    </a:lnTo>
                    <a:close/>
                    <a:moveTo>
                      <a:pt x="0" y="1054"/>
                    </a:moveTo>
                    <a:lnTo>
                      <a:pt x="0" y="1092"/>
                    </a:lnTo>
                    <a:lnTo>
                      <a:pt x="19" y="1092"/>
                    </a:lnTo>
                    <a:lnTo>
                      <a:pt x="19" y="1054"/>
                    </a:lnTo>
                    <a:lnTo>
                      <a:pt x="0" y="1054"/>
                    </a:lnTo>
                    <a:close/>
                    <a:moveTo>
                      <a:pt x="0" y="979"/>
                    </a:moveTo>
                    <a:lnTo>
                      <a:pt x="0" y="1017"/>
                    </a:lnTo>
                    <a:lnTo>
                      <a:pt x="19" y="1017"/>
                    </a:lnTo>
                    <a:lnTo>
                      <a:pt x="19" y="979"/>
                    </a:lnTo>
                    <a:lnTo>
                      <a:pt x="0" y="979"/>
                    </a:lnTo>
                    <a:close/>
                    <a:moveTo>
                      <a:pt x="0" y="905"/>
                    </a:moveTo>
                    <a:lnTo>
                      <a:pt x="0" y="941"/>
                    </a:lnTo>
                    <a:lnTo>
                      <a:pt x="19" y="941"/>
                    </a:lnTo>
                    <a:lnTo>
                      <a:pt x="19" y="905"/>
                    </a:lnTo>
                    <a:lnTo>
                      <a:pt x="0" y="905"/>
                    </a:lnTo>
                    <a:close/>
                    <a:moveTo>
                      <a:pt x="0" y="830"/>
                    </a:moveTo>
                    <a:lnTo>
                      <a:pt x="0" y="868"/>
                    </a:lnTo>
                    <a:lnTo>
                      <a:pt x="19" y="868"/>
                    </a:lnTo>
                    <a:lnTo>
                      <a:pt x="19" y="830"/>
                    </a:lnTo>
                    <a:lnTo>
                      <a:pt x="0" y="830"/>
                    </a:lnTo>
                    <a:close/>
                    <a:moveTo>
                      <a:pt x="0" y="754"/>
                    </a:moveTo>
                    <a:lnTo>
                      <a:pt x="0" y="792"/>
                    </a:lnTo>
                    <a:lnTo>
                      <a:pt x="19" y="792"/>
                    </a:lnTo>
                    <a:lnTo>
                      <a:pt x="19" y="754"/>
                    </a:lnTo>
                    <a:lnTo>
                      <a:pt x="0" y="754"/>
                    </a:lnTo>
                    <a:close/>
                    <a:moveTo>
                      <a:pt x="0" y="679"/>
                    </a:moveTo>
                    <a:lnTo>
                      <a:pt x="0" y="716"/>
                    </a:lnTo>
                    <a:lnTo>
                      <a:pt x="19" y="716"/>
                    </a:lnTo>
                    <a:lnTo>
                      <a:pt x="19" y="679"/>
                    </a:lnTo>
                    <a:lnTo>
                      <a:pt x="0" y="679"/>
                    </a:lnTo>
                    <a:close/>
                    <a:moveTo>
                      <a:pt x="0" y="603"/>
                    </a:moveTo>
                    <a:lnTo>
                      <a:pt x="0" y="641"/>
                    </a:lnTo>
                    <a:lnTo>
                      <a:pt x="19" y="641"/>
                    </a:lnTo>
                    <a:lnTo>
                      <a:pt x="19" y="603"/>
                    </a:lnTo>
                    <a:lnTo>
                      <a:pt x="0" y="603"/>
                    </a:lnTo>
                    <a:close/>
                    <a:moveTo>
                      <a:pt x="0" y="527"/>
                    </a:moveTo>
                    <a:lnTo>
                      <a:pt x="0" y="565"/>
                    </a:lnTo>
                    <a:lnTo>
                      <a:pt x="19" y="565"/>
                    </a:lnTo>
                    <a:lnTo>
                      <a:pt x="19" y="527"/>
                    </a:lnTo>
                    <a:lnTo>
                      <a:pt x="0" y="527"/>
                    </a:lnTo>
                    <a:close/>
                    <a:moveTo>
                      <a:pt x="0" y="452"/>
                    </a:moveTo>
                    <a:lnTo>
                      <a:pt x="0" y="489"/>
                    </a:lnTo>
                    <a:lnTo>
                      <a:pt x="19" y="489"/>
                    </a:lnTo>
                    <a:lnTo>
                      <a:pt x="19" y="452"/>
                    </a:lnTo>
                    <a:lnTo>
                      <a:pt x="0" y="452"/>
                    </a:lnTo>
                    <a:close/>
                    <a:moveTo>
                      <a:pt x="0" y="378"/>
                    </a:moveTo>
                    <a:lnTo>
                      <a:pt x="0" y="416"/>
                    </a:lnTo>
                    <a:lnTo>
                      <a:pt x="19" y="416"/>
                    </a:lnTo>
                    <a:lnTo>
                      <a:pt x="19" y="378"/>
                    </a:lnTo>
                    <a:lnTo>
                      <a:pt x="0" y="378"/>
                    </a:lnTo>
                    <a:close/>
                    <a:moveTo>
                      <a:pt x="0" y="303"/>
                    </a:moveTo>
                    <a:lnTo>
                      <a:pt x="0" y="340"/>
                    </a:lnTo>
                    <a:lnTo>
                      <a:pt x="19" y="340"/>
                    </a:lnTo>
                    <a:lnTo>
                      <a:pt x="19" y="303"/>
                    </a:lnTo>
                    <a:lnTo>
                      <a:pt x="0" y="303"/>
                    </a:lnTo>
                    <a:close/>
                    <a:moveTo>
                      <a:pt x="0" y="227"/>
                    </a:moveTo>
                    <a:lnTo>
                      <a:pt x="0" y="265"/>
                    </a:lnTo>
                    <a:lnTo>
                      <a:pt x="19" y="265"/>
                    </a:lnTo>
                    <a:lnTo>
                      <a:pt x="19" y="227"/>
                    </a:lnTo>
                    <a:lnTo>
                      <a:pt x="0" y="227"/>
                    </a:lnTo>
                    <a:close/>
                    <a:moveTo>
                      <a:pt x="0" y="151"/>
                    </a:moveTo>
                    <a:lnTo>
                      <a:pt x="0" y="189"/>
                    </a:lnTo>
                    <a:lnTo>
                      <a:pt x="19" y="189"/>
                    </a:lnTo>
                    <a:lnTo>
                      <a:pt x="19" y="151"/>
                    </a:lnTo>
                    <a:lnTo>
                      <a:pt x="0" y="151"/>
                    </a:lnTo>
                    <a:close/>
                    <a:moveTo>
                      <a:pt x="0" y="76"/>
                    </a:moveTo>
                    <a:lnTo>
                      <a:pt x="0" y="113"/>
                    </a:lnTo>
                    <a:lnTo>
                      <a:pt x="19" y="113"/>
                    </a:lnTo>
                    <a:lnTo>
                      <a:pt x="19" y="76"/>
                    </a:lnTo>
                    <a:lnTo>
                      <a:pt x="0" y="76"/>
                    </a:lnTo>
                    <a:close/>
                    <a:moveTo>
                      <a:pt x="0" y="0"/>
                    </a:moveTo>
                    <a:lnTo>
                      <a:pt x="0" y="38"/>
                    </a:lnTo>
                    <a:lnTo>
                      <a:pt x="19" y="38"/>
                    </a:lnTo>
                    <a:lnTo>
                      <a:pt x="19" y="0"/>
                    </a:lnTo>
                    <a:lnTo>
                      <a:pt x="0" y="0"/>
                    </a:lnTo>
                    <a:close/>
                  </a:path>
                </a:pathLst>
              </a:custGeom>
              <a:solidFill>
                <a:srgbClr val="44546A"/>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2" name="Freeform 10"/>
              <p:cNvSpPr>
                <a:spLocks noEditPoints="1"/>
              </p:cNvSpPr>
              <p:nvPr/>
            </p:nvSpPr>
            <p:spPr bwMode="auto">
              <a:xfrm>
                <a:off x="6521326" y="2518444"/>
                <a:ext cx="15798" cy="1910757"/>
              </a:xfrm>
              <a:custGeom>
                <a:avLst/>
                <a:gdLst>
                  <a:gd name="T0" fmla="*/ 15798 w 19"/>
                  <a:gd name="T1" fmla="*/ 1910757 h 2298"/>
                  <a:gd name="T2" fmla="*/ 0 w 19"/>
                  <a:gd name="T3" fmla="*/ 1816799 h 2298"/>
                  <a:gd name="T4" fmla="*/ 15798 w 19"/>
                  <a:gd name="T5" fmla="*/ 1816799 h 2298"/>
                  <a:gd name="T6" fmla="*/ 0 w 19"/>
                  <a:gd name="T7" fmla="*/ 1785202 h 2298"/>
                  <a:gd name="T8" fmla="*/ 0 w 19"/>
                  <a:gd name="T9" fmla="*/ 1753606 h 2298"/>
                  <a:gd name="T10" fmla="*/ 15798 w 19"/>
                  <a:gd name="T11" fmla="*/ 1722009 h 2298"/>
                  <a:gd name="T12" fmla="*/ 0 w 19"/>
                  <a:gd name="T13" fmla="*/ 1628051 h 2298"/>
                  <a:gd name="T14" fmla="*/ 15798 w 19"/>
                  <a:gd name="T15" fmla="*/ 1628051 h 2298"/>
                  <a:gd name="T16" fmla="*/ 0 w 19"/>
                  <a:gd name="T17" fmla="*/ 1596455 h 2298"/>
                  <a:gd name="T18" fmla="*/ 0 w 19"/>
                  <a:gd name="T19" fmla="*/ 1564858 h 2298"/>
                  <a:gd name="T20" fmla="*/ 15798 w 19"/>
                  <a:gd name="T21" fmla="*/ 1534925 h 2298"/>
                  <a:gd name="T22" fmla="*/ 0 w 19"/>
                  <a:gd name="T23" fmla="*/ 1440967 h 2298"/>
                  <a:gd name="T24" fmla="*/ 15798 w 19"/>
                  <a:gd name="T25" fmla="*/ 1440967 h 2298"/>
                  <a:gd name="T26" fmla="*/ 0 w 19"/>
                  <a:gd name="T27" fmla="*/ 1409370 h 2298"/>
                  <a:gd name="T28" fmla="*/ 0 w 19"/>
                  <a:gd name="T29" fmla="*/ 1377774 h 2298"/>
                  <a:gd name="T30" fmla="*/ 15798 w 19"/>
                  <a:gd name="T31" fmla="*/ 1346177 h 2298"/>
                  <a:gd name="T32" fmla="*/ 0 w 19"/>
                  <a:gd name="T33" fmla="*/ 1252219 h 2298"/>
                  <a:gd name="T34" fmla="*/ 15798 w 19"/>
                  <a:gd name="T35" fmla="*/ 1252219 h 2298"/>
                  <a:gd name="T36" fmla="*/ 0 w 19"/>
                  <a:gd name="T37" fmla="*/ 1220623 h 2298"/>
                  <a:gd name="T38" fmla="*/ 0 w 19"/>
                  <a:gd name="T39" fmla="*/ 1189026 h 2298"/>
                  <a:gd name="T40" fmla="*/ 15798 w 19"/>
                  <a:gd name="T41" fmla="*/ 1158261 h 2298"/>
                  <a:gd name="T42" fmla="*/ 0 w 19"/>
                  <a:gd name="T43" fmla="*/ 1065135 h 2298"/>
                  <a:gd name="T44" fmla="*/ 15798 w 19"/>
                  <a:gd name="T45" fmla="*/ 1065135 h 2298"/>
                  <a:gd name="T46" fmla="*/ 0 w 19"/>
                  <a:gd name="T47" fmla="*/ 1034370 h 2298"/>
                  <a:gd name="T48" fmla="*/ 0 w 19"/>
                  <a:gd name="T49" fmla="*/ 1002773 h 2298"/>
                  <a:gd name="T50" fmla="*/ 15798 w 19"/>
                  <a:gd name="T51" fmla="*/ 971177 h 2298"/>
                  <a:gd name="T52" fmla="*/ 0 w 19"/>
                  <a:gd name="T53" fmla="*/ 876387 h 2298"/>
                  <a:gd name="T54" fmla="*/ 15798 w 19"/>
                  <a:gd name="T55" fmla="*/ 876387 h 2298"/>
                  <a:gd name="T56" fmla="*/ 0 w 19"/>
                  <a:gd name="T57" fmla="*/ 845622 h 2298"/>
                  <a:gd name="T58" fmla="*/ 0 w 19"/>
                  <a:gd name="T59" fmla="*/ 814026 h 2298"/>
                  <a:gd name="T60" fmla="*/ 15798 w 19"/>
                  <a:gd name="T61" fmla="*/ 782429 h 2298"/>
                  <a:gd name="T62" fmla="*/ 0 w 19"/>
                  <a:gd name="T63" fmla="*/ 690134 h 2298"/>
                  <a:gd name="T64" fmla="*/ 15798 w 19"/>
                  <a:gd name="T65" fmla="*/ 690134 h 2298"/>
                  <a:gd name="T66" fmla="*/ 0 w 19"/>
                  <a:gd name="T67" fmla="*/ 658538 h 2298"/>
                  <a:gd name="T68" fmla="*/ 0 w 19"/>
                  <a:gd name="T69" fmla="*/ 626941 h 2298"/>
                  <a:gd name="T70" fmla="*/ 15798 w 19"/>
                  <a:gd name="T71" fmla="*/ 595345 h 2298"/>
                  <a:gd name="T72" fmla="*/ 0 w 19"/>
                  <a:gd name="T73" fmla="*/ 501387 h 2298"/>
                  <a:gd name="T74" fmla="*/ 15798 w 19"/>
                  <a:gd name="T75" fmla="*/ 501387 h 2298"/>
                  <a:gd name="T76" fmla="*/ 0 w 19"/>
                  <a:gd name="T77" fmla="*/ 469790 h 2298"/>
                  <a:gd name="T78" fmla="*/ 0 w 19"/>
                  <a:gd name="T79" fmla="*/ 438194 h 2298"/>
                  <a:gd name="T80" fmla="*/ 15798 w 19"/>
                  <a:gd name="T81" fmla="*/ 406597 h 2298"/>
                  <a:gd name="T82" fmla="*/ 0 w 19"/>
                  <a:gd name="T83" fmla="*/ 314302 h 2298"/>
                  <a:gd name="T84" fmla="*/ 15798 w 19"/>
                  <a:gd name="T85" fmla="*/ 314302 h 2298"/>
                  <a:gd name="T86" fmla="*/ 0 w 19"/>
                  <a:gd name="T87" fmla="*/ 282706 h 2298"/>
                  <a:gd name="T88" fmla="*/ 0 w 19"/>
                  <a:gd name="T89" fmla="*/ 251941 h 2298"/>
                  <a:gd name="T90" fmla="*/ 15798 w 19"/>
                  <a:gd name="T91" fmla="*/ 220344 h 2298"/>
                  <a:gd name="T92" fmla="*/ 0 w 19"/>
                  <a:gd name="T93" fmla="*/ 125555 h 2298"/>
                  <a:gd name="T94" fmla="*/ 15798 w 19"/>
                  <a:gd name="T95" fmla="*/ 125555 h 2298"/>
                  <a:gd name="T96" fmla="*/ 0 w 19"/>
                  <a:gd name="T97" fmla="*/ 93958 h 2298"/>
                  <a:gd name="T98" fmla="*/ 0 w 19"/>
                  <a:gd name="T99" fmla="*/ 63193 h 2298"/>
                  <a:gd name="T100" fmla="*/ 15798 w 19"/>
                  <a:gd name="T101" fmla="*/ 31597 h 22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9" h="2298">
                    <a:moveTo>
                      <a:pt x="0" y="2260"/>
                    </a:moveTo>
                    <a:lnTo>
                      <a:pt x="0" y="2298"/>
                    </a:lnTo>
                    <a:lnTo>
                      <a:pt x="19" y="2298"/>
                    </a:lnTo>
                    <a:lnTo>
                      <a:pt x="19" y="2260"/>
                    </a:lnTo>
                    <a:lnTo>
                      <a:pt x="0" y="2260"/>
                    </a:lnTo>
                    <a:moveTo>
                      <a:pt x="0" y="2185"/>
                    </a:moveTo>
                    <a:lnTo>
                      <a:pt x="0" y="2222"/>
                    </a:lnTo>
                    <a:lnTo>
                      <a:pt x="19" y="2222"/>
                    </a:lnTo>
                    <a:lnTo>
                      <a:pt x="19" y="2185"/>
                    </a:lnTo>
                    <a:lnTo>
                      <a:pt x="0" y="2185"/>
                    </a:lnTo>
                    <a:moveTo>
                      <a:pt x="0" y="2109"/>
                    </a:moveTo>
                    <a:lnTo>
                      <a:pt x="0" y="2147"/>
                    </a:lnTo>
                    <a:lnTo>
                      <a:pt x="19" y="2147"/>
                    </a:lnTo>
                    <a:lnTo>
                      <a:pt x="19" y="2109"/>
                    </a:lnTo>
                    <a:lnTo>
                      <a:pt x="0" y="2109"/>
                    </a:lnTo>
                    <a:moveTo>
                      <a:pt x="0" y="2033"/>
                    </a:moveTo>
                    <a:lnTo>
                      <a:pt x="0" y="2071"/>
                    </a:lnTo>
                    <a:lnTo>
                      <a:pt x="19" y="2071"/>
                    </a:lnTo>
                    <a:lnTo>
                      <a:pt x="19" y="2033"/>
                    </a:lnTo>
                    <a:lnTo>
                      <a:pt x="0" y="2033"/>
                    </a:lnTo>
                    <a:moveTo>
                      <a:pt x="0" y="1958"/>
                    </a:moveTo>
                    <a:lnTo>
                      <a:pt x="0" y="1995"/>
                    </a:lnTo>
                    <a:lnTo>
                      <a:pt x="19" y="1995"/>
                    </a:lnTo>
                    <a:lnTo>
                      <a:pt x="19" y="1958"/>
                    </a:lnTo>
                    <a:lnTo>
                      <a:pt x="0" y="1958"/>
                    </a:lnTo>
                    <a:moveTo>
                      <a:pt x="0" y="1882"/>
                    </a:moveTo>
                    <a:lnTo>
                      <a:pt x="0" y="1920"/>
                    </a:lnTo>
                    <a:lnTo>
                      <a:pt x="19" y="1920"/>
                    </a:lnTo>
                    <a:lnTo>
                      <a:pt x="19" y="1882"/>
                    </a:lnTo>
                    <a:lnTo>
                      <a:pt x="0" y="1882"/>
                    </a:lnTo>
                    <a:moveTo>
                      <a:pt x="0" y="1809"/>
                    </a:moveTo>
                    <a:lnTo>
                      <a:pt x="0" y="1846"/>
                    </a:lnTo>
                    <a:lnTo>
                      <a:pt x="19" y="1846"/>
                    </a:lnTo>
                    <a:lnTo>
                      <a:pt x="19" y="1809"/>
                    </a:lnTo>
                    <a:lnTo>
                      <a:pt x="0" y="1809"/>
                    </a:lnTo>
                    <a:moveTo>
                      <a:pt x="0" y="1733"/>
                    </a:moveTo>
                    <a:lnTo>
                      <a:pt x="0" y="1771"/>
                    </a:lnTo>
                    <a:lnTo>
                      <a:pt x="19" y="1771"/>
                    </a:lnTo>
                    <a:lnTo>
                      <a:pt x="19" y="1733"/>
                    </a:lnTo>
                    <a:lnTo>
                      <a:pt x="0" y="1733"/>
                    </a:lnTo>
                    <a:moveTo>
                      <a:pt x="0" y="1657"/>
                    </a:moveTo>
                    <a:lnTo>
                      <a:pt x="0" y="1695"/>
                    </a:lnTo>
                    <a:lnTo>
                      <a:pt x="19" y="1695"/>
                    </a:lnTo>
                    <a:lnTo>
                      <a:pt x="19" y="1657"/>
                    </a:lnTo>
                    <a:lnTo>
                      <a:pt x="0" y="1657"/>
                    </a:lnTo>
                    <a:moveTo>
                      <a:pt x="0" y="1582"/>
                    </a:moveTo>
                    <a:lnTo>
                      <a:pt x="0" y="1619"/>
                    </a:lnTo>
                    <a:lnTo>
                      <a:pt x="19" y="1619"/>
                    </a:lnTo>
                    <a:lnTo>
                      <a:pt x="19" y="1582"/>
                    </a:lnTo>
                    <a:lnTo>
                      <a:pt x="0" y="1582"/>
                    </a:lnTo>
                    <a:moveTo>
                      <a:pt x="0" y="1506"/>
                    </a:moveTo>
                    <a:lnTo>
                      <a:pt x="0" y="1544"/>
                    </a:lnTo>
                    <a:lnTo>
                      <a:pt x="19" y="1544"/>
                    </a:lnTo>
                    <a:lnTo>
                      <a:pt x="19" y="1506"/>
                    </a:lnTo>
                    <a:lnTo>
                      <a:pt x="0" y="1506"/>
                    </a:lnTo>
                    <a:moveTo>
                      <a:pt x="0" y="1430"/>
                    </a:moveTo>
                    <a:lnTo>
                      <a:pt x="0" y="1468"/>
                    </a:lnTo>
                    <a:lnTo>
                      <a:pt x="19" y="1468"/>
                    </a:lnTo>
                    <a:lnTo>
                      <a:pt x="19" y="1430"/>
                    </a:lnTo>
                    <a:lnTo>
                      <a:pt x="0" y="1430"/>
                    </a:lnTo>
                    <a:moveTo>
                      <a:pt x="0" y="1357"/>
                    </a:moveTo>
                    <a:lnTo>
                      <a:pt x="0" y="1393"/>
                    </a:lnTo>
                    <a:lnTo>
                      <a:pt x="19" y="1393"/>
                    </a:lnTo>
                    <a:lnTo>
                      <a:pt x="19" y="1357"/>
                    </a:lnTo>
                    <a:lnTo>
                      <a:pt x="0" y="1357"/>
                    </a:lnTo>
                    <a:moveTo>
                      <a:pt x="0" y="1281"/>
                    </a:moveTo>
                    <a:lnTo>
                      <a:pt x="0" y="1319"/>
                    </a:lnTo>
                    <a:lnTo>
                      <a:pt x="19" y="1319"/>
                    </a:lnTo>
                    <a:lnTo>
                      <a:pt x="19" y="1281"/>
                    </a:lnTo>
                    <a:lnTo>
                      <a:pt x="0" y="1281"/>
                    </a:lnTo>
                    <a:moveTo>
                      <a:pt x="0" y="1206"/>
                    </a:moveTo>
                    <a:lnTo>
                      <a:pt x="0" y="1244"/>
                    </a:lnTo>
                    <a:lnTo>
                      <a:pt x="19" y="1244"/>
                    </a:lnTo>
                    <a:lnTo>
                      <a:pt x="19" y="1206"/>
                    </a:lnTo>
                    <a:lnTo>
                      <a:pt x="0" y="1206"/>
                    </a:lnTo>
                    <a:moveTo>
                      <a:pt x="0" y="1130"/>
                    </a:moveTo>
                    <a:lnTo>
                      <a:pt x="0" y="1168"/>
                    </a:lnTo>
                    <a:lnTo>
                      <a:pt x="19" y="1168"/>
                    </a:lnTo>
                    <a:lnTo>
                      <a:pt x="19" y="1130"/>
                    </a:lnTo>
                    <a:lnTo>
                      <a:pt x="0" y="1130"/>
                    </a:lnTo>
                    <a:moveTo>
                      <a:pt x="0" y="1054"/>
                    </a:moveTo>
                    <a:lnTo>
                      <a:pt x="0" y="1092"/>
                    </a:lnTo>
                    <a:lnTo>
                      <a:pt x="19" y="1092"/>
                    </a:lnTo>
                    <a:lnTo>
                      <a:pt x="19" y="1054"/>
                    </a:lnTo>
                    <a:lnTo>
                      <a:pt x="0" y="1054"/>
                    </a:lnTo>
                    <a:moveTo>
                      <a:pt x="0" y="979"/>
                    </a:moveTo>
                    <a:lnTo>
                      <a:pt x="0" y="1017"/>
                    </a:lnTo>
                    <a:lnTo>
                      <a:pt x="19" y="1017"/>
                    </a:lnTo>
                    <a:lnTo>
                      <a:pt x="19" y="979"/>
                    </a:lnTo>
                    <a:lnTo>
                      <a:pt x="0" y="979"/>
                    </a:lnTo>
                    <a:moveTo>
                      <a:pt x="0" y="905"/>
                    </a:moveTo>
                    <a:lnTo>
                      <a:pt x="0" y="941"/>
                    </a:lnTo>
                    <a:lnTo>
                      <a:pt x="19" y="941"/>
                    </a:lnTo>
                    <a:lnTo>
                      <a:pt x="19" y="905"/>
                    </a:lnTo>
                    <a:lnTo>
                      <a:pt x="0" y="905"/>
                    </a:lnTo>
                    <a:moveTo>
                      <a:pt x="0" y="830"/>
                    </a:moveTo>
                    <a:lnTo>
                      <a:pt x="0" y="868"/>
                    </a:lnTo>
                    <a:lnTo>
                      <a:pt x="19" y="868"/>
                    </a:lnTo>
                    <a:lnTo>
                      <a:pt x="19" y="830"/>
                    </a:lnTo>
                    <a:lnTo>
                      <a:pt x="0" y="830"/>
                    </a:lnTo>
                    <a:moveTo>
                      <a:pt x="0" y="754"/>
                    </a:moveTo>
                    <a:lnTo>
                      <a:pt x="0" y="792"/>
                    </a:lnTo>
                    <a:lnTo>
                      <a:pt x="19" y="792"/>
                    </a:lnTo>
                    <a:lnTo>
                      <a:pt x="19" y="754"/>
                    </a:lnTo>
                    <a:lnTo>
                      <a:pt x="0" y="754"/>
                    </a:lnTo>
                    <a:moveTo>
                      <a:pt x="0" y="679"/>
                    </a:moveTo>
                    <a:lnTo>
                      <a:pt x="0" y="716"/>
                    </a:lnTo>
                    <a:lnTo>
                      <a:pt x="19" y="716"/>
                    </a:lnTo>
                    <a:lnTo>
                      <a:pt x="19" y="679"/>
                    </a:lnTo>
                    <a:lnTo>
                      <a:pt x="0" y="679"/>
                    </a:lnTo>
                    <a:moveTo>
                      <a:pt x="0" y="603"/>
                    </a:moveTo>
                    <a:lnTo>
                      <a:pt x="0" y="641"/>
                    </a:lnTo>
                    <a:lnTo>
                      <a:pt x="19" y="641"/>
                    </a:lnTo>
                    <a:lnTo>
                      <a:pt x="19" y="603"/>
                    </a:lnTo>
                    <a:lnTo>
                      <a:pt x="0" y="603"/>
                    </a:lnTo>
                    <a:moveTo>
                      <a:pt x="0" y="527"/>
                    </a:moveTo>
                    <a:lnTo>
                      <a:pt x="0" y="565"/>
                    </a:lnTo>
                    <a:lnTo>
                      <a:pt x="19" y="565"/>
                    </a:lnTo>
                    <a:lnTo>
                      <a:pt x="19" y="527"/>
                    </a:lnTo>
                    <a:lnTo>
                      <a:pt x="0" y="527"/>
                    </a:lnTo>
                    <a:moveTo>
                      <a:pt x="0" y="452"/>
                    </a:moveTo>
                    <a:lnTo>
                      <a:pt x="0" y="489"/>
                    </a:lnTo>
                    <a:lnTo>
                      <a:pt x="19" y="489"/>
                    </a:lnTo>
                    <a:lnTo>
                      <a:pt x="19" y="452"/>
                    </a:lnTo>
                    <a:lnTo>
                      <a:pt x="0" y="452"/>
                    </a:lnTo>
                    <a:moveTo>
                      <a:pt x="0" y="378"/>
                    </a:moveTo>
                    <a:lnTo>
                      <a:pt x="0" y="416"/>
                    </a:lnTo>
                    <a:lnTo>
                      <a:pt x="19" y="416"/>
                    </a:lnTo>
                    <a:lnTo>
                      <a:pt x="19" y="378"/>
                    </a:lnTo>
                    <a:lnTo>
                      <a:pt x="0" y="378"/>
                    </a:lnTo>
                    <a:moveTo>
                      <a:pt x="0" y="303"/>
                    </a:moveTo>
                    <a:lnTo>
                      <a:pt x="0" y="340"/>
                    </a:lnTo>
                    <a:lnTo>
                      <a:pt x="19" y="340"/>
                    </a:lnTo>
                    <a:lnTo>
                      <a:pt x="19" y="303"/>
                    </a:lnTo>
                    <a:lnTo>
                      <a:pt x="0" y="303"/>
                    </a:lnTo>
                    <a:moveTo>
                      <a:pt x="0" y="227"/>
                    </a:moveTo>
                    <a:lnTo>
                      <a:pt x="0" y="265"/>
                    </a:lnTo>
                    <a:lnTo>
                      <a:pt x="19" y="265"/>
                    </a:lnTo>
                    <a:lnTo>
                      <a:pt x="19" y="227"/>
                    </a:lnTo>
                    <a:lnTo>
                      <a:pt x="0" y="227"/>
                    </a:lnTo>
                    <a:moveTo>
                      <a:pt x="0" y="151"/>
                    </a:moveTo>
                    <a:lnTo>
                      <a:pt x="0" y="189"/>
                    </a:lnTo>
                    <a:lnTo>
                      <a:pt x="19" y="189"/>
                    </a:lnTo>
                    <a:lnTo>
                      <a:pt x="19" y="151"/>
                    </a:lnTo>
                    <a:lnTo>
                      <a:pt x="0" y="151"/>
                    </a:lnTo>
                    <a:moveTo>
                      <a:pt x="0" y="76"/>
                    </a:moveTo>
                    <a:lnTo>
                      <a:pt x="0" y="113"/>
                    </a:lnTo>
                    <a:lnTo>
                      <a:pt x="19" y="113"/>
                    </a:lnTo>
                    <a:lnTo>
                      <a:pt x="19" y="76"/>
                    </a:lnTo>
                    <a:lnTo>
                      <a:pt x="0" y="76"/>
                    </a:lnTo>
                    <a:moveTo>
                      <a:pt x="0" y="0"/>
                    </a:moveTo>
                    <a:lnTo>
                      <a:pt x="0" y="38"/>
                    </a:lnTo>
                    <a:lnTo>
                      <a:pt x="19" y="38"/>
                    </a:lnTo>
                    <a:lnTo>
                      <a:pt x="19"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3" name="Freeform 11"/>
              <p:cNvSpPr/>
              <p:nvPr/>
            </p:nvSpPr>
            <p:spPr bwMode="auto">
              <a:xfrm>
                <a:off x="6512180" y="4460798"/>
                <a:ext cx="24945" cy="29102"/>
              </a:xfrm>
              <a:custGeom>
                <a:avLst/>
                <a:gdLst>
                  <a:gd name="T0" fmla="*/ 9147 w 30"/>
                  <a:gd name="T1" fmla="*/ 0 h 35"/>
                  <a:gd name="T2" fmla="*/ 9147 w 30"/>
                  <a:gd name="T3" fmla="*/ 9978 h 35"/>
                  <a:gd name="T4" fmla="*/ 0 w 30"/>
                  <a:gd name="T5" fmla="*/ 15798 h 35"/>
                  <a:gd name="T6" fmla="*/ 7484 w 30"/>
                  <a:gd name="T7" fmla="*/ 29102 h 35"/>
                  <a:gd name="T8" fmla="*/ 24945 w 30"/>
                  <a:gd name="T9" fmla="*/ 19124 h 35"/>
                  <a:gd name="T10" fmla="*/ 24945 w 30"/>
                  <a:gd name="T11" fmla="*/ 0 h 35"/>
                  <a:gd name="T12" fmla="*/ 9147 w 30"/>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35">
                    <a:moveTo>
                      <a:pt x="11" y="0"/>
                    </a:moveTo>
                    <a:lnTo>
                      <a:pt x="11" y="12"/>
                    </a:lnTo>
                    <a:lnTo>
                      <a:pt x="0" y="19"/>
                    </a:lnTo>
                    <a:lnTo>
                      <a:pt x="9" y="35"/>
                    </a:lnTo>
                    <a:lnTo>
                      <a:pt x="30" y="23"/>
                    </a:lnTo>
                    <a:lnTo>
                      <a:pt x="30" y="0"/>
                    </a:lnTo>
                    <a:lnTo>
                      <a:pt x="11" y="0"/>
                    </a:lnTo>
                    <a:close/>
                  </a:path>
                </a:pathLst>
              </a:custGeom>
              <a:solidFill>
                <a:srgbClr val="FFFFFD"/>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4" name="Freeform 12"/>
              <p:cNvSpPr/>
              <p:nvPr/>
            </p:nvSpPr>
            <p:spPr bwMode="auto">
              <a:xfrm>
                <a:off x="6512180" y="4460798"/>
                <a:ext cx="24945" cy="29102"/>
              </a:xfrm>
              <a:custGeom>
                <a:avLst/>
                <a:gdLst>
                  <a:gd name="T0" fmla="*/ 9147 w 30"/>
                  <a:gd name="T1" fmla="*/ 0 h 35"/>
                  <a:gd name="T2" fmla="*/ 9147 w 30"/>
                  <a:gd name="T3" fmla="*/ 9978 h 35"/>
                  <a:gd name="T4" fmla="*/ 0 w 30"/>
                  <a:gd name="T5" fmla="*/ 15798 h 35"/>
                  <a:gd name="T6" fmla="*/ 7484 w 30"/>
                  <a:gd name="T7" fmla="*/ 29102 h 35"/>
                  <a:gd name="T8" fmla="*/ 24945 w 30"/>
                  <a:gd name="T9" fmla="*/ 19124 h 35"/>
                  <a:gd name="T10" fmla="*/ 24945 w 30"/>
                  <a:gd name="T11" fmla="*/ 0 h 35"/>
                  <a:gd name="T12" fmla="*/ 9147 w 30"/>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35">
                    <a:moveTo>
                      <a:pt x="11" y="0"/>
                    </a:moveTo>
                    <a:lnTo>
                      <a:pt x="11" y="12"/>
                    </a:lnTo>
                    <a:lnTo>
                      <a:pt x="0" y="19"/>
                    </a:lnTo>
                    <a:lnTo>
                      <a:pt x="9" y="35"/>
                    </a:lnTo>
                    <a:lnTo>
                      <a:pt x="30" y="23"/>
                    </a:lnTo>
                    <a:lnTo>
                      <a:pt x="30" y="0"/>
                    </a:lnTo>
                    <a:lnTo>
                      <a:pt x="1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5" name="Freeform 13"/>
              <p:cNvSpPr>
                <a:spLocks noEditPoints="1"/>
              </p:cNvSpPr>
              <p:nvPr/>
            </p:nvSpPr>
            <p:spPr bwMode="auto">
              <a:xfrm>
                <a:off x="4816778" y="4492394"/>
                <a:ext cx="1675447" cy="1006099"/>
              </a:xfrm>
              <a:custGeom>
                <a:avLst/>
                <a:gdLst>
                  <a:gd name="T0" fmla="*/ 8315 w 2015"/>
                  <a:gd name="T1" fmla="*/ 1006099 h 1210"/>
                  <a:gd name="T2" fmla="*/ 83149 w 2015"/>
                  <a:gd name="T3" fmla="*/ 943737 h 1210"/>
                  <a:gd name="T4" fmla="*/ 90632 w 2015"/>
                  <a:gd name="T5" fmla="*/ 957041 h 1210"/>
                  <a:gd name="T6" fmla="*/ 108093 w 2015"/>
                  <a:gd name="T7" fmla="*/ 927939 h 1210"/>
                  <a:gd name="T8" fmla="*/ 136364 w 2015"/>
                  <a:gd name="T9" fmla="*/ 912141 h 1210"/>
                  <a:gd name="T10" fmla="*/ 171286 w 2015"/>
                  <a:gd name="T11" fmla="*/ 907984 h 1210"/>
                  <a:gd name="T12" fmla="*/ 246120 w 2015"/>
                  <a:gd name="T13" fmla="*/ 847285 h 1210"/>
                  <a:gd name="T14" fmla="*/ 253604 w 2015"/>
                  <a:gd name="T15" fmla="*/ 858926 h 1210"/>
                  <a:gd name="T16" fmla="*/ 273559 w 2015"/>
                  <a:gd name="T17" fmla="*/ 828992 h 1210"/>
                  <a:gd name="T18" fmla="*/ 300998 w 2015"/>
                  <a:gd name="T19" fmla="*/ 813194 h 1210"/>
                  <a:gd name="T20" fmla="*/ 336752 w 2015"/>
                  <a:gd name="T21" fmla="*/ 811531 h 1210"/>
                  <a:gd name="T22" fmla="*/ 409092 w 2015"/>
                  <a:gd name="T23" fmla="*/ 748338 h 1210"/>
                  <a:gd name="T24" fmla="*/ 417407 w 2015"/>
                  <a:gd name="T25" fmla="*/ 762473 h 1210"/>
                  <a:gd name="T26" fmla="*/ 436531 w 2015"/>
                  <a:gd name="T27" fmla="*/ 733371 h 1210"/>
                  <a:gd name="T28" fmla="*/ 463970 w 2015"/>
                  <a:gd name="T29" fmla="*/ 715079 h 1210"/>
                  <a:gd name="T30" fmla="*/ 499724 w 2015"/>
                  <a:gd name="T31" fmla="*/ 713416 h 1210"/>
                  <a:gd name="T32" fmla="*/ 574558 w 2015"/>
                  <a:gd name="T33" fmla="*/ 650223 h 1210"/>
                  <a:gd name="T34" fmla="*/ 582041 w 2015"/>
                  <a:gd name="T35" fmla="*/ 664358 h 1210"/>
                  <a:gd name="T36" fmla="*/ 601997 w 2015"/>
                  <a:gd name="T37" fmla="*/ 634424 h 1210"/>
                  <a:gd name="T38" fmla="*/ 629436 w 2015"/>
                  <a:gd name="T39" fmla="*/ 618626 h 1210"/>
                  <a:gd name="T40" fmla="*/ 665190 w 2015"/>
                  <a:gd name="T41" fmla="*/ 615300 h 1210"/>
                  <a:gd name="T42" fmla="*/ 737529 w 2015"/>
                  <a:gd name="T43" fmla="*/ 553770 h 1210"/>
                  <a:gd name="T44" fmla="*/ 745844 w 2015"/>
                  <a:gd name="T45" fmla="*/ 567905 h 1210"/>
                  <a:gd name="T46" fmla="*/ 764968 w 2015"/>
                  <a:gd name="T47" fmla="*/ 536309 h 1210"/>
                  <a:gd name="T48" fmla="*/ 792407 w 2015"/>
                  <a:gd name="T49" fmla="*/ 520511 h 1210"/>
                  <a:gd name="T50" fmla="*/ 828161 w 2015"/>
                  <a:gd name="T51" fmla="*/ 518848 h 1210"/>
                  <a:gd name="T52" fmla="*/ 902995 w 2015"/>
                  <a:gd name="T53" fmla="*/ 455655 h 1210"/>
                  <a:gd name="T54" fmla="*/ 910479 w 2015"/>
                  <a:gd name="T55" fmla="*/ 469790 h 1210"/>
                  <a:gd name="T56" fmla="*/ 927940 w 2015"/>
                  <a:gd name="T57" fmla="*/ 439857 h 1210"/>
                  <a:gd name="T58" fmla="*/ 956210 w 2015"/>
                  <a:gd name="T59" fmla="*/ 422395 h 1210"/>
                  <a:gd name="T60" fmla="*/ 991133 w 2015"/>
                  <a:gd name="T61" fmla="*/ 420732 h 1210"/>
                  <a:gd name="T62" fmla="*/ 1065967 w 2015"/>
                  <a:gd name="T63" fmla="*/ 357539 h 1210"/>
                  <a:gd name="T64" fmla="*/ 1073450 w 2015"/>
                  <a:gd name="T65" fmla="*/ 371675 h 1210"/>
                  <a:gd name="T66" fmla="*/ 1093406 w 2015"/>
                  <a:gd name="T67" fmla="*/ 341741 h 1210"/>
                  <a:gd name="T68" fmla="*/ 1120845 w 2015"/>
                  <a:gd name="T69" fmla="*/ 325943 h 1210"/>
                  <a:gd name="T70" fmla="*/ 1156599 w 2015"/>
                  <a:gd name="T71" fmla="*/ 321785 h 1210"/>
                  <a:gd name="T72" fmla="*/ 1228938 w 2015"/>
                  <a:gd name="T73" fmla="*/ 261087 h 1210"/>
                  <a:gd name="T74" fmla="*/ 1237253 w 2015"/>
                  <a:gd name="T75" fmla="*/ 275222 h 1210"/>
                  <a:gd name="T76" fmla="*/ 1256377 w 2015"/>
                  <a:gd name="T77" fmla="*/ 245289 h 1210"/>
                  <a:gd name="T78" fmla="*/ 1283816 w 2015"/>
                  <a:gd name="T79" fmla="*/ 227827 h 1210"/>
                  <a:gd name="T80" fmla="*/ 1319570 w 2015"/>
                  <a:gd name="T81" fmla="*/ 226164 h 1210"/>
                  <a:gd name="T82" fmla="*/ 1394404 w 2015"/>
                  <a:gd name="T83" fmla="*/ 162971 h 1210"/>
                  <a:gd name="T84" fmla="*/ 1401888 w 2015"/>
                  <a:gd name="T85" fmla="*/ 176275 h 1210"/>
                  <a:gd name="T86" fmla="*/ 1421843 w 2015"/>
                  <a:gd name="T87" fmla="*/ 147173 h 1210"/>
                  <a:gd name="T88" fmla="*/ 1449282 w 2015"/>
                  <a:gd name="T89" fmla="*/ 131375 h 1210"/>
                  <a:gd name="T90" fmla="*/ 1482542 w 2015"/>
                  <a:gd name="T91" fmla="*/ 127217 h 1210"/>
                  <a:gd name="T92" fmla="*/ 1557376 w 2015"/>
                  <a:gd name="T93" fmla="*/ 66519 h 1210"/>
                  <a:gd name="T94" fmla="*/ 1565691 w 2015"/>
                  <a:gd name="T95" fmla="*/ 78160 h 1210"/>
                  <a:gd name="T96" fmla="*/ 1584815 w 2015"/>
                  <a:gd name="T97" fmla="*/ 49058 h 1210"/>
                  <a:gd name="T98" fmla="*/ 1612254 w 2015"/>
                  <a:gd name="T99" fmla="*/ 33259 h 1210"/>
                  <a:gd name="T100" fmla="*/ 1648008 w 2015"/>
                  <a:gd name="T101" fmla="*/ 30765 h 121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015" h="1210">
                    <a:moveTo>
                      <a:pt x="34" y="1175"/>
                    </a:moveTo>
                    <a:lnTo>
                      <a:pt x="0" y="1194"/>
                    </a:lnTo>
                    <a:lnTo>
                      <a:pt x="10" y="1210"/>
                    </a:lnTo>
                    <a:lnTo>
                      <a:pt x="43" y="1191"/>
                    </a:lnTo>
                    <a:lnTo>
                      <a:pt x="34" y="1175"/>
                    </a:lnTo>
                    <a:close/>
                    <a:moveTo>
                      <a:pt x="100" y="1135"/>
                    </a:moveTo>
                    <a:lnTo>
                      <a:pt x="67" y="1153"/>
                    </a:lnTo>
                    <a:lnTo>
                      <a:pt x="76" y="1170"/>
                    </a:lnTo>
                    <a:lnTo>
                      <a:pt x="109" y="1151"/>
                    </a:lnTo>
                    <a:lnTo>
                      <a:pt x="100" y="1135"/>
                    </a:lnTo>
                    <a:close/>
                    <a:moveTo>
                      <a:pt x="164" y="1097"/>
                    </a:moveTo>
                    <a:lnTo>
                      <a:pt x="130" y="1116"/>
                    </a:lnTo>
                    <a:lnTo>
                      <a:pt x="142" y="1132"/>
                    </a:lnTo>
                    <a:lnTo>
                      <a:pt x="173" y="1111"/>
                    </a:lnTo>
                    <a:lnTo>
                      <a:pt x="164" y="1097"/>
                    </a:lnTo>
                    <a:close/>
                    <a:moveTo>
                      <a:pt x="230" y="1056"/>
                    </a:moveTo>
                    <a:lnTo>
                      <a:pt x="197" y="1075"/>
                    </a:lnTo>
                    <a:lnTo>
                      <a:pt x="206" y="1092"/>
                    </a:lnTo>
                    <a:lnTo>
                      <a:pt x="239" y="1073"/>
                    </a:lnTo>
                    <a:lnTo>
                      <a:pt x="230" y="1056"/>
                    </a:lnTo>
                    <a:close/>
                    <a:moveTo>
                      <a:pt x="296" y="1019"/>
                    </a:moveTo>
                    <a:lnTo>
                      <a:pt x="263" y="1038"/>
                    </a:lnTo>
                    <a:lnTo>
                      <a:pt x="272" y="1054"/>
                    </a:lnTo>
                    <a:lnTo>
                      <a:pt x="305" y="1033"/>
                    </a:lnTo>
                    <a:lnTo>
                      <a:pt x="296" y="1019"/>
                    </a:lnTo>
                    <a:close/>
                    <a:moveTo>
                      <a:pt x="362" y="978"/>
                    </a:moveTo>
                    <a:lnTo>
                      <a:pt x="329" y="997"/>
                    </a:lnTo>
                    <a:lnTo>
                      <a:pt x="339" y="1014"/>
                    </a:lnTo>
                    <a:lnTo>
                      <a:pt x="372" y="995"/>
                    </a:lnTo>
                    <a:lnTo>
                      <a:pt x="362" y="978"/>
                    </a:lnTo>
                    <a:close/>
                    <a:moveTo>
                      <a:pt x="428" y="938"/>
                    </a:moveTo>
                    <a:lnTo>
                      <a:pt x="395" y="960"/>
                    </a:lnTo>
                    <a:lnTo>
                      <a:pt x="405" y="976"/>
                    </a:lnTo>
                    <a:lnTo>
                      <a:pt x="438" y="955"/>
                    </a:lnTo>
                    <a:lnTo>
                      <a:pt x="428" y="938"/>
                    </a:lnTo>
                    <a:close/>
                    <a:moveTo>
                      <a:pt x="492" y="900"/>
                    </a:moveTo>
                    <a:lnTo>
                      <a:pt x="459" y="919"/>
                    </a:lnTo>
                    <a:lnTo>
                      <a:pt x="471" y="936"/>
                    </a:lnTo>
                    <a:lnTo>
                      <a:pt x="502" y="917"/>
                    </a:lnTo>
                    <a:lnTo>
                      <a:pt x="492" y="900"/>
                    </a:lnTo>
                    <a:close/>
                    <a:moveTo>
                      <a:pt x="558" y="860"/>
                    </a:moveTo>
                    <a:lnTo>
                      <a:pt x="525" y="882"/>
                    </a:lnTo>
                    <a:lnTo>
                      <a:pt x="535" y="898"/>
                    </a:lnTo>
                    <a:lnTo>
                      <a:pt x="568" y="877"/>
                    </a:lnTo>
                    <a:lnTo>
                      <a:pt x="558" y="860"/>
                    </a:lnTo>
                    <a:close/>
                    <a:moveTo>
                      <a:pt x="625" y="822"/>
                    </a:moveTo>
                    <a:lnTo>
                      <a:pt x="592" y="841"/>
                    </a:lnTo>
                    <a:lnTo>
                      <a:pt x="601" y="858"/>
                    </a:lnTo>
                    <a:lnTo>
                      <a:pt x="634" y="839"/>
                    </a:lnTo>
                    <a:lnTo>
                      <a:pt x="625" y="822"/>
                    </a:lnTo>
                    <a:close/>
                    <a:moveTo>
                      <a:pt x="691" y="782"/>
                    </a:moveTo>
                    <a:lnTo>
                      <a:pt x="658" y="804"/>
                    </a:lnTo>
                    <a:lnTo>
                      <a:pt x="667" y="818"/>
                    </a:lnTo>
                    <a:lnTo>
                      <a:pt x="700" y="799"/>
                    </a:lnTo>
                    <a:lnTo>
                      <a:pt x="691" y="782"/>
                    </a:lnTo>
                    <a:close/>
                    <a:moveTo>
                      <a:pt x="757" y="744"/>
                    </a:moveTo>
                    <a:lnTo>
                      <a:pt x="724" y="763"/>
                    </a:lnTo>
                    <a:lnTo>
                      <a:pt x="733" y="780"/>
                    </a:lnTo>
                    <a:lnTo>
                      <a:pt x="767" y="761"/>
                    </a:lnTo>
                    <a:lnTo>
                      <a:pt x="757" y="744"/>
                    </a:lnTo>
                    <a:close/>
                    <a:moveTo>
                      <a:pt x="821" y="704"/>
                    </a:moveTo>
                    <a:lnTo>
                      <a:pt x="788" y="723"/>
                    </a:lnTo>
                    <a:lnTo>
                      <a:pt x="800" y="740"/>
                    </a:lnTo>
                    <a:lnTo>
                      <a:pt x="830" y="721"/>
                    </a:lnTo>
                    <a:lnTo>
                      <a:pt x="821" y="704"/>
                    </a:lnTo>
                    <a:close/>
                    <a:moveTo>
                      <a:pt x="887" y="666"/>
                    </a:moveTo>
                    <a:lnTo>
                      <a:pt x="854" y="685"/>
                    </a:lnTo>
                    <a:lnTo>
                      <a:pt x="863" y="702"/>
                    </a:lnTo>
                    <a:lnTo>
                      <a:pt x="897" y="683"/>
                    </a:lnTo>
                    <a:lnTo>
                      <a:pt x="887" y="666"/>
                    </a:lnTo>
                    <a:close/>
                    <a:moveTo>
                      <a:pt x="953" y="626"/>
                    </a:moveTo>
                    <a:lnTo>
                      <a:pt x="920" y="645"/>
                    </a:lnTo>
                    <a:lnTo>
                      <a:pt x="930" y="662"/>
                    </a:lnTo>
                    <a:lnTo>
                      <a:pt x="963" y="643"/>
                    </a:lnTo>
                    <a:lnTo>
                      <a:pt x="953" y="626"/>
                    </a:lnTo>
                    <a:close/>
                    <a:moveTo>
                      <a:pt x="1020" y="588"/>
                    </a:moveTo>
                    <a:lnTo>
                      <a:pt x="986" y="607"/>
                    </a:lnTo>
                    <a:lnTo>
                      <a:pt x="996" y="624"/>
                    </a:lnTo>
                    <a:lnTo>
                      <a:pt x="1029" y="603"/>
                    </a:lnTo>
                    <a:lnTo>
                      <a:pt x="1020" y="588"/>
                    </a:lnTo>
                    <a:close/>
                    <a:moveTo>
                      <a:pt x="1086" y="548"/>
                    </a:moveTo>
                    <a:lnTo>
                      <a:pt x="1053" y="567"/>
                    </a:lnTo>
                    <a:lnTo>
                      <a:pt x="1062" y="584"/>
                    </a:lnTo>
                    <a:lnTo>
                      <a:pt x="1095" y="565"/>
                    </a:lnTo>
                    <a:lnTo>
                      <a:pt x="1086" y="548"/>
                    </a:lnTo>
                    <a:close/>
                    <a:moveTo>
                      <a:pt x="1150" y="508"/>
                    </a:moveTo>
                    <a:lnTo>
                      <a:pt x="1116" y="529"/>
                    </a:lnTo>
                    <a:lnTo>
                      <a:pt x="1128" y="546"/>
                    </a:lnTo>
                    <a:lnTo>
                      <a:pt x="1159" y="525"/>
                    </a:lnTo>
                    <a:lnTo>
                      <a:pt x="1150" y="508"/>
                    </a:lnTo>
                    <a:close/>
                    <a:moveTo>
                      <a:pt x="1216" y="470"/>
                    </a:moveTo>
                    <a:lnTo>
                      <a:pt x="1183" y="489"/>
                    </a:lnTo>
                    <a:lnTo>
                      <a:pt x="1192" y="506"/>
                    </a:lnTo>
                    <a:lnTo>
                      <a:pt x="1225" y="487"/>
                    </a:lnTo>
                    <a:lnTo>
                      <a:pt x="1216" y="470"/>
                    </a:lnTo>
                    <a:close/>
                    <a:moveTo>
                      <a:pt x="1282" y="430"/>
                    </a:moveTo>
                    <a:lnTo>
                      <a:pt x="1249" y="451"/>
                    </a:lnTo>
                    <a:lnTo>
                      <a:pt x="1258" y="468"/>
                    </a:lnTo>
                    <a:lnTo>
                      <a:pt x="1291" y="447"/>
                    </a:lnTo>
                    <a:lnTo>
                      <a:pt x="1282" y="430"/>
                    </a:lnTo>
                    <a:close/>
                    <a:moveTo>
                      <a:pt x="1348" y="392"/>
                    </a:moveTo>
                    <a:lnTo>
                      <a:pt x="1315" y="411"/>
                    </a:lnTo>
                    <a:lnTo>
                      <a:pt x="1325" y="428"/>
                    </a:lnTo>
                    <a:lnTo>
                      <a:pt x="1358" y="409"/>
                    </a:lnTo>
                    <a:lnTo>
                      <a:pt x="1348" y="392"/>
                    </a:lnTo>
                    <a:close/>
                    <a:moveTo>
                      <a:pt x="1414" y="352"/>
                    </a:moveTo>
                    <a:lnTo>
                      <a:pt x="1381" y="373"/>
                    </a:lnTo>
                    <a:lnTo>
                      <a:pt x="1391" y="387"/>
                    </a:lnTo>
                    <a:lnTo>
                      <a:pt x="1424" y="368"/>
                    </a:lnTo>
                    <a:lnTo>
                      <a:pt x="1414" y="352"/>
                    </a:lnTo>
                    <a:close/>
                    <a:moveTo>
                      <a:pt x="1478" y="314"/>
                    </a:moveTo>
                    <a:lnTo>
                      <a:pt x="1445" y="333"/>
                    </a:lnTo>
                    <a:lnTo>
                      <a:pt x="1457" y="350"/>
                    </a:lnTo>
                    <a:lnTo>
                      <a:pt x="1488" y="331"/>
                    </a:lnTo>
                    <a:lnTo>
                      <a:pt x="1478" y="314"/>
                    </a:lnTo>
                    <a:close/>
                    <a:moveTo>
                      <a:pt x="1544" y="274"/>
                    </a:moveTo>
                    <a:lnTo>
                      <a:pt x="1511" y="295"/>
                    </a:lnTo>
                    <a:lnTo>
                      <a:pt x="1521" y="309"/>
                    </a:lnTo>
                    <a:lnTo>
                      <a:pt x="1554" y="290"/>
                    </a:lnTo>
                    <a:lnTo>
                      <a:pt x="1544" y="274"/>
                    </a:lnTo>
                    <a:close/>
                    <a:moveTo>
                      <a:pt x="1611" y="236"/>
                    </a:moveTo>
                    <a:lnTo>
                      <a:pt x="1578" y="255"/>
                    </a:lnTo>
                    <a:lnTo>
                      <a:pt x="1587" y="272"/>
                    </a:lnTo>
                    <a:lnTo>
                      <a:pt x="1620" y="253"/>
                    </a:lnTo>
                    <a:lnTo>
                      <a:pt x="1611" y="236"/>
                    </a:lnTo>
                    <a:close/>
                    <a:moveTo>
                      <a:pt x="1677" y="196"/>
                    </a:moveTo>
                    <a:lnTo>
                      <a:pt x="1644" y="215"/>
                    </a:lnTo>
                    <a:lnTo>
                      <a:pt x="1653" y="231"/>
                    </a:lnTo>
                    <a:lnTo>
                      <a:pt x="1686" y="212"/>
                    </a:lnTo>
                    <a:lnTo>
                      <a:pt x="1677" y="196"/>
                    </a:lnTo>
                    <a:close/>
                    <a:moveTo>
                      <a:pt x="1743" y="158"/>
                    </a:moveTo>
                    <a:lnTo>
                      <a:pt x="1710" y="177"/>
                    </a:lnTo>
                    <a:lnTo>
                      <a:pt x="1719" y="194"/>
                    </a:lnTo>
                    <a:lnTo>
                      <a:pt x="1752" y="172"/>
                    </a:lnTo>
                    <a:lnTo>
                      <a:pt x="1743" y="158"/>
                    </a:lnTo>
                    <a:close/>
                    <a:moveTo>
                      <a:pt x="1807" y="118"/>
                    </a:moveTo>
                    <a:lnTo>
                      <a:pt x="1774" y="137"/>
                    </a:lnTo>
                    <a:lnTo>
                      <a:pt x="1783" y="153"/>
                    </a:lnTo>
                    <a:lnTo>
                      <a:pt x="1816" y="134"/>
                    </a:lnTo>
                    <a:lnTo>
                      <a:pt x="1807" y="118"/>
                    </a:lnTo>
                    <a:close/>
                    <a:moveTo>
                      <a:pt x="1873" y="80"/>
                    </a:moveTo>
                    <a:lnTo>
                      <a:pt x="1840" y="99"/>
                    </a:lnTo>
                    <a:lnTo>
                      <a:pt x="1849" y="116"/>
                    </a:lnTo>
                    <a:lnTo>
                      <a:pt x="1883" y="94"/>
                    </a:lnTo>
                    <a:lnTo>
                      <a:pt x="1873" y="80"/>
                    </a:lnTo>
                    <a:close/>
                    <a:moveTo>
                      <a:pt x="1939" y="40"/>
                    </a:moveTo>
                    <a:lnTo>
                      <a:pt x="1906" y="59"/>
                    </a:lnTo>
                    <a:lnTo>
                      <a:pt x="1916" y="75"/>
                    </a:lnTo>
                    <a:lnTo>
                      <a:pt x="1949" y="56"/>
                    </a:lnTo>
                    <a:lnTo>
                      <a:pt x="1939" y="40"/>
                    </a:lnTo>
                    <a:close/>
                    <a:moveTo>
                      <a:pt x="2005" y="0"/>
                    </a:moveTo>
                    <a:lnTo>
                      <a:pt x="1972" y="21"/>
                    </a:lnTo>
                    <a:lnTo>
                      <a:pt x="1982" y="37"/>
                    </a:lnTo>
                    <a:lnTo>
                      <a:pt x="2015" y="16"/>
                    </a:lnTo>
                    <a:lnTo>
                      <a:pt x="2005" y="0"/>
                    </a:lnTo>
                    <a:close/>
                  </a:path>
                </a:pathLst>
              </a:custGeom>
              <a:solidFill>
                <a:srgbClr val="44546A"/>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6" name="Freeform 14"/>
              <p:cNvSpPr>
                <a:spLocks noEditPoints="1"/>
              </p:cNvSpPr>
              <p:nvPr/>
            </p:nvSpPr>
            <p:spPr bwMode="auto">
              <a:xfrm>
                <a:off x="4816778" y="4492394"/>
                <a:ext cx="1675447" cy="1006099"/>
              </a:xfrm>
              <a:custGeom>
                <a:avLst/>
                <a:gdLst>
                  <a:gd name="T0" fmla="*/ 8315 w 2015"/>
                  <a:gd name="T1" fmla="*/ 1006099 h 1210"/>
                  <a:gd name="T2" fmla="*/ 83149 w 2015"/>
                  <a:gd name="T3" fmla="*/ 943737 h 1210"/>
                  <a:gd name="T4" fmla="*/ 90632 w 2015"/>
                  <a:gd name="T5" fmla="*/ 957041 h 1210"/>
                  <a:gd name="T6" fmla="*/ 108093 w 2015"/>
                  <a:gd name="T7" fmla="*/ 927939 h 1210"/>
                  <a:gd name="T8" fmla="*/ 136364 w 2015"/>
                  <a:gd name="T9" fmla="*/ 912141 h 1210"/>
                  <a:gd name="T10" fmla="*/ 171286 w 2015"/>
                  <a:gd name="T11" fmla="*/ 907984 h 1210"/>
                  <a:gd name="T12" fmla="*/ 246120 w 2015"/>
                  <a:gd name="T13" fmla="*/ 847285 h 1210"/>
                  <a:gd name="T14" fmla="*/ 253604 w 2015"/>
                  <a:gd name="T15" fmla="*/ 858926 h 1210"/>
                  <a:gd name="T16" fmla="*/ 273559 w 2015"/>
                  <a:gd name="T17" fmla="*/ 828992 h 1210"/>
                  <a:gd name="T18" fmla="*/ 300998 w 2015"/>
                  <a:gd name="T19" fmla="*/ 813194 h 1210"/>
                  <a:gd name="T20" fmla="*/ 336752 w 2015"/>
                  <a:gd name="T21" fmla="*/ 811531 h 1210"/>
                  <a:gd name="T22" fmla="*/ 409092 w 2015"/>
                  <a:gd name="T23" fmla="*/ 748338 h 1210"/>
                  <a:gd name="T24" fmla="*/ 417407 w 2015"/>
                  <a:gd name="T25" fmla="*/ 762473 h 1210"/>
                  <a:gd name="T26" fmla="*/ 436531 w 2015"/>
                  <a:gd name="T27" fmla="*/ 733371 h 1210"/>
                  <a:gd name="T28" fmla="*/ 463970 w 2015"/>
                  <a:gd name="T29" fmla="*/ 715079 h 1210"/>
                  <a:gd name="T30" fmla="*/ 499724 w 2015"/>
                  <a:gd name="T31" fmla="*/ 713416 h 1210"/>
                  <a:gd name="T32" fmla="*/ 574558 w 2015"/>
                  <a:gd name="T33" fmla="*/ 650223 h 1210"/>
                  <a:gd name="T34" fmla="*/ 582041 w 2015"/>
                  <a:gd name="T35" fmla="*/ 664358 h 1210"/>
                  <a:gd name="T36" fmla="*/ 601997 w 2015"/>
                  <a:gd name="T37" fmla="*/ 634424 h 1210"/>
                  <a:gd name="T38" fmla="*/ 629436 w 2015"/>
                  <a:gd name="T39" fmla="*/ 618626 h 1210"/>
                  <a:gd name="T40" fmla="*/ 665190 w 2015"/>
                  <a:gd name="T41" fmla="*/ 615300 h 1210"/>
                  <a:gd name="T42" fmla="*/ 737529 w 2015"/>
                  <a:gd name="T43" fmla="*/ 553770 h 1210"/>
                  <a:gd name="T44" fmla="*/ 745844 w 2015"/>
                  <a:gd name="T45" fmla="*/ 567905 h 1210"/>
                  <a:gd name="T46" fmla="*/ 764968 w 2015"/>
                  <a:gd name="T47" fmla="*/ 536309 h 1210"/>
                  <a:gd name="T48" fmla="*/ 792407 w 2015"/>
                  <a:gd name="T49" fmla="*/ 520511 h 1210"/>
                  <a:gd name="T50" fmla="*/ 828161 w 2015"/>
                  <a:gd name="T51" fmla="*/ 518848 h 1210"/>
                  <a:gd name="T52" fmla="*/ 902995 w 2015"/>
                  <a:gd name="T53" fmla="*/ 455655 h 1210"/>
                  <a:gd name="T54" fmla="*/ 910479 w 2015"/>
                  <a:gd name="T55" fmla="*/ 469790 h 1210"/>
                  <a:gd name="T56" fmla="*/ 927940 w 2015"/>
                  <a:gd name="T57" fmla="*/ 439857 h 1210"/>
                  <a:gd name="T58" fmla="*/ 956210 w 2015"/>
                  <a:gd name="T59" fmla="*/ 422395 h 1210"/>
                  <a:gd name="T60" fmla="*/ 991133 w 2015"/>
                  <a:gd name="T61" fmla="*/ 420732 h 1210"/>
                  <a:gd name="T62" fmla="*/ 1065967 w 2015"/>
                  <a:gd name="T63" fmla="*/ 357539 h 1210"/>
                  <a:gd name="T64" fmla="*/ 1073450 w 2015"/>
                  <a:gd name="T65" fmla="*/ 371675 h 1210"/>
                  <a:gd name="T66" fmla="*/ 1093406 w 2015"/>
                  <a:gd name="T67" fmla="*/ 341741 h 1210"/>
                  <a:gd name="T68" fmla="*/ 1120845 w 2015"/>
                  <a:gd name="T69" fmla="*/ 325943 h 1210"/>
                  <a:gd name="T70" fmla="*/ 1156599 w 2015"/>
                  <a:gd name="T71" fmla="*/ 321785 h 1210"/>
                  <a:gd name="T72" fmla="*/ 1228938 w 2015"/>
                  <a:gd name="T73" fmla="*/ 261087 h 1210"/>
                  <a:gd name="T74" fmla="*/ 1237253 w 2015"/>
                  <a:gd name="T75" fmla="*/ 275222 h 1210"/>
                  <a:gd name="T76" fmla="*/ 1256377 w 2015"/>
                  <a:gd name="T77" fmla="*/ 245289 h 1210"/>
                  <a:gd name="T78" fmla="*/ 1283816 w 2015"/>
                  <a:gd name="T79" fmla="*/ 227827 h 1210"/>
                  <a:gd name="T80" fmla="*/ 1319570 w 2015"/>
                  <a:gd name="T81" fmla="*/ 226164 h 1210"/>
                  <a:gd name="T82" fmla="*/ 1394404 w 2015"/>
                  <a:gd name="T83" fmla="*/ 162971 h 1210"/>
                  <a:gd name="T84" fmla="*/ 1401888 w 2015"/>
                  <a:gd name="T85" fmla="*/ 176275 h 1210"/>
                  <a:gd name="T86" fmla="*/ 1421843 w 2015"/>
                  <a:gd name="T87" fmla="*/ 147173 h 1210"/>
                  <a:gd name="T88" fmla="*/ 1449282 w 2015"/>
                  <a:gd name="T89" fmla="*/ 131375 h 1210"/>
                  <a:gd name="T90" fmla="*/ 1482542 w 2015"/>
                  <a:gd name="T91" fmla="*/ 127217 h 1210"/>
                  <a:gd name="T92" fmla="*/ 1557376 w 2015"/>
                  <a:gd name="T93" fmla="*/ 66519 h 1210"/>
                  <a:gd name="T94" fmla="*/ 1565691 w 2015"/>
                  <a:gd name="T95" fmla="*/ 78160 h 1210"/>
                  <a:gd name="T96" fmla="*/ 1584815 w 2015"/>
                  <a:gd name="T97" fmla="*/ 49058 h 1210"/>
                  <a:gd name="T98" fmla="*/ 1612254 w 2015"/>
                  <a:gd name="T99" fmla="*/ 33259 h 1210"/>
                  <a:gd name="T100" fmla="*/ 1648008 w 2015"/>
                  <a:gd name="T101" fmla="*/ 30765 h 121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015" h="1210">
                    <a:moveTo>
                      <a:pt x="34" y="1175"/>
                    </a:moveTo>
                    <a:lnTo>
                      <a:pt x="0" y="1194"/>
                    </a:lnTo>
                    <a:lnTo>
                      <a:pt x="10" y="1210"/>
                    </a:lnTo>
                    <a:lnTo>
                      <a:pt x="43" y="1191"/>
                    </a:lnTo>
                    <a:lnTo>
                      <a:pt x="34" y="1175"/>
                    </a:lnTo>
                    <a:moveTo>
                      <a:pt x="100" y="1135"/>
                    </a:moveTo>
                    <a:lnTo>
                      <a:pt x="67" y="1153"/>
                    </a:lnTo>
                    <a:lnTo>
                      <a:pt x="76" y="1170"/>
                    </a:lnTo>
                    <a:lnTo>
                      <a:pt x="109" y="1151"/>
                    </a:lnTo>
                    <a:lnTo>
                      <a:pt x="100" y="1135"/>
                    </a:lnTo>
                    <a:moveTo>
                      <a:pt x="164" y="1097"/>
                    </a:moveTo>
                    <a:lnTo>
                      <a:pt x="130" y="1116"/>
                    </a:lnTo>
                    <a:lnTo>
                      <a:pt x="142" y="1132"/>
                    </a:lnTo>
                    <a:lnTo>
                      <a:pt x="173" y="1111"/>
                    </a:lnTo>
                    <a:lnTo>
                      <a:pt x="164" y="1097"/>
                    </a:lnTo>
                    <a:moveTo>
                      <a:pt x="230" y="1056"/>
                    </a:moveTo>
                    <a:lnTo>
                      <a:pt x="197" y="1075"/>
                    </a:lnTo>
                    <a:lnTo>
                      <a:pt x="206" y="1092"/>
                    </a:lnTo>
                    <a:lnTo>
                      <a:pt x="239" y="1073"/>
                    </a:lnTo>
                    <a:lnTo>
                      <a:pt x="230" y="1056"/>
                    </a:lnTo>
                    <a:moveTo>
                      <a:pt x="296" y="1019"/>
                    </a:moveTo>
                    <a:lnTo>
                      <a:pt x="263" y="1038"/>
                    </a:lnTo>
                    <a:lnTo>
                      <a:pt x="272" y="1054"/>
                    </a:lnTo>
                    <a:lnTo>
                      <a:pt x="305" y="1033"/>
                    </a:lnTo>
                    <a:lnTo>
                      <a:pt x="296" y="1019"/>
                    </a:lnTo>
                    <a:moveTo>
                      <a:pt x="362" y="978"/>
                    </a:moveTo>
                    <a:lnTo>
                      <a:pt x="329" y="997"/>
                    </a:lnTo>
                    <a:lnTo>
                      <a:pt x="339" y="1014"/>
                    </a:lnTo>
                    <a:lnTo>
                      <a:pt x="372" y="995"/>
                    </a:lnTo>
                    <a:lnTo>
                      <a:pt x="362" y="978"/>
                    </a:lnTo>
                    <a:moveTo>
                      <a:pt x="428" y="938"/>
                    </a:moveTo>
                    <a:lnTo>
                      <a:pt x="395" y="960"/>
                    </a:lnTo>
                    <a:lnTo>
                      <a:pt x="405" y="976"/>
                    </a:lnTo>
                    <a:lnTo>
                      <a:pt x="438" y="955"/>
                    </a:lnTo>
                    <a:lnTo>
                      <a:pt x="428" y="938"/>
                    </a:lnTo>
                    <a:moveTo>
                      <a:pt x="492" y="900"/>
                    </a:moveTo>
                    <a:lnTo>
                      <a:pt x="459" y="919"/>
                    </a:lnTo>
                    <a:lnTo>
                      <a:pt x="471" y="936"/>
                    </a:lnTo>
                    <a:lnTo>
                      <a:pt x="502" y="917"/>
                    </a:lnTo>
                    <a:lnTo>
                      <a:pt x="492" y="900"/>
                    </a:lnTo>
                    <a:moveTo>
                      <a:pt x="558" y="860"/>
                    </a:moveTo>
                    <a:lnTo>
                      <a:pt x="525" y="882"/>
                    </a:lnTo>
                    <a:lnTo>
                      <a:pt x="535" y="898"/>
                    </a:lnTo>
                    <a:lnTo>
                      <a:pt x="568" y="877"/>
                    </a:lnTo>
                    <a:lnTo>
                      <a:pt x="558" y="860"/>
                    </a:lnTo>
                    <a:moveTo>
                      <a:pt x="625" y="822"/>
                    </a:moveTo>
                    <a:lnTo>
                      <a:pt x="592" y="841"/>
                    </a:lnTo>
                    <a:lnTo>
                      <a:pt x="601" y="858"/>
                    </a:lnTo>
                    <a:lnTo>
                      <a:pt x="634" y="839"/>
                    </a:lnTo>
                    <a:lnTo>
                      <a:pt x="625" y="822"/>
                    </a:lnTo>
                    <a:moveTo>
                      <a:pt x="691" y="782"/>
                    </a:moveTo>
                    <a:lnTo>
                      <a:pt x="658" y="804"/>
                    </a:lnTo>
                    <a:lnTo>
                      <a:pt x="667" y="818"/>
                    </a:lnTo>
                    <a:lnTo>
                      <a:pt x="700" y="799"/>
                    </a:lnTo>
                    <a:lnTo>
                      <a:pt x="691" y="782"/>
                    </a:lnTo>
                    <a:moveTo>
                      <a:pt x="757" y="744"/>
                    </a:moveTo>
                    <a:lnTo>
                      <a:pt x="724" y="763"/>
                    </a:lnTo>
                    <a:lnTo>
                      <a:pt x="733" y="780"/>
                    </a:lnTo>
                    <a:lnTo>
                      <a:pt x="767" y="761"/>
                    </a:lnTo>
                    <a:lnTo>
                      <a:pt x="757" y="744"/>
                    </a:lnTo>
                    <a:moveTo>
                      <a:pt x="821" y="704"/>
                    </a:moveTo>
                    <a:lnTo>
                      <a:pt x="788" y="723"/>
                    </a:lnTo>
                    <a:lnTo>
                      <a:pt x="800" y="740"/>
                    </a:lnTo>
                    <a:lnTo>
                      <a:pt x="830" y="721"/>
                    </a:lnTo>
                    <a:lnTo>
                      <a:pt x="821" y="704"/>
                    </a:lnTo>
                    <a:moveTo>
                      <a:pt x="887" y="666"/>
                    </a:moveTo>
                    <a:lnTo>
                      <a:pt x="854" y="685"/>
                    </a:lnTo>
                    <a:lnTo>
                      <a:pt x="863" y="702"/>
                    </a:lnTo>
                    <a:lnTo>
                      <a:pt x="897" y="683"/>
                    </a:lnTo>
                    <a:lnTo>
                      <a:pt x="887" y="666"/>
                    </a:lnTo>
                    <a:moveTo>
                      <a:pt x="953" y="626"/>
                    </a:moveTo>
                    <a:lnTo>
                      <a:pt x="920" y="645"/>
                    </a:lnTo>
                    <a:lnTo>
                      <a:pt x="930" y="662"/>
                    </a:lnTo>
                    <a:lnTo>
                      <a:pt x="963" y="643"/>
                    </a:lnTo>
                    <a:lnTo>
                      <a:pt x="953" y="626"/>
                    </a:lnTo>
                    <a:moveTo>
                      <a:pt x="1020" y="588"/>
                    </a:moveTo>
                    <a:lnTo>
                      <a:pt x="986" y="607"/>
                    </a:lnTo>
                    <a:lnTo>
                      <a:pt x="996" y="624"/>
                    </a:lnTo>
                    <a:lnTo>
                      <a:pt x="1029" y="603"/>
                    </a:lnTo>
                    <a:lnTo>
                      <a:pt x="1020" y="588"/>
                    </a:lnTo>
                    <a:moveTo>
                      <a:pt x="1086" y="548"/>
                    </a:moveTo>
                    <a:lnTo>
                      <a:pt x="1053" y="567"/>
                    </a:lnTo>
                    <a:lnTo>
                      <a:pt x="1062" y="584"/>
                    </a:lnTo>
                    <a:lnTo>
                      <a:pt x="1095" y="565"/>
                    </a:lnTo>
                    <a:lnTo>
                      <a:pt x="1086" y="548"/>
                    </a:lnTo>
                    <a:moveTo>
                      <a:pt x="1150" y="508"/>
                    </a:moveTo>
                    <a:lnTo>
                      <a:pt x="1116" y="529"/>
                    </a:lnTo>
                    <a:lnTo>
                      <a:pt x="1128" y="546"/>
                    </a:lnTo>
                    <a:lnTo>
                      <a:pt x="1159" y="525"/>
                    </a:lnTo>
                    <a:lnTo>
                      <a:pt x="1150" y="508"/>
                    </a:lnTo>
                    <a:moveTo>
                      <a:pt x="1216" y="470"/>
                    </a:moveTo>
                    <a:lnTo>
                      <a:pt x="1183" y="489"/>
                    </a:lnTo>
                    <a:lnTo>
                      <a:pt x="1192" y="506"/>
                    </a:lnTo>
                    <a:lnTo>
                      <a:pt x="1225" y="487"/>
                    </a:lnTo>
                    <a:lnTo>
                      <a:pt x="1216" y="470"/>
                    </a:lnTo>
                    <a:moveTo>
                      <a:pt x="1282" y="430"/>
                    </a:moveTo>
                    <a:lnTo>
                      <a:pt x="1249" y="451"/>
                    </a:lnTo>
                    <a:lnTo>
                      <a:pt x="1258" y="468"/>
                    </a:lnTo>
                    <a:lnTo>
                      <a:pt x="1291" y="447"/>
                    </a:lnTo>
                    <a:lnTo>
                      <a:pt x="1282" y="430"/>
                    </a:lnTo>
                    <a:moveTo>
                      <a:pt x="1348" y="392"/>
                    </a:moveTo>
                    <a:lnTo>
                      <a:pt x="1315" y="411"/>
                    </a:lnTo>
                    <a:lnTo>
                      <a:pt x="1325" y="428"/>
                    </a:lnTo>
                    <a:lnTo>
                      <a:pt x="1358" y="409"/>
                    </a:lnTo>
                    <a:lnTo>
                      <a:pt x="1348" y="392"/>
                    </a:lnTo>
                    <a:moveTo>
                      <a:pt x="1414" y="352"/>
                    </a:moveTo>
                    <a:lnTo>
                      <a:pt x="1381" y="373"/>
                    </a:lnTo>
                    <a:lnTo>
                      <a:pt x="1391" y="387"/>
                    </a:lnTo>
                    <a:lnTo>
                      <a:pt x="1424" y="368"/>
                    </a:lnTo>
                    <a:lnTo>
                      <a:pt x="1414" y="352"/>
                    </a:lnTo>
                    <a:moveTo>
                      <a:pt x="1478" y="314"/>
                    </a:moveTo>
                    <a:lnTo>
                      <a:pt x="1445" y="333"/>
                    </a:lnTo>
                    <a:lnTo>
                      <a:pt x="1457" y="350"/>
                    </a:lnTo>
                    <a:lnTo>
                      <a:pt x="1488" y="331"/>
                    </a:lnTo>
                    <a:lnTo>
                      <a:pt x="1478" y="314"/>
                    </a:lnTo>
                    <a:moveTo>
                      <a:pt x="1544" y="274"/>
                    </a:moveTo>
                    <a:lnTo>
                      <a:pt x="1511" y="295"/>
                    </a:lnTo>
                    <a:lnTo>
                      <a:pt x="1521" y="309"/>
                    </a:lnTo>
                    <a:lnTo>
                      <a:pt x="1554" y="290"/>
                    </a:lnTo>
                    <a:lnTo>
                      <a:pt x="1544" y="274"/>
                    </a:lnTo>
                    <a:moveTo>
                      <a:pt x="1611" y="236"/>
                    </a:moveTo>
                    <a:lnTo>
                      <a:pt x="1578" y="255"/>
                    </a:lnTo>
                    <a:lnTo>
                      <a:pt x="1587" y="272"/>
                    </a:lnTo>
                    <a:lnTo>
                      <a:pt x="1620" y="253"/>
                    </a:lnTo>
                    <a:lnTo>
                      <a:pt x="1611" y="236"/>
                    </a:lnTo>
                    <a:moveTo>
                      <a:pt x="1677" y="196"/>
                    </a:moveTo>
                    <a:lnTo>
                      <a:pt x="1644" y="215"/>
                    </a:lnTo>
                    <a:lnTo>
                      <a:pt x="1653" y="231"/>
                    </a:lnTo>
                    <a:lnTo>
                      <a:pt x="1686" y="212"/>
                    </a:lnTo>
                    <a:lnTo>
                      <a:pt x="1677" y="196"/>
                    </a:lnTo>
                    <a:moveTo>
                      <a:pt x="1743" y="158"/>
                    </a:moveTo>
                    <a:lnTo>
                      <a:pt x="1710" y="177"/>
                    </a:lnTo>
                    <a:lnTo>
                      <a:pt x="1719" y="194"/>
                    </a:lnTo>
                    <a:lnTo>
                      <a:pt x="1752" y="172"/>
                    </a:lnTo>
                    <a:lnTo>
                      <a:pt x="1743" y="158"/>
                    </a:lnTo>
                    <a:moveTo>
                      <a:pt x="1807" y="118"/>
                    </a:moveTo>
                    <a:lnTo>
                      <a:pt x="1774" y="137"/>
                    </a:lnTo>
                    <a:lnTo>
                      <a:pt x="1783" y="153"/>
                    </a:lnTo>
                    <a:lnTo>
                      <a:pt x="1816" y="134"/>
                    </a:lnTo>
                    <a:lnTo>
                      <a:pt x="1807" y="118"/>
                    </a:lnTo>
                    <a:moveTo>
                      <a:pt x="1873" y="80"/>
                    </a:moveTo>
                    <a:lnTo>
                      <a:pt x="1840" y="99"/>
                    </a:lnTo>
                    <a:lnTo>
                      <a:pt x="1849" y="116"/>
                    </a:lnTo>
                    <a:lnTo>
                      <a:pt x="1883" y="94"/>
                    </a:lnTo>
                    <a:lnTo>
                      <a:pt x="1873" y="80"/>
                    </a:lnTo>
                    <a:moveTo>
                      <a:pt x="1939" y="40"/>
                    </a:moveTo>
                    <a:lnTo>
                      <a:pt x="1906" y="59"/>
                    </a:lnTo>
                    <a:lnTo>
                      <a:pt x="1916" y="75"/>
                    </a:lnTo>
                    <a:lnTo>
                      <a:pt x="1949" y="56"/>
                    </a:lnTo>
                    <a:lnTo>
                      <a:pt x="1939" y="40"/>
                    </a:lnTo>
                    <a:moveTo>
                      <a:pt x="2005" y="0"/>
                    </a:moveTo>
                    <a:lnTo>
                      <a:pt x="1972" y="21"/>
                    </a:lnTo>
                    <a:lnTo>
                      <a:pt x="1982" y="37"/>
                    </a:lnTo>
                    <a:lnTo>
                      <a:pt x="2015" y="16"/>
                    </a:lnTo>
                    <a:lnTo>
                      <a:pt x="200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7" name="Freeform 17"/>
              <p:cNvSpPr>
                <a:spLocks noEditPoints="1"/>
              </p:cNvSpPr>
              <p:nvPr/>
            </p:nvSpPr>
            <p:spPr bwMode="auto">
              <a:xfrm>
                <a:off x="4571489" y="3434742"/>
                <a:ext cx="216187" cy="2081212"/>
              </a:xfrm>
              <a:custGeom>
                <a:avLst/>
                <a:gdLst>
                  <a:gd name="T0" fmla="*/ 216187 w 260"/>
                  <a:gd name="T1" fmla="*/ 2079549 h 2503"/>
                  <a:gd name="T2" fmla="*/ 192905 w 260"/>
                  <a:gd name="T3" fmla="*/ 2004715 h 2503"/>
                  <a:gd name="T4" fmla="*/ 208704 w 260"/>
                  <a:gd name="T5" fmla="*/ 2003052 h 2503"/>
                  <a:gd name="T6" fmla="*/ 190411 w 260"/>
                  <a:gd name="T7" fmla="*/ 1973119 h 2503"/>
                  <a:gd name="T8" fmla="*/ 187085 w 260"/>
                  <a:gd name="T9" fmla="*/ 1942354 h 2503"/>
                  <a:gd name="T10" fmla="*/ 200389 w 260"/>
                  <a:gd name="T11" fmla="*/ 1908263 h 2503"/>
                  <a:gd name="T12" fmla="*/ 174613 w 260"/>
                  <a:gd name="T13" fmla="*/ 1815968 h 2503"/>
                  <a:gd name="T14" fmla="*/ 190411 w 260"/>
                  <a:gd name="T15" fmla="*/ 1815968 h 2503"/>
                  <a:gd name="T16" fmla="*/ 172950 w 260"/>
                  <a:gd name="T17" fmla="*/ 1786866 h 2503"/>
                  <a:gd name="T18" fmla="*/ 168792 w 260"/>
                  <a:gd name="T19" fmla="*/ 1755269 h 2503"/>
                  <a:gd name="T20" fmla="*/ 182927 w 260"/>
                  <a:gd name="T21" fmla="*/ 1722010 h 2503"/>
                  <a:gd name="T22" fmla="*/ 157151 w 260"/>
                  <a:gd name="T23" fmla="*/ 1629715 h 2503"/>
                  <a:gd name="T24" fmla="*/ 172950 w 260"/>
                  <a:gd name="T25" fmla="*/ 1627220 h 2503"/>
                  <a:gd name="T26" fmla="*/ 155488 w 260"/>
                  <a:gd name="T27" fmla="*/ 1598118 h 2503"/>
                  <a:gd name="T28" fmla="*/ 151331 w 260"/>
                  <a:gd name="T29" fmla="*/ 1566522 h 2503"/>
                  <a:gd name="T30" fmla="*/ 162972 w 260"/>
                  <a:gd name="T31" fmla="*/ 1533262 h 2503"/>
                  <a:gd name="T32" fmla="*/ 139690 w 260"/>
                  <a:gd name="T33" fmla="*/ 1440967 h 2503"/>
                  <a:gd name="T34" fmla="*/ 155488 w 260"/>
                  <a:gd name="T35" fmla="*/ 1440967 h 2503"/>
                  <a:gd name="T36" fmla="*/ 135533 w 260"/>
                  <a:gd name="T37" fmla="*/ 1409370 h 2503"/>
                  <a:gd name="T38" fmla="*/ 133870 w 260"/>
                  <a:gd name="T39" fmla="*/ 1379437 h 2503"/>
                  <a:gd name="T40" fmla="*/ 145510 w 260"/>
                  <a:gd name="T41" fmla="*/ 1346177 h 2503"/>
                  <a:gd name="T42" fmla="*/ 121397 w 260"/>
                  <a:gd name="T43" fmla="*/ 1253882 h 2503"/>
                  <a:gd name="T44" fmla="*/ 137196 w 260"/>
                  <a:gd name="T45" fmla="*/ 1252219 h 2503"/>
                  <a:gd name="T46" fmla="*/ 118071 w 260"/>
                  <a:gd name="T47" fmla="*/ 1222286 h 2503"/>
                  <a:gd name="T48" fmla="*/ 115577 w 260"/>
                  <a:gd name="T49" fmla="*/ 1190689 h 2503"/>
                  <a:gd name="T50" fmla="*/ 128049 w 260"/>
                  <a:gd name="T51" fmla="*/ 1157430 h 2503"/>
                  <a:gd name="T52" fmla="*/ 102273 w 260"/>
                  <a:gd name="T53" fmla="*/ 1065135 h 2503"/>
                  <a:gd name="T54" fmla="*/ 118071 w 260"/>
                  <a:gd name="T55" fmla="*/ 1063472 h 2503"/>
                  <a:gd name="T56" fmla="*/ 99779 w 260"/>
                  <a:gd name="T57" fmla="*/ 1033538 h 2503"/>
                  <a:gd name="T58" fmla="*/ 96453 w 260"/>
                  <a:gd name="T59" fmla="*/ 1001942 h 2503"/>
                  <a:gd name="T60" fmla="*/ 109756 w 260"/>
                  <a:gd name="T61" fmla="*/ 971177 h 2503"/>
                  <a:gd name="T62" fmla="*/ 84812 w 260"/>
                  <a:gd name="T63" fmla="*/ 878882 h 2503"/>
                  <a:gd name="T64" fmla="*/ 99779 w 260"/>
                  <a:gd name="T65" fmla="*/ 876387 h 2503"/>
                  <a:gd name="T66" fmla="*/ 82317 w 260"/>
                  <a:gd name="T67" fmla="*/ 847285 h 2503"/>
                  <a:gd name="T68" fmla="*/ 78160 w 260"/>
                  <a:gd name="T69" fmla="*/ 815689 h 2503"/>
                  <a:gd name="T70" fmla="*/ 92295 w 260"/>
                  <a:gd name="T71" fmla="*/ 782429 h 2503"/>
                  <a:gd name="T72" fmla="*/ 66519 w 260"/>
                  <a:gd name="T73" fmla="*/ 690134 h 2503"/>
                  <a:gd name="T74" fmla="*/ 82317 w 260"/>
                  <a:gd name="T75" fmla="*/ 687640 h 2503"/>
                  <a:gd name="T76" fmla="*/ 64856 w 260"/>
                  <a:gd name="T77" fmla="*/ 658538 h 2503"/>
                  <a:gd name="T78" fmla="*/ 60699 w 260"/>
                  <a:gd name="T79" fmla="*/ 626941 h 2503"/>
                  <a:gd name="T80" fmla="*/ 72339 w 260"/>
                  <a:gd name="T81" fmla="*/ 595345 h 2503"/>
                  <a:gd name="T82" fmla="*/ 49058 w 260"/>
                  <a:gd name="T83" fmla="*/ 503050 h 2503"/>
                  <a:gd name="T84" fmla="*/ 64856 w 260"/>
                  <a:gd name="T85" fmla="*/ 501387 h 2503"/>
                  <a:gd name="T86" fmla="*/ 44900 w 260"/>
                  <a:gd name="T87" fmla="*/ 471453 h 2503"/>
                  <a:gd name="T88" fmla="*/ 43237 w 260"/>
                  <a:gd name="T89" fmla="*/ 439857 h 2503"/>
                  <a:gd name="T90" fmla="*/ 54878 w 260"/>
                  <a:gd name="T91" fmla="*/ 406597 h 2503"/>
                  <a:gd name="T92" fmla="*/ 31597 w 260"/>
                  <a:gd name="T93" fmla="*/ 314302 h 2503"/>
                  <a:gd name="T94" fmla="*/ 47395 w 260"/>
                  <a:gd name="T95" fmla="*/ 312639 h 2503"/>
                  <a:gd name="T96" fmla="*/ 27439 w 260"/>
                  <a:gd name="T97" fmla="*/ 282706 h 2503"/>
                  <a:gd name="T98" fmla="*/ 25776 w 260"/>
                  <a:gd name="T99" fmla="*/ 251109 h 2503"/>
                  <a:gd name="T100" fmla="*/ 37417 w 260"/>
                  <a:gd name="T101" fmla="*/ 217850 h 2503"/>
                  <a:gd name="T102" fmla="*/ 13304 w 260"/>
                  <a:gd name="T103" fmla="*/ 125555 h 2503"/>
                  <a:gd name="T104" fmla="*/ 27439 w 260"/>
                  <a:gd name="T105" fmla="*/ 125555 h 2503"/>
                  <a:gd name="T106" fmla="*/ 9978 w 260"/>
                  <a:gd name="T107" fmla="*/ 96452 h 2503"/>
                  <a:gd name="T108" fmla="*/ 5820 w 260"/>
                  <a:gd name="T109" fmla="*/ 64856 h 2503"/>
                  <a:gd name="T110" fmla="*/ 19956 w 260"/>
                  <a:gd name="T111" fmla="*/ 31597 h 250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60" h="2503">
                    <a:moveTo>
                      <a:pt x="239" y="2487"/>
                    </a:moveTo>
                    <a:lnTo>
                      <a:pt x="241" y="2503"/>
                    </a:lnTo>
                    <a:lnTo>
                      <a:pt x="260" y="2501"/>
                    </a:lnTo>
                    <a:lnTo>
                      <a:pt x="258" y="2485"/>
                    </a:lnTo>
                    <a:lnTo>
                      <a:pt x="239" y="2487"/>
                    </a:lnTo>
                    <a:close/>
                    <a:moveTo>
                      <a:pt x="232" y="2411"/>
                    </a:moveTo>
                    <a:lnTo>
                      <a:pt x="236" y="2449"/>
                    </a:lnTo>
                    <a:lnTo>
                      <a:pt x="255" y="2447"/>
                    </a:lnTo>
                    <a:lnTo>
                      <a:pt x="251" y="2409"/>
                    </a:lnTo>
                    <a:lnTo>
                      <a:pt x="232" y="2411"/>
                    </a:lnTo>
                    <a:close/>
                    <a:moveTo>
                      <a:pt x="225" y="2336"/>
                    </a:moveTo>
                    <a:lnTo>
                      <a:pt x="229" y="2373"/>
                    </a:lnTo>
                    <a:lnTo>
                      <a:pt x="248" y="2371"/>
                    </a:lnTo>
                    <a:lnTo>
                      <a:pt x="243" y="2333"/>
                    </a:lnTo>
                    <a:lnTo>
                      <a:pt x="225" y="2336"/>
                    </a:lnTo>
                    <a:close/>
                    <a:moveTo>
                      <a:pt x="217" y="2260"/>
                    </a:moveTo>
                    <a:lnTo>
                      <a:pt x="222" y="2298"/>
                    </a:lnTo>
                    <a:lnTo>
                      <a:pt x="241" y="2295"/>
                    </a:lnTo>
                    <a:lnTo>
                      <a:pt x="236" y="2260"/>
                    </a:lnTo>
                    <a:lnTo>
                      <a:pt x="217" y="2260"/>
                    </a:lnTo>
                    <a:close/>
                    <a:moveTo>
                      <a:pt x="210" y="2184"/>
                    </a:moveTo>
                    <a:lnTo>
                      <a:pt x="215" y="2222"/>
                    </a:lnTo>
                    <a:lnTo>
                      <a:pt x="234" y="2222"/>
                    </a:lnTo>
                    <a:lnTo>
                      <a:pt x="229" y="2184"/>
                    </a:lnTo>
                    <a:lnTo>
                      <a:pt x="210" y="2184"/>
                    </a:lnTo>
                    <a:close/>
                    <a:moveTo>
                      <a:pt x="203" y="2111"/>
                    </a:moveTo>
                    <a:lnTo>
                      <a:pt x="208" y="2149"/>
                    </a:lnTo>
                    <a:lnTo>
                      <a:pt x="227" y="2146"/>
                    </a:lnTo>
                    <a:lnTo>
                      <a:pt x="222" y="2109"/>
                    </a:lnTo>
                    <a:lnTo>
                      <a:pt x="203" y="2111"/>
                    </a:lnTo>
                    <a:close/>
                    <a:moveTo>
                      <a:pt x="196" y="2035"/>
                    </a:moveTo>
                    <a:lnTo>
                      <a:pt x="201" y="2073"/>
                    </a:lnTo>
                    <a:lnTo>
                      <a:pt x="220" y="2071"/>
                    </a:lnTo>
                    <a:lnTo>
                      <a:pt x="215" y="2033"/>
                    </a:lnTo>
                    <a:lnTo>
                      <a:pt x="196" y="2035"/>
                    </a:lnTo>
                    <a:close/>
                    <a:moveTo>
                      <a:pt x="189" y="1960"/>
                    </a:moveTo>
                    <a:lnTo>
                      <a:pt x="194" y="1997"/>
                    </a:lnTo>
                    <a:lnTo>
                      <a:pt x="213" y="1995"/>
                    </a:lnTo>
                    <a:lnTo>
                      <a:pt x="208" y="1957"/>
                    </a:lnTo>
                    <a:lnTo>
                      <a:pt x="189" y="1960"/>
                    </a:lnTo>
                    <a:close/>
                    <a:moveTo>
                      <a:pt x="182" y="1884"/>
                    </a:moveTo>
                    <a:lnTo>
                      <a:pt x="187" y="1922"/>
                    </a:lnTo>
                    <a:lnTo>
                      <a:pt x="203" y="1919"/>
                    </a:lnTo>
                    <a:lnTo>
                      <a:pt x="201" y="1882"/>
                    </a:lnTo>
                    <a:lnTo>
                      <a:pt x="182" y="1884"/>
                    </a:lnTo>
                    <a:close/>
                    <a:moveTo>
                      <a:pt x="175" y="1808"/>
                    </a:moveTo>
                    <a:lnTo>
                      <a:pt x="177" y="1846"/>
                    </a:lnTo>
                    <a:lnTo>
                      <a:pt x="196" y="1844"/>
                    </a:lnTo>
                    <a:lnTo>
                      <a:pt x="194" y="1806"/>
                    </a:lnTo>
                    <a:lnTo>
                      <a:pt x="175" y="1808"/>
                    </a:lnTo>
                    <a:close/>
                    <a:moveTo>
                      <a:pt x="168" y="1733"/>
                    </a:moveTo>
                    <a:lnTo>
                      <a:pt x="170" y="1771"/>
                    </a:lnTo>
                    <a:lnTo>
                      <a:pt x="189" y="1771"/>
                    </a:lnTo>
                    <a:lnTo>
                      <a:pt x="187" y="1733"/>
                    </a:lnTo>
                    <a:lnTo>
                      <a:pt x="168" y="1733"/>
                    </a:lnTo>
                    <a:close/>
                    <a:moveTo>
                      <a:pt x="161" y="1659"/>
                    </a:moveTo>
                    <a:lnTo>
                      <a:pt x="163" y="1695"/>
                    </a:lnTo>
                    <a:lnTo>
                      <a:pt x="182" y="1695"/>
                    </a:lnTo>
                    <a:lnTo>
                      <a:pt x="180" y="1657"/>
                    </a:lnTo>
                    <a:lnTo>
                      <a:pt x="161" y="1659"/>
                    </a:lnTo>
                    <a:close/>
                    <a:moveTo>
                      <a:pt x="154" y="1584"/>
                    </a:moveTo>
                    <a:lnTo>
                      <a:pt x="156" y="1622"/>
                    </a:lnTo>
                    <a:lnTo>
                      <a:pt x="175" y="1619"/>
                    </a:lnTo>
                    <a:lnTo>
                      <a:pt x="173" y="1581"/>
                    </a:lnTo>
                    <a:lnTo>
                      <a:pt x="154" y="1584"/>
                    </a:lnTo>
                    <a:close/>
                    <a:moveTo>
                      <a:pt x="146" y="1508"/>
                    </a:moveTo>
                    <a:lnTo>
                      <a:pt x="149" y="1546"/>
                    </a:lnTo>
                    <a:lnTo>
                      <a:pt x="168" y="1544"/>
                    </a:lnTo>
                    <a:lnTo>
                      <a:pt x="165" y="1506"/>
                    </a:lnTo>
                    <a:lnTo>
                      <a:pt x="146" y="1508"/>
                    </a:lnTo>
                    <a:close/>
                    <a:moveTo>
                      <a:pt x="139" y="1432"/>
                    </a:moveTo>
                    <a:lnTo>
                      <a:pt x="142" y="1470"/>
                    </a:lnTo>
                    <a:lnTo>
                      <a:pt x="161" y="1468"/>
                    </a:lnTo>
                    <a:lnTo>
                      <a:pt x="158" y="1430"/>
                    </a:lnTo>
                    <a:lnTo>
                      <a:pt x="139" y="1432"/>
                    </a:lnTo>
                    <a:close/>
                    <a:moveTo>
                      <a:pt x="132" y="1357"/>
                    </a:moveTo>
                    <a:lnTo>
                      <a:pt x="135" y="1395"/>
                    </a:lnTo>
                    <a:lnTo>
                      <a:pt x="154" y="1392"/>
                    </a:lnTo>
                    <a:lnTo>
                      <a:pt x="149" y="1354"/>
                    </a:lnTo>
                    <a:lnTo>
                      <a:pt x="132" y="1357"/>
                    </a:lnTo>
                    <a:close/>
                    <a:moveTo>
                      <a:pt x="123" y="1281"/>
                    </a:moveTo>
                    <a:lnTo>
                      <a:pt x="128" y="1319"/>
                    </a:lnTo>
                    <a:lnTo>
                      <a:pt x="146" y="1317"/>
                    </a:lnTo>
                    <a:lnTo>
                      <a:pt x="142" y="1279"/>
                    </a:lnTo>
                    <a:lnTo>
                      <a:pt x="123" y="1281"/>
                    </a:lnTo>
                    <a:close/>
                    <a:moveTo>
                      <a:pt x="116" y="1205"/>
                    </a:moveTo>
                    <a:lnTo>
                      <a:pt x="120" y="1243"/>
                    </a:lnTo>
                    <a:lnTo>
                      <a:pt x="139" y="1243"/>
                    </a:lnTo>
                    <a:lnTo>
                      <a:pt x="135" y="1205"/>
                    </a:lnTo>
                    <a:lnTo>
                      <a:pt x="116" y="1205"/>
                    </a:lnTo>
                    <a:close/>
                    <a:moveTo>
                      <a:pt x="109" y="1132"/>
                    </a:moveTo>
                    <a:lnTo>
                      <a:pt x="113" y="1168"/>
                    </a:lnTo>
                    <a:lnTo>
                      <a:pt x="132" y="1168"/>
                    </a:lnTo>
                    <a:lnTo>
                      <a:pt x="128" y="1130"/>
                    </a:lnTo>
                    <a:lnTo>
                      <a:pt x="109" y="1132"/>
                    </a:lnTo>
                    <a:close/>
                    <a:moveTo>
                      <a:pt x="102" y="1057"/>
                    </a:moveTo>
                    <a:lnTo>
                      <a:pt x="106" y="1094"/>
                    </a:lnTo>
                    <a:lnTo>
                      <a:pt x="125" y="1092"/>
                    </a:lnTo>
                    <a:lnTo>
                      <a:pt x="120" y="1054"/>
                    </a:lnTo>
                    <a:lnTo>
                      <a:pt x="102" y="1057"/>
                    </a:lnTo>
                    <a:close/>
                    <a:moveTo>
                      <a:pt x="94" y="981"/>
                    </a:moveTo>
                    <a:lnTo>
                      <a:pt x="99" y="1019"/>
                    </a:lnTo>
                    <a:lnTo>
                      <a:pt x="118" y="1016"/>
                    </a:lnTo>
                    <a:lnTo>
                      <a:pt x="113" y="979"/>
                    </a:lnTo>
                    <a:lnTo>
                      <a:pt x="94" y="981"/>
                    </a:lnTo>
                    <a:close/>
                    <a:moveTo>
                      <a:pt x="87" y="905"/>
                    </a:moveTo>
                    <a:lnTo>
                      <a:pt x="92" y="943"/>
                    </a:lnTo>
                    <a:lnTo>
                      <a:pt x="111" y="941"/>
                    </a:lnTo>
                    <a:lnTo>
                      <a:pt x="106" y="903"/>
                    </a:lnTo>
                    <a:lnTo>
                      <a:pt x="87" y="905"/>
                    </a:lnTo>
                    <a:close/>
                    <a:moveTo>
                      <a:pt x="80" y="830"/>
                    </a:moveTo>
                    <a:lnTo>
                      <a:pt x="85" y="867"/>
                    </a:lnTo>
                    <a:lnTo>
                      <a:pt x="104" y="865"/>
                    </a:lnTo>
                    <a:lnTo>
                      <a:pt x="99" y="827"/>
                    </a:lnTo>
                    <a:lnTo>
                      <a:pt x="80" y="830"/>
                    </a:lnTo>
                    <a:close/>
                    <a:moveTo>
                      <a:pt x="73" y="754"/>
                    </a:moveTo>
                    <a:lnTo>
                      <a:pt x="78" y="792"/>
                    </a:lnTo>
                    <a:lnTo>
                      <a:pt x="97" y="789"/>
                    </a:lnTo>
                    <a:lnTo>
                      <a:pt x="92" y="754"/>
                    </a:lnTo>
                    <a:lnTo>
                      <a:pt x="73" y="754"/>
                    </a:lnTo>
                    <a:close/>
                    <a:moveTo>
                      <a:pt x="66" y="678"/>
                    </a:moveTo>
                    <a:lnTo>
                      <a:pt x="68" y="716"/>
                    </a:lnTo>
                    <a:lnTo>
                      <a:pt x="87" y="716"/>
                    </a:lnTo>
                    <a:lnTo>
                      <a:pt x="85" y="678"/>
                    </a:lnTo>
                    <a:lnTo>
                      <a:pt x="66" y="678"/>
                    </a:lnTo>
                    <a:close/>
                    <a:moveTo>
                      <a:pt x="59" y="605"/>
                    </a:moveTo>
                    <a:lnTo>
                      <a:pt x="61" y="640"/>
                    </a:lnTo>
                    <a:lnTo>
                      <a:pt x="80" y="640"/>
                    </a:lnTo>
                    <a:lnTo>
                      <a:pt x="78" y="603"/>
                    </a:lnTo>
                    <a:lnTo>
                      <a:pt x="59" y="605"/>
                    </a:lnTo>
                    <a:close/>
                    <a:moveTo>
                      <a:pt x="52" y="529"/>
                    </a:moveTo>
                    <a:lnTo>
                      <a:pt x="54" y="567"/>
                    </a:lnTo>
                    <a:lnTo>
                      <a:pt x="73" y="565"/>
                    </a:lnTo>
                    <a:lnTo>
                      <a:pt x="71" y="527"/>
                    </a:lnTo>
                    <a:lnTo>
                      <a:pt x="52" y="529"/>
                    </a:lnTo>
                    <a:close/>
                    <a:moveTo>
                      <a:pt x="45" y="454"/>
                    </a:moveTo>
                    <a:lnTo>
                      <a:pt x="47" y="491"/>
                    </a:lnTo>
                    <a:lnTo>
                      <a:pt x="66" y="489"/>
                    </a:lnTo>
                    <a:lnTo>
                      <a:pt x="64" y="451"/>
                    </a:lnTo>
                    <a:lnTo>
                      <a:pt x="45" y="454"/>
                    </a:lnTo>
                    <a:close/>
                    <a:moveTo>
                      <a:pt x="38" y="378"/>
                    </a:moveTo>
                    <a:lnTo>
                      <a:pt x="40" y="416"/>
                    </a:lnTo>
                    <a:lnTo>
                      <a:pt x="59" y="413"/>
                    </a:lnTo>
                    <a:lnTo>
                      <a:pt x="57" y="376"/>
                    </a:lnTo>
                    <a:lnTo>
                      <a:pt x="38" y="378"/>
                    </a:lnTo>
                    <a:close/>
                    <a:moveTo>
                      <a:pt x="31" y="302"/>
                    </a:moveTo>
                    <a:lnTo>
                      <a:pt x="33" y="340"/>
                    </a:lnTo>
                    <a:lnTo>
                      <a:pt x="52" y="338"/>
                    </a:lnTo>
                    <a:lnTo>
                      <a:pt x="50" y="300"/>
                    </a:lnTo>
                    <a:lnTo>
                      <a:pt x="31" y="302"/>
                    </a:lnTo>
                    <a:close/>
                    <a:moveTo>
                      <a:pt x="24" y="227"/>
                    </a:moveTo>
                    <a:lnTo>
                      <a:pt x="26" y="265"/>
                    </a:lnTo>
                    <a:lnTo>
                      <a:pt x="45" y="262"/>
                    </a:lnTo>
                    <a:lnTo>
                      <a:pt x="42" y="227"/>
                    </a:lnTo>
                    <a:lnTo>
                      <a:pt x="24" y="227"/>
                    </a:lnTo>
                    <a:close/>
                    <a:moveTo>
                      <a:pt x="16" y="151"/>
                    </a:moveTo>
                    <a:lnTo>
                      <a:pt x="19" y="189"/>
                    </a:lnTo>
                    <a:lnTo>
                      <a:pt x="38" y="189"/>
                    </a:lnTo>
                    <a:lnTo>
                      <a:pt x="33" y="151"/>
                    </a:lnTo>
                    <a:lnTo>
                      <a:pt x="16" y="151"/>
                    </a:lnTo>
                    <a:close/>
                    <a:moveTo>
                      <a:pt x="7" y="78"/>
                    </a:moveTo>
                    <a:lnTo>
                      <a:pt x="12" y="116"/>
                    </a:lnTo>
                    <a:lnTo>
                      <a:pt x="31" y="113"/>
                    </a:lnTo>
                    <a:lnTo>
                      <a:pt x="26" y="75"/>
                    </a:lnTo>
                    <a:lnTo>
                      <a:pt x="7" y="78"/>
                    </a:lnTo>
                    <a:close/>
                    <a:moveTo>
                      <a:pt x="0" y="2"/>
                    </a:moveTo>
                    <a:lnTo>
                      <a:pt x="5" y="40"/>
                    </a:lnTo>
                    <a:lnTo>
                      <a:pt x="24" y="38"/>
                    </a:lnTo>
                    <a:lnTo>
                      <a:pt x="19" y="0"/>
                    </a:lnTo>
                    <a:lnTo>
                      <a:pt x="0" y="2"/>
                    </a:lnTo>
                    <a:close/>
                  </a:path>
                </a:pathLst>
              </a:custGeom>
              <a:solidFill>
                <a:srgbClr val="44546A"/>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8" name="Freeform 18"/>
              <p:cNvSpPr>
                <a:spLocks noEditPoints="1"/>
              </p:cNvSpPr>
              <p:nvPr/>
            </p:nvSpPr>
            <p:spPr bwMode="auto">
              <a:xfrm>
                <a:off x="5283242" y="3593557"/>
                <a:ext cx="1250557" cy="888860"/>
              </a:xfrm>
              <a:custGeom>
                <a:avLst/>
                <a:gdLst>
                  <a:gd name="T0" fmla="*/ 9978 w 1504"/>
                  <a:gd name="T1" fmla="*/ 0 h 1069"/>
                  <a:gd name="T2" fmla="*/ 7483 w 1504"/>
                  <a:gd name="T3" fmla="*/ 17461 h 1069"/>
                  <a:gd name="T4" fmla="*/ 66519 w 1504"/>
                  <a:gd name="T5" fmla="*/ 41574 h 1069"/>
                  <a:gd name="T6" fmla="*/ 33259 w 1504"/>
                  <a:gd name="T7" fmla="*/ 35754 h 1069"/>
                  <a:gd name="T8" fmla="*/ 66519 w 1504"/>
                  <a:gd name="T9" fmla="*/ 41574 h 1069"/>
                  <a:gd name="T10" fmla="*/ 92295 w 1504"/>
                  <a:gd name="T11" fmla="*/ 59036 h 1069"/>
                  <a:gd name="T12" fmla="*/ 109756 w 1504"/>
                  <a:gd name="T13" fmla="*/ 90632 h 1069"/>
                  <a:gd name="T14" fmla="*/ 171286 w 1504"/>
                  <a:gd name="T15" fmla="*/ 113914 h 1069"/>
                  <a:gd name="T16" fmla="*/ 135532 w 1504"/>
                  <a:gd name="T17" fmla="*/ 108093 h 1069"/>
                  <a:gd name="T18" fmla="*/ 171286 w 1504"/>
                  <a:gd name="T19" fmla="*/ 113914 h 1069"/>
                  <a:gd name="T20" fmla="*/ 196231 w 1504"/>
                  <a:gd name="T21" fmla="*/ 132206 h 1069"/>
                  <a:gd name="T22" fmla="*/ 212029 w 1504"/>
                  <a:gd name="T23" fmla="*/ 162972 h 1069"/>
                  <a:gd name="T24" fmla="*/ 272728 w 1504"/>
                  <a:gd name="T25" fmla="*/ 187085 h 1069"/>
                  <a:gd name="T26" fmla="*/ 237805 w 1504"/>
                  <a:gd name="T27" fmla="*/ 181264 h 1069"/>
                  <a:gd name="T28" fmla="*/ 272728 w 1504"/>
                  <a:gd name="T29" fmla="*/ 187085 h 1069"/>
                  <a:gd name="T30" fmla="*/ 298504 w 1504"/>
                  <a:gd name="T31" fmla="*/ 204546 h 1069"/>
                  <a:gd name="T32" fmla="*/ 315965 w 1504"/>
                  <a:gd name="T33" fmla="*/ 236142 h 1069"/>
                  <a:gd name="T34" fmla="*/ 375001 w 1504"/>
                  <a:gd name="T35" fmla="*/ 259424 h 1069"/>
                  <a:gd name="T36" fmla="*/ 341741 w 1504"/>
                  <a:gd name="T37" fmla="*/ 253604 h 1069"/>
                  <a:gd name="T38" fmla="*/ 375001 w 1504"/>
                  <a:gd name="T39" fmla="*/ 259424 h 1069"/>
                  <a:gd name="T40" fmla="*/ 400777 w 1504"/>
                  <a:gd name="T41" fmla="*/ 277717 h 1069"/>
                  <a:gd name="T42" fmla="*/ 418238 w 1504"/>
                  <a:gd name="T43" fmla="*/ 308482 h 1069"/>
                  <a:gd name="T44" fmla="*/ 479768 w 1504"/>
                  <a:gd name="T45" fmla="*/ 332595 h 1069"/>
                  <a:gd name="T46" fmla="*/ 444014 w 1504"/>
                  <a:gd name="T47" fmla="*/ 326775 h 1069"/>
                  <a:gd name="T48" fmla="*/ 479768 w 1504"/>
                  <a:gd name="T49" fmla="*/ 332595 h 1069"/>
                  <a:gd name="T50" fmla="*/ 504713 w 1504"/>
                  <a:gd name="T51" fmla="*/ 350056 h 1069"/>
                  <a:gd name="T52" fmla="*/ 520511 w 1504"/>
                  <a:gd name="T53" fmla="*/ 381653 h 1069"/>
                  <a:gd name="T54" fmla="*/ 582041 w 1504"/>
                  <a:gd name="T55" fmla="*/ 403271 h 1069"/>
                  <a:gd name="T56" fmla="*/ 546287 w 1504"/>
                  <a:gd name="T57" fmla="*/ 399114 h 1069"/>
                  <a:gd name="T58" fmla="*/ 582041 w 1504"/>
                  <a:gd name="T59" fmla="*/ 403271 h 1069"/>
                  <a:gd name="T60" fmla="*/ 606986 w 1504"/>
                  <a:gd name="T61" fmla="*/ 423227 h 1069"/>
                  <a:gd name="T62" fmla="*/ 622784 w 1504"/>
                  <a:gd name="T63" fmla="*/ 452329 h 1069"/>
                  <a:gd name="T64" fmla="*/ 684314 w 1504"/>
                  <a:gd name="T65" fmla="*/ 475611 h 1069"/>
                  <a:gd name="T66" fmla="*/ 648560 w 1504"/>
                  <a:gd name="T67" fmla="*/ 472285 h 1069"/>
                  <a:gd name="T68" fmla="*/ 684314 w 1504"/>
                  <a:gd name="T69" fmla="*/ 475611 h 1069"/>
                  <a:gd name="T70" fmla="*/ 709259 w 1504"/>
                  <a:gd name="T71" fmla="*/ 495566 h 1069"/>
                  <a:gd name="T72" fmla="*/ 727551 w 1504"/>
                  <a:gd name="T73" fmla="*/ 524669 h 1069"/>
                  <a:gd name="T74" fmla="*/ 786587 w 1504"/>
                  <a:gd name="T75" fmla="*/ 548782 h 1069"/>
                  <a:gd name="T76" fmla="*/ 752496 w 1504"/>
                  <a:gd name="T77" fmla="*/ 544624 h 1069"/>
                  <a:gd name="T78" fmla="*/ 786587 w 1504"/>
                  <a:gd name="T79" fmla="*/ 548782 h 1069"/>
                  <a:gd name="T80" fmla="*/ 814026 w 1504"/>
                  <a:gd name="T81" fmla="*/ 566243 h 1069"/>
                  <a:gd name="T82" fmla="*/ 829824 w 1504"/>
                  <a:gd name="T83" fmla="*/ 597839 h 1069"/>
                  <a:gd name="T84" fmla="*/ 890523 w 1504"/>
                  <a:gd name="T85" fmla="*/ 621121 h 1069"/>
                  <a:gd name="T86" fmla="*/ 854769 w 1504"/>
                  <a:gd name="T87" fmla="*/ 615301 h 1069"/>
                  <a:gd name="T88" fmla="*/ 890523 w 1504"/>
                  <a:gd name="T89" fmla="*/ 621121 h 1069"/>
                  <a:gd name="T90" fmla="*/ 916299 w 1504"/>
                  <a:gd name="T91" fmla="*/ 639414 h 1069"/>
                  <a:gd name="T92" fmla="*/ 932097 w 1504"/>
                  <a:gd name="T93" fmla="*/ 670179 h 1069"/>
                  <a:gd name="T94" fmla="*/ 992796 w 1504"/>
                  <a:gd name="T95" fmla="*/ 694292 h 1069"/>
                  <a:gd name="T96" fmla="*/ 957042 w 1504"/>
                  <a:gd name="T97" fmla="*/ 688472 h 1069"/>
                  <a:gd name="T98" fmla="*/ 992796 w 1504"/>
                  <a:gd name="T99" fmla="*/ 694292 h 1069"/>
                  <a:gd name="T100" fmla="*/ 1018572 w 1504"/>
                  <a:gd name="T101" fmla="*/ 711753 h 1069"/>
                  <a:gd name="T102" fmla="*/ 1036033 w 1504"/>
                  <a:gd name="T103" fmla="*/ 743350 h 1069"/>
                  <a:gd name="T104" fmla="*/ 1095069 w 1504"/>
                  <a:gd name="T105" fmla="*/ 766631 h 1069"/>
                  <a:gd name="T106" fmla="*/ 1061809 w 1504"/>
                  <a:gd name="T107" fmla="*/ 760811 h 1069"/>
                  <a:gd name="T108" fmla="*/ 1095069 w 1504"/>
                  <a:gd name="T109" fmla="*/ 766631 h 1069"/>
                  <a:gd name="T110" fmla="*/ 1120845 w 1504"/>
                  <a:gd name="T111" fmla="*/ 784924 h 1069"/>
                  <a:gd name="T112" fmla="*/ 1138306 w 1504"/>
                  <a:gd name="T113" fmla="*/ 815689 h 1069"/>
                  <a:gd name="T114" fmla="*/ 1199005 w 1504"/>
                  <a:gd name="T115" fmla="*/ 839802 h 1069"/>
                  <a:gd name="T116" fmla="*/ 1164082 w 1504"/>
                  <a:gd name="T117" fmla="*/ 833982 h 1069"/>
                  <a:gd name="T118" fmla="*/ 1199005 w 1504"/>
                  <a:gd name="T119" fmla="*/ 839802 h 1069"/>
                  <a:gd name="T120" fmla="*/ 1224781 w 1504"/>
                  <a:gd name="T121" fmla="*/ 857263 h 1069"/>
                  <a:gd name="T122" fmla="*/ 1240579 w 1504"/>
                  <a:gd name="T123" fmla="*/ 888860 h 106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04" h="1069">
                    <a:moveTo>
                      <a:pt x="19" y="7"/>
                    </a:moveTo>
                    <a:lnTo>
                      <a:pt x="12" y="0"/>
                    </a:lnTo>
                    <a:lnTo>
                      <a:pt x="0" y="17"/>
                    </a:lnTo>
                    <a:lnTo>
                      <a:pt x="9" y="21"/>
                    </a:lnTo>
                    <a:lnTo>
                      <a:pt x="19" y="7"/>
                    </a:lnTo>
                    <a:close/>
                    <a:moveTo>
                      <a:pt x="80" y="50"/>
                    </a:moveTo>
                    <a:lnTo>
                      <a:pt x="49" y="29"/>
                    </a:lnTo>
                    <a:lnTo>
                      <a:pt x="40" y="43"/>
                    </a:lnTo>
                    <a:lnTo>
                      <a:pt x="71" y="66"/>
                    </a:lnTo>
                    <a:lnTo>
                      <a:pt x="80" y="50"/>
                    </a:lnTo>
                    <a:close/>
                    <a:moveTo>
                      <a:pt x="144" y="92"/>
                    </a:moveTo>
                    <a:lnTo>
                      <a:pt x="111" y="71"/>
                    </a:lnTo>
                    <a:lnTo>
                      <a:pt x="101" y="88"/>
                    </a:lnTo>
                    <a:lnTo>
                      <a:pt x="132" y="109"/>
                    </a:lnTo>
                    <a:lnTo>
                      <a:pt x="144" y="92"/>
                    </a:lnTo>
                    <a:close/>
                    <a:moveTo>
                      <a:pt x="206" y="137"/>
                    </a:moveTo>
                    <a:lnTo>
                      <a:pt x="175" y="116"/>
                    </a:lnTo>
                    <a:lnTo>
                      <a:pt x="163" y="130"/>
                    </a:lnTo>
                    <a:lnTo>
                      <a:pt x="194" y="152"/>
                    </a:lnTo>
                    <a:lnTo>
                      <a:pt x="206" y="137"/>
                    </a:lnTo>
                    <a:close/>
                    <a:moveTo>
                      <a:pt x="267" y="180"/>
                    </a:moveTo>
                    <a:lnTo>
                      <a:pt x="236" y="159"/>
                    </a:lnTo>
                    <a:lnTo>
                      <a:pt x="224" y="175"/>
                    </a:lnTo>
                    <a:lnTo>
                      <a:pt x="255" y="196"/>
                    </a:lnTo>
                    <a:lnTo>
                      <a:pt x="267" y="180"/>
                    </a:lnTo>
                    <a:close/>
                    <a:moveTo>
                      <a:pt x="328" y="225"/>
                    </a:moveTo>
                    <a:lnTo>
                      <a:pt x="298" y="204"/>
                    </a:lnTo>
                    <a:lnTo>
                      <a:pt x="286" y="218"/>
                    </a:lnTo>
                    <a:lnTo>
                      <a:pt x="317" y="239"/>
                    </a:lnTo>
                    <a:lnTo>
                      <a:pt x="328" y="225"/>
                    </a:lnTo>
                    <a:close/>
                    <a:moveTo>
                      <a:pt x="390" y="267"/>
                    </a:moveTo>
                    <a:lnTo>
                      <a:pt x="359" y="246"/>
                    </a:lnTo>
                    <a:lnTo>
                      <a:pt x="347" y="263"/>
                    </a:lnTo>
                    <a:lnTo>
                      <a:pt x="380" y="284"/>
                    </a:lnTo>
                    <a:lnTo>
                      <a:pt x="390" y="267"/>
                    </a:lnTo>
                    <a:close/>
                    <a:moveTo>
                      <a:pt x="451" y="312"/>
                    </a:moveTo>
                    <a:lnTo>
                      <a:pt x="421" y="289"/>
                    </a:lnTo>
                    <a:lnTo>
                      <a:pt x="411" y="305"/>
                    </a:lnTo>
                    <a:lnTo>
                      <a:pt x="442" y="326"/>
                    </a:lnTo>
                    <a:lnTo>
                      <a:pt x="451" y="312"/>
                    </a:lnTo>
                    <a:close/>
                    <a:moveTo>
                      <a:pt x="513" y="355"/>
                    </a:moveTo>
                    <a:lnTo>
                      <a:pt x="482" y="334"/>
                    </a:lnTo>
                    <a:lnTo>
                      <a:pt x="473" y="348"/>
                    </a:lnTo>
                    <a:lnTo>
                      <a:pt x="503" y="371"/>
                    </a:lnTo>
                    <a:lnTo>
                      <a:pt x="513" y="355"/>
                    </a:lnTo>
                    <a:close/>
                    <a:moveTo>
                      <a:pt x="577" y="400"/>
                    </a:moveTo>
                    <a:lnTo>
                      <a:pt x="544" y="376"/>
                    </a:lnTo>
                    <a:lnTo>
                      <a:pt x="534" y="393"/>
                    </a:lnTo>
                    <a:lnTo>
                      <a:pt x="565" y="414"/>
                    </a:lnTo>
                    <a:lnTo>
                      <a:pt x="577" y="400"/>
                    </a:lnTo>
                    <a:close/>
                    <a:moveTo>
                      <a:pt x="638" y="442"/>
                    </a:moveTo>
                    <a:lnTo>
                      <a:pt x="607" y="421"/>
                    </a:lnTo>
                    <a:lnTo>
                      <a:pt x="596" y="435"/>
                    </a:lnTo>
                    <a:lnTo>
                      <a:pt x="626" y="459"/>
                    </a:lnTo>
                    <a:lnTo>
                      <a:pt x="638" y="442"/>
                    </a:lnTo>
                    <a:close/>
                    <a:moveTo>
                      <a:pt x="700" y="485"/>
                    </a:moveTo>
                    <a:lnTo>
                      <a:pt x="669" y="464"/>
                    </a:lnTo>
                    <a:lnTo>
                      <a:pt x="657" y="480"/>
                    </a:lnTo>
                    <a:lnTo>
                      <a:pt x="688" y="501"/>
                    </a:lnTo>
                    <a:lnTo>
                      <a:pt x="700" y="485"/>
                    </a:lnTo>
                    <a:close/>
                    <a:moveTo>
                      <a:pt x="761" y="530"/>
                    </a:moveTo>
                    <a:lnTo>
                      <a:pt x="730" y="509"/>
                    </a:lnTo>
                    <a:lnTo>
                      <a:pt x="719" y="523"/>
                    </a:lnTo>
                    <a:lnTo>
                      <a:pt x="749" y="544"/>
                    </a:lnTo>
                    <a:lnTo>
                      <a:pt x="761" y="530"/>
                    </a:lnTo>
                    <a:close/>
                    <a:moveTo>
                      <a:pt x="823" y="572"/>
                    </a:moveTo>
                    <a:lnTo>
                      <a:pt x="792" y="551"/>
                    </a:lnTo>
                    <a:lnTo>
                      <a:pt x="780" y="568"/>
                    </a:lnTo>
                    <a:lnTo>
                      <a:pt x="813" y="589"/>
                    </a:lnTo>
                    <a:lnTo>
                      <a:pt x="823" y="572"/>
                    </a:lnTo>
                    <a:close/>
                    <a:moveTo>
                      <a:pt x="884" y="617"/>
                    </a:moveTo>
                    <a:lnTo>
                      <a:pt x="853" y="596"/>
                    </a:lnTo>
                    <a:lnTo>
                      <a:pt x="844" y="610"/>
                    </a:lnTo>
                    <a:lnTo>
                      <a:pt x="875" y="631"/>
                    </a:lnTo>
                    <a:lnTo>
                      <a:pt x="884" y="617"/>
                    </a:lnTo>
                    <a:close/>
                    <a:moveTo>
                      <a:pt x="946" y="660"/>
                    </a:moveTo>
                    <a:lnTo>
                      <a:pt x="915" y="639"/>
                    </a:lnTo>
                    <a:lnTo>
                      <a:pt x="905" y="655"/>
                    </a:lnTo>
                    <a:lnTo>
                      <a:pt x="936" y="676"/>
                    </a:lnTo>
                    <a:lnTo>
                      <a:pt x="946" y="660"/>
                    </a:lnTo>
                    <a:close/>
                    <a:moveTo>
                      <a:pt x="1009" y="705"/>
                    </a:moveTo>
                    <a:lnTo>
                      <a:pt x="979" y="681"/>
                    </a:lnTo>
                    <a:lnTo>
                      <a:pt x="967" y="698"/>
                    </a:lnTo>
                    <a:lnTo>
                      <a:pt x="998" y="719"/>
                    </a:lnTo>
                    <a:lnTo>
                      <a:pt x="1009" y="705"/>
                    </a:lnTo>
                    <a:close/>
                    <a:moveTo>
                      <a:pt x="1071" y="747"/>
                    </a:moveTo>
                    <a:lnTo>
                      <a:pt x="1040" y="726"/>
                    </a:lnTo>
                    <a:lnTo>
                      <a:pt x="1028" y="740"/>
                    </a:lnTo>
                    <a:lnTo>
                      <a:pt x="1059" y="764"/>
                    </a:lnTo>
                    <a:lnTo>
                      <a:pt x="1071" y="747"/>
                    </a:lnTo>
                    <a:close/>
                    <a:moveTo>
                      <a:pt x="1132" y="792"/>
                    </a:moveTo>
                    <a:lnTo>
                      <a:pt x="1102" y="769"/>
                    </a:lnTo>
                    <a:lnTo>
                      <a:pt x="1090" y="785"/>
                    </a:lnTo>
                    <a:lnTo>
                      <a:pt x="1121" y="806"/>
                    </a:lnTo>
                    <a:lnTo>
                      <a:pt x="1132" y="792"/>
                    </a:lnTo>
                    <a:close/>
                    <a:moveTo>
                      <a:pt x="1194" y="835"/>
                    </a:moveTo>
                    <a:lnTo>
                      <a:pt x="1163" y="814"/>
                    </a:lnTo>
                    <a:lnTo>
                      <a:pt x="1151" y="828"/>
                    </a:lnTo>
                    <a:lnTo>
                      <a:pt x="1182" y="851"/>
                    </a:lnTo>
                    <a:lnTo>
                      <a:pt x="1194" y="835"/>
                    </a:lnTo>
                    <a:close/>
                    <a:moveTo>
                      <a:pt x="1255" y="877"/>
                    </a:moveTo>
                    <a:lnTo>
                      <a:pt x="1225" y="856"/>
                    </a:lnTo>
                    <a:lnTo>
                      <a:pt x="1215" y="873"/>
                    </a:lnTo>
                    <a:lnTo>
                      <a:pt x="1246" y="894"/>
                    </a:lnTo>
                    <a:lnTo>
                      <a:pt x="1255" y="877"/>
                    </a:lnTo>
                    <a:close/>
                    <a:moveTo>
                      <a:pt x="1317" y="922"/>
                    </a:moveTo>
                    <a:lnTo>
                      <a:pt x="1286" y="901"/>
                    </a:lnTo>
                    <a:lnTo>
                      <a:pt x="1277" y="915"/>
                    </a:lnTo>
                    <a:lnTo>
                      <a:pt x="1307" y="936"/>
                    </a:lnTo>
                    <a:lnTo>
                      <a:pt x="1317" y="922"/>
                    </a:lnTo>
                    <a:close/>
                    <a:moveTo>
                      <a:pt x="1381" y="965"/>
                    </a:moveTo>
                    <a:lnTo>
                      <a:pt x="1348" y="944"/>
                    </a:lnTo>
                    <a:lnTo>
                      <a:pt x="1338" y="960"/>
                    </a:lnTo>
                    <a:lnTo>
                      <a:pt x="1369" y="981"/>
                    </a:lnTo>
                    <a:lnTo>
                      <a:pt x="1381" y="965"/>
                    </a:lnTo>
                    <a:close/>
                    <a:moveTo>
                      <a:pt x="1442" y="1010"/>
                    </a:moveTo>
                    <a:lnTo>
                      <a:pt x="1411" y="988"/>
                    </a:lnTo>
                    <a:lnTo>
                      <a:pt x="1400" y="1003"/>
                    </a:lnTo>
                    <a:lnTo>
                      <a:pt x="1430" y="1024"/>
                    </a:lnTo>
                    <a:lnTo>
                      <a:pt x="1442" y="1010"/>
                    </a:lnTo>
                    <a:close/>
                    <a:moveTo>
                      <a:pt x="1504" y="1052"/>
                    </a:moveTo>
                    <a:lnTo>
                      <a:pt x="1473" y="1031"/>
                    </a:lnTo>
                    <a:lnTo>
                      <a:pt x="1461" y="1048"/>
                    </a:lnTo>
                    <a:lnTo>
                      <a:pt x="1492" y="1069"/>
                    </a:lnTo>
                    <a:lnTo>
                      <a:pt x="1504" y="1052"/>
                    </a:lnTo>
                    <a:close/>
                  </a:path>
                </a:pathLst>
              </a:custGeom>
              <a:solidFill>
                <a:srgbClr val="44546A"/>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9" name="Freeform 19"/>
              <p:cNvSpPr>
                <a:spLocks noEditPoints="1"/>
              </p:cNvSpPr>
              <p:nvPr/>
            </p:nvSpPr>
            <p:spPr bwMode="auto">
              <a:xfrm>
                <a:off x="5283242" y="3593557"/>
                <a:ext cx="1250557" cy="888860"/>
              </a:xfrm>
              <a:custGeom>
                <a:avLst/>
                <a:gdLst>
                  <a:gd name="T0" fmla="*/ 9978 w 1504"/>
                  <a:gd name="T1" fmla="*/ 0 h 1069"/>
                  <a:gd name="T2" fmla="*/ 7483 w 1504"/>
                  <a:gd name="T3" fmla="*/ 17461 h 1069"/>
                  <a:gd name="T4" fmla="*/ 66519 w 1504"/>
                  <a:gd name="T5" fmla="*/ 41574 h 1069"/>
                  <a:gd name="T6" fmla="*/ 33259 w 1504"/>
                  <a:gd name="T7" fmla="*/ 35754 h 1069"/>
                  <a:gd name="T8" fmla="*/ 66519 w 1504"/>
                  <a:gd name="T9" fmla="*/ 41574 h 1069"/>
                  <a:gd name="T10" fmla="*/ 92295 w 1504"/>
                  <a:gd name="T11" fmla="*/ 59036 h 1069"/>
                  <a:gd name="T12" fmla="*/ 109756 w 1504"/>
                  <a:gd name="T13" fmla="*/ 90632 h 1069"/>
                  <a:gd name="T14" fmla="*/ 171286 w 1504"/>
                  <a:gd name="T15" fmla="*/ 113914 h 1069"/>
                  <a:gd name="T16" fmla="*/ 135532 w 1504"/>
                  <a:gd name="T17" fmla="*/ 108093 h 1069"/>
                  <a:gd name="T18" fmla="*/ 171286 w 1504"/>
                  <a:gd name="T19" fmla="*/ 113914 h 1069"/>
                  <a:gd name="T20" fmla="*/ 196231 w 1504"/>
                  <a:gd name="T21" fmla="*/ 132206 h 1069"/>
                  <a:gd name="T22" fmla="*/ 212029 w 1504"/>
                  <a:gd name="T23" fmla="*/ 162972 h 1069"/>
                  <a:gd name="T24" fmla="*/ 272728 w 1504"/>
                  <a:gd name="T25" fmla="*/ 187085 h 1069"/>
                  <a:gd name="T26" fmla="*/ 237805 w 1504"/>
                  <a:gd name="T27" fmla="*/ 181264 h 1069"/>
                  <a:gd name="T28" fmla="*/ 272728 w 1504"/>
                  <a:gd name="T29" fmla="*/ 187085 h 1069"/>
                  <a:gd name="T30" fmla="*/ 298504 w 1504"/>
                  <a:gd name="T31" fmla="*/ 204546 h 1069"/>
                  <a:gd name="T32" fmla="*/ 315965 w 1504"/>
                  <a:gd name="T33" fmla="*/ 236142 h 1069"/>
                  <a:gd name="T34" fmla="*/ 375001 w 1504"/>
                  <a:gd name="T35" fmla="*/ 259424 h 1069"/>
                  <a:gd name="T36" fmla="*/ 341741 w 1504"/>
                  <a:gd name="T37" fmla="*/ 253604 h 1069"/>
                  <a:gd name="T38" fmla="*/ 375001 w 1504"/>
                  <a:gd name="T39" fmla="*/ 259424 h 1069"/>
                  <a:gd name="T40" fmla="*/ 400777 w 1504"/>
                  <a:gd name="T41" fmla="*/ 277717 h 1069"/>
                  <a:gd name="T42" fmla="*/ 418238 w 1504"/>
                  <a:gd name="T43" fmla="*/ 308482 h 1069"/>
                  <a:gd name="T44" fmla="*/ 479768 w 1504"/>
                  <a:gd name="T45" fmla="*/ 332595 h 1069"/>
                  <a:gd name="T46" fmla="*/ 444014 w 1504"/>
                  <a:gd name="T47" fmla="*/ 326775 h 1069"/>
                  <a:gd name="T48" fmla="*/ 479768 w 1504"/>
                  <a:gd name="T49" fmla="*/ 332595 h 1069"/>
                  <a:gd name="T50" fmla="*/ 504713 w 1504"/>
                  <a:gd name="T51" fmla="*/ 350056 h 1069"/>
                  <a:gd name="T52" fmla="*/ 520511 w 1504"/>
                  <a:gd name="T53" fmla="*/ 381653 h 1069"/>
                  <a:gd name="T54" fmla="*/ 582041 w 1504"/>
                  <a:gd name="T55" fmla="*/ 403271 h 1069"/>
                  <a:gd name="T56" fmla="*/ 546287 w 1504"/>
                  <a:gd name="T57" fmla="*/ 399114 h 1069"/>
                  <a:gd name="T58" fmla="*/ 582041 w 1504"/>
                  <a:gd name="T59" fmla="*/ 403271 h 1069"/>
                  <a:gd name="T60" fmla="*/ 606986 w 1504"/>
                  <a:gd name="T61" fmla="*/ 423227 h 1069"/>
                  <a:gd name="T62" fmla="*/ 622784 w 1504"/>
                  <a:gd name="T63" fmla="*/ 452329 h 1069"/>
                  <a:gd name="T64" fmla="*/ 684314 w 1504"/>
                  <a:gd name="T65" fmla="*/ 475611 h 1069"/>
                  <a:gd name="T66" fmla="*/ 648560 w 1504"/>
                  <a:gd name="T67" fmla="*/ 472285 h 1069"/>
                  <a:gd name="T68" fmla="*/ 684314 w 1504"/>
                  <a:gd name="T69" fmla="*/ 475611 h 1069"/>
                  <a:gd name="T70" fmla="*/ 709259 w 1504"/>
                  <a:gd name="T71" fmla="*/ 495566 h 1069"/>
                  <a:gd name="T72" fmla="*/ 727551 w 1504"/>
                  <a:gd name="T73" fmla="*/ 524669 h 1069"/>
                  <a:gd name="T74" fmla="*/ 786587 w 1504"/>
                  <a:gd name="T75" fmla="*/ 548782 h 1069"/>
                  <a:gd name="T76" fmla="*/ 752496 w 1504"/>
                  <a:gd name="T77" fmla="*/ 544624 h 1069"/>
                  <a:gd name="T78" fmla="*/ 786587 w 1504"/>
                  <a:gd name="T79" fmla="*/ 548782 h 1069"/>
                  <a:gd name="T80" fmla="*/ 814026 w 1504"/>
                  <a:gd name="T81" fmla="*/ 566243 h 1069"/>
                  <a:gd name="T82" fmla="*/ 829824 w 1504"/>
                  <a:gd name="T83" fmla="*/ 597839 h 1069"/>
                  <a:gd name="T84" fmla="*/ 890523 w 1504"/>
                  <a:gd name="T85" fmla="*/ 621121 h 1069"/>
                  <a:gd name="T86" fmla="*/ 854769 w 1504"/>
                  <a:gd name="T87" fmla="*/ 615301 h 1069"/>
                  <a:gd name="T88" fmla="*/ 890523 w 1504"/>
                  <a:gd name="T89" fmla="*/ 621121 h 1069"/>
                  <a:gd name="T90" fmla="*/ 916299 w 1504"/>
                  <a:gd name="T91" fmla="*/ 639414 h 1069"/>
                  <a:gd name="T92" fmla="*/ 932097 w 1504"/>
                  <a:gd name="T93" fmla="*/ 670179 h 1069"/>
                  <a:gd name="T94" fmla="*/ 992796 w 1504"/>
                  <a:gd name="T95" fmla="*/ 694292 h 1069"/>
                  <a:gd name="T96" fmla="*/ 957042 w 1504"/>
                  <a:gd name="T97" fmla="*/ 688472 h 1069"/>
                  <a:gd name="T98" fmla="*/ 992796 w 1504"/>
                  <a:gd name="T99" fmla="*/ 694292 h 1069"/>
                  <a:gd name="T100" fmla="*/ 1018572 w 1504"/>
                  <a:gd name="T101" fmla="*/ 711753 h 1069"/>
                  <a:gd name="T102" fmla="*/ 1036033 w 1504"/>
                  <a:gd name="T103" fmla="*/ 743350 h 1069"/>
                  <a:gd name="T104" fmla="*/ 1095069 w 1504"/>
                  <a:gd name="T105" fmla="*/ 766631 h 1069"/>
                  <a:gd name="T106" fmla="*/ 1061809 w 1504"/>
                  <a:gd name="T107" fmla="*/ 760811 h 1069"/>
                  <a:gd name="T108" fmla="*/ 1095069 w 1504"/>
                  <a:gd name="T109" fmla="*/ 766631 h 1069"/>
                  <a:gd name="T110" fmla="*/ 1120845 w 1504"/>
                  <a:gd name="T111" fmla="*/ 784924 h 1069"/>
                  <a:gd name="T112" fmla="*/ 1138306 w 1504"/>
                  <a:gd name="T113" fmla="*/ 815689 h 1069"/>
                  <a:gd name="T114" fmla="*/ 1199005 w 1504"/>
                  <a:gd name="T115" fmla="*/ 839802 h 1069"/>
                  <a:gd name="T116" fmla="*/ 1164082 w 1504"/>
                  <a:gd name="T117" fmla="*/ 833982 h 1069"/>
                  <a:gd name="T118" fmla="*/ 1199005 w 1504"/>
                  <a:gd name="T119" fmla="*/ 839802 h 1069"/>
                  <a:gd name="T120" fmla="*/ 1224781 w 1504"/>
                  <a:gd name="T121" fmla="*/ 857263 h 1069"/>
                  <a:gd name="T122" fmla="*/ 1240579 w 1504"/>
                  <a:gd name="T123" fmla="*/ 888860 h 106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04" h="1069">
                    <a:moveTo>
                      <a:pt x="19" y="7"/>
                    </a:moveTo>
                    <a:lnTo>
                      <a:pt x="12" y="0"/>
                    </a:lnTo>
                    <a:lnTo>
                      <a:pt x="0" y="17"/>
                    </a:lnTo>
                    <a:lnTo>
                      <a:pt x="9" y="21"/>
                    </a:lnTo>
                    <a:lnTo>
                      <a:pt x="19" y="7"/>
                    </a:lnTo>
                    <a:moveTo>
                      <a:pt x="80" y="50"/>
                    </a:moveTo>
                    <a:lnTo>
                      <a:pt x="49" y="29"/>
                    </a:lnTo>
                    <a:lnTo>
                      <a:pt x="40" y="43"/>
                    </a:lnTo>
                    <a:lnTo>
                      <a:pt x="71" y="66"/>
                    </a:lnTo>
                    <a:lnTo>
                      <a:pt x="80" y="50"/>
                    </a:lnTo>
                    <a:moveTo>
                      <a:pt x="144" y="92"/>
                    </a:moveTo>
                    <a:lnTo>
                      <a:pt x="111" y="71"/>
                    </a:lnTo>
                    <a:lnTo>
                      <a:pt x="101" y="88"/>
                    </a:lnTo>
                    <a:lnTo>
                      <a:pt x="132" y="109"/>
                    </a:lnTo>
                    <a:lnTo>
                      <a:pt x="144" y="92"/>
                    </a:lnTo>
                    <a:moveTo>
                      <a:pt x="206" y="137"/>
                    </a:moveTo>
                    <a:lnTo>
                      <a:pt x="175" y="116"/>
                    </a:lnTo>
                    <a:lnTo>
                      <a:pt x="163" y="130"/>
                    </a:lnTo>
                    <a:lnTo>
                      <a:pt x="194" y="152"/>
                    </a:lnTo>
                    <a:lnTo>
                      <a:pt x="206" y="137"/>
                    </a:lnTo>
                    <a:moveTo>
                      <a:pt x="267" y="180"/>
                    </a:moveTo>
                    <a:lnTo>
                      <a:pt x="236" y="159"/>
                    </a:lnTo>
                    <a:lnTo>
                      <a:pt x="224" y="175"/>
                    </a:lnTo>
                    <a:lnTo>
                      <a:pt x="255" y="196"/>
                    </a:lnTo>
                    <a:lnTo>
                      <a:pt x="267" y="180"/>
                    </a:lnTo>
                    <a:moveTo>
                      <a:pt x="328" y="225"/>
                    </a:moveTo>
                    <a:lnTo>
                      <a:pt x="298" y="204"/>
                    </a:lnTo>
                    <a:lnTo>
                      <a:pt x="286" y="218"/>
                    </a:lnTo>
                    <a:lnTo>
                      <a:pt x="317" y="239"/>
                    </a:lnTo>
                    <a:lnTo>
                      <a:pt x="328" y="225"/>
                    </a:lnTo>
                    <a:moveTo>
                      <a:pt x="390" y="267"/>
                    </a:moveTo>
                    <a:lnTo>
                      <a:pt x="359" y="246"/>
                    </a:lnTo>
                    <a:lnTo>
                      <a:pt x="347" y="263"/>
                    </a:lnTo>
                    <a:lnTo>
                      <a:pt x="380" y="284"/>
                    </a:lnTo>
                    <a:lnTo>
                      <a:pt x="390" y="267"/>
                    </a:lnTo>
                    <a:moveTo>
                      <a:pt x="451" y="312"/>
                    </a:moveTo>
                    <a:lnTo>
                      <a:pt x="421" y="289"/>
                    </a:lnTo>
                    <a:lnTo>
                      <a:pt x="411" y="305"/>
                    </a:lnTo>
                    <a:lnTo>
                      <a:pt x="442" y="326"/>
                    </a:lnTo>
                    <a:lnTo>
                      <a:pt x="451" y="312"/>
                    </a:lnTo>
                    <a:moveTo>
                      <a:pt x="513" y="355"/>
                    </a:moveTo>
                    <a:lnTo>
                      <a:pt x="482" y="334"/>
                    </a:lnTo>
                    <a:lnTo>
                      <a:pt x="473" y="348"/>
                    </a:lnTo>
                    <a:lnTo>
                      <a:pt x="503" y="371"/>
                    </a:lnTo>
                    <a:lnTo>
                      <a:pt x="513" y="355"/>
                    </a:lnTo>
                    <a:moveTo>
                      <a:pt x="577" y="400"/>
                    </a:moveTo>
                    <a:lnTo>
                      <a:pt x="544" y="376"/>
                    </a:lnTo>
                    <a:lnTo>
                      <a:pt x="534" y="393"/>
                    </a:lnTo>
                    <a:lnTo>
                      <a:pt x="565" y="414"/>
                    </a:lnTo>
                    <a:lnTo>
                      <a:pt x="577" y="400"/>
                    </a:lnTo>
                    <a:moveTo>
                      <a:pt x="638" y="442"/>
                    </a:moveTo>
                    <a:lnTo>
                      <a:pt x="607" y="421"/>
                    </a:lnTo>
                    <a:lnTo>
                      <a:pt x="596" y="435"/>
                    </a:lnTo>
                    <a:lnTo>
                      <a:pt x="626" y="459"/>
                    </a:lnTo>
                    <a:lnTo>
                      <a:pt x="638" y="442"/>
                    </a:lnTo>
                    <a:moveTo>
                      <a:pt x="700" y="485"/>
                    </a:moveTo>
                    <a:lnTo>
                      <a:pt x="669" y="464"/>
                    </a:lnTo>
                    <a:lnTo>
                      <a:pt x="657" y="480"/>
                    </a:lnTo>
                    <a:lnTo>
                      <a:pt x="688" y="501"/>
                    </a:lnTo>
                    <a:lnTo>
                      <a:pt x="700" y="485"/>
                    </a:lnTo>
                    <a:moveTo>
                      <a:pt x="761" y="530"/>
                    </a:moveTo>
                    <a:lnTo>
                      <a:pt x="730" y="509"/>
                    </a:lnTo>
                    <a:lnTo>
                      <a:pt x="719" y="523"/>
                    </a:lnTo>
                    <a:lnTo>
                      <a:pt x="749" y="544"/>
                    </a:lnTo>
                    <a:lnTo>
                      <a:pt x="761" y="530"/>
                    </a:lnTo>
                    <a:moveTo>
                      <a:pt x="823" y="572"/>
                    </a:moveTo>
                    <a:lnTo>
                      <a:pt x="792" y="551"/>
                    </a:lnTo>
                    <a:lnTo>
                      <a:pt x="780" y="568"/>
                    </a:lnTo>
                    <a:lnTo>
                      <a:pt x="813" y="589"/>
                    </a:lnTo>
                    <a:lnTo>
                      <a:pt x="823" y="572"/>
                    </a:lnTo>
                    <a:moveTo>
                      <a:pt x="884" y="617"/>
                    </a:moveTo>
                    <a:lnTo>
                      <a:pt x="853" y="596"/>
                    </a:lnTo>
                    <a:lnTo>
                      <a:pt x="844" y="610"/>
                    </a:lnTo>
                    <a:lnTo>
                      <a:pt x="875" y="631"/>
                    </a:lnTo>
                    <a:lnTo>
                      <a:pt x="884" y="617"/>
                    </a:lnTo>
                    <a:moveTo>
                      <a:pt x="946" y="660"/>
                    </a:moveTo>
                    <a:lnTo>
                      <a:pt x="915" y="639"/>
                    </a:lnTo>
                    <a:lnTo>
                      <a:pt x="905" y="655"/>
                    </a:lnTo>
                    <a:lnTo>
                      <a:pt x="936" y="676"/>
                    </a:lnTo>
                    <a:lnTo>
                      <a:pt x="946" y="660"/>
                    </a:lnTo>
                    <a:moveTo>
                      <a:pt x="1009" y="705"/>
                    </a:moveTo>
                    <a:lnTo>
                      <a:pt x="979" y="681"/>
                    </a:lnTo>
                    <a:lnTo>
                      <a:pt x="967" y="698"/>
                    </a:lnTo>
                    <a:lnTo>
                      <a:pt x="998" y="719"/>
                    </a:lnTo>
                    <a:lnTo>
                      <a:pt x="1009" y="705"/>
                    </a:lnTo>
                    <a:moveTo>
                      <a:pt x="1071" y="747"/>
                    </a:moveTo>
                    <a:lnTo>
                      <a:pt x="1040" y="726"/>
                    </a:lnTo>
                    <a:lnTo>
                      <a:pt x="1028" y="740"/>
                    </a:lnTo>
                    <a:lnTo>
                      <a:pt x="1059" y="764"/>
                    </a:lnTo>
                    <a:lnTo>
                      <a:pt x="1071" y="747"/>
                    </a:lnTo>
                    <a:moveTo>
                      <a:pt x="1132" y="792"/>
                    </a:moveTo>
                    <a:lnTo>
                      <a:pt x="1102" y="769"/>
                    </a:lnTo>
                    <a:lnTo>
                      <a:pt x="1090" y="785"/>
                    </a:lnTo>
                    <a:lnTo>
                      <a:pt x="1121" y="806"/>
                    </a:lnTo>
                    <a:lnTo>
                      <a:pt x="1132" y="792"/>
                    </a:lnTo>
                    <a:moveTo>
                      <a:pt x="1194" y="835"/>
                    </a:moveTo>
                    <a:lnTo>
                      <a:pt x="1163" y="814"/>
                    </a:lnTo>
                    <a:lnTo>
                      <a:pt x="1151" y="828"/>
                    </a:lnTo>
                    <a:lnTo>
                      <a:pt x="1182" y="851"/>
                    </a:lnTo>
                    <a:lnTo>
                      <a:pt x="1194" y="835"/>
                    </a:lnTo>
                    <a:moveTo>
                      <a:pt x="1255" y="877"/>
                    </a:moveTo>
                    <a:lnTo>
                      <a:pt x="1225" y="856"/>
                    </a:lnTo>
                    <a:lnTo>
                      <a:pt x="1215" y="873"/>
                    </a:lnTo>
                    <a:lnTo>
                      <a:pt x="1246" y="894"/>
                    </a:lnTo>
                    <a:lnTo>
                      <a:pt x="1255" y="877"/>
                    </a:lnTo>
                    <a:moveTo>
                      <a:pt x="1317" y="922"/>
                    </a:moveTo>
                    <a:lnTo>
                      <a:pt x="1286" y="901"/>
                    </a:lnTo>
                    <a:lnTo>
                      <a:pt x="1277" y="915"/>
                    </a:lnTo>
                    <a:lnTo>
                      <a:pt x="1307" y="936"/>
                    </a:lnTo>
                    <a:lnTo>
                      <a:pt x="1317" y="922"/>
                    </a:lnTo>
                    <a:moveTo>
                      <a:pt x="1381" y="965"/>
                    </a:moveTo>
                    <a:lnTo>
                      <a:pt x="1348" y="944"/>
                    </a:lnTo>
                    <a:lnTo>
                      <a:pt x="1338" y="960"/>
                    </a:lnTo>
                    <a:lnTo>
                      <a:pt x="1369" y="981"/>
                    </a:lnTo>
                    <a:lnTo>
                      <a:pt x="1381" y="965"/>
                    </a:lnTo>
                    <a:moveTo>
                      <a:pt x="1442" y="1010"/>
                    </a:moveTo>
                    <a:lnTo>
                      <a:pt x="1411" y="988"/>
                    </a:lnTo>
                    <a:lnTo>
                      <a:pt x="1400" y="1003"/>
                    </a:lnTo>
                    <a:lnTo>
                      <a:pt x="1430" y="1024"/>
                    </a:lnTo>
                    <a:lnTo>
                      <a:pt x="1442" y="1010"/>
                    </a:lnTo>
                    <a:moveTo>
                      <a:pt x="1504" y="1052"/>
                    </a:moveTo>
                    <a:lnTo>
                      <a:pt x="1473" y="1031"/>
                    </a:lnTo>
                    <a:lnTo>
                      <a:pt x="1461" y="1048"/>
                    </a:lnTo>
                    <a:lnTo>
                      <a:pt x="1492" y="1069"/>
                    </a:lnTo>
                    <a:lnTo>
                      <a:pt x="1504" y="105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20" name="Freeform 20"/>
              <p:cNvSpPr>
                <a:spLocks noEditPoints="1"/>
              </p:cNvSpPr>
              <p:nvPr/>
            </p:nvSpPr>
            <p:spPr bwMode="auto">
              <a:xfrm>
                <a:off x="4978086" y="2367113"/>
                <a:ext cx="1555712" cy="1040190"/>
              </a:xfrm>
              <a:custGeom>
                <a:avLst/>
                <a:gdLst>
                  <a:gd name="T0" fmla="*/ 8315 w 1871"/>
                  <a:gd name="T1" fmla="*/ 1040190 h 1251"/>
                  <a:gd name="T2" fmla="*/ 78991 w 1871"/>
                  <a:gd name="T3" fmla="*/ 975334 h 1251"/>
                  <a:gd name="T4" fmla="*/ 86475 w 1871"/>
                  <a:gd name="T5" fmla="*/ 986975 h 1251"/>
                  <a:gd name="T6" fmla="*/ 104767 w 1871"/>
                  <a:gd name="T7" fmla="*/ 957041 h 1251"/>
                  <a:gd name="T8" fmla="*/ 132206 w 1871"/>
                  <a:gd name="T9" fmla="*/ 939580 h 1251"/>
                  <a:gd name="T10" fmla="*/ 165466 w 1871"/>
                  <a:gd name="T11" fmla="*/ 935423 h 1251"/>
                  <a:gd name="T12" fmla="*/ 236142 w 1871"/>
                  <a:gd name="T13" fmla="*/ 870567 h 1251"/>
                  <a:gd name="T14" fmla="*/ 244457 w 1871"/>
                  <a:gd name="T15" fmla="*/ 882208 h 1251"/>
                  <a:gd name="T16" fmla="*/ 261918 w 1871"/>
                  <a:gd name="T17" fmla="*/ 853105 h 1251"/>
                  <a:gd name="T18" fmla="*/ 289357 w 1871"/>
                  <a:gd name="T19" fmla="*/ 835644 h 1251"/>
                  <a:gd name="T20" fmla="*/ 322617 w 1871"/>
                  <a:gd name="T21" fmla="*/ 831487 h 1251"/>
                  <a:gd name="T22" fmla="*/ 393293 w 1871"/>
                  <a:gd name="T23" fmla="*/ 766631 h 1251"/>
                  <a:gd name="T24" fmla="*/ 401608 w 1871"/>
                  <a:gd name="T25" fmla="*/ 778272 h 1251"/>
                  <a:gd name="T26" fmla="*/ 419069 w 1871"/>
                  <a:gd name="T27" fmla="*/ 749170 h 1251"/>
                  <a:gd name="T28" fmla="*/ 446508 w 1871"/>
                  <a:gd name="T29" fmla="*/ 730877 h 1251"/>
                  <a:gd name="T30" fmla="*/ 479768 w 1871"/>
                  <a:gd name="T31" fmla="*/ 727551 h 1251"/>
                  <a:gd name="T32" fmla="*/ 550444 w 1871"/>
                  <a:gd name="T33" fmla="*/ 660201 h 1251"/>
                  <a:gd name="T34" fmla="*/ 558759 w 1871"/>
                  <a:gd name="T35" fmla="*/ 674336 h 1251"/>
                  <a:gd name="T36" fmla="*/ 576220 w 1871"/>
                  <a:gd name="T37" fmla="*/ 644402 h 1251"/>
                  <a:gd name="T38" fmla="*/ 601997 w 1871"/>
                  <a:gd name="T39" fmla="*/ 626941 h 1251"/>
                  <a:gd name="T40" fmla="*/ 636919 w 1871"/>
                  <a:gd name="T41" fmla="*/ 622784 h 1251"/>
                  <a:gd name="T42" fmla="*/ 708427 w 1871"/>
                  <a:gd name="T43" fmla="*/ 556265 h 1251"/>
                  <a:gd name="T44" fmla="*/ 715910 w 1871"/>
                  <a:gd name="T45" fmla="*/ 570400 h 1251"/>
                  <a:gd name="T46" fmla="*/ 733371 w 1871"/>
                  <a:gd name="T47" fmla="*/ 538803 h 1251"/>
                  <a:gd name="T48" fmla="*/ 759148 w 1871"/>
                  <a:gd name="T49" fmla="*/ 523005 h 1251"/>
                  <a:gd name="T50" fmla="*/ 794901 w 1871"/>
                  <a:gd name="T51" fmla="*/ 517185 h 1251"/>
                  <a:gd name="T52" fmla="*/ 865578 w 1871"/>
                  <a:gd name="T53" fmla="*/ 452329 h 1251"/>
                  <a:gd name="T54" fmla="*/ 873061 w 1871"/>
                  <a:gd name="T55" fmla="*/ 465633 h 1251"/>
                  <a:gd name="T56" fmla="*/ 890522 w 1871"/>
                  <a:gd name="T57" fmla="*/ 434036 h 1251"/>
                  <a:gd name="T58" fmla="*/ 916299 w 1871"/>
                  <a:gd name="T59" fmla="*/ 419069 h 1251"/>
                  <a:gd name="T60" fmla="*/ 952053 w 1871"/>
                  <a:gd name="T61" fmla="*/ 412417 h 1251"/>
                  <a:gd name="T62" fmla="*/ 1022729 w 1871"/>
                  <a:gd name="T63" fmla="*/ 347561 h 1251"/>
                  <a:gd name="T64" fmla="*/ 1030212 w 1871"/>
                  <a:gd name="T65" fmla="*/ 361697 h 1251"/>
                  <a:gd name="T66" fmla="*/ 1048505 w 1871"/>
                  <a:gd name="T67" fmla="*/ 330100 h 1251"/>
                  <a:gd name="T68" fmla="*/ 1073450 w 1871"/>
                  <a:gd name="T69" fmla="*/ 312639 h 1251"/>
                  <a:gd name="T70" fmla="*/ 1109204 w 1871"/>
                  <a:gd name="T71" fmla="*/ 308482 h 1251"/>
                  <a:gd name="T72" fmla="*/ 1179880 w 1871"/>
                  <a:gd name="T73" fmla="*/ 243626 h 1251"/>
                  <a:gd name="T74" fmla="*/ 1187363 w 1871"/>
                  <a:gd name="T75" fmla="*/ 257761 h 1251"/>
                  <a:gd name="T76" fmla="*/ 1205656 w 1871"/>
                  <a:gd name="T77" fmla="*/ 226164 h 1251"/>
                  <a:gd name="T78" fmla="*/ 1230601 w 1871"/>
                  <a:gd name="T79" fmla="*/ 208703 h 1251"/>
                  <a:gd name="T80" fmla="*/ 1266355 w 1871"/>
                  <a:gd name="T81" fmla="*/ 204546 h 1251"/>
                  <a:gd name="T82" fmla="*/ 1337031 w 1871"/>
                  <a:gd name="T83" fmla="*/ 139690 h 1251"/>
                  <a:gd name="T84" fmla="*/ 1345346 w 1871"/>
                  <a:gd name="T85" fmla="*/ 152994 h 1251"/>
                  <a:gd name="T86" fmla="*/ 1362807 w 1871"/>
                  <a:gd name="T87" fmla="*/ 122229 h 1251"/>
                  <a:gd name="T88" fmla="*/ 1388583 w 1871"/>
                  <a:gd name="T89" fmla="*/ 103936 h 1251"/>
                  <a:gd name="T90" fmla="*/ 1423506 w 1871"/>
                  <a:gd name="T91" fmla="*/ 100610 h 1251"/>
                  <a:gd name="T92" fmla="*/ 1494182 w 1871"/>
                  <a:gd name="T93" fmla="*/ 34922 h 1251"/>
                  <a:gd name="T94" fmla="*/ 1502497 w 1871"/>
                  <a:gd name="T95" fmla="*/ 47395 h 1251"/>
                  <a:gd name="T96" fmla="*/ 1519958 w 1871"/>
                  <a:gd name="T97" fmla="*/ 17461 h 1251"/>
                  <a:gd name="T98" fmla="*/ 1545734 w 1871"/>
                  <a:gd name="T99" fmla="*/ 0 h 12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871" h="1251">
                    <a:moveTo>
                      <a:pt x="31" y="1213"/>
                    </a:moveTo>
                    <a:lnTo>
                      <a:pt x="0" y="1234"/>
                    </a:lnTo>
                    <a:lnTo>
                      <a:pt x="10" y="1251"/>
                    </a:lnTo>
                    <a:lnTo>
                      <a:pt x="43" y="1229"/>
                    </a:lnTo>
                    <a:lnTo>
                      <a:pt x="31" y="1213"/>
                    </a:lnTo>
                    <a:close/>
                    <a:moveTo>
                      <a:pt x="95" y="1173"/>
                    </a:moveTo>
                    <a:lnTo>
                      <a:pt x="64" y="1194"/>
                    </a:lnTo>
                    <a:lnTo>
                      <a:pt x="74" y="1208"/>
                    </a:lnTo>
                    <a:lnTo>
                      <a:pt x="104" y="1187"/>
                    </a:lnTo>
                    <a:lnTo>
                      <a:pt x="95" y="1173"/>
                    </a:lnTo>
                    <a:close/>
                    <a:moveTo>
                      <a:pt x="159" y="1130"/>
                    </a:moveTo>
                    <a:lnTo>
                      <a:pt x="126" y="1151"/>
                    </a:lnTo>
                    <a:lnTo>
                      <a:pt x="137" y="1168"/>
                    </a:lnTo>
                    <a:lnTo>
                      <a:pt x="168" y="1147"/>
                    </a:lnTo>
                    <a:lnTo>
                      <a:pt x="159" y="1130"/>
                    </a:lnTo>
                    <a:close/>
                    <a:moveTo>
                      <a:pt x="220" y="1087"/>
                    </a:moveTo>
                    <a:lnTo>
                      <a:pt x="189" y="1109"/>
                    </a:lnTo>
                    <a:lnTo>
                      <a:pt x="199" y="1125"/>
                    </a:lnTo>
                    <a:lnTo>
                      <a:pt x="232" y="1104"/>
                    </a:lnTo>
                    <a:lnTo>
                      <a:pt x="220" y="1087"/>
                    </a:lnTo>
                    <a:close/>
                    <a:moveTo>
                      <a:pt x="284" y="1047"/>
                    </a:moveTo>
                    <a:lnTo>
                      <a:pt x="253" y="1069"/>
                    </a:lnTo>
                    <a:lnTo>
                      <a:pt x="263" y="1083"/>
                    </a:lnTo>
                    <a:lnTo>
                      <a:pt x="294" y="1061"/>
                    </a:lnTo>
                    <a:lnTo>
                      <a:pt x="284" y="1047"/>
                    </a:lnTo>
                    <a:close/>
                    <a:moveTo>
                      <a:pt x="348" y="1005"/>
                    </a:moveTo>
                    <a:lnTo>
                      <a:pt x="315" y="1026"/>
                    </a:lnTo>
                    <a:lnTo>
                      <a:pt x="327" y="1040"/>
                    </a:lnTo>
                    <a:lnTo>
                      <a:pt x="357" y="1021"/>
                    </a:lnTo>
                    <a:lnTo>
                      <a:pt x="348" y="1005"/>
                    </a:lnTo>
                    <a:close/>
                    <a:moveTo>
                      <a:pt x="409" y="962"/>
                    </a:moveTo>
                    <a:lnTo>
                      <a:pt x="379" y="983"/>
                    </a:lnTo>
                    <a:lnTo>
                      <a:pt x="388" y="1000"/>
                    </a:lnTo>
                    <a:lnTo>
                      <a:pt x="421" y="979"/>
                    </a:lnTo>
                    <a:lnTo>
                      <a:pt x="409" y="962"/>
                    </a:lnTo>
                    <a:close/>
                    <a:moveTo>
                      <a:pt x="473" y="922"/>
                    </a:moveTo>
                    <a:lnTo>
                      <a:pt x="442" y="941"/>
                    </a:lnTo>
                    <a:lnTo>
                      <a:pt x="452" y="957"/>
                    </a:lnTo>
                    <a:lnTo>
                      <a:pt x="483" y="936"/>
                    </a:lnTo>
                    <a:lnTo>
                      <a:pt x="473" y="922"/>
                    </a:lnTo>
                    <a:close/>
                    <a:moveTo>
                      <a:pt x="537" y="879"/>
                    </a:moveTo>
                    <a:lnTo>
                      <a:pt x="504" y="901"/>
                    </a:lnTo>
                    <a:lnTo>
                      <a:pt x="516" y="915"/>
                    </a:lnTo>
                    <a:lnTo>
                      <a:pt x="547" y="896"/>
                    </a:lnTo>
                    <a:lnTo>
                      <a:pt x="537" y="879"/>
                    </a:lnTo>
                    <a:close/>
                    <a:moveTo>
                      <a:pt x="599" y="837"/>
                    </a:moveTo>
                    <a:lnTo>
                      <a:pt x="568" y="858"/>
                    </a:lnTo>
                    <a:lnTo>
                      <a:pt x="577" y="875"/>
                    </a:lnTo>
                    <a:lnTo>
                      <a:pt x="610" y="853"/>
                    </a:lnTo>
                    <a:lnTo>
                      <a:pt x="599" y="837"/>
                    </a:lnTo>
                    <a:close/>
                    <a:moveTo>
                      <a:pt x="662" y="794"/>
                    </a:moveTo>
                    <a:lnTo>
                      <a:pt x="632" y="816"/>
                    </a:lnTo>
                    <a:lnTo>
                      <a:pt x="641" y="832"/>
                    </a:lnTo>
                    <a:lnTo>
                      <a:pt x="672" y="811"/>
                    </a:lnTo>
                    <a:lnTo>
                      <a:pt x="662" y="794"/>
                    </a:lnTo>
                    <a:close/>
                    <a:moveTo>
                      <a:pt x="724" y="754"/>
                    </a:moveTo>
                    <a:lnTo>
                      <a:pt x="693" y="775"/>
                    </a:lnTo>
                    <a:lnTo>
                      <a:pt x="705" y="790"/>
                    </a:lnTo>
                    <a:lnTo>
                      <a:pt x="736" y="768"/>
                    </a:lnTo>
                    <a:lnTo>
                      <a:pt x="724" y="754"/>
                    </a:lnTo>
                    <a:close/>
                    <a:moveTo>
                      <a:pt x="788" y="712"/>
                    </a:moveTo>
                    <a:lnTo>
                      <a:pt x="757" y="733"/>
                    </a:lnTo>
                    <a:lnTo>
                      <a:pt x="766" y="749"/>
                    </a:lnTo>
                    <a:lnTo>
                      <a:pt x="800" y="728"/>
                    </a:lnTo>
                    <a:lnTo>
                      <a:pt x="788" y="712"/>
                    </a:lnTo>
                    <a:close/>
                    <a:moveTo>
                      <a:pt x="852" y="669"/>
                    </a:moveTo>
                    <a:lnTo>
                      <a:pt x="818" y="690"/>
                    </a:lnTo>
                    <a:lnTo>
                      <a:pt x="830" y="707"/>
                    </a:lnTo>
                    <a:lnTo>
                      <a:pt x="861" y="686"/>
                    </a:lnTo>
                    <a:lnTo>
                      <a:pt x="852" y="669"/>
                    </a:lnTo>
                    <a:close/>
                    <a:moveTo>
                      <a:pt x="913" y="629"/>
                    </a:moveTo>
                    <a:lnTo>
                      <a:pt x="882" y="648"/>
                    </a:lnTo>
                    <a:lnTo>
                      <a:pt x="894" y="664"/>
                    </a:lnTo>
                    <a:lnTo>
                      <a:pt x="925" y="643"/>
                    </a:lnTo>
                    <a:lnTo>
                      <a:pt x="913" y="629"/>
                    </a:lnTo>
                    <a:close/>
                    <a:moveTo>
                      <a:pt x="977" y="586"/>
                    </a:moveTo>
                    <a:lnTo>
                      <a:pt x="946" y="608"/>
                    </a:lnTo>
                    <a:lnTo>
                      <a:pt x="956" y="622"/>
                    </a:lnTo>
                    <a:lnTo>
                      <a:pt x="989" y="603"/>
                    </a:lnTo>
                    <a:lnTo>
                      <a:pt x="977" y="586"/>
                    </a:lnTo>
                    <a:close/>
                    <a:moveTo>
                      <a:pt x="1041" y="544"/>
                    </a:moveTo>
                    <a:lnTo>
                      <a:pt x="1008" y="565"/>
                    </a:lnTo>
                    <a:lnTo>
                      <a:pt x="1019" y="582"/>
                    </a:lnTo>
                    <a:lnTo>
                      <a:pt x="1050" y="560"/>
                    </a:lnTo>
                    <a:lnTo>
                      <a:pt x="1041" y="544"/>
                    </a:lnTo>
                    <a:close/>
                    <a:moveTo>
                      <a:pt x="1102" y="504"/>
                    </a:moveTo>
                    <a:lnTo>
                      <a:pt x="1071" y="522"/>
                    </a:lnTo>
                    <a:lnTo>
                      <a:pt x="1083" y="539"/>
                    </a:lnTo>
                    <a:lnTo>
                      <a:pt x="1114" y="518"/>
                    </a:lnTo>
                    <a:lnTo>
                      <a:pt x="1102" y="504"/>
                    </a:lnTo>
                    <a:close/>
                    <a:moveTo>
                      <a:pt x="1166" y="461"/>
                    </a:moveTo>
                    <a:lnTo>
                      <a:pt x="1135" y="482"/>
                    </a:lnTo>
                    <a:lnTo>
                      <a:pt x="1145" y="496"/>
                    </a:lnTo>
                    <a:lnTo>
                      <a:pt x="1178" y="475"/>
                    </a:lnTo>
                    <a:lnTo>
                      <a:pt x="1166" y="461"/>
                    </a:lnTo>
                    <a:close/>
                    <a:moveTo>
                      <a:pt x="1230" y="418"/>
                    </a:moveTo>
                    <a:lnTo>
                      <a:pt x="1197" y="440"/>
                    </a:lnTo>
                    <a:lnTo>
                      <a:pt x="1209" y="456"/>
                    </a:lnTo>
                    <a:lnTo>
                      <a:pt x="1239" y="435"/>
                    </a:lnTo>
                    <a:lnTo>
                      <a:pt x="1230" y="418"/>
                    </a:lnTo>
                    <a:close/>
                    <a:moveTo>
                      <a:pt x="1291" y="376"/>
                    </a:moveTo>
                    <a:lnTo>
                      <a:pt x="1261" y="397"/>
                    </a:lnTo>
                    <a:lnTo>
                      <a:pt x="1270" y="414"/>
                    </a:lnTo>
                    <a:lnTo>
                      <a:pt x="1303" y="392"/>
                    </a:lnTo>
                    <a:lnTo>
                      <a:pt x="1291" y="376"/>
                    </a:lnTo>
                    <a:close/>
                    <a:moveTo>
                      <a:pt x="1355" y="336"/>
                    </a:moveTo>
                    <a:lnTo>
                      <a:pt x="1324" y="357"/>
                    </a:lnTo>
                    <a:lnTo>
                      <a:pt x="1334" y="371"/>
                    </a:lnTo>
                    <a:lnTo>
                      <a:pt x="1365" y="350"/>
                    </a:lnTo>
                    <a:lnTo>
                      <a:pt x="1355" y="336"/>
                    </a:lnTo>
                    <a:close/>
                    <a:moveTo>
                      <a:pt x="1419" y="293"/>
                    </a:moveTo>
                    <a:lnTo>
                      <a:pt x="1386" y="314"/>
                    </a:lnTo>
                    <a:lnTo>
                      <a:pt x="1398" y="331"/>
                    </a:lnTo>
                    <a:lnTo>
                      <a:pt x="1428" y="310"/>
                    </a:lnTo>
                    <a:lnTo>
                      <a:pt x="1419" y="293"/>
                    </a:lnTo>
                    <a:close/>
                    <a:moveTo>
                      <a:pt x="1480" y="251"/>
                    </a:moveTo>
                    <a:lnTo>
                      <a:pt x="1450" y="272"/>
                    </a:lnTo>
                    <a:lnTo>
                      <a:pt x="1459" y="288"/>
                    </a:lnTo>
                    <a:lnTo>
                      <a:pt x="1492" y="267"/>
                    </a:lnTo>
                    <a:lnTo>
                      <a:pt x="1480" y="251"/>
                    </a:lnTo>
                    <a:close/>
                    <a:moveTo>
                      <a:pt x="1544" y="210"/>
                    </a:moveTo>
                    <a:lnTo>
                      <a:pt x="1514" y="229"/>
                    </a:lnTo>
                    <a:lnTo>
                      <a:pt x="1523" y="246"/>
                    </a:lnTo>
                    <a:lnTo>
                      <a:pt x="1554" y="225"/>
                    </a:lnTo>
                    <a:lnTo>
                      <a:pt x="1544" y="210"/>
                    </a:lnTo>
                    <a:close/>
                    <a:moveTo>
                      <a:pt x="1608" y="168"/>
                    </a:moveTo>
                    <a:lnTo>
                      <a:pt x="1575" y="189"/>
                    </a:lnTo>
                    <a:lnTo>
                      <a:pt x="1587" y="203"/>
                    </a:lnTo>
                    <a:lnTo>
                      <a:pt x="1618" y="184"/>
                    </a:lnTo>
                    <a:lnTo>
                      <a:pt x="1608" y="168"/>
                    </a:lnTo>
                    <a:close/>
                    <a:moveTo>
                      <a:pt x="1670" y="125"/>
                    </a:moveTo>
                    <a:lnTo>
                      <a:pt x="1639" y="147"/>
                    </a:lnTo>
                    <a:lnTo>
                      <a:pt x="1648" y="163"/>
                    </a:lnTo>
                    <a:lnTo>
                      <a:pt x="1681" y="142"/>
                    </a:lnTo>
                    <a:lnTo>
                      <a:pt x="1670" y="125"/>
                    </a:lnTo>
                    <a:close/>
                    <a:moveTo>
                      <a:pt x="1733" y="83"/>
                    </a:moveTo>
                    <a:lnTo>
                      <a:pt x="1703" y="104"/>
                    </a:lnTo>
                    <a:lnTo>
                      <a:pt x="1712" y="121"/>
                    </a:lnTo>
                    <a:lnTo>
                      <a:pt x="1743" y="99"/>
                    </a:lnTo>
                    <a:lnTo>
                      <a:pt x="1733" y="83"/>
                    </a:lnTo>
                    <a:close/>
                    <a:moveTo>
                      <a:pt x="1797" y="42"/>
                    </a:moveTo>
                    <a:lnTo>
                      <a:pt x="1764" y="64"/>
                    </a:lnTo>
                    <a:lnTo>
                      <a:pt x="1776" y="78"/>
                    </a:lnTo>
                    <a:lnTo>
                      <a:pt x="1807" y="57"/>
                    </a:lnTo>
                    <a:lnTo>
                      <a:pt x="1797" y="42"/>
                    </a:lnTo>
                    <a:close/>
                    <a:moveTo>
                      <a:pt x="1859" y="0"/>
                    </a:moveTo>
                    <a:lnTo>
                      <a:pt x="1828" y="21"/>
                    </a:lnTo>
                    <a:lnTo>
                      <a:pt x="1837" y="38"/>
                    </a:lnTo>
                    <a:lnTo>
                      <a:pt x="1871" y="16"/>
                    </a:lnTo>
                    <a:lnTo>
                      <a:pt x="1859" y="0"/>
                    </a:lnTo>
                    <a:close/>
                  </a:path>
                </a:pathLst>
              </a:custGeom>
              <a:solidFill>
                <a:srgbClr val="44546A"/>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21" name="Freeform 21"/>
              <p:cNvSpPr>
                <a:spLocks noEditPoints="1"/>
              </p:cNvSpPr>
              <p:nvPr/>
            </p:nvSpPr>
            <p:spPr bwMode="auto">
              <a:xfrm>
                <a:off x="3305134" y="1580526"/>
                <a:ext cx="1979771" cy="1653828"/>
              </a:xfrm>
              <a:custGeom>
                <a:avLst/>
                <a:gdLst>
                  <a:gd name="T0" fmla="*/ 1978108 w 2381"/>
                  <a:gd name="T1" fmla="*/ 14135 h 1989"/>
                  <a:gd name="T2" fmla="*/ 1952332 w 2381"/>
                  <a:gd name="T3" fmla="*/ 70676 h 1989"/>
                  <a:gd name="T4" fmla="*/ 1929050 w 2381"/>
                  <a:gd name="T5" fmla="*/ 129712 h 1989"/>
                  <a:gd name="T6" fmla="*/ 1903274 w 2381"/>
                  <a:gd name="T7" fmla="*/ 187085 h 1989"/>
                  <a:gd name="T8" fmla="*/ 1879993 w 2381"/>
                  <a:gd name="T9" fmla="*/ 246120 h 1989"/>
                  <a:gd name="T10" fmla="*/ 1854216 w 2381"/>
                  <a:gd name="T11" fmla="*/ 302661 h 1989"/>
                  <a:gd name="T12" fmla="*/ 1830103 w 2381"/>
                  <a:gd name="T13" fmla="*/ 361697 h 1989"/>
                  <a:gd name="T14" fmla="*/ 1805159 w 2381"/>
                  <a:gd name="T15" fmla="*/ 419070 h 1989"/>
                  <a:gd name="T16" fmla="*/ 1781046 w 2381"/>
                  <a:gd name="T17" fmla="*/ 478105 h 1989"/>
                  <a:gd name="T18" fmla="*/ 1756101 w 2381"/>
                  <a:gd name="T19" fmla="*/ 534646 h 1989"/>
                  <a:gd name="T20" fmla="*/ 1731988 w 2381"/>
                  <a:gd name="T21" fmla="*/ 593682 h 1989"/>
                  <a:gd name="T22" fmla="*/ 1707043 w 2381"/>
                  <a:gd name="T23" fmla="*/ 651054 h 1989"/>
                  <a:gd name="T24" fmla="*/ 1682930 w 2381"/>
                  <a:gd name="T25" fmla="*/ 710090 h 1989"/>
                  <a:gd name="T26" fmla="*/ 1659648 w 2381"/>
                  <a:gd name="T27" fmla="*/ 766631 h 1989"/>
                  <a:gd name="T28" fmla="*/ 1633872 w 2381"/>
                  <a:gd name="T29" fmla="*/ 825667 h 1989"/>
                  <a:gd name="T30" fmla="*/ 1610591 w 2381"/>
                  <a:gd name="T31" fmla="*/ 883039 h 1989"/>
                  <a:gd name="T32" fmla="*/ 1584815 w 2381"/>
                  <a:gd name="T33" fmla="*/ 939581 h 1989"/>
                  <a:gd name="T34" fmla="*/ 1561533 w 2381"/>
                  <a:gd name="T35" fmla="*/ 998616 h 1989"/>
                  <a:gd name="T36" fmla="*/ 1535757 w 2381"/>
                  <a:gd name="T37" fmla="*/ 1055989 h 1989"/>
                  <a:gd name="T38" fmla="*/ 1511644 w 2381"/>
                  <a:gd name="T39" fmla="*/ 1115024 h 1989"/>
                  <a:gd name="T40" fmla="*/ 1486699 w 2381"/>
                  <a:gd name="T41" fmla="*/ 1171565 h 1989"/>
                  <a:gd name="T42" fmla="*/ 1462586 w 2381"/>
                  <a:gd name="T43" fmla="*/ 1230601 h 1989"/>
                  <a:gd name="T44" fmla="*/ 1437641 w 2381"/>
                  <a:gd name="T45" fmla="*/ 1287974 h 1989"/>
                  <a:gd name="T46" fmla="*/ 1413528 w 2381"/>
                  <a:gd name="T47" fmla="*/ 1347009 h 1989"/>
                  <a:gd name="T48" fmla="*/ 1387752 w 2381"/>
                  <a:gd name="T49" fmla="*/ 1403550 h 1989"/>
                  <a:gd name="T50" fmla="*/ 1364470 w 2381"/>
                  <a:gd name="T51" fmla="*/ 1462586 h 1989"/>
                  <a:gd name="T52" fmla="*/ 1341189 w 2381"/>
                  <a:gd name="T53" fmla="*/ 1519959 h 1989"/>
                  <a:gd name="T54" fmla="*/ 1315413 w 2381"/>
                  <a:gd name="T55" fmla="*/ 1578994 h 1989"/>
                  <a:gd name="T56" fmla="*/ 1292131 w 2381"/>
                  <a:gd name="T57" fmla="*/ 1635535 h 1989"/>
                  <a:gd name="T58" fmla="*/ 1243073 w 2381"/>
                  <a:gd name="T59" fmla="*/ 1629715 h 1989"/>
                  <a:gd name="T60" fmla="*/ 1199836 w 2381"/>
                  <a:gd name="T61" fmla="*/ 1584815 h 1989"/>
                  <a:gd name="T62" fmla="*/ 1155767 w 2381"/>
                  <a:gd name="T63" fmla="*/ 1537420 h 1989"/>
                  <a:gd name="T64" fmla="*/ 1112530 w 2381"/>
                  <a:gd name="T65" fmla="*/ 1492519 h 1989"/>
                  <a:gd name="T66" fmla="*/ 1069293 w 2381"/>
                  <a:gd name="T67" fmla="*/ 1445125 h 1989"/>
                  <a:gd name="T68" fmla="*/ 1028550 w 2381"/>
                  <a:gd name="T69" fmla="*/ 1400224 h 1989"/>
                  <a:gd name="T70" fmla="*/ 985312 w 2381"/>
                  <a:gd name="T71" fmla="*/ 1354493 h 1989"/>
                  <a:gd name="T72" fmla="*/ 942075 w 2381"/>
                  <a:gd name="T73" fmla="*/ 1307098 h 1989"/>
                  <a:gd name="T74" fmla="*/ 898838 w 2381"/>
                  <a:gd name="T75" fmla="*/ 1262198 h 1989"/>
                  <a:gd name="T76" fmla="*/ 857263 w 2381"/>
                  <a:gd name="T77" fmla="*/ 1214803 h 1989"/>
                  <a:gd name="T78" fmla="*/ 814026 w 2381"/>
                  <a:gd name="T79" fmla="*/ 1169902 h 1989"/>
                  <a:gd name="T80" fmla="*/ 770789 w 2381"/>
                  <a:gd name="T81" fmla="*/ 1122508 h 1989"/>
                  <a:gd name="T82" fmla="*/ 727551 w 2381"/>
                  <a:gd name="T83" fmla="*/ 1077607 h 1989"/>
                  <a:gd name="T84" fmla="*/ 684314 w 2381"/>
                  <a:gd name="T85" fmla="*/ 1031876 h 1989"/>
                  <a:gd name="T86" fmla="*/ 642740 w 2381"/>
                  <a:gd name="T87" fmla="*/ 985312 h 1989"/>
                  <a:gd name="T88" fmla="*/ 599502 w 2381"/>
                  <a:gd name="T89" fmla="*/ 939581 h 1989"/>
                  <a:gd name="T90" fmla="*/ 556265 w 2381"/>
                  <a:gd name="T91" fmla="*/ 893017 h 1989"/>
                  <a:gd name="T92" fmla="*/ 513028 w 2381"/>
                  <a:gd name="T93" fmla="*/ 847285 h 1989"/>
                  <a:gd name="T94" fmla="*/ 472285 w 2381"/>
                  <a:gd name="T95" fmla="*/ 799891 h 1989"/>
                  <a:gd name="T96" fmla="*/ 429047 w 2381"/>
                  <a:gd name="T97" fmla="*/ 754990 h 1989"/>
                  <a:gd name="T98" fmla="*/ 385810 w 2381"/>
                  <a:gd name="T99" fmla="*/ 707596 h 1989"/>
                  <a:gd name="T100" fmla="*/ 342573 w 2381"/>
                  <a:gd name="T101" fmla="*/ 662695 h 1989"/>
                  <a:gd name="T102" fmla="*/ 299335 w 2381"/>
                  <a:gd name="T103" fmla="*/ 617795 h 1989"/>
                  <a:gd name="T104" fmla="*/ 257761 w 2381"/>
                  <a:gd name="T105" fmla="*/ 570400 h 1989"/>
                  <a:gd name="T106" fmla="*/ 214524 w 2381"/>
                  <a:gd name="T107" fmla="*/ 524668 h 1989"/>
                  <a:gd name="T108" fmla="*/ 171286 w 2381"/>
                  <a:gd name="T109" fmla="*/ 478105 h 1989"/>
                  <a:gd name="T110" fmla="*/ 128049 w 2381"/>
                  <a:gd name="T111" fmla="*/ 432373 h 1989"/>
                  <a:gd name="T112" fmla="*/ 84812 w 2381"/>
                  <a:gd name="T113" fmla="*/ 385810 h 1989"/>
                  <a:gd name="T114" fmla="*/ 43237 w 2381"/>
                  <a:gd name="T115" fmla="*/ 340078 h 1989"/>
                  <a:gd name="T116" fmla="*/ 0 w 2381"/>
                  <a:gd name="T117" fmla="*/ 292683 h 19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381" h="1989">
                    <a:moveTo>
                      <a:pt x="2379" y="17"/>
                    </a:moveTo>
                    <a:lnTo>
                      <a:pt x="2381" y="10"/>
                    </a:lnTo>
                    <a:lnTo>
                      <a:pt x="2365" y="0"/>
                    </a:lnTo>
                    <a:lnTo>
                      <a:pt x="2360" y="10"/>
                    </a:lnTo>
                    <a:lnTo>
                      <a:pt x="2379" y="17"/>
                    </a:lnTo>
                    <a:close/>
                    <a:moveTo>
                      <a:pt x="2348" y="85"/>
                    </a:moveTo>
                    <a:lnTo>
                      <a:pt x="2362" y="52"/>
                    </a:lnTo>
                    <a:lnTo>
                      <a:pt x="2346" y="43"/>
                    </a:lnTo>
                    <a:lnTo>
                      <a:pt x="2332" y="78"/>
                    </a:lnTo>
                    <a:lnTo>
                      <a:pt x="2348" y="85"/>
                    </a:lnTo>
                    <a:close/>
                    <a:moveTo>
                      <a:pt x="2320" y="156"/>
                    </a:moveTo>
                    <a:lnTo>
                      <a:pt x="2334" y="121"/>
                    </a:lnTo>
                    <a:lnTo>
                      <a:pt x="2315" y="114"/>
                    </a:lnTo>
                    <a:lnTo>
                      <a:pt x="2301" y="149"/>
                    </a:lnTo>
                    <a:lnTo>
                      <a:pt x="2320" y="156"/>
                    </a:lnTo>
                    <a:close/>
                    <a:moveTo>
                      <a:pt x="2289" y="225"/>
                    </a:moveTo>
                    <a:lnTo>
                      <a:pt x="2303" y="192"/>
                    </a:lnTo>
                    <a:lnTo>
                      <a:pt x="2287" y="182"/>
                    </a:lnTo>
                    <a:lnTo>
                      <a:pt x="2272" y="218"/>
                    </a:lnTo>
                    <a:lnTo>
                      <a:pt x="2289" y="225"/>
                    </a:lnTo>
                    <a:close/>
                    <a:moveTo>
                      <a:pt x="2261" y="296"/>
                    </a:moveTo>
                    <a:lnTo>
                      <a:pt x="2275" y="260"/>
                    </a:lnTo>
                    <a:lnTo>
                      <a:pt x="2258" y="253"/>
                    </a:lnTo>
                    <a:lnTo>
                      <a:pt x="2242" y="289"/>
                    </a:lnTo>
                    <a:lnTo>
                      <a:pt x="2261" y="296"/>
                    </a:lnTo>
                    <a:close/>
                    <a:moveTo>
                      <a:pt x="2230" y="364"/>
                    </a:moveTo>
                    <a:lnTo>
                      <a:pt x="2244" y="331"/>
                    </a:lnTo>
                    <a:lnTo>
                      <a:pt x="2227" y="322"/>
                    </a:lnTo>
                    <a:lnTo>
                      <a:pt x="2213" y="357"/>
                    </a:lnTo>
                    <a:lnTo>
                      <a:pt x="2230" y="364"/>
                    </a:lnTo>
                    <a:close/>
                    <a:moveTo>
                      <a:pt x="2201" y="435"/>
                    </a:moveTo>
                    <a:lnTo>
                      <a:pt x="2216" y="400"/>
                    </a:lnTo>
                    <a:lnTo>
                      <a:pt x="2199" y="393"/>
                    </a:lnTo>
                    <a:lnTo>
                      <a:pt x="2183" y="428"/>
                    </a:lnTo>
                    <a:lnTo>
                      <a:pt x="2201" y="435"/>
                    </a:lnTo>
                    <a:close/>
                    <a:moveTo>
                      <a:pt x="2171" y="504"/>
                    </a:moveTo>
                    <a:lnTo>
                      <a:pt x="2187" y="468"/>
                    </a:lnTo>
                    <a:lnTo>
                      <a:pt x="2168" y="461"/>
                    </a:lnTo>
                    <a:lnTo>
                      <a:pt x="2154" y="497"/>
                    </a:lnTo>
                    <a:lnTo>
                      <a:pt x="2171" y="504"/>
                    </a:lnTo>
                    <a:close/>
                    <a:moveTo>
                      <a:pt x="2142" y="575"/>
                    </a:moveTo>
                    <a:lnTo>
                      <a:pt x="2157" y="539"/>
                    </a:lnTo>
                    <a:lnTo>
                      <a:pt x="2140" y="532"/>
                    </a:lnTo>
                    <a:lnTo>
                      <a:pt x="2123" y="568"/>
                    </a:lnTo>
                    <a:lnTo>
                      <a:pt x="2142" y="575"/>
                    </a:lnTo>
                    <a:close/>
                    <a:moveTo>
                      <a:pt x="2112" y="643"/>
                    </a:moveTo>
                    <a:lnTo>
                      <a:pt x="2128" y="608"/>
                    </a:lnTo>
                    <a:lnTo>
                      <a:pt x="2109" y="601"/>
                    </a:lnTo>
                    <a:lnTo>
                      <a:pt x="2095" y="636"/>
                    </a:lnTo>
                    <a:lnTo>
                      <a:pt x="2112" y="643"/>
                    </a:lnTo>
                    <a:close/>
                    <a:moveTo>
                      <a:pt x="2083" y="714"/>
                    </a:moveTo>
                    <a:lnTo>
                      <a:pt x="2097" y="679"/>
                    </a:lnTo>
                    <a:lnTo>
                      <a:pt x="2081" y="672"/>
                    </a:lnTo>
                    <a:lnTo>
                      <a:pt x="2067" y="705"/>
                    </a:lnTo>
                    <a:lnTo>
                      <a:pt x="2083" y="714"/>
                    </a:lnTo>
                    <a:close/>
                    <a:moveTo>
                      <a:pt x="2053" y="783"/>
                    </a:moveTo>
                    <a:lnTo>
                      <a:pt x="2069" y="747"/>
                    </a:lnTo>
                    <a:lnTo>
                      <a:pt x="2050" y="740"/>
                    </a:lnTo>
                    <a:lnTo>
                      <a:pt x="2036" y="776"/>
                    </a:lnTo>
                    <a:lnTo>
                      <a:pt x="2053" y="783"/>
                    </a:lnTo>
                    <a:close/>
                    <a:moveTo>
                      <a:pt x="2024" y="854"/>
                    </a:moveTo>
                    <a:lnTo>
                      <a:pt x="2038" y="818"/>
                    </a:lnTo>
                    <a:lnTo>
                      <a:pt x="2022" y="811"/>
                    </a:lnTo>
                    <a:lnTo>
                      <a:pt x="2008" y="844"/>
                    </a:lnTo>
                    <a:lnTo>
                      <a:pt x="2024" y="854"/>
                    </a:lnTo>
                    <a:close/>
                    <a:moveTo>
                      <a:pt x="1996" y="922"/>
                    </a:moveTo>
                    <a:lnTo>
                      <a:pt x="2010" y="887"/>
                    </a:lnTo>
                    <a:lnTo>
                      <a:pt x="1991" y="880"/>
                    </a:lnTo>
                    <a:lnTo>
                      <a:pt x="1977" y="915"/>
                    </a:lnTo>
                    <a:lnTo>
                      <a:pt x="1996" y="922"/>
                    </a:lnTo>
                    <a:close/>
                    <a:moveTo>
                      <a:pt x="1965" y="993"/>
                    </a:moveTo>
                    <a:lnTo>
                      <a:pt x="1979" y="958"/>
                    </a:lnTo>
                    <a:lnTo>
                      <a:pt x="1963" y="951"/>
                    </a:lnTo>
                    <a:lnTo>
                      <a:pt x="1948" y="984"/>
                    </a:lnTo>
                    <a:lnTo>
                      <a:pt x="1965" y="993"/>
                    </a:lnTo>
                    <a:close/>
                    <a:moveTo>
                      <a:pt x="1937" y="1062"/>
                    </a:moveTo>
                    <a:lnTo>
                      <a:pt x="1951" y="1026"/>
                    </a:lnTo>
                    <a:lnTo>
                      <a:pt x="1932" y="1019"/>
                    </a:lnTo>
                    <a:lnTo>
                      <a:pt x="1918" y="1055"/>
                    </a:lnTo>
                    <a:lnTo>
                      <a:pt x="1937" y="1062"/>
                    </a:lnTo>
                    <a:close/>
                    <a:moveTo>
                      <a:pt x="1906" y="1130"/>
                    </a:moveTo>
                    <a:lnTo>
                      <a:pt x="1920" y="1097"/>
                    </a:lnTo>
                    <a:lnTo>
                      <a:pt x="1904" y="1090"/>
                    </a:lnTo>
                    <a:lnTo>
                      <a:pt x="1889" y="1123"/>
                    </a:lnTo>
                    <a:lnTo>
                      <a:pt x="1906" y="1130"/>
                    </a:lnTo>
                    <a:close/>
                    <a:moveTo>
                      <a:pt x="1878" y="1201"/>
                    </a:moveTo>
                    <a:lnTo>
                      <a:pt x="1892" y="1166"/>
                    </a:lnTo>
                    <a:lnTo>
                      <a:pt x="1875" y="1159"/>
                    </a:lnTo>
                    <a:lnTo>
                      <a:pt x="1859" y="1194"/>
                    </a:lnTo>
                    <a:lnTo>
                      <a:pt x="1878" y="1201"/>
                    </a:lnTo>
                    <a:close/>
                    <a:moveTo>
                      <a:pt x="1847" y="1270"/>
                    </a:moveTo>
                    <a:lnTo>
                      <a:pt x="1861" y="1237"/>
                    </a:lnTo>
                    <a:lnTo>
                      <a:pt x="1844" y="1230"/>
                    </a:lnTo>
                    <a:lnTo>
                      <a:pt x="1830" y="1263"/>
                    </a:lnTo>
                    <a:lnTo>
                      <a:pt x="1847" y="1270"/>
                    </a:lnTo>
                    <a:close/>
                    <a:moveTo>
                      <a:pt x="1818" y="1341"/>
                    </a:moveTo>
                    <a:lnTo>
                      <a:pt x="1833" y="1305"/>
                    </a:lnTo>
                    <a:lnTo>
                      <a:pt x="1816" y="1298"/>
                    </a:lnTo>
                    <a:lnTo>
                      <a:pt x="1800" y="1334"/>
                    </a:lnTo>
                    <a:lnTo>
                      <a:pt x="1818" y="1341"/>
                    </a:lnTo>
                    <a:close/>
                    <a:moveTo>
                      <a:pt x="1788" y="1409"/>
                    </a:moveTo>
                    <a:lnTo>
                      <a:pt x="1804" y="1376"/>
                    </a:lnTo>
                    <a:lnTo>
                      <a:pt x="1785" y="1367"/>
                    </a:lnTo>
                    <a:lnTo>
                      <a:pt x="1771" y="1402"/>
                    </a:lnTo>
                    <a:lnTo>
                      <a:pt x="1788" y="1409"/>
                    </a:lnTo>
                    <a:close/>
                    <a:moveTo>
                      <a:pt x="1759" y="1480"/>
                    </a:moveTo>
                    <a:lnTo>
                      <a:pt x="1774" y="1445"/>
                    </a:lnTo>
                    <a:lnTo>
                      <a:pt x="1757" y="1438"/>
                    </a:lnTo>
                    <a:lnTo>
                      <a:pt x="1740" y="1473"/>
                    </a:lnTo>
                    <a:lnTo>
                      <a:pt x="1759" y="1480"/>
                    </a:lnTo>
                    <a:close/>
                    <a:moveTo>
                      <a:pt x="1729" y="1549"/>
                    </a:moveTo>
                    <a:lnTo>
                      <a:pt x="1745" y="1516"/>
                    </a:lnTo>
                    <a:lnTo>
                      <a:pt x="1726" y="1506"/>
                    </a:lnTo>
                    <a:lnTo>
                      <a:pt x="1712" y="1542"/>
                    </a:lnTo>
                    <a:lnTo>
                      <a:pt x="1729" y="1549"/>
                    </a:lnTo>
                    <a:close/>
                    <a:moveTo>
                      <a:pt x="1700" y="1620"/>
                    </a:moveTo>
                    <a:lnTo>
                      <a:pt x="1714" y="1584"/>
                    </a:lnTo>
                    <a:lnTo>
                      <a:pt x="1698" y="1577"/>
                    </a:lnTo>
                    <a:lnTo>
                      <a:pt x="1684" y="1613"/>
                    </a:lnTo>
                    <a:lnTo>
                      <a:pt x="1700" y="1620"/>
                    </a:lnTo>
                    <a:close/>
                    <a:moveTo>
                      <a:pt x="1669" y="1688"/>
                    </a:moveTo>
                    <a:lnTo>
                      <a:pt x="1686" y="1655"/>
                    </a:lnTo>
                    <a:lnTo>
                      <a:pt x="1667" y="1646"/>
                    </a:lnTo>
                    <a:lnTo>
                      <a:pt x="1653" y="1681"/>
                    </a:lnTo>
                    <a:lnTo>
                      <a:pt x="1669" y="1688"/>
                    </a:lnTo>
                    <a:close/>
                    <a:moveTo>
                      <a:pt x="1641" y="1759"/>
                    </a:moveTo>
                    <a:lnTo>
                      <a:pt x="1655" y="1724"/>
                    </a:lnTo>
                    <a:lnTo>
                      <a:pt x="1639" y="1717"/>
                    </a:lnTo>
                    <a:lnTo>
                      <a:pt x="1625" y="1752"/>
                    </a:lnTo>
                    <a:lnTo>
                      <a:pt x="1641" y="1759"/>
                    </a:lnTo>
                    <a:close/>
                    <a:moveTo>
                      <a:pt x="1613" y="1828"/>
                    </a:moveTo>
                    <a:lnTo>
                      <a:pt x="1627" y="1792"/>
                    </a:lnTo>
                    <a:lnTo>
                      <a:pt x="1608" y="1785"/>
                    </a:lnTo>
                    <a:lnTo>
                      <a:pt x="1594" y="1821"/>
                    </a:lnTo>
                    <a:lnTo>
                      <a:pt x="1613" y="1828"/>
                    </a:lnTo>
                    <a:close/>
                    <a:moveTo>
                      <a:pt x="1582" y="1899"/>
                    </a:moveTo>
                    <a:lnTo>
                      <a:pt x="1596" y="1863"/>
                    </a:lnTo>
                    <a:lnTo>
                      <a:pt x="1580" y="1856"/>
                    </a:lnTo>
                    <a:lnTo>
                      <a:pt x="1565" y="1892"/>
                    </a:lnTo>
                    <a:lnTo>
                      <a:pt x="1582" y="1899"/>
                    </a:lnTo>
                    <a:close/>
                    <a:moveTo>
                      <a:pt x="1554" y="1967"/>
                    </a:moveTo>
                    <a:lnTo>
                      <a:pt x="1568" y="1932"/>
                    </a:lnTo>
                    <a:lnTo>
                      <a:pt x="1549" y="1925"/>
                    </a:lnTo>
                    <a:lnTo>
                      <a:pt x="1535" y="1960"/>
                    </a:lnTo>
                    <a:lnTo>
                      <a:pt x="1554" y="1967"/>
                    </a:lnTo>
                    <a:close/>
                    <a:moveTo>
                      <a:pt x="1495" y="1960"/>
                    </a:moveTo>
                    <a:lnTo>
                      <a:pt x="1521" y="1989"/>
                    </a:lnTo>
                    <a:lnTo>
                      <a:pt x="1532" y="1977"/>
                    </a:lnTo>
                    <a:lnTo>
                      <a:pt x="1506" y="1948"/>
                    </a:lnTo>
                    <a:lnTo>
                      <a:pt x="1495" y="1960"/>
                    </a:lnTo>
                    <a:close/>
                    <a:moveTo>
                      <a:pt x="1443" y="1906"/>
                    </a:moveTo>
                    <a:lnTo>
                      <a:pt x="1469" y="1934"/>
                    </a:lnTo>
                    <a:lnTo>
                      <a:pt x="1483" y="1920"/>
                    </a:lnTo>
                    <a:lnTo>
                      <a:pt x="1457" y="1892"/>
                    </a:lnTo>
                    <a:lnTo>
                      <a:pt x="1443" y="1906"/>
                    </a:lnTo>
                    <a:close/>
                    <a:moveTo>
                      <a:pt x="1390" y="1849"/>
                    </a:moveTo>
                    <a:lnTo>
                      <a:pt x="1417" y="1877"/>
                    </a:lnTo>
                    <a:lnTo>
                      <a:pt x="1431" y="1866"/>
                    </a:lnTo>
                    <a:lnTo>
                      <a:pt x="1405" y="1837"/>
                    </a:lnTo>
                    <a:lnTo>
                      <a:pt x="1390" y="1849"/>
                    </a:lnTo>
                    <a:close/>
                    <a:moveTo>
                      <a:pt x="1338" y="1795"/>
                    </a:moveTo>
                    <a:lnTo>
                      <a:pt x="1364" y="1823"/>
                    </a:lnTo>
                    <a:lnTo>
                      <a:pt x="1379" y="1809"/>
                    </a:lnTo>
                    <a:lnTo>
                      <a:pt x="1353" y="1781"/>
                    </a:lnTo>
                    <a:lnTo>
                      <a:pt x="1338" y="1795"/>
                    </a:lnTo>
                    <a:close/>
                    <a:moveTo>
                      <a:pt x="1286" y="1738"/>
                    </a:moveTo>
                    <a:lnTo>
                      <a:pt x="1312" y="1766"/>
                    </a:lnTo>
                    <a:lnTo>
                      <a:pt x="1327" y="1754"/>
                    </a:lnTo>
                    <a:lnTo>
                      <a:pt x="1301" y="1726"/>
                    </a:lnTo>
                    <a:lnTo>
                      <a:pt x="1286" y="1738"/>
                    </a:lnTo>
                    <a:close/>
                    <a:moveTo>
                      <a:pt x="1237" y="1684"/>
                    </a:moveTo>
                    <a:lnTo>
                      <a:pt x="1263" y="1712"/>
                    </a:lnTo>
                    <a:lnTo>
                      <a:pt x="1275" y="1698"/>
                    </a:lnTo>
                    <a:lnTo>
                      <a:pt x="1251" y="1672"/>
                    </a:lnTo>
                    <a:lnTo>
                      <a:pt x="1237" y="1684"/>
                    </a:lnTo>
                    <a:close/>
                    <a:moveTo>
                      <a:pt x="1185" y="1629"/>
                    </a:moveTo>
                    <a:lnTo>
                      <a:pt x="1211" y="1655"/>
                    </a:lnTo>
                    <a:lnTo>
                      <a:pt x="1225" y="1643"/>
                    </a:lnTo>
                    <a:lnTo>
                      <a:pt x="1199" y="1615"/>
                    </a:lnTo>
                    <a:lnTo>
                      <a:pt x="1185" y="1629"/>
                    </a:lnTo>
                    <a:close/>
                    <a:moveTo>
                      <a:pt x="1133" y="1572"/>
                    </a:moveTo>
                    <a:lnTo>
                      <a:pt x="1159" y="1601"/>
                    </a:lnTo>
                    <a:lnTo>
                      <a:pt x="1173" y="1587"/>
                    </a:lnTo>
                    <a:lnTo>
                      <a:pt x="1147" y="1561"/>
                    </a:lnTo>
                    <a:lnTo>
                      <a:pt x="1133" y="1572"/>
                    </a:lnTo>
                    <a:close/>
                    <a:moveTo>
                      <a:pt x="1081" y="1518"/>
                    </a:moveTo>
                    <a:lnTo>
                      <a:pt x="1107" y="1544"/>
                    </a:lnTo>
                    <a:lnTo>
                      <a:pt x="1121" y="1532"/>
                    </a:lnTo>
                    <a:lnTo>
                      <a:pt x="1095" y="1504"/>
                    </a:lnTo>
                    <a:lnTo>
                      <a:pt x="1081" y="1518"/>
                    </a:lnTo>
                    <a:close/>
                    <a:moveTo>
                      <a:pt x="1031" y="1461"/>
                    </a:moveTo>
                    <a:lnTo>
                      <a:pt x="1055" y="1490"/>
                    </a:lnTo>
                    <a:lnTo>
                      <a:pt x="1069" y="1478"/>
                    </a:lnTo>
                    <a:lnTo>
                      <a:pt x="1043" y="1450"/>
                    </a:lnTo>
                    <a:lnTo>
                      <a:pt x="1031" y="1461"/>
                    </a:lnTo>
                    <a:close/>
                    <a:moveTo>
                      <a:pt x="979" y="1407"/>
                    </a:moveTo>
                    <a:lnTo>
                      <a:pt x="1005" y="1435"/>
                    </a:lnTo>
                    <a:lnTo>
                      <a:pt x="1019" y="1421"/>
                    </a:lnTo>
                    <a:lnTo>
                      <a:pt x="993" y="1393"/>
                    </a:lnTo>
                    <a:lnTo>
                      <a:pt x="979" y="1407"/>
                    </a:lnTo>
                    <a:close/>
                    <a:moveTo>
                      <a:pt x="927" y="1350"/>
                    </a:moveTo>
                    <a:lnTo>
                      <a:pt x="953" y="1379"/>
                    </a:lnTo>
                    <a:lnTo>
                      <a:pt x="967" y="1367"/>
                    </a:lnTo>
                    <a:lnTo>
                      <a:pt x="941" y="1338"/>
                    </a:lnTo>
                    <a:lnTo>
                      <a:pt x="927" y="1350"/>
                    </a:lnTo>
                    <a:close/>
                    <a:moveTo>
                      <a:pt x="875" y="1296"/>
                    </a:moveTo>
                    <a:lnTo>
                      <a:pt x="901" y="1324"/>
                    </a:lnTo>
                    <a:lnTo>
                      <a:pt x="915" y="1310"/>
                    </a:lnTo>
                    <a:lnTo>
                      <a:pt x="889" y="1282"/>
                    </a:lnTo>
                    <a:lnTo>
                      <a:pt x="875" y="1296"/>
                    </a:lnTo>
                    <a:close/>
                    <a:moveTo>
                      <a:pt x="823" y="1241"/>
                    </a:moveTo>
                    <a:lnTo>
                      <a:pt x="849" y="1267"/>
                    </a:lnTo>
                    <a:lnTo>
                      <a:pt x="863" y="1256"/>
                    </a:lnTo>
                    <a:lnTo>
                      <a:pt x="837" y="1227"/>
                    </a:lnTo>
                    <a:lnTo>
                      <a:pt x="823" y="1241"/>
                    </a:lnTo>
                    <a:close/>
                    <a:moveTo>
                      <a:pt x="773" y="1185"/>
                    </a:moveTo>
                    <a:lnTo>
                      <a:pt x="799" y="1213"/>
                    </a:lnTo>
                    <a:lnTo>
                      <a:pt x="811" y="1199"/>
                    </a:lnTo>
                    <a:lnTo>
                      <a:pt x="788" y="1173"/>
                    </a:lnTo>
                    <a:lnTo>
                      <a:pt x="773" y="1185"/>
                    </a:lnTo>
                    <a:close/>
                    <a:moveTo>
                      <a:pt x="721" y="1130"/>
                    </a:moveTo>
                    <a:lnTo>
                      <a:pt x="747" y="1156"/>
                    </a:lnTo>
                    <a:lnTo>
                      <a:pt x="762" y="1145"/>
                    </a:lnTo>
                    <a:lnTo>
                      <a:pt x="736" y="1116"/>
                    </a:lnTo>
                    <a:lnTo>
                      <a:pt x="721" y="1130"/>
                    </a:lnTo>
                    <a:close/>
                    <a:moveTo>
                      <a:pt x="669" y="1074"/>
                    </a:moveTo>
                    <a:lnTo>
                      <a:pt x="695" y="1102"/>
                    </a:lnTo>
                    <a:lnTo>
                      <a:pt x="710" y="1088"/>
                    </a:lnTo>
                    <a:lnTo>
                      <a:pt x="684" y="1062"/>
                    </a:lnTo>
                    <a:lnTo>
                      <a:pt x="669" y="1074"/>
                    </a:lnTo>
                    <a:close/>
                    <a:moveTo>
                      <a:pt x="617" y="1019"/>
                    </a:moveTo>
                    <a:lnTo>
                      <a:pt x="643" y="1045"/>
                    </a:lnTo>
                    <a:lnTo>
                      <a:pt x="658" y="1033"/>
                    </a:lnTo>
                    <a:lnTo>
                      <a:pt x="632" y="1005"/>
                    </a:lnTo>
                    <a:lnTo>
                      <a:pt x="617" y="1019"/>
                    </a:lnTo>
                    <a:close/>
                    <a:moveTo>
                      <a:pt x="568" y="962"/>
                    </a:moveTo>
                    <a:lnTo>
                      <a:pt x="591" y="991"/>
                    </a:lnTo>
                    <a:lnTo>
                      <a:pt x="606" y="979"/>
                    </a:lnTo>
                    <a:lnTo>
                      <a:pt x="580" y="951"/>
                    </a:lnTo>
                    <a:lnTo>
                      <a:pt x="568" y="962"/>
                    </a:lnTo>
                    <a:close/>
                    <a:moveTo>
                      <a:pt x="516" y="908"/>
                    </a:moveTo>
                    <a:lnTo>
                      <a:pt x="542" y="936"/>
                    </a:lnTo>
                    <a:lnTo>
                      <a:pt x="553" y="922"/>
                    </a:lnTo>
                    <a:lnTo>
                      <a:pt x="530" y="894"/>
                    </a:lnTo>
                    <a:lnTo>
                      <a:pt x="516" y="908"/>
                    </a:lnTo>
                    <a:close/>
                    <a:moveTo>
                      <a:pt x="464" y="851"/>
                    </a:moveTo>
                    <a:lnTo>
                      <a:pt x="490" y="880"/>
                    </a:lnTo>
                    <a:lnTo>
                      <a:pt x="504" y="868"/>
                    </a:lnTo>
                    <a:lnTo>
                      <a:pt x="478" y="840"/>
                    </a:lnTo>
                    <a:lnTo>
                      <a:pt x="464" y="851"/>
                    </a:lnTo>
                    <a:close/>
                    <a:moveTo>
                      <a:pt x="412" y="797"/>
                    </a:moveTo>
                    <a:lnTo>
                      <a:pt x="438" y="825"/>
                    </a:lnTo>
                    <a:lnTo>
                      <a:pt x="452" y="811"/>
                    </a:lnTo>
                    <a:lnTo>
                      <a:pt x="426" y="785"/>
                    </a:lnTo>
                    <a:lnTo>
                      <a:pt x="412" y="797"/>
                    </a:lnTo>
                    <a:close/>
                    <a:moveTo>
                      <a:pt x="360" y="743"/>
                    </a:moveTo>
                    <a:lnTo>
                      <a:pt x="386" y="769"/>
                    </a:lnTo>
                    <a:lnTo>
                      <a:pt x="400" y="757"/>
                    </a:lnTo>
                    <a:lnTo>
                      <a:pt x="374" y="728"/>
                    </a:lnTo>
                    <a:lnTo>
                      <a:pt x="360" y="743"/>
                    </a:lnTo>
                    <a:close/>
                    <a:moveTo>
                      <a:pt x="310" y="686"/>
                    </a:moveTo>
                    <a:lnTo>
                      <a:pt x="334" y="714"/>
                    </a:lnTo>
                    <a:lnTo>
                      <a:pt x="348" y="700"/>
                    </a:lnTo>
                    <a:lnTo>
                      <a:pt x="322" y="674"/>
                    </a:lnTo>
                    <a:lnTo>
                      <a:pt x="310" y="686"/>
                    </a:lnTo>
                    <a:close/>
                    <a:moveTo>
                      <a:pt x="258" y="631"/>
                    </a:moveTo>
                    <a:lnTo>
                      <a:pt x="284" y="657"/>
                    </a:lnTo>
                    <a:lnTo>
                      <a:pt x="298" y="646"/>
                    </a:lnTo>
                    <a:lnTo>
                      <a:pt x="272" y="617"/>
                    </a:lnTo>
                    <a:lnTo>
                      <a:pt x="258" y="631"/>
                    </a:lnTo>
                    <a:close/>
                    <a:moveTo>
                      <a:pt x="206" y="575"/>
                    </a:moveTo>
                    <a:lnTo>
                      <a:pt x="232" y="603"/>
                    </a:lnTo>
                    <a:lnTo>
                      <a:pt x="246" y="589"/>
                    </a:lnTo>
                    <a:lnTo>
                      <a:pt x="220" y="563"/>
                    </a:lnTo>
                    <a:lnTo>
                      <a:pt x="206" y="575"/>
                    </a:lnTo>
                    <a:close/>
                    <a:moveTo>
                      <a:pt x="154" y="520"/>
                    </a:moveTo>
                    <a:lnTo>
                      <a:pt x="180" y="546"/>
                    </a:lnTo>
                    <a:lnTo>
                      <a:pt x="194" y="535"/>
                    </a:lnTo>
                    <a:lnTo>
                      <a:pt x="168" y="506"/>
                    </a:lnTo>
                    <a:lnTo>
                      <a:pt x="154" y="520"/>
                    </a:lnTo>
                    <a:close/>
                    <a:moveTo>
                      <a:pt x="102" y="464"/>
                    </a:moveTo>
                    <a:lnTo>
                      <a:pt x="128" y="492"/>
                    </a:lnTo>
                    <a:lnTo>
                      <a:pt x="142" y="480"/>
                    </a:lnTo>
                    <a:lnTo>
                      <a:pt x="116" y="452"/>
                    </a:lnTo>
                    <a:lnTo>
                      <a:pt x="102" y="464"/>
                    </a:lnTo>
                    <a:close/>
                    <a:moveTo>
                      <a:pt x="52" y="409"/>
                    </a:moveTo>
                    <a:lnTo>
                      <a:pt x="78" y="438"/>
                    </a:lnTo>
                    <a:lnTo>
                      <a:pt x="90" y="423"/>
                    </a:lnTo>
                    <a:lnTo>
                      <a:pt x="66" y="395"/>
                    </a:lnTo>
                    <a:lnTo>
                      <a:pt x="52" y="409"/>
                    </a:lnTo>
                    <a:close/>
                    <a:moveTo>
                      <a:pt x="0" y="352"/>
                    </a:moveTo>
                    <a:lnTo>
                      <a:pt x="26" y="381"/>
                    </a:lnTo>
                    <a:lnTo>
                      <a:pt x="40" y="369"/>
                    </a:lnTo>
                    <a:lnTo>
                      <a:pt x="14" y="341"/>
                    </a:lnTo>
                    <a:lnTo>
                      <a:pt x="0" y="352"/>
                    </a:lnTo>
                    <a:close/>
                  </a:path>
                </a:pathLst>
              </a:custGeom>
              <a:solidFill>
                <a:srgbClr val="44546A"/>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22" name="Freeform 22"/>
              <p:cNvSpPr>
                <a:spLocks noEditPoints="1"/>
              </p:cNvSpPr>
              <p:nvPr/>
            </p:nvSpPr>
            <p:spPr bwMode="auto">
              <a:xfrm>
                <a:off x="3407407" y="828031"/>
                <a:ext cx="4292136" cy="5219244"/>
              </a:xfrm>
              <a:custGeom>
                <a:avLst/>
                <a:gdLst>
                  <a:gd name="T0" fmla="*/ 1533262 w 5162"/>
                  <a:gd name="T1" fmla="*/ 4723678 h 6277"/>
                  <a:gd name="T2" fmla="*/ 1716189 w 5162"/>
                  <a:gd name="T3" fmla="*/ 4772735 h 6277"/>
                  <a:gd name="T4" fmla="*/ 1897453 w 5162"/>
                  <a:gd name="T5" fmla="*/ 4821793 h 6277"/>
                  <a:gd name="T6" fmla="*/ 2080381 w 5162"/>
                  <a:gd name="T7" fmla="*/ 4873345 h 6277"/>
                  <a:gd name="T8" fmla="*/ 2263308 w 5162"/>
                  <a:gd name="T9" fmla="*/ 4922403 h 6277"/>
                  <a:gd name="T10" fmla="*/ 2443740 w 5162"/>
                  <a:gd name="T11" fmla="*/ 4971461 h 6277"/>
                  <a:gd name="T12" fmla="*/ 2626667 w 5162"/>
                  <a:gd name="T13" fmla="*/ 5022182 h 6277"/>
                  <a:gd name="T14" fmla="*/ 2809595 w 5162"/>
                  <a:gd name="T15" fmla="*/ 5071239 h 6277"/>
                  <a:gd name="T16" fmla="*/ 2990027 w 5162"/>
                  <a:gd name="T17" fmla="*/ 5121129 h 6277"/>
                  <a:gd name="T18" fmla="*/ 3172954 w 5162"/>
                  <a:gd name="T19" fmla="*/ 5170186 h 6277"/>
                  <a:gd name="T20" fmla="*/ 3271901 w 5162"/>
                  <a:gd name="T21" fmla="*/ 5199288 h 6277"/>
                  <a:gd name="T22" fmla="*/ 3247788 w 5162"/>
                  <a:gd name="T23" fmla="*/ 5010541 h 6277"/>
                  <a:gd name="T24" fmla="*/ 3222012 w 5162"/>
                  <a:gd name="T25" fmla="*/ 4824288 h 6277"/>
                  <a:gd name="T26" fmla="*/ 3197068 w 5162"/>
                  <a:gd name="T27" fmla="*/ 4637203 h 6277"/>
                  <a:gd name="T28" fmla="*/ 3171291 w 5162"/>
                  <a:gd name="T29" fmla="*/ 4450119 h 6277"/>
                  <a:gd name="T30" fmla="*/ 3145515 w 5162"/>
                  <a:gd name="T31" fmla="*/ 4263865 h 6277"/>
                  <a:gd name="T32" fmla="*/ 3119739 w 5162"/>
                  <a:gd name="T33" fmla="*/ 4076781 h 6277"/>
                  <a:gd name="T34" fmla="*/ 3094795 w 5162"/>
                  <a:gd name="T35" fmla="*/ 3890528 h 6277"/>
                  <a:gd name="T36" fmla="*/ 3070682 w 5162"/>
                  <a:gd name="T37" fmla="*/ 3703443 h 6277"/>
                  <a:gd name="T38" fmla="*/ 3126391 w 5162"/>
                  <a:gd name="T39" fmla="*/ 3530494 h 6277"/>
                  <a:gd name="T40" fmla="*/ 3240305 w 5162"/>
                  <a:gd name="T41" fmla="*/ 3379163 h 6277"/>
                  <a:gd name="T42" fmla="*/ 3354219 w 5162"/>
                  <a:gd name="T43" fmla="*/ 3229496 h 6277"/>
                  <a:gd name="T44" fmla="*/ 3466469 w 5162"/>
                  <a:gd name="T45" fmla="*/ 3078165 h 6277"/>
                  <a:gd name="T46" fmla="*/ 3580383 w 5162"/>
                  <a:gd name="T47" fmla="*/ 2928497 h 6277"/>
                  <a:gd name="T48" fmla="*/ 3694297 w 5162"/>
                  <a:gd name="T49" fmla="*/ 2777167 h 6277"/>
                  <a:gd name="T50" fmla="*/ 3808211 w 5162"/>
                  <a:gd name="T51" fmla="*/ 2628330 h 6277"/>
                  <a:gd name="T52" fmla="*/ 3922124 w 5162"/>
                  <a:gd name="T53" fmla="*/ 2477000 h 6277"/>
                  <a:gd name="T54" fmla="*/ 4036038 w 5162"/>
                  <a:gd name="T55" fmla="*/ 2325669 h 6277"/>
                  <a:gd name="T56" fmla="*/ 4149952 w 5162"/>
                  <a:gd name="T57" fmla="*/ 2176002 h 6277"/>
                  <a:gd name="T58" fmla="*/ 4264697 w 5162"/>
                  <a:gd name="T59" fmla="*/ 2024671 h 6277"/>
                  <a:gd name="T60" fmla="*/ 4213145 w 5162"/>
                  <a:gd name="T61" fmla="*/ 1863362 h 6277"/>
                  <a:gd name="T62" fmla="*/ 4136648 w 5162"/>
                  <a:gd name="T63" fmla="*/ 1690413 h 6277"/>
                  <a:gd name="T64" fmla="*/ 4060151 w 5162"/>
                  <a:gd name="T65" fmla="*/ 1519127 h 6277"/>
                  <a:gd name="T66" fmla="*/ 3982823 w 5162"/>
                  <a:gd name="T67" fmla="*/ 1346177 h 6277"/>
                  <a:gd name="T68" fmla="*/ 3906326 w 5162"/>
                  <a:gd name="T69" fmla="*/ 1173228 h 6277"/>
                  <a:gd name="T70" fmla="*/ 3829829 w 5162"/>
                  <a:gd name="T71" fmla="*/ 1001942 h 6277"/>
                  <a:gd name="T72" fmla="*/ 3753332 w 5162"/>
                  <a:gd name="T73" fmla="*/ 828993 h 6277"/>
                  <a:gd name="T74" fmla="*/ 3676836 w 5162"/>
                  <a:gd name="T75" fmla="*/ 656043 h 6277"/>
                  <a:gd name="T76" fmla="*/ 3599507 w 5162"/>
                  <a:gd name="T77" fmla="*/ 483094 h 6277"/>
                  <a:gd name="T78" fmla="*/ 3542966 w 5162"/>
                  <a:gd name="T79" fmla="*/ 318460 h 6277"/>
                  <a:gd name="T80" fmla="*/ 3364196 w 5162"/>
                  <a:gd name="T81" fmla="*/ 300167 h 6277"/>
                  <a:gd name="T82" fmla="*/ 3175449 w 5162"/>
                  <a:gd name="T83" fmla="*/ 281043 h 6277"/>
                  <a:gd name="T84" fmla="*/ 2988364 w 5162"/>
                  <a:gd name="T85" fmla="*/ 261087 h 6277"/>
                  <a:gd name="T86" fmla="*/ 2799617 w 5162"/>
                  <a:gd name="T87" fmla="*/ 243626 h 6277"/>
                  <a:gd name="T88" fmla="*/ 2612532 w 5162"/>
                  <a:gd name="T89" fmla="*/ 223670 h 6277"/>
                  <a:gd name="T90" fmla="*/ 2423785 w 5162"/>
                  <a:gd name="T91" fmla="*/ 206209 h 6277"/>
                  <a:gd name="T92" fmla="*/ 2237532 w 5162"/>
                  <a:gd name="T93" fmla="*/ 186253 h 6277"/>
                  <a:gd name="T94" fmla="*/ 2048784 w 5162"/>
                  <a:gd name="T95" fmla="*/ 167129 h 6277"/>
                  <a:gd name="T96" fmla="*/ 1861699 w 5162"/>
                  <a:gd name="T97" fmla="*/ 148836 h 6277"/>
                  <a:gd name="T98" fmla="*/ 1672952 w 5162"/>
                  <a:gd name="T99" fmla="*/ 129712 h 6277"/>
                  <a:gd name="T100" fmla="*/ 1484204 w 5162"/>
                  <a:gd name="T101" fmla="*/ 111419 h 6277"/>
                  <a:gd name="T102" fmla="*/ 1297951 w 5162"/>
                  <a:gd name="T103" fmla="*/ 92295 h 6277"/>
                  <a:gd name="T104" fmla="*/ 1109204 w 5162"/>
                  <a:gd name="T105" fmla="*/ 72339 h 6277"/>
                  <a:gd name="T106" fmla="*/ 922119 w 5162"/>
                  <a:gd name="T107" fmla="*/ 54878 h 6277"/>
                  <a:gd name="T108" fmla="*/ 733372 w 5162"/>
                  <a:gd name="T109" fmla="*/ 34922 h 6277"/>
                  <a:gd name="T110" fmla="*/ 546287 w 5162"/>
                  <a:gd name="T111" fmla="*/ 15798 h 6277"/>
                  <a:gd name="T112" fmla="*/ 361697 w 5162"/>
                  <a:gd name="T113" fmla="*/ 21619 h 6277"/>
                  <a:gd name="T114" fmla="*/ 302661 w 5162"/>
                  <a:gd name="T115" fmla="*/ 200388 h 6277"/>
                  <a:gd name="T116" fmla="*/ 243626 w 5162"/>
                  <a:gd name="T117" fmla="*/ 380821 h 6277"/>
                  <a:gd name="T118" fmla="*/ 184590 w 5162"/>
                  <a:gd name="T119" fmla="*/ 560422 h 6277"/>
                  <a:gd name="T120" fmla="*/ 128049 w 5162"/>
                  <a:gd name="T121" fmla="*/ 739192 h 6277"/>
                  <a:gd name="T122" fmla="*/ 69013 w 5162"/>
                  <a:gd name="T123" fmla="*/ 917962 h 6277"/>
                  <a:gd name="T124" fmla="*/ 9978 w 5162"/>
                  <a:gd name="T125" fmla="*/ 1096731 h 627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5162" h="6277">
                    <a:moveTo>
                      <a:pt x="1698" y="5641"/>
                    </a:moveTo>
                    <a:lnTo>
                      <a:pt x="1662" y="5631"/>
                    </a:lnTo>
                    <a:lnTo>
                      <a:pt x="1658" y="5650"/>
                    </a:lnTo>
                    <a:lnTo>
                      <a:pt x="1693" y="5660"/>
                    </a:lnTo>
                    <a:lnTo>
                      <a:pt x="1698" y="5641"/>
                    </a:lnTo>
                    <a:close/>
                    <a:moveTo>
                      <a:pt x="1771" y="5662"/>
                    </a:moveTo>
                    <a:lnTo>
                      <a:pt x="1736" y="5650"/>
                    </a:lnTo>
                    <a:lnTo>
                      <a:pt x="1731" y="5669"/>
                    </a:lnTo>
                    <a:lnTo>
                      <a:pt x="1766" y="5679"/>
                    </a:lnTo>
                    <a:lnTo>
                      <a:pt x="1771" y="5662"/>
                    </a:lnTo>
                    <a:close/>
                    <a:moveTo>
                      <a:pt x="1844" y="5681"/>
                    </a:moveTo>
                    <a:lnTo>
                      <a:pt x="1809" y="5672"/>
                    </a:lnTo>
                    <a:lnTo>
                      <a:pt x="1804" y="5688"/>
                    </a:lnTo>
                    <a:lnTo>
                      <a:pt x="1840" y="5700"/>
                    </a:lnTo>
                    <a:lnTo>
                      <a:pt x="1844" y="5681"/>
                    </a:lnTo>
                    <a:close/>
                    <a:moveTo>
                      <a:pt x="1918" y="5700"/>
                    </a:moveTo>
                    <a:lnTo>
                      <a:pt x="1882" y="5690"/>
                    </a:lnTo>
                    <a:lnTo>
                      <a:pt x="1878" y="5709"/>
                    </a:lnTo>
                    <a:lnTo>
                      <a:pt x="1913" y="5719"/>
                    </a:lnTo>
                    <a:lnTo>
                      <a:pt x="1918" y="5700"/>
                    </a:lnTo>
                    <a:close/>
                    <a:moveTo>
                      <a:pt x="1991" y="5721"/>
                    </a:moveTo>
                    <a:lnTo>
                      <a:pt x="1956" y="5712"/>
                    </a:lnTo>
                    <a:lnTo>
                      <a:pt x="1948" y="5728"/>
                    </a:lnTo>
                    <a:lnTo>
                      <a:pt x="1986" y="5740"/>
                    </a:lnTo>
                    <a:lnTo>
                      <a:pt x="1991" y="5721"/>
                    </a:lnTo>
                    <a:close/>
                    <a:moveTo>
                      <a:pt x="2064" y="5740"/>
                    </a:moveTo>
                    <a:lnTo>
                      <a:pt x="2026" y="5731"/>
                    </a:lnTo>
                    <a:lnTo>
                      <a:pt x="2022" y="5750"/>
                    </a:lnTo>
                    <a:lnTo>
                      <a:pt x="2060" y="5759"/>
                    </a:lnTo>
                    <a:lnTo>
                      <a:pt x="2064" y="5740"/>
                    </a:lnTo>
                    <a:close/>
                    <a:moveTo>
                      <a:pt x="2138" y="5761"/>
                    </a:moveTo>
                    <a:lnTo>
                      <a:pt x="2100" y="5750"/>
                    </a:lnTo>
                    <a:lnTo>
                      <a:pt x="2095" y="5768"/>
                    </a:lnTo>
                    <a:lnTo>
                      <a:pt x="2133" y="5778"/>
                    </a:lnTo>
                    <a:lnTo>
                      <a:pt x="2138" y="5761"/>
                    </a:lnTo>
                    <a:close/>
                    <a:moveTo>
                      <a:pt x="2211" y="5780"/>
                    </a:moveTo>
                    <a:lnTo>
                      <a:pt x="2173" y="5771"/>
                    </a:lnTo>
                    <a:lnTo>
                      <a:pt x="2168" y="5790"/>
                    </a:lnTo>
                    <a:lnTo>
                      <a:pt x="2204" y="5799"/>
                    </a:lnTo>
                    <a:lnTo>
                      <a:pt x="2211" y="5780"/>
                    </a:lnTo>
                    <a:close/>
                    <a:moveTo>
                      <a:pt x="2282" y="5799"/>
                    </a:moveTo>
                    <a:lnTo>
                      <a:pt x="2246" y="5790"/>
                    </a:lnTo>
                    <a:lnTo>
                      <a:pt x="2242" y="5809"/>
                    </a:lnTo>
                    <a:lnTo>
                      <a:pt x="2277" y="5818"/>
                    </a:lnTo>
                    <a:lnTo>
                      <a:pt x="2282" y="5799"/>
                    </a:lnTo>
                    <a:close/>
                    <a:moveTo>
                      <a:pt x="2355" y="5820"/>
                    </a:moveTo>
                    <a:lnTo>
                      <a:pt x="2320" y="5811"/>
                    </a:lnTo>
                    <a:lnTo>
                      <a:pt x="2315" y="5828"/>
                    </a:lnTo>
                    <a:lnTo>
                      <a:pt x="2350" y="5839"/>
                    </a:lnTo>
                    <a:lnTo>
                      <a:pt x="2355" y="5820"/>
                    </a:lnTo>
                    <a:close/>
                    <a:moveTo>
                      <a:pt x="2428" y="5839"/>
                    </a:moveTo>
                    <a:lnTo>
                      <a:pt x="2393" y="5830"/>
                    </a:lnTo>
                    <a:lnTo>
                      <a:pt x="2388" y="5849"/>
                    </a:lnTo>
                    <a:lnTo>
                      <a:pt x="2424" y="5858"/>
                    </a:lnTo>
                    <a:lnTo>
                      <a:pt x="2428" y="5839"/>
                    </a:lnTo>
                    <a:close/>
                    <a:moveTo>
                      <a:pt x="2502" y="5861"/>
                    </a:moveTo>
                    <a:lnTo>
                      <a:pt x="2466" y="5851"/>
                    </a:lnTo>
                    <a:lnTo>
                      <a:pt x="2462" y="5868"/>
                    </a:lnTo>
                    <a:lnTo>
                      <a:pt x="2497" y="5877"/>
                    </a:lnTo>
                    <a:lnTo>
                      <a:pt x="2502" y="5861"/>
                    </a:lnTo>
                    <a:close/>
                    <a:moveTo>
                      <a:pt x="2575" y="5880"/>
                    </a:moveTo>
                    <a:lnTo>
                      <a:pt x="2537" y="5870"/>
                    </a:lnTo>
                    <a:lnTo>
                      <a:pt x="2532" y="5889"/>
                    </a:lnTo>
                    <a:lnTo>
                      <a:pt x="2570" y="5899"/>
                    </a:lnTo>
                    <a:lnTo>
                      <a:pt x="2575" y="5880"/>
                    </a:lnTo>
                    <a:close/>
                    <a:moveTo>
                      <a:pt x="2648" y="5901"/>
                    </a:moveTo>
                    <a:lnTo>
                      <a:pt x="2610" y="5889"/>
                    </a:lnTo>
                    <a:lnTo>
                      <a:pt x="2606" y="5908"/>
                    </a:lnTo>
                    <a:lnTo>
                      <a:pt x="2644" y="5917"/>
                    </a:lnTo>
                    <a:lnTo>
                      <a:pt x="2648" y="5901"/>
                    </a:lnTo>
                    <a:close/>
                    <a:moveTo>
                      <a:pt x="2722" y="5920"/>
                    </a:moveTo>
                    <a:lnTo>
                      <a:pt x="2684" y="5910"/>
                    </a:lnTo>
                    <a:lnTo>
                      <a:pt x="2679" y="5929"/>
                    </a:lnTo>
                    <a:lnTo>
                      <a:pt x="2717" y="5939"/>
                    </a:lnTo>
                    <a:lnTo>
                      <a:pt x="2722" y="5920"/>
                    </a:lnTo>
                    <a:close/>
                    <a:moveTo>
                      <a:pt x="2795" y="5939"/>
                    </a:moveTo>
                    <a:lnTo>
                      <a:pt x="2757" y="5929"/>
                    </a:lnTo>
                    <a:lnTo>
                      <a:pt x="2752" y="5948"/>
                    </a:lnTo>
                    <a:lnTo>
                      <a:pt x="2788" y="5958"/>
                    </a:lnTo>
                    <a:lnTo>
                      <a:pt x="2795" y="5939"/>
                    </a:lnTo>
                    <a:close/>
                    <a:moveTo>
                      <a:pt x="2866" y="5960"/>
                    </a:moveTo>
                    <a:lnTo>
                      <a:pt x="2830" y="5951"/>
                    </a:lnTo>
                    <a:lnTo>
                      <a:pt x="2826" y="5967"/>
                    </a:lnTo>
                    <a:lnTo>
                      <a:pt x="2861" y="5979"/>
                    </a:lnTo>
                    <a:lnTo>
                      <a:pt x="2866" y="5960"/>
                    </a:lnTo>
                    <a:close/>
                    <a:moveTo>
                      <a:pt x="2939" y="5979"/>
                    </a:moveTo>
                    <a:lnTo>
                      <a:pt x="2904" y="5969"/>
                    </a:lnTo>
                    <a:lnTo>
                      <a:pt x="2899" y="5988"/>
                    </a:lnTo>
                    <a:lnTo>
                      <a:pt x="2934" y="5998"/>
                    </a:lnTo>
                    <a:lnTo>
                      <a:pt x="2939" y="5979"/>
                    </a:lnTo>
                    <a:close/>
                    <a:moveTo>
                      <a:pt x="3012" y="6000"/>
                    </a:moveTo>
                    <a:lnTo>
                      <a:pt x="2977" y="5988"/>
                    </a:lnTo>
                    <a:lnTo>
                      <a:pt x="2972" y="6007"/>
                    </a:lnTo>
                    <a:lnTo>
                      <a:pt x="3008" y="6017"/>
                    </a:lnTo>
                    <a:lnTo>
                      <a:pt x="3012" y="6000"/>
                    </a:lnTo>
                    <a:close/>
                    <a:moveTo>
                      <a:pt x="3086" y="6019"/>
                    </a:moveTo>
                    <a:lnTo>
                      <a:pt x="3050" y="6010"/>
                    </a:lnTo>
                    <a:lnTo>
                      <a:pt x="3043" y="6029"/>
                    </a:lnTo>
                    <a:lnTo>
                      <a:pt x="3081" y="6038"/>
                    </a:lnTo>
                    <a:lnTo>
                      <a:pt x="3086" y="6019"/>
                    </a:lnTo>
                    <a:close/>
                    <a:moveTo>
                      <a:pt x="3159" y="6040"/>
                    </a:moveTo>
                    <a:lnTo>
                      <a:pt x="3121" y="6029"/>
                    </a:lnTo>
                    <a:lnTo>
                      <a:pt x="3116" y="6047"/>
                    </a:lnTo>
                    <a:lnTo>
                      <a:pt x="3154" y="6057"/>
                    </a:lnTo>
                    <a:lnTo>
                      <a:pt x="3159" y="6040"/>
                    </a:lnTo>
                    <a:close/>
                    <a:moveTo>
                      <a:pt x="3232" y="6059"/>
                    </a:moveTo>
                    <a:lnTo>
                      <a:pt x="3194" y="6050"/>
                    </a:lnTo>
                    <a:lnTo>
                      <a:pt x="3190" y="6066"/>
                    </a:lnTo>
                    <a:lnTo>
                      <a:pt x="3228" y="6078"/>
                    </a:lnTo>
                    <a:lnTo>
                      <a:pt x="3232" y="6059"/>
                    </a:lnTo>
                    <a:close/>
                    <a:moveTo>
                      <a:pt x="3306" y="6078"/>
                    </a:moveTo>
                    <a:lnTo>
                      <a:pt x="3268" y="6069"/>
                    </a:lnTo>
                    <a:lnTo>
                      <a:pt x="3263" y="6088"/>
                    </a:lnTo>
                    <a:lnTo>
                      <a:pt x="3301" y="6097"/>
                    </a:lnTo>
                    <a:lnTo>
                      <a:pt x="3306" y="6078"/>
                    </a:lnTo>
                    <a:close/>
                    <a:moveTo>
                      <a:pt x="3379" y="6099"/>
                    </a:moveTo>
                    <a:lnTo>
                      <a:pt x="3341" y="6090"/>
                    </a:lnTo>
                    <a:lnTo>
                      <a:pt x="3336" y="6107"/>
                    </a:lnTo>
                    <a:lnTo>
                      <a:pt x="3372" y="6116"/>
                    </a:lnTo>
                    <a:lnTo>
                      <a:pt x="3379" y="6099"/>
                    </a:lnTo>
                    <a:close/>
                    <a:moveTo>
                      <a:pt x="3450" y="6118"/>
                    </a:moveTo>
                    <a:lnTo>
                      <a:pt x="3414" y="6109"/>
                    </a:lnTo>
                    <a:lnTo>
                      <a:pt x="3410" y="6128"/>
                    </a:lnTo>
                    <a:lnTo>
                      <a:pt x="3445" y="6137"/>
                    </a:lnTo>
                    <a:lnTo>
                      <a:pt x="3450" y="6118"/>
                    </a:lnTo>
                    <a:close/>
                    <a:moveTo>
                      <a:pt x="3523" y="6140"/>
                    </a:moveTo>
                    <a:lnTo>
                      <a:pt x="3488" y="6128"/>
                    </a:lnTo>
                    <a:lnTo>
                      <a:pt x="3483" y="6147"/>
                    </a:lnTo>
                    <a:lnTo>
                      <a:pt x="3518" y="6156"/>
                    </a:lnTo>
                    <a:lnTo>
                      <a:pt x="3523" y="6140"/>
                    </a:lnTo>
                    <a:close/>
                    <a:moveTo>
                      <a:pt x="3596" y="6159"/>
                    </a:moveTo>
                    <a:lnTo>
                      <a:pt x="3561" y="6149"/>
                    </a:lnTo>
                    <a:lnTo>
                      <a:pt x="3556" y="6168"/>
                    </a:lnTo>
                    <a:lnTo>
                      <a:pt x="3592" y="6177"/>
                    </a:lnTo>
                    <a:lnTo>
                      <a:pt x="3596" y="6159"/>
                    </a:lnTo>
                    <a:close/>
                    <a:moveTo>
                      <a:pt x="3670" y="6177"/>
                    </a:moveTo>
                    <a:lnTo>
                      <a:pt x="3634" y="6168"/>
                    </a:lnTo>
                    <a:lnTo>
                      <a:pt x="3627" y="6187"/>
                    </a:lnTo>
                    <a:lnTo>
                      <a:pt x="3665" y="6196"/>
                    </a:lnTo>
                    <a:lnTo>
                      <a:pt x="3670" y="6177"/>
                    </a:lnTo>
                    <a:close/>
                    <a:moveTo>
                      <a:pt x="3743" y="6199"/>
                    </a:moveTo>
                    <a:lnTo>
                      <a:pt x="3705" y="6189"/>
                    </a:lnTo>
                    <a:lnTo>
                      <a:pt x="3700" y="6206"/>
                    </a:lnTo>
                    <a:lnTo>
                      <a:pt x="3738" y="6218"/>
                    </a:lnTo>
                    <a:lnTo>
                      <a:pt x="3743" y="6199"/>
                    </a:lnTo>
                    <a:close/>
                    <a:moveTo>
                      <a:pt x="3816" y="6218"/>
                    </a:moveTo>
                    <a:lnTo>
                      <a:pt x="3778" y="6208"/>
                    </a:lnTo>
                    <a:lnTo>
                      <a:pt x="3774" y="6227"/>
                    </a:lnTo>
                    <a:lnTo>
                      <a:pt x="3812" y="6237"/>
                    </a:lnTo>
                    <a:lnTo>
                      <a:pt x="3816" y="6218"/>
                    </a:lnTo>
                    <a:close/>
                    <a:moveTo>
                      <a:pt x="3890" y="6239"/>
                    </a:moveTo>
                    <a:lnTo>
                      <a:pt x="3852" y="6227"/>
                    </a:lnTo>
                    <a:lnTo>
                      <a:pt x="3847" y="6246"/>
                    </a:lnTo>
                    <a:lnTo>
                      <a:pt x="3885" y="6256"/>
                    </a:lnTo>
                    <a:lnTo>
                      <a:pt x="3890" y="6239"/>
                    </a:lnTo>
                    <a:close/>
                    <a:moveTo>
                      <a:pt x="3935" y="6253"/>
                    </a:moveTo>
                    <a:lnTo>
                      <a:pt x="3937" y="6265"/>
                    </a:lnTo>
                    <a:lnTo>
                      <a:pt x="3946" y="6265"/>
                    </a:lnTo>
                    <a:lnTo>
                      <a:pt x="3949" y="6256"/>
                    </a:lnTo>
                    <a:lnTo>
                      <a:pt x="3925" y="6248"/>
                    </a:lnTo>
                    <a:lnTo>
                      <a:pt x="3920" y="6267"/>
                    </a:lnTo>
                    <a:lnTo>
                      <a:pt x="3958" y="6277"/>
                    </a:lnTo>
                    <a:lnTo>
                      <a:pt x="3953" y="6251"/>
                    </a:lnTo>
                    <a:lnTo>
                      <a:pt x="3935" y="6253"/>
                    </a:lnTo>
                    <a:close/>
                    <a:moveTo>
                      <a:pt x="3925" y="6177"/>
                    </a:moveTo>
                    <a:lnTo>
                      <a:pt x="3930" y="6215"/>
                    </a:lnTo>
                    <a:lnTo>
                      <a:pt x="3949" y="6213"/>
                    </a:lnTo>
                    <a:lnTo>
                      <a:pt x="3944" y="6175"/>
                    </a:lnTo>
                    <a:lnTo>
                      <a:pt x="3925" y="6177"/>
                    </a:lnTo>
                    <a:close/>
                    <a:moveTo>
                      <a:pt x="3916" y="6102"/>
                    </a:moveTo>
                    <a:lnTo>
                      <a:pt x="3920" y="6140"/>
                    </a:lnTo>
                    <a:lnTo>
                      <a:pt x="3939" y="6137"/>
                    </a:lnTo>
                    <a:lnTo>
                      <a:pt x="3935" y="6099"/>
                    </a:lnTo>
                    <a:lnTo>
                      <a:pt x="3916" y="6102"/>
                    </a:lnTo>
                    <a:close/>
                    <a:moveTo>
                      <a:pt x="3906" y="6026"/>
                    </a:moveTo>
                    <a:lnTo>
                      <a:pt x="3911" y="6064"/>
                    </a:lnTo>
                    <a:lnTo>
                      <a:pt x="3930" y="6062"/>
                    </a:lnTo>
                    <a:lnTo>
                      <a:pt x="3923" y="6024"/>
                    </a:lnTo>
                    <a:lnTo>
                      <a:pt x="3906" y="6026"/>
                    </a:lnTo>
                    <a:close/>
                    <a:moveTo>
                      <a:pt x="3894" y="5953"/>
                    </a:moveTo>
                    <a:lnTo>
                      <a:pt x="3899" y="5991"/>
                    </a:lnTo>
                    <a:lnTo>
                      <a:pt x="3918" y="5988"/>
                    </a:lnTo>
                    <a:lnTo>
                      <a:pt x="3913" y="5951"/>
                    </a:lnTo>
                    <a:lnTo>
                      <a:pt x="3894" y="5953"/>
                    </a:lnTo>
                    <a:close/>
                    <a:moveTo>
                      <a:pt x="3885" y="5877"/>
                    </a:moveTo>
                    <a:lnTo>
                      <a:pt x="3890" y="5915"/>
                    </a:lnTo>
                    <a:lnTo>
                      <a:pt x="3909" y="5913"/>
                    </a:lnTo>
                    <a:lnTo>
                      <a:pt x="3904" y="5875"/>
                    </a:lnTo>
                    <a:lnTo>
                      <a:pt x="3885" y="5877"/>
                    </a:lnTo>
                    <a:close/>
                    <a:moveTo>
                      <a:pt x="3875" y="5802"/>
                    </a:moveTo>
                    <a:lnTo>
                      <a:pt x="3880" y="5839"/>
                    </a:lnTo>
                    <a:lnTo>
                      <a:pt x="3899" y="5837"/>
                    </a:lnTo>
                    <a:lnTo>
                      <a:pt x="3894" y="5799"/>
                    </a:lnTo>
                    <a:lnTo>
                      <a:pt x="3875" y="5802"/>
                    </a:lnTo>
                    <a:close/>
                    <a:moveTo>
                      <a:pt x="3864" y="5728"/>
                    </a:moveTo>
                    <a:lnTo>
                      <a:pt x="3871" y="5764"/>
                    </a:lnTo>
                    <a:lnTo>
                      <a:pt x="3887" y="5761"/>
                    </a:lnTo>
                    <a:lnTo>
                      <a:pt x="3883" y="5726"/>
                    </a:lnTo>
                    <a:lnTo>
                      <a:pt x="3864" y="5728"/>
                    </a:lnTo>
                    <a:close/>
                    <a:moveTo>
                      <a:pt x="3854" y="5653"/>
                    </a:moveTo>
                    <a:lnTo>
                      <a:pt x="3859" y="5690"/>
                    </a:lnTo>
                    <a:lnTo>
                      <a:pt x="3878" y="5688"/>
                    </a:lnTo>
                    <a:lnTo>
                      <a:pt x="3873" y="5650"/>
                    </a:lnTo>
                    <a:lnTo>
                      <a:pt x="3854" y="5653"/>
                    </a:lnTo>
                    <a:close/>
                    <a:moveTo>
                      <a:pt x="3845" y="5577"/>
                    </a:moveTo>
                    <a:lnTo>
                      <a:pt x="3849" y="5615"/>
                    </a:lnTo>
                    <a:lnTo>
                      <a:pt x="3868" y="5612"/>
                    </a:lnTo>
                    <a:lnTo>
                      <a:pt x="3864" y="5575"/>
                    </a:lnTo>
                    <a:lnTo>
                      <a:pt x="3845" y="5577"/>
                    </a:lnTo>
                    <a:close/>
                    <a:moveTo>
                      <a:pt x="3835" y="5501"/>
                    </a:moveTo>
                    <a:lnTo>
                      <a:pt x="3840" y="5539"/>
                    </a:lnTo>
                    <a:lnTo>
                      <a:pt x="3859" y="5537"/>
                    </a:lnTo>
                    <a:lnTo>
                      <a:pt x="3852" y="5499"/>
                    </a:lnTo>
                    <a:lnTo>
                      <a:pt x="3835" y="5501"/>
                    </a:lnTo>
                    <a:close/>
                    <a:moveTo>
                      <a:pt x="3823" y="5428"/>
                    </a:moveTo>
                    <a:lnTo>
                      <a:pt x="3828" y="5466"/>
                    </a:lnTo>
                    <a:lnTo>
                      <a:pt x="3847" y="5463"/>
                    </a:lnTo>
                    <a:lnTo>
                      <a:pt x="3842" y="5426"/>
                    </a:lnTo>
                    <a:lnTo>
                      <a:pt x="3823" y="5428"/>
                    </a:lnTo>
                    <a:close/>
                    <a:moveTo>
                      <a:pt x="3814" y="5352"/>
                    </a:moveTo>
                    <a:lnTo>
                      <a:pt x="3819" y="5390"/>
                    </a:lnTo>
                    <a:lnTo>
                      <a:pt x="3838" y="5388"/>
                    </a:lnTo>
                    <a:lnTo>
                      <a:pt x="3833" y="5350"/>
                    </a:lnTo>
                    <a:lnTo>
                      <a:pt x="3814" y="5352"/>
                    </a:lnTo>
                    <a:close/>
                    <a:moveTo>
                      <a:pt x="3804" y="5277"/>
                    </a:moveTo>
                    <a:lnTo>
                      <a:pt x="3809" y="5315"/>
                    </a:lnTo>
                    <a:lnTo>
                      <a:pt x="3828" y="5312"/>
                    </a:lnTo>
                    <a:lnTo>
                      <a:pt x="3823" y="5274"/>
                    </a:lnTo>
                    <a:lnTo>
                      <a:pt x="3804" y="5277"/>
                    </a:lnTo>
                    <a:close/>
                    <a:moveTo>
                      <a:pt x="3793" y="5203"/>
                    </a:moveTo>
                    <a:lnTo>
                      <a:pt x="3800" y="5239"/>
                    </a:lnTo>
                    <a:lnTo>
                      <a:pt x="3816" y="5237"/>
                    </a:lnTo>
                    <a:lnTo>
                      <a:pt x="3812" y="5201"/>
                    </a:lnTo>
                    <a:lnTo>
                      <a:pt x="3793" y="5203"/>
                    </a:lnTo>
                    <a:close/>
                    <a:moveTo>
                      <a:pt x="3783" y="5128"/>
                    </a:moveTo>
                    <a:lnTo>
                      <a:pt x="3788" y="5166"/>
                    </a:lnTo>
                    <a:lnTo>
                      <a:pt x="3807" y="5163"/>
                    </a:lnTo>
                    <a:lnTo>
                      <a:pt x="3802" y="5125"/>
                    </a:lnTo>
                    <a:lnTo>
                      <a:pt x="3783" y="5128"/>
                    </a:lnTo>
                    <a:close/>
                    <a:moveTo>
                      <a:pt x="3774" y="5052"/>
                    </a:moveTo>
                    <a:lnTo>
                      <a:pt x="3778" y="5090"/>
                    </a:lnTo>
                    <a:lnTo>
                      <a:pt x="3797" y="5088"/>
                    </a:lnTo>
                    <a:lnTo>
                      <a:pt x="3793" y="5050"/>
                    </a:lnTo>
                    <a:lnTo>
                      <a:pt x="3774" y="5052"/>
                    </a:lnTo>
                    <a:close/>
                    <a:moveTo>
                      <a:pt x="3764" y="4976"/>
                    </a:moveTo>
                    <a:lnTo>
                      <a:pt x="3769" y="5014"/>
                    </a:lnTo>
                    <a:lnTo>
                      <a:pt x="3788" y="5012"/>
                    </a:lnTo>
                    <a:lnTo>
                      <a:pt x="3781" y="4974"/>
                    </a:lnTo>
                    <a:lnTo>
                      <a:pt x="3764" y="4976"/>
                    </a:lnTo>
                    <a:close/>
                    <a:moveTo>
                      <a:pt x="3752" y="4903"/>
                    </a:moveTo>
                    <a:lnTo>
                      <a:pt x="3757" y="4941"/>
                    </a:lnTo>
                    <a:lnTo>
                      <a:pt x="3776" y="4939"/>
                    </a:lnTo>
                    <a:lnTo>
                      <a:pt x="3771" y="4901"/>
                    </a:lnTo>
                    <a:lnTo>
                      <a:pt x="3752" y="4903"/>
                    </a:lnTo>
                    <a:close/>
                    <a:moveTo>
                      <a:pt x="3743" y="4828"/>
                    </a:moveTo>
                    <a:lnTo>
                      <a:pt x="3748" y="4865"/>
                    </a:lnTo>
                    <a:lnTo>
                      <a:pt x="3767" y="4863"/>
                    </a:lnTo>
                    <a:lnTo>
                      <a:pt x="3762" y="4825"/>
                    </a:lnTo>
                    <a:lnTo>
                      <a:pt x="3743" y="4828"/>
                    </a:lnTo>
                    <a:close/>
                    <a:moveTo>
                      <a:pt x="3734" y="4752"/>
                    </a:moveTo>
                    <a:lnTo>
                      <a:pt x="3738" y="4790"/>
                    </a:lnTo>
                    <a:lnTo>
                      <a:pt x="3757" y="4787"/>
                    </a:lnTo>
                    <a:lnTo>
                      <a:pt x="3752" y="4749"/>
                    </a:lnTo>
                    <a:lnTo>
                      <a:pt x="3734" y="4752"/>
                    </a:lnTo>
                    <a:close/>
                    <a:moveTo>
                      <a:pt x="3722" y="4679"/>
                    </a:moveTo>
                    <a:lnTo>
                      <a:pt x="3729" y="4716"/>
                    </a:lnTo>
                    <a:lnTo>
                      <a:pt x="3748" y="4712"/>
                    </a:lnTo>
                    <a:lnTo>
                      <a:pt x="3741" y="4676"/>
                    </a:lnTo>
                    <a:lnTo>
                      <a:pt x="3722" y="4679"/>
                    </a:lnTo>
                    <a:close/>
                    <a:moveTo>
                      <a:pt x="3712" y="4603"/>
                    </a:moveTo>
                    <a:lnTo>
                      <a:pt x="3717" y="4641"/>
                    </a:lnTo>
                    <a:lnTo>
                      <a:pt x="3736" y="4638"/>
                    </a:lnTo>
                    <a:lnTo>
                      <a:pt x="3731" y="4601"/>
                    </a:lnTo>
                    <a:lnTo>
                      <a:pt x="3712" y="4603"/>
                    </a:lnTo>
                    <a:close/>
                    <a:moveTo>
                      <a:pt x="3703" y="4527"/>
                    </a:moveTo>
                    <a:lnTo>
                      <a:pt x="3708" y="4565"/>
                    </a:lnTo>
                    <a:lnTo>
                      <a:pt x="3726" y="4563"/>
                    </a:lnTo>
                    <a:lnTo>
                      <a:pt x="3722" y="4525"/>
                    </a:lnTo>
                    <a:lnTo>
                      <a:pt x="3703" y="4527"/>
                    </a:lnTo>
                    <a:close/>
                    <a:moveTo>
                      <a:pt x="3693" y="4454"/>
                    </a:moveTo>
                    <a:lnTo>
                      <a:pt x="3698" y="4489"/>
                    </a:lnTo>
                    <a:lnTo>
                      <a:pt x="3717" y="4487"/>
                    </a:lnTo>
                    <a:lnTo>
                      <a:pt x="3712" y="4449"/>
                    </a:lnTo>
                    <a:lnTo>
                      <a:pt x="3693" y="4454"/>
                    </a:lnTo>
                    <a:close/>
                    <a:moveTo>
                      <a:pt x="3682" y="4378"/>
                    </a:moveTo>
                    <a:lnTo>
                      <a:pt x="3686" y="4416"/>
                    </a:lnTo>
                    <a:lnTo>
                      <a:pt x="3705" y="4414"/>
                    </a:lnTo>
                    <a:lnTo>
                      <a:pt x="3700" y="4376"/>
                    </a:lnTo>
                    <a:lnTo>
                      <a:pt x="3682" y="4378"/>
                    </a:lnTo>
                    <a:close/>
                    <a:moveTo>
                      <a:pt x="3712" y="4307"/>
                    </a:moveTo>
                    <a:lnTo>
                      <a:pt x="3691" y="4336"/>
                    </a:lnTo>
                    <a:lnTo>
                      <a:pt x="3705" y="4348"/>
                    </a:lnTo>
                    <a:lnTo>
                      <a:pt x="3729" y="4317"/>
                    </a:lnTo>
                    <a:lnTo>
                      <a:pt x="3712" y="4307"/>
                    </a:lnTo>
                    <a:close/>
                    <a:moveTo>
                      <a:pt x="3760" y="4246"/>
                    </a:moveTo>
                    <a:lnTo>
                      <a:pt x="3736" y="4277"/>
                    </a:lnTo>
                    <a:lnTo>
                      <a:pt x="3752" y="4288"/>
                    </a:lnTo>
                    <a:lnTo>
                      <a:pt x="3774" y="4258"/>
                    </a:lnTo>
                    <a:lnTo>
                      <a:pt x="3760" y="4246"/>
                    </a:lnTo>
                    <a:close/>
                    <a:moveTo>
                      <a:pt x="3804" y="4184"/>
                    </a:moveTo>
                    <a:lnTo>
                      <a:pt x="3781" y="4215"/>
                    </a:lnTo>
                    <a:lnTo>
                      <a:pt x="3797" y="4227"/>
                    </a:lnTo>
                    <a:lnTo>
                      <a:pt x="3819" y="4196"/>
                    </a:lnTo>
                    <a:lnTo>
                      <a:pt x="3804" y="4184"/>
                    </a:lnTo>
                    <a:close/>
                    <a:moveTo>
                      <a:pt x="3849" y="4125"/>
                    </a:moveTo>
                    <a:lnTo>
                      <a:pt x="3828" y="4156"/>
                    </a:lnTo>
                    <a:lnTo>
                      <a:pt x="3842" y="4168"/>
                    </a:lnTo>
                    <a:lnTo>
                      <a:pt x="3866" y="4137"/>
                    </a:lnTo>
                    <a:lnTo>
                      <a:pt x="3849" y="4125"/>
                    </a:lnTo>
                    <a:close/>
                    <a:moveTo>
                      <a:pt x="3897" y="4064"/>
                    </a:moveTo>
                    <a:lnTo>
                      <a:pt x="3873" y="4095"/>
                    </a:lnTo>
                    <a:lnTo>
                      <a:pt x="3887" y="4106"/>
                    </a:lnTo>
                    <a:lnTo>
                      <a:pt x="3911" y="4076"/>
                    </a:lnTo>
                    <a:lnTo>
                      <a:pt x="3897" y="4064"/>
                    </a:lnTo>
                    <a:close/>
                    <a:moveTo>
                      <a:pt x="3942" y="4005"/>
                    </a:moveTo>
                    <a:lnTo>
                      <a:pt x="3918" y="4035"/>
                    </a:lnTo>
                    <a:lnTo>
                      <a:pt x="3935" y="4045"/>
                    </a:lnTo>
                    <a:lnTo>
                      <a:pt x="3956" y="4017"/>
                    </a:lnTo>
                    <a:lnTo>
                      <a:pt x="3942" y="4005"/>
                    </a:lnTo>
                    <a:close/>
                    <a:moveTo>
                      <a:pt x="3987" y="3943"/>
                    </a:moveTo>
                    <a:lnTo>
                      <a:pt x="3965" y="3974"/>
                    </a:lnTo>
                    <a:lnTo>
                      <a:pt x="3979" y="3986"/>
                    </a:lnTo>
                    <a:lnTo>
                      <a:pt x="4003" y="3955"/>
                    </a:lnTo>
                    <a:lnTo>
                      <a:pt x="3987" y="3943"/>
                    </a:lnTo>
                    <a:close/>
                    <a:moveTo>
                      <a:pt x="4034" y="3884"/>
                    </a:moveTo>
                    <a:lnTo>
                      <a:pt x="4010" y="3915"/>
                    </a:lnTo>
                    <a:lnTo>
                      <a:pt x="4024" y="3924"/>
                    </a:lnTo>
                    <a:lnTo>
                      <a:pt x="4048" y="3896"/>
                    </a:lnTo>
                    <a:lnTo>
                      <a:pt x="4034" y="3884"/>
                    </a:lnTo>
                    <a:close/>
                    <a:moveTo>
                      <a:pt x="4079" y="3823"/>
                    </a:moveTo>
                    <a:lnTo>
                      <a:pt x="4055" y="3853"/>
                    </a:lnTo>
                    <a:lnTo>
                      <a:pt x="4072" y="3865"/>
                    </a:lnTo>
                    <a:lnTo>
                      <a:pt x="4093" y="3835"/>
                    </a:lnTo>
                    <a:lnTo>
                      <a:pt x="4079" y="3823"/>
                    </a:lnTo>
                    <a:close/>
                    <a:moveTo>
                      <a:pt x="4124" y="3764"/>
                    </a:moveTo>
                    <a:lnTo>
                      <a:pt x="4102" y="3794"/>
                    </a:lnTo>
                    <a:lnTo>
                      <a:pt x="4117" y="3804"/>
                    </a:lnTo>
                    <a:lnTo>
                      <a:pt x="4140" y="3775"/>
                    </a:lnTo>
                    <a:lnTo>
                      <a:pt x="4124" y="3764"/>
                    </a:lnTo>
                    <a:close/>
                    <a:moveTo>
                      <a:pt x="4169" y="3702"/>
                    </a:moveTo>
                    <a:lnTo>
                      <a:pt x="4147" y="3733"/>
                    </a:lnTo>
                    <a:lnTo>
                      <a:pt x="4162" y="3745"/>
                    </a:lnTo>
                    <a:lnTo>
                      <a:pt x="4185" y="3714"/>
                    </a:lnTo>
                    <a:lnTo>
                      <a:pt x="4169" y="3702"/>
                    </a:lnTo>
                    <a:close/>
                    <a:moveTo>
                      <a:pt x="4216" y="3643"/>
                    </a:moveTo>
                    <a:lnTo>
                      <a:pt x="4192" y="3674"/>
                    </a:lnTo>
                    <a:lnTo>
                      <a:pt x="4206" y="3683"/>
                    </a:lnTo>
                    <a:lnTo>
                      <a:pt x="4230" y="3655"/>
                    </a:lnTo>
                    <a:lnTo>
                      <a:pt x="4216" y="3643"/>
                    </a:lnTo>
                    <a:close/>
                    <a:moveTo>
                      <a:pt x="4261" y="3582"/>
                    </a:moveTo>
                    <a:lnTo>
                      <a:pt x="4237" y="3612"/>
                    </a:lnTo>
                    <a:lnTo>
                      <a:pt x="4254" y="3624"/>
                    </a:lnTo>
                    <a:lnTo>
                      <a:pt x="4275" y="3593"/>
                    </a:lnTo>
                    <a:lnTo>
                      <a:pt x="4261" y="3582"/>
                    </a:lnTo>
                    <a:close/>
                    <a:moveTo>
                      <a:pt x="4306" y="3522"/>
                    </a:moveTo>
                    <a:lnTo>
                      <a:pt x="4284" y="3551"/>
                    </a:lnTo>
                    <a:lnTo>
                      <a:pt x="4299" y="3563"/>
                    </a:lnTo>
                    <a:lnTo>
                      <a:pt x="4322" y="3534"/>
                    </a:lnTo>
                    <a:lnTo>
                      <a:pt x="4306" y="3522"/>
                    </a:lnTo>
                    <a:close/>
                    <a:moveTo>
                      <a:pt x="4353" y="3461"/>
                    </a:moveTo>
                    <a:lnTo>
                      <a:pt x="4329" y="3492"/>
                    </a:lnTo>
                    <a:lnTo>
                      <a:pt x="4344" y="3504"/>
                    </a:lnTo>
                    <a:lnTo>
                      <a:pt x="4367" y="3473"/>
                    </a:lnTo>
                    <a:lnTo>
                      <a:pt x="4353" y="3461"/>
                    </a:lnTo>
                    <a:close/>
                    <a:moveTo>
                      <a:pt x="4398" y="3402"/>
                    </a:moveTo>
                    <a:lnTo>
                      <a:pt x="4374" y="3430"/>
                    </a:lnTo>
                    <a:lnTo>
                      <a:pt x="4391" y="3442"/>
                    </a:lnTo>
                    <a:lnTo>
                      <a:pt x="4412" y="3411"/>
                    </a:lnTo>
                    <a:lnTo>
                      <a:pt x="4398" y="3402"/>
                    </a:lnTo>
                    <a:close/>
                    <a:moveTo>
                      <a:pt x="4443" y="3340"/>
                    </a:moveTo>
                    <a:lnTo>
                      <a:pt x="4422" y="3371"/>
                    </a:lnTo>
                    <a:lnTo>
                      <a:pt x="4436" y="3383"/>
                    </a:lnTo>
                    <a:lnTo>
                      <a:pt x="4459" y="3352"/>
                    </a:lnTo>
                    <a:lnTo>
                      <a:pt x="4443" y="3340"/>
                    </a:lnTo>
                    <a:close/>
                    <a:moveTo>
                      <a:pt x="4490" y="3281"/>
                    </a:moveTo>
                    <a:lnTo>
                      <a:pt x="4467" y="3310"/>
                    </a:lnTo>
                    <a:lnTo>
                      <a:pt x="4481" y="3321"/>
                    </a:lnTo>
                    <a:lnTo>
                      <a:pt x="4504" y="3291"/>
                    </a:lnTo>
                    <a:lnTo>
                      <a:pt x="4490" y="3281"/>
                    </a:lnTo>
                    <a:close/>
                    <a:moveTo>
                      <a:pt x="4535" y="3220"/>
                    </a:moveTo>
                    <a:lnTo>
                      <a:pt x="4511" y="3251"/>
                    </a:lnTo>
                    <a:lnTo>
                      <a:pt x="4528" y="3262"/>
                    </a:lnTo>
                    <a:lnTo>
                      <a:pt x="4549" y="3232"/>
                    </a:lnTo>
                    <a:lnTo>
                      <a:pt x="4535" y="3220"/>
                    </a:lnTo>
                    <a:close/>
                    <a:moveTo>
                      <a:pt x="4580" y="3161"/>
                    </a:moveTo>
                    <a:lnTo>
                      <a:pt x="4559" y="3189"/>
                    </a:lnTo>
                    <a:lnTo>
                      <a:pt x="4573" y="3201"/>
                    </a:lnTo>
                    <a:lnTo>
                      <a:pt x="4597" y="3170"/>
                    </a:lnTo>
                    <a:lnTo>
                      <a:pt x="4580" y="3161"/>
                    </a:lnTo>
                    <a:close/>
                    <a:moveTo>
                      <a:pt x="4625" y="3099"/>
                    </a:moveTo>
                    <a:lnTo>
                      <a:pt x="4604" y="3130"/>
                    </a:lnTo>
                    <a:lnTo>
                      <a:pt x="4618" y="3142"/>
                    </a:lnTo>
                    <a:lnTo>
                      <a:pt x="4641" y="3111"/>
                    </a:lnTo>
                    <a:lnTo>
                      <a:pt x="4625" y="3099"/>
                    </a:lnTo>
                    <a:close/>
                    <a:moveTo>
                      <a:pt x="4672" y="3038"/>
                    </a:moveTo>
                    <a:lnTo>
                      <a:pt x="4649" y="3069"/>
                    </a:lnTo>
                    <a:lnTo>
                      <a:pt x="4663" y="3080"/>
                    </a:lnTo>
                    <a:lnTo>
                      <a:pt x="4686" y="3050"/>
                    </a:lnTo>
                    <a:lnTo>
                      <a:pt x="4672" y="3038"/>
                    </a:lnTo>
                    <a:close/>
                    <a:moveTo>
                      <a:pt x="4717" y="2979"/>
                    </a:moveTo>
                    <a:lnTo>
                      <a:pt x="4694" y="3009"/>
                    </a:lnTo>
                    <a:lnTo>
                      <a:pt x="4710" y="3021"/>
                    </a:lnTo>
                    <a:lnTo>
                      <a:pt x="4731" y="2990"/>
                    </a:lnTo>
                    <a:lnTo>
                      <a:pt x="4717" y="2979"/>
                    </a:lnTo>
                    <a:close/>
                    <a:moveTo>
                      <a:pt x="4762" y="2917"/>
                    </a:moveTo>
                    <a:lnTo>
                      <a:pt x="4741" y="2948"/>
                    </a:lnTo>
                    <a:lnTo>
                      <a:pt x="4755" y="2960"/>
                    </a:lnTo>
                    <a:lnTo>
                      <a:pt x="4779" y="2929"/>
                    </a:lnTo>
                    <a:lnTo>
                      <a:pt x="4762" y="2917"/>
                    </a:lnTo>
                    <a:close/>
                    <a:moveTo>
                      <a:pt x="4809" y="2858"/>
                    </a:moveTo>
                    <a:lnTo>
                      <a:pt x="4786" y="2889"/>
                    </a:lnTo>
                    <a:lnTo>
                      <a:pt x="4800" y="2901"/>
                    </a:lnTo>
                    <a:lnTo>
                      <a:pt x="4824" y="2870"/>
                    </a:lnTo>
                    <a:lnTo>
                      <a:pt x="4809" y="2858"/>
                    </a:lnTo>
                    <a:close/>
                    <a:moveTo>
                      <a:pt x="4854" y="2797"/>
                    </a:moveTo>
                    <a:lnTo>
                      <a:pt x="4831" y="2827"/>
                    </a:lnTo>
                    <a:lnTo>
                      <a:pt x="4847" y="2839"/>
                    </a:lnTo>
                    <a:lnTo>
                      <a:pt x="4868" y="2808"/>
                    </a:lnTo>
                    <a:lnTo>
                      <a:pt x="4854" y="2797"/>
                    </a:lnTo>
                    <a:close/>
                    <a:moveTo>
                      <a:pt x="4899" y="2738"/>
                    </a:moveTo>
                    <a:lnTo>
                      <a:pt x="4878" y="2768"/>
                    </a:lnTo>
                    <a:lnTo>
                      <a:pt x="4892" y="2778"/>
                    </a:lnTo>
                    <a:lnTo>
                      <a:pt x="4916" y="2749"/>
                    </a:lnTo>
                    <a:lnTo>
                      <a:pt x="4899" y="2738"/>
                    </a:lnTo>
                    <a:close/>
                    <a:moveTo>
                      <a:pt x="4947" y="2676"/>
                    </a:moveTo>
                    <a:lnTo>
                      <a:pt x="4923" y="2707"/>
                    </a:lnTo>
                    <a:lnTo>
                      <a:pt x="4937" y="2719"/>
                    </a:lnTo>
                    <a:lnTo>
                      <a:pt x="4961" y="2688"/>
                    </a:lnTo>
                    <a:lnTo>
                      <a:pt x="4947" y="2676"/>
                    </a:lnTo>
                    <a:close/>
                    <a:moveTo>
                      <a:pt x="4991" y="2617"/>
                    </a:moveTo>
                    <a:lnTo>
                      <a:pt x="4968" y="2648"/>
                    </a:lnTo>
                    <a:lnTo>
                      <a:pt x="4984" y="2657"/>
                    </a:lnTo>
                    <a:lnTo>
                      <a:pt x="5006" y="2629"/>
                    </a:lnTo>
                    <a:lnTo>
                      <a:pt x="4991" y="2617"/>
                    </a:lnTo>
                    <a:close/>
                    <a:moveTo>
                      <a:pt x="5036" y="2555"/>
                    </a:moveTo>
                    <a:lnTo>
                      <a:pt x="5015" y="2586"/>
                    </a:lnTo>
                    <a:lnTo>
                      <a:pt x="5029" y="2598"/>
                    </a:lnTo>
                    <a:lnTo>
                      <a:pt x="5053" y="2567"/>
                    </a:lnTo>
                    <a:lnTo>
                      <a:pt x="5036" y="2555"/>
                    </a:lnTo>
                    <a:close/>
                    <a:moveTo>
                      <a:pt x="5081" y="2496"/>
                    </a:moveTo>
                    <a:lnTo>
                      <a:pt x="5060" y="2527"/>
                    </a:lnTo>
                    <a:lnTo>
                      <a:pt x="5074" y="2537"/>
                    </a:lnTo>
                    <a:lnTo>
                      <a:pt x="5098" y="2508"/>
                    </a:lnTo>
                    <a:lnTo>
                      <a:pt x="5081" y="2496"/>
                    </a:lnTo>
                    <a:close/>
                    <a:moveTo>
                      <a:pt x="5129" y="2435"/>
                    </a:moveTo>
                    <a:lnTo>
                      <a:pt x="5105" y="2466"/>
                    </a:lnTo>
                    <a:lnTo>
                      <a:pt x="5119" y="2477"/>
                    </a:lnTo>
                    <a:lnTo>
                      <a:pt x="5143" y="2447"/>
                    </a:lnTo>
                    <a:lnTo>
                      <a:pt x="5129" y="2435"/>
                    </a:lnTo>
                    <a:close/>
                    <a:moveTo>
                      <a:pt x="5129" y="2381"/>
                    </a:moveTo>
                    <a:lnTo>
                      <a:pt x="5143" y="2414"/>
                    </a:lnTo>
                    <a:lnTo>
                      <a:pt x="5162" y="2407"/>
                    </a:lnTo>
                    <a:lnTo>
                      <a:pt x="5145" y="2371"/>
                    </a:lnTo>
                    <a:lnTo>
                      <a:pt x="5129" y="2381"/>
                    </a:lnTo>
                    <a:close/>
                    <a:moveTo>
                      <a:pt x="5098" y="2310"/>
                    </a:moveTo>
                    <a:lnTo>
                      <a:pt x="5112" y="2345"/>
                    </a:lnTo>
                    <a:lnTo>
                      <a:pt x="5131" y="2338"/>
                    </a:lnTo>
                    <a:lnTo>
                      <a:pt x="5114" y="2302"/>
                    </a:lnTo>
                    <a:lnTo>
                      <a:pt x="5098" y="2310"/>
                    </a:lnTo>
                    <a:close/>
                    <a:moveTo>
                      <a:pt x="5067" y="2241"/>
                    </a:moveTo>
                    <a:lnTo>
                      <a:pt x="5081" y="2276"/>
                    </a:lnTo>
                    <a:lnTo>
                      <a:pt x="5100" y="2267"/>
                    </a:lnTo>
                    <a:lnTo>
                      <a:pt x="5084" y="2234"/>
                    </a:lnTo>
                    <a:lnTo>
                      <a:pt x="5067" y="2241"/>
                    </a:lnTo>
                    <a:close/>
                    <a:moveTo>
                      <a:pt x="5036" y="2172"/>
                    </a:moveTo>
                    <a:lnTo>
                      <a:pt x="5051" y="2206"/>
                    </a:lnTo>
                    <a:lnTo>
                      <a:pt x="5069" y="2198"/>
                    </a:lnTo>
                    <a:lnTo>
                      <a:pt x="5053" y="2165"/>
                    </a:lnTo>
                    <a:lnTo>
                      <a:pt x="5036" y="2172"/>
                    </a:lnTo>
                    <a:close/>
                    <a:moveTo>
                      <a:pt x="5006" y="2104"/>
                    </a:moveTo>
                    <a:lnTo>
                      <a:pt x="5020" y="2137"/>
                    </a:lnTo>
                    <a:lnTo>
                      <a:pt x="5039" y="2130"/>
                    </a:lnTo>
                    <a:lnTo>
                      <a:pt x="5022" y="2094"/>
                    </a:lnTo>
                    <a:lnTo>
                      <a:pt x="5006" y="2104"/>
                    </a:lnTo>
                    <a:close/>
                    <a:moveTo>
                      <a:pt x="4975" y="2033"/>
                    </a:moveTo>
                    <a:lnTo>
                      <a:pt x="4989" y="2068"/>
                    </a:lnTo>
                    <a:lnTo>
                      <a:pt x="5008" y="2061"/>
                    </a:lnTo>
                    <a:lnTo>
                      <a:pt x="4991" y="2026"/>
                    </a:lnTo>
                    <a:lnTo>
                      <a:pt x="4975" y="2033"/>
                    </a:lnTo>
                    <a:close/>
                    <a:moveTo>
                      <a:pt x="4944" y="1964"/>
                    </a:moveTo>
                    <a:lnTo>
                      <a:pt x="4958" y="2000"/>
                    </a:lnTo>
                    <a:lnTo>
                      <a:pt x="4977" y="1993"/>
                    </a:lnTo>
                    <a:lnTo>
                      <a:pt x="4961" y="1957"/>
                    </a:lnTo>
                    <a:lnTo>
                      <a:pt x="4944" y="1964"/>
                    </a:lnTo>
                    <a:close/>
                    <a:moveTo>
                      <a:pt x="4913" y="1896"/>
                    </a:moveTo>
                    <a:lnTo>
                      <a:pt x="4928" y="1931"/>
                    </a:lnTo>
                    <a:lnTo>
                      <a:pt x="4947" y="1922"/>
                    </a:lnTo>
                    <a:lnTo>
                      <a:pt x="4930" y="1889"/>
                    </a:lnTo>
                    <a:lnTo>
                      <a:pt x="4913" y="1896"/>
                    </a:lnTo>
                    <a:close/>
                    <a:moveTo>
                      <a:pt x="4883" y="1827"/>
                    </a:moveTo>
                    <a:lnTo>
                      <a:pt x="4897" y="1860"/>
                    </a:lnTo>
                    <a:lnTo>
                      <a:pt x="4916" y="1853"/>
                    </a:lnTo>
                    <a:lnTo>
                      <a:pt x="4899" y="1818"/>
                    </a:lnTo>
                    <a:lnTo>
                      <a:pt x="4883" y="1827"/>
                    </a:lnTo>
                    <a:close/>
                    <a:moveTo>
                      <a:pt x="4852" y="1756"/>
                    </a:moveTo>
                    <a:lnTo>
                      <a:pt x="4866" y="1792"/>
                    </a:lnTo>
                    <a:lnTo>
                      <a:pt x="4885" y="1785"/>
                    </a:lnTo>
                    <a:lnTo>
                      <a:pt x="4868" y="1749"/>
                    </a:lnTo>
                    <a:lnTo>
                      <a:pt x="4852" y="1756"/>
                    </a:lnTo>
                    <a:close/>
                    <a:moveTo>
                      <a:pt x="4821" y="1688"/>
                    </a:moveTo>
                    <a:lnTo>
                      <a:pt x="4835" y="1723"/>
                    </a:lnTo>
                    <a:lnTo>
                      <a:pt x="4854" y="1716"/>
                    </a:lnTo>
                    <a:lnTo>
                      <a:pt x="4838" y="1681"/>
                    </a:lnTo>
                    <a:lnTo>
                      <a:pt x="4821" y="1688"/>
                    </a:lnTo>
                    <a:close/>
                    <a:moveTo>
                      <a:pt x="4790" y="1619"/>
                    </a:moveTo>
                    <a:lnTo>
                      <a:pt x="4805" y="1655"/>
                    </a:lnTo>
                    <a:lnTo>
                      <a:pt x="4824" y="1645"/>
                    </a:lnTo>
                    <a:lnTo>
                      <a:pt x="4807" y="1612"/>
                    </a:lnTo>
                    <a:lnTo>
                      <a:pt x="4790" y="1619"/>
                    </a:lnTo>
                    <a:close/>
                    <a:moveTo>
                      <a:pt x="4760" y="1551"/>
                    </a:moveTo>
                    <a:lnTo>
                      <a:pt x="4774" y="1584"/>
                    </a:lnTo>
                    <a:lnTo>
                      <a:pt x="4793" y="1577"/>
                    </a:lnTo>
                    <a:lnTo>
                      <a:pt x="4776" y="1541"/>
                    </a:lnTo>
                    <a:lnTo>
                      <a:pt x="4760" y="1551"/>
                    </a:lnTo>
                    <a:close/>
                    <a:moveTo>
                      <a:pt x="4729" y="1480"/>
                    </a:moveTo>
                    <a:lnTo>
                      <a:pt x="4743" y="1515"/>
                    </a:lnTo>
                    <a:lnTo>
                      <a:pt x="4762" y="1508"/>
                    </a:lnTo>
                    <a:lnTo>
                      <a:pt x="4746" y="1473"/>
                    </a:lnTo>
                    <a:lnTo>
                      <a:pt x="4729" y="1480"/>
                    </a:lnTo>
                    <a:close/>
                    <a:moveTo>
                      <a:pt x="4698" y="1411"/>
                    </a:moveTo>
                    <a:lnTo>
                      <a:pt x="4712" y="1447"/>
                    </a:lnTo>
                    <a:lnTo>
                      <a:pt x="4731" y="1440"/>
                    </a:lnTo>
                    <a:lnTo>
                      <a:pt x="4715" y="1404"/>
                    </a:lnTo>
                    <a:lnTo>
                      <a:pt x="4698" y="1411"/>
                    </a:lnTo>
                    <a:close/>
                    <a:moveTo>
                      <a:pt x="4668" y="1343"/>
                    </a:moveTo>
                    <a:lnTo>
                      <a:pt x="4682" y="1378"/>
                    </a:lnTo>
                    <a:lnTo>
                      <a:pt x="4701" y="1369"/>
                    </a:lnTo>
                    <a:lnTo>
                      <a:pt x="4684" y="1336"/>
                    </a:lnTo>
                    <a:lnTo>
                      <a:pt x="4668" y="1343"/>
                    </a:lnTo>
                    <a:close/>
                    <a:moveTo>
                      <a:pt x="4637" y="1274"/>
                    </a:moveTo>
                    <a:lnTo>
                      <a:pt x="4651" y="1307"/>
                    </a:lnTo>
                    <a:lnTo>
                      <a:pt x="4670" y="1300"/>
                    </a:lnTo>
                    <a:lnTo>
                      <a:pt x="4653" y="1267"/>
                    </a:lnTo>
                    <a:lnTo>
                      <a:pt x="4637" y="1274"/>
                    </a:lnTo>
                    <a:close/>
                    <a:moveTo>
                      <a:pt x="4606" y="1205"/>
                    </a:moveTo>
                    <a:lnTo>
                      <a:pt x="4620" y="1239"/>
                    </a:lnTo>
                    <a:lnTo>
                      <a:pt x="4639" y="1231"/>
                    </a:lnTo>
                    <a:lnTo>
                      <a:pt x="4623" y="1196"/>
                    </a:lnTo>
                    <a:lnTo>
                      <a:pt x="4606" y="1205"/>
                    </a:lnTo>
                    <a:close/>
                    <a:moveTo>
                      <a:pt x="4575" y="1135"/>
                    </a:moveTo>
                    <a:lnTo>
                      <a:pt x="4589" y="1170"/>
                    </a:lnTo>
                    <a:lnTo>
                      <a:pt x="4608" y="1163"/>
                    </a:lnTo>
                    <a:lnTo>
                      <a:pt x="4592" y="1127"/>
                    </a:lnTo>
                    <a:lnTo>
                      <a:pt x="4575" y="1135"/>
                    </a:lnTo>
                    <a:close/>
                    <a:moveTo>
                      <a:pt x="4545" y="1066"/>
                    </a:moveTo>
                    <a:lnTo>
                      <a:pt x="4559" y="1101"/>
                    </a:lnTo>
                    <a:lnTo>
                      <a:pt x="4578" y="1092"/>
                    </a:lnTo>
                    <a:lnTo>
                      <a:pt x="4561" y="1059"/>
                    </a:lnTo>
                    <a:lnTo>
                      <a:pt x="4545" y="1066"/>
                    </a:lnTo>
                    <a:close/>
                    <a:moveTo>
                      <a:pt x="4514" y="997"/>
                    </a:moveTo>
                    <a:lnTo>
                      <a:pt x="4528" y="1031"/>
                    </a:lnTo>
                    <a:lnTo>
                      <a:pt x="4547" y="1023"/>
                    </a:lnTo>
                    <a:lnTo>
                      <a:pt x="4530" y="990"/>
                    </a:lnTo>
                    <a:lnTo>
                      <a:pt x="4514" y="997"/>
                    </a:lnTo>
                    <a:close/>
                    <a:moveTo>
                      <a:pt x="4483" y="929"/>
                    </a:moveTo>
                    <a:lnTo>
                      <a:pt x="4497" y="962"/>
                    </a:lnTo>
                    <a:lnTo>
                      <a:pt x="4516" y="955"/>
                    </a:lnTo>
                    <a:lnTo>
                      <a:pt x="4500" y="919"/>
                    </a:lnTo>
                    <a:lnTo>
                      <a:pt x="4483" y="929"/>
                    </a:lnTo>
                    <a:close/>
                    <a:moveTo>
                      <a:pt x="4452" y="858"/>
                    </a:moveTo>
                    <a:lnTo>
                      <a:pt x="4467" y="893"/>
                    </a:lnTo>
                    <a:lnTo>
                      <a:pt x="4485" y="886"/>
                    </a:lnTo>
                    <a:lnTo>
                      <a:pt x="4469" y="851"/>
                    </a:lnTo>
                    <a:lnTo>
                      <a:pt x="4452" y="858"/>
                    </a:lnTo>
                    <a:close/>
                    <a:moveTo>
                      <a:pt x="4422" y="789"/>
                    </a:moveTo>
                    <a:lnTo>
                      <a:pt x="4436" y="825"/>
                    </a:lnTo>
                    <a:lnTo>
                      <a:pt x="4455" y="815"/>
                    </a:lnTo>
                    <a:lnTo>
                      <a:pt x="4438" y="782"/>
                    </a:lnTo>
                    <a:lnTo>
                      <a:pt x="4422" y="789"/>
                    </a:lnTo>
                    <a:close/>
                    <a:moveTo>
                      <a:pt x="4391" y="721"/>
                    </a:moveTo>
                    <a:lnTo>
                      <a:pt x="4405" y="754"/>
                    </a:lnTo>
                    <a:lnTo>
                      <a:pt x="4424" y="747"/>
                    </a:lnTo>
                    <a:lnTo>
                      <a:pt x="4407" y="714"/>
                    </a:lnTo>
                    <a:lnTo>
                      <a:pt x="4391" y="721"/>
                    </a:lnTo>
                    <a:close/>
                    <a:moveTo>
                      <a:pt x="4360" y="652"/>
                    </a:moveTo>
                    <a:lnTo>
                      <a:pt x="4374" y="685"/>
                    </a:lnTo>
                    <a:lnTo>
                      <a:pt x="4393" y="678"/>
                    </a:lnTo>
                    <a:lnTo>
                      <a:pt x="4377" y="643"/>
                    </a:lnTo>
                    <a:lnTo>
                      <a:pt x="4360" y="652"/>
                    </a:lnTo>
                    <a:close/>
                    <a:moveTo>
                      <a:pt x="4329" y="581"/>
                    </a:moveTo>
                    <a:lnTo>
                      <a:pt x="4344" y="617"/>
                    </a:lnTo>
                    <a:lnTo>
                      <a:pt x="4362" y="610"/>
                    </a:lnTo>
                    <a:lnTo>
                      <a:pt x="4346" y="574"/>
                    </a:lnTo>
                    <a:lnTo>
                      <a:pt x="4329" y="581"/>
                    </a:lnTo>
                    <a:close/>
                    <a:moveTo>
                      <a:pt x="4299" y="513"/>
                    </a:moveTo>
                    <a:lnTo>
                      <a:pt x="4313" y="548"/>
                    </a:lnTo>
                    <a:lnTo>
                      <a:pt x="4332" y="539"/>
                    </a:lnTo>
                    <a:lnTo>
                      <a:pt x="4315" y="506"/>
                    </a:lnTo>
                    <a:lnTo>
                      <a:pt x="4299" y="513"/>
                    </a:lnTo>
                    <a:close/>
                    <a:moveTo>
                      <a:pt x="4268" y="444"/>
                    </a:moveTo>
                    <a:lnTo>
                      <a:pt x="4282" y="477"/>
                    </a:lnTo>
                    <a:lnTo>
                      <a:pt x="4301" y="470"/>
                    </a:lnTo>
                    <a:lnTo>
                      <a:pt x="4284" y="437"/>
                    </a:lnTo>
                    <a:lnTo>
                      <a:pt x="4268" y="444"/>
                    </a:lnTo>
                    <a:close/>
                    <a:moveTo>
                      <a:pt x="4230" y="399"/>
                    </a:moveTo>
                    <a:lnTo>
                      <a:pt x="4247" y="399"/>
                    </a:lnTo>
                    <a:lnTo>
                      <a:pt x="4251" y="409"/>
                    </a:lnTo>
                    <a:lnTo>
                      <a:pt x="4270" y="402"/>
                    </a:lnTo>
                    <a:lnTo>
                      <a:pt x="4261" y="383"/>
                    </a:lnTo>
                    <a:lnTo>
                      <a:pt x="4232" y="380"/>
                    </a:lnTo>
                    <a:lnTo>
                      <a:pt x="4230" y="399"/>
                    </a:lnTo>
                    <a:close/>
                    <a:moveTo>
                      <a:pt x="4157" y="390"/>
                    </a:moveTo>
                    <a:lnTo>
                      <a:pt x="4195" y="395"/>
                    </a:lnTo>
                    <a:lnTo>
                      <a:pt x="4195" y="376"/>
                    </a:lnTo>
                    <a:lnTo>
                      <a:pt x="4157" y="371"/>
                    </a:lnTo>
                    <a:lnTo>
                      <a:pt x="4157" y="390"/>
                    </a:lnTo>
                    <a:close/>
                    <a:moveTo>
                      <a:pt x="4081" y="383"/>
                    </a:moveTo>
                    <a:lnTo>
                      <a:pt x="4119" y="387"/>
                    </a:lnTo>
                    <a:lnTo>
                      <a:pt x="4119" y="369"/>
                    </a:lnTo>
                    <a:lnTo>
                      <a:pt x="4083" y="364"/>
                    </a:lnTo>
                    <a:lnTo>
                      <a:pt x="4081" y="383"/>
                    </a:lnTo>
                    <a:close/>
                    <a:moveTo>
                      <a:pt x="4005" y="376"/>
                    </a:moveTo>
                    <a:lnTo>
                      <a:pt x="4043" y="380"/>
                    </a:lnTo>
                    <a:lnTo>
                      <a:pt x="4046" y="361"/>
                    </a:lnTo>
                    <a:lnTo>
                      <a:pt x="4008" y="357"/>
                    </a:lnTo>
                    <a:lnTo>
                      <a:pt x="4005" y="376"/>
                    </a:lnTo>
                    <a:close/>
                    <a:moveTo>
                      <a:pt x="3930" y="369"/>
                    </a:moveTo>
                    <a:lnTo>
                      <a:pt x="3968" y="371"/>
                    </a:lnTo>
                    <a:lnTo>
                      <a:pt x="3970" y="352"/>
                    </a:lnTo>
                    <a:lnTo>
                      <a:pt x="3932" y="350"/>
                    </a:lnTo>
                    <a:lnTo>
                      <a:pt x="3930" y="369"/>
                    </a:lnTo>
                    <a:close/>
                    <a:moveTo>
                      <a:pt x="3854" y="361"/>
                    </a:moveTo>
                    <a:lnTo>
                      <a:pt x="3892" y="364"/>
                    </a:lnTo>
                    <a:lnTo>
                      <a:pt x="3894" y="345"/>
                    </a:lnTo>
                    <a:lnTo>
                      <a:pt x="3857" y="343"/>
                    </a:lnTo>
                    <a:lnTo>
                      <a:pt x="3854" y="361"/>
                    </a:lnTo>
                    <a:close/>
                    <a:moveTo>
                      <a:pt x="3778" y="352"/>
                    </a:moveTo>
                    <a:lnTo>
                      <a:pt x="3816" y="357"/>
                    </a:lnTo>
                    <a:lnTo>
                      <a:pt x="3819" y="338"/>
                    </a:lnTo>
                    <a:lnTo>
                      <a:pt x="3781" y="333"/>
                    </a:lnTo>
                    <a:lnTo>
                      <a:pt x="3778" y="352"/>
                    </a:lnTo>
                    <a:close/>
                    <a:moveTo>
                      <a:pt x="3705" y="345"/>
                    </a:moveTo>
                    <a:lnTo>
                      <a:pt x="3741" y="350"/>
                    </a:lnTo>
                    <a:lnTo>
                      <a:pt x="3743" y="331"/>
                    </a:lnTo>
                    <a:lnTo>
                      <a:pt x="3705" y="326"/>
                    </a:lnTo>
                    <a:lnTo>
                      <a:pt x="3705" y="345"/>
                    </a:lnTo>
                    <a:close/>
                    <a:moveTo>
                      <a:pt x="3630" y="338"/>
                    </a:moveTo>
                    <a:lnTo>
                      <a:pt x="3667" y="343"/>
                    </a:lnTo>
                    <a:lnTo>
                      <a:pt x="3667" y="324"/>
                    </a:lnTo>
                    <a:lnTo>
                      <a:pt x="3632" y="319"/>
                    </a:lnTo>
                    <a:lnTo>
                      <a:pt x="3630" y="338"/>
                    </a:lnTo>
                    <a:close/>
                    <a:moveTo>
                      <a:pt x="3554" y="331"/>
                    </a:moveTo>
                    <a:lnTo>
                      <a:pt x="3592" y="333"/>
                    </a:lnTo>
                    <a:lnTo>
                      <a:pt x="3594" y="314"/>
                    </a:lnTo>
                    <a:lnTo>
                      <a:pt x="3556" y="312"/>
                    </a:lnTo>
                    <a:lnTo>
                      <a:pt x="3554" y="331"/>
                    </a:lnTo>
                    <a:close/>
                    <a:moveTo>
                      <a:pt x="3478" y="324"/>
                    </a:moveTo>
                    <a:lnTo>
                      <a:pt x="3516" y="326"/>
                    </a:lnTo>
                    <a:lnTo>
                      <a:pt x="3518" y="307"/>
                    </a:lnTo>
                    <a:lnTo>
                      <a:pt x="3481" y="305"/>
                    </a:lnTo>
                    <a:lnTo>
                      <a:pt x="3478" y="324"/>
                    </a:lnTo>
                    <a:close/>
                    <a:moveTo>
                      <a:pt x="3403" y="314"/>
                    </a:moveTo>
                    <a:lnTo>
                      <a:pt x="3440" y="319"/>
                    </a:lnTo>
                    <a:lnTo>
                      <a:pt x="3443" y="300"/>
                    </a:lnTo>
                    <a:lnTo>
                      <a:pt x="3405" y="295"/>
                    </a:lnTo>
                    <a:lnTo>
                      <a:pt x="3403" y="314"/>
                    </a:lnTo>
                    <a:close/>
                    <a:moveTo>
                      <a:pt x="3327" y="307"/>
                    </a:moveTo>
                    <a:lnTo>
                      <a:pt x="3365" y="312"/>
                    </a:lnTo>
                    <a:lnTo>
                      <a:pt x="3367" y="293"/>
                    </a:lnTo>
                    <a:lnTo>
                      <a:pt x="3329" y="288"/>
                    </a:lnTo>
                    <a:lnTo>
                      <a:pt x="3327" y="307"/>
                    </a:lnTo>
                    <a:close/>
                    <a:moveTo>
                      <a:pt x="3254" y="300"/>
                    </a:moveTo>
                    <a:lnTo>
                      <a:pt x="3289" y="305"/>
                    </a:lnTo>
                    <a:lnTo>
                      <a:pt x="3291" y="286"/>
                    </a:lnTo>
                    <a:lnTo>
                      <a:pt x="3254" y="281"/>
                    </a:lnTo>
                    <a:lnTo>
                      <a:pt x="3254" y="300"/>
                    </a:lnTo>
                    <a:close/>
                    <a:moveTo>
                      <a:pt x="3178" y="293"/>
                    </a:moveTo>
                    <a:lnTo>
                      <a:pt x="3216" y="295"/>
                    </a:lnTo>
                    <a:lnTo>
                      <a:pt x="3216" y="276"/>
                    </a:lnTo>
                    <a:lnTo>
                      <a:pt x="3180" y="274"/>
                    </a:lnTo>
                    <a:lnTo>
                      <a:pt x="3178" y="293"/>
                    </a:lnTo>
                    <a:close/>
                    <a:moveTo>
                      <a:pt x="3102" y="286"/>
                    </a:moveTo>
                    <a:lnTo>
                      <a:pt x="3140" y="288"/>
                    </a:lnTo>
                    <a:lnTo>
                      <a:pt x="3142" y="269"/>
                    </a:lnTo>
                    <a:lnTo>
                      <a:pt x="3105" y="267"/>
                    </a:lnTo>
                    <a:lnTo>
                      <a:pt x="3102" y="286"/>
                    </a:lnTo>
                    <a:close/>
                    <a:moveTo>
                      <a:pt x="3027" y="276"/>
                    </a:moveTo>
                    <a:lnTo>
                      <a:pt x="3064" y="281"/>
                    </a:lnTo>
                    <a:lnTo>
                      <a:pt x="3067" y="262"/>
                    </a:lnTo>
                    <a:lnTo>
                      <a:pt x="3029" y="257"/>
                    </a:lnTo>
                    <a:lnTo>
                      <a:pt x="3027" y="276"/>
                    </a:lnTo>
                    <a:close/>
                    <a:moveTo>
                      <a:pt x="2951" y="269"/>
                    </a:moveTo>
                    <a:lnTo>
                      <a:pt x="2989" y="274"/>
                    </a:lnTo>
                    <a:lnTo>
                      <a:pt x="2991" y="255"/>
                    </a:lnTo>
                    <a:lnTo>
                      <a:pt x="2953" y="250"/>
                    </a:lnTo>
                    <a:lnTo>
                      <a:pt x="2951" y="269"/>
                    </a:lnTo>
                    <a:close/>
                    <a:moveTo>
                      <a:pt x="2875" y="262"/>
                    </a:moveTo>
                    <a:lnTo>
                      <a:pt x="2913" y="267"/>
                    </a:lnTo>
                    <a:lnTo>
                      <a:pt x="2915" y="248"/>
                    </a:lnTo>
                    <a:lnTo>
                      <a:pt x="2878" y="243"/>
                    </a:lnTo>
                    <a:lnTo>
                      <a:pt x="2875" y="262"/>
                    </a:lnTo>
                    <a:close/>
                    <a:moveTo>
                      <a:pt x="2802" y="255"/>
                    </a:moveTo>
                    <a:lnTo>
                      <a:pt x="2837" y="257"/>
                    </a:lnTo>
                    <a:lnTo>
                      <a:pt x="2840" y="239"/>
                    </a:lnTo>
                    <a:lnTo>
                      <a:pt x="2802" y="236"/>
                    </a:lnTo>
                    <a:lnTo>
                      <a:pt x="2802" y="255"/>
                    </a:lnTo>
                    <a:close/>
                    <a:moveTo>
                      <a:pt x="2726" y="248"/>
                    </a:moveTo>
                    <a:lnTo>
                      <a:pt x="2764" y="250"/>
                    </a:lnTo>
                    <a:lnTo>
                      <a:pt x="2764" y="231"/>
                    </a:lnTo>
                    <a:lnTo>
                      <a:pt x="2726" y="229"/>
                    </a:lnTo>
                    <a:lnTo>
                      <a:pt x="2726" y="248"/>
                    </a:lnTo>
                    <a:close/>
                    <a:moveTo>
                      <a:pt x="2651" y="239"/>
                    </a:moveTo>
                    <a:lnTo>
                      <a:pt x="2689" y="243"/>
                    </a:lnTo>
                    <a:lnTo>
                      <a:pt x="2691" y="224"/>
                    </a:lnTo>
                    <a:lnTo>
                      <a:pt x="2653" y="220"/>
                    </a:lnTo>
                    <a:lnTo>
                      <a:pt x="2651" y="239"/>
                    </a:lnTo>
                    <a:close/>
                    <a:moveTo>
                      <a:pt x="2575" y="231"/>
                    </a:moveTo>
                    <a:lnTo>
                      <a:pt x="2613" y="236"/>
                    </a:lnTo>
                    <a:lnTo>
                      <a:pt x="2615" y="217"/>
                    </a:lnTo>
                    <a:lnTo>
                      <a:pt x="2577" y="213"/>
                    </a:lnTo>
                    <a:lnTo>
                      <a:pt x="2575" y="231"/>
                    </a:lnTo>
                    <a:close/>
                    <a:moveTo>
                      <a:pt x="2499" y="224"/>
                    </a:moveTo>
                    <a:lnTo>
                      <a:pt x="2537" y="229"/>
                    </a:lnTo>
                    <a:lnTo>
                      <a:pt x="2540" y="210"/>
                    </a:lnTo>
                    <a:lnTo>
                      <a:pt x="2502" y="205"/>
                    </a:lnTo>
                    <a:lnTo>
                      <a:pt x="2499" y="224"/>
                    </a:lnTo>
                    <a:close/>
                    <a:moveTo>
                      <a:pt x="2424" y="217"/>
                    </a:moveTo>
                    <a:lnTo>
                      <a:pt x="2462" y="220"/>
                    </a:lnTo>
                    <a:lnTo>
                      <a:pt x="2464" y="201"/>
                    </a:lnTo>
                    <a:lnTo>
                      <a:pt x="2426" y="198"/>
                    </a:lnTo>
                    <a:lnTo>
                      <a:pt x="2424" y="217"/>
                    </a:lnTo>
                    <a:close/>
                    <a:moveTo>
                      <a:pt x="2348" y="210"/>
                    </a:moveTo>
                    <a:lnTo>
                      <a:pt x="2386" y="213"/>
                    </a:lnTo>
                    <a:lnTo>
                      <a:pt x="2388" y="194"/>
                    </a:lnTo>
                    <a:lnTo>
                      <a:pt x="2350" y="191"/>
                    </a:lnTo>
                    <a:lnTo>
                      <a:pt x="2348" y="210"/>
                    </a:lnTo>
                    <a:close/>
                    <a:moveTo>
                      <a:pt x="2275" y="201"/>
                    </a:moveTo>
                    <a:lnTo>
                      <a:pt x="2313" y="205"/>
                    </a:lnTo>
                    <a:lnTo>
                      <a:pt x="2313" y="186"/>
                    </a:lnTo>
                    <a:lnTo>
                      <a:pt x="2275" y="182"/>
                    </a:lnTo>
                    <a:lnTo>
                      <a:pt x="2275" y="201"/>
                    </a:lnTo>
                    <a:close/>
                    <a:moveTo>
                      <a:pt x="2199" y="194"/>
                    </a:moveTo>
                    <a:lnTo>
                      <a:pt x="2237" y="198"/>
                    </a:lnTo>
                    <a:lnTo>
                      <a:pt x="2239" y="179"/>
                    </a:lnTo>
                    <a:lnTo>
                      <a:pt x="2201" y="175"/>
                    </a:lnTo>
                    <a:lnTo>
                      <a:pt x="2199" y="194"/>
                    </a:lnTo>
                    <a:close/>
                    <a:moveTo>
                      <a:pt x="2123" y="186"/>
                    </a:moveTo>
                    <a:lnTo>
                      <a:pt x="2161" y="191"/>
                    </a:lnTo>
                    <a:lnTo>
                      <a:pt x="2164" y="172"/>
                    </a:lnTo>
                    <a:lnTo>
                      <a:pt x="2126" y="168"/>
                    </a:lnTo>
                    <a:lnTo>
                      <a:pt x="2123" y="186"/>
                    </a:lnTo>
                    <a:close/>
                    <a:moveTo>
                      <a:pt x="2048" y="179"/>
                    </a:moveTo>
                    <a:lnTo>
                      <a:pt x="2086" y="182"/>
                    </a:lnTo>
                    <a:lnTo>
                      <a:pt x="2088" y="163"/>
                    </a:lnTo>
                    <a:lnTo>
                      <a:pt x="2050" y="160"/>
                    </a:lnTo>
                    <a:lnTo>
                      <a:pt x="2048" y="179"/>
                    </a:lnTo>
                    <a:close/>
                    <a:moveTo>
                      <a:pt x="1972" y="170"/>
                    </a:moveTo>
                    <a:lnTo>
                      <a:pt x="2010" y="175"/>
                    </a:lnTo>
                    <a:lnTo>
                      <a:pt x="2012" y="156"/>
                    </a:lnTo>
                    <a:lnTo>
                      <a:pt x="1974" y="153"/>
                    </a:lnTo>
                    <a:lnTo>
                      <a:pt x="1972" y="170"/>
                    </a:lnTo>
                    <a:close/>
                    <a:moveTo>
                      <a:pt x="1896" y="163"/>
                    </a:moveTo>
                    <a:lnTo>
                      <a:pt x="1934" y="168"/>
                    </a:lnTo>
                    <a:lnTo>
                      <a:pt x="1937" y="149"/>
                    </a:lnTo>
                    <a:lnTo>
                      <a:pt x="1899" y="144"/>
                    </a:lnTo>
                    <a:lnTo>
                      <a:pt x="1896" y="163"/>
                    </a:lnTo>
                    <a:close/>
                    <a:moveTo>
                      <a:pt x="1823" y="156"/>
                    </a:moveTo>
                    <a:lnTo>
                      <a:pt x="1861" y="160"/>
                    </a:lnTo>
                    <a:lnTo>
                      <a:pt x="1861" y="142"/>
                    </a:lnTo>
                    <a:lnTo>
                      <a:pt x="1823" y="137"/>
                    </a:lnTo>
                    <a:lnTo>
                      <a:pt x="1823" y="156"/>
                    </a:lnTo>
                    <a:close/>
                    <a:moveTo>
                      <a:pt x="1747" y="149"/>
                    </a:moveTo>
                    <a:lnTo>
                      <a:pt x="1785" y="151"/>
                    </a:lnTo>
                    <a:lnTo>
                      <a:pt x="1785" y="134"/>
                    </a:lnTo>
                    <a:lnTo>
                      <a:pt x="1750" y="130"/>
                    </a:lnTo>
                    <a:lnTo>
                      <a:pt x="1747" y="149"/>
                    </a:lnTo>
                    <a:close/>
                    <a:moveTo>
                      <a:pt x="1672" y="142"/>
                    </a:moveTo>
                    <a:lnTo>
                      <a:pt x="1710" y="144"/>
                    </a:lnTo>
                    <a:lnTo>
                      <a:pt x="1712" y="125"/>
                    </a:lnTo>
                    <a:lnTo>
                      <a:pt x="1674" y="123"/>
                    </a:lnTo>
                    <a:lnTo>
                      <a:pt x="1672" y="142"/>
                    </a:lnTo>
                    <a:close/>
                    <a:moveTo>
                      <a:pt x="1596" y="132"/>
                    </a:moveTo>
                    <a:lnTo>
                      <a:pt x="1634" y="137"/>
                    </a:lnTo>
                    <a:lnTo>
                      <a:pt x="1636" y="118"/>
                    </a:lnTo>
                    <a:lnTo>
                      <a:pt x="1599" y="116"/>
                    </a:lnTo>
                    <a:lnTo>
                      <a:pt x="1596" y="132"/>
                    </a:lnTo>
                    <a:close/>
                    <a:moveTo>
                      <a:pt x="1520" y="125"/>
                    </a:moveTo>
                    <a:lnTo>
                      <a:pt x="1558" y="130"/>
                    </a:lnTo>
                    <a:lnTo>
                      <a:pt x="1561" y="111"/>
                    </a:lnTo>
                    <a:lnTo>
                      <a:pt x="1523" y="106"/>
                    </a:lnTo>
                    <a:lnTo>
                      <a:pt x="1520" y="125"/>
                    </a:lnTo>
                    <a:close/>
                    <a:moveTo>
                      <a:pt x="1445" y="118"/>
                    </a:moveTo>
                    <a:lnTo>
                      <a:pt x="1483" y="123"/>
                    </a:lnTo>
                    <a:lnTo>
                      <a:pt x="1485" y="104"/>
                    </a:lnTo>
                    <a:lnTo>
                      <a:pt x="1447" y="99"/>
                    </a:lnTo>
                    <a:lnTo>
                      <a:pt x="1445" y="118"/>
                    </a:lnTo>
                    <a:close/>
                    <a:moveTo>
                      <a:pt x="1372" y="111"/>
                    </a:moveTo>
                    <a:lnTo>
                      <a:pt x="1407" y="113"/>
                    </a:lnTo>
                    <a:lnTo>
                      <a:pt x="1409" y="94"/>
                    </a:lnTo>
                    <a:lnTo>
                      <a:pt x="1372" y="92"/>
                    </a:lnTo>
                    <a:lnTo>
                      <a:pt x="1372" y="111"/>
                    </a:lnTo>
                    <a:close/>
                    <a:moveTo>
                      <a:pt x="1296" y="104"/>
                    </a:moveTo>
                    <a:lnTo>
                      <a:pt x="1334" y="106"/>
                    </a:lnTo>
                    <a:lnTo>
                      <a:pt x="1334" y="87"/>
                    </a:lnTo>
                    <a:lnTo>
                      <a:pt x="1298" y="85"/>
                    </a:lnTo>
                    <a:lnTo>
                      <a:pt x="1296" y="104"/>
                    </a:lnTo>
                    <a:close/>
                    <a:moveTo>
                      <a:pt x="1220" y="94"/>
                    </a:moveTo>
                    <a:lnTo>
                      <a:pt x="1258" y="99"/>
                    </a:lnTo>
                    <a:lnTo>
                      <a:pt x="1260" y="80"/>
                    </a:lnTo>
                    <a:lnTo>
                      <a:pt x="1223" y="75"/>
                    </a:lnTo>
                    <a:lnTo>
                      <a:pt x="1220" y="94"/>
                    </a:lnTo>
                    <a:close/>
                    <a:moveTo>
                      <a:pt x="1145" y="87"/>
                    </a:moveTo>
                    <a:lnTo>
                      <a:pt x="1182" y="92"/>
                    </a:lnTo>
                    <a:lnTo>
                      <a:pt x="1185" y="73"/>
                    </a:lnTo>
                    <a:lnTo>
                      <a:pt x="1147" y="68"/>
                    </a:lnTo>
                    <a:lnTo>
                      <a:pt x="1145" y="87"/>
                    </a:lnTo>
                    <a:close/>
                    <a:moveTo>
                      <a:pt x="1069" y="80"/>
                    </a:moveTo>
                    <a:lnTo>
                      <a:pt x="1107" y="85"/>
                    </a:lnTo>
                    <a:lnTo>
                      <a:pt x="1109" y="66"/>
                    </a:lnTo>
                    <a:lnTo>
                      <a:pt x="1071" y="61"/>
                    </a:lnTo>
                    <a:lnTo>
                      <a:pt x="1069" y="80"/>
                    </a:lnTo>
                    <a:close/>
                    <a:moveTo>
                      <a:pt x="993" y="73"/>
                    </a:moveTo>
                    <a:lnTo>
                      <a:pt x="1031" y="75"/>
                    </a:lnTo>
                    <a:lnTo>
                      <a:pt x="1033" y="56"/>
                    </a:lnTo>
                    <a:lnTo>
                      <a:pt x="996" y="54"/>
                    </a:lnTo>
                    <a:lnTo>
                      <a:pt x="993" y="73"/>
                    </a:lnTo>
                    <a:close/>
                    <a:moveTo>
                      <a:pt x="920" y="66"/>
                    </a:moveTo>
                    <a:lnTo>
                      <a:pt x="955" y="68"/>
                    </a:lnTo>
                    <a:lnTo>
                      <a:pt x="958" y="49"/>
                    </a:lnTo>
                    <a:lnTo>
                      <a:pt x="920" y="47"/>
                    </a:lnTo>
                    <a:lnTo>
                      <a:pt x="920" y="66"/>
                    </a:lnTo>
                    <a:close/>
                    <a:moveTo>
                      <a:pt x="844" y="56"/>
                    </a:moveTo>
                    <a:lnTo>
                      <a:pt x="882" y="61"/>
                    </a:lnTo>
                    <a:lnTo>
                      <a:pt x="882" y="42"/>
                    </a:lnTo>
                    <a:lnTo>
                      <a:pt x="844" y="38"/>
                    </a:lnTo>
                    <a:lnTo>
                      <a:pt x="844" y="56"/>
                    </a:lnTo>
                    <a:close/>
                    <a:moveTo>
                      <a:pt x="769" y="49"/>
                    </a:moveTo>
                    <a:lnTo>
                      <a:pt x="806" y="54"/>
                    </a:lnTo>
                    <a:lnTo>
                      <a:pt x="809" y="35"/>
                    </a:lnTo>
                    <a:lnTo>
                      <a:pt x="771" y="30"/>
                    </a:lnTo>
                    <a:lnTo>
                      <a:pt x="769" y="49"/>
                    </a:lnTo>
                    <a:close/>
                    <a:moveTo>
                      <a:pt x="693" y="42"/>
                    </a:moveTo>
                    <a:lnTo>
                      <a:pt x="731" y="47"/>
                    </a:lnTo>
                    <a:lnTo>
                      <a:pt x="733" y="28"/>
                    </a:lnTo>
                    <a:lnTo>
                      <a:pt x="695" y="23"/>
                    </a:lnTo>
                    <a:lnTo>
                      <a:pt x="693" y="42"/>
                    </a:lnTo>
                    <a:close/>
                    <a:moveTo>
                      <a:pt x="617" y="35"/>
                    </a:moveTo>
                    <a:lnTo>
                      <a:pt x="655" y="38"/>
                    </a:lnTo>
                    <a:lnTo>
                      <a:pt x="657" y="19"/>
                    </a:lnTo>
                    <a:lnTo>
                      <a:pt x="620" y="16"/>
                    </a:lnTo>
                    <a:lnTo>
                      <a:pt x="617" y="35"/>
                    </a:lnTo>
                    <a:close/>
                    <a:moveTo>
                      <a:pt x="542" y="28"/>
                    </a:moveTo>
                    <a:lnTo>
                      <a:pt x="579" y="30"/>
                    </a:lnTo>
                    <a:lnTo>
                      <a:pt x="582" y="12"/>
                    </a:lnTo>
                    <a:lnTo>
                      <a:pt x="544" y="9"/>
                    </a:lnTo>
                    <a:lnTo>
                      <a:pt x="542" y="28"/>
                    </a:lnTo>
                    <a:close/>
                    <a:moveTo>
                      <a:pt x="466" y="19"/>
                    </a:moveTo>
                    <a:lnTo>
                      <a:pt x="504" y="23"/>
                    </a:lnTo>
                    <a:lnTo>
                      <a:pt x="506" y="4"/>
                    </a:lnTo>
                    <a:lnTo>
                      <a:pt x="468" y="0"/>
                    </a:lnTo>
                    <a:lnTo>
                      <a:pt x="466" y="19"/>
                    </a:lnTo>
                    <a:close/>
                    <a:moveTo>
                      <a:pt x="442" y="68"/>
                    </a:moveTo>
                    <a:lnTo>
                      <a:pt x="454" y="33"/>
                    </a:lnTo>
                    <a:lnTo>
                      <a:pt x="435" y="26"/>
                    </a:lnTo>
                    <a:lnTo>
                      <a:pt x="423" y="61"/>
                    </a:lnTo>
                    <a:lnTo>
                      <a:pt x="442" y="68"/>
                    </a:lnTo>
                    <a:close/>
                    <a:moveTo>
                      <a:pt x="419" y="139"/>
                    </a:moveTo>
                    <a:lnTo>
                      <a:pt x="430" y="104"/>
                    </a:lnTo>
                    <a:lnTo>
                      <a:pt x="412" y="99"/>
                    </a:lnTo>
                    <a:lnTo>
                      <a:pt x="400" y="134"/>
                    </a:lnTo>
                    <a:lnTo>
                      <a:pt x="419" y="139"/>
                    </a:lnTo>
                    <a:close/>
                    <a:moveTo>
                      <a:pt x="395" y="213"/>
                    </a:moveTo>
                    <a:lnTo>
                      <a:pt x="407" y="175"/>
                    </a:lnTo>
                    <a:lnTo>
                      <a:pt x="388" y="170"/>
                    </a:lnTo>
                    <a:lnTo>
                      <a:pt x="376" y="205"/>
                    </a:lnTo>
                    <a:lnTo>
                      <a:pt x="395" y="213"/>
                    </a:lnTo>
                    <a:close/>
                    <a:moveTo>
                      <a:pt x="371" y="283"/>
                    </a:moveTo>
                    <a:lnTo>
                      <a:pt x="383" y="248"/>
                    </a:lnTo>
                    <a:lnTo>
                      <a:pt x="364" y="241"/>
                    </a:lnTo>
                    <a:lnTo>
                      <a:pt x="352" y="279"/>
                    </a:lnTo>
                    <a:lnTo>
                      <a:pt x="371" y="283"/>
                    </a:lnTo>
                    <a:close/>
                    <a:moveTo>
                      <a:pt x="348" y="354"/>
                    </a:moveTo>
                    <a:lnTo>
                      <a:pt x="360" y="319"/>
                    </a:lnTo>
                    <a:lnTo>
                      <a:pt x="341" y="314"/>
                    </a:lnTo>
                    <a:lnTo>
                      <a:pt x="329" y="350"/>
                    </a:lnTo>
                    <a:lnTo>
                      <a:pt x="348" y="354"/>
                    </a:lnTo>
                    <a:close/>
                    <a:moveTo>
                      <a:pt x="324" y="428"/>
                    </a:moveTo>
                    <a:lnTo>
                      <a:pt x="336" y="392"/>
                    </a:lnTo>
                    <a:lnTo>
                      <a:pt x="317" y="385"/>
                    </a:lnTo>
                    <a:lnTo>
                      <a:pt x="305" y="421"/>
                    </a:lnTo>
                    <a:lnTo>
                      <a:pt x="324" y="428"/>
                    </a:lnTo>
                    <a:close/>
                    <a:moveTo>
                      <a:pt x="300" y="499"/>
                    </a:moveTo>
                    <a:lnTo>
                      <a:pt x="312" y="463"/>
                    </a:lnTo>
                    <a:lnTo>
                      <a:pt x="293" y="458"/>
                    </a:lnTo>
                    <a:lnTo>
                      <a:pt x="282" y="494"/>
                    </a:lnTo>
                    <a:lnTo>
                      <a:pt x="300" y="499"/>
                    </a:lnTo>
                    <a:close/>
                    <a:moveTo>
                      <a:pt x="277" y="572"/>
                    </a:moveTo>
                    <a:lnTo>
                      <a:pt x="289" y="534"/>
                    </a:lnTo>
                    <a:lnTo>
                      <a:pt x="270" y="529"/>
                    </a:lnTo>
                    <a:lnTo>
                      <a:pt x="258" y="565"/>
                    </a:lnTo>
                    <a:lnTo>
                      <a:pt x="277" y="572"/>
                    </a:lnTo>
                    <a:close/>
                    <a:moveTo>
                      <a:pt x="253" y="643"/>
                    </a:moveTo>
                    <a:lnTo>
                      <a:pt x="265" y="607"/>
                    </a:lnTo>
                    <a:lnTo>
                      <a:pt x="246" y="600"/>
                    </a:lnTo>
                    <a:lnTo>
                      <a:pt x="234" y="638"/>
                    </a:lnTo>
                    <a:lnTo>
                      <a:pt x="253" y="643"/>
                    </a:lnTo>
                    <a:close/>
                    <a:moveTo>
                      <a:pt x="230" y="714"/>
                    </a:moveTo>
                    <a:lnTo>
                      <a:pt x="241" y="678"/>
                    </a:lnTo>
                    <a:lnTo>
                      <a:pt x="222" y="674"/>
                    </a:lnTo>
                    <a:lnTo>
                      <a:pt x="211" y="709"/>
                    </a:lnTo>
                    <a:lnTo>
                      <a:pt x="230" y="714"/>
                    </a:lnTo>
                    <a:close/>
                    <a:moveTo>
                      <a:pt x="206" y="787"/>
                    </a:moveTo>
                    <a:lnTo>
                      <a:pt x="218" y="752"/>
                    </a:lnTo>
                    <a:lnTo>
                      <a:pt x="199" y="744"/>
                    </a:lnTo>
                    <a:lnTo>
                      <a:pt x="187" y="780"/>
                    </a:lnTo>
                    <a:lnTo>
                      <a:pt x="206" y="787"/>
                    </a:lnTo>
                    <a:close/>
                    <a:moveTo>
                      <a:pt x="182" y="858"/>
                    </a:moveTo>
                    <a:lnTo>
                      <a:pt x="194" y="822"/>
                    </a:lnTo>
                    <a:lnTo>
                      <a:pt x="175" y="818"/>
                    </a:lnTo>
                    <a:lnTo>
                      <a:pt x="166" y="853"/>
                    </a:lnTo>
                    <a:lnTo>
                      <a:pt x="182" y="858"/>
                    </a:lnTo>
                    <a:close/>
                    <a:moveTo>
                      <a:pt x="159" y="931"/>
                    </a:moveTo>
                    <a:lnTo>
                      <a:pt x="170" y="893"/>
                    </a:lnTo>
                    <a:lnTo>
                      <a:pt x="154" y="889"/>
                    </a:lnTo>
                    <a:lnTo>
                      <a:pt x="142" y="924"/>
                    </a:lnTo>
                    <a:lnTo>
                      <a:pt x="159" y="931"/>
                    </a:lnTo>
                    <a:close/>
                    <a:moveTo>
                      <a:pt x="135" y="1002"/>
                    </a:moveTo>
                    <a:lnTo>
                      <a:pt x="147" y="967"/>
                    </a:lnTo>
                    <a:lnTo>
                      <a:pt x="130" y="960"/>
                    </a:lnTo>
                    <a:lnTo>
                      <a:pt x="118" y="997"/>
                    </a:lnTo>
                    <a:lnTo>
                      <a:pt x="135" y="1002"/>
                    </a:lnTo>
                    <a:close/>
                    <a:moveTo>
                      <a:pt x="111" y="1073"/>
                    </a:moveTo>
                    <a:lnTo>
                      <a:pt x="123" y="1038"/>
                    </a:lnTo>
                    <a:lnTo>
                      <a:pt x="107" y="1033"/>
                    </a:lnTo>
                    <a:lnTo>
                      <a:pt x="95" y="1068"/>
                    </a:lnTo>
                    <a:lnTo>
                      <a:pt x="111" y="1073"/>
                    </a:lnTo>
                    <a:close/>
                    <a:moveTo>
                      <a:pt x="88" y="1146"/>
                    </a:moveTo>
                    <a:lnTo>
                      <a:pt x="99" y="1111"/>
                    </a:lnTo>
                    <a:lnTo>
                      <a:pt x="83" y="1104"/>
                    </a:lnTo>
                    <a:lnTo>
                      <a:pt x="71" y="1139"/>
                    </a:lnTo>
                    <a:lnTo>
                      <a:pt x="88" y="1146"/>
                    </a:lnTo>
                    <a:close/>
                    <a:moveTo>
                      <a:pt x="64" y="1217"/>
                    </a:moveTo>
                    <a:lnTo>
                      <a:pt x="76" y="1182"/>
                    </a:lnTo>
                    <a:lnTo>
                      <a:pt x="59" y="1177"/>
                    </a:lnTo>
                    <a:lnTo>
                      <a:pt x="47" y="1213"/>
                    </a:lnTo>
                    <a:lnTo>
                      <a:pt x="64" y="1217"/>
                    </a:lnTo>
                    <a:close/>
                    <a:moveTo>
                      <a:pt x="40" y="1291"/>
                    </a:moveTo>
                    <a:lnTo>
                      <a:pt x="52" y="1253"/>
                    </a:lnTo>
                    <a:lnTo>
                      <a:pt x="36" y="1248"/>
                    </a:lnTo>
                    <a:lnTo>
                      <a:pt x="24" y="1284"/>
                    </a:lnTo>
                    <a:lnTo>
                      <a:pt x="40" y="1291"/>
                    </a:lnTo>
                    <a:close/>
                    <a:moveTo>
                      <a:pt x="17" y="1362"/>
                    </a:moveTo>
                    <a:lnTo>
                      <a:pt x="29" y="1326"/>
                    </a:lnTo>
                    <a:lnTo>
                      <a:pt x="12" y="1319"/>
                    </a:lnTo>
                    <a:lnTo>
                      <a:pt x="0" y="1357"/>
                    </a:lnTo>
                    <a:lnTo>
                      <a:pt x="17" y="1362"/>
                    </a:lnTo>
                    <a:close/>
                  </a:path>
                </a:pathLst>
              </a:custGeom>
              <a:solidFill>
                <a:srgbClr val="44546A"/>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23" name="Freeform 23"/>
              <p:cNvSpPr>
                <a:spLocks noEditPoints="1"/>
              </p:cNvSpPr>
              <p:nvPr/>
            </p:nvSpPr>
            <p:spPr bwMode="auto">
              <a:xfrm>
                <a:off x="3407407" y="828031"/>
                <a:ext cx="4292136" cy="5219244"/>
              </a:xfrm>
              <a:custGeom>
                <a:avLst/>
                <a:gdLst>
                  <a:gd name="T0" fmla="*/ 1533262 w 5162"/>
                  <a:gd name="T1" fmla="*/ 4723678 h 6277"/>
                  <a:gd name="T2" fmla="*/ 1716189 w 5162"/>
                  <a:gd name="T3" fmla="*/ 4772735 h 6277"/>
                  <a:gd name="T4" fmla="*/ 1897453 w 5162"/>
                  <a:gd name="T5" fmla="*/ 4821793 h 6277"/>
                  <a:gd name="T6" fmla="*/ 2080381 w 5162"/>
                  <a:gd name="T7" fmla="*/ 4873345 h 6277"/>
                  <a:gd name="T8" fmla="*/ 2263308 w 5162"/>
                  <a:gd name="T9" fmla="*/ 4922403 h 6277"/>
                  <a:gd name="T10" fmla="*/ 2443740 w 5162"/>
                  <a:gd name="T11" fmla="*/ 4971461 h 6277"/>
                  <a:gd name="T12" fmla="*/ 2626667 w 5162"/>
                  <a:gd name="T13" fmla="*/ 5022182 h 6277"/>
                  <a:gd name="T14" fmla="*/ 2809595 w 5162"/>
                  <a:gd name="T15" fmla="*/ 5071239 h 6277"/>
                  <a:gd name="T16" fmla="*/ 2990027 w 5162"/>
                  <a:gd name="T17" fmla="*/ 5121129 h 6277"/>
                  <a:gd name="T18" fmla="*/ 3172954 w 5162"/>
                  <a:gd name="T19" fmla="*/ 5170186 h 6277"/>
                  <a:gd name="T20" fmla="*/ 3271901 w 5162"/>
                  <a:gd name="T21" fmla="*/ 5199288 h 6277"/>
                  <a:gd name="T22" fmla="*/ 3247788 w 5162"/>
                  <a:gd name="T23" fmla="*/ 5010541 h 6277"/>
                  <a:gd name="T24" fmla="*/ 3222012 w 5162"/>
                  <a:gd name="T25" fmla="*/ 4824288 h 6277"/>
                  <a:gd name="T26" fmla="*/ 3197068 w 5162"/>
                  <a:gd name="T27" fmla="*/ 4637203 h 6277"/>
                  <a:gd name="T28" fmla="*/ 3171291 w 5162"/>
                  <a:gd name="T29" fmla="*/ 4450119 h 6277"/>
                  <a:gd name="T30" fmla="*/ 3145515 w 5162"/>
                  <a:gd name="T31" fmla="*/ 4263865 h 6277"/>
                  <a:gd name="T32" fmla="*/ 3119739 w 5162"/>
                  <a:gd name="T33" fmla="*/ 4076781 h 6277"/>
                  <a:gd name="T34" fmla="*/ 3094795 w 5162"/>
                  <a:gd name="T35" fmla="*/ 3890528 h 6277"/>
                  <a:gd name="T36" fmla="*/ 3070682 w 5162"/>
                  <a:gd name="T37" fmla="*/ 3703443 h 6277"/>
                  <a:gd name="T38" fmla="*/ 3126391 w 5162"/>
                  <a:gd name="T39" fmla="*/ 3530494 h 6277"/>
                  <a:gd name="T40" fmla="*/ 3240305 w 5162"/>
                  <a:gd name="T41" fmla="*/ 3379163 h 6277"/>
                  <a:gd name="T42" fmla="*/ 3354219 w 5162"/>
                  <a:gd name="T43" fmla="*/ 3229496 h 6277"/>
                  <a:gd name="T44" fmla="*/ 3466469 w 5162"/>
                  <a:gd name="T45" fmla="*/ 3078165 h 6277"/>
                  <a:gd name="T46" fmla="*/ 3580383 w 5162"/>
                  <a:gd name="T47" fmla="*/ 2928497 h 6277"/>
                  <a:gd name="T48" fmla="*/ 3694297 w 5162"/>
                  <a:gd name="T49" fmla="*/ 2777167 h 6277"/>
                  <a:gd name="T50" fmla="*/ 3808211 w 5162"/>
                  <a:gd name="T51" fmla="*/ 2628330 h 6277"/>
                  <a:gd name="T52" fmla="*/ 3922124 w 5162"/>
                  <a:gd name="T53" fmla="*/ 2477000 h 6277"/>
                  <a:gd name="T54" fmla="*/ 4036038 w 5162"/>
                  <a:gd name="T55" fmla="*/ 2325669 h 6277"/>
                  <a:gd name="T56" fmla="*/ 4149952 w 5162"/>
                  <a:gd name="T57" fmla="*/ 2176002 h 6277"/>
                  <a:gd name="T58" fmla="*/ 4264697 w 5162"/>
                  <a:gd name="T59" fmla="*/ 2024671 h 6277"/>
                  <a:gd name="T60" fmla="*/ 4213145 w 5162"/>
                  <a:gd name="T61" fmla="*/ 1863362 h 6277"/>
                  <a:gd name="T62" fmla="*/ 4136648 w 5162"/>
                  <a:gd name="T63" fmla="*/ 1690413 h 6277"/>
                  <a:gd name="T64" fmla="*/ 4060151 w 5162"/>
                  <a:gd name="T65" fmla="*/ 1519127 h 6277"/>
                  <a:gd name="T66" fmla="*/ 3982823 w 5162"/>
                  <a:gd name="T67" fmla="*/ 1346177 h 6277"/>
                  <a:gd name="T68" fmla="*/ 3906326 w 5162"/>
                  <a:gd name="T69" fmla="*/ 1173228 h 6277"/>
                  <a:gd name="T70" fmla="*/ 3829829 w 5162"/>
                  <a:gd name="T71" fmla="*/ 1001942 h 6277"/>
                  <a:gd name="T72" fmla="*/ 3753332 w 5162"/>
                  <a:gd name="T73" fmla="*/ 828993 h 6277"/>
                  <a:gd name="T74" fmla="*/ 3676836 w 5162"/>
                  <a:gd name="T75" fmla="*/ 656043 h 6277"/>
                  <a:gd name="T76" fmla="*/ 3599507 w 5162"/>
                  <a:gd name="T77" fmla="*/ 483094 h 6277"/>
                  <a:gd name="T78" fmla="*/ 3542966 w 5162"/>
                  <a:gd name="T79" fmla="*/ 318460 h 6277"/>
                  <a:gd name="T80" fmla="*/ 3364196 w 5162"/>
                  <a:gd name="T81" fmla="*/ 300167 h 6277"/>
                  <a:gd name="T82" fmla="*/ 3175449 w 5162"/>
                  <a:gd name="T83" fmla="*/ 281043 h 6277"/>
                  <a:gd name="T84" fmla="*/ 2988364 w 5162"/>
                  <a:gd name="T85" fmla="*/ 261087 h 6277"/>
                  <a:gd name="T86" fmla="*/ 2799617 w 5162"/>
                  <a:gd name="T87" fmla="*/ 243626 h 6277"/>
                  <a:gd name="T88" fmla="*/ 2612532 w 5162"/>
                  <a:gd name="T89" fmla="*/ 223670 h 6277"/>
                  <a:gd name="T90" fmla="*/ 2423785 w 5162"/>
                  <a:gd name="T91" fmla="*/ 206209 h 6277"/>
                  <a:gd name="T92" fmla="*/ 2237532 w 5162"/>
                  <a:gd name="T93" fmla="*/ 186253 h 6277"/>
                  <a:gd name="T94" fmla="*/ 2048784 w 5162"/>
                  <a:gd name="T95" fmla="*/ 167129 h 6277"/>
                  <a:gd name="T96" fmla="*/ 1861699 w 5162"/>
                  <a:gd name="T97" fmla="*/ 148836 h 6277"/>
                  <a:gd name="T98" fmla="*/ 1672952 w 5162"/>
                  <a:gd name="T99" fmla="*/ 129712 h 6277"/>
                  <a:gd name="T100" fmla="*/ 1484204 w 5162"/>
                  <a:gd name="T101" fmla="*/ 111419 h 6277"/>
                  <a:gd name="T102" fmla="*/ 1297951 w 5162"/>
                  <a:gd name="T103" fmla="*/ 92295 h 6277"/>
                  <a:gd name="T104" fmla="*/ 1109204 w 5162"/>
                  <a:gd name="T105" fmla="*/ 72339 h 6277"/>
                  <a:gd name="T106" fmla="*/ 922119 w 5162"/>
                  <a:gd name="T107" fmla="*/ 54878 h 6277"/>
                  <a:gd name="T108" fmla="*/ 733372 w 5162"/>
                  <a:gd name="T109" fmla="*/ 34922 h 6277"/>
                  <a:gd name="T110" fmla="*/ 546287 w 5162"/>
                  <a:gd name="T111" fmla="*/ 15798 h 6277"/>
                  <a:gd name="T112" fmla="*/ 361697 w 5162"/>
                  <a:gd name="T113" fmla="*/ 21619 h 6277"/>
                  <a:gd name="T114" fmla="*/ 302661 w 5162"/>
                  <a:gd name="T115" fmla="*/ 200388 h 6277"/>
                  <a:gd name="T116" fmla="*/ 243626 w 5162"/>
                  <a:gd name="T117" fmla="*/ 380821 h 6277"/>
                  <a:gd name="T118" fmla="*/ 184590 w 5162"/>
                  <a:gd name="T119" fmla="*/ 560422 h 6277"/>
                  <a:gd name="T120" fmla="*/ 128049 w 5162"/>
                  <a:gd name="T121" fmla="*/ 739192 h 6277"/>
                  <a:gd name="T122" fmla="*/ 69013 w 5162"/>
                  <a:gd name="T123" fmla="*/ 917962 h 6277"/>
                  <a:gd name="T124" fmla="*/ 9978 w 5162"/>
                  <a:gd name="T125" fmla="*/ 1096731 h 627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5162" h="6277">
                    <a:moveTo>
                      <a:pt x="1698" y="5641"/>
                    </a:moveTo>
                    <a:lnTo>
                      <a:pt x="1662" y="5631"/>
                    </a:lnTo>
                    <a:lnTo>
                      <a:pt x="1658" y="5650"/>
                    </a:lnTo>
                    <a:lnTo>
                      <a:pt x="1693" y="5660"/>
                    </a:lnTo>
                    <a:lnTo>
                      <a:pt x="1698" y="5641"/>
                    </a:lnTo>
                    <a:moveTo>
                      <a:pt x="1771" y="5662"/>
                    </a:moveTo>
                    <a:lnTo>
                      <a:pt x="1736" y="5650"/>
                    </a:lnTo>
                    <a:lnTo>
                      <a:pt x="1731" y="5669"/>
                    </a:lnTo>
                    <a:lnTo>
                      <a:pt x="1766" y="5679"/>
                    </a:lnTo>
                    <a:lnTo>
                      <a:pt x="1771" y="5662"/>
                    </a:lnTo>
                    <a:moveTo>
                      <a:pt x="1844" y="5681"/>
                    </a:moveTo>
                    <a:lnTo>
                      <a:pt x="1809" y="5672"/>
                    </a:lnTo>
                    <a:lnTo>
                      <a:pt x="1804" y="5688"/>
                    </a:lnTo>
                    <a:lnTo>
                      <a:pt x="1840" y="5700"/>
                    </a:lnTo>
                    <a:lnTo>
                      <a:pt x="1844" y="5681"/>
                    </a:lnTo>
                    <a:moveTo>
                      <a:pt x="1918" y="5700"/>
                    </a:moveTo>
                    <a:lnTo>
                      <a:pt x="1882" y="5690"/>
                    </a:lnTo>
                    <a:lnTo>
                      <a:pt x="1878" y="5709"/>
                    </a:lnTo>
                    <a:lnTo>
                      <a:pt x="1913" y="5719"/>
                    </a:lnTo>
                    <a:lnTo>
                      <a:pt x="1918" y="5700"/>
                    </a:lnTo>
                    <a:moveTo>
                      <a:pt x="1991" y="5721"/>
                    </a:moveTo>
                    <a:lnTo>
                      <a:pt x="1956" y="5712"/>
                    </a:lnTo>
                    <a:lnTo>
                      <a:pt x="1948" y="5728"/>
                    </a:lnTo>
                    <a:lnTo>
                      <a:pt x="1986" y="5740"/>
                    </a:lnTo>
                    <a:lnTo>
                      <a:pt x="1991" y="5721"/>
                    </a:lnTo>
                    <a:moveTo>
                      <a:pt x="2064" y="5740"/>
                    </a:moveTo>
                    <a:lnTo>
                      <a:pt x="2026" y="5731"/>
                    </a:lnTo>
                    <a:lnTo>
                      <a:pt x="2022" y="5750"/>
                    </a:lnTo>
                    <a:lnTo>
                      <a:pt x="2060" y="5759"/>
                    </a:lnTo>
                    <a:lnTo>
                      <a:pt x="2064" y="5740"/>
                    </a:lnTo>
                    <a:moveTo>
                      <a:pt x="2138" y="5761"/>
                    </a:moveTo>
                    <a:lnTo>
                      <a:pt x="2100" y="5750"/>
                    </a:lnTo>
                    <a:lnTo>
                      <a:pt x="2095" y="5768"/>
                    </a:lnTo>
                    <a:lnTo>
                      <a:pt x="2133" y="5778"/>
                    </a:lnTo>
                    <a:lnTo>
                      <a:pt x="2138" y="5761"/>
                    </a:lnTo>
                    <a:moveTo>
                      <a:pt x="2211" y="5780"/>
                    </a:moveTo>
                    <a:lnTo>
                      <a:pt x="2173" y="5771"/>
                    </a:lnTo>
                    <a:lnTo>
                      <a:pt x="2168" y="5790"/>
                    </a:lnTo>
                    <a:lnTo>
                      <a:pt x="2204" y="5799"/>
                    </a:lnTo>
                    <a:lnTo>
                      <a:pt x="2211" y="5780"/>
                    </a:lnTo>
                    <a:moveTo>
                      <a:pt x="2282" y="5799"/>
                    </a:moveTo>
                    <a:lnTo>
                      <a:pt x="2246" y="5790"/>
                    </a:lnTo>
                    <a:lnTo>
                      <a:pt x="2242" y="5809"/>
                    </a:lnTo>
                    <a:lnTo>
                      <a:pt x="2277" y="5818"/>
                    </a:lnTo>
                    <a:lnTo>
                      <a:pt x="2282" y="5799"/>
                    </a:lnTo>
                    <a:moveTo>
                      <a:pt x="2355" y="5820"/>
                    </a:moveTo>
                    <a:lnTo>
                      <a:pt x="2320" y="5811"/>
                    </a:lnTo>
                    <a:lnTo>
                      <a:pt x="2315" y="5828"/>
                    </a:lnTo>
                    <a:lnTo>
                      <a:pt x="2350" y="5839"/>
                    </a:lnTo>
                    <a:lnTo>
                      <a:pt x="2355" y="5820"/>
                    </a:lnTo>
                    <a:moveTo>
                      <a:pt x="2428" y="5839"/>
                    </a:moveTo>
                    <a:lnTo>
                      <a:pt x="2393" y="5830"/>
                    </a:lnTo>
                    <a:lnTo>
                      <a:pt x="2388" y="5849"/>
                    </a:lnTo>
                    <a:lnTo>
                      <a:pt x="2424" y="5858"/>
                    </a:lnTo>
                    <a:lnTo>
                      <a:pt x="2428" y="5839"/>
                    </a:lnTo>
                    <a:moveTo>
                      <a:pt x="2502" y="5861"/>
                    </a:moveTo>
                    <a:lnTo>
                      <a:pt x="2466" y="5851"/>
                    </a:lnTo>
                    <a:lnTo>
                      <a:pt x="2462" y="5868"/>
                    </a:lnTo>
                    <a:lnTo>
                      <a:pt x="2497" y="5877"/>
                    </a:lnTo>
                    <a:lnTo>
                      <a:pt x="2502" y="5861"/>
                    </a:lnTo>
                    <a:moveTo>
                      <a:pt x="2575" y="5880"/>
                    </a:moveTo>
                    <a:lnTo>
                      <a:pt x="2537" y="5870"/>
                    </a:lnTo>
                    <a:lnTo>
                      <a:pt x="2532" y="5889"/>
                    </a:lnTo>
                    <a:lnTo>
                      <a:pt x="2570" y="5899"/>
                    </a:lnTo>
                    <a:lnTo>
                      <a:pt x="2575" y="5880"/>
                    </a:lnTo>
                    <a:moveTo>
                      <a:pt x="2648" y="5901"/>
                    </a:moveTo>
                    <a:lnTo>
                      <a:pt x="2610" y="5889"/>
                    </a:lnTo>
                    <a:lnTo>
                      <a:pt x="2606" y="5908"/>
                    </a:lnTo>
                    <a:lnTo>
                      <a:pt x="2644" y="5917"/>
                    </a:lnTo>
                    <a:lnTo>
                      <a:pt x="2648" y="5901"/>
                    </a:lnTo>
                    <a:moveTo>
                      <a:pt x="2722" y="5920"/>
                    </a:moveTo>
                    <a:lnTo>
                      <a:pt x="2684" y="5910"/>
                    </a:lnTo>
                    <a:lnTo>
                      <a:pt x="2679" y="5929"/>
                    </a:lnTo>
                    <a:lnTo>
                      <a:pt x="2717" y="5939"/>
                    </a:lnTo>
                    <a:lnTo>
                      <a:pt x="2722" y="5920"/>
                    </a:lnTo>
                    <a:moveTo>
                      <a:pt x="2795" y="5939"/>
                    </a:moveTo>
                    <a:lnTo>
                      <a:pt x="2757" y="5929"/>
                    </a:lnTo>
                    <a:lnTo>
                      <a:pt x="2752" y="5948"/>
                    </a:lnTo>
                    <a:lnTo>
                      <a:pt x="2788" y="5958"/>
                    </a:lnTo>
                    <a:lnTo>
                      <a:pt x="2795" y="5939"/>
                    </a:lnTo>
                    <a:moveTo>
                      <a:pt x="2866" y="5960"/>
                    </a:moveTo>
                    <a:lnTo>
                      <a:pt x="2830" y="5951"/>
                    </a:lnTo>
                    <a:lnTo>
                      <a:pt x="2826" y="5967"/>
                    </a:lnTo>
                    <a:lnTo>
                      <a:pt x="2861" y="5979"/>
                    </a:lnTo>
                    <a:lnTo>
                      <a:pt x="2866" y="5960"/>
                    </a:lnTo>
                    <a:moveTo>
                      <a:pt x="2939" y="5979"/>
                    </a:moveTo>
                    <a:lnTo>
                      <a:pt x="2904" y="5969"/>
                    </a:lnTo>
                    <a:lnTo>
                      <a:pt x="2899" y="5988"/>
                    </a:lnTo>
                    <a:lnTo>
                      <a:pt x="2934" y="5998"/>
                    </a:lnTo>
                    <a:lnTo>
                      <a:pt x="2939" y="5979"/>
                    </a:lnTo>
                    <a:moveTo>
                      <a:pt x="3012" y="6000"/>
                    </a:moveTo>
                    <a:lnTo>
                      <a:pt x="2977" y="5988"/>
                    </a:lnTo>
                    <a:lnTo>
                      <a:pt x="2972" y="6007"/>
                    </a:lnTo>
                    <a:lnTo>
                      <a:pt x="3008" y="6017"/>
                    </a:lnTo>
                    <a:lnTo>
                      <a:pt x="3012" y="6000"/>
                    </a:lnTo>
                    <a:moveTo>
                      <a:pt x="3086" y="6019"/>
                    </a:moveTo>
                    <a:lnTo>
                      <a:pt x="3050" y="6010"/>
                    </a:lnTo>
                    <a:lnTo>
                      <a:pt x="3043" y="6029"/>
                    </a:lnTo>
                    <a:lnTo>
                      <a:pt x="3081" y="6038"/>
                    </a:lnTo>
                    <a:lnTo>
                      <a:pt x="3086" y="6019"/>
                    </a:lnTo>
                    <a:moveTo>
                      <a:pt x="3159" y="6040"/>
                    </a:moveTo>
                    <a:lnTo>
                      <a:pt x="3121" y="6029"/>
                    </a:lnTo>
                    <a:lnTo>
                      <a:pt x="3116" y="6047"/>
                    </a:lnTo>
                    <a:lnTo>
                      <a:pt x="3154" y="6057"/>
                    </a:lnTo>
                    <a:lnTo>
                      <a:pt x="3159" y="6040"/>
                    </a:lnTo>
                    <a:moveTo>
                      <a:pt x="3232" y="6059"/>
                    </a:moveTo>
                    <a:lnTo>
                      <a:pt x="3194" y="6050"/>
                    </a:lnTo>
                    <a:lnTo>
                      <a:pt x="3190" y="6066"/>
                    </a:lnTo>
                    <a:lnTo>
                      <a:pt x="3228" y="6078"/>
                    </a:lnTo>
                    <a:lnTo>
                      <a:pt x="3232" y="6059"/>
                    </a:lnTo>
                    <a:moveTo>
                      <a:pt x="3306" y="6078"/>
                    </a:moveTo>
                    <a:lnTo>
                      <a:pt x="3268" y="6069"/>
                    </a:lnTo>
                    <a:lnTo>
                      <a:pt x="3263" y="6088"/>
                    </a:lnTo>
                    <a:lnTo>
                      <a:pt x="3301" y="6097"/>
                    </a:lnTo>
                    <a:lnTo>
                      <a:pt x="3306" y="6078"/>
                    </a:lnTo>
                    <a:moveTo>
                      <a:pt x="3379" y="6099"/>
                    </a:moveTo>
                    <a:lnTo>
                      <a:pt x="3341" y="6090"/>
                    </a:lnTo>
                    <a:lnTo>
                      <a:pt x="3336" y="6107"/>
                    </a:lnTo>
                    <a:lnTo>
                      <a:pt x="3372" y="6116"/>
                    </a:lnTo>
                    <a:lnTo>
                      <a:pt x="3379" y="6099"/>
                    </a:lnTo>
                    <a:moveTo>
                      <a:pt x="3450" y="6118"/>
                    </a:moveTo>
                    <a:lnTo>
                      <a:pt x="3414" y="6109"/>
                    </a:lnTo>
                    <a:lnTo>
                      <a:pt x="3410" y="6128"/>
                    </a:lnTo>
                    <a:lnTo>
                      <a:pt x="3445" y="6137"/>
                    </a:lnTo>
                    <a:lnTo>
                      <a:pt x="3450" y="6118"/>
                    </a:lnTo>
                    <a:moveTo>
                      <a:pt x="3523" y="6140"/>
                    </a:moveTo>
                    <a:lnTo>
                      <a:pt x="3488" y="6128"/>
                    </a:lnTo>
                    <a:lnTo>
                      <a:pt x="3483" y="6147"/>
                    </a:lnTo>
                    <a:lnTo>
                      <a:pt x="3518" y="6156"/>
                    </a:lnTo>
                    <a:lnTo>
                      <a:pt x="3523" y="6140"/>
                    </a:lnTo>
                    <a:moveTo>
                      <a:pt x="3596" y="6159"/>
                    </a:moveTo>
                    <a:lnTo>
                      <a:pt x="3561" y="6149"/>
                    </a:lnTo>
                    <a:lnTo>
                      <a:pt x="3556" y="6168"/>
                    </a:lnTo>
                    <a:lnTo>
                      <a:pt x="3592" y="6177"/>
                    </a:lnTo>
                    <a:lnTo>
                      <a:pt x="3596" y="6159"/>
                    </a:lnTo>
                    <a:moveTo>
                      <a:pt x="3670" y="6177"/>
                    </a:moveTo>
                    <a:lnTo>
                      <a:pt x="3634" y="6168"/>
                    </a:lnTo>
                    <a:lnTo>
                      <a:pt x="3627" y="6187"/>
                    </a:lnTo>
                    <a:lnTo>
                      <a:pt x="3665" y="6196"/>
                    </a:lnTo>
                    <a:lnTo>
                      <a:pt x="3670" y="6177"/>
                    </a:lnTo>
                    <a:moveTo>
                      <a:pt x="3743" y="6199"/>
                    </a:moveTo>
                    <a:lnTo>
                      <a:pt x="3705" y="6189"/>
                    </a:lnTo>
                    <a:lnTo>
                      <a:pt x="3700" y="6206"/>
                    </a:lnTo>
                    <a:lnTo>
                      <a:pt x="3738" y="6218"/>
                    </a:lnTo>
                    <a:lnTo>
                      <a:pt x="3743" y="6199"/>
                    </a:lnTo>
                    <a:moveTo>
                      <a:pt x="3816" y="6218"/>
                    </a:moveTo>
                    <a:lnTo>
                      <a:pt x="3778" y="6208"/>
                    </a:lnTo>
                    <a:lnTo>
                      <a:pt x="3774" y="6227"/>
                    </a:lnTo>
                    <a:lnTo>
                      <a:pt x="3812" y="6237"/>
                    </a:lnTo>
                    <a:lnTo>
                      <a:pt x="3816" y="6218"/>
                    </a:lnTo>
                    <a:moveTo>
                      <a:pt x="3890" y="6239"/>
                    </a:moveTo>
                    <a:lnTo>
                      <a:pt x="3852" y="6227"/>
                    </a:lnTo>
                    <a:lnTo>
                      <a:pt x="3847" y="6246"/>
                    </a:lnTo>
                    <a:lnTo>
                      <a:pt x="3885" y="6256"/>
                    </a:lnTo>
                    <a:lnTo>
                      <a:pt x="3890" y="6239"/>
                    </a:lnTo>
                    <a:moveTo>
                      <a:pt x="3935" y="6253"/>
                    </a:moveTo>
                    <a:lnTo>
                      <a:pt x="3937" y="6265"/>
                    </a:lnTo>
                    <a:lnTo>
                      <a:pt x="3946" y="6265"/>
                    </a:lnTo>
                    <a:lnTo>
                      <a:pt x="3949" y="6256"/>
                    </a:lnTo>
                    <a:lnTo>
                      <a:pt x="3925" y="6248"/>
                    </a:lnTo>
                    <a:lnTo>
                      <a:pt x="3920" y="6267"/>
                    </a:lnTo>
                    <a:lnTo>
                      <a:pt x="3958" y="6277"/>
                    </a:lnTo>
                    <a:lnTo>
                      <a:pt x="3953" y="6251"/>
                    </a:lnTo>
                    <a:lnTo>
                      <a:pt x="3935" y="6253"/>
                    </a:lnTo>
                    <a:moveTo>
                      <a:pt x="3925" y="6177"/>
                    </a:moveTo>
                    <a:lnTo>
                      <a:pt x="3930" y="6215"/>
                    </a:lnTo>
                    <a:lnTo>
                      <a:pt x="3949" y="6213"/>
                    </a:lnTo>
                    <a:lnTo>
                      <a:pt x="3944" y="6175"/>
                    </a:lnTo>
                    <a:lnTo>
                      <a:pt x="3925" y="6177"/>
                    </a:lnTo>
                    <a:moveTo>
                      <a:pt x="3916" y="6102"/>
                    </a:moveTo>
                    <a:lnTo>
                      <a:pt x="3920" y="6140"/>
                    </a:lnTo>
                    <a:lnTo>
                      <a:pt x="3939" y="6137"/>
                    </a:lnTo>
                    <a:lnTo>
                      <a:pt x="3935" y="6099"/>
                    </a:lnTo>
                    <a:lnTo>
                      <a:pt x="3916" y="6102"/>
                    </a:lnTo>
                    <a:moveTo>
                      <a:pt x="3906" y="6026"/>
                    </a:moveTo>
                    <a:lnTo>
                      <a:pt x="3911" y="6064"/>
                    </a:lnTo>
                    <a:lnTo>
                      <a:pt x="3930" y="6062"/>
                    </a:lnTo>
                    <a:lnTo>
                      <a:pt x="3923" y="6024"/>
                    </a:lnTo>
                    <a:lnTo>
                      <a:pt x="3906" y="6026"/>
                    </a:lnTo>
                    <a:moveTo>
                      <a:pt x="3894" y="5953"/>
                    </a:moveTo>
                    <a:lnTo>
                      <a:pt x="3899" y="5991"/>
                    </a:lnTo>
                    <a:lnTo>
                      <a:pt x="3918" y="5988"/>
                    </a:lnTo>
                    <a:lnTo>
                      <a:pt x="3913" y="5951"/>
                    </a:lnTo>
                    <a:lnTo>
                      <a:pt x="3894" y="5953"/>
                    </a:lnTo>
                    <a:moveTo>
                      <a:pt x="3885" y="5877"/>
                    </a:moveTo>
                    <a:lnTo>
                      <a:pt x="3890" y="5915"/>
                    </a:lnTo>
                    <a:lnTo>
                      <a:pt x="3909" y="5913"/>
                    </a:lnTo>
                    <a:lnTo>
                      <a:pt x="3904" y="5875"/>
                    </a:lnTo>
                    <a:lnTo>
                      <a:pt x="3885" y="5877"/>
                    </a:lnTo>
                    <a:moveTo>
                      <a:pt x="3875" y="5802"/>
                    </a:moveTo>
                    <a:lnTo>
                      <a:pt x="3880" y="5839"/>
                    </a:lnTo>
                    <a:lnTo>
                      <a:pt x="3899" y="5837"/>
                    </a:lnTo>
                    <a:lnTo>
                      <a:pt x="3894" y="5799"/>
                    </a:lnTo>
                    <a:lnTo>
                      <a:pt x="3875" y="5802"/>
                    </a:lnTo>
                    <a:moveTo>
                      <a:pt x="3864" y="5728"/>
                    </a:moveTo>
                    <a:lnTo>
                      <a:pt x="3871" y="5764"/>
                    </a:lnTo>
                    <a:lnTo>
                      <a:pt x="3887" y="5761"/>
                    </a:lnTo>
                    <a:lnTo>
                      <a:pt x="3883" y="5726"/>
                    </a:lnTo>
                    <a:lnTo>
                      <a:pt x="3864" y="5728"/>
                    </a:lnTo>
                    <a:moveTo>
                      <a:pt x="3854" y="5653"/>
                    </a:moveTo>
                    <a:lnTo>
                      <a:pt x="3859" y="5690"/>
                    </a:lnTo>
                    <a:lnTo>
                      <a:pt x="3878" y="5688"/>
                    </a:lnTo>
                    <a:lnTo>
                      <a:pt x="3873" y="5650"/>
                    </a:lnTo>
                    <a:lnTo>
                      <a:pt x="3854" y="5653"/>
                    </a:lnTo>
                    <a:moveTo>
                      <a:pt x="3845" y="5577"/>
                    </a:moveTo>
                    <a:lnTo>
                      <a:pt x="3849" y="5615"/>
                    </a:lnTo>
                    <a:lnTo>
                      <a:pt x="3868" y="5612"/>
                    </a:lnTo>
                    <a:lnTo>
                      <a:pt x="3864" y="5575"/>
                    </a:lnTo>
                    <a:lnTo>
                      <a:pt x="3845" y="5577"/>
                    </a:lnTo>
                    <a:moveTo>
                      <a:pt x="3835" y="5501"/>
                    </a:moveTo>
                    <a:lnTo>
                      <a:pt x="3840" y="5539"/>
                    </a:lnTo>
                    <a:lnTo>
                      <a:pt x="3859" y="5537"/>
                    </a:lnTo>
                    <a:lnTo>
                      <a:pt x="3852" y="5499"/>
                    </a:lnTo>
                    <a:lnTo>
                      <a:pt x="3835" y="5501"/>
                    </a:lnTo>
                    <a:moveTo>
                      <a:pt x="3823" y="5428"/>
                    </a:moveTo>
                    <a:lnTo>
                      <a:pt x="3828" y="5466"/>
                    </a:lnTo>
                    <a:lnTo>
                      <a:pt x="3847" y="5463"/>
                    </a:lnTo>
                    <a:lnTo>
                      <a:pt x="3842" y="5426"/>
                    </a:lnTo>
                    <a:lnTo>
                      <a:pt x="3823" y="5428"/>
                    </a:lnTo>
                    <a:moveTo>
                      <a:pt x="3814" y="5352"/>
                    </a:moveTo>
                    <a:lnTo>
                      <a:pt x="3819" y="5390"/>
                    </a:lnTo>
                    <a:lnTo>
                      <a:pt x="3838" y="5388"/>
                    </a:lnTo>
                    <a:lnTo>
                      <a:pt x="3833" y="5350"/>
                    </a:lnTo>
                    <a:lnTo>
                      <a:pt x="3814" y="5352"/>
                    </a:lnTo>
                    <a:moveTo>
                      <a:pt x="3804" y="5277"/>
                    </a:moveTo>
                    <a:lnTo>
                      <a:pt x="3809" y="5315"/>
                    </a:lnTo>
                    <a:lnTo>
                      <a:pt x="3828" y="5312"/>
                    </a:lnTo>
                    <a:lnTo>
                      <a:pt x="3823" y="5274"/>
                    </a:lnTo>
                    <a:lnTo>
                      <a:pt x="3804" y="5277"/>
                    </a:lnTo>
                    <a:moveTo>
                      <a:pt x="3793" y="5203"/>
                    </a:moveTo>
                    <a:lnTo>
                      <a:pt x="3800" y="5239"/>
                    </a:lnTo>
                    <a:lnTo>
                      <a:pt x="3816" y="5237"/>
                    </a:lnTo>
                    <a:lnTo>
                      <a:pt x="3812" y="5201"/>
                    </a:lnTo>
                    <a:lnTo>
                      <a:pt x="3793" y="5203"/>
                    </a:lnTo>
                    <a:moveTo>
                      <a:pt x="3783" y="5128"/>
                    </a:moveTo>
                    <a:lnTo>
                      <a:pt x="3788" y="5166"/>
                    </a:lnTo>
                    <a:lnTo>
                      <a:pt x="3807" y="5163"/>
                    </a:lnTo>
                    <a:lnTo>
                      <a:pt x="3802" y="5125"/>
                    </a:lnTo>
                    <a:lnTo>
                      <a:pt x="3783" y="5128"/>
                    </a:lnTo>
                    <a:moveTo>
                      <a:pt x="3774" y="5052"/>
                    </a:moveTo>
                    <a:lnTo>
                      <a:pt x="3778" y="5090"/>
                    </a:lnTo>
                    <a:lnTo>
                      <a:pt x="3797" y="5088"/>
                    </a:lnTo>
                    <a:lnTo>
                      <a:pt x="3793" y="5050"/>
                    </a:lnTo>
                    <a:lnTo>
                      <a:pt x="3774" y="5052"/>
                    </a:lnTo>
                    <a:moveTo>
                      <a:pt x="3764" y="4976"/>
                    </a:moveTo>
                    <a:lnTo>
                      <a:pt x="3769" y="5014"/>
                    </a:lnTo>
                    <a:lnTo>
                      <a:pt x="3788" y="5012"/>
                    </a:lnTo>
                    <a:lnTo>
                      <a:pt x="3781" y="4974"/>
                    </a:lnTo>
                    <a:lnTo>
                      <a:pt x="3764" y="4976"/>
                    </a:lnTo>
                    <a:moveTo>
                      <a:pt x="3752" y="4903"/>
                    </a:moveTo>
                    <a:lnTo>
                      <a:pt x="3757" y="4941"/>
                    </a:lnTo>
                    <a:lnTo>
                      <a:pt x="3776" y="4939"/>
                    </a:lnTo>
                    <a:lnTo>
                      <a:pt x="3771" y="4901"/>
                    </a:lnTo>
                    <a:lnTo>
                      <a:pt x="3752" y="4903"/>
                    </a:lnTo>
                    <a:moveTo>
                      <a:pt x="3743" y="4828"/>
                    </a:moveTo>
                    <a:lnTo>
                      <a:pt x="3748" y="4865"/>
                    </a:lnTo>
                    <a:lnTo>
                      <a:pt x="3767" y="4863"/>
                    </a:lnTo>
                    <a:lnTo>
                      <a:pt x="3762" y="4825"/>
                    </a:lnTo>
                    <a:lnTo>
                      <a:pt x="3743" y="4828"/>
                    </a:lnTo>
                    <a:moveTo>
                      <a:pt x="3734" y="4752"/>
                    </a:moveTo>
                    <a:lnTo>
                      <a:pt x="3738" y="4790"/>
                    </a:lnTo>
                    <a:lnTo>
                      <a:pt x="3757" y="4787"/>
                    </a:lnTo>
                    <a:lnTo>
                      <a:pt x="3752" y="4749"/>
                    </a:lnTo>
                    <a:lnTo>
                      <a:pt x="3734" y="4752"/>
                    </a:lnTo>
                    <a:moveTo>
                      <a:pt x="3722" y="4679"/>
                    </a:moveTo>
                    <a:lnTo>
                      <a:pt x="3729" y="4716"/>
                    </a:lnTo>
                    <a:lnTo>
                      <a:pt x="3748" y="4712"/>
                    </a:lnTo>
                    <a:lnTo>
                      <a:pt x="3741" y="4676"/>
                    </a:lnTo>
                    <a:lnTo>
                      <a:pt x="3722" y="4679"/>
                    </a:lnTo>
                    <a:moveTo>
                      <a:pt x="3712" y="4603"/>
                    </a:moveTo>
                    <a:lnTo>
                      <a:pt x="3717" y="4641"/>
                    </a:lnTo>
                    <a:lnTo>
                      <a:pt x="3736" y="4638"/>
                    </a:lnTo>
                    <a:lnTo>
                      <a:pt x="3731" y="4601"/>
                    </a:lnTo>
                    <a:lnTo>
                      <a:pt x="3712" y="4603"/>
                    </a:lnTo>
                    <a:moveTo>
                      <a:pt x="3703" y="4527"/>
                    </a:moveTo>
                    <a:lnTo>
                      <a:pt x="3708" y="4565"/>
                    </a:lnTo>
                    <a:lnTo>
                      <a:pt x="3726" y="4563"/>
                    </a:lnTo>
                    <a:lnTo>
                      <a:pt x="3722" y="4525"/>
                    </a:lnTo>
                    <a:lnTo>
                      <a:pt x="3703" y="4527"/>
                    </a:lnTo>
                    <a:moveTo>
                      <a:pt x="3693" y="4454"/>
                    </a:moveTo>
                    <a:lnTo>
                      <a:pt x="3698" y="4489"/>
                    </a:lnTo>
                    <a:lnTo>
                      <a:pt x="3717" y="4487"/>
                    </a:lnTo>
                    <a:lnTo>
                      <a:pt x="3712" y="4449"/>
                    </a:lnTo>
                    <a:lnTo>
                      <a:pt x="3693" y="4454"/>
                    </a:lnTo>
                    <a:moveTo>
                      <a:pt x="3682" y="4378"/>
                    </a:moveTo>
                    <a:lnTo>
                      <a:pt x="3686" y="4416"/>
                    </a:lnTo>
                    <a:lnTo>
                      <a:pt x="3705" y="4414"/>
                    </a:lnTo>
                    <a:lnTo>
                      <a:pt x="3700" y="4376"/>
                    </a:lnTo>
                    <a:lnTo>
                      <a:pt x="3682" y="4378"/>
                    </a:lnTo>
                    <a:moveTo>
                      <a:pt x="3712" y="4307"/>
                    </a:moveTo>
                    <a:lnTo>
                      <a:pt x="3691" y="4336"/>
                    </a:lnTo>
                    <a:lnTo>
                      <a:pt x="3705" y="4348"/>
                    </a:lnTo>
                    <a:lnTo>
                      <a:pt x="3729" y="4317"/>
                    </a:lnTo>
                    <a:lnTo>
                      <a:pt x="3712" y="4307"/>
                    </a:lnTo>
                    <a:moveTo>
                      <a:pt x="3760" y="4246"/>
                    </a:moveTo>
                    <a:lnTo>
                      <a:pt x="3736" y="4277"/>
                    </a:lnTo>
                    <a:lnTo>
                      <a:pt x="3752" y="4288"/>
                    </a:lnTo>
                    <a:lnTo>
                      <a:pt x="3774" y="4258"/>
                    </a:lnTo>
                    <a:lnTo>
                      <a:pt x="3760" y="4246"/>
                    </a:lnTo>
                    <a:moveTo>
                      <a:pt x="3804" y="4184"/>
                    </a:moveTo>
                    <a:lnTo>
                      <a:pt x="3781" y="4215"/>
                    </a:lnTo>
                    <a:lnTo>
                      <a:pt x="3797" y="4227"/>
                    </a:lnTo>
                    <a:lnTo>
                      <a:pt x="3819" y="4196"/>
                    </a:lnTo>
                    <a:lnTo>
                      <a:pt x="3804" y="4184"/>
                    </a:lnTo>
                    <a:moveTo>
                      <a:pt x="3849" y="4125"/>
                    </a:moveTo>
                    <a:lnTo>
                      <a:pt x="3828" y="4156"/>
                    </a:lnTo>
                    <a:lnTo>
                      <a:pt x="3842" y="4168"/>
                    </a:lnTo>
                    <a:lnTo>
                      <a:pt x="3866" y="4137"/>
                    </a:lnTo>
                    <a:lnTo>
                      <a:pt x="3849" y="4125"/>
                    </a:lnTo>
                    <a:moveTo>
                      <a:pt x="3897" y="4064"/>
                    </a:moveTo>
                    <a:lnTo>
                      <a:pt x="3873" y="4095"/>
                    </a:lnTo>
                    <a:lnTo>
                      <a:pt x="3887" y="4106"/>
                    </a:lnTo>
                    <a:lnTo>
                      <a:pt x="3911" y="4076"/>
                    </a:lnTo>
                    <a:lnTo>
                      <a:pt x="3897" y="4064"/>
                    </a:lnTo>
                    <a:moveTo>
                      <a:pt x="3942" y="4005"/>
                    </a:moveTo>
                    <a:lnTo>
                      <a:pt x="3918" y="4035"/>
                    </a:lnTo>
                    <a:lnTo>
                      <a:pt x="3935" y="4045"/>
                    </a:lnTo>
                    <a:lnTo>
                      <a:pt x="3956" y="4017"/>
                    </a:lnTo>
                    <a:lnTo>
                      <a:pt x="3942" y="4005"/>
                    </a:lnTo>
                    <a:moveTo>
                      <a:pt x="3987" y="3943"/>
                    </a:moveTo>
                    <a:lnTo>
                      <a:pt x="3965" y="3974"/>
                    </a:lnTo>
                    <a:lnTo>
                      <a:pt x="3979" y="3986"/>
                    </a:lnTo>
                    <a:lnTo>
                      <a:pt x="4003" y="3955"/>
                    </a:lnTo>
                    <a:lnTo>
                      <a:pt x="3987" y="3943"/>
                    </a:lnTo>
                    <a:moveTo>
                      <a:pt x="4034" y="3884"/>
                    </a:moveTo>
                    <a:lnTo>
                      <a:pt x="4010" y="3915"/>
                    </a:lnTo>
                    <a:lnTo>
                      <a:pt x="4024" y="3924"/>
                    </a:lnTo>
                    <a:lnTo>
                      <a:pt x="4048" y="3896"/>
                    </a:lnTo>
                    <a:lnTo>
                      <a:pt x="4034" y="3884"/>
                    </a:lnTo>
                    <a:moveTo>
                      <a:pt x="4079" y="3823"/>
                    </a:moveTo>
                    <a:lnTo>
                      <a:pt x="4055" y="3853"/>
                    </a:lnTo>
                    <a:lnTo>
                      <a:pt x="4072" y="3865"/>
                    </a:lnTo>
                    <a:lnTo>
                      <a:pt x="4093" y="3835"/>
                    </a:lnTo>
                    <a:lnTo>
                      <a:pt x="4079" y="3823"/>
                    </a:lnTo>
                    <a:moveTo>
                      <a:pt x="4124" y="3764"/>
                    </a:moveTo>
                    <a:lnTo>
                      <a:pt x="4102" y="3794"/>
                    </a:lnTo>
                    <a:lnTo>
                      <a:pt x="4117" y="3804"/>
                    </a:lnTo>
                    <a:lnTo>
                      <a:pt x="4140" y="3775"/>
                    </a:lnTo>
                    <a:lnTo>
                      <a:pt x="4124" y="3764"/>
                    </a:lnTo>
                    <a:moveTo>
                      <a:pt x="4169" y="3702"/>
                    </a:moveTo>
                    <a:lnTo>
                      <a:pt x="4147" y="3733"/>
                    </a:lnTo>
                    <a:lnTo>
                      <a:pt x="4162" y="3745"/>
                    </a:lnTo>
                    <a:lnTo>
                      <a:pt x="4185" y="3714"/>
                    </a:lnTo>
                    <a:lnTo>
                      <a:pt x="4169" y="3702"/>
                    </a:lnTo>
                    <a:moveTo>
                      <a:pt x="4216" y="3643"/>
                    </a:moveTo>
                    <a:lnTo>
                      <a:pt x="4192" y="3674"/>
                    </a:lnTo>
                    <a:lnTo>
                      <a:pt x="4206" y="3683"/>
                    </a:lnTo>
                    <a:lnTo>
                      <a:pt x="4230" y="3655"/>
                    </a:lnTo>
                    <a:lnTo>
                      <a:pt x="4216" y="3643"/>
                    </a:lnTo>
                    <a:moveTo>
                      <a:pt x="4261" y="3582"/>
                    </a:moveTo>
                    <a:lnTo>
                      <a:pt x="4237" y="3612"/>
                    </a:lnTo>
                    <a:lnTo>
                      <a:pt x="4254" y="3624"/>
                    </a:lnTo>
                    <a:lnTo>
                      <a:pt x="4275" y="3593"/>
                    </a:lnTo>
                    <a:lnTo>
                      <a:pt x="4261" y="3582"/>
                    </a:lnTo>
                    <a:moveTo>
                      <a:pt x="4306" y="3522"/>
                    </a:moveTo>
                    <a:lnTo>
                      <a:pt x="4284" y="3551"/>
                    </a:lnTo>
                    <a:lnTo>
                      <a:pt x="4299" y="3563"/>
                    </a:lnTo>
                    <a:lnTo>
                      <a:pt x="4322" y="3534"/>
                    </a:lnTo>
                    <a:lnTo>
                      <a:pt x="4306" y="3522"/>
                    </a:lnTo>
                    <a:moveTo>
                      <a:pt x="4353" y="3461"/>
                    </a:moveTo>
                    <a:lnTo>
                      <a:pt x="4329" y="3492"/>
                    </a:lnTo>
                    <a:lnTo>
                      <a:pt x="4344" y="3504"/>
                    </a:lnTo>
                    <a:lnTo>
                      <a:pt x="4367" y="3473"/>
                    </a:lnTo>
                    <a:lnTo>
                      <a:pt x="4353" y="3461"/>
                    </a:lnTo>
                    <a:moveTo>
                      <a:pt x="4398" y="3402"/>
                    </a:moveTo>
                    <a:lnTo>
                      <a:pt x="4374" y="3430"/>
                    </a:lnTo>
                    <a:lnTo>
                      <a:pt x="4391" y="3442"/>
                    </a:lnTo>
                    <a:lnTo>
                      <a:pt x="4412" y="3411"/>
                    </a:lnTo>
                    <a:lnTo>
                      <a:pt x="4398" y="3402"/>
                    </a:lnTo>
                    <a:moveTo>
                      <a:pt x="4443" y="3340"/>
                    </a:moveTo>
                    <a:lnTo>
                      <a:pt x="4422" y="3371"/>
                    </a:lnTo>
                    <a:lnTo>
                      <a:pt x="4436" y="3383"/>
                    </a:lnTo>
                    <a:lnTo>
                      <a:pt x="4459" y="3352"/>
                    </a:lnTo>
                    <a:lnTo>
                      <a:pt x="4443" y="3340"/>
                    </a:lnTo>
                    <a:moveTo>
                      <a:pt x="4490" y="3281"/>
                    </a:moveTo>
                    <a:lnTo>
                      <a:pt x="4467" y="3310"/>
                    </a:lnTo>
                    <a:lnTo>
                      <a:pt x="4481" y="3321"/>
                    </a:lnTo>
                    <a:lnTo>
                      <a:pt x="4504" y="3291"/>
                    </a:lnTo>
                    <a:lnTo>
                      <a:pt x="4490" y="3281"/>
                    </a:lnTo>
                    <a:moveTo>
                      <a:pt x="4535" y="3220"/>
                    </a:moveTo>
                    <a:lnTo>
                      <a:pt x="4511" y="3251"/>
                    </a:lnTo>
                    <a:lnTo>
                      <a:pt x="4528" y="3262"/>
                    </a:lnTo>
                    <a:lnTo>
                      <a:pt x="4549" y="3232"/>
                    </a:lnTo>
                    <a:lnTo>
                      <a:pt x="4535" y="3220"/>
                    </a:lnTo>
                    <a:moveTo>
                      <a:pt x="4580" y="3161"/>
                    </a:moveTo>
                    <a:lnTo>
                      <a:pt x="4559" y="3189"/>
                    </a:lnTo>
                    <a:lnTo>
                      <a:pt x="4573" y="3201"/>
                    </a:lnTo>
                    <a:lnTo>
                      <a:pt x="4597" y="3170"/>
                    </a:lnTo>
                    <a:lnTo>
                      <a:pt x="4580" y="3161"/>
                    </a:lnTo>
                    <a:moveTo>
                      <a:pt x="4625" y="3099"/>
                    </a:moveTo>
                    <a:lnTo>
                      <a:pt x="4604" y="3130"/>
                    </a:lnTo>
                    <a:lnTo>
                      <a:pt x="4618" y="3142"/>
                    </a:lnTo>
                    <a:lnTo>
                      <a:pt x="4641" y="3111"/>
                    </a:lnTo>
                    <a:lnTo>
                      <a:pt x="4625" y="3099"/>
                    </a:lnTo>
                    <a:moveTo>
                      <a:pt x="4672" y="3038"/>
                    </a:moveTo>
                    <a:lnTo>
                      <a:pt x="4649" y="3069"/>
                    </a:lnTo>
                    <a:lnTo>
                      <a:pt x="4663" y="3080"/>
                    </a:lnTo>
                    <a:lnTo>
                      <a:pt x="4686" y="3050"/>
                    </a:lnTo>
                    <a:lnTo>
                      <a:pt x="4672" y="3038"/>
                    </a:lnTo>
                    <a:moveTo>
                      <a:pt x="4717" y="2979"/>
                    </a:moveTo>
                    <a:lnTo>
                      <a:pt x="4694" y="3009"/>
                    </a:lnTo>
                    <a:lnTo>
                      <a:pt x="4710" y="3021"/>
                    </a:lnTo>
                    <a:lnTo>
                      <a:pt x="4731" y="2990"/>
                    </a:lnTo>
                    <a:lnTo>
                      <a:pt x="4717" y="2979"/>
                    </a:lnTo>
                    <a:moveTo>
                      <a:pt x="4762" y="2917"/>
                    </a:moveTo>
                    <a:lnTo>
                      <a:pt x="4741" y="2948"/>
                    </a:lnTo>
                    <a:lnTo>
                      <a:pt x="4755" y="2960"/>
                    </a:lnTo>
                    <a:lnTo>
                      <a:pt x="4779" y="2929"/>
                    </a:lnTo>
                    <a:lnTo>
                      <a:pt x="4762" y="2917"/>
                    </a:lnTo>
                    <a:moveTo>
                      <a:pt x="4809" y="2858"/>
                    </a:moveTo>
                    <a:lnTo>
                      <a:pt x="4786" y="2889"/>
                    </a:lnTo>
                    <a:lnTo>
                      <a:pt x="4800" y="2901"/>
                    </a:lnTo>
                    <a:lnTo>
                      <a:pt x="4824" y="2870"/>
                    </a:lnTo>
                    <a:lnTo>
                      <a:pt x="4809" y="2858"/>
                    </a:lnTo>
                    <a:moveTo>
                      <a:pt x="4854" y="2797"/>
                    </a:moveTo>
                    <a:lnTo>
                      <a:pt x="4831" y="2827"/>
                    </a:lnTo>
                    <a:lnTo>
                      <a:pt x="4847" y="2839"/>
                    </a:lnTo>
                    <a:lnTo>
                      <a:pt x="4868" y="2808"/>
                    </a:lnTo>
                    <a:lnTo>
                      <a:pt x="4854" y="2797"/>
                    </a:lnTo>
                    <a:moveTo>
                      <a:pt x="4899" y="2738"/>
                    </a:moveTo>
                    <a:lnTo>
                      <a:pt x="4878" y="2768"/>
                    </a:lnTo>
                    <a:lnTo>
                      <a:pt x="4892" y="2778"/>
                    </a:lnTo>
                    <a:lnTo>
                      <a:pt x="4916" y="2749"/>
                    </a:lnTo>
                    <a:lnTo>
                      <a:pt x="4899" y="2738"/>
                    </a:lnTo>
                    <a:moveTo>
                      <a:pt x="4947" y="2676"/>
                    </a:moveTo>
                    <a:lnTo>
                      <a:pt x="4923" y="2707"/>
                    </a:lnTo>
                    <a:lnTo>
                      <a:pt x="4937" y="2719"/>
                    </a:lnTo>
                    <a:lnTo>
                      <a:pt x="4961" y="2688"/>
                    </a:lnTo>
                    <a:lnTo>
                      <a:pt x="4947" y="2676"/>
                    </a:lnTo>
                    <a:moveTo>
                      <a:pt x="4991" y="2617"/>
                    </a:moveTo>
                    <a:lnTo>
                      <a:pt x="4968" y="2648"/>
                    </a:lnTo>
                    <a:lnTo>
                      <a:pt x="4984" y="2657"/>
                    </a:lnTo>
                    <a:lnTo>
                      <a:pt x="5006" y="2629"/>
                    </a:lnTo>
                    <a:lnTo>
                      <a:pt x="4991" y="2617"/>
                    </a:lnTo>
                    <a:moveTo>
                      <a:pt x="5036" y="2555"/>
                    </a:moveTo>
                    <a:lnTo>
                      <a:pt x="5015" y="2586"/>
                    </a:lnTo>
                    <a:lnTo>
                      <a:pt x="5029" y="2598"/>
                    </a:lnTo>
                    <a:lnTo>
                      <a:pt x="5053" y="2567"/>
                    </a:lnTo>
                    <a:lnTo>
                      <a:pt x="5036" y="2555"/>
                    </a:lnTo>
                    <a:moveTo>
                      <a:pt x="5081" y="2496"/>
                    </a:moveTo>
                    <a:lnTo>
                      <a:pt x="5060" y="2527"/>
                    </a:lnTo>
                    <a:lnTo>
                      <a:pt x="5074" y="2537"/>
                    </a:lnTo>
                    <a:lnTo>
                      <a:pt x="5098" y="2508"/>
                    </a:lnTo>
                    <a:lnTo>
                      <a:pt x="5081" y="2496"/>
                    </a:lnTo>
                    <a:moveTo>
                      <a:pt x="5129" y="2435"/>
                    </a:moveTo>
                    <a:lnTo>
                      <a:pt x="5105" y="2466"/>
                    </a:lnTo>
                    <a:lnTo>
                      <a:pt x="5119" y="2477"/>
                    </a:lnTo>
                    <a:lnTo>
                      <a:pt x="5143" y="2447"/>
                    </a:lnTo>
                    <a:lnTo>
                      <a:pt x="5129" y="2435"/>
                    </a:lnTo>
                    <a:moveTo>
                      <a:pt x="5129" y="2381"/>
                    </a:moveTo>
                    <a:lnTo>
                      <a:pt x="5143" y="2414"/>
                    </a:lnTo>
                    <a:lnTo>
                      <a:pt x="5162" y="2407"/>
                    </a:lnTo>
                    <a:lnTo>
                      <a:pt x="5145" y="2371"/>
                    </a:lnTo>
                    <a:lnTo>
                      <a:pt x="5129" y="2381"/>
                    </a:lnTo>
                    <a:moveTo>
                      <a:pt x="5098" y="2310"/>
                    </a:moveTo>
                    <a:lnTo>
                      <a:pt x="5112" y="2345"/>
                    </a:lnTo>
                    <a:lnTo>
                      <a:pt x="5131" y="2338"/>
                    </a:lnTo>
                    <a:lnTo>
                      <a:pt x="5114" y="2302"/>
                    </a:lnTo>
                    <a:lnTo>
                      <a:pt x="5098" y="2310"/>
                    </a:lnTo>
                    <a:moveTo>
                      <a:pt x="5067" y="2241"/>
                    </a:moveTo>
                    <a:lnTo>
                      <a:pt x="5081" y="2276"/>
                    </a:lnTo>
                    <a:lnTo>
                      <a:pt x="5100" y="2267"/>
                    </a:lnTo>
                    <a:lnTo>
                      <a:pt x="5084" y="2234"/>
                    </a:lnTo>
                    <a:lnTo>
                      <a:pt x="5067" y="2241"/>
                    </a:lnTo>
                    <a:moveTo>
                      <a:pt x="5036" y="2172"/>
                    </a:moveTo>
                    <a:lnTo>
                      <a:pt x="5051" y="2206"/>
                    </a:lnTo>
                    <a:lnTo>
                      <a:pt x="5069" y="2198"/>
                    </a:lnTo>
                    <a:lnTo>
                      <a:pt x="5053" y="2165"/>
                    </a:lnTo>
                    <a:lnTo>
                      <a:pt x="5036" y="2172"/>
                    </a:lnTo>
                    <a:moveTo>
                      <a:pt x="5006" y="2104"/>
                    </a:moveTo>
                    <a:lnTo>
                      <a:pt x="5020" y="2137"/>
                    </a:lnTo>
                    <a:lnTo>
                      <a:pt x="5039" y="2130"/>
                    </a:lnTo>
                    <a:lnTo>
                      <a:pt x="5022" y="2094"/>
                    </a:lnTo>
                    <a:lnTo>
                      <a:pt x="5006" y="2104"/>
                    </a:lnTo>
                    <a:moveTo>
                      <a:pt x="4975" y="2033"/>
                    </a:moveTo>
                    <a:lnTo>
                      <a:pt x="4989" y="2068"/>
                    </a:lnTo>
                    <a:lnTo>
                      <a:pt x="5008" y="2061"/>
                    </a:lnTo>
                    <a:lnTo>
                      <a:pt x="4991" y="2026"/>
                    </a:lnTo>
                    <a:lnTo>
                      <a:pt x="4975" y="2033"/>
                    </a:lnTo>
                    <a:moveTo>
                      <a:pt x="4944" y="1964"/>
                    </a:moveTo>
                    <a:lnTo>
                      <a:pt x="4958" y="2000"/>
                    </a:lnTo>
                    <a:lnTo>
                      <a:pt x="4977" y="1993"/>
                    </a:lnTo>
                    <a:lnTo>
                      <a:pt x="4961" y="1957"/>
                    </a:lnTo>
                    <a:lnTo>
                      <a:pt x="4944" y="1964"/>
                    </a:lnTo>
                    <a:moveTo>
                      <a:pt x="4913" y="1896"/>
                    </a:moveTo>
                    <a:lnTo>
                      <a:pt x="4928" y="1931"/>
                    </a:lnTo>
                    <a:lnTo>
                      <a:pt x="4947" y="1922"/>
                    </a:lnTo>
                    <a:lnTo>
                      <a:pt x="4930" y="1889"/>
                    </a:lnTo>
                    <a:lnTo>
                      <a:pt x="4913" y="1896"/>
                    </a:lnTo>
                    <a:moveTo>
                      <a:pt x="4883" y="1827"/>
                    </a:moveTo>
                    <a:lnTo>
                      <a:pt x="4897" y="1860"/>
                    </a:lnTo>
                    <a:lnTo>
                      <a:pt x="4916" y="1853"/>
                    </a:lnTo>
                    <a:lnTo>
                      <a:pt x="4899" y="1818"/>
                    </a:lnTo>
                    <a:lnTo>
                      <a:pt x="4883" y="1827"/>
                    </a:lnTo>
                    <a:moveTo>
                      <a:pt x="4852" y="1756"/>
                    </a:moveTo>
                    <a:lnTo>
                      <a:pt x="4866" y="1792"/>
                    </a:lnTo>
                    <a:lnTo>
                      <a:pt x="4885" y="1785"/>
                    </a:lnTo>
                    <a:lnTo>
                      <a:pt x="4868" y="1749"/>
                    </a:lnTo>
                    <a:lnTo>
                      <a:pt x="4852" y="1756"/>
                    </a:lnTo>
                    <a:moveTo>
                      <a:pt x="4821" y="1688"/>
                    </a:moveTo>
                    <a:lnTo>
                      <a:pt x="4835" y="1723"/>
                    </a:lnTo>
                    <a:lnTo>
                      <a:pt x="4854" y="1716"/>
                    </a:lnTo>
                    <a:lnTo>
                      <a:pt x="4838" y="1681"/>
                    </a:lnTo>
                    <a:lnTo>
                      <a:pt x="4821" y="1688"/>
                    </a:lnTo>
                    <a:moveTo>
                      <a:pt x="4790" y="1619"/>
                    </a:moveTo>
                    <a:lnTo>
                      <a:pt x="4805" y="1655"/>
                    </a:lnTo>
                    <a:lnTo>
                      <a:pt x="4824" y="1645"/>
                    </a:lnTo>
                    <a:lnTo>
                      <a:pt x="4807" y="1612"/>
                    </a:lnTo>
                    <a:lnTo>
                      <a:pt x="4790" y="1619"/>
                    </a:lnTo>
                    <a:moveTo>
                      <a:pt x="4760" y="1551"/>
                    </a:moveTo>
                    <a:lnTo>
                      <a:pt x="4774" y="1584"/>
                    </a:lnTo>
                    <a:lnTo>
                      <a:pt x="4793" y="1577"/>
                    </a:lnTo>
                    <a:lnTo>
                      <a:pt x="4776" y="1541"/>
                    </a:lnTo>
                    <a:lnTo>
                      <a:pt x="4760" y="1551"/>
                    </a:lnTo>
                    <a:moveTo>
                      <a:pt x="4729" y="1480"/>
                    </a:moveTo>
                    <a:lnTo>
                      <a:pt x="4743" y="1515"/>
                    </a:lnTo>
                    <a:lnTo>
                      <a:pt x="4762" y="1508"/>
                    </a:lnTo>
                    <a:lnTo>
                      <a:pt x="4746" y="1473"/>
                    </a:lnTo>
                    <a:lnTo>
                      <a:pt x="4729" y="1480"/>
                    </a:lnTo>
                    <a:moveTo>
                      <a:pt x="4698" y="1411"/>
                    </a:moveTo>
                    <a:lnTo>
                      <a:pt x="4712" y="1447"/>
                    </a:lnTo>
                    <a:lnTo>
                      <a:pt x="4731" y="1440"/>
                    </a:lnTo>
                    <a:lnTo>
                      <a:pt x="4715" y="1404"/>
                    </a:lnTo>
                    <a:lnTo>
                      <a:pt x="4698" y="1411"/>
                    </a:lnTo>
                    <a:moveTo>
                      <a:pt x="4668" y="1343"/>
                    </a:moveTo>
                    <a:lnTo>
                      <a:pt x="4682" y="1378"/>
                    </a:lnTo>
                    <a:lnTo>
                      <a:pt x="4701" y="1369"/>
                    </a:lnTo>
                    <a:lnTo>
                      <a:pt x="4684" y="1336"/>
                    </a:lnTo>
                    <a:lnTo>
                      <a:pt x="4668" y="1343"/>
                    </a:lnTo>
                    <a:moveTo>
                      <a:pt x="4637" y="1274"/>
                    </a:moveTo>
                    <a:lnTo>
                      <a:pt x="4651" y="1307"/>
                    </a:lnTo>
                    <a:lnTo>
                      <a:pt x="4670" y="1300"/>
                    </a:lnTo>
                    <a:lnTo>
                      <a:pt x="4653" y="1267"/>
                    </a:lnTo>
                    <a:lnTo>
                      <a:pt x="4637" y="1274"/>
                    </a:lnTo>
                    <a:moveTo>
                      <a:pt x="4606" y="1205"/>
                    </a:moveTo>
                    <a:lnTo>
                      <a:pt x="4620" y="1239"/>
                    </a:lnTo>
                    <a:lnTo>
                      <a:pt x="4639" y="1231"/>
                    </a:lnTo>
                    <a:lnTo>
                      <a:pt x="4623" y="1196"/>
                    </a:lnTo>
                    <a:lnTo>
                      <a:pt x="4606" y="1205"/>
                    </a:lnTo>
                    <a:moveTo>
                      <a:pt x="4575" y="1135"/>
                    </a:moveTo>
                    <a:lnTo>
                      <a:pt x="4589" y="1170"/>
                    </a:lnTo>
                    <a:lnTo>
                      <a:pt x="4608" y="1163"/>
                    </a:lnTo>
                    <a:lnTo>
                      <a:pt x="4592" y="1127"/>
                    </a:lnTo>
                    <a:lnTo>
                      <a:pt x="4575" y="1135"/>
                    </a:lnTo>
                    <a:moveTo>
                      <a:pt x="4545" y="1066"/>
                    </a:moveTo>
                    <a:lnTo>
                      <a:pt x="4559" y="1101"/>
                    </a:lnTo>
                    <a:lnTo>
                      <a:pt x="4578" y="1092"/>
                    </a:lnTo>
                    <a:lnTo>
                      <a:pt x="4561" y="1059"/>
                    </a:lnTo>
                    <a:lnTo>
                      <a:pt x="4545" y="1066"/>
                    </a:lnTo>
                    <a:moveTo>
                      <a:pt x="4514" y="997"/>
                    </a:moveTo>
                    <a:lnTo>
                      <a:pt x="4528" y="1031"/>
                    </a:lnTo>
                    <a:lnTo>
                      <a:pt x="4547" y="1023"/>
                    </a:lnTo>
                    <a:lnTo>
                      <a:pt x="4530" y="990"/>
                    </a:lnTo>
                    <a:lnTo>
                      <a:pt x="4514" y="997"/>
                    </a:lnTo>
                    <a:moveTo>
                      <a:pt x="4483" y="929"/>
                    </a:moveTo>
                    <a:lnTo>
                      <a:pt x="4497" y="962"/>
                    </a:lnTo>
                    <a:lnTo>
                      <a:pt x="4516" y="955"/>
                    </a:lnTo>
                    <a:lnTo>
                      <a:pt x="4500" y="919"/>
                    </a:lnTo>
                    <a:lnTo>
                      <a:pt x="4483" y="929"/>
                    </a:lnTo>
                    <a:moveTo>
                      <a:pt x="4452" y="858"/>
                    </a:moveTo>
                    <a:lnTo>
                      <a:pt x="4467" y="893"/>
                    </a:lnTo>
                    <a:lnTo>
                      <a:pt x="4485" y="886"/>
                    </a:lnTo>
                    <a:lnTo>
                      <a:pt x="4469" y="851"/>
                    </a:lnTo>
                    <a:lnTo>
                      <a:pt x="4452" y="858"/>
                    </a:lnTo>
                    <a:moveTo>
                      <a:pt x="4422" y="789"/>
                    </a:moveTo>
                    <a:lnTo>
                      <a:pt x="4436" y="825"/>
                    </a:lnTo>
                    <a:lnTo>
                      <a:pt x="4455" y="815"/>
                    </a:lnTo>
                    <a:lnTo>
                      <a:pt x="4438" y="782"/>
                    </a:lnTo>
                    <a:lnTo>
                      <a:pt x="4422" y="789"/>
                    </a:lnTo>
                    <a:moveTo>
                      <a:pt x="4391" y="721"/>
                    </a:moveTo>
                    <a:lnTo>
                      <a:pt x="4405" y="754"/>
                    </a:lnTo>
                    <a:lnTo>
                      <a:pt x="4424" y="747"/>
                    </a:lnTo>
                    <a:lnTo>
                      <a:pt x="4407" y="714"/>
                    </a:lnTo>
                    <a:lnTo>
                      <a:pt x="4391" y="721"/>
                    </a:lnTo>
                    <a:moveTo>
                      <a:pt x="4360" y="652"/>
                    </a:moveTo>
                    <a:lnTo>
                      <a:pt x="4374" y="685"/>
                    </a:lnTo>
                    <a:lnTo>
                      <a:pt x="4393" y="678"/>
                    </a:lnTo>
                    <a:lnTo>
                      <a:pt x="4377" y="643"/>
                    </a:lnTo>
                    <a:lnTo>
                      <a:pt x="4360" y="652"/>
                    </a:lnTo>
                    <a:moveTo>
                      <a:pt x="4329" y="581"/>
                    </a:moveTo>
                    <a:lnTo>
                      <a:pt x="4344" y="617"/>
                    </a:lnTo>
                    <a:lnTo>
                      <a:pt x="4362" y="610"/>
                    </a:lnTo>
                    <a:lnTo>
                      <a:pt x="4346" y="574"/>
                    </a:lnTo>
                    <a:lnTo>
                      <a:pt x="4329" y="581"/>
                    </a:lnTo>
                    <a:moveTo>
                      <a:pt x="4299" y="513"/>
                    </a:moveTo>
                    <a:lnTo>
                      <a:pt x="4313" y="548"/>
                    </a:lnTo>
                    <a:lnTo>
                      <a:pt x="4332" y="539"/>
                    </a:lnTo>
                    <a:lnTo>
                      <a:pt x="4315" y="506"/>
                    </a:lnTo>
                    <a:lnTo>
                      <a:pt x="4299" y="513"/>
                    </a:lnTo>
                    <a:moveTo>
                      <a:pt x="4268" y="444"/>
                    </a:moveTo>
                    <a:lnTo>
                      <a:pt x="4282" y="477"/>
                    </a:lnTo>
                    <a:lnTo>
                      <a:pt x="4301" y="470"/>
                    </a:lnTo>
                    <a:lnTo>
                      <a:pt x="4284" y="437"/>
                    </a:lnTo>
                    <a:lnTo>
                      <a:pt x="4268" y="444"/>
                    </a:lnTo>
                    <a:moveTo>
                      <a:pt x="4230" y="399"/>
                    </a:moveTo>
                    <a:lnTo>
                      <a:pt x="4247" y="399"/>
                    </a:lnTo>
                    <a:lnTo>
                      <a:pt x="4251" y="409"/>
                    </a:lnTo>
                    <a:lnTo>
                      <a:pt x="4270" y="402"/>
                    </a:lnTo>
                    <a:lnTo>
                      <a:pt x="4261" y="383"/>
                    </a:lnTo>
                    <a:lnTo>
                      <a:pt x="4232" y="380"/>
                    </a:lnTo>
                    <a:lnTo>
                      <a:pt x="4230" y="399"/>
                    </a:lnTo>
                    <a:moveTo>
                      <a:pt x="4157" y="390"/>
                    </a:moveTo>
                    <a:lnTo>
                      <a:pt x="4195" y="395"/>
                    </a:lnTo>
                    <a:lnTo>
                      <a:pt x="4195" y="376"/>
                    </a:lnTo>
                    <a:lnTo>
                      <a:pt x="4157" y="371"/>
                    </a:lnTo>
                    <a:lnTo>
                      <a:pt x="4157" y="390"/>
                    </a:lnTo>
                    <a:moveTo>
                      <a:pt x="4081" y="383"/>
                    </a:moveTo>
                    <a:lnTo>
                      <a:pt x="4119" y="387"/>
                    </a:lnTo>
                    <a:lnTo>
                      <a:pt x="4119" y="369"/>
                    </a:lnTo>
                    <a:lnTo>
                      <a:pt x="4083" y="364"/>
                    </a:lnTo>
                    <a:lnTo>
                      <a:pt x="4081" y="383"/>
                    </a:lnTo>
                    <a:moveTo>
                      <a:pt x="4005" y="376"/>
                    </a:moveTo>
                    <a:lnTo>
                      <a:pt x="4043" y="380"/>
                    </a:lnTo>
                    <a:lnTo>
                      <a:pt x="4046" y="361"/>
                    </a:lnTo>
                    <a:lnTo>
                      <a:pt x="4008" y="357"/>
                    </a:lnTo>
                    <a:lnTo>
                      <a:pt x="4005" y="376"/>
                    </a:lnTo>
                    <a:moveTo>
                      <a:pt x="3930" y="369"/>
                    </a:moveTo>
                    <a:lnTo>
                      <a:pt x="3968" y="371"/>
                    </a:lnTo>
                    <a:lnTo>
                      <a:pt x="3970" y="352"/>
                    </a:lnTo>
                    <a:lnTo>
                      <a:pt x="3932" y="350"/>
                    </a:lnTo>
                    <a:lnTo>
                      <a:pt x="3930" y="369"/>
                    </a:lnTo>
                    <a:moveTo>
                      <a:pt x="3854" y="361"/>
                    </a:moveTo>
                    <a:lnTo>
                      <a:pt x="3892" y="364"/>
                    </a:lnTo>
                    <a:lnTo>
                      <a:pt x="3894" y="345"/>
                    </a:lnTo>
                    <a:lnTo>
                      <a:pt x="3857" y="343"/>
                    </a:lnTo>
                    <a:lnTo>
                      <a:pt x="3854" y="361"/>
                    </a:lnTo>
                    <a:moveTo>
                      <a:pt x="3778" y="352"/>
                    </a:moveTo>
                    <a:lnTo>
                      <a:pt x="3816" y="357"/>
                    </a:lnTo>
                    <a:lnTo>
                      <a:pt x="3819" y="338"/>
                    </a:lnTo>
                    <a:lnTo>
                      <a:pt x="3781" y="333"/>
                    </a:lnTo>
                    <a:lnTo>
                      <a:pt x="3778" y="352"/>
                    </a:lnTo>
                    <a:moveTo>
                      <a:pt x="3705" y="345"/>
                    </a:moveTo>
                    <a:lnTo>
                      <a:pt x="3741" y="350"/>
                    </a:lnTo>
                    <a:lnTo>
                      <a:pt x="3743" y="331"/>
                    </a:lnTo>
                    <a:lnTo>
                      <a:pt x="3705" y="326"/>
                    </a:lnTo>
                    <a:lnTo>
                      <a:pt x="3705" y="345"/>
                    </a:lnTo>
                    <a:moveTo>
                      <a:pt x="3630" y="338"/>
                    </a:moveTo>
                    <a:lnTo>
                      <a:pt x="3667" y="343"/>
                    </a:lnTo>
                    <a:lnTo>
                      <a:pt x="3667" y="324"/>
                    </a:lnTo>
                    <a:lnTo>
                      <a:pt x="3632" y="319"/>
                    </a:lnTo>
                    <a:lnTo>
                      <a:pt x="3630" y="338"/>
                    </a:lnTo>
                    <a:moveTo>
                      <a:pt x="3554" y="331"/>
                    </a:moveTo>
                    <a:lnTo>
                      <a:pt x="3592" y="333"/>
                    </a:lnTo>
                    <a:lnTo>
                      <a:pt x="3594" y="314"/>
                    </a:lnTo>
                    <a:lnTo>
                      <a:pt x="3556" y="312"/>
                    </a:lnTo>
                    <a:lnTo>
                      <a:pt x="3554" y="331"/>
                    </a:lnTo>
                    <a:moveTo>
                      <a:pt x="3478" y="324"/>
                    </a:moveTo>
                    <a:lnTo>
                      <a:pt x="3516" y="326"/>
                    </a:lnTo>
                    <a:lnTo>
                      <a:pt x="3518" y="307"/>
                    </a:lnTo>
                    <a:lnTo>
                      <a:pt x="3481" y="305"/>
                    </a:lnTo>
                    <a:lnTo>
                      <a:pt x="3478" y="324"/>
                    </a:lnTo>
                    <a:moveTo>
                      <a:pt x="3403" y="314"/>
                    </a:moveTo>
                    <a:lnTo>
                      <a:pt x="3440" y="319"/>
                    </a:lnTo>
                    <a:lnTo>
                      <a:pt x="3443" y="300"/>
                    </a:lnTo>
                    <a:lnTo>
                      <a:pt x="3405" y="295"/>
                    </a:lnTo>
                    <a:lnTo>
                      <a:pt x="3403" y="314"/>
                    </a:lnTo>
                    <a:moveTo>
                      <a:pt x="3327" y="307"/>
                    </a:moveTo>
                    <a:lnTo>
                      <a:pt x="3365" y="312"/>
                    </a:lnTo>
                    <a:lnTo>
                      <a:pt x="3367" y="293"/>
                    </a:lnTo>
                    <a:lnTo>
                      <a:pt x="3329" y="288"/>
                    </a:lnTo>
                    <a:lnTo>
                      <a:pt x="3327" y="307"/>
                    </a:lnTo>
                    <a:moveTo>
                      <a:pt x="3254" y="300"/>
                    </a:moveTo>
                    <a:lnTo>
                      <a:pt x="3289" y="305"/>
                    </a:lnTo>
                    <a:lnTo>
                      <a:pt x="3291" y="286"/>
                    </a:lnTo>
                    <a:lnTo>
                      <a:pt x="3254" y="281"/>
                    </a:lnTo>
                    <a:lnTo>
                      <a:pt x="3254" y="300"/>
                    </a:lnTo>
                    <a:moveTo>
                      <a:pt x="3178" y="293"/>
                    </a:moveTo>
                    <a:lnTo>
                      <a:pt x="3216" y="295"/>
                    </a:lnTo>
                    <a:lnTo>
                      <a:pt x="3216" y="276"/>
                    </a:lnTo>
                    <a:lnTo>
                      <a:pt x="3180" y="274"/>
                    </a:lnTo>
                    <a:lnTo>
                      <a:pt x="3178" y="293"/>
                    </a:lnTo>
                    <a:moveTo>
                      <a:pt x="3102" y="286"/>
                    </a:moveTo>
                    <a:lnTo>
                      <a:pt x="3140" y="288"/>
                    </a:lnTo>
                    <a:lnTo>
                      <a:pt x="3142" y="269"/>
                    </a:lnTo>
                    <a:lnTo>
                      <a:pt x="3105" y="267"/>
                    </a:lnTo>
                    <a:lnTo>
                      <a:pt x="3102" y="286"/>
                    </a:lnTo>
                    <a:moveTo>
                      <a:pt x="3027" y="276"/>
                    </a:moveTo>
                    <a:lnTo>
                      <a:pt x="3064" y="281"/>
                    </a:lnTo>
                    <a:lnTo>
                      <a:pt x="3067" y="262"/>
                    </a:lnTo>
                    <a:lnTo>
                      <a:pt x="3029" y="257"/>
                    </a:lnTo>
                    <a:lnTo>
                      <a:pt x="3027" y="276"/>
                    </a:lnTo>
                    <a:moveTo>
                      <a:pt x="2951" y="269"/>
                    </a:moveTo>
                    <a:lnTo>
                      <a:pt x="2989" y="274"/>
                    </a:lnTo>
                    <a:lnTo>
                      <a:pt x="2991" y="255"/>
                    </a:lnTo>
                    <a:lnTo>
                      <a:pt x="2953" y="250"/>
                    </a:lnTo>
                    <a:lnTo>
                      <a:pt x="2951" y="269"/>
                    </a:lnTo>
                    <a:moveTo>
                      <a:pt x="2875" y="262"/>
                    </a:moveTo>
                    <a:lnTo>
                      <a:pt x="2913" y="267"/>
                    </a:lnTo>
                    <a:lnTo>
                      <a:pt x="2915" y="248"/>
                    </a:lnTo>
                    <a:lnTo>
                      <a:pt x="2878" y="243"/>
                    </a:lnTo>
                    <a:lnTo>
                      <a:pt x="2875" y="262"/>
                    </a:lnTo>
                    <a:moveTo>
                      <a:pt x="2802" y="255"/>
                    </a:moveTo>
                    <a:lnTo>
                      <a:pt x="2837" y="257"/>
                    </a:lnTo>
                    <a:lnTo>
                      <a:pt x="2840" y="239"/>
                    </a:lnTo>
                    <a:lnTo>
                      <a:pt x="2802" y="236"/>
                    </a:lnTo>
                    <a:lnTo>
                      <a:pt x="2802" y="255"/>
                    </a:lnTo>
                    <a:moveTo>
                      <a:pt x="2726" y="248"/>
                    </a:moveTo>
                    <a:lnTo>
                      <a:pt x="2764" y="250"/>
                    </a:lnTo>
                    <a:lnTo>
                      <a:pt x="2764" y="231"/>
                    </a:lnTo>
                    <a:lnTo>
                      <a:pt x="2726" y="229"/>
                    </a:lnTo>
                    <a:lnTo>
                      <a:pt x="2726" y="248"/>
                    </a:lnTo>
                    <a:moveTo>
                      <a:pt x="2651" y="239"/>
                    </a:moveTo>
                    <a:lnTo>
                      <a:pt x="2689" y="243"/>
                    </a:lnTo>
                    <a:lnTo>
                      <a:pt x="2691" y="224"/>
                    </a:lnTo>
                    <a:lnTo>
                      <a:pt x="2653" y="220"/>
                    </a:lnTo>
                    <a:lnTo>
                      <a:pt x="2651" y="239"/>
                    </a:lnTo>
                    <a:moveTo>
                      <a:pt x="2575" y="231"/>
                    </a:moveTo>
                    <a:lnTo>
                      <a:pt x="2613" y="236"/>
                    </a:lnTo>
                    <a:lnTo>
                      <a:pt x="2615" y="217"/>
                    </a:lnTo>
                    <a:lnTo>
                      <a:pt x="2577" y="213"/>
                    </a:lnTo>
                    <a:lnTo>
                      <a:pt x="2575" y="231"/>
                    </a:lnTo>
                    <a:moveTo>
                      <a:pt x="2499" y="224"/>
                    </a:moveTo>
                    <a:lnTo>
                      <a:pt x="2537" y="229"/>
                    </a:lnTo>
                    <a:lnTo>
                      <a:pt x="2540" y="210"/>
                    </a:lnTo>
                    <a:lnTo>
                      <a:pt x="2502" y="205"/>
                    </a:lnTo>
                    <a:lnTo>
                      <a:pt x="2499" y="224"/>
                    </a:lnTo>
                    <a:moveTo>
                      <a:pt x="2424" y="217"/>
                    </a:moveTo>
                    <a:lnTo>
                      <a:pt x="2462" y="220"/>
                    </a:lnTo>
                    <a:lnTo>
                      <a:pt x="2464" y="201"/>
                    </a:lnTo>
                    <a:lnTo>
                      <a:pt x="2426" y="198"/>
                    </a:lnTo>
                    <a:lnTo>
                      <a:pt x="2424" y="217"/>
                    </a:lnTo>
                    <a:moveTo>
                      <a:pt x="2348" y="210"/>
                    </a:moveTo>
                    <a:lnTo>
                      <a:pt x="2386" y="213"/>
                    </a:lnTo>
                    <a:lnTo>
                      <a:pt x="2388" y="194"/>
                    </a:lnTo>
                    <a:lnTo>
                      <a:pt x="2350" y="191"/>
                    </a:lnTo>
                    <a:lnTo>
                      <a:pt x="2348" y="210"/>
                    </a:lnTo>
                    <a:moveTo>
                      <a:pt x="2275" y="201"/>
                    </a:moveTo>
                    <a:lnTo>
                      <a:pt x="2313" y="205"/>
                    </a:lnTo>
                    <a:lnTo>
                      <a:pt x="2313" y="186"/>
                    </a:lnTo>
                    <a:lnTo>
                      <a:pt x="2275" y="182"/>
                    </a:lnTo>
                    <a:lnTo>
                      <a:pt x="2275" y="201"/>
                    </a:lnTo>
                    <a:moveTo>
                      <a:pt x="2199" y="194"/>
                    </a:moveTo>
                    <a:lnTo>
                      <a:pt x="2237" y="198"/>
                    </a:lnTo>
                    <a:lnTo>
                      <a:pt x="2239" y="179"/>
                    </a:lnTo>
                    <a:lnTo>
                      <a:pt x="2201" y="175"/>
                    </a:lnTo>
                    <a:lnTo>
                      <a:pt x="2199" y="194"/>
                    </a:lnTo>
                    <a:moveTo>
                      <a:pt x="2123" y="186"/>
                    </a:moveTo>
                    <a:lnTo>
                      <a:pt x="2161" y="191"/>
                    </a:lnTo>
                    <a:lnTo>
                      <a:pt x="2164" y="172"/>
                    </a:lnTo>
                    <a:lnTo>
                      <a:pt x="2126" y="168"/>
                    </a:lnTo>
                    <a:lnTo>
                      <a:pt x="2123" y="186"/>
                    </a:lnTo>
                    <a:moveTo>
                      <a:pt x="2048" y="179"/>
                    </a:moveTo>
                    <a:lnTo>
                      <a:pt x="2086" y="182"/>
                    </a:lnTo>
                    <a:lnTo>
                      <a:pt x="2088" y="163"/>
                    </a:lnTo>
                    <a:lnTo>
                      <a:pt x="2050" y="160"/>
                    </a:lnTo>
                    <a:lnTo>
                      <a:pt x="2048" y="179"/>
                    </a:lnTo>
                    <a:moveTo>
                      <a:pt x="1972" y="170"/>
                    </a:moveTo>
                    <a:lnTo>
                      <a:pt x="2010" y="175"/>
                    </a:lnTo>
                    <a:lnTo>
                      <a:pt x="2012" y="156"/>
                    </a:lnTo>
                    <a:lnTo>
                      <a:pt x="1974" y="153"/>
                    </a:lnTo>
                    <a:lnTo>
                      <a:pt x="1972" y="170"/>
                    </a:lnTo>
                    <a:moveTo>
                      <a:pt x="1896" y="163"/>
                    </a:moveTo>
                    <a:lnTo>
                      <a:pt x="1934" y="168"/>
                    </a:lnTo>
                    <a:lnTo>
                      <a:pt x="1937" y="149"/>
                    </a:lnTo>
                    <a:lnTo>
                      <a:pt x="1899" y="144"/>
                    </a:lnTo>
                    <a:lnTo>
                      <a:pt x="1896" y="163"/>
                    </a:lnTo>
                    <a:moveTo>
                      <a:pt x="1823" y="156"/>
                    </a:moveTo>
                    <a:lnTo>
                      <a:pt x="1861" y="160"/>
                    </a:lnTo>
                    <a:lnTo>
                      <a:pt x="1861" y="142"/>
                    </a:lnTo>
                    <a:lnTo>
                      <a:pt x="1823" y="137"/>
                    </a:lnTo>
                    <a:lnTo>
                      <a:pt x="1823" y="156"/>
                    </a:lnTo>
                    <a:moveTo>
                      <a:pt x="1747" y="149"/>
                    </a:moveTo>
                    <a:lnTo>
                      <a:pt x="1785" y="151"/>
                    </a:lnTo>
                    <a:lnTo>
                      <a:pt x="1785" y="134"/>
                    </a:lnTo>
                    <a:lnTo>
                      <a:pt x="1750" y="130"/>
                    </a:lnTo>
                    <a:lnTo>
                      <a:pt x="1747" y="149"/>
                    </a:lnTo>
                    <a:moveTo>
                      <a:pt x="1672" y="142"/>
                    </a:moveTo>
                    <a:lnTo>
                      <a:pt x="1710" y="144"/>
                    </a:lnTo>
                    <a:lnTo>
                      <a:pt x="1712" y="125"/>
                    </a:lnTo>
                    <a:lnTo>
                      <a:pt x="1674" y="123"/>
                    </a:lnTo>
                    <a:lnTo>
                      <a:pt x="1672" y="142"/>
                    </a:lnTo>
                    <a:moveTo>
                      <a:pt x="1596" y="132"/>
                    </a:moveTo>
                    <a:lnTo>
                      <a:pt x="1634" y="137"/>
                    </a:lnTo>
                    <a:lnTo>
                      <a:pt x="1636" y="118"/>
                    </a:lnTo>
                    <a:lnTo>
                      <a:pt x="1599" y="116"/>
                    </a:lnTo>
                    <a:lnTo>
                      <a:pt x="1596" y="132"/>
                    </a:lnTo>
                    <a:moveTo>
                      <a:pt x="1520" y="125"/>
                    </a:moveTo>
                    <a:lnTo>
                      <a:pt x="1558" y="130"/>
                    </a:lnTo>
                    <a:lnTo>
                      <a:pt x="1561" y="111"/>
                    </a:lnTo>
                    <a:lnTo>
                      <a:pt x="1523" y="106"/>
                    </a:lnTo>
                    <a:lnTo>
                      <a:pt x="1520" y="125"/>
                    </a:lnTo>
                    <a:moveTo>
                      <a:pt x="1445" y="118"/>
                    </a:moveTo>
                    <a:lnTo>
                      <a:pt x="1483" y="123"/>
                    </a:lnTo>
                    <a:lnTo>
                      <a:pt x="1485" y="104"/>
                    </a:lnTo>
                    <a:lnTo>
                      <a:pt x="1447" y="99"/>
                    </a:lnTo>
                    <a:lnTo>
                      <a:pt x="1445" y="118"/>
                    </a:lnTo>
                    <a:moveTo>
                      <a:pt x="1372" y="111"/>
                    </a:moveTo>
                    <a:lnTo>
                      <a:pt x="1407" y="113"/>
                    </a:lnTo>
                    <a:lnTo>
                      <a:pt x="1409" y="94"/>
                    </a:lnTo>
                    <a:lnTo>
                      <a:pt x="1372" y="92"/>
                    </a:lnTo>
                    <a:lnTo>
                      <a:pt x="1372" y="111"/>
                    </a:lnTo>
                    <a:moveTo>
                      <a:pt x="1296" y="104"/>
                    </a:moveTo>
                    <a:lnTo>
                      <a:pt x="1334" y="106"/>
                    </a:lnTo>
                    <a:lnTo>
                      <a:pt x="1334" y="87"/>
                    </a:lnTo>
                    <a:lnTo>
                      <a:pt x="1298" y="85"/>
                    </a:lnTo>
                    <a:lnTo>
                      <a:pt x="1296" y="104"/>
                    </a:lnTo>
                    <a:moveTo>
                      <a:pt x="1220" y="94"/>
                    </a:moveTo>
                    <a:lnTo>
                      <a:pt x="1258" y="99"/>
                    </a:lnTo>
                    <a:lnTo>
                      <a:pt x="1260" y="80"/>
                    </a:lnTo>
                    <a:lnTo>
                      <a:pt x="1223" y="75"/>
                    </a:lnTo>
                    <a:lnTo>
                      <a:pt x="1220" y="94"/>
                    </a:lnTo>
                    <a:moveTo>
                      <a:pt x="1145" y="87"/>
                    </a:moveTo>
                    <a:lnTo>
                      <a:pt x="1182" y="92"/>
                    </a:lnTo>
                    <a:lnTo>
                      <a:pt x="1185" y="73"/>
                    </a:lnTo>
                    <a:lnTo>
                      <a:pt x="1147" y="68"/>
                    </a:lnTo>
                    <a:lnTo>
                      <a:pt x="1145" y="87"/>
                    </a:lnTo>
                    <a:moveTo>
                      <a:pt x="1069" y="80"/>
                    </a:moveTo>
                    <a:lnTo>
                      <a:pt x="1107" y="85"/>
                    </a:lnTo>
                    <a:lnTo>
                      <a:pt x="1109" y="66"/>
                    </a:lnTo>
                    <a:lnTo>
                      <a:pt x="1071" y="61"/>
                    </a:lnTo>
                    <a:lnTo>
                      <a:pt x="1069" y="80"/>
                    </a:lnTo>
                    <a:moveTo>
                      <a:pt x="993" y="73"/>
                    </a:moveTo>
                    <a:lnTo>
                      <a:pt x="1031" y="75"/>
                    </a:lnTo>
                    <a:lnTo>
                      <a:pt x="1033" y="56"/>
                    </a:lnTo>
                    <a:lnTo>
                      <a:pt x="996" y="54"/>
                    </a:lnTo>
                    <a:lnTo>
                      <a:pt x="993" y="73"/>
                    </a:lnTo>
                    <a:moveTo>
                      <a:pt x="920" y="66"/>
                    </a:moveTo>
                    <a:lnTo>
                      <a:pt x="955" y="68"/>
                    </a:lnTo>
                    <a:lnTo>
                      <a:pt x="958" y="49"/>
                    </a:lnTo>
                    <a:lnTo>
                      <a:pt x="920" y="47"/>
                    </a:lnTo>
                    <a:lnTo>
                      <a:pt x="920" y="66"/>
                    </a:lnTo>
                    <a:moveTo>
                      <a:pt x="844" y="56"/>
                    </a:moveTo>
                    <a:lnTo>
                      <a:pt x="882" y="61"/>
                    </a:lnTo>
                    <a:lnTo>
                      <a:pt x="882" y="42"/>
                    </a:lnTo>
                    <a:lnTo>
                      <a:pt x="844" y="38"/>
                    </a:lnTo>
                    <a:lnTo>
                      <a:pt x="844" y="56"/>
                    </a:lnTo>
                    <a:moveTo>
                      <a:pt x="769" y="49"/>
                    </a:moveTo>
                    <a:lnTo>
                      <a:pt x="806" y="54"/>
                    </a:lnTo>
                    <a:lnTo>
                      <a:pt x="809" y="35"/>
                    </a:lnTo>
                    <a:lnTo>
                      <a:pt x="771" y="30"/>
                    </a:lnTo>
                    <a:lnTo>
                      <a:pt x="769" y="49"/>
                    </a:lnTo>
                    <a:moveTo>
                      <a:pt x="693" y="42"/>
                    </a:moveTo>
                    <a:lnTo>
                      <a:pt x="731" y="47"/>
                    </a:lnTo>
                    <a:lnTo>
                      <a:pt x="733" y="28"/>
                    </a:lnTo>
                    <a:lnTo>
                      <a:pt x="695" y="23"/>
                    </a:lnTo>
                    <a:lnTo>
                      <a:pt x="693" y="42"/>
                    </a:lnTo>
                    <a:moveTo>
                      <a:pt x="617" y="35"/>
                    </a:moveTo>
                    <a:lnTo>
                      <a:pt x="655" y="38"/>
                    </a:lnTo>
                    <a:lnTo>
                      <a:pt x="657" y="19"/>
                    </a:lnTo>
                    <a:lnTo>
                      <a:pt x="620" y="16"/>
                    </a:lnTo>
                    <a:lnTo>
                      <a:pt x="617" y="35"/>
                    </a:lnTo>
                    <a:moveTo>
                      <a:pt x="542" y="28"/>
                    </a:moveTo>
                    <a:lnTo>
                      <a:pt x="579" y="30"/>
                    </a:lnTo>
                    <a:lnTo>
                      <a:pt x="582" y="12"/>
                    </a:lnTo>
                    <a:lnTo>
                      <a:pt x="544" y="9"/>
                    </a:lnTo>
                    <a:lnTo>
                      <a:pt x="542" y="28"/>
                    </a:lnTo>
                    <a:moveTo>
                      <a:pt x="466" y="19"/>
                    </a:moveTo>
                    <a:lnTo>
                      <a:pt x="504" y="23"/>
                    </a:lnTo>
                    <a:lnTo>
                      <a:pt x="506" y="4"/>
                    </a:lnTo>
                    <a:lnTo>
                      <a:pt x="468" y="0"/>
                    </a:lnTo>
                    <a:lnTo>
                      <a:pt x="466" y="19"/>
                    </a:lnTo>
                    <a:moveTo>
                      <a:pt x="442" y="68"/>
                    </a:moveTo>
                    <a:lnTo>
                      <a:pt x="454" y="33"/>
                    </a:lnTo>
                    <a:lnTo>
                      <a:pt x="435" y="26"/>
                    </a:lnTo>
                    <a:lnTo>
                      <a:pt x="423" y="61"/>
                    </a:lnTo>
                    <a:lnTo>
                      <a:pt x="442" y="68"/>
                    </a:lnTo>
                    <a:moveTo>
                      <a:pt x="419" y="139"/>
                    </a:moveTo>
                    <a:lnTo>
                      <a:pt x="430" y="104"/>
                    </a:lnTo>
                    <a:lnTo>
                      <a:pt x="412" y="99"/>
                    </a:lnTo>
                    <a:lnTo>
                      <a:pt x="400" y="134"/>
                    </a:lnTo>
                    <a:lnTo>
                      <a:pt x="419" y="139"/>
                    </a:lnTo>
                    <a:moveTo>
                      <a:pt x="395" y="213"/>
                    </a:moveTo>
                    <a:lnTo>
                      <a:pt x="407" y="175"/>
                    </a:lnTo>
                    <a:lnTo>
                      <a:pt x="388" y="170"/>
                    </a:lnTo>
                    <a:lnTo>
                      <a:pt x="376" y="205"/>
                    </a:lnTo>
                    <a:lnTo>
                      <a:pt x="395" y="213"/>
                    </a:lnTo>
                    <a:moveTo>
                      <a:pt x="371" y="283"/>
                    </a:moveTo>
                    <a:lnTo>
                      <a:pt x="383" y="248"/>
                    </a:lnTo>
                    <a:lnTo>
                      <a:pt x="364" y="241"/>
                    </a:lnTo>
                    <a:lnTo>
                      <a:pt x="352" y="279"/>
                    </a:lnTo>
                    <a:lnTo>
                      <a:pt x="371" y="283"/>
                    </a:lnTo>
                    <a:moveTo>
                      <a:pt x="348" y="354"/>
                    </a:moveTo>
                    <a:lnTo>
                      <a:pt x="360" y="319"/>
                    </a:lnTo>
                    <a:lnTo>
                      <a:pt x="341" y="314"/>
                    </a:lnTo>
                    <a:lnTo>
                      <a:pt x="329" y="350"/>
                    </a:lnTo>
                    <a:lnTo>
                      <a:pt x="348" y="354"/>
                    </a:lnTo>
                    <a:moveTo>
                      <a:pt x="324" y="428"/>
                    </a:moveTo>
                    <a:lnTo>
                      <a:pt x="336" y="392"/>
                    </a:lnTo>
                    <a:lnTo>
                      <a:pt x="317" y="385"/>
                    </a:lnTo>
                    <a:lnTo>
                      <a:pt x="305" y="421"/>
                    </a:lnTo>
                    <a:lnTo>
                      <a:pt x="324" y="428"/>
                    </a:lnTo>
                    <a:moveTo>
                      <a:pt x="300" y="499"/>
                    </a:moveTo>
                    <a:lnTo>
                      <a:pt x="312" y="463"/>
                    </a:lnTo>
                    <a:lnTo>
                      <a:pt x="293" y="458"/>
                    </a:lnTo>
                    <a:lnTo>
                      <a:pt x="282" y="494"/>
                    </a:lnTo>
                    <a:lnTo>
                      <a:pt x="300" y="499"/>
                    </a:lnTo>
                    <a:moveTo>
                      <a:pt x="277" y="572"/>
                    </a:moveTo>
                    <a:lnTo>
                      <a:pt x="289" y="534"/>
                    </a:lnTo>
                    <a:lnTo>
                      <a:pt x="270" y="529"/>
                    </a:lnTo>
                    <a:lnTo>
                      <a:pt x="258" y="565"/>
                    </a:lnTo>
                    <a:lnTo>
                      <a:pt x="277" y="572"/>
                    </a:lnTo>
                    <a:moveTo>
                      <a:pt x="253" y="643"/>
                    </a:moveTo>
                    <a:lnTo>
                      <a:pt x="265" y="607"/>
                    </a:lnTo>
                    <a:lnTo>
                      <a:pt x="246" y="600"/>
                    </a:lnTo>
                    <a:lnTo>
                      <a:pt x="234" y="638"/>
                    </a:lnTo>
                    <a:lnTo>
                      <a:pt x="253" y="643"/>
                    </a:lnTo>
                    <a:moveTo>
                      <a:pt x="230" y="714"/>
                    </a:moveTo>
                    <a:lnTo>
                      <a:pt x="241" y="678"/>
                    </a:lnTo>
                    <a:lnTo>
                      <a:pt x="222" y="674"/>
                    </a:lnTo>
                    <a:lnTo>
                      <a:pt x="211" y="709"/>
                    </a:lnTo>
                    <a:lnTo>
                      <a:pt x="230" y="714"/>
                    </a:lnTo>
                    <a:moveTo>
                      <a:pt x="206" y="787"/>
                    </a:moveTo>
                    <a:lnTo>
                      <a:pt x="218" y="752"/>
                    </a:lnTo>
                    <a:lnTo>
                      <a:pt x="199" y="744"/>
                    </a:lnTo>
                    <a:lnTo>
                      <a:pt x="187" y="780"/>
                    </a:lnTo>
                    <a:lnTo>
                      <a:pt x="206" y="787"/>
                    </a:lnTo>
                    <a:moveTo>
                      <a:pt x="182" y="858"/>
                    </a:moveTo>
                    <a:lnTo>
                      <a:pt x="194" y="822"/>
                    </a:lnTo>
                    <a:lnTo>
                      <a:pt x="175" y="818"/>
                    </a:lnTo>
                    <a:lnTo>
                      <a:pt x="166" y="853"/>
                    </a:lnTo>
                    <a:lnTo>
                      <a:pt x="182" y="858"/>
                    </a:lnTo>
                    <a:moveTo>
                      <a:pt x="159" y="931"/>
                    </a:moveTo>
                    <a:lnTo>
                      <a:pt x="170" y="893"/>
                    </a:lnTo>
                    <a:lnTo>
                      <a:pt x="154" y="889"/>
                    </a:lnTo>
                    <a:lnTo>
                      <a:pt x="142" y="924"/>
                    </a:lnTo>
                    <a:lnTo>
                      <a:pt x="159" y="931"/>
                    </a:lnTo>
                    <a:moveTo>
                      <a:pt x="135" y="1002"/>
                    </a:moveTo>
                    <a:lnTo>
                      <a:pt x="147" y="967"/>
                    </a:lnTo>
                    <a:lnTo>
                      <a:pt x="130" y="960"/>
                    </a:lnTo>
                    <a:lnTo>
                      <a:pt x="118" y="997"/>
                    </a:lnTo>
                    <a:lnTo>
                      <a:pt x="135" y="1002"/>
                    </a:lnTo>
                    <a:moveTo>
                      <a:pt x="111" y="1073"/>
                    </a:moveTo>
                    <a:lnTo>
                      <a:pt x="123" y="1038"/>
                    </a:lnTo>
                    <a:lnTo>
                      <a:pt x="107" y="1033"/>
                    </a:lnTo>
                    <a:lnTo>
                      <a:pt x="95" y="1068"/>
                    </a:lnTo>
                    <a:lnTo>
                      <a:pt x="111" y="1073"/>
                    </a:lnTo>
                    <a:moveTo>
                      <a:pt x="88" y="1146"/>
                    </a:moveTo>
                    <a:lnTo>
                      <a:pt x="99" y="1111"/>
                    </a:lnTo>
                    <a:lnTo>
                      <a:pt x="83" y="1104"/>
                    </a:lnTo>
                    <a:lnTo>
                      <a:pt x="71" y="1139"/>
                    </a:lnTo>
                    <a:lnTo>
                      <a:pt x="88" y="1146"/>
                    </a:lnTo>
                    <a:moveTo>
                      <a:pt x="64" y="1217"/>
                    </a:moveTo>
                    <a:lnTo>
                      <a:pt x="76" y="1182"/>
                    </a:lnTo>
                    <a:lnTo>
                      <a:pt x="59" y="1177"/>
                    </a:lnTo>
                    <a:lnTo>
                      <a:pt x="47" y="1213"/>
                    </a:lnTo>
                    <a:lnTo>
                      <a:pt x="64" y="1217"/>
                    </a:lnTo>
                    <a:moveTo>
                      <a:pt x="40" y="1291"/>
                    </a:moveTo>
                    <a:lnTo>
                      <a:pt x="52" y="1253"/>
                    </a:lnTo>
                    <a:lnTo>
                      <a:pt x="36" y="1248"/>
                    </a:lnTo>
                    <a:lnTo>
                      <a:pt x="24" y="1284"/>
                    </a:lnTo>
                    <a:lnTo>
                      <a:pt x="40" y="1291"/>
                    </a:lnTo>
                    <a:moveTo>
                      <a:pt x="17" y="1362"/>
                    </a:moveTo>
                    <a:lnTo>
                      <a:pt x="29" y="1326"/>
                    </a:lnTo>
                    <a:lnTo>
                      <a:pt x="12" y="1319"/>
                    </a:lnTo>
                    <a:lnTo>
                      <a:pt x="0" y="1357"/>
                    </a:lnTo>
                    <a:lnTo>
                      <a:pt x="17" y="136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24" name="Freeform 24"/>
              <p:cNvSpPr/>
              <p:nvPr/>
            </p:nvSpPr>
            <p:spPr bwMode="auto">
              <a:xfrm>
                <a:off x="1046815" y="4041396"/>
                <a:ext cx="1800893" cy="1635115"/>
              </a:xfrm>
              <a:custGeom>
                <a:avLst/>
                <a:gdLst>
                  <a:gd name="T0" fmla="*/ 2165 w 2165"/>
                  <a:gd name="T1" fmla="*/ 1284 h 1967"/>
                  <a:gd name="T2" fmla="*/ 539 w 2165"/>
                  <a:gd name="T3" fmla="*/ 1967 h 1967"/>
                  <a:gd name="T4" fmla="*/ 0 w 2165"/>
                  <a:gd name="T5" fmla="*/ 684 h 1967"/>
                  <a:gd name="T6" fmla="*/ 1624 w 2165"/>
                  <a:gd name="T7" fmla="*/ 0 h 1967"/>
                  <a:gd name="T8" fmla="*/ 2165 w 2165"/>
                  <a:gd name="T9" fmla="*/ 1284 h 1967"/>
                </a:gdLst>
                <a:ahLst/>
                <a:cxnLst>
                  <a:cxn ang="0">
                    <a:pos x="T0" y="T1"/>
                  </a:cxn>
                  <a:cxn ang="0">
                    <a:pos x="T2" y="T3"/>
                  </a:cxn>
                  <a:cxn ang="0">
                    <a:pos x="T4" y="T5"/>
                  </a:cxn>
                  <a:cxn ang="0">
                    <a:pos x="T6" y="T7"/>
                  </a:cxn>
                  <a:cxn ang="0">
                    <a:pos x="T8" y="T9"/>
                  </a:cxn>
                </a:cxnLst>
                <a:rect l="0" t="0" r="r" b="b"/>
                <a:pathLst>
                  <a:path w="2165" h="1967">
                    <a:moveTo>
                      <a:pt x="2165" y="1284"/>
                    </a:moveTo>
                    <a:lnTo>
                      <a:pt x="539" y="1967"/>
                    </a:lnTo>
                    <a:lnTo>
                      <a:pt x="0" y="684"/>
                    </a:lnTo>
                    <a:lnTo>
                      <a:pt x="1624" y="0"/>
                    </a:lnTo>
                    <a:lnTo>
                      <a:pt x="2165" y="1284"/>
                    </a:lnTo>
                    <a:close/>
                  </a:path>
                </a:pathLst>
              </a:custGeom>
              <a:solidFill>
                <a:srgbClr val="0175B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25" name="Freeform 25"/>
              <p:cNvSpPr/>
              <p:nvPr/>
            </p:nvSpPr>
            <p:spPr bwMode="auto">
              <a:xfrm>
                <a:off x="2420432" y="3986850"/>
                <a:ext cx="661032" cy="1069292"/>
              </a:xfrm>
              <a:custGeom>
                <a:avLst/>
                <a:gdLst>
                  <a:gd name="T0" fmla="*/ 661032 w 795"/>
                  <a:gd name="T1" fmla="*/ 961199 h 1286"/>
                  <a:gd name="T2" fmla="*/ 403271 w 795"/>
                  <a:gd name="T3" fmla="*/ 1069292 h 1286"/>
                  <a:gd name="T4" fmla="*/ 0 w 795"/>
                  <a:gd name="T5" fmla="*/ 108093 h 1286"/>
                  <a:gd name="T6" fmla="*/ 256098 w 795"/>
                  <a:gd name="T7" fmla="*/ 0 h 1286"/>
                  <a:gd name="T8" fmla="*/ 661032 w 795"/>
                  <a:gd name="T9" fmla="*/ 961199 h 12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5" h="1286">
                    <a:moveTo>
                      <a:pt x="795" y="1156"/>
                    </a:moveTo>
                    <a:lnTo>
                      <a:pt x="485" y="1286"/>
                    </a:lnTo>
                    <a:lnTo>
                      <a:pt x="0" y="130"/>
                    </a:lnTo>
                    <a:lnTo>
                      <a:pt x="308" y="0"/>
                    </a:lnTo>
                    <a:lnTo>
                      <a:pt x="795" y="1156"/>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26" name="Freeform 26"/>
              <p:cNvSpPr/>
              <p:nvPr/>
            </p:nvSpPr>
            <p:spPr bwMode="auto">
              <a:xfrm>
                <a:off x="2685676" y="3544499"/>
                <a:ext cx="572063" cy="528826"/>
              </a:xfrm>
              <a:custGeom>
                <a:avLst/>
                <a:gdLst>
                  <a:gd name="T0" fmla="*/ 0 w 291"/>
                  <a:gd name="T1" fmla="*/ 465917 h 269"/>
                  <a:gd name="T2" fmla="*/ 342058 w 291"/>
                  <a:gd name="T3" fmla="*/ 139579 h 269"/>
                  <a:gd name="T4" fmla="*/ 572063 w 291"/>
                  <a:gd name="T5" fmla="*/ 139579 h 269"/>
                  <a:gd name="T6" fmla="*/ 418727 w 291"/>
                  <a:gd name="T7" fmla="*/ 444292 h 269"/>
                  <a:gd name="T8" fmla="*/ 161200 w 291"/>
                  <a:gd name="T9" fmla="*/ 528826 h 269"/>
                  <a:gd name="T10" fmla="*/ 0 w 291"/>
                  <a:gd name="T11" fmla="*/ 465917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1" h="269">
                    <a:moveTo>
                      <a:pt x="0" y="237"/>
                    </a:moveTo>
                    <a:cubicBezTo>
                      <a:pt x="0" y="237"/>
                      <a:pt x="147" y="142"/>
                      <a:pt x="174" y="71"/>
                    </a:cubicBezTo>
                    <a:cubicBezTo>
                      <a:pt x="201" y="0"/>
                      <a:pt x="291" y="55"/>
                      <a:pt x="291" y="71"/>
                    </a:cubicBezTo>
                    <a:cubicBezTo>
                      <a:pt x="291" y="87"/>
                      <a:pt x="235" y="206"/>
                      <a:pt x="213" y="226"/>
                    </a:cubicBezTo>
                    <a:cubicBezTo>
                      <a:pt x="191" y="245"/>
                      <a:pt x="82" y="269"/>
                      <a:pt x="82" y="269"/>
                    </a:cubicBezTo>
                    <a:lnTo>
                      <a:pt x="0" y="237"/>
                    </a:lnTo>
                    <a:close/>
                  </a:path>
                </a:pathLst>
              </a:custGeom>
              <a:solidFill>
                <a:srgbClr val="F3D2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27" name="Freeform 27"/>
              <p:cNvSpPr/>
              <p:nvPr/>
            </p:nvSpPr>
            <p:spPr bwMode="auto">
              <a:xfrm>
                <a:off x="2685676" y="3047270"/>
                <a:ext cx="2188474" cy="1877498"/>
              </a:xfrm>
              <a:custGeom>
                <a:avLst/>
                <a:gdLst>
                  <a:gd name="T0" fmla="*/ 2139317 w 1113"/>
                  <a:gd name="T1" fmla="*/ 1034098 h 955"/>
                  <a:gd name="T2" fmla="*/ 1793251 w 1113"/>
                  <a:gd name="T3" fmla="*/ 210358 h 955"/>
                  <a:gd name="T4" fmla="*/ 314605 w 1113"/>
                  <a:gd name="T5" fmla="*/ 831604 h 955"/>
                  <a:gd name="T6" fmla="*/ 0 w 1113"/>
                  <a:gd name="T7" fmla="*/ 963324 h 955"/>
                  <a:gd name="T8" fmla="*/ 385392 w 1113"/>
                  <a:gd name="T9" fmla="*/ 1877498 h 955"/>
                  <a:gd name="T10" fmla="*/ 699997 w 1113"/>
                  <a:gd name="T11" fmla="*/ 1745778 h 955"/>
                  <a:gd name="T12" fmla="*/ 1791285 w 1113"/>
                  <a:gd name="T13" fmla="*/ 1464645 h 955"/>
                  <a:gd name="T14" fmla="*/ 2139317 w 1113"/>
                  <a:gd name="T15" fmla="*/ 1034098 h 95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13" h="955">
                    <a:moveTo>
                      <a:pt x="1088" y="526"/>
                    </a:moveTo>
                    <a:cubicBezTo>
                      <a:pt x="912" y="107"/>
                      <a:pt x="912" y="107"/>
                      <a:pt x="912" y="107"/>
                    </a:cubicBezTo>
                    <a:cubicBezTo>
                      <a:pt x="912" y="107"/>
                      <a:pt x="521" y="0"/>
                      <a:pt x="160" y="423"/>
                    </a:cubicBezTo>
                    <a:cubicBezTo>
                      <a:pt x="0" y="490"/>
                      <a:pt x="0" y="490"/>
                      <a:pt x="0" y="490"/>
                    </a:cubicBezTo>
                    <a:cubicBezTo>
                      <a:pt x="196" y="955"/>
                      <a:pt x="196" y="955"/>
                      <a:pt x="196" y="955"/>
                    </a:cubicBezTo>
                    <a:cubicBezTo>
                      <a:pt x="356" y="888"/>
                      <a:pt x="356" y="888"/>
                      <a:pt x="356" y="888"/>
                    </a:cubicBezTo>
                    <a:cubicBezTo>
                      <a:pt x="356" y="888"/>
                      <a:pt x="709" y="886"/>
                      <a:pt x="911" y="745"/>
                    </a:cubicBezTo>
                    <a:cubicBezTo>
                      <a:pt x="1113" y="603"/>
                      <a:pt x="1088" y="526"/>
                      <a:pt x="1088" y="526"/>
                    </a:cubicBezTo>
                  </a:path>
                </a:pathLst>
              </a:custGeom>
              <a:solidFill>
                <a:srgbClr val="F3D2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28" name="Freeform 28"/>
              <p:cNvSpPr/>
              <p:nvPr/>
            </p:nvSpPr>
            <p:spPr bwMode="auto">
              <a:xfrm>
                <a:off x="3830634" y="3230197"/>
                <a:ext cx="809868" cy="532983"/>
              </a:xfrm>
              <a:custGeom>
                <a:avLst/>
                <a:gdLst>
                  <a:gd name="T0" fmla="*/ 699789 w 412"/>
                  <a:gd name="T1" fmla="*/ 302876 h 271"/>
                  <a:gd name="T2" fmla="*/ 226055 w 412"/>
                  <a:gd name="T3" fmla="*/ 501515 h 271"/>
                  <a:gd name="T4" fmla="*/ 31451 w 412"/>
                  <a:gd name="T5" fmla="*/ 422846 h 271"/>
                  <a:gd name="T6" fmla="*/ 112045 w 412"/>
                  <a:gd name="T7" fmla="*/ 230107 h 271"/>
                  <a:gd name="T8" fmla="*/ 583813 w 412"/>
                  <a:gd name="T9" fmla="*/ 31468 h 271"/>
                  <a:gd name="T10" fmla="*/ 778417 w 412"/>
                  <a:gd name="T11" fmla="*/ 110137 h 271"/>
                  <a:gd name="T12" fmla="*/ 699789 w 412"/>
                  <a:gd name="T13" fmla="*/ 302876 h 2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2" h="271">
                    <a:moveTo>
                      <a:pt x="356" y="154"/>
                    </a:moveTo>
                    <a:cubicBezTo>
                      <a:pt x="115" y="255"/>
                      <a:pt x="115" y="255"/>
                      <a:pt x="115" y="255"/>
                    </a:cubicBezTo>
                    <a:cubicBezTo>
                      <a:pt x="77" y="271"/>
                      <a:pt x="32" y="253"/>
                      <a:pt x="16" y="215"/>
                    </a:cubicBezTo>
                    <a:cubicBezTo>
                      <a:pt x="0" y="177"/>
                      <a:pt x="19" y="133"/>
                      <a:pt x="57" y="117"/>
                    </a:cubicBezTo>
                    <a:cubicBezTo>
                      <a:pt x="297" y="16"/>
                      <a:pt x="297" y="16"/>
                      <a:pt x="297" y="16"/>
                    </a:cubicBezTo>
                    <a:cubicBezTo>
                      <a:pt x="335" y="0"/>
                      <a:pt x="380" y="18"/>
                      <a:pt x="396" y="56"/>
                    </a:cubicBezTo>
                    <a:cubicBezTo>
                      <a:pt x="412" y="94"/>
                      <a:pt x="394" y="138"/>
                      <a:pt x="356" y="154"/>
                    </a:cubicBezTo>
                    <a:close/>
                  </a:path>
                </a:pathLst>
              </a:custGeom>
              <a:solidFill>
                <a:srgbClr val="F3D2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29" name="Freeform 29"/>
              <p:cNvSpPr/>
              <p:nvPr/>
            </p:nvSpPr>
            <p:spPr bwMode="auto">
              <a:xfrm>
                <a:off x="3934570" y="3473822"/>
                <a:ext cx="808205" cy="534646"/>
              </a:xfrm>
              <a:custGeom>
                <a:avLst/>
                <a:gdLst>
                  <a:gd name="T0" fmla="*/ 698085 w 411"/>
                  <a:gd name="T1" fmla="*/ 304670 h 272"/>
                  <a:gd name="T2" fmla="*/ 224174 w 411"/>
                  <a:gd name="T3" fmla="*/ 503196 h 272"/>
                  <a:gd name="T4" fmla="*/ 31463 w 411"/>
                  <a:gd name="T5" fmla="*/ 424572 h 272"/>
                  <a:gd name="T6" fmla="*/ 110120 w 411"/>
                  <a:gd name="T7" fmla="*/ 231942 h 272"/>
                  <a:gd name="T8" fmla="*/ 584031 w 411"/>
                  <a:gd name="T9" fmla="*/ 31450 h 272"/>
                  <a:gd name="T10" fmla="*/ 776742 w 411"/>
                  <a:gd name="T11" fmla="*/ 110074 h 272"/>
                  <a:gd name="T12" fmla="*/ 698085 w 411"/>
                  <a:gd name="T13" fmla="*/ 30467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1" h="272">
                    <a:moveTo>
                      <a:pt x="355" y="155"/>
                    </a:moveTo>
                    <a:cubicBezTo>
                      <a:pt x="114" y="256"/>
                      <a:pt x="114" y="256"/>
                      <a:pt x="114" y="256"/>
                    </a:cubicBezTo>
                    <a:cubicBezTo>
                      <a:pt x="76" y="272"/>
                      <a:pt x="32" y="254"/>
                      <a:pt x="16" y="216"/>
                    </a:cubicBezTo>
                    <a:cubicBezTo>
                      <a:pt x="0" y="178"/>
                      <a:pt x="18" y="134"/>
                      <a:pt x="56" y="118"/>
                    </a:cubicBezTo>
                    <a:cubicBezTo>
                      <a:pt x="297" y="16"/>
                      <a:pt x="297" y="16"/>
                      <a:pt x="297" y="16"/>
                    </a:cubicBezTo>
                    <a:cubicBezTo>
                      <a:pt x="335" y="0"/>
                      <a:pt x="379" y="18"/>
                      <a:pt x="395" y="56"/>
                    </a:cubicBezTo>
                    <a:cubicBezTo>
                      <a:pt x="411" y="94"/>
                      <a:pt x="393" y="139"/>
                      <a:pt x="355" y="155"/>
                    </a:cubicBezTo>
                    <a:close/>
                  </a:path>
                </a:pathLst>
              </a:custGeom>
              <a:solidFill>
                <a:srgbClr val="F3D2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30" name="Freeform 30"/>
              <p:cNvSpPr/>
              <p:nvPr/>
            </p:nvSpPr>
            <p:spPr bwMode="auto">
              <a:xfrm>
                <a:off x="4032685" y="3705807"/>
                <a:ext cx="808205" cy="534646"/>
              </a:xfrm>
              <a:custGeom>
                <a:avLst/>
                <a:gdLst>
                  <a:gd name="T0" fmla="*/ 698085 w 411"/>
                  <a:gd name="T1" fmla="*/ 302704 h 272"/>
                  <a:gd name="T2" fmla="*/ 224174 w 411"/>
                  <a:gd name="T3" fmla="*/ 503196 h 272"/>
                  <a:gd name="T4" fmla="*/ 31463 w 411"/>
                  <a:gd name="T5" fmla="*/ 424572 h 272"/>
                  <a:gd name="T6" fmla="*/ 110120 w 411"/>
                  <a:gd name="T7" fmla="*/ 229976 h 272"/>
                  <a:gd name="T8" fmla="*/ 582065 w 411"/>
                  <a:gd name="T9" fmla="*/ 31450 h 272"/>
                  <a:gd name="T10" fmla="*/ 776742 w 411"/>
                  <a:gd name="T11" fmla="*/ 110074 h 272"/>
                  <a:gd name="T12" fmla="*/ 698085 w 411"/>
                  <a:gd name="T13" fmla="*/ 302704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1" h="272">
                    <a:moveTo>
                      <a:pt x="355" y="154"/>
                    </a:moveTo>
                    <a:cubicBezTo>
                      <a:pt x="114" y="256"/>
                      <a:pt x="114" y="256"/>
                      <a:pt x="114" y="256"/>
                    </a:cubicBezTo>
                    <a:cubicBezTo>
                      <a:pt x="76" y="272"/>
                      <a:pt x="32" y="254"/>
                      <a:pt x="16" y="216"/>
                    </a:cubicBezTo>
                    <a:cubicBezTo>
                      <a:pt x="0" y="178"/>
                      <a:pt x="18" y="133"/>
                      <a:pt x="56" y="117"/>
                    </a:cubicBezTo>
                    <a:cubicBezTo>
                      <a:pt x="296" y="16"/>
                      <a:pt x="296" y="16"/>
                      <a:pt x="296" y="16"/>
                    </a:cubicBezTo>
                    <a:cubicBezTo>
                      <a:pt x="334" y="0"/>
                      <a:pt x="379" y="18"/>
                      <a:pt x="395" y="56"/>
                    </a:cubicBezTo>
                    <a:cubicBezTo>
                      <a:pt x="411" y="94"/>
                      <a:pt x="393" y="138"/>
                      <a:pt x="355" y="154"/>
                    </a:cubicBezTo>
                    <a:close/>
                  </a:path>
                </a:pathLst>
              </a:custGeom>
              <a:solidFill>
                <a:srgbClr val="F3D2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31" name="Freeform 31"/>
              <p:cNvSpPr/>
              <p:nvPr/>
            </p:nvSpPr>
            <p:spPr bwMode="auto">
              <a:xfrm>
                <a:off x="4129138" y="3937792"/>
                <a:ext cx="808205" cy="534646"/>
              </a:xfrm>
              <a:custGeom>
                <a:avLst/>
                <a:gdLst>
                  <a:gd name="T0" fmla="*/ 698085 w 411"/>
                  <a:gd name="T1" fmla="*/ 302704 h 272"/>
                  <a:gd name="T2" fmla="*/ 224174 w 411"/>
                  <a:gd name="T3" fmla="*/ 503196 h 272"/>
                  <a:gd name="T4" fmla="*/ 31463 w 411"/>
                  <a:gd name="T5" fmla="*/ 422606 h 272"/>
                  <a:gd name="T6" fmla="*/ 110120 w 411"/>
                  <a:gd name="T7" fmla="*/ 229976 h 272"/>
                  <a:gd name="T8" fmla="*/ 584031 w 411"/>
                  <a:gd name="T9" fmla="*/ 31450 h 272"/>
                  <a:gd name="T10" fmla="*/ 776742 w 411"/>
                  <a:gd name="T11" fmla="*/ 110074 h 272"/>
                  <a:gd name="T12" fmla="*/ 698085 w 411"/>
                  <a:gd name="T13" fmla="*/ 302704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1" h="272">
                    <a:moveTo>
                      <a:pt x="355" y="154"/>
                    </a:moveTo>
                    <a:cubicBezTo>
                      <a:pt x="114" y="256"/>
                      <a:pt x="114" y="256"/>
                      <a:pt x="114" y="256"/>
                    </a:cubicBezTo>
                    <a:cubicBezTo>
                      <a:pt x="76" y="272"/>
                      <a:pt x="32" y="254"/>
                      <a:pt x="16" y="215"/>
                    </a:cubicBezTo>
                    <a:cubicBezTo>
                      <a:pt x="0" y="177"/>
                      <a:pt x="18" y="133"/>
                      <a:pt x="56" y="117"/>
                    </a:cubicBezTo>
                    <a:cubicBezTo>
                      <a:pt x="297" y="16"/>
                      <a:pt x="297" y="16"/>
                      <a:pt x="297" y="16"/>
                    </a:cubicBezTo>
                    <a:cubicBezTo>
                      <a:pt x="335" y="0"/>
                      <a:pt x="379" y="18"/>
                      <a:pt x="395" y="56"/>
                    </a:cubicBezTo>
                    <a:cubicBezTo>
                      <a:pt x="411" y="94"/>
                      <a:pt x="393" y="138"/>
                      <a:pt x="355" y="154"/>
                    </a:cubicBezTo>
                    <a:close/>
                  </a:path>
                </a:pathLst>
              </a:custGeom>
              <a:solidFill>
                <a:srgbClr val="F3D2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32" name="Freeform 32"/>
              <p:cNvSpPr/>
              <p:nvPr/>
            </p:nvSpPr>
            <p:spPr bwMode="auto">
              <a:xfrm>
                <a:off x="3413227" y="4028424"/>
                <a:ext cx="253604" cy="321785"/>
              </a:xfrm>
              <a:custGeom>
                <a:avLst/>
                <a:gdLst>
                  <a:gd name="T0" fmla="*/ 200524 w 129"/>
                  <a:gd name="T1" fmla="*/ 0 h 164"/>
                  <a:gd name="T2" fmla="*/ 0 w 129"/>
                  <a:gd name="T3" fmla="*/ 321785 h 164"/>
                  <a:gd name="T4" fmla="*/ 253604 w 129"/>
                  <a:gd name="T5" fmla="*/ 96143 h 164"/>
                  <a:gd name="T6" fmla="*/ 200524 w 129"/>
                  <a:gd name="T7" fmla="*/ 0 h 1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9" h="164">
                    <a:moveTo>
                      <a:pt x="102" y="0"/>
                    </a:moveTo>
                    <a:cubicBezTo>
                      <a:pt x="102" y="0"/>
                      <a:pt x="107" y="116"/>
                      <a:pt x="0" y="164"/>
                    </a:cubicBezTo>
                    <a:cubicBezTo>
                      <a:pt x="0" y="164"/>
                      <a:pt x="89" y="157"/>
                      <a:pt x="129" y="49"/>
                    </a:cubicBezTo>
                    <a:cubicBezTo>
                      <a:pt x="102" y="0"/>
                      <a:pt x="102" y="0"/>
                      <a:pt x="102" y="0"/>
                    </a:cubicBezTo>
                  </a:path>
                </a:pathLst>
              </a:custGeom>
              <a:solidFill>
                <a:srgbClr val="DDB692"/>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33" name="Freeform 33"/>
              <p:cNvSpPr/>
              <p:nvPr/>
            </p:nvSpPr>
            <p:spPr bwMode="auto">
              <a:xfrm>
                <a:off x="3651033" y="4093280"/>
                <a:ext cx="680156" cy="536309"/>
              </a:xfrm>
              <a:custGeom>
                <a:avLst/>
                <a:gdLst>
                  <a:gd name="T0" fmla="*/ 0 w 346"/>
                  <a:gd name="T1" fmla="*/ 68758 h 273"/>
                  <a:gd name="T2" fmla="*/ 601525 w 346"/>
                  <a:gd name="T3" fmla="*/ 536309 h 273"/>
                  <a:gd name="T4" fmla="*/ 646738 w 346"/>
                  <a:gd name="T5" fmla="*/ 516664 h 273"/>
                  <a:gd name="T6" fmla="*/ 0 w 346"/>
                  <a:gd name="T7" fmla="*/ 0 h 273"/>
                  <a:gd name="T8" fmla="*/ 0 w 346"/>
                  <a:gd name="T9" fmla="*/ 68758 h 2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6" h="273">
                    <a:moveTo>
                      <a:pt x="0" y="35"/>
                    </a:moveTo>
                    <a:cubicBezTo>
                      <a:pt x="0" y="35"/>
                      <a:pt x="99" y="223"/>
                      <a:pt x="306" y="273"/>
                    </a:cubicBezTo>
                    <a:cubicBezTo>
                      <a:pt x="306" y="273"/>
                      <a:pt x="312" y="271"/>
                      <a:pt x="329" y="263"/>
                    </a:cubicBezTo>
                    <a:cubicBezTo>
                      <a:pt x="346" y="256"/>
                      <a:pt x="0" y="0"/>
                      <a:pt x="0" y="0"/>
                    </a:cubicBezTo>
                    <a:lnTo>
                      <a:pt x="0" y="35"/>
                    </a:lnTo>
                    <a:close/>
                  </a:path>
                </a:pathLst>
              </a:custGeom>
              <a:solidFill>
                <a:srgbClr val="DDB692"/>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34" name="Freeform 34"/>
              <p:cNvSpPr/>
              <p:nvPr/>
            </p:nvSpPr>
            <p:spPr bwMode="auto">
              <a:xfrm>
                <a:off x="3388283" y="2296437"/>
                <a:ext cx="1493351" cy="2333153"/>
              </a:xfrm>
              <a:custGeom>
                <a:avLst/>
                <a:gdLst>
                  <a:gd name="T0" fmla="*/ 1489421 w 760"/>
                  <a:gd name="T1" fmla="*/ 141522 h 1187"/>
                  <a:gd name="T2" fmla="*/ 139510 w 760"/>
                  <a:gd name="T3" fmla="*/ 982794 h 1187"/>
                  <a:gd name="T4" fmla="*/ 982468 w 760"/>
                  <a:gd name="T5" fmla="*/ 2333153 h 1187"/>
                  <a:gd name="T6" fmla="*/ 986398 w 760"/>
                  <a:gd name="T7" fmla="*/ 2333153 h 1187"/>
                  <a:gd name="T8" fmla="*/ 1493351 w 760"/>
                  <a:gd name="T9" fmla="*/ 141522 h 1187"/>
                  <a:gd name="T10" fmla="*/ 1489421 w 760"/>
                  <a:gd name="T11" fmla="*/ 141522 h 11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60" h="1187">
                    <a:moveTo>
                      <a:pt x="758" y="72"/>
                    </a:moveTo>
                    <a:cubicBezTo>
                      <a:pt x="450" y="0"/>
                      <a:pt x="142" y="192"/>
                      <a:pt x="71" y="500"/>
                    </a:cubicBezTo>
                    <a:cubicBezTo>
                      <a:pt x="0" y="808"/>
                      <a:pt x="192" y="1116"/>
                      <a:pt x="500" y="1187"/>
                    </a:cubicBezTo>
                    <a:cubicBezTo>
                      <a:pt x="501" y="1187"/>
                      <a:pt x="501" y="1187"/>
                      <a:pt x="502" y="1187"/>
                    </a:cubicBezTo>
                    <a:cubicBezTo>
                      <a:pt x="760" y="72"/>
                      <a:pt x="760" y="72"/>
                      <a:pt x="760" y="72"/>
                    </a:cubicBezTo>
                    <a:cubicBezTo>
                      <a:pt x="759" y="72"/>
                      <a:pt x="759" y="72"/>
                      <a:pt x="758" y="72"/>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35" name="Freeform 35"/>
              <p:cNvSpPr/>
              <p:nvPr/>
            </p:nvSpPr>
            <p:spPr bwMode="auto">
              <a:xfrm>
                <a:off x="4374426" y="2437790"/>
                <a:ext cx="1486699" cy="2329827"/>
              </a:xfrm>
              <a:custGeom>
                <a:avLst/>
                <a:gdLst>
                  <a:gd name="T0" fmla="*/ 1347075 w 756"/>
                  <a:gd name="T1" fmla="*/ 1348744 h 1185"/>
                  <a:gd name="T2" fmla="*/ 507366 w 756"/>
                  <a:gd name="T3" fmla="*/ 0 h 1185"/>
                  <a:gd name="T4" fmla="*/ 0 w 756"/>
                  <a:gd name="T5" fmla="*/ 2192200 h 1185"/>
                  <a:gd name="T6" fmla="*/ 1347075 w 756"/>
                  <a:gd name="T7" fmla="*/ 1348744 h 11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6" h="1185">
                    <a:moveTo>
                      <a:pt x="685" y="686"/>
                    </a:moveTo>
                    <a:cubicBezTo>
                      <a:pt x="756" y="379"/>
                      <a:pt x="565" y="72"/>
                      <a:pt x="258" y="0"/>
                    </a:cubicBezTo>
                    <a:cubicBezTo>
                      <a:pt x="0" y="1115"/>
                      <a:pt x="0" y="1115"/>
                      <a:pt x="0" y="1115"/>
                    </a:cubicBezTo>
                    <a:cubicBezTo>
                      <a:pt x="308" y="1185"/>
                      <a:pt x="614" y="994"/>
                      <a:pt x="685" y="6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36" name="Rectangle 36"/>
              <p:cNvSpPr>
                <a:spLocks noChangeArrowheads="1"/>
              </p:cNvSpPr>
              <p:nvPr/>
            </p:nvSpPr>
            <p:spPr bwMode="auto">
              <a:xfrm>
                <a:off x="4498318" y="4093280"/>
                <a:ext cx="831" cy="831"/>
              </a:xfrm>
              <a:prstGeom prst="rect">
                <a:avLst/>
              </a:prstGeom>
              <a:solidFill>
                <a:srgbClr val="03434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9170">
                  <a:defRPr/>
                </a:pPr>
                <a:endParaRPr lang="zh-CN" altLang="zh-CN" sz="2400" kern="0">
                  <a:solidFill>
                    <a:prstClr val="black"/>
                  </a:solidFill>
                  <a:ea typeface="宋体" panose="02010600030101010101" pitchFamily="2" charset="-122"/>
                </a:endParaRPr>
              </a:p>
            </p:txBody>
          </p:sp>
          <p:sp>
            <p:nvSpPr>
              <p:cNvPr id="37" name="Freeform 37"/>
              <p:cNvSpPr>
                <a:spLocks noEditPoints="1"/>
              </p:cNvSpPr>
              <p:nvPr/>
            </p:nvSpPr>
            <p:spPr bwMode="auto">
              <a:xfrm>
                <a:off x="3387447" y="2378060"/>
                <a:ext cx="2363561" cy="2331846"/>
              </a:xfrm>
              <a:custGeom>
                <a:avLst/>
                <a:gdLst>
                  <a:gd name="T0" fmla="*/ 1128 w 1202"/>
                  <a:gd name="T1" fmla="*/ 488 h 1186"/>
                  <a:gd name="T2" fmla="*/ 1072 w 1202"/>
                  <a:gd name="T3" fmla="*/ 424 h 1186"/>
                  <a:gd name="T4" fmla="*/ 1063 w 1202"/>
                  <a:gd name="T5" fmla="*/ 469 h 1186"/>
                  <a:gd name="T6" fmla="*/ 1026 w 1202"/>
                  <a:gd name="T7" fmla="*/ 415 h 1186"/>
                  <a:gd name="T8" fmla="*/ 907 w 1202"/>
                  <a:gd name="T9" fmla="*/ 430 h 1186"/>
                  <a:gd name="T10" fmla="*/ 969 w 1202"/>
                  <a:gd name="T11" fmla="*/ 377 h 1186"/>
                  <a:gd name="T12" fmla="*/ 1083 w 1202"/>
                  <a:gd name="T13" fmla="*/ 342 h 1186"/>
                  <a:gd name="T14" fmla="*/ 1058 w 1202"/>
                  <a:gd name="T15" fmla="*/ 268 h 1186"/>
                  <a:gd name="T16" fmla="*/ 434 w 1202"/>
                  <a:gd name="T17" fmla="*/ 66 h 1186"/>
                  <a:gd name="T18" fmla="*/ 469 w 1202"/>
                  <a:gd name="T19" fmla="*/ 84 h 1186"/>
                  <a:gd name="T20" fmla="*/ 528 w 1202"/>
                  <a:gd name="T21" fmla="*/ 76 h 1186"/>
                  <a:gd name="T22" fmla="*/ 526 w 1202"/>
                  <a:gd name="T23" fmla="*/ 110 h 1186"/>
                  <a:gd name="T24" fmla="*/ 591 w 1202"/>
                  <a:gd name="T25" fmla="*/ 82 h 1186"/>
                  <a:gd name="T26" fmla="*/ 639 w 1202"/>
                  <a:gd name="T27" fmla="*/ 103 h 1186"/>
                  <a:gd name="T28" fmla="*/ 758 w 1202"/>
                  <a:gd name="T29" fmla="*/ 164 h 1186"/>
                  <a:gd name="T30" fmla="*/ 707 w 1202"/>
                  <a:gd name="T31" fmla="*/ 151 h 1186"/>
                  <a:gd name="T32" fmla="*/ 639 w 1202"/>
                  <a:gd name="T33" fmla="*/ 141 h 1186"/>
                  <a:gd name="T34" fmla="*/ 607 w 1202"/>
                  <a:gd name="T35" fmla="*/ 161 h 1186"/>
                  <a:gd name="T36" fmla="*/ 525 w 1202"/>
                  <a:gd name="T37" fmla="*/ 195 h 1186"/>
                  <a:gd name="T38" fmla="*/ 616 w 1202"/>
                  <a:gd name="T39" fmla="*/ 176 h 1186"/>
                  <a:gd name="T40" fmla="*/ 702 w 1202"/>
                  <a:gd name="T41" fmla="*/ 238 h 1186"/>
                  <a:gd name="T42" fmla="*/ 714 w 1202"/>
                  <a:gd name="T43" fmla="*/ 302 h 1186"/>
                  <a:gd name="T44" fmla="*/ 676 w 1202"/>
                  <a:gd name="T45" fmla="*/ 286 h 1186"/>
                  <a:gd name="T46" fmla="*/ 657 w 1202"/>
                  <a:gd name="T47" fmla="*/ 275 h 1186"/>
                  <a:gd name="T48" fmla="*/ 629 w 1202"/>
                  <a:gd name="T49" fmla="*/ 257 h 1186"/>
                  <a:gd name="T50" fmla="*/ 626 w 1202"/>
                  <a:gd name="T51" fmla="*/ 289 h 1186"/>
                  <a:gd name="T52" fmla="*/ 503 w 1202"/>
                  <a:gd name="T53" fmla="*/ 339 h 1186"/>
                  <a:gd name="T54" fmla="*/ 414 w 1202"/>
                  <a:gd name="T55" fmla="*/ 380 h 1186"/>
                  <a:gd name="T56" fmla="*/ 308 w 1202"/>
                  <a:gd name="T57" fmla="*/ 451 h 1186"/>
                  <a:gd name="T58" fmla="*/ 405 w 1202"/>
                  <a:gd name="T59" fmla="*/ 551 h 1186"/>
                  <a:gd name="T60" fmla="*/ 535 w 1202"/>
                  <a:gd name="T61" fmla="*/ 569 h 1186"/>
                  <a:gd name="T62" fmla="*/ 622 w 1202"/>
                  <a:gd name="T63" fmla="*/ 692 h 1186"/>
                  <a:gd name="T64" fmla="*/ 638 w 1202"/>
                  <a:gd name="T65" fmla="*/ 852 h 1186"/>
                  <a:gd name="T66" fmla="*/ 555 w 1202"/>
                  <a:gd name="T67" fmla="*/ 917 h 1186"/>
                  <a:gd name="T68" fmla="*/ 456 w 1202"/>
                  <a:gd name="T69" fmla="*/ 986 h 1186"/>
                  <a:gd name="T70" fmla="*/ 446 w 1202"/>
                  <a:gd name="T71" fmla="*/ 1047 h 1186"/>
                  <a:gd name="T72" fmla="*/ 382 w 1202"/>
                  <a:gd name="T73" fmla="*/ 996 h 1186"/>
                  <a:gd name="T74" fmla="*/ 382 w 1202"/>
                  <a:gd name="T75" fmla="*/ 747 h 1186"/>
                  <a:gd name="T76" fmla="*/ 388 w 1202"/>
                  <a:gd name="T77" fmla="*/ 594 h 1186"/>
                  <a:gd name="T78" fmla="*/ 294 w 1202"/>
                  <a:gd name="T79" fmla="*/ 468 h 1186"/>
                  <a:gd name="T80" fmla="*/ 205 w 1202"/>
                  <a:gd name="T81" fmla="*/ 346 h 1186"/>
                  <a:gd name="T82" fmla="*/ 183 w 1202"/>
                  <a:gd name="T83" fmla="*/ 385 h 1186"/>
                  <a:gd name="T84" fmla="*/ 501 w 1202"/>
                  <a:gd name="T85" fmla="*/ 1146 h 1186"/>
                  <a:gd name="T86" fmla="*/ 968 w 1202"/>
                  <a:gd name="T87" fmla="*/ 920 h 1186"/>
                  <a:gd name="T88" fmla="*/ 946 w 1202"/>
                  <a:gd name="T89" fmla="*/ 710 h 1186"/>
                  <a:gd name="T90" fmla="*/ 830 w 1202"/>
                  <a:gd name="T91" fmla="*/ 685 h 1186"/>
                  <a:gd name="T92" fmla="*/ 806 w 1202"/>
                  <a:gd name="T93" fmla="*/ 523 h 1186"/>
                  <a:gd name="T94" fmla="*/ 978 w 1202"/>
                  <a:gd name="T95" fmla="*/ 455 h 1186"/>
                  <a:gd name="T96" fmla="*/ 1102 w 1202"/>
                  <a:gd name="T97" fmla="*/ 515 h 1186"/>
                  <a:gd name="T98" fmla="*/ 970 w 1202"/>
                  <a:gd name="T99" fmla="*/ 286 h 1186"/>
                  <a:gd name="T100" fmla="*/ 1018 w 1202"/>
                  <a:gd name="T101" fmla="*/ 337 h 1186"/>
                  <a:gd name="T102" fmla="*/ 986 w 1202"/>
                  <a:gd name="T103" fmla="*/ 313 h 1186"/>
                  <a:gd name="T104" fmla="*/ 963 w 1202"/>
                  <a:gd name="T105" fmla="*/ 298 h 1186"/>
                  <a:gd name="T106" fmla="*/ 627 w 1202"/>
                  <a:gd name="T107" fmla="*/ 301 h 1186"/>
                  <a:gd name="T108" fmla="*/ 649 w 1202"/>
                  <a:gd name="T109" fmla="*/ 306 h 1186"/>
                  <a:gd name="T110" fmla="*/ 627 w 1202"/>
                  <a:gd name="T111" fmla="*/ 301 h 1186"/>
                  <a:gd name="T112" fmla="*/ 601 w 1202"/>
                  <a:gd name="T113" fmla="*/ 310 h 1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02" h="1186">
                    <a:moveTo>
                      <a:pt x="1197" y="506"/>
                    </a:moveTo>
                    <a:cubicBezTo>
                      <a:pt x="1168" y="499"/>
                      <a:pt x="1168" y="499"/>
                      <a:pt x="1168" y="499"/>
                    </a:cubicBezTo>
                    <a:cubicBezTo>
                      <a:pt x="1157" y="480"/>
                      <a:pt x="1157" y="480"/>
                      <a:pt x="1157" y="480"/>
                    </a:cubicBezTo>
                    <a:cubicBezTo>
                      <a:pt x="1160" y="454"/>
                      <a:pt x="1160" y="454"/>
                      <a:pt x="1160" y="454"/>
                    </a:cubicBezTo>
                    <a:cubicBezTo>
                      <a:pt x="1144" y="458"/>
                      <a:pt x="1144" y="458"/>
                      <a:pt x="1144" y="458"/>
                    </a:cubicBezTo>
                    <a:cubicBezTo>
                      <a:pt x="1128" y="488"/>
                      <a:pt x="1128" y="488"/>
                      <a:pt x="1128" y="488"/>
                    </a:cubicBezTo>
                    <a:cubicBezTo>
                      <a:pt x="1112" y="460"/>
                      <a:pt x="1112" y="460"/>
                      <a:pt x="1112" y="460"/>
                    </a:cubicBezTo>
                    <a:cubicBezTo>
                      <a:pt x="1116" y="438"/>
                      <a:pt x="1116" y="438"/>
                      <a:pt x="1116" y="438"/>
                    </a:cubicBezTo>
                    <a:cubicBezTo>
                      <a:pt x="1099" y="415"/>
                      <a:pt x="1099" y="415"/>
                      <a:pt x="1099" y="415"/>
                    </a:cubicBezTo>
                    <a:cubicBezTo>
                      <a:pt x="1093" y="406"/>
                      <a:pt x="1093" y="406"/>
                      <a:pt x="1093" y="406"/>
                    </a:cubicBezTo>
                    <a:cubicBezTo>
                      <a:pt x="1069" y="400"/>
                      <a:pt x="1069" y="400"/>
                      <a:pt x="1069" y="400"/>
                    </a:cubicBezTo>
                    <a:cubicBezTo>
                      <a:pt x="1072" y="424"/>
                      <a:pt x="1072" y="424"/>
                      <a:pt x="1072" y="424"/>
                    </a:cubicBezTo>
                    <a:cubicBezTo>
                      <a:pt x="1097" y="446"/>
                      <a:pt x="1097" y="446"/>
                      <a:pt x="1097" y="446"/>
                    </a:cubicBezTo>
                    <a:cubicBezTo>
                      <a:pt x="1101" y="453"/>
                      <a:pt x="1101" y="453"/>
                      <a:pt x="1101" y="453"/>
                    </a:cubicBezTo>
                    <a:cubicBezTo>
                      <a:pt x="1094" y="455"/>
                      <a:pt x="1094" y="455"/>
                      <a:pt x="1094" y="455"/>
                    </a:cubicBezTo>
                    <a:cubicBezTo>
                      <a:pt x="1090" y="472"/>
                      <a:pt x="1090" y="472"/>
                      <a:pt x="1090" y="472"/>
                    </a:cubicBezTo>
                    <a:cubicBezTo>
                      <a:pt x="1075" y="474"/>
                      <a:pt x="1075" y="474"/>
                      <a:pt x="1075" y="474"/>
                    </a:cubicBezTo>
                    <a:cubicBezTo>
                      <a:pt x="1063" y="469"/>
                      <a:pt x="1063" y="469"/>
                      <a:pt x="1063" y="469"/>
                    </a:cubicBezTo>
                    <a:cubicBezTo>
                      <a:pt x="1058" y="457"/>
                      <a:pt x="1058" y="457"/>
                      <a:pt x="1058" y="457"/>
                    </a:cubicBezTo>
                    <a:cubicBezTo>
                      <a:pt x="1078" y="462"/>
                      <a:pt x="1078" y="462"/>
                      <a:pt x="1078" y="462"/>
                    </a:cubicBezTo>
                    <a:cubicBezTo>
                      <a:pt x="1085" y="456"/>
                      <a:pt x="1085" y="456"/>
                      <a:pt x="1085" y="456"/>
                    </a:cubicBezTo>
                    <a:cubicBezTo>
                      <a:pt x="1048" y="417"/>
                      <a:pt x="1048" y="417"/>
                      <a:pt x="1048" y="417"/>
                    </a:cubicBezTo>
                    <a:cubicBezTo>
                      <a:pt x="1047" y="403"/>
                      <a:pt x="1047" y="403"/>
                      <a:pt x="1047" y="403"/>
                    </a:cubicBezTo>
                    <a:cubicBezTo>
                      <a:pt x="1026" y="415"/>
                      <a:pt x="1026" y="415"/>
                      <a:pt x="1026" y="415"/>
                    </a:cubicBezTo>
                    <a:cubicBezTo>
                      <a:pt x="1009" y="407"/>
                      <a:pt x="1009" y="407"/>
                      <a:pt x="1009" y="407"/>
                    </a:cubicBezTo>
                    <a:cubicBezTo>
                      <a:pt x="973" y="437"/>
                      <a:pt x="973" y="437"/>
                      <a:pt x="973" y="437"/>
                    </a:cubicBezTo>
                    <a:cubicBezTo>
                      <a:pt x="965" y="449"/>
                      <a:pt x="965" y="449"/>
                      <a:pt x="965" y="449"/>
                    </a:cubicBezTo>
                    <a:cubicBezTo>
                      <a:pt x="947" y="447"/>
                      <a:pt x="947" y="447"/>
                      <a:pt x="947" y="447"/>
                    </a:cubicBezTo>
                    <a:cubicBezTo>
                      <a:pt x="921" y="441"/>
                      <a:pt x="921" y="441"/>
                      <a:pt x="921" y="441"/>
                    </a:cubicBezTo>
                    <a:cubicBezTo>
                      <a:pt x="907" y="430"/>
                      <a:pt x="907" y="430"/>
                      <a:pt x="907" y="430"/>
                    </a:cubicBezTo>
                    <a:cubicBezTo>
                      <a:pt x="910" y="399"/>
                      <a:pt x="910" y="399"/>
                      <a:pt x="910" y="399"/>
                    </a:cubicBezTo>
                    <a:cubicBezTo>
                      <a:pt x="919" y="385"/>
                      <a:pt x="919" y="385"/>
                      <a:pt x="919" y="385"/>
                    </a:cubicBezTo>
                    <a:cubicBezTo>
                      <a:pt x="946" y="385"/>
                      <a:pt x="946" y="385"/>
                      <a:pt x="946" y="385"/>
                    </a:cubicBezTo>
                    <a:cubicBezTo>
                      <a:pt x="974" y="398"/>
                      <a:pt x="974" y="398"/>
                      <a:pt x="974" y="398"/>
                    </a:cubicBezTo>
                    <a:cubicBezTo>
                      <a:pt x="981" y="383"/>
                      <a:pt x="981" y="383"/>
                      <a:pt x="981" y="383"/>
                    </a:cubicBezTo>
                    <a:cubicBezTo>
                      <a:pt x="969" y="377"/>
                      <a:pt x="969" y="377"/>
                      <a:pt x="969" y="377"/>
                    </a:cubicBezTo>
                    <a:cubicBezTo>
                      <a:pt x="979" y="353"/>
                      <a:pt x="979" y="353"/>
                      <a:pt x="979" y="353"/>
                    </a:cubicBezTo>
                    <a:cubicBezTo>
                      <a:pt x="1009" y="355"/>
                      <a:pt x="1009" y="355"/>
                      <a:pt x="1009" y="355"/>
                    </a:cubicBezTo>
                    <a:cubicBezTo>
                      <a:pt x="1036" y="332"/>
                      <a:pt x="1036" y="332"/>
                      <a:pt x="1036" y="332"/>
                    </a:cubicBezTo>
                    <a:cubicBezTo>
                      <a:pt x="1058" y="333"/>
                      <a:pt x="1058" y="333"/>
                      <a:pt x="1058" y="333"/>
                    </a:cubicBezTo>
                    <a:cubicBezTo>
                      <a:pt x="1076" y="340"/>
                      <a:pt x="1076" y="340"/>
                      <a:pt x="1076" y="340"/>
                    </a:cubicBezTo>
                    <a:cubicBezTo>
                      <a:pt x="1083" y="342"/>
                      <a:pt x="1083" y="342"/>
                      <a:pt x="1083" y="342"/>
                    </a:cubicBezTo>
                    <a:cubicBezTo>
                      <a:pt x="1085" y="314"/>
                      <a:pt x="1085" y="314"/>
                      <a:pt x="1085" y="314"/>
                    </a:cubicBezTo>
                    <a:cubicBezTo>
                      <a:pt x="1060" y="318"/>
                      <a:pt x="1060" y="318"/>
                      <a:pt x="1060" y="318"/>
                    </a:cubicBezTo>
                    <a:cubicBezTo>
                      <a:pt x="1057" y="296"/>
                      <a:pt x="1057" y="296"/>
                      <a:pt x="1057" y="296"/>
                    </a:cubicBezTo>
                    <a:cubicBezTo>
                      <a:pt x="1044" y="291"/>
                      <a:pt x="1044" y="291"/>
                      <a:pt x="1044" y="291"/>
                    </a:cubicBezTo>
                    <a:cubicBezTo>
                      <a:pt x="1045" y="277"/>
                      <a:pt x="1045" y="277"/>
                      <a:pt x="1045" y="277"/>
                    </a:cubicBezTo>
                    <a:cubicBezTo>
                      <a:pt x="1058" y="268"/>
                      <a:pt x="1058" y="268"/>
                      <a:pt x="1058" y="268"/>
                    </a:cubicBezTo>
                    <a:cubicBezTo>
                      <a:pt x="1086" y="263"/>
                      <a:pt x="1086" y="263"/>
                      <a:pt x="1086" y="263"/>
                    </a:cubicBezTo>
                    <a:cubicBezTo>
                      <a:pt x="1096" y="253"/>
                      <a:pt x="1096" y="253"/>
                      <a:pt x="1096" y="253"/>
                    </a:cubicBezTo>
                    <a:cubicBezTo>
                      <a:pt x="1017" y="144"/>
                      <a:pt x="901" y="61"/>
                      <a:pt x="760" y="28"/>
                    </a:cubicBezTo>
                    <a:cubicBezTo>
                      <a:pt x="760" y="28"/>
                      <a:pt x="759" y="28"/>
                      <a:pt x="759" y="28"/>
                    </a:cubicBezTo>
                    <a:cubicBezTo>
                      <a:pt x="636" y="0"/>
                      <a:pt x="514" y="13"/>
                      <a:pt x="406" y="59"/>
                    </a:cubicBezTo>
                    <a:cubicBezTo>
                      <a:pt x="434" y="66"/>
                      <a:pt x="434" y="66"/>
                      <a:pt x="434" y="66"/>
                    </a:cubicBezTo>
                    <a:cubicBezTo>
                      <a:pt x="445" y="75"/>
                      <a:pt x="445" y="75"/>
                      <a:pt x="445" y="75"/>
                    </a:cubicBezTo>
                    <a:cubicBezTo>
                      <a:pt x="468" y="86"/>
                      <a:pt x="468" y="86"/>
                      <a:pt x="468" y="86"/>
                    </a:cubicBezTo>
                    <a:cubicBezTo>
                      <a:pt x="467" y="96"/>
                      <a:pt x="467" y="96"/>
                      <a:pt x="467" y="96"/>
                    </a:cubicBezTo>
                    <a:cubicBezTo>
                      <a:pt x="505" y="106"/>
                      <a:pt x="505" y="106"/>
                      <a:pt x="505" y="106"/>
                    </a:cubicBezTo>
                    <a:cubicBezTo>
                      <a:pt x="502" y="93"/>
                      <a:pt x="502" y="93"/>
                      <a:pt x="502" y="93"/>
                    </a:cubicBezTo>
                    <a:cubicBezTo>
                      <a:pt x="469" y="84"/>
                      <a:pt x="469" y="84"/>
                      <a:pt x="469" y="84"/>
                    </a:cubicBezTo>
                    <a:cubicBezTo>
                      <a:pt x="479" y="78"/>
                      <a:pt x="479" y="78"/>
                      <a:pt x="479" y="78"/>
                    </a:cubicBezTo>
                    <a:cubicBezTo>
                      <a:pt x="478" y="69"/>
                      <a:pt x="478" y="69"/>
                      <a:pt x="478" y="69"/>
                    </a:cubicBezTo>
                    <a:cubicBezTo>
                      <a:pt x="448" y="62"/>
                      <a:pt x="448" y="62"/>
                      <a:pt x="448" y="62"/>
                    </a:cubicBezTo>
                    <a:cubicBezTo>
                      <a:pt x="486" y="45"/>
                      <a:pt x="486" y="45"/>
                      <a:pt x="486" y="45"/>
                    </a:cubicBezTo>
                    <a:cubicBezTo>
                      <a:pt x="518" y="52"/>
                      <a:pt x="518" y="52"/>
                      <a:pt x="518" y="52"/>
                    </a:cubicBezTo>
                    <a:cubicBezTo>
                      <a:pt x="528" y="76"/>
                      <a:pt x="528" y="76"/>
                      <a:pt x="528" y="76"/>
                    </a:cubicBezTo>
                    <a:cubicBezTo>
                      <a:pt x="553" y="83"/>
                      <a:pt x="553" y="83"/>
                      <a:pt x="553" y="83"/>
                    </a:cubicBezTo>
                    <a:cubicBezTo>
                      <a:pt x="571" y="72"/>
                      <a:pt x="571" y="72"/>
                      <a:pt x="571" y="72"/>
                    </a:cubicBezTo>
                    <a:cubicBezTo>
                      <a:pt x="581" y="80"/>
                      <a:pt x="581" y="80"/>
                      <a:pt x="581" y="80"/>
                    </a:cubicBezTo>
                    <a:cubicBezTo>
                      <a:pt x="555" y="96"/>
                      <a:pt x="555" y="96"/>
                      <a:pt x="555" y="96"/>
                    </a:cubicBezTo>
                    <a:cubicBezTo>
                      <a:pt x="555" y="96"/>
                      <a:pt x="527" y="89"/>
                      <a:pt x="528" y="90"/>
                    </a:cubicBezTo>
                    <a:cubicBezTo>
                      <a:pt x="530" y="90"/>
                      <a:pt x="526" y="110"/>
                      <a:pt x="526" y="110"/>
                    </a:cubicBezTo>
                    <a:cubicBezTo>
                      <a:pt x="561" y="117"/>
                      <a:pt x="561" y="117"/>
                      <a:pt x="561" y="117"/>
                    </a:cubicBezTo>
                    <a:cubicBezTo>
                      <a:pt x="567" y="108"/>
                      <a:pt x="567" y="108"/>
                      <a:pt x="567" y="108"/>
                    </a:cubicBezTo>
                    <a:cubicBezTo>
                      <a:pt x="591" y="112"/>
                      <a:pt x="591" y="112"/>
                      <a:pt x="591" y="112"/>
                    </a:cubicBezTo>
                    <a:cubicBezTo>
                      <a:pt x="597" y="99"/>
                      <a:pt x="597" y="99"/>
                      <a:pt x="597" y="99"/>
                    </a:cubicBezTo>
                    <a:cubicBezTo>
                      <a:pt x="583" y="94"/>
                      <a:pt x="583" y="94"/>
                      <a:pt x="583" y="94"/>
                    </a:cubicBezTo>
                    <a:cubicBezTo>
                      <a:pt x="591" y="82"/>
                      <a:pt x="591" y="82"/>
                      <a:pt x="591" y="82"/>
                    </a:cubicBezTo>
                    <a:cubicBezTo>
                      <a:pt x="602" y="81"/>
                      <a:pt x="602" y="81"/>
                      <a:pt x="602" y="81"/>
                    </a:cubicBezTo>
                    <a:cubicBezTo>
                      <a:pt x="639" y="92"/>
                      <a:pt x="639" y="92"/>
                      <a:pt x="639" y="92"/>
                    </a:cubicBezTo>
                    <a:cubicBezTo>
                      <a:pt x="614" y="106"/>
                      <a:pt x="614" y="106"/>
                      <a:pt x="614" y="106"/>
                    </a:cubicBezTo>
                    <a:cubicBezTo>
                      <a:pt x="614" y="121"/>
                      <a:pt x="614" y="121"/>
                      <a:pt x="614" y="121"/>
                    </a:cubicBezTo>
                    <a:cubicBezTo>
                      <a:pt x="635" y="129"/>
                      <a:pt x="635" y="129"/>
                      <a:pt x="635" y="129"/>
                    </a:cubicBezTo>
                    <a:cubicBezTo>
                      <a:pt x="639" y="103"/>
                      <a:pt x="639" y="103"/>
                      <a:pt x="639" y="103"/>
                    </a:cubicBezTo>
                    <a:cubicBezTo>
                      <a:pt x="662" y="97"/>
                      <a:pt x="662" y="97"/>
                      <a:pt x="662" y="97"/>
                    </a:cubicBezTo>
                    <a:cubicBezTo>
                      <a:pt x="700" y="101"/>
                      <a:pt x="700" y="101"/>
                      <a:pt x="700" y="101"/>
                    </a:cubicBezTo>
                    <a:cubicBezTo>
                      <a:pt x="737" y="129"/>
                      <a:pt x="737" y="129"/>
                      <a:pt x="737" y="129"/>
                    </a:cubicBezTo>
                    <a:cubicBezTo>
                      <a:pt x="747" y="136"/>
                      <a:pt x="747" y="136"/>
                      <a:pt x="747" y="136"/>
                    </a:cubicBezTo>
                    <a:cubicBezTo>
                      <a:pt x="742" y="156"/>
                      <a:pt x="742" y="156"/>
                      <a:pt x="742" y="156"/>
                    </a:cubicBezTo>
                    <a:cubicBezTo>
                      <a:pt x="758" y="164"/>
                      <a:pt x="758" y="164"/>
                      <a:pt x="758" y="164"/>
                    </a:cubicBezTo>
                    <a:cubicBezTo>
                      <a:pt x="746" y="178"/>
                      <a:pt x="746" y="178"/>
                      <a:pt x="746" y="178"/>
                    </a:cubicBezTo>
                    <a:cubicBezTo>
                      <a:pt x="727" y="174"/>
                      <a:pt x="727" y="174"/>
                      <a:pt x="727" y="174"/>
                    </a:cubicBezTo>
                    <a:cubicBezTo>
                      <a:pt x="722" y="173"/>
                      <a:pt x="722" y="173"/>
                      <a:pt x="722" y="173"/>
                    </a:cubicBezTo>
                    <a:cubicBezTo>
                      <a:pt x="711" y="189"/>
                      <a:pt x="711" y="189"/>
                      <a:pt x="711" y="189"/>
                    </a:cubicBezTo>
                    <a:cubicBezTo>
                      <a:pt x="660" y="164"/>
                      <a:pt x="660" y="164"/>
                      <a:pt x="660" y="164"/>
                    </a:cubicBezTo>
                    <a:cubicBezTo>
                      <a:pt x="707" y="151"/>
                      <a:pt x="707" y="151"/>
                      <a:pt x="707" y="151"/>
                    </a:cubicBezTo>
                    <a:cubicBezTo>
                      <a:pt x="694" y="134"/>
                      <a:pt x="694" y="134"/>
                      <a:pt x="694" y="134"/>
                    </a:cubicBezTo>
                    <a:cubicBezTo>
                      <a:pt x="657" y="130"/>
                      <a:pt x="657" y="130"/>
                      <a:pt x="657" y="130"/>
                    </a:cubicBezTo>
                    <a:cubicBezTo>
                      <a:pt x="653" y="132"/>
                      <a:pt x="653" y="132"/>
                      <a:pt x="653" y="132"/>
                    </a:cubicBezTo>
                    <a:cubicBezTo>
                      <a:pt x="653" y="132"/>
                      <a:pt x="653" y="132"/>
                      <a:pt x="653" y="132"/>
                    </a:cubicBezTo>
                    <a:cubicBezTo>
                      <a:pt x="652" y="133"/>
                      <a:pt x="652" y="133"/>
                      <a:pt x="652" y="133"/>
                    </a:cubicBezTo>
                    <a:cubicBezTo>
                      <a:pt x="639" y="141"/>
                      <a:pt x="639" y="141"/>
                      <a:pt x="639" y="141"/>
                    </a:cubicBezTo>
                    <a:cubicBezTo>
                      <a:pt x="621" y="139"/>
                      <a:pt x="621" y="139"/>
                      <a:pt x="621" y="139"/>
                    </a:cubicBezTo>
                    <a:cubicBezTo>
                      <a:pt x="620" y="148"/>
                      <a:pt x="620" y="148"/>
                      <a:pt x="620" y="148"/>
                    </a:cubicBezTo>
                    <a:cubicBezTo>
                      <a:pt x="626" y="152"/>
                      <a:pt x="626" y="152"/>
                      <a:pt x="626" y="152"/>
                    </a:cubicBezTo>
                    <a:cubicBezTo>
                      <a:pt x="625" y="155"/>
                      <a:pt x="625" y="155"/>
                      <a:pt x="625" y="155"/>
                    </a:cubicBezTo>
                    <a:cubicBezTo>
                      <a:pt x="610" y="153"/>
                      <a:pt x="610" y="153"/>
                      <a:pt x="610" y="153"/>
                    </a:cubicBezTo>
                    <a:cubicBezTo>
                      <a:pt x="607" y="161"/>
                      <a:pt x="607" y="161"/>
                      <a:pt x="607" y="161"/>
                    </a:cubicBezTo>
                    <a:cubicBezTo>
                      <a:pt x="594" y="159"/>
                      <a:pt x="594" y="159"/>
                      <a:pt x="594" y="159"/>
                    </a:cubicBezTo>
                    <a:cubicBezTo>
                      <a:pt x="595" y="142"/>
                      <a:pt x="595" y="142"/>
                      <a:pt x="595" y="142"/>
                    </a:cubicBezTo>
                    <a:cubicBezTo>
                      <a:pt x="569" y="144"/>
                      <a:pt x="569" y="144"/>
                      <a:pt x="569" y="144"/>
                    </a:cubicBezTo>
                    <a:cubicBezTo>
                      <a:pt x="512" y="161"/>
                      <a:pt x="512" y="161"/>
                      <a:pt x="512" y="161"/>
                    </a:cubicBezTo>
                    <a:cubicBezTo>
                      <a:pt x="513" y="183"/>
                      <a:pt x="513" y="183"/>
                      <a:pt x="513" y="183"/>
                    </a:cubicBezTo>
                    <a:cubicBezTo>
                      <a:pt x="525" y="195"/>
                      <a:pt x="525" y="195"/>
                      <a:pt x="525" y="195"/>
                    </a:cubicBezTo>
                    <a:cubicBezTo>
                      <a:pt x="552" y="206"/>
                      <a:pt x="552" y="206"/>
                      <a:pt x="552" y="206"/>
                    </a:cubicBezTo>
                    <a:cubicBezTo>
                      <a:pt x="545" y="237"/>
                      <a:pt x="545" y="237"/>
                      <a:pt x="545" y="237"/>
                    </a:cubicBezTo>
                    <a:cubicBezTo>
                      <a:pt x="558" y="238"/>
                      <a:pt x="558" y="238"/>
                      <a:pt x="558" y="238"/>
                    </a:cubicBezTo>
                    <a:cubicBezTo>
                      <a:pt x="576" y="216"/>
                      <a:pt x="576" y="216"/>
                      <a:pt x="576" y="216"/>
                    </a:cubicBezTo>
                    <a:cubicBezTo>
                      <a:pt x="607" y="214"/>
                      <a:pt x="607" y="214"/>
                      <a:pt x="607" y="214"/>
                    </a:cubicBezTo>
                    <a:cubicBezTo>
                      <a:pt x="616" y="176"/>
                      <a:pt x="616" y="176"/>
                      <a:pt x="616" y="176"/>
                    </a:cubicBezTo>
                    <a:cubicBezTo>
                      <a:pt x="635" y="167"/>
                      <a:pt x="635" y="167"/>
                      <a:pt x="635" y="167"/>
                    </a:cubicBezTo>
                    <a:cubicBezTo>
                      <a:pt x="673" y="186"/>
                      <a:pt x="673" y="186"/>
                      <a:pt x="673" y="186"/>
                    </a:cubicBezTo>
                    <a:cubicBezTo>
                      <a:pt x="664" y="210"/>
                      <a:pt x="664" y="210"/>
                      <a:pt x="664" y="210"/>
                    </a:cubicBezTo>
                    <a:cubicBezTo>
                      <a:pt x="675" y="213"/>
                      <a:pt x="675" y="213"/>
                      <a:pt x="675" y="213"/>
                    </a:cubicBezTo>
                    <a:cubicBezTo>
                      <a:pt x="708" y="205"/>
                      <a:pt x="708" y="205"/>
                      <a:pt x="708" y="205"/>
                    </a:cubicBezTo>
                    <a:cubicBezTo>
                      <a:pt x="702" y="238"/>
                      <a:pt x="702" y="238"/>
                      <a:pt x="702" y="238"/>
                    </a:cubicBezTo>
                    <a:cubicBezTo>
                      <a:pt x="710" y="247"/>
                      <a:pt x="710" y="247"/>
                      <a:pt x="710" y="247"/>
                    </a:cubicBezTo>
                    <a:cubicBezTo>
                      <a:pt x="720" y="256"/>
                      <a:pt x="720" y="256"/>
                      <a:pt x="720" y="256"/>
                    </a:cubicBezTo>
                    <a:cubicBezTo>
                      <a:pt x="714" y="276"/>
                      <a:pt x="714" y="276"/>
                      <a:pt x="714" y="276"/>
                    </a:cubicBezTo>
                    <a:cubicBezTo>
                      <a:pt x="703" y="277"/>
                      <a:pt x="703" y="277"/>
                      <a:pt x="703" y="277"/>
                    </a:cubicBezTo>
                    <a:cubicBezTo>
                      <a:pt x="700" y="290"/>
                      <a:pt x="700" y="290"/>
                      <a:pt x="700" y="290"/>
                    </a:cubicBezTo>
                    <a:cubicBezTo>
                      <a:pt x="714" y="302"/>
                      <a:pt x="714" y="302"/>
                      <a:pt x="714" y="302"/>
                    </a:cubicBezTo>
                    <a:cubicBezTo>
                      <a:pt x="711" y="315"/>
                      <a:pt x="711" y="315"/>
                      <a:pt x="711" y="315"/>
                    </a:cubicBezTo>
                    <a:cubicBezTo>
                      <a:pt x="703" y="314"/>
                      <a:pt x="703" y="314"/>
                      <a:pt x="703" y="314"/>
                    </a:cubicBezTo>
                    <a:cubicBezTo>
                      <a:pt x="703" y="313"/>
                      <a:pt x="703" y="313"/>
                      <a:pt x="703" y="313"/>
                    </a:cubicBezTo>
                    <a:cubicBezTo>
                      <a:pt x="695" y="309"/>
                      <a:pt x="695" y="309"/>
                      <a:pt x="695" y="309"/>
                    </a:cubicBezTo>
                    <a:cubicBezTo>
                      <a:pt x="675" y="297"/>
                      <a:pt x="675" y="297"/>
                      <a:pt x="675" y="297"/>
                    </a:cubicBezTo>
                    <a:cubicBezTo>
                      <a:pt x="676" y="286"/>
                      <a:pt x="676" y="286"/>
                      <a:pt x="676" y="286"/>
                    </a:cubicBezTo>
                    <a:cubicBezTo>
                      <a:pt x="676" y="286"/>
                      <a:pt x="676" y="286"/>
                      <a:pt x="676" y="286"/>
                    </a:cubicBezTo>
                    <a:cubicBezTo>
                      <a:pt x="686" y="282"/>
                      <a:pt x="686" y="282"/>
                      <a:pt x="686" y="282"/>
                    </a:cubicBezTo>
                    <a:cubicBezTo>
                      <a:pt x="688" y="273"/>
                      <a:pt x="688" y="273"/>
                      <a:pt x="688" y="273"/>
                    </a:cubicBezTo>
                    <a:cubicBezTo>
                      <a:pt x="679" y="268"/>
                      <a:pt x="679" y="268"/>
                      <a:pt x="679" y="268"/>
                    </a:cubicBezTo>
                    <a:cubicBezTo>
                      <a:pt x="675" y="276"/>
                      <a:pt x="675" y="276"/>
                      <a:pt x="675" y="276"/>
                    </a:cubicBezTo>
                    <a:cubicBezTo>
                      <a:pt x="657" y="275"/>
                      <a:pt x="657" y="275"/>
                      <a:pt x="657" y="275"/>
                    </a:cubicBezTo>
                    <a:cubicBezTo>
                      <a:pt x="655" y="274"/>
                      <a:pt x="655" y="274"/>
                      <a:pt x="655" y="274"/>
                    </a:cubicBezTo>
                    <a:cubicBezTo>
                      <a:pt x="655" y="275"/>
                      <a:pt x="655" y="275"/>
                      <a:pt x="655" y="275"/>
                    </a:cubicBezTo>
                    <a:cubicBezTo>
                      <a:pt x="649" y="274"/>
                      <a:pt x="649" y="274"/>
                      <a:pt x="649" y="274"/>
                    </a:cubicBezTo>
                    <a:cubicBezTo>
                      <a:pt x="646" y="264"/>
                      <a:pt x="646" y="264"/>
                      <a:pt x="646" y="264"/>
                    </a:cubicBezTo>
                    <a:cubicBezTo>
                      <a:pt x="641" y="260"/>
                      <a:pt x="641" y="260"/>
                      <a:pt x="641" y="260"/>
                    </a:cubicBezTo>
                    <a:cubicBezTo>
                      <a:pt x="629" y="257"/>
                      <a:pt x="629" y="257"/>
                      <a:pt x="629" y="257"/>
                    </a:cubicBezTo>
                    <a:cubicBezTo>
                      <a:pt x="623" y="260"/>
                      <a:pt x="623" y="260"/>
                      <a:pt x="623" y="260"/>
                    </a:cubicBezTo>
                    <a:cubicBezTo>
                      <a:pt x="620" y="270"/>
                      <a:pt x="620" y="270"/>
                      <a:pt x="620" y="270"/>
                    </a:cubicBezTo>
                    <a:cubicBezTo>
                      <a:pt x="630" y="276"/>
                      <a:pt x="630" y="276"/>
                      <a:pt x="630" y="276"/>
                    </a:cubicBezTo>
                    <a:cubicBezTo>
                      <a:pt x="640" y="280"/>
                      <a:pt x="640" y="280"/>
                      <a:pt x="640" y="280"/>
                    </a:cubicBezTo>
                    <a:cubicBezTo>
                      <a:pt x="637" y="281"/>
                      <a:pt x="637" y="281"/>
                      <a:pt x="637" y="281"/>
                    </a:cubicBezTo>
                    <a:cubicBezTo>
                      <a:pt x="626" y="289"/>
                      <a:pt x="626" y="289"/>
                      <a:pt x="626" y="289"/>
                    </a:cubicBezTo>
                    <a:cubicBezTo>
                      <a:pt x="623" y="283"/>
                      <a:pt x="623" y="283"/>
                      <a:pt x="623" y="283"/>
                    </a:cubicBezTo>
                    <a:cubicBezTo>
                      <a:pt x="614" y="278"/>
                      <a:pt x="614" y="278"/>
                      <a:pt x="614" y="278"/>
                    </a:cubicBezTo>
                    <a:cubicBezTo>
                      <a:pt x="584" y="296"/>
                      <a:pt x="584" y="296"/>
                      <a:pt x="584" y="296"/>
                    </a:cubicBezTo>
                    <a:cubicBezTo>
                      <a:pt x="587" y="299"/>
                      <a:pt x="587" y="299"/>
                      <a:pt x="587" y="299"/>
                    </a:cubicBezTo>
                    <a:cubicBezTo>
                      <a:pt x="545" y="311"/>
                      <a:pt x="545" y="311"/>
                      <a:pt x="545" y="311"/>
                    </a:cubicBezTo>
                    <a:cubicBezTo>
                      <a:pt x="503" y="339"/>
                      <a:pt x="503" y="339"/>
                      <a:pt x="503" y="339"/>
                    </a:cubicBezTo>
                    <a:cubicBezTo>
                      <a:pt x="497" y="354"/>
                      <a:pt x="497" y="354"/>
                      <a:pt x="497" y="354"/>
                    </a:cubicBezTo>
                    <a:cubicBezTo>
                      <a:pt x="457" y="369"/>
                      <a:pt x="457" y="369"/>
                      <a:pt x="457" y="369"/>
                    </a:cubicBezTo>
                    <a:cubicBezTo>
                      <a:pt x="436" y="382"/>
                      <a:pt x="436" y="382"/>
                      <a:pt x="436" y="382"/>
                    </a:cubicBezTo>
                    <a:cubicBezTo>
                      <a:pt x="430" y="417"/>
                      <a:pt x="430" y="417"/>
                      <a:pt x="430" y="417"/>
                    </a:cubicBezTo>
                    <a:cubicBezTo>
                      <a:pt x="409" y="400"/>
                      <a:pt x="409" y="400"/>
                      <a:pt x="409" y="400"/>
                    </a:cubicBezTo>
                    <a:cubicBezTo>
                      <a:pt x="414" y="380"/>
                      <a:pt x="414" y="380"/>
                      <a:pt x="414" y="380"/>
                    </a:cubicBezTo>
                    <a:cubicBezTo>
                      <a:pt x="348" y="365"/>
                      <a:pt x="348" y="365"/>
                      <a:pt x="348" y="365"/>
                    </a:cubicBezTo>
                    <a:cubicBezTo>
                      <a:pt x="310" y="374"/>
                      <a:pt x="310" y="374"/>
                      <a:pt x="310" y="374"/>
                    </a:cubicBezTo>
                    <a:cubicBezTo>
                      <a:pt x="288" y="398"/>
                      <a:pt x="288" y="398"/>
                      <a:pt x="288" y="398"/>
                    </a:cubicBezTo>
                    <a:cubicBezTo>
                      <a:pt x="278" y="419"/>
                      <a:pt x="278" y="419"/>
                      <a:pt x="278" y="419"/>
                    </a:cubicBezTo>
                    <a:cubicBezTo>
                      <a:pt x="282" y="442"/>
                      <a:pt x="282" y="442"/>
                      <a:pt x="282" y="442"/>
                    </a:cubicBezTo>
                    <a:cubicBezTo>
                      <a:pt x="308" y="451"/>
                      <a:pt x="308" y="451"/>
                      <a:pt x="308" y="451"/>
                    </a:cubicBezTo>
                    <a:cubicBezTo>
                      <a:pt x="358" y="433"/>
                      <a:pt x="358" y="433"/>
                      <a:pt x="358" y="433"/>
                    </a:cubicBezTo>
                    <a:cubicBezTo>
                      <a:pt x="358" y="448"/>
                      <a:pt x="358" y="448"/>
                      <a:pt x="358" y="448"/>
                    </a:cubicBezTo>
                    <a:cubicBezTo>
                      <a:pt x="339" y="469"/>
                      <a:pt x="339" y="469"/>
                      <a:pt x="339" y="469"/>
                    </a:cubicBezTo>
                    <a:cubicBezTo>
                      <a:pt x="371" y="482"/>
                      <a:pt x="371" y="482"/>
                      <a:pt x="371" y="482"/>
                    </a:cubicBezTo>
                    <a:cubicBezTo>
                      <a:pt x="362" y="533"/>
                      <a:pt x="362" y="533"/>
                      <a:pt x="362" y="533"/>
                    </a:cubicBezTo>
                    <a:cubicBezTo>
                      <a:pt x="405" y="551"/>
                      <a:pt x="405" y="551"/>
                      <a:pt x="405" y="551"/>
                    </a:cubicBezTo>
                    <a:cubicBezTo>
                      <a:pt x="441" y="525"/>
                      <a:pt x="441" y="525"/>
                      <a:pt x="441" y="525"/>
                    </a:cubicBezTo>
                    <a:cubicBezTo>
                      <a:pt x="474" y="540"/>
                      <a:pt x="474" y="540"/>
                      <a:pt x="474" y="540"/>
                    </a:cubicBezTo>
                    <a:cubicBezTo>
                      <a:pt x="482" y="559"/>
                      <a:pt x="482" y="559"/>
                      <a:pt x="482" y="559"/>
                    </a:cubicBezTo>
                    <a:cubicBezTo>
                      <a:pt x="515" y="565"/>
                      <a:pt x="515" y="565"/>
                      <a:pt x="515" y="565"/>
                    </a:cubicBezTo>
                    <a:cubicBezTo>
                      <a:pt x="519" y="556"/>
                      <a:pt x="519" y="556"/>
                      <a:pt x="519" y="556"/>
                    </a:cubicBezTo>
                    <a:cubicBezTo>
                      <a:pt x="535" y="569"/>
                      <a:pt x="535" y="569"/>
                      <a:pt x="535" y="569"/>
                    </a:cubicBezTo>
                    <a:cubicBezTo>
                      <a:pt x="548" y="605"/>
                      <a:pt x="548" y="605"/>
                      <a:pt x="548" y="605"/>
                    </a:cubicBezTo>
                    <a:cubicBezTo>
                      <a:pt x="583" y="614"/>
                      <a:pt x="583" y="614"/>
                      <a:pt x="583" y="614"/>
                    </a:cubicBezTo>
                    <a:cubicBezTo>
                      <a:pt x="591" y="640"/>
                      <a:pt x="591" y="640"/>
                      <a:pt x="591" y="640"/>
                    </a:cubicBezTo>
                    <a:cubicBezTo>
                      <a:pt x="586" y="668"/>
                      <a:pt x="586" y="668"/>
                      <a:pt x="586" y="668"/>
                    </a:cubicBezTo>
                    <a:cubicBezTo>
                      <a:pt x="609" y="683"/>
                      <a:pt x="609" y="683"/>
                      <a:pt x="609" y="683"/>
                    </a:cubicBezTo>
                    <a:cubicBezTo>
                      <a:pt x="622" y="692"/>
                      <a:pt x="622" y="692"/>
                      <a:pt x="622" y="692"/>
                    </a:cubicBezTo>
                    <a:cubicBezTo>
                      <a:pt x="671" y="704"/>
                      <a:pt x="671" y="704"/>
                      <a:pt x="671" y="704"/>
                    </a:cubicBezTo>
                    <a:cubicBezTo>
                      <a:pt x="680" y="731"/>
                      <a:pt x="680" y="731"/>
                      <a:pt x="680" y="731"/>
                    </a:cubicBezTo>
                    <a:cubicBezTo>
                      <a:pt x="700" y="743"/>
                      <a:pt x="700" y="743"/>
                      <a:pt x="700" y="743"/>
                    </a:cubicBezTo>
                    <a:cubicBezTo>
                      <a:pt x="691" y="761"/>
                      <a:pt x="691" y="761"/>
                      <a:pt x="691" y="761"/>
                    </a:cubicBezTo>
                    <a:cubicBezTo>
                      <a:pt x="660" y="786"/>
                      <a:pt x="660" y="786"/>
                      <a:pt x="660" y="786"/>
                    </a:cubicBezTo>
                    <a:cubicBezTo>
                      <a:pt x="638" y="852"/>
                      <a:pt x="638" y="852"/>
                      <a:pt x="638" y="852"/>
                    </a:cubicBezTo>
                    <a:cubicBezTo>
                      <a:pt x="612" y="864"/>
                      <a:pt x="612" y="864"/>
                      <a:pt x="612" y="864"/>
                    </a:cubicBezTo>
                    <a:cubicBezTo>
                      <a:pt x="580" y="855"/>
                      <a:pt x="580" y="855"/>
                      <a:pt x="580" y="855"/>
                    </a:cubicBezTo>
                    <a:cubicBezTo>
                      <a:pt x="565" y="872"/>
                      <a:pt x="565" y="872"/>
                      <a:pt x="565" y="872"/>
                    </a:cubicBezTo>
                    <a:cubicBezTo>
                      <a:pt x="565" y="872"/>
                      <a:pt x="565" y="872"/>
                      <a:pt x="565" y="872"/>
                    </a:cubicBezTo>
                    <a:cubicBezTo>
                      <a:pt x="565" y="908"/>
                      <a:pt x="565" y="908"/>
                      <a:pt x="565" y="908"/>
                    </a:cubicBezTo>
                    <a:cubicBezTo>
                      <a:pt x="555" y="917"/>
                      <a:pt x="555" y="917"/>
                      <a:pt x="555" y="917"/>
                    </a:cubicBezTo>
                    <a:cubicBezTo>
                      <a:pt x="520" y="945"/>
                      <a:pt x="520" y="945"/>
                      <a:pt x="520" y="945"/>
                    </a:cubicBezTo>
                    <a:cubicBezTo>
                      <a:pt x="504" y="963"/>
                      <a:pt x="504" y="963"/>
                      <a:pt x="504" y="963"/>
                    </a:cubicBezTo>
                    <a:cubicBezTo>
                      <a:pt x="467" y="971"/>
                      <a:pt x="467" y="971"/>
                      <a:pt x="467" y="971"/>
                    </a:cubicBezTo>
                    <a:cubicBezTo>
                      <a:pt x="445" y="969"/>
                      <a:pt x="445" y="969"/>
                      <a:pt x="445" y="969"/>
                    </a:cubicBezTo>
                    <a:cubicBezTo>
                      <a:pt x="442" y="978"/>
                      <a:pt x="442" y="978"/>
                      <a:pt x="442" y="978"/>
                    </a:cubicBezTo>
                    <a:cubicBezTo>
                      <a:pt x="456" y="986"/>
                      <a:pt x="456" y="986"/>
                      <a:pt x="456" y="986"/>
                    </a:cubicBezTo>
                    <a:cubicBezTo>
                      <a:pt x="452" y="996"/>
                      <a:pt x="452" y="996"/>
                      <a:pt x="452" y="996"/>
                    </a:cubicBezTo>
                    <a:cubicBezTo>
                      <a:pt x="435" y="1006"/>
                      <a:pt x="435" y="1006"/>
                      <a:pt x="435" y="1006"/>
                    </a:cubicBezTo>
                    <a:cubicBezTo>
                      <a:pt x="441" y="1018"/>
                      <a:pt x="441" y="1018"/>
                      <a:pt x="441" y="1018"/>
                    </a:cubicBezTo>
                    <a:cubicBezTo>
                      <a:pt x="457" y="1022"/>
                      <a:pt x="457" y="1022"/>
                      <a:pt x="457" y="1022"/>
                    </a:cubicBezTo>
                    <a:cubicBezTo>
                      <a:pt x="453" y="1035"/>
                      <a:pt x="453" y="1035"/>
                      <a:pt x="453" y="1035"/>
                    </a:cubicBezTo>
                    <a:cubicBezTo>
                      <a:pt x="446" y="1047"/>
                      <a:pt x="446" y="1047"/>
                      <a:pt x="446" y="1047"/>
                    </a:cubicBezTo>
                    <a:cubicBezTo>
                      <a:pt x="442" y="1056"/>
                      <a:pt x="442" y="1056"/>
                      <a:pt x="442" y="1056"/>
                    </a:cubicBezTo>
                    <a:cubicBezTo>
                      <a:pt x="462" y="1083"/>
                      <a:pt x="462" y="1083"/>
                      <a:pt x="462" y="1083"/>
                    </a:cubicBezTo>
                    <a:cubicBezTo>
                      <a:pt x="456" y="1093"/>
                      <a:pt x="456" y="1093"/>
                      <a:pt x="456" y="1093"/>
                    </a:cubicBezTo>
                    <a:cubicBezTo>
                      <a:pt x="423" y="1084"/>
                      <a:pt x="423" y="1084"/>
                      <a:pt x="423" y="1084"/>
                    </a:cubicBezTo>
                    <a:cubicBezTo>
                      <a:pt x="397" y="1048"/>
                      <a:pt x="397" y="1048"/>
                      <a:pt x="397" y="1048"/>
                    </a:cubicBezTo>
                    <a:cubicBezTo>
                      <a:pt x="382" y="996"/>
                      <a:pt x="382" y="996"/>
                      <a:pt x="382" y="996"/>
                    </a:cubicBezTo>
                    <a:cubicBezTo>
                      <a:pt x="395" y="954"/>
                      <a:pt x="395" y="954"/>
                      <a:pt x="395" y="954"/>
                    </a:cubicBezTo>
                    <a:cubicBezTo>
                      <a:pt x="382" y="923"/>
                      <a:pt x="382" y="923"/>
                      <a:pt x="382" y="923"/>
                    </a:cubicBezTo>
                    <a:cubicBezTo>
                      <a:pt x="400" y="881"/>
                      <a:pt x="400" y="881"/>
                      <a:pt x="400" y="881"/>
                    </a:cubicBezTo>
                    <a:cubicBezTo>
                      <a:pt x="389" y="875"/>
                      <a:pt x="389" y="875"/>
                      <a:pt x="389" y="875"/>
                    </a:cubicBezTo>
                    <a:cubicBezTo>
                      <a:pt x="411" y="779"/>
                      <a:pt x="411" y="779"/>
                      <a:pt x="411" y="779"/>
                    </a:cubicBezTo>
                    <a:cubicBezTo>
                      <a:pt x="411" y="779"/>
                      <a:pt x="384" y="747"/>
                      <a:pt x="382" y="747"/>
                    </a:cubicBezTo>
                    <a:cubicBezTo>
                      <a:pt x="381" y="746"/>
                      <a:pt x="366" y="739"/>
                      <a:pt x="366" y="739"/>
                    </a:cubicBezTo>
                    <a:cubicBezTo>
                      <a:pt x="367" y="720"/>
                      <a:pt x="367" y="720"/>
                      <a:pt x="367" y="720"/>
                    </a:cubicBezTo>
                    <a:cubicBezTo>
                      <a:pt x="337" y="657"/>
                      <a:pt x="337" y="657"/>
                      <a:pt x="337" y="657"/>
                    </a:cubicBezTo>
                    <a:cubicBezTo>
                      <a:pt x="346" y="639"/>
                      <a:pt x="346" y="639"/>
                      <a:pt x="346" y="639"/>
                    </a:cubicBezTo>
                    <a:cubicBezTo>
                      <a:pt x="354" y="608"/>
                      <a:pt x="354" y="608"/>
                      <a:pt x="354" y="608"/>
                    </a:cubicBezTo>
                    <a:cubicBezTo>
                      <a:pt x="388" y="594"/>
                      <a:pt x="388" y="594"/>
                      <a:pt x="388" y="594"/>
                    </a:cubicBezTo>
                    <a:cubicBezTo>
                      <a:pt x="392" y="559"/>
                      <a:pt x="392" y="559"/>
                      <a:pt x="392" y="559"/>
                    </a:cubicBezTo>
                    <a:cubicBezTo>
                      <a:pt x="350" y="546"/>
                      <a:pt x="350" y="546"/>
                      <a:pt x="350" y="546"/>
                    </a:cubicBezTo>
                    <a:cubicBezTo>
                      <a:pt x="326" y="500"/>
                      <a:pt x="326" y="500"/>
                      <a:pt x="326" y="500"/>
                    </a:cubicBezTo>
                    <a:cubicBezTo>
                      <a:pt x="303" y="488"/>
                      <a:pt x="303" y="488"/>
                      <a:pt x="303" y="488"/>
                    </a:cubicBezTo>
                    <a:cubicBezTo>
                      <a:pt x="289" y="481"/>
                      <a:pt x="289" y="481"/>
                      <a:pt x="289" y="481"/>
                    </a:cubicBezTo>
                    <a:cubicBezTo>
                      <a:pt x="294" y="468"/>
                      <a:pt x="294" y="468"/>
                      <a:pt x="294" y="468"/>
                    </a:cubicBezTo>
                    <a:cubicBezTo>
                      <a:pt x="275" y="461"/>
                      <a:pt x="275" y="461"/>
                      <a:pt x="275" y="461"/>
                    </a:cubicBezTo>
                    <a:cubicBezTo>
                      <a:pt x="273" y="469"/>
                      <a:pt x="273" y="469"/>
                      <a:pt x="273" y="469"/>
                    </a:cubicBezTo>
                    <a:cubicBezTo>
                      <a:pt x="227" y="445"/>
                      <a:pt x="227" y="445"/>
                      <a:pt x="227" y="445"/>
                    </a:cubicBezTo>
                    <a:cubicBezTo>
                      <a:pt x="214" y="411"/>
                      <a:pt x="214" y="411"/>
                      <a:pt x="214" y="411"/>
                    </a:cubicBezTo>
                    <a:cubicBezTo>
                      <a:pt x="226" y="398"/>
                      <a:pt x="226" y="398"/>
                      <a:pt x="226" y="398"/>
                    </a:cubicBezTo>
                    <a:cubicBezTo>
                      <a:pt x="205" y="346"/>
                      <a:pt x="205" y="346"/>
                      <a:pt x="205" y="346"/>
                    </a:cubicBezTo>
                    <a:cubicBezTo>
                      <a:pt x="208" y="312"/>
                      <a:pt x="208" y="312"/>
                      <a:pt x="208" y="312"/>
                    </a:cubicBezTo>
                    <a:cubicBezTo>
                      <a:pt x="195" y="309"/>
                      <a:pt x="195" y="309"/>
                      <a:pt x="195" y="309"/>
                    </a:cubicBezTo>
                    <a:cubicBezTo>
                      <a:pt x="192" y="342"/>
                      <a:pt x="192" y="342"/>
                      <a:pt x="192" y="342"/>
                    </a:cubicBezTo>
                    <a:cubicBezTo>
                      <a:pt x="206" y="380"/>
                      <a:pt x="206" y="380"/>
                      <a:pt x="206" y="380"/>
                    </a:cubicBezTo>
                    <a:cubicBezTo>
                      <a:pt x="200" y="392"/>
                      <a:pt x="200" y="392"/>
                      <a:pt x="200" y="392"/>
                    </a:cubicBezTo>
                    <a:cubicBezTo>
                      <a:pt x="183" y="385"/>
                      <a:pt x="183" y="385"/>
                      <a:pt x="183" y="385"/>
                    </a:cubicBezTo>
                    <a:cubicBezTo>
                      <a:pt x="169" y="342"/>
                      <a:pt x="169" y="342"/>
                      <a:pt x="169" y="342"/>
                    </a:cubicBezTo>
                    <a:cubicBezTo>
                      <a:pt x="180" y="298"/>
                      <a:pt x="180" y="298"/>
                      <a:pt x="180" y="298"/>
                    </a:cubicBezTo>
                    <a:cubicBezTo>
                      <a:pt x="159" y="281"/>
                      <a:pt x="159" y="281"/>
                      <a:pt x="159" y="281"/>
                    </a:cubicBezTo>
                    <a:cubicBezTo>
                      <a:pt x="166" y="249"/>
                      <a:pt x="166" y="249"/>
                      <a:pt x="166" y="249"/>
                    </a:cubicBezTo>
                    <a:cubicBezTo>
                      <a:pt x="122" y="310"/>
                      <a:pt x="89" y="380"/>
                      <a:pt x="71" y="458"/>
                    </a:cubicBezTo>
                    <a:cubicBezTo>
                      <a:pt x="0" y="766"/>
                      <a:pt x="193" y="1074"/>
                      <a:pt x="501" y="1146"/>
                    </a:cubicBezTo>
                    <a:cubicBezTo>
                      <a:pt x="501" y="1146"/>
                      <a:pt x="502" y="1146"/>
                      <a:pt x="502" y="1146"/>
                    </a:cubicBezTo>
                    <a:cubicBezTo>
                      <a:pt x="676" y="1186"/>
                      <a:pt x="850" y="1141"/>
                      <a:pt x="982" y="1039"/>
                    </a:cubicBezTo>
                    <a:cubicBezTo>
                      <a:pt x="963" y="1035"/>
                      <a:pt x="963" y="1035"/>
                      <a:pt x="963" y="1035"/>
                    </a:cubicBezTo>
                    <a:cubicBezTo>
                      <a:pt x="972" y="998"/>
                      <a:pt x="972" y="998"/>
                      <a:pt x="972" y="998"/>
                    </a:cubicBezTo>
                    <a:cubicBezTo>
                      <a:pt x="957" y="964"/>
                      <a:pt x="957" y="964"/>
                      <a:pt x="957" y="964"/>
                    </a:cubicBezTo>
                    <a:cubicBezTo>
                      <a:pt x="968" y="920"/>
                      <a:pt x="968" y="920"/>
                      <a:pt x="968" y="920"/>
                    </a:cubicBezTo>
                    <a:cubicBezTo>
                      <a:pt x="955" y="900"/>
                      <a:pt x="955" y="900"/>
                      <a:pt x="955" y="900"/>
                    </a:cubicBezTo>
                    <a:cubicBezTo>
                      <a:pt x="958" y="881"/>
                      <a:pt x="958" y="881"/>
                      <a:pt x="958" y="881"/>
                    </a:cubicBezTo>
                    <a:cubicBezTo>
                      <a:pt x="988" y="846"/>
                      <a:pt x="988" y="846"/>
                      <a:pt x="988" y="846"/>
                    </a:cubicBezTo>
                    <a:cubicBezTo>
                      <a:pt x="965" y="768"/>
                      <a:pt x="965" y="768"/>
                      <a:pt x="965" y="768"/>
                    </a:cubicBezTo>
                    <a:cubicBezTo>
                      <a:pt x="980" y="722"/>
                      <a:pt x="980" y="722"/>
                      <a:pt x="980" y="722"/>
                    </a:cubicBezTo>
                    <a:cubicBezTo>
                      <a:pt x="946" y="710"/>
                      <a:pt x="946" y="710"/>
                      <a:pt x="946" y="710"/>
                    </a:cubicBezTo>
                    <a:cubicBezTo>
                      <a:pt x="936" y="694"/>
                      <a:pt x="936" y="694"/>
                      <a:pt x="936" y="694"/>
                    </a:cubicBezTo>
                    <a:cubicBezTo>
                      <a:pt x="912" y="689"/>
                      <a:pt x="912" y="689"/>
                      <a:pt x="912" y="689"/>
                    </a:cubicBezTo>
                    <a:cubicBezTo>
                      <a:pt x="897" y="697"/>
                      <a:pt x="897" y="697"/>
                      <a:pt x="897" y="697"/>
                    </a:cubicBezTo>
                    <a:cubicBezTo>
                      <a:pt x="855" y="687"/>
                      <a:pt x="855" y="687"/>
                      <a:pt x="855" y="687"/>
                    </a:cubicBezTo>
                    <a:cubicBezTo>
                      <a:pt x="853" y="691"/>
                      <a:pt x="853" y="691"/>
                      <a:pt x="853" y="691"/>
                    </a:cubicBezTo>
                    <a:cubicBezTo>
                      <a:pt x="830" y="685"/>
                      <a:pt x="830" y="685"/>
                      <a:pt x="830" y="685"/>
                    </a:cubicBezTo>
                    <a:cubicBezTo>
                      <a:pt x="791" y="612"/>
                      <a:pt x="791" y="612"/>
                      <a:pt x="791" y="612"/>
                    </a:cubicBezTo>
                    <a:cubicBezTo>
                      <a:pt x="802" y="565"/>
                      <a:pt x="802" y="565"/>
                      <a:pt x="802" y="565"/>
                    </a:cubicBezTo>
                    <a:cubicBezTo>
                      <a:pt x="812" y="564"/>
                      <a:pt x="812" y="564"/>
                      <a:pt x="812" y="564"/>
                    </a:cubicBezTo>
                    <a:cubicBezTo>
                      <a:pt x="819" y="546"/>
                      <a:pt x="819" y="546"/>
                      <a:pt x="819" y="546"/>
                    </a:cubicBezTo>
                    <a:cubicBezTo>
                      <a:pt x="807" y="543"/>
                      <a:pt x="807" y="543"/>
                      <a:pt x="807" y="543"/>
                    </a:cubicBezTo>
                    <a:cubicBezTo>
                      <a:pt x="806" y="523"/>
                      <a:pt x="806" y="523"/>
                      <a:pt x="806" y="523"/>
                    </a:cubicBezTo>
                    <a:cubicBezTo>
                      <a:pt x="878" y="493"/>
                      <a:pt x="878" y="493"/>
                      <a:pt x="878" y="493"/>
                    </a:cubicBezTo>
                    <a:cubicBezTo>
                      <a:pt x="885" y="461"/>
                      <a:pt x="885" y="461"/>
                      <a:pt x="885" y="461"/>
                    </a:cubicBezTo>
                    <a:cubicBezTo>
                      <a:pt x="919" y="452"/>
                      <a:pt x="919" y="452"/>
                      <a:pt x="919" y="452"/>
                    </a:cubicBezTo>
                    <a:cubicBezTo>
                      <a:pt x="931" y="456"/>
                      <a:pt x="931" y="456"/>
                      <a:pt x="931" y="456"/>
                    </a:cubicBezTo>
                    <a:cubicBezTo>
                      <a:pt x="956" y="461"/>
                      <a:pt x="956" y="461"/>
                      <a:pt x="956" y="461"/>
                    </a:cubicBezTo>
                    <a:cubicBezTo>
                      <a:pt x="978" y="455"/>
                      <a:pt x="978" y="455"/>
                      <a:pt x="978" y="455"/>
                    </a:cubicBezTo>
                    <a:cubicBezTo>
                      <a:pt x="1042" y="465"/>
                      <a:pt x="1042" y="465"/>
                      <a:pt x="1042" y="465"/>
                    </a:cubicBezTo>
                    <a:cubicBezTo>
                      <a:pt x="1034" y="497"/>
                      <a:pt x="1034" y="497"/>
                      <a:pt x="1034" y="497"/>
                    </a:cubicBezTo>
                    <a:cubicBezTo>
                      <a:pt x="1081" y="521"/>
                      <a:pt x="1081" y="521"/>
                      <a:pt x="1081" y="521"/>
                    </a:cubicBezTo>
                    <a:cubicBezTo>
                      <a:pt x="1089" y="530"/>
                      <a:pt x="1089" y="530"/>
                      <a:pt x="1089" y="530"/>
                    </a:cubicBezTo>
                    <a:cubicBezTo>
                      <a:pt x="1098" y="532"/>
                      <a:pt x="1098" y="532"/>
                      <a:pt x="1098" y="532"/>
                    </a:cubicBezTo>
                    <a:cubicBezTo>
                      <a:pt x="1102" y="515"/>
                      <a:pt x="1102" y="515"/>
                      <a:pt x="1102" y="515"/>
                    </a:cubicBezTo>
                    <a:cubicBezTo>
                      <a:pt x="1131" y="519"/>
                      <a:pt x="1131" y="519"/>
                      <a:pt x="1131" y="519"/>
                    </a:cubicBezTo>
                    <a:cubicBezTo>
                      <a:pt x="1154" y="545"/>
                      <a:pt x="1154" y="545"/>
                      <a:pt x="1154" y="545"/>
                    </a:cubicBezTo>
                    <a:cubicBezTo>
                      <a:pt x="1198" y="556"/>
                      <a:pt x="1198" y="556"/>
                      <a:pt x="1198" y="556"/>
                    </a:cubicBezTo>
                    <a:cubicBezTo>
                      <a:pt x="1202" y="553"/>
                      <a:pt x="1202" y="553"/>
                      <a:pt x="1202" y="553"/>
                    </a:cubicBezTo>
                    <a:cubicBezTo>
                      <a:pt x="1201" y="537"/>
                      <a:pt x="1200" y="521"/>
                      <a:pt x="1197" y="506"/>
                    </a:cubicBezTo>
                    <a:moveTo>
                      <a:pt x="970" y="286"/>
                    </a:moveTo>
                    <a:cubicBezTo>
                      <a:pt x="977" y="279"/>
                      <a:pt x="977" y="279"/>
                      <a:pt x="977" y="279"/>
                    </a:cubicBezTo>
                    <a:cubicBezTo>
                      <a:pt x="996" y="279"/>
                      <a:pt x="996" y="279"/>
                      <a:pt x="996" y="279"/>
                    </a:cubicBezTo>
                    <a:cubicBezTo>
                      <a:pt x="996" y="303"/>
                      <a:pt x="996" y="303"/>
                      <a:pt x="996" y="303"/>
                    </a:cubicBezTo>
                    <a:cubicBezTo>
                      <a:pt x="1002" y="321"/>
                      <a:pt x="1002" y="321"/>
                      <a:pt x="1002" y="321"/>
                    </a:cubicBezTo>
                    <a:cubicBezTo>
                      <a:pt x="1007" y="330"/>
                      <a:pt x="1007" y="330"/>
                      <a:pt x="1007" y="330"/>
                    </a:cubicBezTo>
                    <a:cubicBezTo>
                      <a:pt x="1018" y="337"/>
                      <a:pt x="1018" y="337"/>
                      <a:pt x="1018" y="337"/>
                    </a:cubicBezTo>
                    <a:cubicBezTo>
                      <a:pt x="1003" y="348"/>
                      <a:pt x="1003" y="348"/>
                      <a:pt x="1003" y="348"/>
                    </a:cubicBezTo>
                    <a:cubicBezTo>
                      <a:pt x="981" y="345"/>
                      <a:pt x="981" y="345"/>
                      <a:pt x="981" y="345"/>
                    </a:cubicBezTo>
                    <a:cubicBezTo>
                      <a:pt x="965" y="341"/>
                      <a:pt x="965" y="341"/>
                      <a:pt x="965" y="341"/>
                    </a:cubicBezTo>
                    <a:cubicBezTo>
                      <a:pt x="971" y="322"/>
                      <a:pt x="971" y="322"/>
                      <a:pt x="971" y="322"/>
                    </a:cubicBezTo>
                    <a:cubicBezTo>
                      <a:pt x="986" y="323"/>
                      <a:pt x="986" y="323"/>
                      <a:pt x="986" y="323"/>
                    </a:cubicBezTo>
                    <a:cubicBezTo>
                      <a:pt x="986" y="313"/>
                      <a:pt x="986" y="313"/>
                      <a:pt x="986" y="313"/>
                    </a:cubicBezTo>
                    <a:cubicBezTo>
                      <a:pt x="976" y="303"/>
                      <a:pt x="976" y="303"/>
                      <a:pt x="976" y="303"/>
                    </a:cubicBezTo>
                    <a:cubicBezTo>
                      <a:pt x="968" y="294"/>
                      <a:pt x="968" y="294"/>
                      <a:pt x="968" y="294"/>
                    </a:cubicBezTo>
                    <a:cubicBezTo>
                      <a:pt x="970" y="286"/>
                      <a:pt x="970" y="286"/>
                      <a:pt x="970" y="286"/>
                    </a:cubicBezTo>
                    <a:moveTo>
                      <a:pt x="932" y="313"/>
                    </a:moveTo>
                    <a:cubicBezTo>
                      <a:pt x="947" y="298"/>
                      <a:pt x="947" y="298"/>
                      <a:pt x="947" y="298"/>
                    </a:cubicBezTo>
                    <a:cubicBezTo>
                      <a:pt x="963" y="298"/>
                      <a:pt x="963" y="298"/>
                      <a:pt x="963" y="298"/>
                    </a:cubicBezTo>
                    <a:cubicBezTo>
                      <a:pt x="973" y="305"/>
                      <a:pt x="973" y="305"/>
                      <a:pt x="973" y="305"/>
                    </a:cubicBezTo>
                    <a:cubicBezTo>
                      <a:pt x="969" y="317"/>
                      <a:pt x="969" y="317"/>
                      <a:pt x="969" y="317"/>
                    </a:cubicBezTo>
                    <a:cubicBezTo>
                      <a:pt x="942" y="328"/>
                      <a:pt x="942" y="328"/>
                      <a:pt x="942" y="328"/>
                    </a:cubicBezTo>
                    <a:cubicBezTo>
                      <a:pt x="929" y="325"/>
                      <a:pt x="929" y="325"/>
                      <a:pt x="929" y="325"/>
                    </a:cubicBezTo>
                    <a:cubicBezTo>
                      <a:pt x="932" y="313"/>
                      <a:pt x="932" y="313"/>
                      <a:pt x="932" y="313"/>
                    </a:cubicBezTo>
                    <a:moveTo>
                      <a:pt x="627" y="301"/>
                    </a:moveTo>
                    <a:cubicBezTo>
                      <a:pt x="643" y="305"/>
                      <a:pt x="643" y="305"/>
                      <a:pt x="643" y="305"/>
                    </a:cubicBezTo>
                    <a:cubicBezTo>
                      <a:pt x="648" y="297"/>
                      <a:pt x="648" y="297"/>
                      <a:pt x="648" y="297"/>
                    </a:cubicBezTo>
                    <a:cubicBezTo>
                      <a:pt x="654" y="298"/>
                      <a:pt x="654" y="298"/>
                      <a:pt x="654" y="298"/>
                    </a:cubicBezTo>
                    <a:cubicBezTo>
                      <a:pt x="661" y="301"/>
                      <a:pt x="661" y="301"/>
                      <a:pt x="661" y="301"/>
                    </a:cubicBezTo>
                    <a:cubicBezTo>
                      <a:pt x="657" y="307"/>
                      <a:pt x="657" y="307"/>
                      <a:pt x="657" y="307"/>
                    </a:cubicBezTo>
                    <a:cubicBezTo>
                      <a:pt x="649" y="306"/>
                      <a:pt x="649" y="306"/>
                      <a:pt x="649" y="306"/>
                    </a:cubicBezTo>
                    <a:cubicBezTo>
                      <a:pt x="645" y="313"/>
                      <a:pt x="645" y="313"/>
                      <a:pt x="645" y="313"/>
                    </a:cubicBezTo>
                    <a:cubicBezTo>
                      <a:pt x="638" y="316"/>
                      <a:pt x="638" y="316"/>
                      <a:pt x="638" y="316"/>
                    </a:cubicBezTo>
                    <a:cubicBezTo>
                      <a:pt x="628" y="314"/>
                      <a:pt x="628" y="314"/>
                      <a:pt x="628" y="314"/>
                    </a:cubicBezTo>
                    <a:cubicBezTo>
                      <a:pt x="628" y="312"/>
                      <a:pt x="629" y="310"/>
                      <a:pt x="629" y="310"/>
                    </a:cubicBezTo>
                    <a:cubicBezTo>
                      <a:pt x="625" y="309"/>
                      <a:pt x="625" y="309"/>
                      <a:pt x="625" y="309"/>
                    </a:cubicBezTo>
                    <a:cubicBezTo>
                      <a:pt x="627" y="301"/>
                      <a:pt x="627" y="301"/>
                      <a:pt x="627" y="301"/>
                    </a:cubicBezTo>
                    <a:moveTo>
                      <a:pt x="601" y="310"/>
                    </a:moveTo>
                    <a:cubicBezTo>
                      <a:pt x="603" y="302"/>
                      <a:pt x="603" y="302"/>
                      <a:pt x="603" y="302"/>
                    </a:cubicBezTo>
                    <a:cubicBezTo>
                      <a:pt x="610" y="297"/>
                      <a:pt x="610" y="297"/>
                      <a:pt x="610" y="297"/>
                    </a:cubicBezTo>
                    <a:cubicBezTo>
                      <a:pt x="616" y="304"/>
                      <a:pt x="616" y="304"/>
                      <a:pt x="616" y="304"/>
                    </a:cubicBezTo>
                    <a:cubicBezTo>
                      <a:pt x="613" y="312"/>
                      <a:pt x="613" y="312"/>
                      <a:pt x="613" y="312"/>
                    </a:cubicBezTo>
                    <a:cubicBezTo>
                      <a:pt x="601" y="310"/>
                      <a:pt x="601" y="310"/>
                      <a:pt x="601" y="310"/>
                    </a:cubicBezTo>
                  </a:path>
                </a:pathLst>
              </a:custGeom>
              <a:solidFill>
                <a:srgbClr val="16294C"/>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38" name="Freeform 38"/>
              <p:cNvSpPr/>
              <p:nvPr/>
            </p:nvSpPr>
            <p:spPr bwMode="auto">
              <a:xfrm>
                <a:off x="4748596" y="2923378"/>
                <a:ext cx="21619" cy="25776"/>
              </a:xfrm>
              <a:custGeom>
                <a:avLst/>
                <a:gdLst>
                  <a:gd name="T0" fmla="*/ 0 w 26"/>
                  <a:gd name="T1" fmla="*/ 1663 h 31"/>
                  <a:gd name="T2" fmla="*/ 0 w 26"/>
                  <a:gd name="T3" fmla="*/ 15798 h 31"/>
                  <a:gd name="T4" fmla="*/ 15799 w 26"/>
                  <a:gd name="T5" fmla="*/ 25776 h 31"/>
                  <a:gd name="T6" fmla="*/ 21619 w 26"/>
                  <a:gd name="T7" fmla="*/ 0 h 31"/>
                  <a:gd name="T8" fmla="*/ 0 w 26"/>
                  <a:gd name="T9" fmla="*/ 1663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31">
                    <a:moveTo>
                      <a:pt x="0" y="2"/>
                    </a:moveTo>
                    <a:lnTo>
                      <a:pt x="0" y="19"/>
                    </a:lnTo>
                    <a:lnTo>
                      <a:pt x="19" y="31"/>
                    </a:lnTo>
                    <a:lnTo>
                      <a:pt x="26" y="0"/>
                    </a:lnTo>
                    <a:lnTo>
                      <a:pt x="0" y="2"/>
                    </a:lnTo>
                    <a:close/>
                  </a:path>
                </a:pathLst>
              </a:custGeom>
              <a:solidFill>
                <a:srgbClr val="17B4C4"/>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39" name="Freeform 39"/>
              <p:cNvSpPr>
                <a:spLocks noEditPoints="1"/>
              </p:cNvSpPr>
              <p:nvPr/>
            </p:nvSpPr>
            <p:spPr bwMode="auto">
              <a:xfrm>
                <a:off x="3476420" y="2740451"/>
                <a:ext cx="340078" cy="723394"/>
              </a:xfrm>
              <a:custGeom>
                <a:avLst/>
                <a:gdLst>
                  <a:gd name="T0" fmla="*/ 29487 w 173"/>
                  <a:gd name="T1" fmla="*/ 656559 h 368"/>
                  <a:gd name="T2" fmla="*/ 0 w 173"/>
                  <a:gd name="T3" fmla="*/ 723394 h 368"/>
                  <a:gd name="T4" fmla="*/ 25555 w 173"/>
                  <a:gd name="T5" fmla="*/ 707668 h 368"/>
                  <a:gd name="T6" fmla="*/ 29487 w 173"/>
                  <a:gd name="T7" fmla="*/ 656559 h 368"/>
                  <a:gd name="T8" fmla="*/ 322386 w 173"/>
                  <a:gd name="T9" fmla="*/ 0 h 368"/>
                  <a:gd name="T10" fmla="*/ 300763 w 173"/>
                  <a:gd name="T11" fmla="*/ 51109 h 368"/>
                  <a:gd name="T12" fmla="*/ 340078 w 173"/>
                  <a:gd name="T13" fmla="*/ 7863 h 368"/>
                  <a:gd name="T14" fmla="*/ 322386 w 173"/>
                  <a:gd name="T15" fmla="*/ 0 h 36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3" h="368">
                    <a:moveTo>
                      <a:pt x="15" y="334"/>
                    </a:moveTo>
                    <a:cubicBezTo>
                      <a:pt x="0" y="368"/>
                      <a:pt x="0" y="368"/>
                      <a:pt x="0" y="368"/>
                    </a:cubicBezTo>
                    <a:cubicBezTo>
                      <a:pt x="4" y="365"/>
                      <a:pt x="8" y="363"/>
                      <a:pt x="13" y="360"/>
                    </a:cubicBezTo>
                    <a:cubicBezTo>
                      <a:pt x="13" y="351"/>
                      <a:pt x="14" y="343"/>
                      <a:pt x="15" y="334"/>
                    </a:cubicBezTo>
                    <a:moveTo>
                      <a:pt x="164" y="0"/>
                    </a:moveTo>
                    <a:cubicBezTo>
                      <a:pt x="153" y="26"/>
                      <a:pt x="153" y="26"/>
                      <a:pt x="153" y="26"/>
                    </a:cubicBezTo>
                    <a:cubicBezTo>
                      <a:pt x="159" y="19"/>
                      <a:pt x="166" y="12"/>
                      <a:pt x="173" y="4"/>
                    </a:cubicBezTo>
                    <a:cubicBezTo>
                      <a:pt x="168" y="2"/>
                      <a:pt x="164" y="0"/>
                      <a:pt x="164" y="0"/>
                    </a:cubicBezTo>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40" name="Freeform 40"/>
              <p:cNvSpPr/>
              <p:nvPr/>
            </p:nvSpPr>
            <p:spPr bwMode="auto">
              <a:xfrm>
                <a:off x="3462285" y="3448046"/>
                <a:ext cx="39911" cy="184590"/>
              </a:xfrm>
              <a:custGeom>
                <a:avLst/>
                <a:gdLst>
                  <a:gd name="T0" fmla="*/ 39911 w 20"/>
                  <a:gd name="T1" fmla="*/ 0 h 94"/>
                  <a:gd name="T2" fmla="*/ 13969 w 20"/>
                  <a:gd name="T3" fmla="*/ 15710 h 94"/>
                  <a:gd name="T4" fmla="*/ 0 w 20"/>
                  <a:gd name="T5" fmla="*/ 45166 h 94"/>
                  <a:gd name="T6" fmla="*/ 39911 w 20"/>
                  <a:gd name="T7" fmla="*/ 184590 h 94"/>
                  <a:gd name="T8" fmla="*/ 39911 w 20"/>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94">
                    <a:moveTo>
                      <a:pt x="20" y="0"/>
                    </a:moveTo>
                    <a:cubicBezTo>
                      <a:pt x="15" y="3"/>
                      <a:pt x="11" y="5"/>
                      <a:pt x="7" y="8"/>
                    </a:cubicBezTo>
                    <a:cubicBezTo>
                      <a:pt x="0" y="23"/>
                      <a:pt x="0" y="23"/>
                      <a:pt x="0" y="23"/>
                    </a:cubicBezTo>
                    <a:cubicBezTo>
                      <a:pt x="20" y="94"/>
                      <a:pt x="20" y="94"/>
                      <a:pt x="20" y="94"/>
                    </a:cubicBezTo>
                    <a:cubicBezTo>
                      <a:pt x="17" y="63"/>
                      <a:pt x="17" y="32"/>
                      <a:pt x="20" y="0"/>
                    </a:cubicBezTo>
                  </a:path>
                </a:pathLst>
              </a:custGeom>
              <a:solidFill>
                <a:srgbClr val="C2A98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41" name="Freeform 41"/>
              <p:cNvSpPr>
                <a:spLocks noEditPoints="1"/>
              </p:cNvSpPr>
              <p:nvPr/>
            </p:nvSpPr>
            <p:spPr bwMode="auto">
              <a:xfrm>
                <a:off x="3496376" y="2748766"/>
                <a:ext cx="481431" cy="890523"/>
              </a:xfrm>
              <a:custGeom>
                <a:avLst/>
                <a:gdLst>
                  <a:gd name="T0" fmla="*/ 11790 w 245"/>
                  <a:gd name="T1" fmla="*/ 646760 h 453"/>
                  <a:gd name="T2" fmla="*/ 9825 w 245"/>
                  <a:gd name="T3" fmla="*/ 648725 h 453"/>
                  <a:gd name="T4" fmla="*/ 5895 w 245"/>
                  <a:gd name="T5" fmla="*/ 699837 h 453"/>
                  <a:gd name="T6" fmla="*/ 5895 w 245"/>
                  <a:gd name="T7" fmla="*/ 884625 h 453"/>
                  <a:gd name="T8" fmla="*/ 7860 w 245"/>
                  <a:gd name="T9" fmla="*/ 890523 h 453"/>
                  <a:gd name="T10" fmla="*/ 11790 w 245"/>
                  <a:gd name="T11" fmla="*/ 646760 h 453"/>
                  <a:gd name="T12" fmla="*/ 320299 w 245"/>
                  <a:gd name="T13" fmla="*/ 0 h 453"/>
                  <a:gd name="T14" fmla="*/ 280999 w 245"/>
                  <a:gd name="T15" fmla="*/ 43248 h 453"/>
                  <a:gd name="T16" fmla="*/ 214188 w 245"/>
                  <a:gd name="T17" fmla="*/ 190686 h 453"/>
                  <a:gd name="T18" fmla="*/ 245628 w 245"/>
                  <a:gd name="T19" fmla="*/ 216242 h 453"/>
                  <a:gd name="T20" fmla="*/ 224013 w 245"/>
                  <a:gd name="T21" fmla="*/ 302739 h 453"/>
                  <a:gd name="T22" fmla="*/ 251523 w 245"/>
                  <a:gd name="T23" fmla="*/ 387269 h 453"/>
                  <a:gd name="T24" fmla="*/ 284929 w 245"/>
                  <a:gd name="T25" fmla="*/ 401030 h 453"/>
                  <a:gd name="T26" fmla="*/ 296719 w 245"/>
                  <a:gd name="T27" fmla="*/ 377440 h 453"/>
                  <a:gd name="T28" fmla="*/ 269208 w 245"/>
                  <a:gd name="T29" fmla="*/ 302739 h 453"/>
                  <a:gd name="T30" fmla="*/ 275103 w 245"/>
                  <a:gd name="T31" fmla="*/ 237866 h 453"/>
                  <a:gd name="T32" fmla="*/ 300649 w 245"/>
                  <a:gd name="T33" fmla="*/ 243763 h 453"/>
                  <a:gd name="T34" fmla="*/ 294754 w 245"/>
                  <a:gd name="T35" fmla="*/ 310602 h 453"/>
                  <a:gd name="T36" fmla="*/ 336019 w 245"/>
                  <a:gd name="T37" fmla="*/ 412825 h 453"/>
                  <a:gd name="T38" fmla="*/ 312439 w 245"/>
                  <a:gd name="T39" fmla="*/ 438381 h 453"/>
                  <a:gd name="T40" fmla="*/ 328159 w 245"/>
                  <a:gd name="T41" fmla="*/ 475732 h 453"/>
                  <a:gd name="T42" fmla="*/ 391040 w 245"/>
                  <a:gd name="T43" fmla="*/ 338124 h 453"/>
                  <a:gd name="T44" fmla="*/ 320299 w 245"/>
                  <a:gd name="T45" fmla="*/ 0 h 45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45" h="453">
                    <a:moveTo>
                      <a:pt x="6" y="329"/>
                    </a:moveTo>
                    <a:cubicBezTo>
                      <a:pt x="5" y="330"/>
                      <a:pt x="5" y="330"/>
                      <a:pt x="5" y="330"/>
                    </a:cubicBezTo>
                    <a:cubicBezTo>
                      <a:pt x="4" y="339"/>
                      <a:pt x="3" y="347"/>
                      <a:pt x="3" y="356"/>
                    </a:cubicBezTo>
                    <a:cubicBezTo>
                      <a:pt x="0" y="388"/>
                      <a:pt x="0" y="419"/>
                      <a:pt x="3" y="450"/>
                    </a:cubicBezTo>
                    <a:cubicBezTo>
                      <a:pt x="4" y="453"/>
                      <a:pt x="4" y="453"/>
                      <a:pt x="4" y="453"/>
                    </a:cubicBezTo>
                    <a:cubicBezTo>
                      <a:pt x="0" y="412"/>
                      <a:pt x="1" y="371"/>
                      <a:pt x="6" y="329"/>
                    </a:cubicBezTo>
                    <a:moveTo>
                      <a:pt x="163" y="0"/>
                    </a:moveTo>
                    <a:cubicBezTo>
                      <a:pt x="156" y="8"/>
                      <a:pt x="149" y="15"/>
                      <a:pt x="143" y="22"/>
                    </a:cubicBezTo>
                    <a:cubicBezTo>
                      <a:pt x="109" y="97"/>
                      <a:pt x="109" y="97"/>
                      <a:pt x="109" y="97"/>
                    </a:cubicBezTo>
                    <a:cubicBezTo>
                      <a:pt x="125" y="110"/>
                      <a:pt x="125" y="110"/>
                      <a:pt x="125" y="110"/>
                    </a:cubicBezTo>
                    <a:cubicBezTo>
                      <a:pt x="114" y="154"/>
                      <a:pt x="114" y="154"/>
                      <a:pt x="114" y="154"/>
                    </a:cubicBezTo>
                    <a:cubicBezTo>
                      <a:pt x="128" y="197"/>
                      <a:pt x="128" y="197"/>
                      <a:pt x="128" y="197"/>
                    </a:cubicBezTo>
                    <a:cubicBezTo>
                      <a:pt x="145" y="204"/>
                      <a:pt x="145" y="204"/>
                      <a:pt x="145" y="204"/>
                    </a:cubicBezTo>
                    <a:cubicBezTo>
                      <a:pt x="151" y="192"/>
                      <a:pt x="151" y="192"/>
                      <a:pt x="151" y="192"/>
                    </a:cubicBezTo>
                    <a:cubicBezTo>
                      <a:pt x="137" y="154"/>
                      <a:pt x="137" y="154"/>
                      <a:pt x="137" y="154"/>
                    </a:cubicBezTo>
                    <a:cubicBezTo>
                      <a:pt x="140" y="121"/>
                      <a:pt x="140" y="121"/>
                      <a:pt x="140" y="121"/>
                    </a:cubicBezTo>
                    <a:cubicBezTo>
                      <a:pt x="153" y="124"/>
                      <a:pt x="153" y="124"/>
                      <a:pt x="153" y="124"/>
                    </a:cubicBezTo>
                    <a:cubicBezTo>
                      <a:pt x="150" y="158"/>
                      <a:pt x="150" y="158"/>
                      <a:pt x="150" y="158"/>
                    </a:cubicBezTo>
                    <a:cubicBezTo>
                      <a:pt x="171" y="210"/>
                      <a:pt x="171" y="210"/>
                      <a:pt x="171" y="210"/>
                    </a:cubicBezTo>
                    <a:cubicBezTo>
                      <a:pt x="159" y="223"/>
                      <a:pt x="159" y="223"/>
                      <a:pt x="159" y="223"/>
                    </a:cubicBezTo>
                    <a:cubicBezTo>
                      <a:pt x="167" y="242"/>
                      <a:pt x="167" y="242"/>
                      <a:pt x="167" y="242"/>
                    </a:cubicBezTo>
                    <a:cubicBezTo>
                      <a:pt x="178" y="221"/>
                      <a:pt x="189" y="197"/>
                      <a:pt x="199" y="172"/>
                    </a:cubicBezTo>
                    <a:cubicBezTo>
                      <a:pt x="245" y="59"/>
                      <a:pt x="186" y="13"/>
                      <a:pt x="163" y="0"/>
                    </a:cubicBezTo>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42" name="Freeform 42"/>
              <p:cNvSpPr/>
              <p:nvPr/>
            </p:nvSpPr>
            <p:spPr bwMode="auto">
              <a:xfrm>
                <a:off x="3496805" y="2938973"/>
                <a:ext cx="335132" cy="1090076"/>
              </a:xfrm>
              <a:custGeom>
                <a:avLst/>
                <a:gdLst>
                  <a:gd name="T0" fmla="*/ 109 w 171"/>
                  <a:gd name="T1" fmla="*/ 0 h 554"/>
                  <a:gd name="T2" fmla="*/ 6 w 171"/>
                  <a:gd name="T3" fmla="*/ 232 h 554"/>
                  <a:gd name="T4" fmla="*/ 4 w 171"/>
                  <a:gd name="T5" fmla="*/ 356 h 554"/>
                  <a:gd name="T6" fmla="*/ 60 w 171"/>
                  <a:gd name="T7" fmla="*/ 554 h 554"/>
                  <a:gd name="T8" fmla="*/ 61 w 171"/>
                  <a:gd name="T9" fmla="*/ 302 h 554"/>
                  <a:gd name="T10" fmla="*/ 167 w 171"/>
                  <a:gd name="T11" fmla="*/ 145 h 554"/>
                  <a:gd name="T12" fmla="*/ 159 w 171"/>
                  <a:gd name="T13" fmla="*/ 126 h 554"/>
                  <a:gd name="T14" fmla="*/ 171 w 171"/>
                  <a:gd name="T15" fmla="*/ 113 h 554"/>
                  <a:gd name="T16" fmla="*/ 150 w 171"/>
                  <a:gd name="T17" fmla="*/ 61 h 554"/>
                  <a:gd name="T18" fmla="*/ 153 w 171"/>
                  <a:gd name="T19" fmla="*/ 27 h 554"/>
                  <a:gd name="T20" fmla="*/ 140 w 171"/>
                  <a:gd name="T21" fmla="*/ 24 h 554"/>
                  <a:gd name="T22" fmla="*/ 137 w 171"/>
                  <a:gd name="T23" fmla="*/ 57 h 554"/>
                  <a:gd name="T24" fmla="*/ 151 w 171"/>
                  <a:gd name="T25" fmla="*/ 95 h 554"/>
                  <a:gd name="T26" fmla="*/ 145 w 171"/>
                  <a:gd name="T27" fmla="*/ 107 h 554"/>
                  <a:gd name="T28" fmla="*/ 128 w 171"/>
                  <a:gd name="T29" fmla="*/ 100 h 554"/>
                  <a:gd name="T30" fmla="*/ 114 w 171"/>
                  <a:gd name="T31" fmla="*/ 57 h 554"/>
                  <a:gd name="T32" fmla="*/ 125 w 171"/>
                  <a:gd name="T33" fmla="*/ 13 h 554"/>
                  <a:gd name="T34" fmla="*/ 109 w 171"/>
                  <a:gd name="T35"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554">
                    <a:moveTo>
                      <a:pt x="109" y="0"/>
                    </a:moveTo>
                    <a:cubicBezTo>
                      <a:pt x="6" y="232"/>
                      <a:pt x="6" y="232"/>
                      <a:pt x="6" y="232"/>
                    </a:cubicBezTo>
                    <a:cubicBezTo>
                      <a:pt x="1" y="274"/>
                      <a:pt x="0" y="315"/>
                      <a:pt x="4" y="356"/>
                    </a:cubicBezTo>
                    <a:cubicBezTo>
                      <a:pt x="60" y="554"/>
                      <a:pt x="60" y="554"/>
                      <a:pt x="60" y="554"/>
                    </a:cubicBezTo>
                    <a:cubicBezTo>
                      <a:pt x="113" y="424"/>
                      <a:pt x="61" y="302"/>
                      <a:pt x="61" y="302"/>
                    </a:cubicBezTo>
                    <a:cubicBezTo>
                      <a:pt x="61" y="302"/>
                      <a:pt x="116" y="243"/>
                      <a:pt x="167" y="145"/>
                    </a:cubicBezTo>
                    <a:cubicBezTo>
                      <a:pt x="159" y="126"/>
                      <a:pt x="159" y="126"/>
                      <a:pt x="159" y="126"/>
                    </a:cubicBezTo>
                    <a:cubicBezTo>
                      <a:pt x="171" y="113"/>
                      <a:pt x="171" y="113"/>
                      <a:pt x="171" y="113"/>
                    </a:cubicBezTo>
                    <a:cubicBezTo>
                      <a:pt x="150" y="61"/>
                      <a:pt x="150" y="61"/>
                      <a:pt x="150" y="61"/>
                    </a:cubicBezTo>
                    <a:cubicBezTo>
                      <a:pt x="153" y="27"/>
                      <a:pt x="153" y="27"/>
                      <a:pt x="153" y="27"/>
                    </a:cubicBezTo>
                    <a:cubicBezTo>
                      <a:pt x="140" y="24"/>
                      <a:pt x="140" y="24"/>
                      <a:pt x="140" y="24"/>
                    </a:cubicBezTo>
                    <a:cubicBezTo>
                      <a:pt x="137" y="57"/>
                      <a:pt x="137" y="57"/>
                      <a:pt x="137" y="57"/>
                    </a:cubicBezTo>
                    <a:cubicBezTo>
                      <a:pt x="151" y="95"/>
                      <a:pt x="151" y="95"/>
                      <a:pt x="151" y="95"/>
                    </a:cubicBezTo>
                    <a:cubicBezTo>
                      <a:pt x="145" y="107"/>
                      <a:pt x="145" y="107"/>
                      <a:pt x="145" y="107"/>
                    </a:cubicBezTo>
                    <a:cubicBezTo>
                      <a:pt x="128" y="100"/>
                      <a:pt x="128" y="100"/>
                      <a:pt x="128" y="100"/>
                    </a:cubicBezTo>
                    <a:cubicBezTo>
                      <a:pt x="114" y="57"/>
                      <a:pt x="114" y="57"/>
                      <a:pt x="114" y="57"/>
                    </a:cubicBezTo>
                    <a:cubicBezTo>
                      <a:pt x="125" y="13"/>
                      <a:pt x="125" y="13"/>
                      <a:pt x="125" y="13"/>
                    </a:cubicBezTo>
                    <a:cubicBezTo>
                      <a:pt x="109" y="0"/>
                      <a:pt x="109" y="0"/>
                      <a:pt x="109" y="0"/>
                    </a:cubicBezTo>
                  </a:path>
                </a:pathLst>
              </a:custGeom>
              <a:solidFill>
                <a:srgbClr val="16294C"/>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43" name="Freeform 43"/>
              <p:cNvSpPr/>
              <p:nvPr/>
            </p:nvSpPr>
            <p:spPr bwMode="auto">
              <a:xfrm>
                <a:off x="2979191" y="2740451"/>
                <a:ext cx="907984" cy="1820125"/>
              </a:xfrm>
              <a:custGeom>
                <a:avLst/>
                <a:gdLst>
                  <a:gd name="T0" fmla="*/ 819544 w 462"/>
                  <a:gd name="T1" fmla="*/ 0 h 926"/>
                  <a:gd name="T2" fmla="*/ 322315 w 462"/>
                  <a:gd name="T3" fmla="*/ 518913 h 926"/>
                  <a:gd name="T4" fmla="*/ 21619 w 462"/>
                  <a:gd name="T5" fmla="*/ 1138070 h 926"/>
                  <a:gd name="T6" fmla="*/ 485437 w 462"/>
                  <a:gd name="T7" fmla="*/ 1578359 h 926"/>
                  <a:gd name="T8" fmla="*/ 579773 w 462"/>
                  <a:gd name="T9" fmla="*/ 778369 h 926"/>
                  <a:gd name="T10" fmla="*/ 862781 w 462"/>
                  <a:gd name="T11" fmla="*/ 338079 h 926"/>
                  <a:gd name="T12" fmla="*/ 866712 w 462"/>
                  <a:gd name="T13" fmla="*/ 328251 h 926"/>
                  <a:gd name="T14" fmla="*/ 896192 w 462"/>
                  <a:gd name="T15" fmla="*/ 123831 h 926"/>
                  <a:gd name="T16" fmla="*/ 819544 w 462"/>
                  <a:gd name="T17" fmla="*/ 0 h 9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62" h="926">
                    <a:moveTo>
                      <a:pt x="417" y="0"/>
                    </a:moveTo>
                    <a:cubicBezTo>
                      <a:pt x="417" y="0"/>
                      <a:pt x="328" y="118"/>
                      <a:pt x="164" y="264"/>
                    </a:cubicBezTo>
                    <a:cubicBezTo>
                      <a:pt x="0" y="409"/>
                      <a:pt x="11" y="579"/>
                      <a:pt x="11" y="579"/>
                    </a:cubicBezTo>
                    <a:cubicBezTo>
                      <a:pt x="11" y="579"/>
                      <a:pt x="89" y="926"/>
                      <a:pt x="247" y="803"/>
                    </a:cubicBezTo>
                    <a:cubicBezTo>
                      <a:pt x="367" y="709"/>
                      <a:pt x="323" y="494"/>
                      <a:pt x="295" y="396"/>
                    </a:cubicBezTo>
                    <a:cubicBezTo>
                      <a:pt x="374" y="301"/>
                      <a:pt x="417" y="228"/>
                      <a:pt x="439" y="172"/>
                    </a:cubicBezTo>
                    <a:cubicBezTo>
                      <a:pt x="440" y="170"/>
                      <a:pt x="440" y="169"/>
                      <a:pt x="441" y="167"/>
                    </a:cubicBezTo>
                    <a:cubicBezTo>
                      <a:pt x="460" y="123"/>
                      <a:pt x="462" y="89"/>
                      <a:pt x="456" y="63"/>
                    </a:cubicBezTo>
                    <a:cubicBezTo>
                      <a:pt x="448" y="15"/>
                      <a:pt x="417" y="0"/>
                      <a:pt x="417" y="0"/>
                    </a:cubicBezTo>
                    <a:close/>
                  </a:path>
                </a:pathLst>
              </a:custGeom>
              <a:solidFill>
                <a:srgbClr val="F3D2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44" name="Oval 44"/>
              <p:cNvSpPr>
                <a:spLocks noChangeArrowheads="1"/>
              </p:cNvSpPr>
              <p:nvPr/>
            </p:nvSpPr>
            <p:spPr bwMode="auto">
              <a:xfrm>
                <a:off x="4477507" y="5152639"/>
                <a:ext cx="698485" cy="700260"/>
              </a:xfrm>
              <a:prstGeom prst="ellipse">
                <a:avLst/>
              </a:prstGeom>
              <a:solidFill>
                <a:srgbClr val="6C2B43">
                  <a:lumMod val="60000"/>
                  <a:lumOff val="40000"/>
                </a:srgbClr>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45" name="Oval 50"/>
              <p:cNvSpPr>
                <a:spLocks noChangeArrowheads="1"/>
              </p:cNvSpPr>
              <p:nvPr/>
            </p:nvSpPr>
            <p:spPr bwMode="auto">
              <a:xfrm>
                <a:off x="5819797" y="3831495"/>
                <a:ext cx="1374041" cy="1379352"/>
              </a:xfrm>
              <a:prstGeom prst="ellipse">
                <a:avLst/>
              </a:prstGeom>
              <a:solidFill>
                <a:srgbClr val="6C2B43">
                  <a:lumMod val="60000"/>
                  <a:lumOff val="40000"/>
                </a:srgbClr>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46" name="Freeform 51"/>
              <p:cNvSpPr/>
              <p:nvPr/>
            </p:nvSpPr>
            <p:spPr bwMode="auto">
              <a:xfrm>
                <a:off x="6159629" y="4277870"/>
                <a:ext cx="694292" cy="446509"/>
              </a:xfrm>
              <a:custGeom>
                <a:avLst/>
                <a:gdLst>
                  <a:gd name="T0" fmla="*/ 29502 w 353"/>
                  <a:gd name="T1" fmla="*/ 446509 h 227"/>
                  <a:gd name="T2" fmla="*/ 0 w 353"/>
                  <a:gd name="T3" fmla="*/ 417004 h 227"/>
                  <a:gd name="T4" fmla="*/ 0 w 353"/>
                  <a:gd name="T5" fmla="*/ 27538 h 227"/>
                  <a:gd name="T6" fmla="*/ 29502 w 353"/>
                  <a:gd name="T7" fmla="*/ 0 h 227"/>
                  <a:gd name="T8" fmla="*/ 664790 w 353"/>
                  <a:gd name="T9" fmla="*/ 0 h 227"/>
                  <a:gd name="T10" fmla="*/ 694292 w 353"/>
                  <a:gd name="T11" fmla="*/ 27538 h 227"/>
                  <a:gd name="T12" fmla="*/ 694292 w 353"/>
                  <a:gd name="T13" fmla="*/ 417004 h 227"/>
                  <a:gd name="T14" fmla="*/ 664790 w 353"/>
                  <a:gd name="T15" fmla="*/ 446509 h 227"/>
                  <a:gd name="T16" fmla="*/ 29502 w 353"/>
                  <a:gd name="T17" fmla="*/ 446509 h 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3" h="227">
                    <a:moveTo>
                      <a:pt x="15" y="227"/>
                    </a:moveTo>
                    <a:cubicBezTo>
                      <a:pt x="7" y="227"/>
                      <a:pt x="0" y="220"/>
                      <a:pt x="0" y="212"/>
                    </a:cubicBezTo>
                    <a:cubicBezTo>
                      <a:pt x="0" y="14"/>
                      <a:pt x="0" y="14"/>
                      <a:pt x="0" y="14"/>
                    </a:cubicBezTo>
                    <a:cubicBezTo>
                      <a:pt x="0" y="6"/>
                      <a:pt x="7" y="0"/>
                      <a:pt x="15" y="0"/>
                    </a:cubicBezTo>
                    <a:cubicBezTo>
                      <a:pt x="338" y="0"/>
                      <a:pt x="338" y="0"/>
                      <a:pt x="338" y="0"/>
                    </a:cubicBezTo>
                    <a:cubicBezTo>
                      <a:pt x="347" y="0"/>
                      <a:pt x="353" y="6"/>
                      <a:pt x="353" y="14"/>
                    </a:cubicBezTo>
                    <a:cubicBezTo>
                      <a:pt x="353" y="212"/>
                      <a:pt x="353" y="212"/>
                      <a:pt x="353" y="212"/>
                    </a:cubicBezTo>
                    <a:cubicBezTo>
                      <a:pt x="353" y="220"/>
                      <a:pt x="347" y="227"/>
                      <a:pt x="338" y="227"/>
                    </a:cubicBezTo>
                    <a:cubicBezTo>
                      <a:pt x="15" y="227"/>
                      <a:pt x="15" y="227"/>
                      <a:pt x="15" y="227"/>
                    </a:cubicBezTo>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47" name="Freeform 52"/>
              <p:cNvSpPr>
                <a:spLocks noEditPoints="1"/>
              </p:cNvSpPr>
              <p:nvPr/>
            </p:nvSpPr>
            <p:spPr bwMode="auto">
              <a:xfrm>
                <a:off x="6146325" y="4263735"/>
                <a:ext cx="721731" cy="473948"/>
              </a:xfrm>
              <a:custGeom>
                <a:avLst/>
                <a:gdLst>
                  <a:gd name="T0" fmla="*/ 678466 w 367"/>
                  <a:gd name="T1" fmla="*/ 27532 h 241"/>
                  <a:gd name="T2" fmla="*/ 694199 w 367"/>
                  <a:gd name="T3" fmla="*/ 41298 h 241"/>
                  <a:gd name="T4" fmla="*/ 694199 w 367"/>
                  <a:gd name="T5" fmla="*/ 430683 h 241"/>
                  <a:gd name="T6" fmla="*/ 678466 w 367"/>
                  <a:gd name="T7" fmla="*/ 446416 h 241"/>
                  <a:gd name="T8" fmla="*/ 43265 w 367"/>
                  <a:gd name="T9" fmla="*/ 446416 h 241"/>
                  <a:gd name="T10" fmla="*/ 27532 w 367"/>
                  <a:gd name="T11" fmla="*/ 430683 h 241"/>
                  <a:gd name="T12" fmla="*/ 27532 w 367"/>
                  <a:gd name="T13" fmla="*/ 41298 h 241"/>
                  <a:gd name="T14" fmla="*/ 43265 w 367"/>
                  <a:gd name="T15" fmla="*/ 27532 h 241"/>
                  <a:gd name="T16" fmla="*/ 678466 w 367"/>
                  <a:gd name="T17" fmla="*/ 27532 h 241"/>
                  <a:gd name="T18" fmla="*/ 678466 w 367"/>
                  <a:gd name="T19" fmla="*/ 0 h 241"/>
                  <a:gd name="T20" fmla="*/ 43265 w 367"/>
                  <a:gd name="T21" fmla="*/ 0 h 241"/>
                  <a:gd name="T22" fmla="*/ 0 w 367"/>
                  <a:gd name="T23" fmla="*/ 41298 h 241"/>
                  <a:gd name="T24" fmla="*/ 0 w 367"/>
                  <a:gd name="T25" fmla="*/ 430683 h 241"/>
                  <a:gd name="T26" fmla="*/ 43265 w 367"/>
                  <a:gd name="T27" fmla="*/ 473948 h 241"/>
                  <a:gd name="T28" fmla="*/ 678466 w 367"/>
                  <a:gd name="T29" fmla="*/ 473948 h 241"/>
                  <a:gd name="T30" fmla="*/ 721731 w 367"/>
                  <a:gd name="T31" fmla="*/ 430683 h 241"/>
                  <a:gd name="T32" fmla="*/ 721731 w 367"/>
                  <a:gd name="T33" fmla="*/ 41298 h 241"/>
                  <a:gd name="T34" fmla="*/ 678466 w 367"/>
                  <a:gd name="T35" fmla="*/ 0 h 2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67" h="241">
                    <a:moveTo>
                      <a:pt x="345" y="14"/>
                    </a:moveTo>
                    <a:cubicBezTo>
                      <a:pt x="350" y="14"/>
                      <a:pt x="353" y="17"/>
                      <a:pt x="353" y="21"/>
                    </a:cubicBezTo>
                    <a:cubicBezTo>
                      <a:pt x="353" y="219"/>
                      <a:pt x="353" y="219"/>
                      <a:pt x="353" y="219"/>
                    </a:cubicBezTo>
                    <a:cubicBezTo>
                      <a:pt x="353" y="223"/>
                      <a:pt x="350" y="227"/>
                      <a:pt x="345" y="227"/>
                    </a:cubicBezTo>
                    <a:cubicBezTo>
                      <a:pt x="22" y="227"/>
                      <a:pt x="22" y="227"/>
                      <a:pt x="22" y="227"/>
                    </a:cubicBezTo>
                    <a:cubicBezTo>
                      <a:pt x="17" y="227"/>
                      <a:pt x="14" y="223"/>
                      <a:pt x="14" y="219"/>
                    </a:cubicBezTo>
                    <a:cubicBezTo>
                      <a:pt x="14" y="21"/>
                      <a:pt x="14" y="21"/>
                      <a:pt x="14" y="21"/>
                    </a:cubicBezTo>
                    <a:cubicBezTo>
                      <a:pt x="14" y="17"/>
                      <a:pt x="17" y="14"/>
                      <a:pt x="22" y="14"/>
                    </a:cubicBezTo>
                    <a:cubicBezTo>
                      <a:pt x="345" y="14"/>
                      <a:pt x="345" y="14"/>
                      <a:pt x="345" y="14"/>
                    </a:cubicBezTo>
                    <a:moveTo>
                      <a:pt x="345" y="0"/>
                    </a:moveTo>
                    <a:cubicBezTo>
                      <a:pt x="22" y="0"/>
                      <a:pt x="22" y="0"/>
                      <a:pt x="22" y="0"/>
                    </a:cubicBezTo>
                    <a:cubicBezTo>
                      <a:pt x="10" y="0"/>
                      <a:pt x="0" y="9"/>
                      <a:pt x="0" y="21"/>
                    </a:cubicBezTo>
                    <a:cubicBezTo>
                      <a:pt x="0" y="219"/>
                      <a:pt x="0" y="219"/>
                      <a:pt x="0" y="219"/>
                    </a:cubicBezTo>
                    <a:cubicBezTo>
                      <a:pt x="0" y="231"/>
                      <a:pt x="10" y="241"/>
                      <a:pt x="22" y="241"/>
                    </a:cubicBezTo>
                    <a:cubicBezTo>
                      <a:pt x="345" y="241"/>
                      <a:pt x="345" y="241"/>
                      <a:pt x="345" y="241"/>
                    </a:cubicBezTo>
                    <a:cubicBezTo>
                      <a:pt x="357" y="241"/>
                      <a:pt x="367" y="231"/>
                      <a:pt x="367" y="219"/>
                    </a:cubicBezTo>
                    <a:cubicBezTo>
                      <a:pt x="367" y="21"/>
                      <a:pt x="367" y="21"/>
                      <a:pt x="367" y="21"/>
                    </a:cubicBezTo>
                    <a:cubicBezTo>
                      <a:pt x="367" y="9"/>
                      <a:pt x="357" y="0"/>
                      <a:pt x="345" y="0"/>
                    </a:cubicBezTo>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48" name="Freeform 53"/>
              <p:cNvSpPr/>
              <p:nvPr/>
            </p:nvSpPr>
            <p:spPr bwMode="auto">
              <a:xfrm>
                <a:off x="6063177" y="4737683"/>
                <a:ext cx="887197" cy="43237"/>
              </a:xfrm>
              <a:custGeom>
                <a:avLst/>
                <a:gdLst>
                  <a:gd name="T0" fmla="*/ 887197 w 451"/>
                  <a:gd name="T1" fmla="*/ 43237 h 22"/>
                  <a:gd name="T2" fmla="*/ 887197 w 451"/>
                  <a:gd name="T3" fmla="*/ 27514 h 22"/>
                  <a:gd name="T4" fmla="*/ 861624 w 451"/>
                  <a:gd name="T5" fmla="*/ 0 h 22"/>
                  <a:gd name="T6" fmla="*/ 25573 w 451"/>
                  <a:gd name="T7" fmla="*/ 0 h 22"/>
                  <a:gd name="T8" fmla="*/ 0 w 451"/>
                  <a:gd name="T9" fmla="*/ 27514 h 22"/>
                  <a:gd name="T10" fmla="*/ 0 w 451"/>
                  <a:gd name="T11" fmla="*/ 43237 h 22"/>
                  <a:gd name="T12" fmla="*/ 887197 w 451"/>
                  <a:gd name="T13" fmla="*/ 43237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22">
                    <a:moveTo>
                      <a:pt x="451" y="22"/>
                    </a:moveTo>
                    <a:cubicBezTo>
                      <a:pt x="451" y="14"/>
                      <a:pt x="451" y="14"/>
                      <a:pt x="451" y="14"/>
                    </a:cubicBezTo>
                    <a:cubicBezTo>
                      <a:pt x="451" y="6"/>
                      <a:pt x="445" y="0"/>
                      <a:pt x="438" y="0"/>
                    </a:cubicBezTo>
                    <a:cubicBezTo>
                      <a:pt x="13" y="0"/>
                      <a:pt x="13" y="0"/>
                      <a:pt x="13" y="0"/>
                    </a:cubicBezTo>
                    <a:cubicBezTo>
                      <a:pt x="6" y="0"/>
                      <a:pt x="0" y="6"/>
                      <a:pt x="0" y="14"/>
                    </a:cubicBezTo>
                    <a:cubicBezTo>
                      <a:pt x="0" y="22"/>
                      <a:pt x="0" y="22"/>
                      <a:pt x="0" y="22"/>
                    </a:cubicBezTo>
                    <a:lnTo>
                      <a:pt x="451" y="22"/>
                    </a:ln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49" name="Rectangle 54"/>
              <p:cNvSpPr>
                <a:spLocks noChangeArrowheads="1"/>
              </p:cNvSpPr>
              <p:nvPr/>
            </p:nvSpPr>
            <p:spPr bwMode="auto">
              <a:xfrm>
                <a:off x="6063177" y="4765122"/>
                <a:ext cx="887197" cy="15798"/>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9170">
                  <a:defRPr/>
                </a:pPr>
                <a:endParaRPr lang="zh-CN" altLang="zh-CN" sz="2400" kern="0">
                  <a:solidFill>
                    <a:prstClr val="black"/>
                  </a:solidFill>
                  <a:ea typeface="宋体" panose="02010600030101010101" pitchFamily="2" charset="-122"/>
                </a:endParaRPr>
              </a:p>
            </p:txBody>
          </p:sp>
          <p:sp>
            <p:nvSpPr>
              <p:cNvPr id="51" name="Rectangle 55"/>
              <p:cNvSpPr>
                <a:spLocks noChangeArrowheads="1"/>
              </p:cNvSpPr>
              <p:nvPr/>
            </p:nvSpPr>
            <p:spPr bwMode="auto">
              <a:xfrm>
                <a:off x="6258576" y="4753481"/>
                <a:ext cx="497229" cy="11641"/>
              </a:xfrm>
              <a:prstGeom prst="rect">
                <a:avLst/>
              </a:prstGeom>
              <a:solidFill>
                <a:srgbClr val="2A2E3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9170">
                  <a:defRPr/>
                </a:pPr>
                <a:endParaRPr lang="zh-CN" altLang="zh-CN" sz="2400" kern="0">
                  <a:solidFill>
                    <a:prstClr val="black"/>
                  </a:solidFill>
                  <a:ea typeface="宋体" panose="02010600030101010101" pitchFamily="2" charset="-122"/>
                </a:endParaRPr>
              </a:p>
            </p:txBody>
          </p:sp>
          <p:sp>
            <p:nvSpPr>
              <p:cNvPr id="52" name="Freeform 56"/>
              <p:cNvSpPr/>
              <p:nvPr/>
            </p:nvSpPr>
            <p:spPr bwMode="auto">
              <a:xfrm>
                <a:off x="6173764" y="4292006"/>
                <a:ext cx="641077" cy="410755"/>
              </a:xfrm>
              <a:custGeom>
                <a:avLst/>
                <a:gdLst>
                  <a:gd name="T0" fmla="*/ 641077 w 326"/>
                  <a:gd name="T1" fmla="*/ 0 h 209"/>
                  <a:gd name="T2" fmla="*/ 15732 w 326"/>
                  <a:gd name="T3" fmla="*/ 0 h 209"/>
                  <a:gd name="T4" fmla="*/ 0 w 326"/>
                  <a:gd name="T5" fmla="*/ 13757 h 209"/>
                  <a:gd name="T6" fmla="*/ 0 w 326"/>
                  <a:gd name="T7" fmla="*/ 402894 h 209"/>
                  <a:gd name="T8" fmla="*/ 1966 w 326"/>
                  <a:gd name="T9" fmla="*/ 410755 h 209"/>
                  <a:gd name="T10" fmla="*/ 641077 w 326"/>
                  <a:gd name="T11" fmla="*/ 0 h 20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209">
                    <a:moveTo>
                      <a:pt x="326" y="0"/>
                    </a:moveTo>
                    <a:cubicBezTo>
                      <a:pt x="8" y="0"/>
                      <a:pt x="8" y="0"/>
                      <a:pt x="8" y="0"/>
                    </a:cubicBezTo>
                    <a:cubicBezTo>
                      <a:pt x="3" y="0"/>
                      <a:pt x="0" y="3"/>
                      <a:pt x="0" y="7"/>
                    </a:cubicBezTo>
                    <a:cubicBezTo>
                      <a:pt x="0" y="205"/>
                      <a:pt x="0" y="205"/>
                      <a:pt x="0" y="205"/>
                    </a:cubicBezTo>
                    <a:cubicBezTo>
                      <a:pt x="0" y="207"/>
                      <a:pt x="0" y="208"/>
                      <a:pt x="1" y="209"/>
                    </a:cubicBezTo>
                    <a:cubicBezTo>
                      <a:pt x="326" y="0"/>
                      <a:pt x="326" y="0"/>
                      <a:pt x="326" y="0"/>
                    </a:cubicBezTo>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53" name="Freeform 57"/>
              <p:cNvSpPr/>
              <p:nvPr/>
            </p:nvSpPr>
            <p:spPr bwMode="auto">
              <a:xfrm>
                <a:off x="6159629" y="4277870"/>
                <a:ext cx="674336" cy="432373"/>
              </a:xfrm>
              <a:custGeom>
                <a:avLst/>
                <a:gdLst>
                  <a:gd name="T0" fmla="*/ 664506 w 343"/>
                  <a:gd name="T1" fmla="*/ 0 h 220"/>
                  <a:gd name="T2" fmla="*/ 29490 w 343"/>
                  <a:gd name="T3" fmla="*/ 0 h 220"/>
                  <a:gd name="T4" fmla="*/ 0 w 343"/>
                  <a:gd name="T5" fmla="*/ 27515 h 220"/>
                  <a:gd name="T6" fmla="*/ 0 w 343"/>
                  <a:gd name="T7" fmla="*/ 416650 h 220"/>
                  <a:gd name="T8" fmla="*/ 3932 w 343"/>
                  <a:gd name="T9" fmla="*/ 432373 h 220"/>
                  <a:gd name="T10" fmla="*/ 15728 w 343"/>
                  <a:gd name="T11" fmla="*/ 424512 h 220"/>
                  <a:gd name="T12" fmla="*/ 13762 w 343"/>
                  <a:gd name="T13" fmla="*/ 416650 h 220"/>
                  <a:gd name="T14" fmla="*/ 13762 w 343"/>
                  <a:gd name="T15" fmla="*/ 27515 h 220"/>
                  <a:gd name="T16" fmla="*/ 29490 w 343"/>
                  <a:gd name="T17" fmla="*/ 13757 h 220"/>
                  <a:gd name="T18" fmla="*/ 654676 w 343"/>
                  <a:gd name="T19" fmla="*/ 13757 h 220"/>
                  <a:gd name="T20" fmla="*/ 674336 w 343"/>
                  <a:gd name="T21" fmla="*/ 0 h 220"/>
                  <a:gd name="T22" fmla="*/ 664506 w 343"/>
                  <a:gd name="T23" fmla="*/ 0 h 2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43" h="220">
                    <a:moveTo>
                      <a:pt x="338" y="0"/>
                    </a:moveTo>
                    <a:cubicBezTo>
                      <a:pt x="15" y="0"/>
                      <a:pt x="15" y="0"/>
                      <a:pt x="15" y="0"/>
                    </a:cubicBezTo>
                    <a:cubicBezTo>
                      <a:pt x="7" y="0"/>
                      <a:pt x="0" y="6"/>
                      <a:pt x="0" y="14"/>
                    </a:cubicBezTo>
                    <a:cubicBezTo>
                      <a:pt x="0" y="212"/>
                      <a:pt x="0" y="212"/>
                      <a:pt x="0" y="212"/>
                    </a:cubicBezTo>
                    <a:cubicBezTo>
                      <a:pt x="0" y="215"/>
                      <a:pt x="1" y="218"/>
                      <a:pt x="2" y="220"/>
                    </a:cubicBezTo>
                    <a:cubicBezTo>
                      <a:pt x="8" y="216"/>
                      <a:pt x="8" y="216"/>
                      <a:pt x="8" y="216"/>
                    </a:cubicBezTo>
                    <a:cubicBezTo>
                      <a:pt x="7" y="215"/>
                      <a:pt x="7" y="214"/>
                      <a:pt x="7" y="212"/>
                    </a:cubicBezTo>
                    <a:cubicBezTo>
                      <a:pt x="7" y="14"/>
                      <a:pt x="7" y="14"/>
                      <a:pt x="7" y="14"/>
                    </a:cubicBezTo>
                    <a:cubicBezTo>
                      <a:pt x="7" y="10"/>
                      <a:pt x="10" y="7"/>
                      <a:pt x="15" y="7"/>
                    </a:cubicBezTo>
                    <a:cubicBezTo>
                      <a:pt x="333" y="7"/>
                      <a:pt x="333" y="7"/>
                      <a:pt x="333" y="7"/>
                    </a:cubicBezTo>
                    <a:cubicBezTo>
                      <a:pt x="343" y="0"/>
                      <a:pt x="343" y="0"/>
                      <a:pt x="343" y="0"/>
                    </a:cubicBezTo>
                    <a:cubicBezTo>
                      <a:pt x="341" y="0"/>
                      <a:pt x="340" y="0"/>
                      <a:pt x="338" y="0"/>
                    </a:cubicBezTo>
                  </a:path>
                </a:pathLst>
              </a:custGeom>
              <a:solidFill>
                <a:srgbClr val="747781"/>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54" name="Oval 58"/>
              <p:cNvSpPr>
                <a:spLocks noChangeArrowheads="1"/>
              </p:cNvSpPr>
              <p:nvPr/>
            </p:nvSpPr>
            <p:spPr bwMode="auto">
              <a:xfrm>
                <a:off x="5953850" y="1880646"/>
                <a:ext cx="1105935" cy="1113006"/>
              </a:xfrm>
              <a:prstGeom prst="ellipse">
                <a:avLst/>
              </a:prstGeom>
              <a:solidFill>
                <a:srgbClr val="6C2B43">
                  <a:lumMod val="60000"/>
                  <a:lumOff val="40000"/>
                </a:srgbClr>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grpSp>
            <p:nvGrpSpPr>
              <p:cNvPr id="55" name="Group 54"/>
              <p:cNvGrpSpPr/>
              <p:nvPr/>
            </p:nvGrpSpPr>
            <p:grpSpPr bwMode="auto">
              <a:xfrm>
                <a:off x="6113066" y="1956359"/>
                <a:ext cx="788250" cy="829823"/>
                <a:chOff x="6113066" y="1956359"/>
                <a:chExt cx="788250" cy="829823"/>
              </a:xfrm>
            </p:grpSpPr>
            <p:sp>
              <p:nvSpPr>
                <p:cNvPr id="106" name="Freeform 8"/>
                <p:cNvSpPr/>
                <p:nvPr/>
              </p:nvSpPr>
              <p:spPr bwMode="auto">
                <a:xfrm>
                  <a:off x="6512180" y="2457745"/>
                  <a:ext cx="24945" cy="29102"/>
                </a:xfrm>
                <a:custGeom>
                  <a:avLst/>
                  <a:gdLst>
                    <a:gd name="T0" fmla="*/ 0 w 30"/>
                    <a:gd name="T1" fmla="*/ 11641 h 35"/>
                    <a:gd name="T2" fmla="*/ 9147 w 30"/>
                    <a:gd name="T3" fmla="*/ 19124 h 35"/>
                    <a:gd name="T4" fmla="*/ 9147 w 30"/>
                    <a:gd name="T5" fmla="*/ 29102 h 35"/>
                    <a:gd name="T6" fmla="*/ 24945 w 30"/>
                    <a:gd name="T7" fmla="*/ 29102 h 35"/>
                    <a:gd name="T8" fmla="*/ 24945 w 30"/>
                    <a:gd name="T9" fmla="*/ 9978 h 35"/>
                    <a:gd name="T10" fmla="*/ 7484 w 30"/>
                    <a:gd name="T11" fmla="*/ 0 h 35"/>
                    <a:gd name="T12" fmla="*/ 0 w 30"/>
                    <a:gd name="T13" fmla="*/ 11641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35">
                      <a:moveTo>
                        <a:pt x="0" y="14"/>
                      </a:moveTo>
                      <a:lnTo>
                        <a:pt x="11" y="23"/>
                      </a:lnTo>
                      <a:lnTo>
                        <a:pt x="11" y="35"/>
                      </a:lnTo>
                      <a:lnTo>
                        <a:pt x="30" y="35"/>
                      </a:lnTo>
                      <a:lnTo>
                        <a:pt x="30" y="12"/>
                      </a:lnTo>
                      <a:lnTo>
                        <a:pt x="9" y="0"/>
                      </a:lnTo>
                      <a:lnTo>
                        <a:pt x="0" y="14"/>
                      </a:lnTo>
                      <a:close/>
                    </a:path>
                  </a:pathLst>
                </a:custGeom>
                <a:solidFill>
                  <a:srgbClr val="FFFFFD"/>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07" name="Freeform 59"/>
                <p:cNvSpPr/>
                <p:nvPr/>
              </p:nvSpPr>
              <p:spPr bwMode="auto">
                <a:xfrm>
                  <a:off x="6395772" y="2420328"/>
                  <a:ext cx="222007" cy="170455"/>
                </a:xfrm>
                <a:custGeom>
                  <a:avLst/>
                  <a:gdLst>
                    <a:gd name="T0" fmla="*/ 188608 w 113"/>
                    <a:gd name="T1" fmla="*/ 0 h 87"/>
                    <a:gd name="T2" fmla="*/ 111986 w 113"/>
                    <a:gd name="T3" fmla="*/ 47022 h 87"/>
                    <a:gd name="T4" fmla="*/ 33399 w 113"/>
                    <a:gd name="T5" fmla="*/ 0 h 87"/>
                    <a:gd name="T6" fmla="*/ 0 w 113"/>
                    <a:gd name="T7" fmla="*/ 125392 h 87"/>
                    <a:gd name="T8" fmla="*/ 111986 w 113"/>
                    <a:gd name="T9" fmla="*/ 170455 h 87"/>
                    <a:gd name="T10" fmla="*/ 222007 w 113"/>
                    <a:gd name="T11" fmla="*/ 125392 h 87"/>
                    <a:gd name="T12" fmla="*/ 188608 w 113"/>
                    <a:gd name="T13" fmla="*/ 0 h 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3" h="87">
                      <a:moveTo>
                        <a:pt x="96" y="0"/>
                      </a:moveTo>
                      <a:cubicBezTo>
                        <a:pt x="57" y="24"/>
                        <a:pt x="57" y="24"/>
                        <a:pt x="57" y="24"/>
                      </a:cubicBezTo>
                      <a:cubicBezTo>
                        <a:pt x="17" y="0"/>
                        <a:pt x="17" y="0"/>
                        <a:pt x="17" y="0"/>
                      </a:cubicBezTo>
                      <a:cubicBezTo>
                        <a:pt x="19" y="21"/>
                        <a:pt x="0" y="64"/>
                        <a:pt x="0" y="64"/>
                      </a:cubicBezTo>
                      <a:cubicBezTo>
                        <a:pt x="57" y="87"/>
                        <a:pt x="57" y="87"/>
                        <a:pt x="57" y="87"/>
                      </a:cubicBezTo>
                      <a:cubicBezTo>
                        <a:pt x="113" y="64"/>
                        <a:pt x="113" y="64"/>
                        <a:pt x="113" y="64"/>
                      </a:cubicBezTo>
                      <a:cubicBezTo>
                        <a:pt x="113" y="64"/>
                        <a:pt x="94" y="21"/>
                        <a:pt x="96" y="0"/>
                      </a:cubicBezTo>
                      <a:close/>
                    </a:path>
                  </a:pathLst>
                </a:custGeom>
                <a:solidFill>
                  <a:srgbClr val="EFCBAB"/>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08" name="Freeform 60"/>
                <p:cNvSpPr/>
                <p:nvPr/>
              </p:nvSpPr>
              <p:spPr bwMode="auto">
                <a:xfrm>
                  <a:off x="6113066" y="2538399"/>
                  <a:ext cx="788250" cy="247783"/>
                </a:xfrm>
                <a:custGeom>
                  <a:avLst/>
                  <a:gdLst>
                    <a:gd name="T0" fmla="*/ 788250 w 401"/>
                    <a:gd name="T1" fmla="*/ 247783 h 126"/>
                    <a:gd name="T2" fmla="*/ 746970 w 401"/>
                    <a:gd name="T3" fmla="*/ 62929 h 126"/>
                    <a:gd name="T4" fmla="*/ 630993 w 401"/>
                    <a:gd name="T5" fmla="*/ 29498 h 126"/>
                    <a:gd name="T6" fmla="*/ 630993 w 401"/>
                    <a:gd name="T7" fmla="*/ 29498 h 126"/>
                    <a:gd name="T8" fmla="*/ 630993 w 401"/>
                    <a:gd name="T9" fmla="*/ 29498 h 126"/>
                    <a:gd name="T10" fmla="*/ 560228 w 401"/>
                    <a:gd name="T11" fmla="*/ 23598 h 126"/>
                    <a:gd name="T12" fmla="*/ 538605 w 401"/>
                    <a:gd name="T13" fmla="*/ 13766 h 126"/>
                    <a:gd name="T14" fmla="*/ 511085 w 401"/>
                    <a:gd name="T15" fmla="*/ 0 h 126"/>
                    <a:gd name="T16" fmla="*/ 395108 w 401"/>
                    <a:gd name="T17" fmla="*/ 37364 h 126"/>
                    <a:gd name="T18" fmla="*/ 395108 w 401"/>
                    <a:gd name="T19" fmla="*/ 37364 h 126"/>
                    <a:gd name="T20" fmla="*/ 277165 w 401"/>
                    <a:gd name="T21" fmla="*/ 0 h 126"/>
                    <a:gd name="T22" fmla="*/ 249645 w 401"/>
                    <a:gd name="T23" fmla="*/ 13766 h 126"/>
                    <a:gd name="T24" fmla="*/ 228022 w 401"/>
                    <a:gd name="T25" fmla="*/ 23598 h 126"/>
                    <a:gd name="T26" fmla="*/ 157257 w 401"/>
                    <a:gd name="T27" fmla="*/ 29498 h 126"/>
                    <a:gd name="T28" fmla="*/ 157257 w 401"/>
                    <a:gd name="T29" fmla="*/ 29498 h 126"/>
                    <a:gd name="T30" fmla="*/ 157257 w 401"/>
                    <a:gd name="T31" fmla="*/ 29498 h 126"/>
                    <a:gd name="T32" fmla="*/ 41280 w 401"/>
                    <a:gd name="T33" fmla="*/ 62929 h 126"/>
                    <a:gd name="T34" fmla="*/ 0 w 401"/>
                    <a:gd name="T35" fmla="*/ 247783 h 126"/>
                    <a:gd name="T36" fmla="*/ 788250 w 401"/>
                    <a:gd name="T37" fmla="*/ 247783 h 1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01" h="126">
                      <a:moveTo>
                        <a:pt x="401" y="126"/>
                      </a:moveTo>
                      <a:cubicBezTo>
                        <a:pt x="400" y="97"/>
                        <a:pt x="396" y="44"/>
                        <a:pt x="380" y="32"/>
                      </a:cubicBezTo>
                      <a:cubicBezTo>
                        <a:pt x="368" y="22"/>
                        <a:pt x="342" y="18"/>
                        <a:pt x="321" y="15"/>
                      </a:cubicBezTo>
                      <a:cubicBezTo>
                        <a:pt x="321" y="15"/>
                        <a:pt x="321" y="15"/>
                        <a:pt x="321" y="15"/>
                      </a:cubicBezTo>
                      <a:cubicBezTo>
                        <a:pt x="321" y="15"/>
                        <a:pt x="321" y="15"/>
                        <a:pt x="321" y="15"/>
                      </a:cubicBezTo>
                      <a:cubicBezTo>
                        <a:pt x="301" y="13"/>
                        <a:pt x="285" y="12"/>
                        <a:pt x="285" y="12"/>
                      </a:cubicBezTo>
                      <a:cubicBezTo>
                        <a:pt x="274" y="7"/>
                        <a:pt x="274" y="7"/>
                        <a:pt x="274" y="7"/>
                      </a:cubicBezTo>
                      <a:cubicBezTo>
                        <a:pt x="260" y="0"/>
                        <a:pt x="260" y="0"/>
                        <a:pt x="260" y="0"/>
                      </a:cubicBezTo>
                      <a:cubicBezTo>
                        <a:pt x="201" y="19"/>
                        <a:pt x="201" y="19"/>
                        <a:pt x="201" y="19"/>
                      </a:cubicBezTo>
                      <a:cubicBezTo>
                        <a:pt x="201" y="19"/>
                        <a:pt x="201" y="19"/>
                        <a:pt x="201" y="19"/>
                      </a:cubicBezTo>
                      <a:cubicBezTo>
                        <a:pt x="141" y="0"/>
                        <a:pt x="141" y="0"/>
                        <a:pt x="141" y="0"/>
                      </a:cubicBezTo>
                      <a:cubicBezTo>
                        <a:pt x="127" y="7"/>
                        <a:pt x="127" y="7"/>
                        <a:pt x="127" y="7"/>
                      </a:cubicBezTo>
                      <a:cubicBezTo>
                        <a:pt x="116" y="12"/>
                        <a:pt x="116" y="12"/>
                        <a:pt x="116" y="12"/>
                      </a:cubicBezTo>
                      <a:cubicBezTo>
                        <a:pt x="116" y="12"/>
                        <a:pt x="100" y="13"/>
                        <a:pt x="80" y="15"/>
                      </a:cubicBezTo>
                      <a:cubicBezTo>
                        <a:pt x="80" y="15"/>
                        <a:pt x="80" y="15"/>
                        <a:pt x="80" y="15"/>
                      </a:cubicBezTo>
                      <a:cubicBezTo>
                        <a:pt x="80" y="15"/>
                        <a:pt x="80" y="15"/>
                        <a:pt x="80" y="15"/>
                      </a:cubicBezTo>
                      <a:cubicBezTo>
                        <a:pt x="59" y="18"/>
                        <a:pt x="33" y="22"/>
                        <a:pt x="21" y="32"/>
                      </a:cubicBezTo>
                      <a:cubicBezTo>
                        <a:pt x="6" y="44"/>
                        <a:pt x="1" y="97"/>
                        <a:pt x="0" y="126"/>
                      </a:cubicBezTo>
                      <a:lnTo>
                        <a:pt x="401" y="126"/>
                      </a:lnTo>
                      <a:close/>
                    </a:path>
                  </a:pathLst>
                </a:custGeom>
                <a:solidFill>
                  <a:srgbClr val="2D2D2D"/>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09" name="Freeform 61"/>
                <p:cNvSpPr/>
                <p:nvPr/>
              </p:nvSpPr>
              <p:spPr bwMode="auto">
                <a:xfrm>
                  <a:off x="6320938" y="2168388"/>
                  <a:ext cx="371675" cy="310976"/>
                </a:xfrm>
                <a:custGeom>
                  <a:avLst/>
                  <a:gdLst>
                    <a:gd name="T0" fmla="*/ 186821 w 189"/>
                    <a:gd name="T1" fmla="*/ 0 h 158"/>
                    <a:gd name="T2" fmla="*/ 57029 w 189"/>
                    <a:gd name="T3" fmla="*/ 0 h 158"/>
                    <a:gd name="T4" fmla="*/ 5900 w 189"/>
                    <a:gd name="T5" fmla="*/ 59046 h 158"/>
                    <a:gd name="T6" fmla="*/ 33431 w 189"/>
                    <a:gd name="T7" fmla="*/ 179106 h 158"/>
                    <a:gd name="T8" fmla="*/ 165189 w 189"/>
                    <a:gd name="T9" fmla="*/ 303103 h 158"/>
                    <a:gd name="T10" fmla="*/ 208453 w 189"/>
                    <a:gd name="T11" fmla="*/ 303103 h 158"/>
                    <a:gd name="T12" fmla="*/ 338244 w 189"/>
                    <a:gd name="T13" fmla="*/ 179106 h 158"/>
                    <a:gd name="T14" fmla="*/ 365775 w 189"/>
                    <a:gd name="T15" fmla="*/ 59046 h 158"/>
                    <a:gd name="T16" fmla="*/ 316612 w 189"/>
                    <a:gd name="T17" fmla="*/ 0 h 158"/>
                    <a:gd name="T18" fmla="*/ 186821 w 18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9" h="158">
                      <a:moveTo>
                        <a:pt x="95" y="0"/>
                      </a:moveTo>
                      <a:cubicBezTo>
                        <a:pt x="29" y="0"/>
                        <a:pt x="29" y="0"/>
                        <a:pt x="29" y="0"/>
                      </a:cubicBezTo>
                      <a:cubicBezTo>
                        <a:pt x="12" y="0"/>
                        <a:pt x="0" y="14"/>
                        <a:pt x="3" y="30"/>
                      </a:cubicBezTo>
                      <a:cubicBezTo>
                        <a:pt x="7" y="51"/>
                        <a:pt x="12" y="77"/>
                        <a:pt x="17" y="91"/>
                      </a:cubicBezTo>
                      <a:cubicBezTo>
                        <a:pt x="24" y="108"/>
                        <a:pt x="59" y="143"/>
                        <a:pt x="84" y="154"/>
                      </a:cubicBezTo>
                      <a:cubicBezTo>
                        <a:pt x="90" y="158"/>
                        <a:pt x="99" y="158"/>
                        <a:pt x="106" y="154"/>
                      </a:cubicBezTo>
                      <a:cubicBezTo>
                        <a:pt x="130" y="143"/>
                        <a:pt x="165" y="108"/>
                        <a:pt x="172" y="91"/>
                      </a:cubicBezTo>
                      <a:cubicBezTo>
                        <a:pt x="177" y="77"/>
                        <a:pt x="182" y="51"/>
                        <a:pt x="186" y="30"/>
                      </a:cubicBezTo>
                      <a:cubicBezTo>
                        <a:pt x="189" y="14"/>
                        <a:pt x="177" y="0"/>
                        <a:pt x="161" y="0"/>
                      </a:cubicBezTo>
                      <a:lnTo>
                        <a:pt x="95" y="0"/>
                      </a:lnTo>
                      <a:close/>
                    </a:path>
                  </a:pathLst>
                </a:custGeom>
                <a:solidFill>
                  <a:srgbClr val="F4D3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10" name="Freeform 62"/>
                <p:cNvSpPr/>
                <p:nvPr/>
              </p:nvSpPr>
              <p:spPr bwMode="auto">
                <a:xfrm>
                  <a:off x="6508022" y="2168388"/>
                  <a:ext cx="178770" cy="155488"/>
                </a:xfrm>
                <a:custGeom>
                  <a:avLst/>
                  <a:gdLst>
                    <a:gd name="T0" fmla="*/ 0 w 91"/>
                    <a:gd name="T1" fmla="*/ 0 h 79"/>
                    <a:gd name="T2" fmla="*/ 153231 w 91"/>
                    <a:gd name="T3" fmla="*/ 35428 h 79"/>
                    <a:gd name="T4" fmla="*/ 153231 w 91"/>
                    <a:gd name="T5" fmla="*/ 153520 h 79"/>
                    <a:gd name="T6" fmla="*/ 170912 w 91"/>
                    <a:gd name="T7" fmla="*/ 129901 h 79"/>
                    <a:gd name="T8" fmla="*/ 178770 w 91"/>
                    <a:gd name="T9" fmla="*/ 45269 h 79"/>
                    <a:gd name="T10" fmla="*/ 178770 w 91"/>
                    <a:gd name="T11" fmla="*/ 0 h 79"/>
                    <a:gd name="T12" fmla="*/ 0 w 91"/>
                    <a:gd name="T13" fmla="*/ 0 h 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1" h="79">
                      <a:moveTo>
                        <a:pt x="0" y="0"/>
                      </a:moveTo>
                      <a:cubicBezTo>
                        <a:pt x="27" y="0"/>
                        <a:pt x="66" y="13"/>
                        <a:pt x="78" y="18"/>
                      </a:cubicBezTo>
                      <a:cubicBezTo>
                        <a:pt x="89" y="24"/>
                        <a:pt x="76" y="79"/>
                        <a:pt x="78" y="78"/>
                      </a:cubicBezTo>
                      <a:cubicBezTo>
                        <a:pt x="80" y="78"/>
                        <a:pt x="83" y="69"/>
                        <a:pt x="87" y="66"/>
                      </a:cubicBezTo>
                      <a:cubicBezTo>
                        <a:pt x="90" y="63"/>
                        <a:pt x="91" y="23"/>
                        <a:pt x="91" y="23"/>
                      </a:cubicBezTo>
                      <a:cubicBezTo>
                        <a:pt x="91" y="0"/>
                        <a:pt x="91" y="0"/>
                        <a:pt x="91" y="0"/>
                      </a:cubicBezTo>
                      <a:lnTo>
                        <a:pt x="0" y="0"/>
                      </a:lnTo>
                      <a:close/>
                    </a:path>
                  </a:pathLst>
                </a:custGeom>
                <a:solidFill>
                  <a:srgbClr val="55260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11" name="Freeform 63"/>
                <p:cNvSpPr/>
                <p:nvPr/>
              </p:nvSpPr>
              <p:spPr bwMode="auto">
                <a:xfrm>
                  <a:off x="6429031" y="2420328"/>
                  <a:ext cx="155488" cy="66519"/>
                </a:xfrm>
                <a:custGeom>
                  <a:avLst/>
                  <a:gdLst>
                    <a:gd name="T0" fmla="*/ 155488 w 79"/>
                    <a:gd name="T1" fmla="*/ 21521 h 34"/>
                    <a:gd name="T2" fmla="*/ 155488 w 79"/>
                    <a:gd name="T3" fmla="*/ 0 h 34"/>
                    <a:gd name="T4" fmla="*/ 78728 w 79"/>
                    <a:gd name="T5" fmla="*/ 46955 h 34"/>
                    <a:gd name="T6" fmla="*/ 0 w 79"/>
                    <a:gd name="T7" fmla="*/ 0 h 34"/>
                    <a:gd name="T8" fmla="*/ 0 w 79"/>
                    <a:gd name="T9" fmla="*/ 21521 h 34"/>
                    <a:gd name="T10" fmla="*/ 57078 w 79"/>
                    <a:gd name="T11" fmla="*/ 58693 h 34"/>
                    <a:gd name="T12" fmla="*/ 100378 w 79"/>
                    <a:gd name="T13" fmla="*/ 58693 h 34"/>
                    <a:gd name="T14" fmla="*/ 155488 w 79"/>
                    <a:gd name="T15" fmla="*/ 21521 h 3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9" h="34">
                      <a:moveTo>
                        <a:pt x="79" y="11"/>
                      </a:moveTo>
                      <a:cubicBezTo>
                        <a:pt x="79" y="7"/>
                        <a:pt x="79" y="3"/>
                        <a:pt x="79" y="0"/>
                      </a:cubicBezTo>
                      <a:cubicBezTo>
                        <a:pt x="40" y="24"/>
                        <a:pt x="40" y="24"/>
                        <a:pt x="40" y="24"/>
                      </a:cubicBezTo>
                      <a:cubicBezTo>
                        <a:pt x="0" y="0"/>
                        <a:pt x="0" y="0"/>
                        <a:pt x="0" y="0"/>
                      </a:cubicBezTo>
                      <a:cubicBezTo>
                        <a:pt x="0" y="3"/>
                        <a:pt x="0" y="7"/>
                        <a:pt x="0" y="11"/>
                      </a:cubicBezTo>
                      <a:cubicBezTo>
                        <a:pt x="10" y="19"/>
                        <a:pt x="20" y="26"/>
                        <a:pt x="29" y="30"/>
                      </a:cubicBezTo>
                      <a:cubicBezTo>
                        <a:pt x="35" y="34"/>
                        <a:pt x="44" y="34"/>
                        <a:pt x="51" y="30"/>
                      </a:cubicBezTo>
                      <a:cubicBezTo>
                        <a:pt x="59" y="26"/>
                        <a:pt x="69" y="19"/>
                        <a:pt x="79" y="11"/>
                      </a:cubicBezTo>
                      <a:close/>
                    </a:path>
                  </a:pathLst>
                </a:custGeom>
                <a:solidFill>
                  <a:srgbClr val="DDB699"/>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12" name="Freeform 64"/>
                <p:cNvSpPr/>
                <p:nvPr/>
              </p:nvSpPr>
              <p:spPr bwMode="auto">
                <a:xfrm>
                  <a:off x="6320938" y="2168388"/>
                  <a:ext cx="371675" cy="310976"/>
                </a:xfrm>
                <a:custGeom>
                  <a:avLst/>
                  <a:gdLst>
                    <a:gd name="T0" fmla="*/ 186821 w 189"/>
                    <a:gd name="T1" fmla="*/ 0 h 158"/>
                    <a:gd name="T2" fmla="*/ 57029 w 189"/>
                    <a:gd name="T3" fmla="*/ 0 h 158"/>
                    <a:gd name="T4" fmla="*/ 5900 w 189"/>
                    <a:gd name="T5" fmla="*/ 59046 h 158"/>
                    <a:gd name="T6" fmla="*/ 33431 w 189"/>
                    <a:gd name="T7" fmla="*/ 179106 h 158"/>
                    <a:gd name="T8" fmla="*/ 165189 w 189"/>
                    <a:gd name="T9" fmla="*/ 303103 h 158"/>
                    <a:gd name="T10" fmla="*/ 208453 w 189"/>
                    <a:gd name="T11" fmla="*/ 303103 h 158"/>
                    <a:gd name="T12" fmla="*/ 338244 w 189"/>
                    <a:gd name="T13" fmla="*/ 179106 h 158"/>
                    <a:gd name="T14" fmla="*/ 365775 w 189"/>
                    <a:gd name="T15" fmla="*/ 59046 h 158"/>
                    <a:gd name="T16" fmla="*/ 316612 w 189"/>
                    <a:gd name="T17" fmla="*/ 0 h 158"/>
                    <a:gd name="T18" fmla="*/ 186821 w 189"/>
                    <a:gd name="T19" fmla="*/ 0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9" h="158">
                      <a:moveTo>
                        <a:pt x="95" y="0"/>
                      </a:moveTo>
                      <a:cubicBezTo>
                        <a:pt x="29" y="0"/>
                        <a:pt x="29" y="0"/>
                        <a:pt x="29" y="0"/>
                      </a:cubicBezTo>
                      <a:cubicBezTo>
                        <a:pt x="12" y="0"/>
                        <a:pt x="0" y="14"/>
                        <a:pt x="3" y="30"/>
                      </a:cubicBezTo>
                      <a:cubicBezTo>
                        <a:pt x="7" y="51"/>
                        <a:pt x="12" y="77"/>
                        <a:pt x="17" y="91"/>
                      </a:cubicBezTo>
                      <a:cubicBezTo>
                        <a:pt x="24" y="108"/>
                        <a:pt x="59" y="143"/>
                        <a:pt x="84" y="154"/>
                      </a:cubicBezTo>
                      <a:cubicBezTo>
                        <a:pt x="90" y="158"/>
                        <a:pt x="99" y="158"/>
                        <a:pt x="106" y="154"/>
                      </a:cubicBezTo>
                      <a:cubicBezTo>
                        <a:pt x="130" y="143"/>
                        <a:pt x="165" y="108"/>
                        <a:pt x="172" y="91"/>
                      </a:cubicBezTo>
                      <a:cubicBezTo>
                        <a:pt x="177" y="77"/>
                        <a:pt x="182" y="51"/>
                        <a:pt x="186" y="30"/>
                      </a:cubicBezTo>
                      <a:cubicBezTo>
                        <a:pt x="189" y="14"/>
                        <a:pt x="177" y="0"/>
                        <a:pt x="161" y="0"/>
                      </a:cubicBezTo>
                      <a:lnTo>
                        <a:pt x="95" y="0"/>
                      </a:lnTo>
                      <a:close/>
                    </a:path>
                  </a:pathLst>
                </a:custGeom>
                <a:solidFill>
                  <a:srgbClr val="F4D3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13" name="Freeform 65"/>
                <p:cNvSpPr/>
                <p:nvPr/>
              </p:nvSpPr>
              <p:spPr bwMode="auto">
                <a:xfrm>
                  <a:off x="6508022" y="2168388"/>
                  <a:ext cx="178770" cy="155488"/>
                </a:xfrm>
                <a:custGeom>
                  <a:avLst/>
                  <a:gdLst>
                    <a:gd name="T0" fmla="*/ 0 w 91"/>
                    <a:gd name="T1" fmla="*/ 0 h 79"/>
                    <a:gd name="T2" fmla="*/ 153231 w 91"/>
                    <a:gd name="T3" fmla="*/ 35428 h 79"/>
                    <a:gd name="T4" fmla="*/ 153231 w 91"/>
                    <a:gd name="T5" fmla="*/ 153520 h 79"/>
                    <a:gd name="T6" fmla="*/ 170912 w 91"/>
                    <a:gd name="T7" fmla="*/ 129901 h 79"/>
                    <a:gd name="T8" fmla="*/ 178770 w 91"/>
                    <a:gd name="T9" fmla="*/ 45269 h 79"/>
                    <a:gd name="T10" fmla="*/ 178770 w 91"/>
                    <a:gd name="T11" fmla="*/ 0 h 79"/>
                    <a:gd name="T12" fmla="*/ 0 w 91"/>
                    <a:gd name="T13" fmla="*/ 0 h 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1" h="79">
                      <a:moveTo>
                        <a:pt x="0" y="0"/>
                      </a:moveTo>
                      <a:cubicBezTo>
                        <a:pt x="27" y="0"/>
                        <a:pt x="66" y="13"/>
                        <a:pt x="78" y="18"/>
                      </a:cubicBezTo>
                      <a:cubicBezTo>
                        <a:pt x="89" y="24"/>
                        <a:pt x="76" y="79"/>
                        <a:pt x="78" y="78"/>
                      </a:cubicBezTo>
                      <a:cubicBezTo>
                        <a:pt x="80" y="78"/>
                        <a:pt x="83" y="69"/>
                        <a:pt x="87" y="66"/>
                      </a:cubicBezTo>
                      <a:cubicBezTo>
                        <a:pt x="90" y="63"/>
                        <a:pt x="91" y="23"/>
                        <a:pt x="91" y="23"/>
                      </a:cubicBezTo>
                      <a:cubicBezTo>
                        <a:pt x="91" y="0"/>
                        <a:pt x="91" y="0"/>
                        <a:pt x="91" y="0"/>
                      </a:cubicBezTo>
                      <a:lnTo>
                        <a:pt x="0" y="0"/>
                      </a:lnTo>
                      <a:close/>
                    </a:path>
                  </a:pathLst>
                </a:custGeom>
                <a:solidFill>
                  <a:srgbClr val="55260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14" name="Freeform 66"/>
                <p:cNvSpPr/>
                <p:nvPr/>
              </p:nvSpPr>
              <p:spPr bwMode="auto">
                <a:xfrm>
                  <a:off x="6512180" y="2166725"/>
                  <a:ext cx="5820" cy="0"/>
                </a:xfrm>
                <a:custGeom>
                  <a:avLst/>
                  <a:gdLst>
                    <a:gd name="T0" fmla="*/ 0 w 3"/>
                    <a:gd name="T1" fmla="*/ 5820 w 3"/>
                    <a:gd name="T2" fmla="*/ 0 w 3"/>
                    <a:gd name="T3" fmla="*/ 0 60000 65536"/>
                    <a:gd name="T4" fmla="*/ 0 60000 65536"/>
                    <a:gd name="T5" fmla="*/ 0 60000 65536"/>
                  </a:gdLst>
                  <a:ahLst/>
                  <a:cxnLst>
                    <a:cxn ang="T3">
                      <a:pos x="T0" y="0"/>
                    </a:cxn>
                    <a:cxn ang="T4">
                      <a:pos x="T1" y="0"/>
                    </a:cxn>
                    <a:cxn ang="T5">
                      <a:pos x="T2" y="0"/>
                    </a:cxn>
                  </a:cxnLst>
                  <a:rect l="0" t="0" r="r" b="b"/>
                  <a:pathLst>
                    <a:path w="3">
                      <a:moveTo>
                        <a:pt x="0" y="0"/>
                      </a:moveTo>
                      <a:cubicBezTo>
                        <a:pt x="3" y="0"/>
                        <a:pt x="3" y="0"/>
                        <a:pt x="3" y="0"/>
                      </a:cubicBezTo>
                      <a:cubicBezTo>
                        <a:pt x="2" y="0"/>
                        <a:pt x="1" y="0"/>
                        <a:pt x="0" y="0"/>
                      </a:cubicBezTo>
                      <a:close/>
                    </a:path>
                  </a:pathLst>
                </a:custGeom>
                <a:solidFill>
                  <a:srgbClr val="55260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15" name="Freeform 67"/>
                <p:cNvSpPr/>
                <p:nvPr/>
              </p:nvSpPr>
              <p:spPr bwMode="auto">
                <a:xfrm>
                  <a:off x="6518000" y="2166725"/>
                  <a:ext cx="135532" cy="47395"/>
                </a:xfrm>
                <a:custGeom>
                  <a:avLst/>
                  <a:gdLst>
                    <a:gd name="T0" fmla="*/ 135532 w 69"/>
                    <a:gd name="T1" fmla="*/ 47395 h 24"/>
                    <a:gd name="T2" fmla="*/ 125711 w 69"/>
                    <a:gd name="T3" fmla="*/ 27647 h 24"/>
                    <a:gd name="T4" fmla="*/ 41249 w 69"/>
                    <a:gd name="T5" fmla="*/ 0 h 24"/>
                    <a:gd name="T6" fmla="*/ 0 w 69"/>
                    <a:gd name="T7" fmla="*/ 0 h 24"/>
                    <a:gd name="T8" fmla="*/ 68748 w 69"/>
                    <a:gd name="T9" fmla="*/ 13824 h 24"/>
                    <a:gd name="T10" fmla="*/ 135532 w 69"/>
                    <a:gd name="T11" fmla="*/ 47395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9" h="24">
                      <a:moveTo>
                        <a:pt x="69" y="24"/>
                      </a:moveTo>
                      <a:cubicBezTo>
                        <a:pt x="64" y="14"/>
                        <a:pt x="64" y="14"/>
                        <a:pt x="64" y="14"/>
                      </a:cubicBezTo>
                      <a:cubicBezTo>
                        <a:pt x="21" y="0"/>
                        <a:pt x="21" y="0"/>
                        <a:pt x="21" y="0"/>
                      </a:cubicBezTo>
                      <a:cubicBezTo>
                        <a:pt x="0" y="0"/>
                        <a:pt x="0" y="0"/>
                        <a:pt x="0" y="0"/>
                      </a:cubicBezTo>
                      <a:cubicBezTo>
                        <a:pt x="11" y="0"/>
                        <a:pt x="23" y="2"/>
                        <a:pt x="35" y="7"/>
                      </a:cubicBezTo>
                      <a:cubicBezTo>
                        <a:pt x="62" y="18"/>
                        <a:pt x="69" y="24"/>
                        <a:pt x="69" y="24"/>
                      </a:cubicBezTo>
                      <a:close/>
                    </a:path>
                  </a:pathLst>
                </a:custGeom>
                <a:solidFill>
                  <a:srgbClr val="55260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16" name="Freeform 68"/>
                <p:cNvSpPr/>
                <p:nvPr/>
              </p:nvSpPr>
              <p:spPr bwMode="auto">
                <a:xfrm>
                  <a:off x="6323432" y="1956359"/>
                  <a:ext cx="375001" cy="367517"/>
                </a:xfrm>
                <a:custGeom>
                  <a:avLst/>
                  <a:gdLst>
                    <a:gd name="T0" fmla="*/ 286650 w 191"/>
                    <a:gd name="T1" fmla="*/ 58960 h 187"/>
                    <a:gd name="T2" fmla="*/ 243456 w 191"/>
                    <a:gd name="T3" fmla="*/ 9827 h 187"/>
                    <a:gd name="T4" fmla="*/ 243456 w 191"/>
                    <a:gd name="T5" fmla="*/ 37341 h 187"/>
                    <a:gd name="T6" fmla="*/ 184555 w 191"/>
                    <a:gd name="T7" fmla="*/ 27515 h 187"/>
                    <a:gd name="T8" fmla="*/ 184555 w 191"/>
                    <a:gd name="T9" fmla="*/ 0 h 187"/>
                    <a:gd name="T10" fmla="*/ 139398 w 191"/>
                    <a:gd name="T11" fmla="*/ 21619 h 187"/>
                    <a:gd name="T12" fmla="*/ 139398 w 191"/>
                    <a:gd name="T13" fmla="*/ 0 h 187"/>
                    <a:gd name="T14" fmla="*/ 96204 w 191"/>
                    <a:gd name="T15" fmla="*/ 60925 h 187"/>
                    <a:gd name="T16" fmla="*/ 3927 w 191"/>
                    <a:gd name="T17" fmla="*/ 212256 h 187"/>
                    <a:gd name="T18" fmla="*/ 3927 w 191"/>
                    <a:gd name="T19" fmla="*/ 257458 h 187"/>
                    <a:gd name="T20" fmla="*/ 11780 w 191"/>
                    <a:gd name="T21" fmla="*/ 341968 h 187"/>
                    <a:gd name="T22" fmla="*/ 29450 w 191"/>
                    <a:gd name="T23" fmla="*/ 365552 h 187"/>
                    <a:gd name="T24" fmla="*/ 29450 w 191"/>
                    <a:gd name="T25" fmla="*/ 247632 h 187"/>
                    <a:gd name="T26" fmla="*/ 155105 w 191"/>
                    <a:gd name="T27" fmla="*/ 237805 h 187"/>
                    <a:gd name="T28" fmla="*/ 117801 w 191"/>
                    <a:gd name="T29" fmla="*/ 222082 h 187"/>
                    <a:gd name="T30" fmla="*/ 314137 w 191"/>
                    <a:gd name="T31" fmla="*/ 224048 h 187"/>
                    <a:gd name="T32" fmla="*/ 363221 w 191"/>
                    <a:gd name="T33" fmla="*/ 212256 h 187"/>
                    <a:gd name="T34" fmla="*/ 286650 w 191"/>
                    <a:gd name="T35" fmla="*/ 58960 h 18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91" h="187">
                      <a:moveTo>
                        <a:pt x="146" y="30"/>
                      </a:moveTo>
                      <a:cubicBezTo>
                        <a:pt x="138" y="22"/>
                        <a:pt x="124" y="5"/>
                        <a:pt x="124" y="5"/>
                      </a:cubicBezTo>
                      <a:cubicBezTo>
                        <a:pt x="124" y="5"/>
                        <a:pt x="131" y="16"/>
                        <a:pt x="124" y="19"/>
                      </a:cubicBezTo>
                      <a:cubicBezTo>
                        <a:pt x="116" y="22"/>
                        <a:pt x="94" y="14"/>
                        <a:pt x="94" y="14"/>
                      </a:cubicBezTo>
                      <a:cubicBezTo>
                        <a:pt x="94" y="0"/>
                        <a:pt x="94" y="0"/>
                        <a:pt x="94" y="0"/>
                      </a:cubicBezTo>
                      <a:cubicBezTo>
                        <a:pt x="83" y="0"/>
                        <a:pt x="74" y="11"/>
                        <a:pt x="71" y="11"/>
                      </a:cubicBezTo>
                      <a:cubicBezTo>
                        <a:pt x="69" y="11"/>
                        <a:pt x="71" y="0"/>
                        <a:pt x="71" y="0"/>
                      </a:cubicBezTo>
                      <a:cubicBezTo>
                        <a:pt x="69" y="15"/>
                        <a:pt x="49" y="31"/>
                        <a:pt x="49" y="31"/>
                      </a:cubicBezTo>
                      <a:cubicBezTo>
                        <a:pt x="0" y="47"/>
                        <a:pt x="2" y="108"/>
                        <a:pt x="2" y="108"/>
                      </a:cubicBezTo>
                      <a:cubicBezTo>
                        <a:pt x="2" y="131"/>
                        <a:pt x="2" y="131"/>
                        <a:pt x="2" y="131"/>
                      </a:cubicBezTo>
                      <a:cubicBezTo>
                        <a:pt x="2" y="131"/>
                        <a:pt x="3" y="171"/>
                        <a:pt x="6" y="174"/>
                      </a:cubicBezTo>
                      <a:cubicBezTo>
                        <a:pt x="10" y="177"/>
                        <a:pt x="13" y="186"/>
                        <a:pt x="15" y="186"/>
                      </a:cubicBezTo>
                      <a:cubicBezTo>
                        <a:pt x="17" y="187"/>
                        <a:pt x="4" y="132"/>
                        <a:pt x="15" y="126"/>
                      </a:cubicBezTo>
                      <a:cubicBezTo>
                        <a:pt x="15" y="126"/>
                        <a:pt x="66" y="124"/>
                        <a:pt x="79" y="121"/>
                      </a:cubicBezTo>
                      <a:cubicBezTo>
                        <a:pt x="79" y="121"/>
                        <a:pt x="63" y="116"/>
                        <a:pt x="60" y="113"/>
                      </a:cubicBezTo>
                      <a:cubicBezTo>
                        <a:pt x="93" y="108"/>
                        <a:pt x="160" y="114"/>
                        <a:pt x="160" y="114"/>
                      </a:cubicBezTo>
                      <a:cubicBezTo>
                        <a:pt x="185" y="108"/>
                        <a:pt x="185" y="108"/>
                        <a:pt x="185" y="108"/>
                      </a:cubicBezTo>
                      <a:cubicBezTo>
                        <a:pt x="191" y="51"/>
                        <a:pt x="154" y="39"/>
                        <a:pt x="146" y="30"/>
                      </a:cubicBezTo>
                      <a:close/>
                    </a:path>
                  </a:pathLst>
                </a:custGeom>
                <a:solidFill>
                  <a:srgbClr val="55260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17" name="Freeform 69"/>
                <p:cNvSpPr/>
                <p:nvPr/>
              </p:nvSpPr>
              <p:spPr bwMode="auto">
                <a:xfrm>
                  <a:off x="6316780" y="2215782"/>
                  <a:ext cx="28271" cy="102273"/>
                </a:xfrm>
                <a:custGeom>
                  <a:avLst/>
                  <a:gdLst>
                    <a:gd name="T0" fmla="*/ 14136 w 14"/>
                    <a:gd name="T1" fmla="*/ 33435 h 52"/>
                    <a:gd name="T2" fmla="*/ 0 w 14"/>
                    <a:gd name="T3" fmla="*/ 37369 h 52"/>
                    <a:gd name="T4" fmla="*/ 28271 w 14"/>
                    <a:gd name="T5" fmla="*/ 102273 h 52"/>
                    <a:gd name="T6" fmla="*/ 14136 w 14"/>
                    <a:gd name="T7" fmla="*/ 33435 h 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52">
                      <a:moveTo>
                        <a:pt x="7" y="17"/>
                      </a:moveTo>
                      <a:cubicBezTo>
                        <a:pt x="7" y="17"/>
                        <a:pt x="0" y="0"/>
                        <a:pt x="0" y="19"/>
                      </a:cubicBezTo>
                      <a:cubicBezTo>
                        <a:pt x="0" y="37"/>
                        <a:pt x="14" y="52"/>
                        <a:pt x="14" y="52"/>
                      </a:cubicBezTo>
                      <a:lnTo>
                        <a:pt x="7" y="17"/>
                      </a:lnTo>
                      <a:close/>
                    </a:path>
                  </a:pathLst>
                </a:custGeom>
                <a:solidFill>
                  <a:srgbClr val="F4D3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18" name="Freeform 70"/>
                <p:cNvSpPr/>
                <p:nvPr/>
              </p:nvSpPr>
              <p:spPr bwMode="auto">
                <a:xfrm>
                  <a:off x="6669331" y="2215782"/>
                  <a:ext cx="27439" cy="102273"/>
                </a:xfrm>
                <a:custGeom>
                  <a:avLst/>
                  <a:gdLst>
                    <a:gd name="T0" fmla="*/ 13720 w 14"/>
                    <a:gd name="T1" fmla="*/ 33435 h 52"/>
                    <a:gd name="T2" fmla="*/ 27439 w 14"/>
                    <a:gd name="T3" fmla="*/ 37369 h 52"/>
                    <a:gd name="T4" fmla="*/ 0 w 14"/>
                    <a:gd name="T5" fmla="*/ 102273 h 52"/>
                    <a:gd name="T6" fmla="*/ 13720 w 14"/>
                    <a:gd name="T7" fmla="*/ 33435 h 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52">
                      <a:moveTo>
                        <a:pt x="7" y="17"/>
                      </a:moveTo>
                      <a:cubicBezTo>
                        <a:pt x="7" y="17"/>
                        <a:pt x="14" y="0"/>
                        <a:pt x="14" y="19"/>
                      </a:cubicBezTo>
                      <a:cubicBezTo>
                        <a:pt x="14" y="37"/>
                        <a:pt x="0" y="52"/>
                        <a:pt x="0" y="52"/>
                      </a:cubicBezTo>
                      <a:lnTo>
                        <a:pt x="7" y="17"/>
                      </a:lnTo>
                      <a:close/>
                    </a:path>
                  </a:pathLst>
                </a:custGeom>
                <a:solidFill>
                  <a:srgbClr val="F4D3B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grpSp>
          <p:grpSp>
            <p:nvGrpSpPr>
              <p:cNvPr id="56" name="Group 55"/>
              <p:cNvGrpSpPr/>
              <p:nvPr/>
            </p:nvGrpSpPr>
            <p:grpSpPr bwMode="auto">
              <a:xfrm>
                <a:off x="5391335" y="5117672"/>
                <a:ext cx="740855" cy="540467"/>
                <a:chOff x="5391335" y="5117672"/>
                <a:chExt cx="740855" cy="540467"/>
              </a:xfrm>
            </p:grpSpPr>
            <p:sp>
              <p:nvSpPr>
                <p:cNvPr id="103" name="Freeform 71"/>
                <p:cNvSpPr/>
                <p:nvPr/>
              </p:nvSpPr>
              <p:spPr bwMode="auto">
                <a:xfrm>
                  <a:off x="5764673" y="5117672"/>
                  <a:ext cx="367517" cy="357539"/>
                </a:xfrm>
                <a:custGeom>
                  <a:avLst/>
                  <a:gdLst>
                    <a:gd name="T0" fmla="*/ 204394 w 187"/>
                    <a:gd name="T1" fmla="*/ 7858 h 182"/>
                    <a:gd name="T2" fmla="*/ 159192 w 187"/>
                    <a:gd name="T3" fmla="*/ 33397 h 182"/>
                    <a:gd name="T4" fmla="*/ 125781 w 187"/>
                    <a:gd name="T5" fmla="*/ 115906 h 182"/>
                    <a:gd name="T6" fmla="*/ 39307 w 187"/>
                    <a:gd name="T7" fmla="*/ 141444 h 182"/>
                    <a:gd name="T8" fmla="*/ 11792 w 187"/>
                    <a:gd name="T9" fmla="*/ 184663 h 182"/>
                    <a:gd name="T10" fmla="*/ 33411 w 187"/>
                    <a:gd name="T11" fmla="*/ 290746 h 182"/>
                    <a:gd name="T12" fmla="*/ 58960 w 187"/>
                    <a:gd name="T13" fmla="*/ 310391 h 182"/>
                    <a:gd name="T14" fmla="*/ 316418 w 187"/>
                    <a:gd name="T15" fmla="*/ 324143 h 182"/>
                    <a:gd name="T16" fmla="*/ 326245 w 187"/>
                    <a:gd name="T17" fmla="*/ 66793 h 182"/>
                    <a:gd name="T18" fmla="*/ 306592 w 187"/>
                    <a:gd name="T19" fmla="*/ 39290 h 182"/>
                    <a:gd name="T20" fmla="*/ 204394 w 187"/>
                    <a:gd name="T21" fmla="*/ 7858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7" h="182">
                      <a:moveTo>
                        <a:pt x="104" y="4"/>
                      </a:moveTo>
                      <a:cubicBezTo>
                        <a:pt x="96" y="6"/>
                        <a:pt x="88" y="10"/>
                        <a:pt x="81" y="17"/>
                      </a:cubicBezTo>
                      <a:cubicBezTo>
                        <a:pt x="69" y="28"/>
                        <a:pt x="63" y="43"/>
                        <a:pt x="64" y="59"/>
                      </a:cubicBezTo>
                      <a:cubicBezTo>
                        <a:pt x="48" y="57"/>
                        <a:pt x="32" y="61"/>
                        <a:pt x="20" y="72"/>
                      </a:cubicBezTo>
                      <a:cubicBezTo>
                        <a:pt x="13" y="78"/>
                        <a:pt x="9" y="86"/>
                        <a:pt x="6" y="94"/>
                      </a:cubicBezTo>
                      <a:cubicBezTo>
                        <a:pt x="0" y="112"/>
                        <a:pt x="3" y="133"/>
                        <a:pt x="17" y="148"/>
                      </a:cubicBezTo>
                      <a:cubicBezTo>
                        <a:pt x="21" y="152"/>
                        <a:pt x="25" y="155"/>
                        <a:pt x="30" y="158"/>
                      </a:cubicBezTo>
                      <a:cubicBezTo>
                        <a:pt x="65" y="182"/>
                        <a:pt x="161" y="165"/>
                        <a:pt x="161" y="165"/>
                      </a:cubicBezTo>
                      <a:cubicBezTo>
                        <a:pt x="161" y="165"/>
                        <a:pt x="187" y="70"/>
                        <a:pt x="166" y="34"/>
                      </a:cubicBezTo>
                      <a:cubicBezTo>
                        <a:pt x="163" y="29"/>
                        <a:pt x="160" y="24"/>
                        <a:pt x="156" y="20"/>
                      </a:cubicBezTo>
                      <a:cubicBezTo>
                        <a:pt x="143" y="5"/>
                        <a:pt x="123" y="0"/>
                        <a:pt x="104" y="4"/>
                      </a:cubicBezTo>
                      <a:close/>
                    </a:path>
                  </a:pathLst>
                </a:custGeom>
                <a:solidFill>
                  <a:srgbClr val="FFFFFD"/>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04" name="Freeform 72"/>
                <p:cNvSpPr/>
                <p:nvPr/>
              </p:nvSpPr>
              <p:spPr bwMode="auto">
                <a:xfrm>
                  <a:off x="5391335" y="5250710"/>
                  <a:ext cx="223670" cy="218681"/>
                </a:xfrm>
                <a:custGeom>
                  <a:avLst/>
                  <a:gdLst>
                    <a:gd name="T0" fmla="*/ 125569 w 114"/>
                    <a:gd name="T1" fmla="*/ 5910 h 111"/>
                    <a:gd name="T2" fmla="*/ 96139 w 114"/>
                    <a:gd name="T3" fmla="*/ 19701 h 111"/>
                    <a:gd name="T4" fmla="*/ 76519 w 114"/>
                    <a:gd name="T5" fmla="*/ 70924 h 111"/>
                    <a:gd name="T6" fmla="*/ 23544 w 114"/>
                    <a:gd name="T7" fmla="*/ 86684 h 111"/>
                    <a:gd name="T8" fmla="*/ 5886 w 114"/>
                    <a:gd name="T9" fmla="*/ 114266 h 111"/>
                    <a:gd name="T10" fmla="*/ 19620 w 114"/>
                    <a:gd name="T11" fmla="*/ 177309 h 111"/>
                    <a:gd name="T12" fmla="*/ 35316 w 114"/>
                    <a:gd name="T13" fmla="*/ 191100 h 111"/>
                    <a:gd name="T14" fmla="*/ 192278 w 114"/>
                    <a:gd name="T15" fmla="*/ 198980 h 111"/>
                    <a:gd name="T16" fmla="*/ 198164 w 114"/>
                    <a:gd name="T17" fmla="*/ 41372 h 111"/>
                    <a:gd name="T18" fmla="*/ 186392 w 114"/>
                    <a:gd name="T19" fmla="*/ 23641 h 111"/>
                    <a:gd name="T20" fmla="*/ 125569 w 114"/>
                    <a:gd name="T21" fmla="*/ 5910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4" h="111">
                      <a:moveTo>
                        <a:pt x="64" y="3"/>
                      </a:moveTo>
                      <a:cubicBezTo>
                        <a:pt x="58" y="4"/>
                        <a:pt x="53" y="6"/>
                        <a:pt x="49" y="10"/>
                      </a:cubicBezTo>
                      <a:cubicBezTo>
                        <a:pt x="42" y="17"/>
                        <a:pt x="38" y="26"/>
                        <a:pt x="39" y="36"/>
                      </a:cubicBezTo>
                      <a:cubicBezTo>
                        <a:pt x="29" y="35"/>
                        <a:pt x="20" y="37"/>
                        <a:pt x="12" y="44"/>
                      </a:cubicBezTo>
                      <a:cubicBezTo>
                        <a:pt x="8" y="48"/>
                        <a:pt x="5" y="53"/>
                        <a:pt x="3" y="58"/>
                      </a:cubicBezTo>
                      <a:cubicBezTo>
                        <a:pt x="0" y="69"/>
                        <a:pt x="2" y="81"/>
                        <a:pt x="10" y="90"/>
                      </a:cubicBezTo>
                      <a:cubicBezTo>
                        <a:pt x="13" y="93"/>
                        <a:pt x="15" y="95"/>
                        <a:pt x="18" y="97"/>
                      </a:cubicBezTo>
                      <a:cubicBezTo>
                        <a:pt x="39" y="111"/>
                        <a:pt x="98" y="101"/>
                        <a:pt x="98" y="101"/>
                      </a:cubicBezTo>
                      <a:cubicBezTo>
                        <a:pt x="98" y="101"/>
                        <a:pt x="114" y="43"/>
                        <a:pt x="101" y="21"/>
                      </a:cubicBezTo>
                      <a:cubicBezTo>
                        <a:pt x="99" y="18"/>
                        <a:pt x="98" y="15"/>
                        <a:pt x="95" y="12"/>
                      </a:cubicBezTo>
                      <a:cubicBezTo>
                        <a:pt x="87" y="3"/>
                        <a:pt x="75" y="0"/>
                        <a:pt x="64" y="3"/>
                      </a:cubicBezTo>
                      <a:close/>
                    </a:path>
                  </a:pathLst>
                </a:custGeom>
                <a:solidFill>
                  <a:srgbClr val="FFFFFD"/>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05" name="Freeform 73"/>
                <p:cNvSpPr/>
                <p:nvPr/>
              </p:nvSpPr>
              <p:spPr bwMode="auto">
                <a:xfrm>
                  <a:off x="5627477" y="5550046"/>
                  <a:ext cx="109756" cy="108093"/>
                </a:xfrm>
                <a:custGeom>
                  <a:avLst/>
                  <a:gdLst>
                    <a:gd name="T0" fmla="*/ 62718 w 56"/>
                    <a:gd name="T1" fmla="*/ 1965 h 55"/>
                    <a:gd name="T2" fmla="*/ 48998 w 56"/>
                    <a:gd name="T3" fmla="*/ 9827 h 55"/>
                    <a:gd name="T4" fmla="*/ 39199 w 56"/>
                    <a:gd name="T5" fmla="*/ 35376 h 55"/>
                    <a:gd name="T6" fmla="*/ 11760 w 56"/>
                    <a:gd name="T7" fmla="*/ 43237 h 55"/>
                    <a:gd name="T8" fmla="*/ 3920 w 56"/>
                    <a:gd name="T9" fmla="*/ 55029 h 55"/>
                    <a:gd name="T10" fmla="*/ 11760 w 56"/>
                    <a:gd name="T11" fmla="*/ 86474 h 55"/>
                    <a:gd name="T12" fmla="*/ 17639 w 56"/>
                    <a:gd name="T13" fmla="*/ 92370 h 55"/>
                    <a:gd name="T14" fmla="*/ 96037 w 56"/>
                    <a:gd name="T15" fmla="*/ 96301 h 55"/>
                    <a:gd name="T16" fmla="*/ 97996 w 56"/>
                    <a:gd name="T17" fmla="*/ 19653 h 55"/>
                    <a:gd name="T18" fmla="*/ 92117 w 56"/>
                    <a:gd name="T19" fmla="*/ 11792 h 55"/>
                    <a:gd name="T20" fmla="*/ 62718 w 56"/>
                    <a:gd name="T21" fmla="*/ 1965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55">
                      <a:moveTo>
                        <a:pt x="32" y="1"/>
                      </a:moveTo>
                      <a:cubicBezTo>
                        <a:pt x="29" y="2"/>
                        <a:pt x="27" y="3"/>
                        <a:pt x="25" y="5"/>
                      </a:cubicBezTo>
                      <a:cubicBezTo>
                        <a:pt x="21" y="8"/>
                        <a:pt x="19" y="13"/>
                        <a:pt x="20" y="18"/>
                      </a:cubicBezTo>
                      <a:cubicBezTo>
                        <a:pt x="15" y="17"/>
                        <a:pt x="10" y="18"/>
                        <a:pt x="6" y="22"/>
                      </a:cubicBezTo>
                      <a:cubicBezTo>
                        <a:pt x="4" y="24"/>
                        <a:pt x="3" y="26"/>
                        <a:pt x="2" y="28"/>
                      </a:cubicBezTo>
                      <a:cubicBezTo>
                        <a:pt x="0" y="34"/>
                        <a:pt x="1" y="40"/>
                        <a:pt x="6" y="44"/>
                      </a:cubicBezTo>
                      <a:cubicBezTo>
                        <a:pt x="7" y="46"/>
                        <a:pt x="8" y="47"/>
                        <a:pt x="9" y="47"/>
                      </a:cubicBezTo>
                      <a:cubicBezTo>
                        <a:pt x="20" y="55"/>
                        <a:pt x="49" y="49"/>
                        <a:pt x="49" y="49"/>
                      </a:cubicBezTo>
                      <a:cubicBezTo>
                        <a:pt x="49" y="49"/>
                        <a:pt x="56" y="21"/>
                        <a:pt x="50" y="10"/>
                      </a:cubicBezTo>
                      <a:cubicBezTo>
                        <a:pt x="49" y="9"/>
                        <a:pt x="49" y="7"/>
                        <a:pt x="47" y="6"/>
                      </a:cubicBezTo>
                      <a:cubicBezTo>
                        <a:pt x="43" y="2"/>
                        <a:pt x="37" y="0"/>
                        <a:pt x="32" y="1"/>
                      </a:cubicBezTo>
                      <a:close/>
                    </a:path>
                  </a:pathLst>
                </a:custGeom>
                <a:solidFill>
                  <a:srgbClr val="FFFFFD"/>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grpSp>
          <p:sp>
            <p:nvSpPr>
              <p:cNvPr id="57" name="Freeform 74"/>
              <p:cNvSpPr/>
              <p:nvPr/>
            </p:nvSpPr>
            <p:spPr bwMode="auto">
              <a:xfrm>
                <a:off x="4316222" y="1203031"/>
                <a:ext cx="370843" cy="320954"/>
              </a:xfrm>
              <a:custGeom>
                <a:avLst/>
                <a:gdLst>
                  <a:gd name="T0" fmla="*/ 315903 w 189"/>
                  <a:gd name="T1" fmla="*/ 13783 h 163"/>
                  <a:gd name="T2" fmla="*/ 264888 w 189"/>
                  <a:gd name="T3" fmla="*/ 0 h 163"/>
                  <a:gd name="T4" fmla="*/ 184440 w 189"/>
                  <a:gd name="T5" fmla="*/ 37412 h 163"/>
                  <a:gd name="T6" fmla="*/ 103993 w 189"/>
                  <a:gd name="T7" fmla="*/ 0 h 163"/>
                  <a:gd name="T8" fmla="*/ 52978 w 189"/>
                  <a:gd name="T9" fmla="*/ 13783 h 163"/>
                  <a:gd name="T10" fmla="*/ 0 w 189"/>
                  <a:gd name="T11" fmla="*/ 104359 h 163"/>
                  <a:gd name="T12" fmla="*/ 3924 w 189"/>
                  <a:gd name="T13" fmla="*/ 137833 h 163"/>
                  <a:gd name="T14" fmla="*/ 184440 w 189"/>
                  <a:gd name="T15" fmla="*/ 320954 h 163"/>
                  <a:gd name="T16" fmla="*/ 364957 w 189"/>
                  <a:gd name="T17" fmla="*/ 137833 h 163"/>
                  <a:gd name="T18" fmla="*/ 370843 w 189"/>
                  <a:gd name="T19" fmla="*/ 104359 h 163"/>
                  <a:gd name="T20" fmla="*/ 315903 w 189"/>
                  <a:gd name="T21" fmla="*/ 13783 h 1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9" h="163">
                    <a:moveTo>
                      <a:pt x="161" y="7"/>
                    </a:moveTo>
                    <a:cubicBezTo>
                      <a:pt x="153" y="2"/>
                      <a:pt x="145" y="0"/>
                      <a:pt x="135" y="0"/>
                    </a:cubicBezTo>
                    <a:cubicBezTo>
                      <a:pt x="119" y="0"/>
                      <a:pt x="104" y="7"/>
                      <a:pt x="94" y="19"/>
                    </a:cubicBezTo>
                    <a:cubicBezTo>
                      <a:pt x="84" y="7"/>
                      <a:pt x="69" y="0"/>
                      <a:pt x="53" y="0"/>
                    </a:cubicBezTo>
                    <a:cubicBezTo>
                      <a:pt x="44" y="0"/>
                      <a:pt x="35" y="2"/>
                      <a:pt x="27" y="7"/>
                    </a:cubicBezTo>
                    <a:cubicBezTo>
                      <a:pt x="11" y="16"/>
                      <a:pt x="0" y="33"/>
                      <a:pt x="0" y="53"/>
                    </a:cubicBezTo>
                    <a:cubicBezTo>
                      <a:pt x="0" y="59"/>
                      <a:pt x="0" y="65"/>
                      <a:pt x="2" y="70"/>
                    </a:cubicBezTo>
                    <a:cubicBezTo>
                      <a:pt x="11" y="111"/>
                      <a:pt x="94" y="163"/>
                      <a:pt x="94" y="163"/>
                    </a:cubicBezTo>
                    <a:cubicBezTo>
                      <a:pt x="94" y="163"/>
                      <a:pt x="177" y="111"/>
                      <a:pt x="186" y="70"/>
                    </a:cubicBezTo>
                    <a:cubicBezTo>
                      <a:pt x="188" y="65"/>
                      <a:pt x="189" y="59"/>
                      <a:pt x="189" y="53"/>
                    </a:cubicBezTo>
                    <a:cubicBezTo>
                      <a:pt x="189" y="33"/>
                      <a:pt x="177" y="16"/>
                      <a:pt x="161" y="7"/>
                    </a:cubicBezTo>
                    <a:close/>
                  </a:path>
                </a:pathLst>
              </a:custGeom>
              <a:solidFill>
                <a:srgbClr val="FFFFFD"/>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58" name="Freeform 75"/>
              <p:cNvSpPr/>
              <p:nvPr/>
            </p:nvSpPr>
            <p:spPr bwMode="auto">
              <a:xfrm>
                <a:off x="3902973" y="1388453"/>
                <a:ext cx="226164" cy="196231"/>
              </a:xfrm>
              <a:custGeom>
                <a:avLst/>
                <a:gdLst>
                  <a:gd name="T0" fmla="*/ 192731 w 115"/>
                  <a:gd name="T1" fmla="*/ 7849 h 100"/>
                  <a:gd name="T2" fmla="*/ 161265 w 115"/>
                  <a:gd name="T3" fmla="*/ 0 h 100"/>
                  <a:gd name="T4" fmla="*/ 112099 w 115"/>
                  <a:gd name="T5" fmla="*/ 23548 h 100"/>
                  <a:gd name="T6" fmla="*/ 62933 w 115"/>
                  <a:gd name="T7" fmla="*/ 0 h 100"/>
                  <a:gd name="T8" fmla="*/ 31466 w 115"/>
                  <a:gd name="T9" fmla="*/ 7849 h 100"/>
                  <a:gd name="T10" fmla="*/ 0 w 115"/>
                  <a:gd name="T11" fmla="*/ 64756 h 100"/>
                  <a:gd name="T12" fmla="*/ 1967 w 115"/>
                  <a:gd name="T13" fmla="*/ 84379 h 100"/>
                  <a:gd name="T14" fmla="*/ 112099 w 115"/>
                  <a:gd name="T15" fmla="*/ 196231 h 100"/>
                  <a:gd name="T16" fmla="*/ 222231 w 115"/>
                  <a:gd name="T17" fmla="*/ 84379 h 100"/>
                  <a:gd name="T18" fmla="*/ 226164 w 115"/>
                  <a:gd name="T19" fmla="*/ 64756 h 100"/>
                  <a:gd name="T20" fmla="*/ 192731 w 115"/>
                  <a:gd name="T21" fmla="*/ 7849 h 1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5" h="100">
                    <a:moveTo>
                      <a:pt x="98" y="4"/>
                    </a:moveTo>
                    <a:cubicBezTo>
                      <a:pt x="93" y="2"/>
                      <a:pt x="88" y="0"/>
                      <a:pt x="82" y="0"/>
                    </a:cubicBezTo>
                    <a:cubicBezTo>
                      <a:pt x="72" y="0"/>
                      <a:pt x="63" y="5"/>
                      <a:pt x="57" y="12"/>
                    </a:cubicBezTo>
                    <a:cubicBezTo>
                      <a:pt x="51" y="5"/>
                      <a:pt x="42" y="0"/>
                      <a:pt x="32" y="0"/>
                    </a:cubicBezTo>
                    <a:cubicBezTo>
                      <a:pt x="26" y="0"/>
                      <a:pt x="21" y="2"/>
                      <a:pt x="16" y="4"/>
                    </a:cubicBezTo>
                    <a:cubicBezTo>
                      <a:pt x="6" y="10"/>
                      <a:pt x="0" y="21"/>
                      <a:pt x="0" y="33"/>
                    </a:cubicBezTo>
                    <a:cubicBezTo>
                      <a:pt x="0" y="37"/>
                      <a:pt x="0" y="40"/>
                      <a:pt x="1" y="43"/>
                    </a:cubicBezTo>
                    <a:cubicBezTo>
                      <a:pt x="7" y="68"/>
                      <a:pt x="57" y="100"/>
                      <a:pt x="57" y="100"/>
                    </a:cubicBezTo>
                    <a:cubicBezTo>
                      <a:pt x="57" y="100"/>
                      <a:pt x="108" y="68"/>
                      <a:pt x="113" y="43"/>
                    </a:cubicBezTo>
                    <a:cubicBezTo>
                      <a:pt x="114" y="40"/>
                      <a:pt x="115" y="37"/>
                      <a:pt x="115" y="33"/>
                    </a:cubicBezTo>
                    <a:cubicBezTo>
                      <a:pt x="115" y="21"/>
                      <a:pt x="108" y="10"/>
                      <a:pt x="98" y="4"/>
                    </a:cubicBezTo>
                    <a:close/>
                  </a:path>
                </a:pathLst>
              </a:custGeom>
              <a:solidFill>
                <a:srgbClr val="FFFFFD"/>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59" name="Freeform 76"/>
              <p:cNvSpPr/>
              <p:nvPr/>
            </p:nvSpPr>
            <p:spPr bwMode="auto">
              <a:xfrm>
                <a:off x="4074260" y="1153973"/>
                <a:ext cx="109756" cy="96452"/>
              </a:xfrm>
              <a:custGeom>
                <a:avLst/>
                <a:gdLst>
                  <a:gd name="T0" fmla="*/ 94077 w 56"/>
                  <a:gd name="T1" fmla="*/ 3937 h 49"/>
                  <a:gd name="T2" fmla="*/ 78397 w 56"/>
                  <a:gd name="T3" fmla="*/ 0 h 49"/>
                  <a:gd name="T4" fmla="*/ 54878 w 56"/>
                  <a:gd name="T5" fmla="*/ 11810 h 49"/>
                  <a:gd name="T6" fmla="*/ 31359 w 56"/>
                  <a:gd name="T7" fmla="*/ 0 h 49"/>
                  <a:gd name="T8" fmla="*/ 15679 w 56"/>
                  <a:gd name="T9" fmla="*/ 3937 h 49"/>
                  <a:gd name="T10" fmla="*/ 0 w 56"/>
                  <a:gd name="T11" fmla="*/ 31495 h 49"/>
                  <a:gd name="T12" fmla="*/ 0 w 56"/>
                  <a:gd name="T13" fmla="*/ 41337 h 49"/>
                  <a:gd name="T14" fmla="*/ 54878 w 56"/>
                  <a:gd name="T15" fmla="*/ 96452 h 49"/>
                  <a:gd name="T16" fmla="*/ 109756 w 56"/>
                  <a:gd name="T17" fmla="*/ 41337 h 49"/>
                  <a:gd name="T18" fmla="*/ 109756 w 56"/>
                  <a:gd name="T19" fmla="*/ 31495 h 49"/>
                  <a:gd name="T20" fmla="*/ 94077 w 56"/>
                  <a:gd name="T21" fmla="*/ 3937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49">
                    <a:moveTo>
                      <a:pt x="48" y="2"/>
                    </a:moveTo>
                    <a:cubicBezTo>
                      <a:pt x="46" y="1"/>
                      <a:pt x="43" y="0"/>
                      <a:pt x="40" y="0"/>
                    </a:cubicBezTo>
                    <a:cubicBezTo>
                      <a:pt x="35" y="0"/>
                      <a:pt x="31" y="3"/>
                      <a:pt x="28" y="6"/>
                    </a:cubicBezTo>
                    <a:cubicBezTo>
                      <a:pt x="25" y="3"/>
                      <a:pt x="21" y="0"/>
                      <a:pt x="16" y="0"/>
                    </a:cubicBezTo>
                    <a:cubicBezTo>
                      <a:pt x="13" y="0"/>
                      <a:pt x="10" y="1"/>
                      <a:pt x="8" y="2"/>
                    </a:cubicBezTo>
                    <a:cubicBezTo>
                      <a:pt x="3" y="5"/>
                      <a:pt x="0" y="10"/>
                      <a:pt x="0" y="16"/>
                    </a:cubicBezTo>
                    <a:cubicBezTo>
                      <a:pt x="0" y="18"/>
                      <a:pt x="0" y="20"/>
                      <a:pt x="0" y="21"/>
                    </a:cubicBezTo>
                    <a:cubicBezTo>
                      <a:pt x="3" y="34"/>
                      <a:pt x="28" y="49"/>
                      <a:pt x="28" y="49"/>
                    </a:cubicBezTo>
                    <a:cubicBezTo>
                      <a:pt x="28" y="49"/>
                      <a:pt x="53" y="34"/>
                      <a:pt x="56" y="21"/>
                    </a:cubicBezTo>
                    <a:cubicBezTo>
                      <a:pt x="56" y="20"/>
                      <a:pt x="56" y="18"/>
                      <a:pt x="56" y="16"/>
                    </a:cubicBezTo>
                    <a:cubicBezTo>
                      <a:pt x="56" y="10"/>
                      <a:pt x="53" y="5"/>
                      <a:pt x="48" y="2"/>
                    </a:cubicBezTo>
                    <a:close/>
                  </a:path>
                </a:pathLst>
              </a:custGeom>
              <a:solidFill>
                <a:srgbClr val="FFFFFD"/>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60" name="Oval 77"/>
              <p:cNvSpPr>
                <a:spLocks noChangeArrowheads="1"/>
              </p:cNvSpPr>
              <p:nvPr/>
            </p:nvSpPr>
            <p:spPr bwMode="auto">
              <a:xfrm>
                <a:off x="4863790" y="1198025"/>
                <a:ext cx="800789" cy="800800"/>
              </a:xfrm>
              <a:prstGeom prst="ellipse">
                <a:avLst/>
              </a:prstGeom>
              <a:solidFill>
                <a:srgbClr val="6C2B43">
                  <a:lumMod val="60000"/>
                  <a:lumOff val="40000"/>
                </a:srgbClr>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61" name="Oval 78"/>
              <p:cNvSpPr>
                <a:spLocks noChangeArrowheads="1"/>
              </p:cNvSpPr>
              <p:nvPr/>
            </p:nvSpPr>
            <p:spPr bwMode="auto">
              <a:xfrm>
                <a:off x="4999705" y="1335238"/>
                <a:ext cx="528826" cy="526331"/>
              </a:xfrm>
              <a:prstGeom prst="ellipse">
                <a:avLst/>
              </a:pr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9170">
                  <a:defRPr/>
                </a:pPr>
                <a:endParaRPr lang="zh-CN" altLang="zh-CN" sz="2400" kern="0">
                  <a:solidFill>
                    <a:prstClr val="black"/>
                  </a:solidFill>
                  <a:ea typeface="宋体" panose="02010600030101010101" pitchFamily="2" charset="-122"/>
                </a:endParaRPr>
              </a:p>
            </p:txBody>
          </p:sp>
          <p:sp>
            <p:nvSpPr>
              <p:cNvPr id="62" name="Oval 79"/>
              <p:cNvSpPr>
                <a:spLocks noChangeArrowheads="1"/>
              </p:cNvSpPr>
              <p:nvPr/>
            </p:nvSpPr>
            <p:spPr bwMode="auto">
              <a:xfrm>
                <a:off x="5041279" y="1374318"/>
                <a:ext cx="448172" cy="448172"/>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9170">
                  <a:defRPr/>
                </a:pPr>
                <a:endParaRPr lang="zh-CN" altLang="zh-CN" sz="2400" kern="0">
                  <a:solidFill>
                    <a:prstClr val="black"/>
                  </a:solidFill>
                  <a:ea typeface="宋体" panose="02010600030101010101" pitchFamily="2" charset="-122"/>
                </a:endParaRPr>
              </a:p>
            </p:txBody>
          </p:sp>
          <p:sp>
            <p:nvSpPr>
              <p:cNvPr id="63" name="Freeform 80"/>
              <p:cNvSpPr/>
              <p:nvPr/>
            </p:nvSpPr>
            <p:spPr bwMode="auto">
              <a:xfrm>
                <a:off x="5259129" y="1388453"/>
                <a:ext cx="12472" cy="36585"/>
              </a:xfrm>
              <a:custGeom>
                <a:avLst/>
                <a:gdLst>
                  <a:gd name="T0" fmla="*/ 6236 w 6"/>
                  <a:gd name="T1" fmla="*/ 36585 h 19"/>
                  <a:gd name="T2" fmla="*/ 6236 w 6"/>
                  <a:gd name="T3" fmla="*/ 36585 h 19"/>
                  <a:gd name="T4" fmla="*/ 12472 w 6"/>
                  <a:gd name="T5" fmla="*/ 30808 h 19"/>
                  <a:gd name="T6" fmla="*/ 12472 w 6"/>
                  <a:gd name="T7" fmla="*/ 5777 h 19"/>
                  <a:gd name="T8" fmla="*/ 6236 w 6"/>
                  <a:gd name="T9" fmla="*/ 0 h 19"/>
                  <a:gd name="T10" fmla="*/ 0 w 6"/>
                  <a:gd name="T11" fmla="*/ 5777 h 19"/>
                  <a:gd name="T12" fmla="*/ 0 w 6"/>
                  <a:gd name="T13" fmla="*/ 30808 h 19"/>
                  <a:gd name="T14" fmla="*/ 6236 w 6"/>
                  <a:gd name="T15" fmla="*/ 36585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19">
                    <a:moveTo>
                      <a:pt x="3" y="19"/>
                    </a:moveTo>
                    <a:cubicBezTo>
                      <a:pt x="3" y="19"/>
                      <a:pt x="3" y="19"/>
                      <a:pt x="3" y="19"/>
                    </a:cubicBezTo>
                    <a:cubicBezTo>
                      <a:pt x="4" y="19"/>
                      <a:pt x="6" y="17"/>
                      <a:pt x="6" y="16"/>
                    </a:cubicBezTo>
                    <a:cubicBezTo>
                      <a:pt x="6" y="3"/>
                      <a:pt x="6" y="3"/>
                      <a:pt x="6" y="3"/>
                    </a:cubicBezTo>
                    <a:cubicBezTo>
                      <a:pt x="6" y="2"/>
                      <a:pt x="4" y="0"/>
                      <a:pt x="3" y="0"/>
                    </a:cubicBezTo>
                    <a:cubicBezTo>
                      <a:pt x="1" y="0"/>
                      <a:pt x="0" y="2"/>
                      <a:pt x="0" y="3"/>
                    </a:cubicBezTo>
                    <a:cubicBezTo>
                      <a:pt x="0" y="16"/>
                      <a:pt x="0" y="16"/>
                      <a:pt x="0" y="16"/>
                    </a:cubicBezTo>
                    <a:cubicBezTo>
                      <a:pt x="0" y="17"/>
                      <a:pt x="1" y="19"/>
                      <a:pt x="3" y="19"/>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64" name="Freeform 81"/>
              <p:cNvSpPr/>
              <p:nvPr/>
            </p:nvSpPr>
            <p:spPr bwMode="auto">
              <a:xfrm>
                <a:off x="5318164" y="1400094"/>
                <a:ext cx="24113" cy="37417"/>
              </a:xfrm>
              <a:custGeom>
                <a:avLst/>
                <a:gdLst>
                  <a:gd name="T0" fmla="*/ 6028 w 12"/>
                  <a:gd name="T1" fmla="*/ 35448 h 19"/>
                  <a:gd name="T2" fmla="*/ 6028 w 12"/>
                  <a:gd name="T3" fmla="*/ 35448 h 19"/>
                  <a:gd name="T4" fmla="*/ 14066 w 12"/>
                  <a:gd name="T5" fmla="*/ 31509 h 19"/>
                  <a:gd name="T6" fmla="*/ 22104 w 12"/>
                  <a:gd name="T7" fmla="*/ 9847 h 19"/>
                  <a:gd name="T8" fmla="*/ 18085 w 12"/>
                  <a:gd name="T9" fmla="*/ 1969 h 19"/>
                  <a:gd name="T10" fmla="*/ 10047 w 12"/>
                  <a:gd name="T11" fmla="*/ 5908 h 19"/>
                  <a:gd name="T12" fmla="*/ 2009 w 12"/>
                  <a:gd name="T13" fmla="*/ 27570 h 19"/>
                  <a:gd name="T14" fmla="*/ 6028 w 12"/>
                  <a:gd name="T15" fmla="*/ 35448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 h="19">
                    <a:moveTo>
                      <a:pt x="3" y="18"/>
                    </a:moveTo>
                    <a:cubicBezTo>
                      <a:pt x="3" y="18"/>
                      <a:pt x="3" y="18"/>
                      <a:pt x="3" y="18"/>
                    </a:cubicBezTo>
                    <a:cubicBezTo>
                      <a:pt x="4" y="19"/>
                      <a:pt x="6" y="18"/>
                      <a:pt x="7" y="16"/>
                    </a:cubicBezTo>
                    <a:cubicBezTo>
                      <a:pt x="11" y="5"/>
                      <a:pt x="11" y="5"/>
                      <a:pt x="11" y="5"/>
                    </a:cubicBezTo>
                    <a:cubicBezTo>
                      <a:pt x="12" y="3"/>
                      <a:pt x="11" y="1"/>
                      <a:pt x="9" y="1"/>
                    </a:cubicBezTo>
                    <a:cubicBezTo>
                      <a:pt x="8" y="0"/>
                      <a:pt x="6" y="1"/>
                      <a:pt x="5" y="3"/>
                    </a:cubicBezTo>
                    <a:cubicBezTo>
                      <a:pt x="1" y="14"/>
                      <a:pt x="1" y="14"/>
                      <a:pt x="1" y="14"/>
                    </a:cubicBezTo>
                    <a:cubicBezTo>
                      <a:pt x="0" y="16"/>
                      <a:pt x="1" y="18"/>
                      <a:pt x="3" y="18"/>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65" name="Freeform 82"/>
              <p:cNvSpPr/>
              <p:nvPr/>
            </p:nvSpPr>
            <p:spPr bwMode="auto">
              <a:xfrm>
                <a:off x="5373874" y="1435016"/>
                <a:ext cx="29102" cy="33259"/>
              </a:xfrm>
              <a:custGeom>
                <a:avLst/>
                <a:gdLst>
                  <a:gd name="T0" fmla="*/ 1940 w 15"/>
                  <a:gd name="T1" fmla="*/ 29346 h 17"/>
                  <a:gd name="T2" fmla="*/ 1940 w 15"/>
                  <a:gd name="T3" fmla="*/ 29346 h 17"/>
                  <a:gd name="T4" fmla="*/ 11641 w 15"/>
                  <a:gd name="T5" fmla="*/ 29346 h 17"/>
                  <a:gd name="T6" fmla="*/ 27162 w 15"/>
                  <a:gd name="T7" fmla="*/ 11738 h 17"/>
                  <a:gd name="T8" fmla="*/ 25222 w 15"/>
                  <a:gd name="T9" fmla="*/ 1956 h 17"/>
                  <a:gd name="T10" fmla="*/ 17461 w 15"/>
                  <a:gd name="T11" fmla="*/ 3913 h 17"/>
                  <a:gd name="T12" fmla="*/ 1940 w 15"/>
                  <a:gd name="T13" fmla="*/ 21521 h 17"/>
                  <a:gd name="T14" fmla="*/ 1940 w 15"/>
                  <a:gd name="T15" fmla="*/ 29346 h 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 h="17">
                    <a:moveTo>
                      <a:pt x="1" y="15"/>
                    </a:moveTo>
                    <a:cubicBezTo>
                      <a:pt x="1" y="15"/>
                      <a:pt x="1" y="15"/>
                      <a:pt x="1" y="15"/>
                    </a:cubicBezTo>
                    <a:cubicBezTo>
                      <a:pt x="3" y="17"/>
                      <a:pt x="5" y="16"/>
                      <a:pt x="6" y="15"/>
                    </a:cubicBezTo>
                    <a:cubicBezTo>
                      <a:pt x="14" y="6"/>
                      <a:pt x="14" y="6"/>
                      <a:pt x="14" y="6"/>
                    </a:cubicBezTo>
                    <a:cubicBezTo>
                      <a:pt x="15" y="4"/>
                      <a:pt x="15" y="2"/>
                      <a:pt x="13" y="1"/>
                    </a:cubicBezTo>
                    <a:cubicBezTo>
                      <a:pt x="12" y="0"/>
                      <a:pt x="10" y="0"/>
                      <a:pt x="9" y="2"/>
                    </a:cubicBezTo>
                    <a:cubicBezTo>
                      <a:pt x="1" y="11"/>
                      <a:pt x="1" y="11"/>
                      <a:pt x="1" y="11"/>
                    </a:cubicBezTo>
                    <a:cubicBezTo>
                      <a:pt x="0" y="12"/>
                      <a:pt x="0" y="14"/>
                      <a:pt x="1" y="15"/>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66" name="Freeform 83"/>
              <p:cNvSpPr/>
              <p:nvPr/>
            </p:nvSpPr>
            <p:spPr bwMode="auto">
              <a:xfrm>
                <a:off x="5412954" y="1489894"/>
                <a:ext cx="34922" cy="25776"/>
              </a:xfrm>
              <a:custGeom>
                <a:avLst/>
                <a:gdLst>
                  <a:gd name="T0" fmla="*/ 1940 w 18"/>
                  <a:gd name="T1" fmla="*/ 21810 h 13"/>
                  <a:gd name="T2" fmla="*/ 1940 w 18"/>
                  <a:gd name="T3" fmla="*/ 21810 h 13"/>
                  <a:gd name="T4" fmla="*/ 9701 w 18"/>
                  <a:gd name="T5" fmla="*/ 23793 h 13"/>
                  <a:gd name="T6" fmla="*/ 31042 w 18"/>
                  <a:gd name="T7" fmla="*/ 11897 h 13"/>
                  <a:gd name="T8" fmla="*/ 32982 w 18"/>
                  <a:gd name="T9" fmla="*/ 3966 h 13"/>
                  <a:gd name="T10" fmla="*/ 25221 w 18"/>
                  <a:gd name="T11" fmla="*/ 1983 h 13"/>
                  <a:gd name="T12" fmla="*/ 3880 w 18"/>
                  <a:gd name="T13" fmla="*/ 13879 h 13"/>
                  <a:gd name="T14" fmla="*/ 1940 w 18"/>
                  <a:gd name="T15" fmla="*/ 21810 h 1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13">
                    <a:moveTo>
                      <a:pt x="1" y="11"/>
                    </a:moveTo>
                    <a:cubicBezTo>
                      <a:pt x="1" y="11"/>
                      <a:pt x="1" y="11"/>
                      <a:pt x="1" y="11"/>
                    </a:cubicBezTo>
                    <a:cubicBezTo>
                      <a:pt x="2" y="12"/>
                      <a:pt x="4" y="13"/>
                      <a:pt x="5" y="12"/>
                    </a:cubicBezTo>
                    <a:cubicBezTo>
                      <a:pt x="16" y="6"/>
                      <a:pt x="16" y="6"/>
                      <a:pt x="16" y="6"/>
                    </a:cubicBezTo>
                    <a:cubicBezTo>
                      <a:pt x="17" y="5"/>
                      <a:pt x="18" y="3"/>
                      <a:pt x="17" y="2"/>
                    </a:cubicBezTo>
                    <a:cubicBezTo>
                      <a:pt x="16" y="0"/>
                      <a:pt x="14" y="0"/>
                      <a:pt x="13" y="1"/>
                    </a:cubicBezTo>
                    <a:cubicBezTo>
                      <a:pt x="2" y="7"/>
                      <a:pt x="2" y="7"/>
                      <a:pt x="2" y="7"/>
                    </a:cubicBezTo>
                    <a:cubicBezTo>
                      <a:pt x="1" y="8"/>
                      <a:pt x="0" y="10"/>
                      <a:pt x="1" y="11"/>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67" name="Freeform 84"/>
              <p:cNvSpPr/>
              <p:nvPr/>
            </p:nvSpPr>
            <p:spPr bwMode="auto">
              <a:xfrm>
                <a:off x="5434572" y="1557245"/>
                <a:ext cx="37417" cy="15798"/>
              </a:xfrm>
              <a:custGeom>
                <a:avLst/>
                <a:gdLst>
                  <a:gd name="T0" fmla="*/ 0 w 19"/>
                  <a:gd name="T1" fmla="*/ 11849 h 8"/>
                  <a:gd name="T2" fmla="*/ 0 w 19"/>
                  <a:gd name="T3" fmla="*/ 11849 h 8"/>
                  <a:gd name="T4" fmla="*/ 7877 w 19"/>
                  <a:gd name="T5" fmla="*/ 15798 h 8"/>
                  <a:gd name="T6" fmla="*/ 31509 w 19"/>
                  <a:gd name="T7" fmla="*/ 11849 h 8"/>
                  <a:gd name="T8" fmla="*/ 37417 w 19"/>
                  <a:gd name="T9" fmla="*/ 5924 h 8"/>
                  <a:gd name="T10" fmla="*/ 29540 w 19"/>
                  <a:gd name="T11" fmla="*/ 0 h 8"/>
                  <a:gd name="T12" fmla="*/ 5908 w 19"/>
                  <a:gd name="T13" fmla="*/ 3950 h 8"/>
                  <a:gd name="T14" fmla="*/ 0 w 19"/>
                  <a:gd name="T15" fmla="*/ 11849 h 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 h="8">
                    <a:moveTo>
                      <a:pt x="0" y="6"/>
                    </a:moveTo>
                    <a:cubicBezTo>
                      <a:pt x="0" y="6"/>
                      <a:pt x="0" y="6"/>
                      <a:pt x="0" y="6"/>
                    </a:cubicBezTo>
                    <a:cubicBezTo>
                      <a:pt x="1" y="7"/>
                      <a:pt x="2" y="8"/>
                      <a:pt x="4" y="8"/>
                    </a:cubicBezTo>
                    <a:cubicBezTo>
                      <a:pt x="16" y="6"/>
                      <a:pt x="16" y="6"/>
                      <a:pt x="16" y="6"/>
                    </a:cubicBezTo>
                    <a:cubicBezTo>
                      <a:pt x="18" y="6"/>
                      <a:pt x="19" y="4"/>
                      <a:pt x="19" y="3"/>
                    </a:cubicBezTo>
                    <a:cubicBezTo>
                      <a:pt x="19" y="1"/>
                      <a:pt x="17" y="0"/>
                      <a:pt x="15" y="0"/>
                    </a:cubicBezTo>
                    <a:cubicBezTo>
                      <a:pt x="3" y="2"/>
                      <a:pt x="3" y="2"/>
                      <a:pt x="3" y="2"/>
                    </a:cubicBezTo>
                    <a:cubicBezTo>
                      <a:pt x="1" y="3"/>
                      <a:pt x="0" y="4"/>
                      <a:pt x="0" y="6"/>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68" name="Freeform 85"/>
              <p:cNvSpPr/>
              <p:nvPr/>
            </p:nvSpPr>
            <p:spPr bwMode="auto">
              <a:xfrm>
                <a:off x="5434572" y="1623764"/>
                <a:ext cx="37417" cy="15798"/>
              </a:xfrm>
              <a:custGeom>
                <a:avLst/>
                <a:gdLst>
                  <a:gd name="T0" fmla="*/ 0 w 19"/>
                  <a:gd name="T1" fmla="*/ 3950 h 8"/>
                  <a:gd name="T2" fmla="*/ 0 w 19"/>
                  <a:gd name="T3" fmla="*/ 3950 h 8"/>
                  <a:gd name="T4" fmla="*/ 5908 w 19"/>
                  <a:gd name="T5" fmla="*/ 11849 h 8"/>
                  <a:gd name="T6" fmla="*/ 29540 w 19"/>
                  <a:gd name="T7" fmla="*/ 15798 h 8"/>
                  <a:gd name="T8" fmla="*/ 37417 w 19"/>
                  <a:gd name="T9" fmla="*/ 11849 h 8"/>
                  <a:gd name="T10" fmla="*/ 31509 w 19"/>
                  <a:gd name="T11" fmla="*/ 3950 h 8"/>
                  <a:gd name="T12" fmla="*/ 7877 w 19"/>
                  <a:gd name="T13" fmla="*/ 0 h 8"/>
                  <a:gd name="T14" fmla="*/ 0 w 19"/>
                  <a:gd name="T15" fmla="*/ 3950 h 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 h="8">
                    <a:moveTo>
                      <a:pt x="0" y="2"/>
                    </a:moveTo>
                    <a:cubicBezTo>
                      <a:pt x="0" y="2"/>
                      <a:pt x="0" y="2"/>
                      <a:pt x="0" y="2"/>
                    </a:cubicBezTo>
                    <a:cubicBezTo>
                      <a:pt x="0" y="4"/>
                      <a:pt x="1" y="6"/>
                      <a:pt x="3" y="6"/>
                    </a:cubicBezTo>
                    <a:cubicBezTo>
                      <a:pt x="15" y="8"/>
                      <a:pt x="15" y="8"/>
                      <a:pt x="15" y="8"/>
                    </a:cubicBezTo>
                    <a:cubicBezTo>
                      <a:pt x="17" y="8"/>
                      <a:pt x="19" y="7"/>
                      <a:pt x="19" y="6"/>
                    </a:cubicBezTo>
                    <a:cubicBezTo>
                      <a:pt x="19" y="4"/>
                      <a:pt x="18" y="2"/>
                      <a:pt x="16" y="2"/>
                    </a:cubicBezTo>
                    <a:cubicBezTo>
                      <a:pt x="4" y="0"/>
                      <a:pt x="4" y="0"/>
                      <a:pt x="4" y="0"/>
                    </a:cubicBezTo>
                    <a:cubicBezTo>
                      <a:pt x="2" y="0"/>
                      <a:pt x="1" y="1"/>
                      <a:pt x="0" y="2"/>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69" name="Freeform 86"/>
              <p:cNvSpPr/>
              <p:nvPr/>
            </p:nvSpPr>
            <p:spPr bwMode="auto">
              <a:xfrm>
                <a:off x="5412954" y="1681136"/>
                <a:ext cx="34922" cy="25776"/>
              </a:xfrm>
              <a:custGeom>
                <a:avLst/>
                <a:gdLst>
                  <a:gd name="T0" fmla="*/ 1940 w 18"/>
                  <a:gd name="T1" fmla="*/ 3966 h 13"/>
                  <a:gd name="T2" fmla="*/ 1940 w 18"/>
                  <a:gd name="T3" fmla="*/ 3966 h 13"/>
                  <a:gd name="T4" fmla="*/ 3880 w 18"/>
                  <a:gd name="T5" fmla="*/ 11897 h 13"/>
                  <a:gd name="T6" fmla="*/ 25221 w 18"/>
                  <a:gd name="T7" fmla="*/ 25776 h 13"/>
                  <a:gd name="T8" fmla="*/ 32982 w 18"/>
                  <a:gd name="T9" fmla="*/ 21810 h 13"/>
                  <a:gd name="T10" fmla="*/ 31042 w 18"/>
                  <a:gd name="T11" fmla="*/ 13879 h 13"/>
                  <a:gd name="T12" fmla="*/ 9701 w 18"/>
                  <a:gd name="T13" fmla="*/ 1983 h 13"/>
                  <a:gd name="T14" fmla="*/ 1940 w 18"/>
                  <a:gd name="T15" fmla="*/ 3966 h 1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13">
                    <a:moveTo>
                      <a:pt x="1" y="2"/>
                    </a:moveTo>
                    <a:cubicBezTo>
                      <a:pt x="1" y="2"/>
                      <a:pt x="1" y="2"/>
                      <a:pt x="1" y="2"/>
                    </a:cubicBezTo>
                    <a:cubicBezTo>
                      <a:pt x="0" y="4"/>
                      <a:pt x="1" y="5"/>
                      <a:pt x="2" y="6"/>
                    </a:cubicBezTo>
                    <a:cubicBezTo>
                      <a:pt x="13" y="13"/>
                      <a:pt x="13" y="13"/>
                      <a:pt x="13" y="13"/>
                    </a:cubicBezTo>
                    <a:cubicBezTo>
                      <a:pt x="14" y="13"/>
                      <a:pt x="16" y="13"/>
                      <a:pt x="17" y="11"/>
                    </a:cubicBezTo>
                    <a:cubicBezTo>
                      <a:pt x="18" y="10"/>
                      <a:pt x="17" y="8"/>
                      <a:pt x="16" y="7"/>
                    </a:cubicBezTo>
                    <a:cubicBezTo>
                      <a:pt x="5" y="1"/>
                      <a:pt x="5" y="1"/>
                      <a:pt x="5" y="1"/>
                    </a:cubicBezTo>
                    <a:cubicBezTo>
                      <a:pt x="4" y="0"/>
                      <a:pt x="2" y="1"/>
                      <a:pt x="1" y="2"/>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70" name="Freeform 87"/>
              <p:cNvSpPr/>
              <p:nvPr/>
            </p:nvSpPr>
            <p:spPr bwMode="auto">
              <a:xfrm>
                <a:off x="5373874" y="1730194"/>
                <a:ext cx="29102" cy="31597"/>
              </a:xfrm>
              <a:custGeom>
                <a:avLst/>
                <a:gdLst>
                  <a:gd name="T0" fmla="*/ 1940 w 15"/>
                  <a:gd name="T1" fmla="*/ 1975 h 16"/>
                  <a:gd name="T2" fmla="*/ 1940 w 15"/>
                  <a:gd name="T3" fmla="*/ 1975 h 16"/>
                  <a:gd name="T4" fmla="*/ 1940 w 15"/>
                  <a:gd name="T5" fmla="*/ 9874 h 16"/>
                  <a:gd name="T6" fmla="*/ 17461 w 15"/>
                  <a:gd name="T7" fmla="*/ 27647 h 16"/>
                  <a:gd name="T8" fmla="*/ 25222 w 15"/>
                  <a:gd name="T9" fmla="*/ 29622 h 16"/>
                  <a:gd name="T10" fmla="*/ 27162 w 15"/>
                  <a:gd name="T11" fmla="*/ 21723 h 16"/>
                  <a:gd name="T12" fmla="*/ 11641 w 15"/>
                  <a:gd name="T13" fmla="*/ 1975 h 16"/>
                  <a:gd name="T14" fmla="*/ 1940 w 15"/>
                  <a:gd name="T15" fmla="*/ 1975 h 1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 h="16">
                    <a:moveTo>
                      <a:pt x="1" y="1"/>
                    </a:moveTo>
                    <a:cubicBezTo>
                      <a:pt x="1" y="1"/>
                      <a:pt x="1" y="1"/>
                      <a:pt x="1" y="1"/>
                    </a:cubicBezTo>
                    <a:cubicBezTo>
                      <a:pt x="0" y="2"/>
                      <a:pt x="0" y="4"/>
                      <a:pt x="1" y="5"/>
                    </a:cubicBezTo>
                    <a:cubicBezTo>
                      <a:pt x="9" y="14"/>
                      <a:pt x="9" y="14"/>
                      <a:pt x="9" y="14"/>
                    </a:cubicBezTo>
                    <a:cubicBezTo>
                      <a:pt x="10" y="16"/>
                      <a:pt x="12" y="16"/>
                      <a:pt x="13" y="15"/>
                    </a:cubicBezTo>
                    <a:cubicBezTo>
                      <a:pt x="15" y="14"/>
                      <a:pt x="15" y="12"/>
                      <a:pt x="14" y="11"/>
                    </a:cubicBezTo>
                    <a:cubicBezTo>
                      <a:pt x="6" y="1"/>
                      <a:pt x="6" y="1"/>
                      <a:pt x="6" y="1"/>
                    </a:cubicBezTo>
                    <a:cubicBezTo>
                      <a:pt x="5" y="0"/>
                      <a:pt x="3" y="0"/>
                      <a:pt x="1" y="1"/>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71" name="Freeform 88"/>
              <p:cNvSpPr/>
              <p:nvPr/>
            </p:nvSpPr>
            <p:spPr bwMode="auto">
              <a:xfrm>
                <a:off x="5318164" y="1759296"/>
                <a:ext cx="24113" cy="37417"/>
              </a:xfrm>
              <a:custGeom>
                <a:avLst/>
                <a:gdLst>
                  <a:gd name="T0" fmla="*/ 6028 w 12"/>
                  <a:gd name="T1" fmla="*/ 1969 h 19"/>
                  <a:gd name="T2" fmla="*/ 6028 w 12"/>
                  <a:gd name="T3" fmla="*/ 1969 h 19"/>
                  <a:gd name="T4" fmla="*/ 2009 w 12"/>
                  <a:gd name="T5" fmla="*/ 9847 h 19"/>
                  <a:gd name="T6" fmla="*/ 10047 w 12"/>
                  <a:gd name="T7" fmla="*/ 33478 h 19"/>
                  <a:gd name="T8" fmla="*/ 18085 w 12"/>
                  <a:gd name="T9" fmla="*/ 35448 h 19"/>
                  <a:gd name="T10" fmla="*/ 22104 w 12"/>
                  <a:gd name="T11" fmla="*/ 29540 h 19"/>
                  <a:gd name="T12" fmla="*/ 14066 w 12"/>
                  <a:gd name="T13" fmla="*/ 5908 h 19"/>
                  <a:gd name="T14" fmla="*/ 6028 w 12"/>
                  <a:gd name="T15" fmla="*/ 1969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 h="19">
                    <a:moveTo>
                      <a:pt x="3" y="1"/>
                    </a:moveTo>
                    <a:cubicBezTo>
                      <a:pt x="3" y="1"/>
                      <a:pt x="3" y="1"/>
                      <a:pt x="3" y="1"/>
                    </a:cubicBezTo>
                    <a:cubicBezTo>
                      <a:pt x="1" y="2"/>
                      <a:pt x="0" y="3"/>
                      <a:pt x="1" y="5"/>
                    </a:cubicBezTo>
                    <a:cubicBezTo>
                      <a:pt x="5" y="17"/>
                      <a:pt x="5" y="17"/>
                      <a:pt x="5" y="17"/>
                    </a:cubicBezTo>
                    <a:cubicBezTo>
                      <a:pt x="6" y="18"/>
                      <a:pt x="8" y="19"/>
                      <a:pt x="9" y="18"/>
                    </a:cubicBezTo>
                    <a:cubicBezTo>
                      <a:pt x="11" y="18"/>
                      <a:pt x="12" y="16"/>
                      <a:pt x="11" y="15"/>
                    </a:cubicBezTo>
                    <a:cubicBezTo>
                      <a:pt x="7" y="3"/>
                      <a:pt x="7" y="3"/>
                      <a:pt x="7" y="3"/>
                    </a:cubicBezTo>
                    <a:cubicBezTo>
                      <a:pt x="6" y="1"/>
                      <a:pt x="4" y="0"/>
                      <a:pt x="3" y="1"/>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72" name="Freeform 89"/>
              <p:cNvSpPr/>
              <p:nvPr/>
            </p:nvSpPr>
            <p:spPr bwMode="auto">
              <a:xfrm>
                <a:off x="5259129" y="1771768"/>
                <a:ext cx="12472" cy="36585"/>
              </a:xfrm>
              <a:custGeom>
                <a:avLst/>
                <a:gdLst>
                  <a:gd name="T0" fmla="*/ 6236 w 6"/>
                  <a:gd name="T1" fmla="*/ 0 h 19"/>
                  <a:gd name="T2" fmla="*/ 6236 w 6"/>
                  <a:gd name="T3" fmla="*/ 0 h 19"/>
                  <a:gd name="T4" fmla="*/ 0 w 6"/>
                  <a:gd name="T5" fmla="*/ 5777 h 19"/>
                  <a:gd name="T6" fmla="*/ 0 w 6"/>
                  <a:gd name="T7" fmla="*/ 30808 h 19"/>
                  <a:gd name="T8" fmla="*/ 6236 w 6"/>
                  <a:gd name="T9" fmla="*/ 36585 h 19"/>
                  <a:gd name="T10" fmla="*/ 12472 w 6"/>
                  <a:gd name="T11" fmla="*/ 30808 h 19"/>
                  <a:gd name="T12" fmla="*/ 12472 w 6"/>
                  <a:gd name="T13" fmla="*/ 5777 h 19"/>
                  <a:gd name="T14" fmla="*/ 6236 w 6"/>
                  <a:gd name="T15" fmla="*/ 0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19">
                    <a:moveTo>
                      <a:pt x="3" y="0"/>
                    </a:moveTo>
                    <a:cubicBezTo>
                      <a:pt x="3" y="0"/>
                      <a:pt x="3" y="0"/>
                      <a:pt x="3" y="0"/>
                    </a:cubicBezTo>
                    <a:cubicBezTo>
                      <a:pt x="1" y="0"/>
                      <a:pt x="0" y="2"/>
                      <a:pt x="0" y="3"/>
                    </a:cubicBezTo>
                    <a:cubicBezTo>
                      <a:pt x="0" y="16"/>
                      <a:pt x="0" y="16"/>
                      <a:pt x="0" y="16"/>
                    </a:cubicBezTo>
                    <a:cubicBezTo>
                      <a:pt x="0" y="17"/>
                      <a:pt x="1" y="19"/>
                      <a:pt x="3" y="19"/>
                    </a:cubicBezTo>
                    <a:cubicBezTo>
                      <a:pt x="4" y="19"/>
                      <a:pt x="6" y="17"/>
                      <a:pt x="6" y="16"/>
                    </a:cubicBezTo>
                    <a:cubicBezTo>
                      <a:pt x="6" y="3"/>
                      <a:pt x="6" y="3"/>
                      <a:pt x="6" y="3"/>
                    </a:cubicBezTo>
                    <a:cubicBezTo>
                      <a:pt x="6" y="2"/>
                      <a:pt x="4" y="0"/>
                      <a:pt x="3" y="0"/>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73" name="Freeform 90"/>
              <p:cNvSpPr/>
              <p:nvPr/>
            </p:nvSpPr>
            <p:spPr bwMode="auto">
              <a:xfrm>
                <a:off x="5188452" y="1759296"/>
                <a:ext cx="21619" cy="37417"/>
              </a:xfrm>
              <a:custGeom>
                <a:avLst/>
                <a:gdLst>
                  <a:gd name="T0" fmla="*/ 15723 w 11"/>
                  <a:gd name="T1" fmla="*/ 1969 h 19"/>
                  <a:gd name="T2" fmla="*/ 15723 w 11"/>
                  <a:gd name="T3" fmla="*/ 1969 h 19"/>
                  <a:gd name="T4" fmla="*/ 9827 w 11"/>
                  <a:gd name="T5" fmla="*/ 5908 h 19"/>
                  <a:gd name="T6" fmla="*/ 0 w 11"/>
                  <a:gd name="T7" fmla="*/ 29540 h 19"/>
                  <a:gd name="T8" fmla="*/ 3931 w 11"/>
                  <a:gd name="T9" fmla="*/ 35448 h 19"/>
                  <a:gd name="T10" fmla="*/ 11792 w 11"/>
                  <a:gd name="T11" fmla="*/ 33478 h 19"/>
                  <a:gd name="T12" fmla="*/ 19654 w 11"/>
                  <a:gd name="T13" fmla="*/ 9847 h 19"/>
                  <a:gd name="T14" fmla="*/ 15723 w 11"/>
                  <a:gd name="T15" fmla="*/ 1969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 h="19">
                    <a:moveTo>
                      <a:pt x="8" y="1"/>
                    </a:moveTo>
                    <a:cubicBezTo>
                      <a:pt x="8" y="1"/>
                      <a:pt x="8" y="1"/>
                      <a:pt x="8" y="1"/>
                    </a:cubicBezTo>
                    <a:cubicBezTo>
                      <a:pt x="7" y="0"/>
                      <a:pt x="5" y="1"/>
                      <a:pt x="5" y="3"/>
                    </a:cubicBezTo>
                    <a:cubicBezTo>
                      <a:pt x="0" y="15"/>
                      <a:pt x="0" y="15"/>
                      <a:pt x="0" y="15"/>
                    </a:cubicBezTo>
                    <a:cubicBezTo>
                      <a:pt x="0" y="16"/>
                      <a:pt x="1" y="18"/>
                      <a:pt x="2" y="18"/>
                    </a:cubicBezTo>
                    <a:cubicBezTo>
                      <a:pt x="4" y="19"/>
                      <a:pt x="5" y="18"/>
                      <a:pt x="6" y="17"/>
                    </a:cubicBezTo>
                    <a:cubicBezTo>
                      <a:pt x="10" y="5"/>
                      <a:pt x="10" y="5"/>
                      <a:pt x="10" y="5"/>
                    </a:cubicBezTo>
                    <a:cubicBezTo>
                      <a:pt x="11" y="3"/>
                      <a:pt x="10" y="2"/>
                      <a:pt x="8" y="1"/>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74" name="Freeform 91"/>
              <p:cNvSpPr/>
              <p:nvPr/>
            </p:nvSpPr>
            <p:spPr bwMode="auto">
              <a:xfrm>
                <a:off x="5127754" y="1730194"/>
                <a:ext cx="27439" cy="31597"/>
              </a:xfrm>
              <a:custGeom>
                <a:avLst/>
                <a:gdLst>
                  <a:gd name="T0" fmla="*/ 25479 w 14"/>
                  <a:gd name="T1" fmla="*/ 1975 h 16"/>
                  <a:gd name="T2" fmla="*/ 25479 w 14"/>
                  <a:gd name="T3" fmla="*/ 1975 h 16"/>
                  <a:gd name="T4" fmla="*/ 17639 w 14"/>
                  <a:gd name="T5" fmla="*/ 1975 h 16"/>
                  <a:gd name="T6" fmla="*/ 1960 w 14"/>
                  <a:gd name="T7" fmla="*/ 21723 h 16"/>
                  <a:gd name="T8" fmla="*/ 1960 w 14"/>
                  <a:gd name="T9" fmla="*/ 29622 h 16"/>
                  <a:gd name="T10" fmla="*/ 9800 w 14"/>
                  <a:gd name="T11" fmla="*/ 27647 h 16"/>
                  <a:gd name="T12" fmla="*/ 25479 w 14"/>
                  <a:gd name="T13" fmla="*/ 9874 h 16"/>
                  <a:gd name="T14" fmla="*/ 25479 w 14"/>
                  <a:gd name="T15" fmla="*/ 1975 h 1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 h="16">
                    <a:moveTo>
                      <a:pt x="13" y="1"/>
                    </a:moveTo>
                    <a:cubicBezTo>
                      <a:pt x="13" y="1"/>
                      <a:pt x="13" y="1"/>
                      <a:pt x="13" y="1"/>
                    </a:cubicBezTo>
                    <a:cubicBezTo>
                      <a:pt x="12" y="0"/>
                      <a:pt x="10" y="0"/>
                      <a:pt x="9" y="1"/>
                    </a:cubicBezTo>
                    <a:cubicBezTo>
                      <a:pt x="1" y="11"/>
                      <a:pt x="1" y="11"/>
                      <a:pt x="1" y="11"/>
                    </a:cubicBezTo>
                    <a:cubicBezTo>
                      <a:pt x="0" y="12"/>
                      <a:pt x="0" y="14"/>
                      <a:pt x="1" y="15"/>
                    </a:cubicBezTo>
                    <a:cubicBezTo>
                      <a:pt x="2" y="16"/>
                      <a:pt x="4" y="16"/>
                      <a:pt x="5" y="14"/>
                    </a:cubicBezTo>
                    <a:cubicBezTo>
                      <a:pt x="13" y="5"/>
                      <a:pt x="13" y="5"/>
                      <a:pt x="13" y="5"/>
                    </a:cubicBezTo>
                    <a:cubicBezTo>
                      <a:pt x="14" y="4"/>
                      <a:pt x="14" y="2"/>
                      <a:pt x="13" y="1"/>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75" name="Freeform 92"/>
              <p:cNvSpPr/>
              <p:nvPr/>
            </p:nvSpPr>
            <p:spPr bwMode="auto">
              <a:xfrm>
                <a:off x="5080359" y="1681136"/>
                <a:ext cx="35754" cy="25776"/>
              </a:xfrm>
              <a:custGeom>
                <a:avLst/>
                <a:gdLst>
                  <a:gd name="T0" fmla="*/ 33768 w 18"/>
                  <a:gd name="T1" fmla="*/ 3966 h 13"/>
                  <a:gd name="T2" fmla="*/ 33768 w 18"/>
                  <a:gd name="T3" fmla="*/ 3966 h 13"/>
                  <a:gd name="T4" fmla="*/ 25822 w 18"/>
                  <a:gd name="T5" fmla="*/ 1983 h 13"/>
                  <a:gd name="T6" fmla="*/ 3973 w 18"/>
                  <a:gd name="T7" fmla="*/ 13879 h 13"/>
                  <a:gd name="T8" fmla="*/ 1986 w 18"/>
                  <a:gd name="T9" fmla="*/ 21810 h 13"/>
                  <a:gd name="T10" fmla="*/ 9932 w 18"/>
                  <a:gd name="T11" fmla="*/ 25776 h 13"/>
                  <a:gd name="T12" fmla="*/ 31781 w 18"/>
                  <a:gd name="T13" fmla="*/ 11897 h 13"/>
                  <a:gd name="T14" fmla="*/ 33768 w 18"/>
                  <a:gd name="T15" fmla="*/ 3966 h 1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13">
                    <a:moveTo>
                      <a:pt x="17" y="2"/>
                    </a:moveTo>
                    <a:cubicBezTo>
                      <a:pt x="17" y="2"/>
                      <a:pt x="17" y="2"/>
                      <a:pt x="17" y="2"/>
                    </a:cubicBezTo>
                    <a:cubicBezTo>
                      <a:pt x="16" y="1"/>
                      <a:pt x="15" y="0"/>
                      <a:pt x="13" y="1"/>
                    </a:cubicBezTo>
                    <a:cubicBezTo>
                      <a:pt x="2" y="7"/>
                      <a:pt x="2" y="7"/>
                      <a:pt x="2" y="7"/>
                    </a:cubicBezTo>
                    <a:cubicBezTo>
                      <a:pt x="1" y="8"/>
                      <a:pt x="0" y="10"/>
                      <a:pt x="1" y="11"/>
                    </a:cubicBezTo>
                    <a:cubicBezTo>
                      <a:pt x="2" y="13"/>
                      <a:pt x="4" y="13"/>
                      <a:pt x="5" y="13"/>
                    </a:cubicBezTo>
                    <a:cubicBezTo>
                      <a:pt x="16" y="6"/>
                      <a:pt x="16" y="6"/>
                      <a:pt x="16" y="6"/>
                    </a:cubicBezTo>
                    <a:cubicBezTo>
                      <a:pt x="18" y="5"/>
                      <a:pt x="18" y="4"/>
                      <a:pt x="17" y="2"/>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76" name="Freeform 93"/>
              <p:cNvSpPr/>
              <p:nvPr/>
            </p:nvSpPr>
            <p:spPr bwMode="auto">
              <a:xfrm>
                <a:off x="5057077" y="1623764"/>
                <a:ext cx="37417" cy="15798"/>
              </a:xfrm>
              <a:custGeom>
                <a:avLst/>
                <a:gdLst>
                  <a:gd name="T0" fmla="*/ 37417 w 19"/>
                  <a:gd name="T1" fmla="*/ 3950 h 8"/>
                  <a:gd name="T2" fmla="*/ 37417 w 19"/>
                  <a:gd name="T3" fmla="*/ 3950 h 8"/>
                  <a:gd name="T4" fmla="*/ 29540 w 19"/>
                  <a:gd name="T5" fmla="*/ 0 h 8"/>
                  <a:gd name="T6" fmla="*/ 5908 w 19"/>
                  <a:gd name="T7" fmla="*/ 3950 h 8"/>
                  <a:gd name="T8" fmla="*/ 0 w 19"/>
                  <a:gd name="T9" fmla="*/ 11849 h 8"/>
                  <a:gd name="T10" fmla="*/ 7877 w 19"/>
                  <a:gd name="T11" fmla="*/ 15798 h 8"/>
                  <a:gd name="T12" fmla="*/ 31509 w 19"/>
                  <a:gd name="T13" fmla="*/ 11849 h 8"/>
                  <a:gd name="T14" fmla="*/ 37417 w 19"/>
                  <a:gd name="T15" fmla="*/ 3950 h 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 h="8">
                    <a:moveTo>
                      <a:pt x="19" y="2"/>
                    </a:moveTo>
                    <a:cubicBezTo>
                      <a:pt x="19" y="2"/>
                      <a:pt x="19" y="2"/>
                      <a:pt x="19" y="2"/>
                    </a:cubicBezTo>
                    <a:cubicBezTo>
                      <a:pt x="18" y="1"/>
                      <a:pt x="17" y="0"/>
                      <a:pt x="15" y="0"/>
                    </a:cubicBezTo>
                    <a:cubicBezTo>
                      <a:pt x="3" y="2"/>
                      <a:pt x="3" y="2"/>
                      <a:pt x="3" y="2"/>
                    </a:cubicBezTo>
                    <a:cubicBezTo>
                      <a:pt x="1" y="2"/>
                      <a:pt x="0" y="4"/>
                      <a:pt x="0" y="6"/>
                    </a:cubicBezTo>
                    <a:cubicBezTo>
                      <a:pt x="1" y="7"/>
                      <a:pt x="2" y="8"/>
                      <a:pt x="4" y="8"/>
                    </a:cubicBezTo>
                    <a:cubicBezTo>
                      <a:pt x="16" y="6"/>
                      <a:pt x="16" y="6"/>
                      <a:pt x="16" y="6"/>
                    </a:cubicBezTo>
                    <a:cubicBezTo>
                      <a:pt x="18" y="6"/>
                      <a:pt x="19" y="4"/>
                      <a:pt x="19" y="2"/>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77" name="Freeform 94"/>
              <p:cNvSpPr/>
              <p:nvPr/>
            </p:nvSpPr>
            <p:spPr bwMode="auto">
              <a:xfrm>
                <a:off x="5057077" y="1557245"/>
                <a:ext cx="37417" cy="15798"/>
              </a:xfrm>
              <a:custGeom>
                <a:avLst/>
                <a:gdLst>
                  <a:gd name="T0" fmla="*/ 37417 w 19"/>
                  <a:gd name="T1" fmla="*/ 11849 h 8"/>
                  <a:gd name="T2" fmla="*/ 37417 w 19"/>
                  <a:gd name="T3" fmla="*/ 11849 h 8"/>
                  <a:gd name="T4" fmla="*/ 31509 w 19"/>
                  <a:gd name="T5" fmla="*/ 3950 h 8"/>
                  <a:gd name="T6" fmla="*/ 7877 w 19"/>
                  <a:gd name="T7" fmla="*/ 0 h 8"/>
                  <a:gd name="T8" fmla="*/ 0 w 19"/>
                  <a:gd name="T9" fmla="*/ 5924 h 8"/>
                  <a:gd name="T10" fmla="*/ 5908 w 19"/>
                  <a:gd name="T11" fmla="*/ 11849 h 8"/>
                  <a:gd name="T12" fmla="*/ 29540 w 19"/>
                  <a:gd name="T13" fmla="*/ 15798 h 8"/>
                  <a:gd name="T14" fmla="*/ 37417 w 19"/>
                  <a:gd name="T15" fmla="*/ 11849 h 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 h="8">
                    <a:moveTo>
                      <a:pt x="19" y="6"/>
                    </a:moveTo>
                    <a:cubicBezTo>
                      <a:pt x="19" y="6"/>
                      <a:pt x="19" y="6"/>
                      <a:pt x="19" y="6"/>
                    </a:cubicBezTo>
                    <a:cubicBezTo>
                      <a:pt x="19" y="4"/>
                      <a:pt x="18" y="3"/>
                      <a:pt x="16" y="2"/>
                    </a:cubicBezTo>
                    <a:cubicBezTo>
                      <a:pt x="4" y="0"/>
                      <a:pt x="4" y="0"/>
                      <a:pt x="4" y="0"/>
                    </a:cubicBezTo>
                    <a:cubicBezTo>
                      <a:pt x="2" y="0"/>
                      <a:pt x="1" y="1"/>
                      <a:pt x="0" y="3"/>
                    </a:cubicBezTo>
                    <a:cubicBezTo>
                      <a:pt x="0" y="4"/>
                      <a:pt x="1" y="6"/>
                      <a:pt x="3" y="6"/>
                    </a:cubicBezTo>
                    <a:cubicBezTo>
                      <a:pt x="15" y="8"/>
                      <a:pt x="15" y="8"/>
                      <a:pt x="15" y="8"/>
                    </a:cubicBezTo>
                    <a:cubicBezTo>
                      <a:pt x="17" y="8"/>
                      <a:pt x="18" y="7"/>
                      <a:pt x="19" y="6"/>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78" name="Freeform 95"/>
              <p:cNvSpPr/>
              <p:nvPr/>
            </p:nvSpPr>
            <p:spPr bwMode="auto">
              <a:xfrm>
                <a:off x="5080359" y="1489894"/>
                <a:ext cx="35754" cy="25776"/>
              </a:xfrm>
              <a:custGeom>
                <a:avLst/>
                <a:gdLst>
                  <a:gd name="T0" fmla="*/ 33768 w 18"/>
                  <a:gd name="T1" fmla="*/ 21810 h 13"/>
                  <a:gd name="T2" fmla="*/ 33768 w 18"/>
                  <a:gd name="T3" fmla="*/ 21810 h 13"/>
                  <a:gd name="T4" fmla="*/ 31781 w 18"/>
                  <a:gd name="T5" fmla="*/ 13879 h 13"/>
                  <a:gd name="T6" fmla="*/ 9932 w 18"/>
                  <a:gd name="T7" fmla="*/ 1983 h 13"/>
                  <a:gd name="T8" fmla="*/ 1986 w 18"/>
                  <a:gd name="T9" fmla="*/ 3966 h 13"/>
                  <a:gd name="T10" fmla="*/ 3973 w 18"/>
                  <a:gd name="T11" fmla="*/ 11897 h 13"/>
                  <a:gd name="T12" fmla="*/ 25822 w 18"/>
                  <a:gd name="T13" fmla="*/ 23793 h 13"/>
                  <a:gd name="T14" fmla="*/ 33768 w 18"/>
                  <a:gd name="T15" fmla="*/ 21810 h 1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8" h="13">
                    <a:moveTo>
                      <a:pt x="17" y="11"/>
                    </a:moveTo>
                    <a:cubicBezTo>
                      <a:pt x="17" y="11"/>
                      <a:pt x="17" y="11"/>
                      <a:pt x="17" y="11"/>
                    </a:cubicBezTo>
                    <a:cubicBezTo>
                      <a:pt x="18" y="10"/>
                      <a:pt x="18" y="8"/>
                      <a:pt x="16" y="7"/>
                    </a:cubicBezTo>
                    <a:cubicBezTo>
                      <a:pt x="5" y="1"/>
                      <a:pt x="5" y="1"/>
                      <a:pt x="5" y="1"/>
                    </a:cubicBezTo>
                    <a:cubicBezTo>
                      <a:pt x="4" y="0"/>
                      <a:pt x="2" y="0"/>
                      <a:pt x="1" y="2"/>
                    </a:cubicBezTo>
                    <a:cubicBezTo>
                      <a:pt x="0" y="3"/>
                      <a:pt x="1" y="5"/>
                      <a:pt x="2" y="6"/>
                    </a:cubicBezTo>
                    <a:cubicBezTo>
                      <a:pt x="13" y="12"/>
                      <a:pt x="13" y="12"/>
                      <a:pt x="13" y="12"/>
                    </a:cubicBezTo>
                    <a:cubicBezTo>
                      <a:pt x="15" y="13"/>
                      <a:pt x="16" y="12"/>
                      <a:pt x="17" y="11"/>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79" name="Freeform 96"/>
              <p:cNvSpPr/>
              <p:nvPr/>
            </p:nvSpPr>
            <p:spPr bwMode="auto">
              <a:xfrm>
                <a:off x="5127754" y="1435016"/>
                <a:ext cx="27439" cy="33259"/>
              </a:xfrm>
              <a:custGeom>
                <a:avLst/>
                <a:gdLst>
                  <a:gd name="T0" fmla="*/ 25479 w 14"/>
                  <a:gd name="T1" fmla="*/ 29346 h 17"/>
                  <a:gd name="T2" fmla="*/ 25479 w 14"/>
                  <a:gd name="T3" fmla="*/ 29346 h 17"/>
                  <a:gd name="T4" fmla="*/ 25479 w 14"/>
                  <a:gd name="T5" fmla="*/ 21521 h 17"/>
                  <a:gd name="T6" fmla="*/ 9800 w 14"/>
                  <a:gd name="T7" fmla="*/ 3913 h 17"/>
                  <a:gd name="T8" fmla="*/ 1960 w 14"/>
                  <a:gd name="T9" fmla="*/ 1956 h 17"/>
                  <a:gd name="T10" fmla="*/ 1960 w 14"/>
                  <a:gd name="T11" fmla="*/ 11738 h 17"/>
                  <a:gd name="T12" fmla="*/ 17639 w 14"/>
                  <a:gd name="T13" fmla="*/ 29346 h 17"/>
                  <a:gd name="T14" fmla="*/ 25479 w 14"/>
                  <a:gd name="T15" fmla="*/ 29346 h 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 h="17">
                    <a:moveTo>
                      <a:pt x="13" y="15"/>
                    </a:moveTo>
                    <a:cubicBezTo>
                      <a:pt x="13" y="15"/>
                      <a:pt x="13" y="15"/>
                      <a:pt x="13" y="15"/>
                    </a:cubicBezTo>
                    <a:cubicBezTo>
                      <a:pt x="14" y="14"/>
                      <a:pt x="14" y="12"/>
                      <a:pt x="13" y="11"/>
                    </a:cubicBezTo>
                    <a:cubicBezTo>
                      <a:pt x="5" y="2"/>
                      <a:pt x="5" y="2"/>
                      <a:pt x="5" y="2"/>
                    </a:cubicBezTo>
                    <a:cubicBezTo>
                      <a:pt x="4" y="0"/>
                      <a:pt x="2" y="0"/>
                      <a:pt x="1" y="1"/>
                    </a:cubicBezTo>
                    <a:cubicBezTo>
                      <a:pt x="0" y="2"/>
                      <a:pt x="0" y="4"/>
                      <a:pt x="1" y="6"/>
                    </a:cubicBezTo>
                    <a:cubicBezTo>
                      <a:pt x="9" y="15"/>
                      <a:pt x="9" y="15"/>
                      <a:pt x="9" y="15"/>
                    </a:cubicBezTo>
                    <a:cubicBezTo>
                      <a:pt x="10" y="16"/>
                      <a:pt x="12" y="17"/>
                      <a:pt x="13" y="15"/>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80" name="Freeform 97"/>
              <p:cNvSpPr/>
              <p:nvPr/>
            </p:nvSpPr>
            <p:spPr bwMode="auto">
              <a:xfrm>
                <a:off x="5188452" y="1400094"/>
                <a:ext cx="21619" cy="37417"/>
              </a:xfrm>
              <a:custGeom>
                <a:avLst/>
                <a:gdLst>
                  <a:gd name="T0" fmla="*/ 15723 w 11"/>
                  <a:gd name="T1" fmla="*/ 35448 h 19"/>
                  <a:gd name="T2" fmla="*/ 15723 w 11"/>
                  <a:gd name="T3" fmla="*/ 35448 h 19"/>
                  <a:gd name="T4" fmla="*/ 19654 w 11"/>
                  <a:gd name="T5" fmla="*/ 27570 h 19"/>
                  <a:gd name="T6" fmla="*/ 11792 w 11"/>
                  <a:gd name="T7" fmla="*/ 5908 h 19"/>
                  <a:gd name="T8" fmla="*/ 3931 w 11"/>
                  <a:gd name="T9" fmla="*/ 1969 h 19"/>
                  <a:gd name="T10" fmla="*/ 0 w 11"/>
                  <a:gd name="T11" fmla="*/ 9847 h 19"/>
                  <a:gd name="T12" fmla="*/ 9827 w 11"/>
                  <a:gd name="T13" fmla="*/ 31509 h 19"/>
                  <a:gd name="T14" fmla="*/ 15723 w 11"/>
                  <a:gd name="T15" fmla="*/ 35448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 h="19">
                    <a:moveTo>
                      <a:pt x="8" y="18"/>
                    </a:moveTo>
                    <a:cubicBezTo>
                      <a:pt x="8" y="18"/>
                      <a:pt x="8" y="18"/>
                      <a:pt x="8" y="18"/>
                    </a:cubicBezTo>
                    <a:cubicBezTo>
                      <a:pt x="10" y="18"/>
                      <a:pt x="11" y="16"/>
                      <a:pt x="10" y="14"/>
                    </a:cubicBezTo>
                    <a:cubicBezTo>
                      <a:pt x="6" y="3"/>
                      <a:pt x="6" y="3"/>
                      <a:pt x="6" y="3"/>
                    </a:cubicBezTo>
                    <a:cubicBezTo>
                      <a:pt x="5" y="1"/>
                      <a:pt x="4" y="0"/>
                      <a:pt x="2" y="1"/>
                    </a:cubicBezTo>
                    <a:cubicBezTo>
                      <a:pt x="1" y="1"/>
                      <a:pt x="0" y="3"/>
                      <a:pt x="0" y="5"/>
                    </a:cubicBezTo>
                    <a:cubicBezTo>
                      <a:pt x="5" y="16"/>
                      <a:pt x="5" y="16"/>
                      <a:pt x="5" y="16"/>
                    </a:cubicBezTo>
                    <a:cubicBezTo>
                      <a:pt x="5" y="18"/>
                      <a:pt x="7" y="19"/>
                      <a:pt x="8" y="18"/>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81" name="Freeform 98"/>
              <p:cNvSpPr/>
              <p:nvPr/>
            </p:nvSpPr>
            <p:spPr bwMode="auto">
              <a:xfrm>
                <a:off x="5161013" y="1592167"/>
                <a:ext cx="110588" cy="120566"/>
              </a:xfrm>
              <a:custGeom>
                <a:avLst/>
                <a:gdLst>
                  <a:gd name="T0" fmla="*/ 1975 w 56"/>
                  <a:gd name="T1" fmla="*/ 118590 h 61"/>
                  <a:gd name="T2" fmla="*/ 1975 w 56"/>
                  <a:gd name="T3" fmla="*/ 118590 h 61"/>
                  <a:gd name="T4" fmla="*/ 13824 w 56"/>
                  <a:gd name="T5" fmla="*/ 118590 h 61"/>
                  <a:gd name="T6" fmla="*/ 108613 w 56"/>
                  <a:gd name="T7" fmla="*/ 13835 h 61"/>
                  <a:gd name="T8" fmla="*/ 106638 w 56"/>
                  <a:gd name="T9" fmla="*/ 3953 h 61"/>
                  <a:gd name="T10" fmla="*/ 96765 w 56"/>
                  <a:gd name="T11" fmla="*/ 3953 h 61"/>
                  <a:gd name="T12" fmla="*/ 1975 w 56"/>
                  <a:gd name="T13" fmla="*/ 106731 h 61"/>
                  <a:gd name="T14" fmla="*/ 1975 w 56"/>
                  <a:gd name="T15" fmla="*/ 11859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6" h="61">
                    <a:moveTo>
                      <a:pt x="1" y="60"/>
                    </a:moveTo>
                    <a:cubicBezTo>
                      <a:pt x="1" y="60"/>
                      <a:pt x="1" y="60"/>
                      <a:pt x="1" y="60"/>
                    </a:cubicBezTo>
                    <a:cubicBezTo>
                      <a:pt x="3" y="61"/>
                      <a:pt x="5" y="61"/>
                      <a:pt x="7" y="60"/>
                    </a:cubicBezTo>
                    <a:cubicBezTo>
                      <a:pt x="55" y="7"/>
                      <a:pt x="55" y="7"/>
                      <a:pt x="55" y="7"/>
                    </a:cubicBezTo>
                    <a:cubicBezTo>
                      <a:pt x="56" y="6"/>
                      <a:pt x="56" y="3"/>
                      <a:pt x="54" y="2"/>
                    </a:cubicBezTo>
                    <a:cubicBezTo>
                      <a:pt x="53" y="0"/>
                      <a:pt x="50" y="0"/>
                      <a:pt x="49" y="2"/>
                    </a:cubicBezTo>
                    <a:cubicBezTo>
                      <a:pt x="1" y="54"/>
                      <a:pt x="1" y="54"/>
                      <a:pt x="1" y="54"/>
                    </a:cubicBezTo>
                    <a:cubicBezTo>
                      <a:pt x="0" y="56"/>
                      <a:pt x="0" y="58"/>
                      <a:pt x="1" y="60"/>
                    </a:cubicBezTo>
                    <a:close/>
                  </a:path>
                </a:pathLst>
              </a:custGeom>
              <a:solidFill>
                <a:srgbClr val="8D95B1"/>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82" name="Rectangle 99"/>
              <p:cNvSpPr>
                <a:spLocks noChangeArrowheads="1"/>
              </p:cNvSpPr>
              <p:nvPr/>
            </p:nvSpPr>
            <p:spPr bwMode="auto">
              <a:xfrm>
                <a:off x="5106135" y="1596325"/>
                <a:ext cx="159646" cy="4157"/>
              </a:xfrm>
              <a:prstGeom prst="rect">
                <a:avLst/>
              </a:prstGeom>
              <a:solidFill>
                <a:srgbClr val="EE293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9170">
                  <a:defRPr/>
                </a:pPr>
                <a:endParaRPr lang="zh-CN" altLang="zh-CN" sz="2400" kern="0">
                  <a:solidFill>
                    <a:prstClr val="black"/>
                  </a:solidFill>
                  <a:ea typeface="宋体" panose="02010600030101010101" pitchFamily="2" charset="-122"/>
                </a:endParaRPr>
              </a:p>
            </p:txBody>
          </p:sp>
          <p:sp>
            <p:nvSpPr>
              <p:cNvPr id="83" name="Oval 100"/>
              <p:cNvSpPr>
                <a:spLocks noChangeArrowheads="1"/>
              </p:cNvSpPr>
              <p:nvPr/>
            </p:nvSpPr>
            <p:spPr bwMode="auto">
              <a:xfrm>
                <a:off x="5245825" y="1580526"/>
                <a:ext cx="37417" cy="35754"/>
              </a:xfrm>
              <a:prstGeom prst="ellipse">
                <a:avLst/>
              </a:pr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9170">
                  <a:defRPr/>
                </a:pPr>
                <a:endParaRPr lang="zh-CN" altLang="zh-CN" sz="2400" kern="0">
                  <a:solidFill>
                    <a:prstClr val="black"/>
                  </a:solidFill>
                  <a:ea typeface="宋体" panose="02010600030101010101" pitchFamily="2" charset="-122"/>
                </a:endParaRPr>
              </a:p>
            </p:txBody>
          </p:sp>
          <p:sp>
            <p:nvSpPr>
              <p:cNvPr id="84" name="Freeform 101"/>
              <p:cNvSpPr/>
              <p:nvPr/>
            </p:nvSpPr>
            <p:spPr bwMode="auto">
              <a:xfrm>
                <a:off x="5251645" y="1468276"/>
                <a:ext cx="25776" cy="128049"/>
              </a:xfrm>
              <a:custGeom>
                <a:avLst/>
                <a:gdLst>
                  <a:gd name="T0" fmla="*/ 11897 w 13"/>
                  <a:gd name="T1" fmla="*/ 128049 h 65"/>
                  <a:gd name="T2" fmla="*/ 13879 w 13"/>
                  <a:gd name="T3" fmla="*/ 128049 h 65"/>
                  <a:gd name="T4" fmla="*/ 25776 w 13"/>
                  <a:gd name="T5" fmla="*/ 116229 h 65"/>
                  <a:gd name="T6" fmla="*/ 25776 w 13"/>
                  <a:gd name="T7" fmla="*/ 11820 h 65"/>
                  <a:gd name="T8" fmla="*/ 13879 w 13"/>
                  <a:gd name="T9" fmla="*/ 0 h 65"/>
                  <a:gd name="T10" fmla="*/ 11897 w 13"/>
                  <a:gd name="T11" fmla="*/ 0 h 65"/>
                  <a:gd name="T12" fmla="*/ 0 w 13"/>
                  <a:gd name="T13" fmla="*/ 11820 h 65"/>
                  <a:gd name="T14" fmla="*/ 0 w 13"/>
                  <a:gd name="T15" fmla="*/ 116229 h 65"/>
                  <a:gd name="T16" fmla="*/ 11897 w 13"/>
                  <a:gd name="T17" fmla="*/ 128049 h 6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 h="65">
                    <a:moveTo>
                      <a:pt x="6" y="65"/>
                    </a:moveTo>
                    <a:cubicBezTo>
                      <a:pt x="7" y="65"/>
                      <a:pt x="7" y="65"/>
                      <a:pt x="7" y="65"/>
                    </a:cubicBezTo>
                    <a:cubicBezTo>
                      <a:pt x="11" y="65"/>
                      <a:pt x="13" y="62"/>
                      <a:pt x="13" y="59"/>
                    </a:cubicBezTo>
                    <a:cubicBezTo>
                      <a:pt x="13" y="6"/>
                      <a:pt x="13" y="6"/>
                      <a:pt x="13" y="6"/>
                    </a:cubicBezTo>
                    <a:cubicBezTo>
                      <a:pt x="13" y="3"/>
                      <a:pt x="11" y="0"/>
                      <a:pt x="7" y="0"/>
                    </a:cubicBezTo>
                    <a:cubicBezTo>
                      <a:pt x="6" y="0"/>
                      <a:pt x="6" y="0"/>
                      <a:pt x="6" y="0"/>
                    </a:cubicBezTo>
                    <a:cubicBezTo>
                      <a:pt x="3" y="0"/>
                      <a:pt x="0" y="3"/>
                      <a:pt x="0" y="6"/>
                    </a:cubicBezTo>
                    <a:cubicBezTo>
                      <a:pt x="0" y="59"/>
                      <a:pt x="0" y="59"/>
                      <a:pt x="0" y="59"/>
                    </a:cubicBezTo>
                    <a:cubicBezTo>
                      <a:pt x="0" y="62"/>
                      <a:pt x="3" y="65"/>
                      <a:pt x="6" y="65"/>
                    </a:cubicBezTo>
                    <a:close/>
                  </a:path>
                </a:pathLst>
              </a:custGeom>
              <a:solidFill>
                <a:srgbClr val="2A2E3E"/>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85" name="Oval 102"/>
              <p:cNvSpPr>
                <a:spLocks noChangeArrowheads="1"/>
              </p:cNvSpPr>
              <p:nvPr/>
            </p:nvSpPr>
            <p:spPr bwMode="auto">
              <a:xfrm>
                <a:off x="6601184" y="866416"/>
                <a:ext cx="657916" cy="661455"/>
              </a:xfrm>
              <a:prstGeom prst="ellipse">
                <a:avLst/>
              </a:prstGeom>
              <a:solidFill>
                <a:srgbClr val="6C2B43">
                  <a:lumMod val="60000"/>
                  <a:lumOff val="40000"/>
                </a:srgbClr>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86" name="Oval 103"/>
              <p:cNvSpPr>
                <a:spLocks noChangeArrowheads="1"/>
              </p:cNvSpPr>
              <p:nvPr/>
            </p:nvSpPr>
            <p:spPr bwMode="auto">
              <a:xfrm>
                <a:off x="7410791" y="2573849"/>
                <a:ext cx="469185" cy="470956"/>
              </a:xfrm>
              <a:prstGeom prst="ellipse">
                <a:avLst/>
              </a:prstGeom>
              <a:solidFill>
                <a:srgbClr val="6C2B43">
                  <a:lumMod val="60000"/>
                  <a:lumOff val="40000"/>
                </a:srgbClr>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87" name="Oval 104"/>
              <p:cNvSpPr>
                <a:spLocks noChangeArrowheads="1"/>
              </p:cNvSpPr>
              <p:nvPr/>
            </p:nvSpPr>
            <p:spPr bwMode="auto">
              <a:xfrm>
                <a:off x="6246649" y="5537164"/>
                <a:ext cx="844885" cy="850189"/>
              </a:xfrm>
              <a:prstGeom prst="ellipse">
                <a:avLst/>
              </a:prstGeom>
              <a:solidFill>
                <a:srgbClr val="6C2B43">
                  <a:lumMod val="60000"/>
                  <a:lumOff val="40000"/>
                </a:srgbClr>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88" name="Oval 105"/>
              <p:cNvSpPr>
                <a:spLocks noChangeArrowheads="1"/>
              </p:cNvSpPr>
              <p:nvPr/>
            </p:nvSpPr>
            <p:spPr bwMode="auto">
              <a:xfrm>
                <a:off x="3590289" y="704139"/>
                <a:ext cx="384520" cy="388053"/>
              </a:xfrm>
              <a:prstGeom prst="ellipse">
                <a:avLst/>
              </a:prstGeom>
              <a:solidFill>
                <a:srgbClr val="6C2B43">
                  <a:lumMod val="60000"/>
                  <a:lumOff val="40000"/>
                </a:srgbClr>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89" name="Oval 106"/>
              <p:cNvSpPr>
                <a:spLocks noChangeArrowheads="1"/>
              </p:cNvSpPr>
              <p:nvPr/>
            </p:nvSpPr>
            <p:spPr bwMode="auto">
              <a:xfrm>
                <a:off x="3055842" y="1496121"/>
                <a:ext cx="770803" cy="772578"/>
              </a:xfrm>
              <a:prstGeom prst="ellipse">
                <a:avLst/>
              </a:prstGeom>
              <a:solidFill>
                <a:srgbClr val="6C2B43">
                  <a:lumMod val="60000"/>
                  <a:lumOff val="40000"/>
                </a:srgbClr>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en-US" sz="2400" kern="0">
                  <a:solidFill>
                    <a:prstClr val="black"/>
                  </a:solidFill>
                  <a:latin typeface="Calibri"/>
                </a:endParaRPr>
              </a:p>
            </p:txBody>
          </p:sp>
          <p:sp>
            <p:nvSpPr>
              <p:cNvPr id="90" name="Freeform 125"/>
              <p:cNvSpPr/>
              <p:nvPr/>
            </p:nvSpPr>
            <p:spPr bwMode="auto">
              <a:xfrm>
                <a:off x="5979196" y="1364340"/>
                <a:ext cx="237805" cy="340078"/>
              </a:xfrm>
              <a:custGeom>
                <a:avLst/>
                <a:gdLst>
                  <a:gd name="T0" fmla="*/ 58960 w 121"/>
                  <a:gd name="T1" fmla="*/ 281105 h 173"/>
                  <a:gd name="T2" fmla="*/ 0 w 121"/>
                  <a:gd name="T3" fmla="*/ 241790 h 173"/>
                  <a:gd name="T4" fmla="*/ 23584 w 121"/>
                  <a:gd name="T5" fmla="*/ 182816 h 173"/>
                  <a:gd name="T6" fmla="*/ 49133 w 121"/>
                  <a:gd name="T7" fmla="*/ 192645 h 173"/>
                  <a:gd name="T8" fmla="*/ 43237 w 121"/>
                  <a:gd name="T9" fmla="*/ 229995 h 173"/>
                  <a:gd name="T10" fmla="*/ 74683 w 121"/>
                  <a:gd name="T11" fmla="*/ 251618 h 173"/>
                  <a:gd name="T12" fmla="*/ 139538 w 121"/>
                  <a:gd name="T13" fmla="*/ 239824 h 173"/>
                  <a:gd name="T14" fmla="*/ 66821 w 121"/>
                  <a:gd name="T15" fmla="*/ 82562 h 173"/>
                  <a:gd name="T16" fmla="*/ 157226 w 121"/>
                  <a:gd name="T17" fmla="*/ 43247 h 173"/>
                  <a:gd name="T18" fmla="*/ 174914 w 121"/>
                  <a:gd name="T19" fmla="*/ 0 h 173"/>
                  <a:gd name="T20" fmla="*/ 202429 w 121"/>
                  <a:gd name="T21" fmla="*/ 11795 h 173"/>
                  <a:gd name="T22" fmla="*/ 184741 w 121"/>
                  <a:gd name="T23" fmla="*/ 53076 h 173"/>
                  <a:gd name="T24" fmla="*/ 237805 w 121"/>
                  <a:gd name="T25" fmla="*/ 92391 h 173"/>
                  <a:gd name="T26" fmla="*/ 212256 w 121"/>
                  <a:gd name="T27" fmla="*/ 147433 h 173"/>
                  <a:gd name="T28" fmla="*/ 190637 w 121"/>
                  <a:gd name="T29" fmla="*/ 137604 h 173"/>
                  <a:gd name="T30" fmla="*/ 194568 w 121"/>
                  <a:gd name="T31" fmla="*/ 100254 h 173"/>
                  <a:gd name="T32" fmla="*/ 163122 w 121"/>
                  <a:gd name="T33" fmla="*/ 78631 h 173"/>
                  <a:gd name="T34" fmla="*/ 106128 w 121"/>
                  <a:gd name="T35" fmla="*/ 92391 h 173"/>
                  <a:gd name="T36" fmla="*/ 180810 w 121"/>
                  <a:gd name="T37" fmla="*/ 247687 h 173"/>
                  <a:gd name="T38" fmla="*/ 86475 w 121"/>
                  <a:gd name="T39" fmla="*/ 290934 h 173"/>
                  <a:gd name="T40" fmla="*/ 66821 w 121"/>
                  <a:gd name="T41" fmla="*/ 340078 h 173"/>
                  <a:gd name="T42" fmla="*/ 39307 w 121"/>
                  <a:gd name="T43" fmla="*/ 328283 h 173"/>
                  <a:gd name="T44" fmla="*/ 58960 w 121"/>
                  <a:gd name="T45" fmla="*/ 281105 h 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1" h="173">
                    <a:moveTo>
                      <a:pt x="30" y="143"/>
                    </a:moveTo>
                    <a:cubicBezTo>
                      <a:pt x="12" y="135"/>
                      <a:pt x="0" y="123"/>
                      <a:pt x="0" y="123"/>
                    </a:cubicBezTo>
                    <a:cubicBezTo>
                      <a:pt x="12" y="93"/>
                      <a:pt x="12" y="93"/>
                      <a:pt x="12" y="93"/>
                    </a:cubicBezTo>
                    <a:cubicBezTo>
                      <a:pt x="25" y="98"/>
                      <a:pt x="25" y="98"/>
                      <a:pt x="25" y="98"/>
                    </a:cubicBezTo>
                    <a:cubicBezTo>
                      <a:pt x="22" y="117"/>
                      <a:pt x="22" y="117"/>
                      <a:pt x="22" y="117"/>
                    </a:cubicBezTo>
                    <a:cubicBezTo>
                      <a:pt x="22" y="117"/>
                      <a:pt x="27" y="124"/>
                      <a:pt x="38" y="128"/>
                    </a:cubicBezTo>
                    <a:cubicBezTo>
                      <a:pt x="51" y="134"/>
                      <a:pt x="67" y="134"/>
                      <a:pt x="71" y="122"/>
                    </a:cubicBezTo>
                    <a:cubicBezTo>
                      <a:pt x="82" y="96"/>
                      <a:pt x="17" y="82"/>
                      <a:pt x="34" y="42"/>
                    </a:cubicBezTo>
                    <a:cubicBezTo>
                      <a:pt x="42" y="22"/>
                      <a:pt x="61" y="17"/>
                      <a:pt x="80" y="22"/>
                    </a:cubicBezTo>
                    <a:cubicBezTo>
                      <a:pt x="89" y="0"/>
                      <a:pt x="89" y="0"/>
                      <a:pt x="89" y="0"/>
                    </a:cubicBezTo>
                    <a:cubicBezTo>
                      <a:pt x="103" y="6"/>
                      <a:pt x="103" y="6"/>
                      <a:pt x="103" y="6"/>
                    </a:cubicBezTo>
                    <a:cubicBezTo>
                      <a:pt x="94" y="27"/>
                      <a:pt x="94" y="27"/>
                      <a:pt x="94" y="27"/>
                    </a:cubicBezTo>
                    <a:cubicBezTo>
                      <a:pt x="109" y="35"/>
                      <a:pt x="121" y="47"/>
                      <a:pt x="121" y="47"/>
                    </a:cubicBezTo>
                    <a:cubicBezTo>
                      <a:pt x="108" y="75"/>
                      <a:pt x="108" y="75"/>
                      <a:pt x="108" y="75"/>
                    </a:cubicBezTo>
                    <a:cubicBezTo>
                      <a:pt x="97" y="70"/>
                      <a:pt x="97" y="70"/>
                      <a:pt x="97" y="70"/>
                    </a:cubicBezTo>
                    <a:cubicBezTo>
                      <a:pt x="99" y="51"/>
                      <a:pt x="99" y="51"/>
                      <a:pt x="99" y="51"/>
                    </a:cubicBezTo>
                    <a:cubicBezTo>
                      <a:pt x="99" y="51"/>
                      <a:pt x="93" y="44"/>
                      <a:pt x="83" y="40"/>
                    </a:cubicBezTo>
                    <a:cubicBezTo>
                      <a:pt x="68" y="34"/>
                      <a:pt x="58" y="38"/>
                      <a:pt x="54" y="47"/>
                    </a:cubicBezTo>
                    <a:cubicBezTo>
                      <a:pt x="43" y="72"/>
                      <a:pt x="107" y="88"/>
                      <a:pt x="92" y="126"/>
                    </a:cubicBezTo>
                    <a:cubicBezTo>
                      <a:pt x="83" y="147"/>
                      <a:pt x="64" y="152"/>
                      <a:pt x="44" y="148"/>
                    </a:cubicBezTo>
                    <a:cubicBezTo>
                      <a:pt x="34" y="173"/>
                      <a:pt x="34" y="173"/>
                      <a:pt x="34" y="173"/>
                    </a:cubicBezTo>
                    <a:cubicBezTo>
                      <a:pt x="20" y="167"/>
                      <a:pt x="20" y="167"/>
                      <a:pt x="20" y="167"/>
                    </a:cubicBezTo>
                    <a:lnTo>
                      <a:pt x="30" y="1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91" name="Freeform 126"/>
              <p:cNvSpPr/>
              <p:nvPr/>
            </p:nvSpPr>
            <p:spPr bwMode="auto">
              <a:xfrm>
                <a:off x="6212844" y="1643719"/>
                <a:ext cx="110588" cy="121397"/>
              </a:xfrm>
              <a:custGeom>
                <a:avLst/>
                <a:gdLst>
                  <a:gd name="T0" fmla="*/ 19748 w 56"/>
                  <a:gd name="T1" fmla="*/ 97901 h 62"/>
                  <a:gd name="T2" fmla="*/ 0 w 56"/>
                  <a:gd name="T3" fmla="*/ 76363 h 62"/>
                  <a:gd name="T4" fmla="*/ 15798 w 56"/>
                  <a:gd name="T5" fmla="*/ 54824 h 62"/>
                  <a:gd name="T6" fmla="*/ 25672 w 56"/>
                  <a:gd name="T7" fmla="*/ 62657 h 62"/>
                  <a:gd name="T8" fmla="*/ 19748 w 56"/>
                  <a:gd name="T9" fmla="*/ 76363 h 62"/>
                  <a:gd name="T10" fmla="*/ 29622 w 56"/>
                  <a:gd name="T11" fmla="*/ 88111 h 62"/>
                  <a:gd name="T12" fmla="*/ 57269 w 56"/>
                  <a:gd name="T13" fmla="*/ 90069 h 62"/>
                  <a:gd name="T14" fmla="*/ 43445 w 56"/>
                  <a:gd name="T15" fmla="*/ 19580 h 62"/>
                  <a:gd name="T16" fmla="*/ 82941 w 56"/>
                  <a:gd name="T17" fmla="*/ 13706 h 62"/>
                  <a:gd name="T18" fmla="*/ 94790 w 56"/>
                  <a:gd name="T19" fmla="*/ 0 h 62"/>
                  <a:gd name="T20" fmla="*/ 104664 w 56"/>
                  <a:gd name="T21" fmla="*/ 5874 h 62"/>
                  <a:gd name="T22" fmla="*/ 92815 w 56"/>
                  <a:gd name="T23" fmla="*/ 21538 h 62"/>
                  <a:gd name="T24" fmla="*/ 110588 w 56"/>
                  <a:gd name="T25" fmla="*/ 41118 h 62"/>
                  <a:gd name="T26" fmla="*/ 94790 w 56"/>
                  <a:gd name="T27" fmla="*/ 60699 h 62"/>
                  <a:gd name="T28" fmla="*/ 86891 w 56"/>
                  <a:gd name="T29" fmla="*/ 54824 h 62"/>
                  <a:gd name="T30" fmla="*/ 92815 w 56"/>
                  <a:gd name="T31" fmla="*/ 41118 h 62"/>
                  <a:gd name="T32" fmla="*/ 82941 w 56"/>
                  <a:gd name="T33" fmla="*/ 29370 h 62"/>
                  <a:gd name="T34" fmla="*/ 57269 w 56"/>
                  <a:gd name="T35" fmla="*/ 27412 h 62"/>
                  <a:gd name="T36" fmla="*/ 71092 w 56"/>
                  <a:gd name="T37" fmla="*/ 95943 h 62"/>
                  <a:gd name="T38" fmla="*/ 29622 w 56"/>
                  <a:gd name="T39" fmla="*/ 103775 h 62"/>
                  <a:gd name="T40" fmla="*/ 15798 w 56"/>
                  <a:gd name="T41" fmla="*/ 121397 h 62"/>
                  <a:gd name="T42" fmla="*/ 7899 w 56"/>
                  <a:gd name="T43" fmla="*/ 113565 h 62"/>
                  <a:gd name="T44" fmla="*/ 19748 w 56"/>
                  <a:gd name="T45" fmla="*/ 9790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6" h="62">
                    <a:moveTo>
                      <a:pt x="10" y="50"/>
                    </a:moveTo>
                    <a:cubicBezTo>
                      <a:pt x="4" y="45"/>
                      <a:pt x="0" y="39"/>
                      <a:pt x="0" y="39"/>
                    </a:cubicBezTo>
                    <a:cubicBezTo>
                      <a:pt x="8" y="28"/>
                      <a:pt x="8" y="28"/>
                      <a:pt x="8" y="28"/>
                    </a:cubicBezTo>
                    <a:cubicBezTo>
                      <a:pt x="13" y="32"/>
                      <a:pt x="13" y="32"/>
                      <a:pt x="13" y="32"/>
                    </a:cubicBezTo>
                    <a:cubicBezTo>
                      <a:pt x="10" y="39"/>
                      <a:pt x="10" y="39"/>
                      <a:pt x="10" y="39"/>
                    </a:cubicBezTo>
                    <a:cubicBezTo>
                      <a:pt x="10" y="39"/>
                      <a:pt x="11" y="42"/>
                      <a:pt x="15" y="45"/>
                    </a:cubicBezTo>
                    <a:cubicBezTo>
                      <a:pt x="19" y="48"/>
                      <a:pt x="25" y="50"/>
                      <a:pt x="29" y="46"/>
                    </a:cubicBezTo>
                    <a:cubicBezTo>
                      <a:pt x="35" y="36"/>
                      <a:pt x="11" y="24"/>
                      <a:pt x="22" y="10"/>
                    </a:cubicBezTo>
                    <a:cubicBezTo>
                      <a:pt x="27" y="3"/>
                      <a:pt x="35" y="3"/>
                      <a:pt x="42" y="7"/>
                    </a:cubicBezTo>
                    <a:cubicBezTo>
                      <a:pt x="48" y="0"/>
                      <a:pt x="48" y="0"/>
                      <a:pt x="48" y="0"/>
                    </a:cubicBezTo>
                    <a:cubicBezTo>
                      <a:pt x="53" y="3"/>
                      <a:pt x="53" y="3"/>
                      <a:pt x="53" y="3"/>
                    </a:cubicBezTo>
                    <a:cubicBezTo>
                      <a:pt x="47" y="11"/>
                      <a:pt x="47" y="11"/>
                      <a:pt x="47" y="11"/>
                    </a:cubicBezTo>
                    <a:cubicBezTo>
                      <a:pt x="52" y="15"/>
                      <a:pt x="56" y="21"/>
                      <a:pt x="56" y="21"/>
                    </a:cubicBezTo>
                    <a:cubicBezTo>
                      <a:pt x="48" y="31"/>
                      <a:pt x="48" y="31"/>
                      <a:pt x="48" y="31"/>
                    </a:cubicBezTo>
                    <a:cubicBezTo>
                      <a:pt x="44" y="28"/>
                      <a:pt x="44" y="28"/>
                      <a:pt x="44" y="28"/>
                    </a:cubicBezTo>
                    <a:cubicBezTo>
                      <a:pt x="47" y="21"/>
                      <a:pt x="47" y="21"/>
                      <a:pt x="47" y="21"/>
                    </a:cubicBezTo>
                    <a:cubicBezTo>
                      <a:pt x="47" y="21"/>
                      <a:pt x="45" y="17"/>
                      <a:pt x="42" y="15"/>
                    </a:cubicBezTo>
                    <a:cubicBezTo>
                      <a:pt x="36" y="11"/>
                      <a:pt x="32" y="11"/>
                      <a:pt x="29" y="14"/>
                    </a:cubicBezTo>
                    <a:cubicBezTo>
                      <a:pt x="23" y="23"/>
                      <a:pt x="46" y="36"/>
                      <a:pt x="36" y="49"/>
                    </a:cubicBezTo>
                    <a:cubicBezTo>
                      <a:pt x="31" y="56"/>
                      <a:pt x="23" y="57"/>
                      <a:pt x="15" y="53"/>
                    </a:cubicBezTo>
                    <a:cubicBezTo>
                      <a:pt x="8" y="62"/>
                      <a:pt x="8" y="62"/>
                      <a:pt x="8" y="62"/>
                    </a:cubicBezTo>
                    <a:cubicBezTo>
                      <a:pt x="4" y="58"/>
                      <a:pt x="4" y="58"/>
                      <a:pt x="4" y="58"/>
                    </a:cubicBezTo>
                    <a:lnTo>
                      <a:pt x="10" y="5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92" name="Freeform 127"/>
              <p:cNvSpPr/>
              <p:nvPr/>
            </p:nvSpPr>
            <p:spPr bwMode="auto">
              <a:xfrm>
                <a:off x="5800427" y="1456635"/>
                <a:ext cx="82317" cy="143847"/>
              </a:xfrm>
              <a:custGeom>
                <a:avLst/>
                <a:gdLst>
                  <a:gd name="T0" fmla="*/ 47038 w 42"/>
                  <a:gd name="T1" fmla="*/ 122171 h 73"/>
                  <a:gd name="T2" fmla="*/ 17639 w 42"/>
                  <a:gd name="T3" fmla="*/ 122171 h 73"/>
                  <a:gd name="T4" fmla="*/ 11760 w 42"/>
                  <a:gd name="T5" fmla="*/ 98525 h 73"/>
                  <a:gd name="T6" fmla="*/ 23519 w 42"/>
                  <a:gd name="T7" fmla="*/ 94584 h 73"/>
                  <a:gd name="T8" fmla="*/ 29399 w 42"/>
                  <a:gd name="T9" fmla="*/ 108378 h 73"/>
                  <a:gd name="T10" fmla="*/ 45078 w 42"/>
                  <a:gd name="T11" fmla="*/ 108378 h 73"/>
                  <a:gd name="T12" fmla="*/ 64678 w 42"/>
                  <a:gd name="T13" fmla="*/ 90643 h 73"/>
                  <a:gd name="T14" fmla="*/ 3920 w 42"/>
                  <a:gd name="T15" fmla="*/ 53204 h 73"/>
                  <a:gd name="T16" fmla="*/ 25479 w 42"/>
                  <a:gd name="T17" fmla="*/ 21676 h 73"/>
                  <a:gd name="T18" fmla="*/ 21559 w 42"/>
                  <a:gd name="T19" fmla="*/ 1971 h 73"/>
                  <a:gd name="T20" fmla="*/ 33319 w 42"/>
                  <a:gd name="T21" fmla="*/ 0 h 73"/>
                  <a:gd name="T22" fmla="*/ 37239 w 42"/>
                  <a:gd name="T23" fmla="*/ 17735 h 73"/>
                  <a:gd name="T24" fmla="*/ 62718 w 42"/>
                  <a:gd name="T25" fmla="*/ 17735 h 73"/>
                  <a:gd name="T26" fmla="*/ 66638 w 42"/>
                  <a:gd name="T27" fmla="*/ 41381 h 73"/>
                  <a:gd name="T28" fmla="*/ 58798 w 42"/>
                  <a:gd name="T29" fmla="*/ 43351 h 73"/>
                  <a:gd name="T30" fmla="*/ 50958 w 42"/>
                  <a:gd name="T31" fmla="*/ 31528 h 73"/>
                  <a:gd name="T32" fmla="*/ 35279 w 42"/>
                  <a:gd name="T33" fmla="*/ 31528 h 73"/>
                  <a:gd name="T34" fmla="*/ 19599 w 42"/>
                  <a:gd name="T35" fmla="*/ 47292 h 73"/>
                  <a:gd name="T36" fmla="*/ 80357 w 42"/>
                  <a:gd name="T37" fmla="*/ 82761 h 73"/>
                  <a:gd name="T38" fmla="*/ 58798 w 42"/>
                  <a:gd name="T39" fmla="*/ 120201 h 73"/>
                  <a:gd name="T40" fmla="*/ 62718 w 42"/>
                  <a:gd name="T41" fmla="*/ 141876 h 73"/>
                  <a:gd name="T42" fmla="*/ 50958 w 42"/>
                  <a:gd name="T43" fmla="*/ 143847 h 73"/>
                  <a:gd name="T44" fmla="*/ 47038 w 42"/>
                  <a:gd name="T45" fmla="*/ 122171 h 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2" h="73">
                    <a:moveTo>
                      <a:pt x="24" y="62"/>
                    </a:moveTo>
                    <a:cubicBezTo>
                      <a:pt x="16" y="64"/>
                      <a:pt x="9" y="62"/>
                      <a:pt x="9" y="62"/>
                    </a:cubicBezTo>
                    <a:cubicBezTo>
                      <a:pt x="6" y="50"/>
                      <a:pt x="6" y="50"/>
                      <a:pt x="6" y="50"/>
                    </a:cubicBezTo>
                    <a:cubicBezTo>
                      <a:pt x="12" y="48"/>
                      <a:pt x="12" y="48"/>
                      <a:pt x="12" y="48"/>
                    </a:cubicBezTo>
                    <a:cubicBezTo>
                      <a:pt x="15" y="55"/>
                      <a:pt x="15" y="55"/>
                      <a:pt x="15" y="55"/>
                    </a:cubicBezTo>
                    <a:cubicBezTo>
                      <a:pt x="15" y="55"/>
                      <a:pt x="18" y="56"/>
                      <a:pt x="23" y="55"/>
                    </a:cubicBezTo>
                    <a:cubicBezTo>
                      <a:pt x="29" y="54"/>
                      <a:pt x="34" y="51"/>
                      <a:pt x="33" y="46"/>
                    </a:cubicBezTo>
                    <a:cubicBezTo>
                      <a:pt x="31" y="35"/>
                      <a:pt x="6" y="45"/>
                      <a:pt x="2" y="27"/>
                    </a:cubicBezTo>
                    <a:cubicBezTo>
                      <a:pt x="0" y="19"/>
                      <a:pt x="6" y="13"/>
                      <a:pt x="13" y="11"/>
                    </a:cubicBezTo>
                    <a:cubicBezTo>
                      <a:pt x="11" y="1"/>
                      <a:pt x="11" y="1"/>
                      <a:pt x="11" y="1"/>
                    </a:cubicBezTo>
                    <a:cubicBezTo>
                      <a:pt x="17" y="0"/>
                      <a:pt x="17" y="0"/>
                      <a:pt x="17" y="0"/>
                    </a:cubicBezTo>
                    <a:cubicBezTo>
                      <a:pt x="19" y="9"/>
                      <a:pt x="19" y="9"/>
                      <a:pt x="19" y="9"/>
                    </a:cubicBezTo>
                    <a:cubicBezTo>
                      <a:pt x="26" y="8"/>
                      <a:pt x="32" y="9"/>
                      <a:pt x="32" y="9"/>
                    </a:cubicBezTo>
                    <a:cubicBezTo>
                      <a:pt x="34" y="21"/>
                      <a:pt x="34" y="21"/>
                      <a:pt x="34" y="21"/>
                    </a:cubicBezTo>
                    <a:cubicBezTo>
                      <a:pt x="30" y="22"/>
                      <a:pt x="30" y="22"/>
                      <a:pt x="30" y="22"/>
                    </a:cubicBezTo>
                    <a:cubicBezTo>
                      <a:pt x="26" y="16"/>
                      <a:pt x="26" y="16"/>
                      <a:pt x="26" y="16"/>
                    </a:cubicBezTo>
                    <a:cubicBezTo>
                      <a:pt x="26" y="16"/>
                      <a:pt x="22" y="15"/>
                      <a:pt x="18" y="16"/>
                    </a:cubicBezTo>
                    <a:cubicBezTo>
                      <a:pt x="12" y="17"/>
                      <a:pt x="9" y="21"/>
                      <a:pt x="10" y="24"/>
                    </a:cubicBezTo>
                    <a:cubicBezTo>
                      <a:pt x="12" y="36"/>
                      <a:pt x="37" y="26"/>
                      <a:pt x="41" y="42"/>
                    </a:cubicBezTo>
                    <a:cubicBezTo>
                      <a:pt x="42" y="51"/>
                      <a:pt x="37" y="57"/>
                      <a:pt x="30" y="61"/>
                    </a:cubicBezTo>
                    <a:cubicBezTo>
                      <a:pt x="32" y="72"/>
                      <a:pt x="32" y="72"/>
                      <a:pt x="32" y="72"/>
                    </a:cubicBezTo>
                    <a:cubicBezTo>
                      <a:pt x="26" y="73"/>
                      <a:pt x="26" y="73"/>
                      <a:pt x="26" y="73"/>
                    </a:cubicBezTo>
                    <a:lnTo>
                      <a:pt x="24" y="6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grpSp>
            <p:nvGrpSpPr>
              <p:cNvPr id="93" name="Group 92"/>
              <p:cNvGrpSpPr/>
              <p:nvPr/>
            </p:nvGrpSpPr>
            <p:grpSpPr bwMode="auto">
              <a:xfrm>
                <a:off x="6694275" y="3078866"/>
                <a:ext cx="433205" cy="432373"/>
                <a:chOff x="6694275" y="3078866"/>
                <a:chExt cx="433205" cy="432373"/>
              </a:xfrm>
            </p:grpSpPr>
            <p:sp>
              <p:nvSpPr>
                <p:cNvPr id="100" name="Freeform 128"/>
                <p:cNvSpPr/>
                <p:nvPr/>
              </p:nvSpPr>
              <p:spPr bwMode="auto">
                <a:xfrm>
                  <a:off x="6908799" y="3275097"/>
                  <a:ext cx="218681" cy="236142"/>
                </a:xfrm>
                <a:custGeom>
                  <a:avLst/>
                  <a:gdLst>
                    <a:gd name="T0" fmla="*/ 191100 w 111"/>
                    <a:gd name="T1" fmla="*/ 98393 h 120"/>
                    <a:gd name="T2" fmla="*/ 120176 w 111"/>
                    <a:gd name="T3" fmla="*/ 27550 h 120"/>
                    <a:gd name="T4" fmla="*/ 21671 w 111"/>
                    <a:gd name="T5" fmla="*/ 27550 h 120"/>
                    <a:gd name="T6" fmla="*/ 0 w 111"/>
                    <a:gd name="T7" fmla="*/ 49196 h 120"/>
                    <a:gd name="T8" fmla="*/ 0 w 111"/>
                    <a:gd name="T9" fmla="*/ 49196 h 120"/>
                    <a:gd name="T10" fmla="*/ 31522 w 111"/>
                    <a:gd name="T11" fmla="*/ 80682 h 120"/>
                    <a:gd name="T12" fmla="*/ 31522 w 111"/>
                    <a:gd name="T13" fmla="*/ 78714 h 120"/>
                    <a:gd name="T14" fmla="*/ 53193 w 111"/>
                    <a:gd name="T15" fmla="*/ 59036 h 120"/>
                    <a:gd name="T16" fmla="*/ 90625 w 111"/>
                    <a:gd name="T17" fmla="*/ 59036 h 120"/>
                    <a:gd name="T18" fmla="*/ 161548 w 111"/>
                    <a:gd name="T19" fmla="*/ 129878 h 120"/>
                    <a:gd name="T20" fmla="*/ 161548 w 111"/>
                    <a:gd name="T21" fmla="*/ 167267 h 120"/>
                    <a:gd name="T22" fmla="*/ 149728 w 111"/>
                    <a:gd name="T23" fmla="*/ 179074 h 120"/>
                    <a:gd name="T24" fmla="*/ 112296 w 111"/>
                    <a:gd name="T25" fmla="*/ 179074 h 120"/>
                    <a:gd name="T26" fmla="*/ 80774 w 111"/>
                    <a:gd name="T27" fmla="*/ 147589 h 120"/>
                    <a:gd name="T28" fmla="*/ 31522 w 111"/>
                    <a:gd name="T29" fmla="*/ 159396 h 120"/>
                    <a:gd name="T30" fmla="*/ 80774 w 111"/>
                    <a:gd name="T31" fmla="*/ 208592 h 120"/>
                    <a:gd name="T32" fmla="*/ 181249 w 111"/>
                    <a:gd name="T33" fmla="*/ 208592 h 120"/>
                    <a:gd name="T34" fmla="*/ 191100 w 111"/>
                    <a:gd name="T35" fmla="*/ 198753 h 120"/>
                    <a:gd name="T36" fmla="*/ 191100 w 111"/>
                    <a:gd name="T37" fmla="*/ 98393 h 1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20">
                      <a:moveTo>
                        <a:pt x="97" y="50"/>
                      </a:moveTo>
                      <a:cubicBezTo>
                        <a:pt x="61" y="14"/>
                        <a:pt x="61" y="14"/>
                        <a:pt x="61" y="14"/>
                      </a:cubicBezTo>
                      <a:cubicBezTo>
                        <a:pt x="47" y="0"/>
                        <a:pt x="25" y="0"/>
                        <a:pt x="11" y="14"/>
                      </a:cubicBezTo>
                      <a:cubicBezTo>
                        <a:pt x="0" y="25"/>
                        <a:pt x="0" y="25"/>
                        <a:pt x="0" y="25"/>
                      </a:cubicBezTo>
                      <a:cubicBezTo>
                        <a:pt x="0" y="25"/>
                        <a:pt x="0" y="25"/>
                        <a:pt x="0" y="25"/>
                      </a:cubicBezTo>
                      <a:cubicBezTo>
                        <a:pt x="16" y="41"/>
                        <a:pt x="16" y="41"/>
                        <a:pt x="16" y="41"/>
                      </a:cubicBezTo>
                      <a:cubicBezTo>
                        <a:pt x="16" y="40"/>
                        <a:pt x="16" y="40"/>
                        <a:pt x="16" y="40"/>
                      </a:cubicBezTo>
                      <a:cubicBezTo>
                        <a:pt x="27" y="30"/>
                        <a:pt x="27" y="30"/>
                        <a:pt x="27" y="30"/>
                      </a:cubicBezTo>
                      <a:cubicBezTo>
                        <a:pt x="32" y="24"/>
                        <a:pt x="40" y="24"/>
                        <a:pt x="46" y="30"/>
                      </a:cubicBezTo>
                      <a:cubicBezTo>
                        <a:pt x="82" y="66"/>
                        <a:pt x="82" y="66"/>
                        <a:pt x="82" y="66"/>
                      </a:cubicBezTo>
                      <a:cubicBezTo>
                        <a:pt x="87" y="71"/>
                        <a:pt x="87" y="80"/>
                        <a:pt x="82" y="85"/>
                      </a:cubicBezTo>
                      <a:cubicBezTo>
                        <a:pt x="76" y="91"/>
                        <a:pt x="76" y="91"/>
                        <a:pt x="76" y="91"/>
                      </a:cubicBezTo>
                      <a:cubicBezTo>
                        <a:pt x="71" y="96"/>
                        <a:pt x="62" y="96"/>
                        <a:pt x="57" y="91"/>
                      </a:cubicBezTo>
                      <a:cubicBezTo>
                        <a:pt x="41" y="75"/>
                        <a:pt x="41" y="75"/>
                        <a:pt x="41" y="75"/>
                      </a:cubicBezTo>
                      <a:cubicBezTo>
                        <a:pt x="33" y="79"/>
                        <a:pt x="25" y="81"/>
                        <a:pt x="16" y="81"/>
                      </a:cubicBezTo>
                      <a:cubicBezTo>
                        <a:pt x="41" y="106"/>
                        <a:pt x="41" y="106"/>
                        <a:pt x="41" y="106"/>
                      </a:cubicBezTo>
                      <a:cubicBezTo>
                        <a:pt x="55" y="120"/>
                        <a:pt x="78" y="120"/>
                        <a:pt x="92" y="106"/>
                      </a:cubicBezTo>
                      <a:cubicBezTo>
                        <a:pt x="97" y="101"/>
                        <a:pt x="97" y="101"/>
                        <a:pt x="97" y="101"/>
                      </a:cubicBezTo>
                      <a:cubicBezTo>
                        <a:pt x="111" y="87"/>
                        <a:pt x="111" y="64"/>
                        <a:pt x="97" y="5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01" name="Freeform 129"/>
                <p:cNvSpPr/>
                <p:nvPr/>
              </p:nvSpPr>
              <p:spPr bwMode="auto">
                <a:xfrm>
                  <a:off x="6694275" y="3078866"/>
                  <a:ext cx="236142" cy="217850"/>
                </a:xfrm>
                <a:custGeom>
                  <a:avLst/>
                  <a:gdLst>
                    <a:gd name="T0" fmla="*/ 59036 w 120"/>
                    <a:gd name="T1" fmla="*/ 68691 h 111"/>
                    <a:gd name="T2" fmla="*/ 68875 w 120"/>
                    <a:gd name="T3" fmla="*/ 58878 h 111"/>
                    <a:gd name="T4" fmla="*/ 108232 w 120"/>
                    <a:gd name="T5" fmla="*/ 58878 h 111"/>
                    <a:gd name="T6" fmla="*/ 179074 w 120"/>
                    <a:gd name="T7" fmla="*/ 129532 h 111"/>
                    <a:gd name="T8" fmla="*/ 179074 w 120"/>
                    <a:gd name="T9" fmla="*/ 166822 h 111"/>
                    <a:gd name="T10" fmla="*/ 157428 w 120"/>
                    <a:gd name="T11" fmla="*/ 186448 h 111"/>
                    <a:gd name="T12" fmla="*/ 157428 w 120"/>
                    <a:gd name="T13" fmla="*/ 188411 h 111"/>
                    <a:gd name="T14" fmla="*/ 186946 w 120"/>
                    <a:gd name="T15" fmla="*/ 217850 h 111"/>
                    <a:gd name="T16" fmla="*/ 188914 w 120"/>
                    <a:gd name="T17" fmla="*/ 217850 h 111"/>
                    <a:gd name="T18" fmla="*/ 208592 w 120"/>
                    <a:gd name="T19" fmla="*/ 196261 h 111"/>
                    <a:gd name="T20" fmla="*/ 208592 w 120"/>
                    <a:gd name="T21" fmla="*/ 98131 h 111"/>
                    <a:gd name="T22" fmla="*/ 137750 w 120"/>
                    <a:gd name="T23" fmla="*/ 27477 h 111"/>
                    <a:gd name="T24" fmla="*/ 39357 w 120"/>
                    <a:gd name="T25" fmla="*/ 27477 h 111"/>
                    <a:gd name="T26" fmla="*/ 27550 w 120"/>
                    <a:gd name="T27" fmla="*/ 39252 h 111"/>
                    <a:gd name="T28" fmla="*/ 27550 w 120"/>
                    <a:gd name="T29" fmla="*/ 137383 h 111"/>
                    <a:gd name="T30" fmla="*/ 76746 w 120"/>
                    <a:gd name="T31" fmla="*/ 186448 h 111"/>
                    <a:gd name="T32" fmla="*/ 90521 w 120"/>
                    <a:gd name="T33" fmla="*/ 139345 h 111"/>
                    <a:gd name="T34" fmla="*/ 59036 w 120"/>
                    <a:gd name="T35" fmla="*/ 107944 h 111"/>
                    <a:gd name="T36" fmla="*/ 59036 w 120"/>
                    <a:gd name="T37" fmla="*/ 68691 h 1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0" h="111">
                      <a:moveTo>
                        <a:pt x="30" y="35"/>
                      </a:moveTo>
                      <a:cubicBezTo>
                        <a:pt x="35" y="30"/>
                        <a:pt x="35" y="30"/>
                        <a:pt x="35" y="30"/>
                      </a:cubicBezTo>
                      <a:cubicBezTo>
                        <a:pt x="41" y="24"/>
                        <a:pt x="49" y="24"/>
                        <a:pt x="55" y="30"/>
                      </a:cubicBezTo>
                      <a:cubicBezTo>
                        <a:pt x="91" y="66"/>
                        <a:pt x="91" y="66"/>
                        <a:pt x="91" y="66"/>
                      </a:cubicBezTo>
                      <a:cubicBezTo>
                        <a:pt x="96" y="71"/>
                        <a:pt x="96" y="80"/>
                        <a:pt x="91" y="85"/>
                      </a:cubicBezTo>
                      <a:cubicBezTo>
                        <a:pt x="80" y="95"/>
                        <a:pt x="80" y="95"/>
                        <a:pt x="80" y="95"/>
                      </a:cubicBezTo>
                      <a:cubicBezTo>
                        <a:pt x="80" y="96"/>
                        <a:pt x="80" y="96"/>
                        <a:pt x="80" y="96"/>
                      </a:cubicBezTo>
                      <a:cubicBezTo>
                        <a:pt x="95" y="111"/>
                        <a:pt x="95" y="111"/>
                        <a:pt x="95" y="111"/>
                      </a:cubicBezTo>
                      <a:cubicBezTo>
                        <a:pt x="96" y="111"/>
                        <a:pt x="96" y="111"/>
                        <a:pt x="96" y="111"/>
                      </a:cubicBezTo>
                      <a:cubicBezTo>
                        <a:pt x="106" y="100"/>
                        <a:pt x="106" y="100"/>
                        <a:pt x="106" y="100"/>
                      </a:cubicBezTo>
                      <a:cubicBezTo>
                        <a:pt x="120" y="87"/>
                        <a:pt x="120" y="64"/>
                        <a:pt x="106" y="50"/>
                      </a:cubicBezTo>
                      <a:cubicBezTo>
                        <a:pt x="70" y="14"/>
                        <a:pt x="70" y="14"/>
                        <a:pt x="70" y="14"/>
                      </a:cubicBezTo>
                      <a:cubicBezTo>
                        <a:pt x="56" y="0"/>
                        <a:pt x="34" y="0"/>
                        <a:pt x="20" y="14"/>
                      </a:cubicBezTo>
                      <a:cubicBezTo>
                        <a:pt x="14" y="20"/>
                        <a:pt x="14" y="20"/>
                        <a:pt x="14" y="20"/>
                      </a:cubicBezTo>
                      <a:cubicBezTo>
                        <a:pt x="0" y="34"/>
                        <a:pt x="0" y="56"/>
                        <a:pt x="14" y="70"/>
                      </a:cubicBezTo>
                      <a:cubicBezTo>
                        <a:pt x="39" y="95"/>
                        <a:pt x="39" y="95"/>
                        <a:pt x="39" y="95"/>
                      </a:cubicBezTo>
                      <a:cubicBezTo>
                        <a:pt x="39" y="87"/>
                        <a:pt x="41" y="78"/>
                        <a:pt x="46" y="71"/>
                      </a:cubicBezTo>
                      <a:cubicBezTo>
                        <a:pt x="30" y="55"/>
                        <a:pt x="30" y="55"/>
                        <a:pt x="30" y="55"/>
                      </a:cubicBezTo>
                      <a:cubicBezTo>
                        <a:pt x="24" y="49"/>
                        <a:pt x="24" y="41"/>
                        <a:pt x="30" y="3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102" name="Freeform 130"/>
                <p:cNvSpPr/>
                <p:nvPr/>
              </p:nvSpPr>
              <p:spPr bwMode="auto">
                <a:xfrm>
                  <a:off x="6784907" y="3198600"/>
                  <a:ext cx="220344" cy="222007"/>
                </a:xfrm>
                <a:custGeom>
                  <a:avLst/>
                  <a:gdLst>
                    <a:gd name="T0" fmla="*/ 220344 w 112"/>
                    <a:gd name="T1" fmla="*/ 172890 h 113"/>
                    <a:gd name="T2" fmla="*/ 188866 w 112"/>
                    <a:gd name="T3" fmla="*/ 141456 h 113"/>
                    <a:gd name="T4" fmla="*/ 167225 w 112"/>
                    <a:gd name="T5" fmla="*/ 163067 h 113"/>
                    <a:gd name="T6" fmla="*/ 129846 w 112"/>
                    <a:gd name="T7" fmla="*/ 163067 h 113"/>
                    <a:gd name="T8" fmla="*/ 59021 w 112"/>
                    <a:gd name="T9" fmla="*/ 92339 h 113"/>
                    <a:gd name="T10" fmla="*/ 59021 w 112"/>
                    <a:gd name="T11" fmla="*/ 55011 h 113"/>
                    <a:gd name="T12" fmla="*/ 82629 w 112"/>
                    <a:gd name="T13" fmla="*/ 29470 h 113"/>
                    <a:gd name="T14" fmla="*/ 53119 w 112"/>
                    <a:gd name="T15" fmla="*/ 0 h 113"/>
                    <a:gd name="T16" fmla="*/ 27543 w 112"/>
                    <a:gd name="T17" fmla="*/ 23576 h 113"/>
                    <a:gd name="T18" fmla="*/ 27543 w 112"/>
                    <a:gd name="T19" fmla="*/ 123774 h 113"/>
                    <a:gd name="T20" fmla="*/ 98368 w 112"/>
                    <a:gd name="T21" fmla="*/ 194502 h 113"/>
                    <a:gd name="T22" fmla="*/ 198703 w 112"/>
                    <a:gd name="T23" fmla="*/ 194502 h 113"/>
                    <a:gd name="T24" fmla="*/ 220344 w 112"/>
                    <a:gd name="T25" fmla="*/ 172890 h 1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2" h="113">
                      <a:moveTo>
                        <a:pt x="112" y="88"/>
                      </a:moveTo>
                      <a:cubicBezTo>
                        <a:pt x="96" y="72"/>
                        <a:pt x="96" y="72"/>
                        <a:pt x="96" y="72"/>
                      </a:cubicBezTo>
                      <a:cubicBezTo>
                        <a:pt x="85" y="83"/>
                        <a:pt x="85" y="83"/>
                        <a:pt x="85" y="83"/>
                      </a:cubicBezTo>
                      <a:cubicBezTo>
                        <a:pt x="80" y="88"/>
                        <a:pt x="71" y="88"/>
                        <a:pt x="66" y="83"/>
                      </a:cubicBezTo>
                      <a:cubicBezTo>
                        <a:pt x="30" y="47"/>
                        <a:pt x="30" y="47"/>
                        <a:pt x="30" y="47"/>
                      </a:cubicBezTo>
                      <a:cubicBezTo>
                        <a:pt x="25" y="42"/>
                        <a:pt x="25" y="33"/>
                        <a:pt x="30" y="28"/>
                      </a:cubicBezTo>
                      <a:cubicBezTo>
                        <a:pt x="42" y="15"/>
                        <a:pt x="42" y="15"/>
                        <a:pt x="42" y="15"/>
                      </a:cubicBezTo>
                      <a:cubicBezTo>
                        <a:pt x="27" y="0"/>
                        <a:pt x="27" y="0"/>
                        <a:pt x="27" y="0"/>
                      </a:cubicBezTo>
                      <a:cubicBezTo>
                        <a:pt x="14" y="12"/>
                        <a:pt x="14" y="12"/>
                        <a:pt x="14" y="12"/>
                      </a:cubicBezTo>
                      <a:cubicBezTo>
                        <a:pt x="0" y="26"/>
                        <a:pt x="0" y="49"/>
                        <a:pt x="14" y="63"/>
                      </a:cubicBezTo>
                      <a:cubicBezTo>
                        <a:pt x="50" y="99"/>
                        <a:pt x="50" y="99"/>
                        <a:pt x="50" y="99"/>
                      </a:cubicBezTo>
                      <a:cubicBezTo>
                        <a:pt x="64" y="113"/>
                        <a:pt x="87" y="113"/>
                        <a:pt x="101" y="99"/>
                      </a:cubicBezTo>
                      <a:lnTo>
                        <a:pt x="112" y="8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grpSp>
          <p:sp>
            <p:nvSpPr>
              <p:cNvPr id="94" name="Freeform 131"/>
              <p:cNvSpPr>
                <a:spLocks noEditPoints="1"/>
              </p:cNvSpPr>
              <p:nvPr/>
            </p:nvSpPr>
            <p:spPr bwMode="auto">
              <a:xfrm>
                <a:off x="3666831" y="780636"/>
                <a:ext cx="234479" cy="233648"/>
              </a:xfrm>
              <a:custGeom>
                <a:avLst/>
                <a:gdLst>
                  <a:gd name="T0" fmla="*/ 232509 w 119"/>
                  <a:gd name="T1" fmla="*/ 104062 h 119"/>
                  <a:gd name="T2" fmla="*/ 218716 w 119"/>
                  <a:gd name="T3" fmla="*/ 98171 h 119"/>
                  <a:gd name="T4" fmla="*/ 202952 w 119"/>
                  <a:gd name="T5" fmla="*/ 58903 h 119"/>
                  <a:gd name="T6" fmla="*/ 208864 w 119"/>
                  <a:gd name="T7" fmla="*/ 45159 h 119"/>
                  <a:gd name="T8" fmla="*/ 208864 w 119"/>
                  <a:gd name="T9" fmla="*/ 43195 h 119"/>
                  <a:gd name="T10" fmla="*/ 199012 w 119"/>
                  <a:gd name="T11" fmla="*/ 35342 h 119"/>
                  <a:gd name="T12" fmla="*/ 191130 w 119"/>
                  <a:gd name="T13" fmla="*/ 27488 h 119"/>
                  <a:gd name="T14" fmla="*/ 189160 w 119"/>
                  <a:gd name="T15" fmla="*/ 25525 h 119"/>
                  <a:gd name="T16" fmla="*/ 175367 w 119"/>
                  <a:gd name="T17" fmla="*/ 31415 h 119"/>
                  <a:gd name="T18" fmla="*/ 135958 w 119"/>
                  <a:gd name="T19" fmla="*/ 15707 h 119"/>
                  <a:gd name="T20" fmla="*/ 130047 w 119"/>
                  <a:gd name="T21" fmla="*/ 1963 h 119"/>
                  <a:gd name="T22" fmla="*/ 130047 w 119"/>
                  <a:gd name="T23" fmla="*/ 0 h 119"/>
                  <a:gd name="T24" fmla="*/ 116254 w 119"/>
                  <a:gd name="T25" fmla="*/ 0 h 119"/>
                  <a:gd name="T26" fmla="*/ 104432 w 119"/>
                  <a:gd name="T27" fmla="*/ 0 h 119"/>
                  <a:gd name="T28" fmla="*/ 102461 w 119"/>
                  <a:gd name="T29" fmla="*/ 1963 h 119"/>
                  <a:gd name="T30" fmla="*/ 96550 w 119"/>
                  <a:gd name="T31" fmla="*/ 15707 h 119"/>
                  <a:gd name="T32" fmla="*/ 57142 w 119"/>
                  <a:gd name="T33" fmla="*/ 31415 h 119"/>
                  <a:gd name="T34" fmla="*/ 43349 w 119"/>
                  <a:gd name="T35" fmla="*/ 25525 h 119"/>
                  <a:gd name="T36" fmla="*/ 43349 w 119"/>
                  <a:gd name="T37" fmla="*/ 25525 h 119"/>
                  <a:gd name="T38" fmla="*/ 33497 w 119"/>
                  <a:gd name="T39" fmla="*/ 35342 h 119"/>
                  <a:gd name="T40" fmla="*/ 25615 w 119"/>
                  <a:gd name="T41" fmla="*/ 43195 h 119"/>
                  <a:gd name="T42" fmla="*/ 25615 w 119"/>
                  <a:gd name="T43" fmla="*/ 45159 h 119"/>
                  <a:gd name="T44" fmla="*/ 29556 w 119"/>
                  <a:gd name="T45" fmla="*/ 58903 h 119"/>
                  <a:gd name="T46" fmla="*/ 13793 w 119"/>
                  <a:gd name="T47" fmla="*/ 98171 h 119"/>
                  <a:gd name="T48" fmla="*/ 0 w 119"/>
                  <a:gd name="T49" fmla="*/ 104062 h 119"/>
                  <a:gd name="T50" fmla="*/ 0 w 119"/>
                  <a:gd name="T51" fmla="*/ 104062 h 119"/>
                  <a:gd name="T52" fmla="*/ 0 w 119"/>
                  <a:gd name="T53" fmla="*/ 117806 h 119"/>
                  <a:gd name="T54" fmla="*/ 0 w 119"/>
                  <a:gd name="T55" fmla="*/ 129586 h 119"/>
                  <a:gd name="T56" fmla="*/ 0 w 119"/>
                  <a:gd name="T57" fmla="*/ 131550 h 119"/>
                  <a:gd name="T58" fmla="*/ 13793 w 119"/>
                  <a:gd name="T59" fmla="*/ 135477 h 119"/>
                  <a:gd name="T60" fmla="*/ 29556 w 119"/>
                  <a:gd name="T61" fmla="*/ 176709 h 119"/>
                  <a:gd name="T62" fmla="*/ 23645 w 119"/>
                  <a:gd name="T63" fmla="*/ 190453 h 119"/>
                  <a:gd name="T64" fmla="*/ 23645 w 119"/>
                  <a:gd name="T65" fmla="*/ 190453 h 119"/>
                  <a:gd name="T66" fmla="*/ 33497 w 119"/>
                  <a:gd name="T67" fmla="*/ 200270 h 119"/>
                  <a:gd name="T68" fmla="*/ 41379 w 119"/>
                  <a:gd name="T69" fmla="*/ 208123 h 119"/>
                  <a:gd name="T70" fmla="*/ 43349 w 119"/>
                  <a:gd name="T71" fmla="*/ 208123 h 119"/>
                  <a:gd name="T72" fmla="*/ 57142 w 119"/>
                  <a:gd name="T73" fmla="*/ 204197 h 119"/>
                  <a:gd name="T74" fmla="*/ 96550 w 119"/>
                  <a:gd name="T75" fmla="*/ 219904 h 119"/>
                  <a:gd name="T76" fmla="*/ 102461 w 119"/>
                  <a:gd name="T77" fmla="*/ 233648 h 119"/>
                  <a:gd name="T78" fmla="*/ 102461 w 119"/>
                  <a:gd name="T79" fmla="*/ 233648 h 119"/>
                  <a:gd name="T80" fmla="*/ 116254 w 119"/>
                  <a:gd name="T81" fmla="*/ 233648 h 119"/>
                  <a:gd name="T82" fmla="*/ 128077 w 119"/>
                  <a:gd name="T83" fmla="*/ 233648 h 119"/>
                  <a:gd name="T84" fmla="*/ 130047 w 119"/>
                  <a:gd name="T85" fmla="*/ 233648 h 119"/>
                  <a:gd name="T86" fmla="*/ 135958 w 119"/>
                  <a:gd name="T87" fmla="*/ 219904 h 119"/>
                  <a:gd name="T88" fmla="*/ 175367 w 119"/>
                  <a:gd name="T89" fmla="*/ 204197 h 119"/>
                  <a:gd name="T90" fmla="*/ 189160 w 119"/>
                  <a:gd name="T91" fmla="*/ 210087 h 119"/>
                  <a:gd name="T92" fmla="*/ 189160 w 119"/>
                  <a:gd name="T93" fmla="*/ 210087 h 119"/>
                  <a:gd name="T94" fmla="*/ 199012 w 119"/>
                  <a:gd name="T95" fmla="*/ 200270 h 119"/>
                  <a:gd name="T96" fmla="*/ 206893 w 119"/>
                  <a:gd name="T97" fmla="*/ 192416 h 119"/>
                  <a:gd name="T98" fmla="*/ 208864 w 119"/>
                  <a:gd name="T99" fmla="*/ 190453 h 119"/>
                  <a:gd name="T100" fmla="*/ 202952 w 119"/>
                  <a:gd name="T101" fmla="*/ 176709 h 119"/>
                  <a:gd name="T102" fmla="*/ 218716 w 119"/>
                  <a:gd name="T103" fmla="*/ 137440 h 119"/>
                  <a:gd name="T104" fmla="*/ 232509 w 119"/>
                  <a:gd name="T105" fmla="*/ 131550 h 119"/>
                  <a:gd name="T106" fmla="*/ 234479 w 119"/>
                  <a:gd name="T107" fmla="*/ 131550 h 119"/>
                  <a:gd name="T108" fmla="*/ 234479 w 119"/>
                  <a:gd name="T109" fmla="*/ 117806 h 119"/>
                  <a:gd name="T110" fmla="*/ 234479 w 119"/>
                  <a:gd name="T111" fmla="*/ 106025 h 119"/>
                  <a:gd name="T112" fmla="*/ 232509 w 119"/>
                  <a:gd name="T113" fmla="*/ 104062 h 119"/>
                  <a:gd name="T114" fmla="*/ 116254 w 119"/>
                  <a:gd name="T115" fmla="*/ 180635 h 119"/>
                  <a:gd name="T116" fmla="*/ 53201 w 119"/>
                  <a:gd name="T117" fmla="*/ 117806 h 119"/>
                  <a:gd name="T118" fmla="*/ 116254 w 119"/>
                  <a:gd name="T119" fmla="*/ 54976 h 119"/>
                  <a:gd name="T120" fmla="*/ 179307 w 119"/>
                  <a:gd name="T121" fmla="*/ 117806 h 119"/>
                  <a:gd name="T122" fmla="*/ 116254 w 119"/>
                  <a:gd name="T123" fmla="*/ 180635 h 11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 h="119">
                    <a:moveTo>
                      <a:pt x="118" y="53"/>
                    </a:moveTo>
                    <a:cubicBezTo>
                      <a:pt x="111" y="50"/>
                      <a:pt x="111" y="50"/>
                      <a:pt x="111" y="50"/>
                    </a:cubicBezTo>
                    <a:cubicBezTo>
                      <a:pt x="110" y="43"/>
                      <a:pt x="107" y="36"/>
                      <a:pt x="103" y="30"/>
                    </a:cubicBezTo>
                    <a:cubicBezTo>
                      <a:pt x="106" y="23"/>
                      <a:pt x="106" y="23"/>
                      <a:pt x="106" y="23"/>
                    </a:cubicBezTo>
                    <a:cubicBezTo>
                      <a:pt x="106" y="22"/>
                      <a:pt x="106" y="22"/>
                      <a:pt x="106" y="22"/>
                    </a:cubicBezTo>
                    <a:cubicBezTo>
                      <a:pt x="101" y="18"/>
                      <a:pt x="101" y="18"/>
                      <a:pt x="101" y="18"/>
                    </a:cubicBezTo>
                    <a:cubicBezTo>
                      <a:pt x="97" y="14"/>
                      <a:pt x="97" y="14"/>
                      <a:pt x="97" y="14"/>
                    </a:cubicBezTo>
                    <a:cubicBezTo>
                      <a:pt x="96" y="13"/>
                      <a:pt x="96" y="13"/>
                      <a:pt x="96" y="13"/>
                    </a:cubicBezTo>
                    <a:cubicBezTo>
                      <a:pt x="89" y="16"/>
                      <a:pt x="89" y="16"/>
                      <a:pt x="89" y="16"/>
                    </a:cubicBezTo>
                    <a:cubicBezTo>
                      <a:pt x="83" y="12"/>
                      <a:pt x="76" y="9"/>
                      <a:pt x="69" y="8"/>
                    </a:cubicBezTo>
                    <a:cubicBezTo>
                      <a:pt x="66" y="1"/>
                      <a:pt x="66" y="1"/>
                      <a:pt x="66" y="1"/>
                    </a:cubicBezTo>
                    <a:cubicBezTo>
                      <a:pt x="66" y="0"/>
                      <a:pt x="66" y="0"/>
                      <a:pt x="66" y="0"/>
                    </a:cubicBezTo>
                    <a:cubicBezTo>
                      <a:pt x="59" y="0"/>
                      <a:pt x="59" y="0"/>
                      <a:pt x="59" y="0"/>
                    </a:cubicBezTo>
                    <a:cubicBezTo>
                      <a:pt x="53" y="0"/>
                      <a:pt x="53" y="0"/>
                      <a:pt x="53" y="0"/>
                    </a:cubicBezTo>
                    <a:cubicBezTo>
                      <a:pt x="52" y="1"/>
                      <a:pt x="52" y="1"/>
                      <a:pt x="52" y="1"/>
                    </a:cubicBezTo>
                    <a:cubicBezTo>
                      <a:pt x="49" y="8"/>
                      <a:pt x="49" y="8"/>
                      <a:pt x="49" y="8"/>
                    </a:cubicBezTo>
                    <a:cubicBezTo>
                      <a:pt x="42" y="9"/>
                      <a:pt x="35" y="12"/>
                      <a:pt x="29" y="16"/>
                    </a:cubicBezTo>
                    <a:cubicBezTo>
                      <a:pt x="22" y="13"/>
                      <a:pt x="22" y="13"/>
                      <a:pt x="22" y="13"/>
                    </a:cubicBezTo>
                    <a:cubicBezTo>
                      <a:pt x="22" y="13"/>
                      <a:pt x="22" y="13"/>
                      <a:pt x="22" y="13"/>
                    </a:cubicBezTo>
                    <a:cubicBezTo>
                      <a:pt x="17" y="18"/>
                      <a:pt x="17" y="18"/>
                      <a:pt x="17" y="18"/>
                    </a:cubicBezTo>
                    <a:cubicBezTo>
                      <a:pt x="13" y="22"/>
                      <a:pt x="13" y="22"/>
                      <a:pt x="13" y="22"/>
                    </a:cubicBezTo>
                    <a:cubicBezTo>
                      <a:pt x="13" y="23"/>
                      <a:pt x="13" y="23"/>
                      <a:pt x="13" y="23"/>
                    </a:cubicBezTo>
                    <a:cubicBezTo>
                      <a:pt x="15" y="30"/>
                      <a:pt x="15" y="30"/>
                      <a:pt x="15" y="30"/>
                    </a:cubicBezTo>
                    <a:cubicBezTo>
                      <a:pt x="11" y="36"/>
                      <a:pt x="8" y="42"/>
                      <a:pt x="7" y="50"/>
                    </a:cubicBezTo>
                    <a:cubicBezTo>
                      <a:pt x="0" y="53"/>
                      <a:pt x="0" y="53"/>
                      <a:pt x="0" y="53"/>
                    </a:cubicBezTo>
                    <a:cubicBezTo>
                      <a:pt x="0" y="53"/>
                      <a:pt x="0" y="53"/>
                      <a:pt x="0" y="53"/>
                    </a:cubicBezTo>
                    <a:cubicBezTo>
                      <a:pt x="0" y="60"/>
                      <a:pt x="0" y="60"/>
                      <a:pt x="0" y="60"/>
                    </a:cubicBezTo>
                    <a:cubicBezTo>
                      <a:pt x="0" y="66"/>
                      <a:pt x="0" y="66"/>
                      <a:pt x="0" y="66"/>
                    </a:cubicBezTo>
                    <a:cubicBezTo>
                      <a:pt x="0" y="67"/>
                      <a:pt x="0" y="67"/>
                      <a:pt x="0" y="67"/>
                    </a:cubicBezTo>
                    <a:cubicBezTo>
                      <a:pt x="7" y="69"/>
                      <a:pt x="7" y="69"/>
                      <a:pt x="7" y="69"/>
                    </a:cubicBezTo>
                    <a:cubicBezTo>
                      <a:pt x="8" y="77"/>
                      <a:pt x="11" y="84"/>
                      <a:pt x="15" y="90"/>
                    </a:cubicBezTo>
                    <a:cubicBezTo>
                      <a:pt x="12" y="97"/>
                      <a:pt x="12" y="97"/>
                      <a:pt x="12" y="97"/>
                    </a:cubicBezTo>
                    <a:cubicBezTo>
                      <a:pt x="12" y="97"/>
                      <a:pt x="12" y="97"/>
                      <a:pt x="12" y="97"/>
                    </a:cubicBezTo>
                    <a:cubicBezTo>
                      <a:pt x="17" y="102"/>
                      <a:pt x="17" y="102"/>
                      <a:pt x="17" y="102"/>
                    </a:cubicBezTo>
                    <a:cubicBezTo>
                      <a:pt x="21" y="106"/>
                      <a:pt x="21" y="106"/>
                      <a:pt x="21" y="106"/>
                    </a:cubicBezTo>
                    <a:cubicBezTo>
                      <a:pt x="22" y="106"/>
                      <a:pt x="22" y="106"/>
                      <a:pt x="22" y="106"/>
                    </a:cubicBezTo>
                    <a:cubicBezTo>
                      <a:pt x="29" y="104"/>
                      <a:pt x="29" y="104"/>
                      <a:pt x="29" y="104"/>
                    </a:cubicBezTo>
                    <a:cubicBezTo>
                      <a:pt x="35" y="108"/>
                      <a:pt x="42" y="111"/>
                      <a:pt x="49" y="112"/>
                    </a:cubicBezTo>
                    <a:cubicBezTo>
                      <a:pt x="52" y="119"/>
                      <a:pt x="52" y="119"/>
                      <a:pt x="52" y="119"/>
                    </a:cubicBezTo>
                    <a:cubicBezTo>
                      <a:pt x="52" y="119"/>
                      <a:pt x="52" y="119"/>
                      <a:pt x="52" y="119"/>
                    </a:cubicBezTo>
                    <a:cubicBezTo>
                      <a:pt x="59" y="119"/>
                      <a:pt x="59" y="119"/>
                      <a:pt x="59" y="119"/>
                    </a:cubicBezTo>
                    <a:cubicBezTo>
                      <a:pt x="65" y="119"/>
                      <a:pt x="65" y="119"/>
                      <a:pt x="65" y="119"/>
                    </a:cubicBezTo>
                    <a:cubicBezTo>
                      <a:pt x="66" y="119"/>
                      <a:pt x="66" y="119"/>
                      <a:pt x="66" y="119"/>
                    </a:cubicBezTo>
                    <a:cubicBezTo>
                      <a:pt x="69" y="112"/>
                      <a:pt x="69" y="112"/>
                      <a:pt x="69" y="112"/>
                    </a:cubicBezTo>
                    <a:cubicBezTo>
                      <a:pt x="76" y="111"/>
                      <a:pt x="83" y="108"/>
                      <a:pt x="89" y="104"/>
                    </a:cubicBezTo>
                    <a:cubicBezTo>
                      <a:pt x="96" y="107"/>
                      <a:pt x="96" y="107"/>
                      <a:pt x="96" y="107"/>
                    </a:cubicBezTo>
                    <a:cubicBezTo>
                      <a:pt x="96" y="107"/>
                      <a:pt x="96" y="107"/>
                      <a:pt x="96" y="107"/>
                    </a:cubicBezTo>
                    <a:cubicBezTo>
                      <a:pt x="101" y="102"/>
                      <a:pt x="101" y="102"/>
                      <a:pt x="101" y="102"/>
                    </a:cubicBezTo>
                    <a:cubicBezTo>
                      <a:pt x="105" y="98"/>
                      <a:pt x="105" y="98"/>
                      <a:pt x="105" y="98"/>
                    </a:cubicBezTo>
                    <a:cubicBezTo>
                      <a:pt x="106" y="97"/>
                      <a:pt x="106" y="97"/>
                      <a:pt x="106" y="97"/>
                    </a:cubicBezTo>
                    <a:cubicBezTo>
                      <a:pt x="103" y="90"/>
                      <a:pt x="103" y="90"/>
                      <a:pt x="103" y="90"/>
                    </a:cubicBezTo>
                    <a:cubicBezTo>
                      <a:pt x="107" y="84"/>
                      <a:pt x="110" y="77"/>
                      <a:pt x="111" y="70"/>
                    </a:cubicBezTo>
                    <a:cubicBezTo>
                      <a:pt x="118" y="67"/>
                      <a:pt x="118" y="67"/>
                      <a:pt x="118" y="67"/>
                    </a:cubicBezTo>
                    <a:cubicBezTo>
                      <a:pt x="119" y="67"/>
                      <a:pt x="119" y="67"/>
                      <a:pt x="119" y="67"/>
                    </a:cubicBezTo>
                    <a:cubicBezTo>
                      <a:pt x="119" y="60"/>
                      <a:pt x="119" y="60"/>
                      <a:pt x="119" y="60"/>
                    </a:cubicBezTo>
                    <a:cubicBezTo>
                      <a:pt x="119" y="54"/>
                      <a:pt x="119" y="54"/>
                      <a:pt x="119" y="54"/>
                    </a:cubicBezTo>
                    <a:lnTo>
                      <a:pt x="118" y="53"/>
                    </a:lnTo>
                    <a:close/>
                    <a:moveTo>
                      <a:pt x="59" y="92"/>
                    </a:moveTo>
                    <a:cubicBezTo>
                      <a:pt x="41" y="92"/>
                      <a:pt x="27" y="78"/>
                      <a:pt x="27" y="60"/>
                    </a:cubicBezTo>
                    <a:cubicBezTo>
                      <a:pt x="27" y="42"/>
                      <a:pt x="41" y="28"/>
                      <a:pt x="59" y="28"/>
                    </a:cubicBezTo>
                    <a:cubicBezTo>
                      <a:pt x="77" y="28"/>
                      <a:pt x="91" y="42"/>
                      <a:pt x="91" y="60"/>
                    </a:cubicBezTo>
                    <a:cubicBezTo>
                      <a:pt x="91" y="78"/>
                      <a:pt x="77" y="92"/>
                      <a:pt x="59" y="92"/>
                    </a:cubicBezTo>
                    <a:close/>
                  </a:path>
                </a:pathLst>
              </a:custGeom>
              <a:solidFill>
                <a:srgbClr val="F3F8F3"/>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95" name="Freeform 132"/>
              <p:cNvSpPr>
                <a:spLocks noEditPoints="1"/>
              </p:cNvSpPr>
              <p:nvPr/>
            </p:nvSpPr>
            <p:spPr bwMode="auto">
              <a:xfrm>
                <a:off x="6777424" y="976867"/>
                <a:ext cx="302661" cy="440688"/>
              </a:xfrm>
              <a:custGeom>
                <a:avLst/>
                <a:gdLst>
                  <a:gd name="T0" fmla="*/ 294800 w 154"/>
                  <a:gd name="T1" fmla="*/ 422982 h 224"/>
                  <a:gd name="T2" fmla="*/ 300696 w 154"/>
                  <a:gd name="T3" fmla="*/ 421014 h 224"/>
                  <a:gd name="T4" fmla="*/ 302661 w 154"/>
                  <a:gd name="T5" fmla="*/ 415112 h 224"/>
                  <a:gd name="T6" fmla="*/ 186706 w 154"/>
                  <a:gd name="T7" fmla="*/ 165258 h 224"/>
                  <a:gd name="T8" fmla="*/ 206360 w 154"/>
                  <a:gd name="T9" fmla="*/ 123944 h 224"/>
                  <a:gd name="T10" fmla="*/ 169018 w 154"/>
                  <a:gd name="T11" fmla="*/ 72792 h 224"/>
                  <a:gd name="T12" fmla="*/ 169018 w 154"/>
                  <a:gd name="T13" fmla="*/ 21641 h 224"/>
                  <a:gd name="T14" fmla="*/ 161157 w 154"/>
                  <a:gd name="T15" fmla="*/ 15739 h 224"/>
                  <a:gd name="T16" fmla="*/ 157226 w 154"/>
                  <a:gd name="T17" fmla="*/ 15739 h 224"/>
                  <a:gd name="T18" fmla="*/ 157226 w 154"/>
                  <a:gd name="T19" fmla="*/ 5902 h 224"/>
                  <a:gd name="T20" fmla="*/ 151331 w 154"/>
                  <a:gd name="T21" fmla="*/ 0 h 224"/>
                  <a:gd name="T22" fmla="*/ 145435 w 154"/>
                  <a:gd name="T23" fmla="*/ 5902 h 224"/>
                  <a:gd name="T24" fmla="*/ 145435 w 154"/>
                  <a:gd name="T25" fmla="*/ 15739 h 224"/>
                  <a:gd name="T26" fmla="*/ 141504 w 154"/>
                  <a:gd name="T27" fmla="*/ 15739 h 224"/>
                  <a:gd name="T28" fmla="*/ 133643 w 154"/>
                  <a:gd name="T29" fmla="*/ 21641 h 224"/>
                  <a:gd name="T30" fmla="*/ 133643 w 154"/>
                  <a:gd name="T31" fmla="*/ 72792 h 224"/>
                  <a:gd name="T32" fmla="*/ 96301 w 154"/>
                  <a:gd name="T33" fmla="*/ 123944 h 224"/>
                  <a:gd name="T34" fmla="*/ 115955 w 154"/>
                  <a:gd name="T35" fmla="*/ 165258 h 224"/>
                  <a:gd name="T36" fmla="*/ 0 w 154"/>
                  <a:gd name="T37" fmla="*/ 415112 h 224"/>
                  <a:gd name="T38" fmla="*/ 3931 w 154"/>
                  <a:gd name="T39" fmla="*/ 421014 h 224"/>
                  <a:gd name="T40" fmla="*/ 7861 w 154"/>
                  <a:gd name="T41" fmla="*/ 422982 h 224"/>
                  <a:gd name="T42" fmla="*/ 0 w 154"/>
                  <a:gd name="T43" fmla="*/ 440688 h 224"/>
                  <a:gd name="T44" fmla="*/ 9827 w 154"/>
                  <a:gd name="T45" fmla="*/ 424949 h 224"/>
                  <a:gd name="T46" fmla="*/ 15723 w 154"/>
                  <a:gd name="T47" fmla="*/ 426917 h 224"/>
                  <a:gd name="T48" fmla="*/ 21619 w 154"/>
                  <a:gd name="T49" fmla="*/ 424949 h 224"/>
                  <a:gd name="T50" fmla="*/ 92371 w 154"/>
                  <a:gd name="T51" fmla="*/ 267561 h 224"/>
                  <a:gd name="T52" fmla="*/ 151331 w 154"/>
                  <a:gd name="T53" fmla="*/ 285267 h 224"/>
                  <a:gd name="T54" fmla="*/ 210290 w 154"/>
                  <a:gd name="T55" fmla="*/ 267561 h 224"/>
                  <a:gd name="T56" fmla="*/ 281042 w 154"/>
                  <a:gd name="T57" fmla="*/ 424949 h 224"/>
                  <a:gd name="T58" fmla="*/ 286938 w 154"/>
                  <a:gd name="T59" fmla="*/ 426917 h 224"/>
                  <a:gd name="T60" fmla="*/ 292834 w 154"/>
                  <a:gd name="T61" fmla="*/ 424949 h 224"/>
                  <a:gd name="T62" fmla="*/ 302661 w 154"/>
                  <a:gd name="T63" fmla="*/ 440688 h 224"/>
                  <a:gd name="T64" fmla="*/ 294800 w 154"/>
                  <a:gd name="T65" fmla="*/ 422982 h 224"/>
                  <a:gd name="T66" fmla="*/ 151331 w 154"/>
                  <a:gd name="T67" fmla="*/ 90498 h 224"/>
                  <a:gd name="T68" fmla="*/ 184741 w 154"/>
                  <a:gd name="T69" fmla="*/ 123944 h 224"/>
                  <a:gd name="T70" fmla="*/ 151331 w 154"/>
                  <a:gd name="T71" fmla="*/ 157389 h 224"/>
                  <a:gd name="T72" fmla="*/ 117920 w 154"/>
                  <a:gd name="T73" fmla="*/ 123944 h 224"/>
                  <a:gd name="T74" fmla="*/ 151331 w 154"/>
                  <a:gd name="T75" fmla="*/ 90498 h 224"/>
                  <a:gd name="T76" fmla="*/ 151331 w 154"/>
                  <a:gd name="T77" fmla="*/ 269528 h 224"/>
                  <a:gd name="T78" fmla="*/ 100232 w 154"/>
                  <a:gd name="T79" fmla="*/ 253789 h 224"/>
                  <a:gd name="T80" fmla="*/ 135608 w 154"/>
                  <a:gd name="T81" fmla="*/ 177062 h 224"/>
                  <a:gd name="T82" fmla="*/ 151331 w 154"/>
                  <a:gd name="T83" fmla="*/ 179030 h 224"/>
                  <a:gd name="T84" fmla="*/ 167053 w 154"/>
                  <a:gd name="T85" fmla="*/ 177062 h 224"/>
                  <a:gd name="T86" fmla="*/ 202429 w 154"/>
                  <a:gd name="T87" fmla="*/ 253789 h 224"/>
                  <a:gd name="T88" fmla="*/ 151331 w 154"/>
                  <a:gd name="T89" fmla="*/ 269528 h 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54" h="224">
                    <a:moveTo>
                      <a:pt x="150" y="215"/>
                    </a:moveTo>
                    <a:cubicBezTo>
                      <a:pt x="153" y="214"/>
                      <a:pt x="153" y="214"/>
                      <a:pt x="153" y="214"/>
                    </a:cubicBezTo>
                    <a:cubicBezTo>
                      <a:pt x="154" y="213"/>
                      <a:pt x="154" y="212"/>
                      <a:pt x="154" y="211"/>
                    </a:cubicBezTo>
                    <a:cubicBezTo>
                      <a:pt x="95" y="84"/>
                      <a:pt x="95" y="84"/>
                      <a:pt x="95" y="84"/>
                    </a:cubicBezTo>
                    <a:cubicBezTo>
                      <a:pt x="101" y="79"/>
                      <a:pt x="105" y="72"/>
                      <a:pt x="105" y="63"/>
                    </a:cubicBezTo>
                    <a:cubicBezTo>
                      <a:pt x="105" y="51"/>
                      <a:pt x="97" y="41"/>
                      <a:pt x="86" y="37"/>
                    </a:cubicBezTo>
                    <a:cubicBezTo>
                      <a:pt x="86" y="11"/>
                      <a:pt x="86" y="11"/>
                      <a:pt x="86" y="11"/>
                    </a:cubicBezTo>
                    <a:cubicBezTo>
                      <a:pt x="86" y="9"/>
                      <a:pt x="84" y="8"/>
                      <a:pt x="82" y="8"/>
                    </a:cubicBezTo>
                    <a:cubicBezTo>
                      <a:pt x="80" y="8"/>
                      <a:pt x="80" y="8"/>
                      <a:pt x="80" y="8"/>
                    </a:cubicBezTo>
                    <a:cubicBezTo>
                      <a:pt x="80" y="3"/>
                      <a:pt x="80" y="3"/>
                      <a:pt x="80" y="3"/>
                    </a:cubicBezTo>
                    <a:cubicBezTo>
                      <a:pt x="80" y="1"/>
                      <a:pt x="79" y="0"/>
                      <a:pt x="77" y="0"/>
                    </a:cubicBezTo>
                    <a:cubicBezTo>
                      <a:pt x="75" y="0"/>
                      <a:pt x="74" y="1"/>
                      <a:pt x="74" y="3"/>
                    </a:cubicBezTo>
                    <a:cubicBezTo>
                      <a:pt x="74" y="8"/>
                      <a:pt x="74" y="8"/>
                      <a:pt x="74" y="8"/>
                    </a:cubicBezTo>
                    <a:cubicBezTo>
                      <a:pt x="72" y="8"/>
                      <a:pt x="72" y="8"/>
                      <a:pt x="72" y="8"/>
                    </a:cubicBezTo>
                    <a:cubicBezTo>
                      <a:pt x="70" y="8"/>
                      <a:pt x="68" y="9"/>
                      <a:pt x="68" y="11"/>
                    </a:cubicBezTo>
                    <a:cubicBezTo>
                      <a:pt x="68" y="37"/>
                      <a:pt x="68" y="37"/>
                      <a:pt x="68" y="37"/>
                    </a:cubicBezTo>
                    <a:cubicBezTo>
                      <a:pt x="57" y="41"/>
                      <a:pt x="49" y="51"/>
                      <a:pt x="49" y="63"/>
                    </a:cubicBezTo>
                    <a:cubicBezTo>
                      <a:pt x="49" y="72"/>
                      <a:pt x="53" y="79"/>
                      <a:pt x="59" y="84"/>
                    </a:cubicBezTo>
                    <a:cubicBezTo>
                      <a:pt x="0" y="211"/>
                      <a:pt x="0" y="211"/>
                      <a:pt x="0" y="211"/>
                    </a:cubicBezTo>
                    <a:cubicBezTo>
                      <a:pt x="0" y="212"/>
                      <a:pt x="0" y="213"/>
                      <a:pt x="2" y="214"/>
                    </a:cubicBezTo>
                    <a:cubicBezTo>
                      <a:pt x="4" y="215"/>
                      <a:pt x="4" y="215"/>
                      <a:pt x="4" y="215"/>
                    </a:cubicBezTo>
                    <a:cubicBezTo>
                      <a:pt x="0" y="224"/>
                      <a:pt x="0" y="224"/>
                      <a:pt x="0" y="224"/>
                    </a:cubicBezTo>
                    <a:cubicBezTo>
                      <a:pt x="5" y="216"/>
                      <a:pt x="5" y="216"/>
                      <a:pt x="5" y="216"/>
                    </a:cubicBezTo>
                    <a:cubicBezTo>
                      <a:pt x="8" y="217"/>
                      <a:pt x="8" y="217"/>
                      <a:pt x="8" y="217"/>
                    </a:cubicBezTo>
                    <a:cubicBezTo>
                      <a:pt x="9" y="217"/>
                      <a:pt x="10" y="217"/>
                      <a:pt x="11" y="216"/>
                    </a:cubicBezTo>
                    <a:cubicBezTo>
                      <a:pt x="47" y="136"/>
                      <a:pt x="47" y="136"/>
                      <a:pt x="47" y="136"/>
                    </a:cubicBezTo>
                    <a:cubicBezTo>
                      <a:pt x="56" y="142"/>
                      <a:pt x="66" y="145"/>
                      <a:pt x="77" y="145"/>
                    </a:cubicBezTo>
                    <a:cubicBezTo>
                      <a:pt x="88" y="145"/>
                      <a:pt x="98" y="142"/>
                      <a:pt x="107" y="136"/>
                    </a:cubicBezTo>
                    <a:cubicBezTo>
                      <a:pt x="143" y="216"/>
                      <a:pt x="143" y="216"/>
                      <a:pt x="143" y="216"/>
                    </a:cubicBezTo>
                    <a:cubicBezTo>
                      <a:pt x="144" y="217"/>
                      <a:pt x="145" y="217"/>
                      <a:pt x="146" y="217"/>
                    </a:cubicBezTo>
                    <a:cubicBezTo>
                      <a:pt x="149" y="216"/>
                      <a:pt x="149" y="216"/>
                      <a:pt x="149" y="216"/>
                    </a:cubicBezTo>
                    <a:cubicBezTo>
                      <a:pt x="154" y="224"/>
                      <a:pt x="154" y="224"/>
                      <a:pt x="154" y="224"/>
                    </a:cubicBezTo>
                    <a:lnTo>
                      <a:pt x="150" y="215"/>
                    </a:lnTo>
                    <a:close/>
                    <a:moveTo>
                      <a:pt x="77" y="46"/>
                    </a:moveTo>
                    <a:cubicBezTo>
                      <a:pt x="86" y="46"/>
                      <a:pt x="94" y="54"/>
                      <a:pt x="94" y="63"/>
                    </a:cubicBezTo>
                    <a:cubicBezTo>
                      <a:pt x="94" y="73"/>
                      <a:pt x="86" y="80"/>
                      <a:pt x="77" y="80"/>
                    </a:cubicBezTo>
                    <a:cubicBezTo>
                      <a:pt x="68" y="80"/>
                      <a:pt x="60" y="73"/>
                      <a:pt x="60" y="63"/>
                    </a:cubicBezTo>
                    <a:cubicBezTo>
                      <a:pt x="60" y="54"/>
                      <a:pt x="68" y="46"/>
                      <a:pt x="77" y="46"/>
                    </a:cubicBezTo>
                    <a:close/>
                    <a:moveTo>
                      <a:pt x="77" y="137"/>
                    </a:moveTo>
                    <a:cubicBezTo>
                      <a:pt x="67" y="137"/>
                      <a:pt x="58" y="134"/>
                      <a:pt x="51" y="129"/>
                    </a:cubicBezTo>
                    <a:cubicBezTo>
                      <a:pt x="69" y="90"/>
                      <a:pt x="69" y="90"/>
                      <a:pt x="69" y="90"/>
                    </a:cubicBezTo>
                    <a:cubicBezTo>
                      <a:pt x="71" y="90"/>
                      <a:pt x="74" y="91"/>
                      <a:pt x="77" y="91"/>
                    </a:cubicBezTo>
                    <a:cubicBezTo>
                      <a:pt x="80" y="91"/>
                      <a:pt x="83" y="90"/>
                      <a:pt x="85" y="90"/>
                    </a:cubicBezTo>
                    <a:cubicBezTo>
                      <a:pt x="103" y="129"/>
                      <a:pt x="103" y="129"/>
                      <a:pt x="103" y="129"/>
                    </a:cubicBezTo>
                    <a:cubicBezTo>
                      <a:pt x="96" y="134"/>
                      <a:pt x="87" y="137"/>
                      <a:pt x="77" y="13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96" name="Freeform 133"/>
              <p:cNvSpPr>
                <a:spLocks noEditPoints="1"/>
              </p:cNvSpPr>
              <p:nvPr/>
            </p:nvSpPr>
            <p:spPr bwMode="auto">
              <a:xfrm>
                <a:off x="7561516" y="2614896"/>
                <a:ext cx="218681" cy="379158"/>
              </a:xfrm>
              <a:custGeom>
                <a:avLst/>
                <a:gdLst>
                  <a:gd name="T0" fmla="*/ 200950 w 111"/>
                  <a:gd name="T1" fmla="*/ 125731 h 193"/>
                  <a:gd name="T2" fmla="*/ 151698 w 111"/>
                  <a:gd name="T3" fmla="*/ 15716 h 193"/>
                  <a:gd name="T4" fmla="*/ 41372 w 111"/>
                  <a:gd name="T5" fmla="*/ 64830 h 193"/>
                  <a:gd name="T6" fmla="*/ 82744 w 111"/>
                  <a:gd name="T7" fmla="*/ 170916 h 193"/>
                  <a:gd name="T8" fmla="*/ 63043 w 111"/>
                  <a:gd name="T9" fmla="*/ 225923 h 193"/>
                  <a:gd name="T10" fmla="*/ 61073 w 111"/>
                  <a:gd name="T11" fmla="*/ 225923 h 193"/>
                  <a:gd name="T12" fmla="*/ 51223 w 111"/>
                  <a:gd name="T13" fmla="*/ 229852 h 193"/>
                  <a:gd name="T14" fmla="*/ 1970 w 111"/>
                  <a:gd name="T15" fmla="*/ 359513 h 193"/>
                  <a:gd name="T16" fmla="*/ 5910 w 111"/>
                  <a:gd name="T17" fmla="*/ 369335 h 193"/>
                  <a:gd name="T18" fmla="*/ 25611 w 111"/>
                  <a:gd name="T19" fmla="*/ 377193 h 193"/>
                  <a:gd name="T20" fmla="*/ 35462 w 111"/>
                  <a:gd name="T21" fmla="*/ 373264 h 193"/>
                  <a:gd name="T22" fmla="*/ 84714 w 111"/>
                  <a:gd name="T23" fmla="*/ 243604 h 193"/>
                  <a:gd name="T24" fmla="*/ 80774 w 111"/>
                  <a:gd name="T25" fmla="*/ 233781 h 193"/>
                  <a:gd name="T26" fmla="*/ 78804 w 111"/>
                  <a:gd name="T27" fmla="*/ 231817 h 193"/>
                  <a:gd name="T28" fmla="*/ 98505 w 111"/>
                  <a:gd name="T29" fmla="*/ 178774 h 193"/>
                  <a:gd name="T30" fmla="*/ 200950 w 111"/>
                  <a:gd name="T31" fmla="*/ 125731 h 193"/>
                  <a:gd name="T32" fmla="*/ 59103 w 111"/>
                  <a:gd name="T33" fmla="*/ 72688 h 193"/>
                  <a:gd name="T34" fmla="*/ 145787 w 111"/>
                  <a:gd name="T35" fmla="*/ 33397 h 193"/>
                  <a:gd name="T36" fmla="*/ 183219 w 111"/>
                  <a:gd name="T37" fmla="*/ 119838 h 193"/>
                  <a:gd name="T38" fmla="*/ 98505 w 111"/>
                  <a:gd name="T39" fmla="*/ 157164 h 193"/>
                  <a:gd name="T40" fmla="*/ 59103 w 111"/>
                  <a:gd name="T41" fmla="*/ 72688 h 19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11" h="193">
                    <a:moveTo>
                      <a:pt x="102" y="64"/>
                    </a:moveTo>
                    <a:cubicBezTo>
                      <a:pt x="111" y="42"/>
                      <a:pt x="99" y="17"/>
                      <a:pt x="77" y="8"/>
                    </a:cubicBezTo>
                    <a:cubicBezTo>
                      <a:pt x="54" y="0"/>
                      <a:pt x="30" y="11"/>
                      <a:pt x="21" y="33"/>
                    </a:cubicBezTo>
                    <a:cubicBezTo>
                      <a:pt x="13" y="54"/>
                      <a:pt x="23" y="78"/>
                      <a:pt x="42" y="87"/>
                    </a:cubicBezTo>
                    <a:cubicBezTo>
                      <a:pt x="32" y="115"/>
                      <a:pt x="32" y="115"/>
                      <a:pt x="32" y="115"/>
                    </a:cubicBezTo>
                    <a:cubicBezTo>
                      <a:pt x="31" y="115"/>
                      <a:pt x="31" y="115"/>
                      <a:pt x="31" y="115"/>
                    </a:cubicBezTo>
                    <a:cubicBezTo>
                      <a:pt x="29" y="114"/>
                      <a:pt x="26" y="115"/>
                      <a:pt x="26" y="117"/>
                    </a:cubicBezTo>
                    <a:cubicBezTo>
                      <a:pt x="1" y="183"/>
                      <a:pt x="1" y="183"/>
                      <a:pt x="1" y="183"/>
                    </a:cubicBezTo>
                    <a:cubicBezTo>
                      <a:pt x="0" y="185"/>
                      <a:pt x="1" y="188"/>
                      <a:pt x="3" y="188"/>
                    </a:cubicBezTo>
                    <a:cubicBezTo>
                      <a:pt x="13" y="192"/>
                      <a:pt x="13" y="192"/>
                      <a:pt x="13" y="192"/>
                    </a:cubicBezTo>
                    <a:cubicBezTo>
                      <a:pt x="15" y="193"/>
                      <a:pt x="17" y="192"/>
                      <a:pt x="18" y="190"/>
                    </a:cubicBezTo>
                    <a:cubicBezTo>
                      <a:pt x="43" y="124"/>
                      <a:pt x="43" y="124"/>
                      <a:pt x="43" y="124"/>
                    </a:cubicBezTo>
                    <a:cubicBezTo>
                      <a:pt x="44" y="122"/>
                      <a:pt x="43" y="120"/>
                      <a:pt x="41" y="119"/>
                    </a:cubicBezTo>
                    <a:cubicBezTo>
                      <a:pt x="40" y="118"/>
                      <a:pt x="40" y="118"/>
                      <a:pt x="40" y="118"/>
                    </a:cubicBezTo>
                    <a:cubicBezTo>
                      <a:pt x="50" y="91"/>
                      <a:pt x="50" y="91"/>
                      <a:pt x="50" y="91"/>
                    </a:cubicBezTo>
                    <a:cubicBezTo>
                      <a:pt x="72" y="96"/>
                      <a:pt x="94" y="85"/>
                      <a:pt x="102" y="64"/>
                    </a:cubicBezTo>
                    <a:close/>
                    <a:moveTo>
                      <a:pt x="30" y="37"/>
                    </a:moveTo>
                    <a:cubicBezTo>
                      <a:pt x="36" y="19"/>
                      <a:pt x="56" y="10"/>
                      <a:pt x="74" y="17"/>
                    </a:cubicBezTo>
                    <a:cubicBezTo>
                      <a:pt x="91" y="24"/>
                      <a:pt x="100" y="43"/>
                      <a:pt x="93" y="61"/>
                    </a:cubicBezTo>
                    <a:cubicBezTo>
                      <a:pt x="87" y="78"/>
                      <a:pt x="67" y="87"/>
                      <a:pt x="50" y="80"/>
                    </a:cubicBezTo>
                    <a:cubicBezTo>
                      <a:pt x="32" y="74"/>
                      <a:pt x="23" y="54"/>
                      <a:pt x="30" y="3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grpSp>
            <p:nvGrpSpPr>
              <p:cNvPr id="97" name="Group 96"/>
              <p:cNvGrpSpPr/>
              <p:nvPr/>
            </p:nvGrpSpPr>
            <p:grpSpPr bwMode="auto">
              <a:xfrm>
                <a:off x="6329253" y="5728815"/>
                <a:ext cx="560422" cy="467296"/>
                <a:chOff x="6329253" y="5728815"/>
                <a:chExt cx="560422" cy="467296"/>
              </a:xfrm>
            </p:grpSpPr>
            <p:sp>
              <p:nvSpPr>
                <p:cNvPr id="98" name="Freeform 134"/>
                <p:cNvSpPr/>
                <p:nvPr/>
              </p:nvSpPr>
              <p:spPr bwMode="auto">
                <a:xfrm>
                  <a:off x="6329253" y="5728815"/>
                  <a:ext cx="560422" cy="442351"/>
                </a:xfrm>
                <a:custGeom>
                  <a:avLst/>
                  <a:gdLst>
                    <a:gd name="T0" fmla="*/ 0 w 674"/>
                    <a:gd name="T1" fmla="*/ 275222 h 532"/>
                    <a:gd name="T2" fmla="*/ 560422 w 674"/>
                    <a:gd name="T3" fmla="*/ 0 h 532"/>
                    <a:gd name="T4" fmla="*/ 271065 w 674"/>
                    <a:gd name="T5" fmla="*/ 442351 h 532"/>
                    <a:gd name="T6" fmla="*/ 194568 w 674"/>
                    <a:gd name="T7" fmla="*/ 294346 h 532"/>
                    <a:gd name="T8" fmla="*/ 523005 w 674"/>
                    <a:gd name="T9" fmla="*/ 29102 h 532"/>
                    <a:gd name="T10" fmla="*/ 178770 w 674"/>
                    <a:gd name="T11" fmla="*/ 279380 h 532"/>
                    <a:gd name="T12" fmla="*/ 0 w 674"/>
                    <a:gd name="T13" fmla="*/ 275222 h 5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4" h="532">
                      <a:moveTo>
                        <a:pt x="0" y="331"/>
                      </a:moveTo>
                      <a:lnTo>
                        <a:pt x="674" y="0"/>
                      </a:lnTo>
                      <a:lnTo>
                        <a:pt x="326" y="532"/>
                      </a:lnTo>
                      <a:lnTo>
                        <a:pt x="234" y="354"/>
                      </a:lnTo>
                      <a:lnTo>
                        <a:pt x="629" y="35"/>
                      </a:lnTo>
                      <a:lnTo>
                        <a:pt x="215" y="336"/>
                      </a:lnTo>
                      <a:lnTo>
                        <a:pt x="0" y="33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sp>
              <p:nvSpPr>
                <p:cNvPr id="99" name="Freeform 135"/>
                <p:cNvSpPr/>
                <p:nvPr/>
              </p:nvSpPr>
              <p:spPr bwMode="auto">
                <a:xfrm>
                  <a:off x="6499707" y="6038960"/>
                  <a:ext cx="57373" cy="157151"/>
                </a:xfrm>
                <a:custGeom>
                  <a:avLst/>
                  <a:gdLst>
                    <a:gd name="T0" fmla="*/ 0 w 29"/>
                    <a:gd name="T1" fmla="*/ 3929 h 80"/>
                    <a:gd name="T2" fmla="*/ 35611 w 29"/>
                    <a:gd name="T3" fmla="*/ 149293 h 80"/>
                    <a:gd name="T4" fmla="*/ 57373 w 29"/>
                    <a:gd name="T5" fmla="*/ 66789 h 80"/>
                    <a:gd name="T6" fmla="*/ 19784 w 29"/>
                    <a:gd name="T7" fmla="*/ 0 h 80"/>
                    <a:gd name="T8" fmla="*/ 0 w 29"/>
                    <a:gd name="T9" fmla="*/ 3929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80">
                      <a:moveTo>
                        <a:pt x="0" y="2"/>
                      </a:moveTo>
                      <a:cubicBezTo>
                        <a:pt x="0" y="2"/>
                        <a:pt x="18" y="80"/>
                        <a:pt x="18" y="76"/>
                      </a:cubicBezTo>
                      <a:cubicBezTo>
                        <a:pt x="18" y="71"/>
                        <a:pt x="29" y="34"/>
                        <a:pt x="29" y="34"/>
                      </a:cubicBezTo>
                      <a:cubicBezTo>
                        <a:pt x="10" y="0"/>
                        <a:pt x="10" y="0"/>
                        <a:pt x="10" y="0"/>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defRPr/>
                  </a:pPr>
                  <a:endParaRPr lang="zh-CN" altLang="en-US" sz="2400" kern="0">
                    <a:solidFill>
                      <a:prstClr val="black"/>
                    </a:solidFill>
                    <a:latin typeface="Calibri"/>
                    <a:ea typeface="宋体" panose="02010600030101010101" pitchFamily="2" charset="-122"/>
                  </a:endParaRPr>
                </a:p>
              </p:txBody>
            </p:sp>
          </p:grpSp>
        </p:grpSp>
        <p:sp>
          <p:nvSpPr>
            <p:cNvPr id="8" name="Rectangle 8"/>
            <p:cNvSpPr>
              <a:spLocks noChangeArrowheads="1"/>
            </p:cNvSpPr>
            <p:nvPr/>
          </p:nvSpPr>
          <p:spPr bwMode="auto">
            <a:xfrm>
              <a:off x="1497959" y="1777407"/>
              <a:ext cx="762657" cy="103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9170">
                <a:defRPr/>
              </a:pPr>
              <a:r>
                <a:rPr lang="id-ID" altLang="zh-CN" sz="5467" kern="0">
                  <a:solidFill>
                    <a:prstClr val="white"/>
                  </a:solidFill>
                  <a:latin typeface="Modern Pictograms" pitchFamily="50" charset="0"/>
                  <a:ea typeface="宋体" panose="02010600030101010101" pitchFamily="2" charset="-122"/>
                </a:rPr>
                <a:t>w</a:t>
              </a:r>
              <a:endParaRPr lang="en-US" altLang="zh-CN" sz="5467" kern="0">
                <a:solidFill>
                  <a:prstClr val="white"/>
                </a:solidFill>
                <a:ea typeface="宋体" panose="02010600030101010101" pitchFamily="2" charset="-122"/>
              </a:endParaRPr>
            </a:p>
          </p:txBody>
        </p:sp>
        <p:sp>
          <p:nvSpPr>
            <p:cNvPr id="9" name="Rectangle 9"/>
            <p:cNvSpPr>
              <a:spLocks noChangeArrowheads="1"/>
            </p:cNvSpPr>
            <p:nvPr/>
          </p:nvSpPr>
          <p:spPr bwMode="auto">
            <a:xfrm>
              <a:off x="2911785" y="5568002"/>
              <a:ext cx="450968" cy="718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9170">
                <a:defRPr/>
              </a:pPr>
              <a:r>
                <a:rPr lang="id-ID" altLang="zh-CN" sz="3600" kern="0" dirty="0">
                  <a:solidFill>
                    <a:prstClr val="white"/>
                  </a:solidFill>
                  <a:latin typeface="Modern Pictograms" pitchFamily="50" charset="0"/>
                  <a:ea typeface="宋体" panose="02010600030101010101" pitchFamily="2" charset="-122"/>
                </a:rPr>
                <a:t>a</a:t>
              </a:r>
              <a:endParaRPr lang="en-US" altLang="zh-CN" sz="3600" kern="0" dirty="0">
                <a:solidFill>
                  <a:prstClr val="white"/>
                </a:solidFill>
                <a:ea typeface="宋体" panose="02010600030101010101" pitchFamily="2" charset="-122"/>
              </a:endParaRPr>
            </a:p>
          </p:txBody>
        </p:sp>
      </p:grpSp>
      <p:sp>
        <p:nvSpPr>
          <p:cNvPr id="126" name="Freeform 125"/>
          <p:cNvSpPr>
            <a:spLocks noEditPoints="1"/>
          </p:cNvSpPr>
          <p:nvPr/>
        </p:nvSpPr>
        <p:spPr bwMode="auto">
          <a:xfrm>
            <a:off x="5599433" y="1988855"/>
            <a:ext cx="558800" cy="536575"/>
          </a:xfrm>
          <a:custGeom>
            <a:avLst/>
            <a:gdLst>
              <a:gd name="T0" fmla="*/ 175 w 296"/>
              <a:gd name="T1" fmla="*/ 126 h 284"/>
              <a:gd name="T2" fmla="*/ 263 w 296"/>
              <a:gd name="T3" fmla="*/ 42 h 284"/>
              <a:gd name="T4" fmla="*/ 268 w 296"/>
              <a:gd name="T5" fmla="*/ 15 h 284"/>
              <a:gd name="T6" fmla="*/ 241 w 296"/>
              <a:gd name="T7" fmla="*/ 22 h 284"/>
              <a:gd name="T8" fmla="*/ 164 w 296"/>
              <a:gd name="T9" fmla="*/ 116 h 284"/>
              <a:gd name="T10" fmla="*/ 141 w 296"/>
              <a:gd name="T11" fmla="*/ 95 h 284"/>
              <a:gd name="T12" fmla="*/ 91 w 296"/>
              <a:gd name="T13" fmla="*/ 12 h 284"/>
              <a:gd name="T14" fmla="*/ 42 w 296"/>
              <a:gd name="T15" fmla="*/ 4 h 284"/>
              <a:gd name="T16" fmla="*/ 42 w 296"/>
              <a:gd name="T17" fmla="*/ 14 h 284"/>
              <a:gd name="T18" fmla="*/ 76 w 296"/>
              <a:gd name="T19" fmla="*/ 45 h 284"/>
              <a:gd name="T20" fmla="*/ 62 w 296"/>
              <a:gd name="T21" fmla="*/ 78 h 284"/>
              <a:gd name="T22" fmla="*/ 22 w 296"/>
              <a:gd name="T23" fmla="*/ 46 h 284"/>
              <a:gd name="T24" fmla="*/ 12 w 296"/>
              <a:gd name="T25" fmla="*/ 36 h 284"/>
              <a:gd name="T26" fmla="*/ 7 w 296"/>
              <a:gd name="T27" fmla="*/ 39 h 284"/>
              <a:gd name="T28" fmla="*/ 56 w 296"/>
              <a:gd name="T29" fmla="*/ 126 h 284"/>
              <a:gd name="T30" fmla="*/ 100 w 296"/>
              <a:gd name="T31" fmla="*/ 136 h 284"/>
              <a:gd name="T32" fmla="*/ 33 w 296"/>
              <a:gd name="T33" fmla="*/ 224 h 284"/>
              <a:gd name="T34" fmla="*/ 29 w 296"/>
              <a:gd name="T35" fmla="*/ 272 h 284"/>
              <a:gd name="T36" fmla="*/ 149 w 296"/>
              <a:gd name="T37" fmla="*/ 186 h 284"/>
              <a:gd name="T38" fmla="*/ 266 w 296"/>
              <a:gd name="T39" fmla="*/ 284 h 284"/>
              <a:gd name="T40" fmla="*/ 284 w 296"/>
              <a:gd name="T41" fmla="*/ 277 h 284"/>
              <a:gd name="T42" fmla="*/ 103 w 296"/>
              <a:gd name="T43" fmla="*/ 123 h 284"/>
              <a:gd name="T44" fmla="*/ 86 w 296"/>
              <a:gd name="T45" fmla="*/ 127 h 284"/>
              <a:gd name="T46" fmla="*/ 25 w 296"/>
              <a:gd name="T47" fmla="*/ 80 h 284"/>
              <a:gd name="T48" fmla="*/ 41 w 296"/>
              <a:gd name="T49" fmla="*/ 80 h 284"/>
              <a:gd name="T50" fmla="*/ 84 w 296"/>
              <a:gd name="T51" fmla="*/ 80 h 284"/>
              <a:gd name="T52" fmla="*/ 58 w 296"/>
              <a:gd name="T53" fmla="*/ 11 h 284"/>
              <a:gd name="T54" fmla="*/ 122 w 296"/>
              <a:gd name="T55" fmla="*/ 59 h 284"/>
              <a:gd name="T56" fmla="*/ 128 w 296"/>
              <a:gd name="T57" fmla="*/ 100 h 284"/>
              <a:gd name="T58" fmla="*/ 144 w 296"/>
              <a:gd name="T59" fmla="*/ 112 h 284"/>
              <a:gd name="T60" fmla="*/ 152 w 296"/>
              <a:gd name="T61" fmla="*/ 129 h 284"/>
              <a:gd name="T62" fmla="*/ 108 w 296"/>
              <a:gd name="T63" fmla="*/ 127 h 284"/>
              <a:gd name="T64" fmla="*/ 103 w 296"/>
              <a:gd name="T65" fmla="*/ 123 h 284"/>
              <a:gd name="T66" fmla="*/ 36 w 296"/>
              <a:gd name="T67" fmla="*/ 264 h 284"/>
              <a:gd name="T68" fmla="*/ 42 w 296"/>
              <a:gd name="T69" fmla="*/ 232 h 284"/>
              <a:gd name="T70" fmla="*/ 150 w 296"/>
              <a:gd name="T71" fmla="*/ 141 h 284"/>
              <a:gd name="T72" fmla="*/ 145 w 296"/>
              <a:gd name="T73" fmla="*/ 173 h 284"/>
              <a:gd name="T74" fmla="*/ 276 w 296"/>
              <a:gd name="T75" fmla="*/ 269 h 284"/>
              <a:gd name="T76" fmla="*/ 241 w 296"/>
              <a:gd name="T77" fmla="*/ 261 h 284"/>
              <a:gd name="T78" fmla="*/ 162 w 296"/>
              <a:gd name="T79" fmla="*/ 139 h 284"/>
              <a:gd name="T80" fmla="*/ 268 w 296"/>
              <a:gd name="T81" fmla="*/ 23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96" h="284">
                <a:moveTo>
                  <a:pt x="276" y="226"/>
                </a:moveTo>
                <a:cubicBezTo>
                  <a:pt x="175" y="126"/>
                  <a:pt x="175" y="126"/>
                  <a:pt x="175" y="126"/>
                </a:cubicBezTo>
                <a:cubicBezTo>
                  <a:pt x="246" y="49"/>
                  <a:pt x="246" y="49"/>
                  <a:pt x="246" y="49"/>
                </a:cubicBezTo>
                <a:cubicBezTo>
                  <a:pt x="252" y="49"/>
                  <a:pt x="258" y="47"/>
                  <a:pt x="263" y="42"/>
                </a:cubicBezTo>
                <a:cubicBezTo>
                  <a:pt x="271" y="34"/>
                  <a:pt x="271" y="34"/>
                  <a:pt x="271" y="34"/>
                </a:cubicBezTo>
                <a:cubicBezTo>
                  <a:pt x="278" y="26"/>
                  <a:pt x="274" y="20"/>
                  <a:pt x="268" y="15"/>
                </a:cubicBezTo>
                <a:cubicBezTo>
                  <a:pt x="262" y="9"/>
                  <a:pt x="256" y="6"/>
                  <a:pt x="249" y="13"/>
                </a:cubicBezTo>
                <a:cubicBezTo>
                  <a:pt x="241" y="22"/>
                  <a:pt x="241" y="22"/>
                  <a:pt x="241" y="22"/>
                </a:cubicBezTo>
                <a:cubicBezTo>
                  <a:pt x="237" y="27"/>
                  <a:pt x="235" y="33"/>
                  <a:pt x="236" y="39"/>
                </a:cubicBezTo>
                <a:cubicBezTo>
                  <a:pt x="164" y="116"/>
                  <a:pt x="164" y="116"/>
                  <a:pt x="164" y="116"/>
                </a:cubicBezTo>
                <a:cubicBezTo>
                  <a:pt x="152" y="104"/>
                  <a:pt x="152" y="104"/>
                  <a:pt x="152" y="104"/>
                </a:cubicBezTo>
                <a:cubicBezTo>
                  <a:pt x="149" y="100"/>
                  <a:pt x="145" y="97"/>
                  <a:pt x="141" y="95"/>
                </a:cubicBezTo>
                <a:cubicBezTo>
                  <a:pt x="146" y="80"/>
                  <a:pt x="142" y="62"/>
                  <a:pt x="130" y="51"/>
                </a:cubicBezTo>
                <a:cubicBezTo>
                  <a:pt x="91" y="12"/>
                  <a:pt x="91" y="12"/>
                  <a:pt x="91" y="12"/>
                </a:cubicBezTo>
                <a:cubicBezTo>
                  <a:pt x="83" y="4"/>
                  <a:pt x="72" y="0"/>
                  <a:pt x="60" y="0"/>
                </a:cubicBezTo>
                <a:cubicBezTo>
                  <a:pt x="54" y="0"/>
                  <a:pt x="48" y="1"/>
                  <a:pt x="42" y="4"/>
                </a:cubicBezTo>
                <a:cubicBezTo>
                  <a:pt x="40" y="4"/>
                  <a:pt x="39" y="7"/>
                  <a:pt x="39" y="9"/>
                </a:cubicBezTo>
                <a:cubicBezTo>
                  <a:pt x="39" y="11"/>
                  <a:pt x="40" y="13"/>
                  <a:pt x="42" y="14"/>
                </a:cubicBezTo>
                <a:cubicBezTo>
                  <a:pt x="45" y="15"/>
                  <a:pt x="47" y="16"/>
                  <a:pt x="49" y="18"/>
                </a:cubicBezTo>
                <a:cubicBezTo>
                  <a:pt x="76" y="45"/>
                  <a:pt x="76" y="45"/>
                  <a:pt x="76" y="45"/>
                </a:cubicBezTo>
                <a:cubicBezTo>
                  <a:pt x="83" y="52"/>
                  <a:pt x="84" y="64"/>
                  <a:pt x="76" y="72"/>
                </a:cubicBezTo>
                <a:cubicBezTo>
                  <a:pt x="72" y="76"/>
                  <a:pt x="68" y="78"/>
                  <a:pt x="62" y="78"/>
                </a:cubicBezTo>
                <a:cubicBezTo>
                  <a:pt x="57" y="78"/>
                  <a:pt x="53" y="76"/>
                  <a:pt x="49" y="72"/>
                </a:cubicBezTo>
                <a:cubicBezTo>
                  <a:pt x="22" y="46"/>
                  <a:pt x="22" y="46"/>
                  <a:pt x="22" y="46"/>
                </a:cubicBezTo>
                <a:cubicBezTo>
                  <a:pt x="20" y="44"/>
                  <a:pt x="19" y="42"/>
                  <a:pt x="18" y="39"/>
                </a:cubicBezTo>
                <a:cubicBezTo>
                  <a:pt x="17" y="37"/>
                  <a:pt x="15" y="36"/>
                  <a:pt x="12" y="36"/>
                </a:cubicBezTo>
                <a:cubicBezTo>
                  <a:pt x="12" y="36"/>
                  <a:pt x="12" y="36"/>
                  <a:pt x="12" y="36"/>
                </a:cubicBezTo>
                <a:cubicBezTo>
                  <a:pt x="10" y="36"/>
                  <a:pt x="8" y="37"/>
                  <a:pt x="7" y="39"/>
                </a:cubicBezTo>
                <a:cubicBezTo>
                  <a:pt x="0" y="56"/>
                  <a:pt x="4" y="75"/>
                  <a:pt x="17" y="88"/>
                </a:cubicBezTo>
                <a:cubicBezTo>
                  <a:pt x="56" y="126"/>
                  <a:pt x="56" y="126"/>
                  <a:pt x="56" y="126"/>
                </a:cubicBezTo>
                <a:cubicBezTo>
                  <a:pt x="64" y="134"/>
                  <a:pt x="75" y="139"/>
                  <a:pt x="86" y="139"/>
                </a:cubicBezTo>
                <a:cubicBezTo>
                  <a:pt x="91" y="139"/>
                  <a:pt x="96" y="138"/>
                  <a:pt x="100" y="136"/>
                </a:cubicBezTo>
                <a:cubicBezTo>
                  <a:pt x="102" y="139"/>
                  <a:pt x="104" y="142"/>
                  <a:pt x="107" y="145"/>
                </a:cubicBezTo>
                <a:cubicBezTo>
                  <a:pt x="33" y="224"/>
                  <a:pt x="33" y="224"/>
                  <a:pt x="33" y="224"/>
                </a:cubicBezTo>
                <a:cubicBezTo>
                  <a:pt x="19" y="239"/>
                  <a:pt x="17" y="261"/>
                  <a:pt x="28" y="272"/>
                </a:cubicBezTo>
                <a:cubicBezTo>
                  <a:pt x="29" y="272"/>
                  <a:pt x="29" y="272"/>
                  <a:pt x="29" y="272"/>
                </a:cubicBezTo>
                <a:cubicBezTo>
                  <a:pt x="40" y="283"/>
                  <a:pt x="62" y="279"/>
                  <a:pt x="76" y="264"/>
                </a:cubicBezTo>
                <a:cubicBezTo>
                  <a:pt x="149" y="186"/>
                  <a:pt x="149" y="186"/>
                  <a:pt x="149" y="186"/>
                </a:cubicBezTo>
                <a:cubicBezTo>
                  <a:pt x="233" y="269"/>
                  <a:pt x="233" y="269"/>
                  <a:pt x="233" y="269"/>
                </a:cubicBezTo>
                <a:cubicBezTo>
                  <a:pt x="243" y="279"/>
                  <a:pt x="255" y="284"/>
                  <a:pt x="266" y="284"/>
                </a:cubicBezTo>
                <a:cubicBezTo>
                  <a:pt x="266" y="284"/>
                  <a:pt x="266" y="284"/>
                  <a:pt x="266" y="284"/>
                </a:cubicBezTo>
                <a:cubicBezTo>
                  <a:pt x="273" y="284"/>
                  <a:pt x="280" y="281"/>
                  <a:pt x="284" y="277"/>
                </a:cubicBezTo>
                <a:cubicBezTo>
                  <a:pt x="296" y="264"/>
                  <a:pt x="293" y="242"/>
                  <a:pt x="276" y="226"/>
                </a:cubicBezTo>
                <a:close/>
                <a:moveTo>
                  <a:pt x="103" y="123"/>
                </a:moveTo>
                <a:cubicBezTo>
                  <a:pt x="102" y="123"/>
                  <a:pt x="101" y="123"/>
                  <a:pt x="101" y="124"/>
                </a:cubicBezTo>
                <a:cubicBezTo>
                  <a:pt x="96" y="126"/>
                  <a:pt x="91" y="127"/>
                  <a:pt x="86" y="127"/>
                </a:cubicBezTo>
                <a:cubicBezTo>
                  <a:pt x="78" y="127"/>
                  <a:pt x="70" y="124"/>
                  <a:pt x="64" y="118"/>
                </a:cubicBezTo>
                <a:cubicBezTo>
                  <a:pt x="25" y="80"/>
                  <a:pt x="25" y="80"/>
                  <a:pt x="25" y="80"/>
                </a:cubicBezTo>
                <a:cubicBezTo>
                  <a:pt x="18" y="73"/>
                  <a:pt x="15" y="64"/>
                  <a:pt x="15" y="55"/>
                </a:cubicBezTo>
                <a:cubicBezTo>
                  <a:pt x="41" y="80"/>
                  <a:pt x="41" y="80"/>
                  <a:pt x="41" y="80"/>
                </a:cubicBezTo>
                <a:cubicBezTo>
                  <a:pt x="47" y="86"/>
                  <a:pt x="54" y="89"/>
                  <a:pt x="62" y="89"/>
                </a:cubicBezTo>
                <a:cubicBezTo>
                  <a:pt x="71" y="89"/>
                  <a:pt x="78" y="86"/>
                  <a:pt x="84" y="80"/>
                </a:cubicBezTo>
                <a:cubicBezTo>
                  <a:pt x="96" y="68"/>
                  <a:pt x="96" y="49"/>
                  <a:pt x="84" y="37"/>
                </a:cubicBezTo>
                <a:cubicBezTo>
                  <a:pt x="58" y="11"/>
                  <a:pt x="58" y="11"/>
                  <a:pt x="58" y="11"/>
                </a:cubicBezTo>
                <a:cubicBezTo>
                  <a:pt x="67" y="11"/>
                  <a:pt x="76" y="14"/>
                  <a:pt x="83" y="21"/>
                </a:cubicBezTo>
                <a:cubicBezTo>
                  <a:pt x="122" y="59"/>
                  <a:pt x="122" y="59"/>
                  <a:pt x="122" y="59"/>
                </a:cubicBezTo>
                <a:cubicBezTo>
                  <a:pt x="131" y="68"/>
                  <a:pt x="134" y="83"/>
                  <a:pt x="128" y="96"/>
                </a:cubicBezTo>
                <a:cubicBezTo>
                  <a:pt x="128" y="97"/>
                  <a:pt x="128" y="99"/>
                  <a:pt x="128" y="100"/>
                </a:cubicBezTo>
                <a:cubicBezTo>
                  <a:pt x="129" y="101"/>
                  <a:pt x="130" y="103"/>
                  <a:pt x="131" y="103"/>
                </a:cubicBezTo>
                <a:cubicBezTo>
                  <a:pt x="136" y="105"/>
                  <a:pt x="140" y="108"/>
                  <a:pt x="144" y="112"/>
                </a:cubicBezTo>
                <a:cubicBezTo>
                  <a:pt x="156" y="124"/>
                  <a:pt x="156" y="124"/>
                  <a:pt x="156" y="124"/>
                </a:cubicBezTo>
                <a:cubicBezTo>
                  <a:pt x="152" y="129"/>
                  <a:pt x="152" y="129"/>
                  <a:pt x="152" y="129"/>
                </a:cubicBezTo>
                <a:cubicBezTo>
                  <a:pt x="141" y="124"/>
                  <a:pt x="127" y="127"/>
                  <a:pt x="115" y="137"/>
                </a:cubicBezTo>
                <a:cubicBezTo>
                  <a:pt x="112" y="134"/>
                  <a:pt x="110" y="130"/>
                  <a:pt x="108" y="127"/>
                </a:cubicBezTo>
                <a:cubicBezTo>
                  <a:pt x="108" y="125"/>
                  <a:pt x="107" y="124"/>
                  <a:pt x="105" y="124"/>
                </a:cubicBezTo>
                <a:cubicBezTo>
                  <a:pt x="104" y="123"/>
                  <a:pt x="104" y="123"/>
                  <a:pt x="103" y="123"/>
                </a:cubicBezTo>
                <a:close/>
                <a:moveTo>
                  <a:pt x="68" y="256"/>
                </a:moveTo>
                <a:cubicBezTo>
                  <a:pt x="58" y="267"/>
                  <a:pt x="43" y="270"/>
                  <a:pt x="36" y="264"/>
                </a:cubicBezTo>
                <a:cubicBezTo>
                  <a:pt x="36" y="263"/>
                  <a:pt x="36" y="263"/>
                  <a:pt x="36" y="263"/>
                </a:cubicBezTo>
                <a:cubicBezTo>
                  <a:pt x="29" y="257"/>
                  <a:pt x="32" y="242"/>
                  <a:pt x="42" y="232"/>
                </a:cubicBezTo>
                <a:cubicBezTo>
                  <a:pt x="119" y="149"/>
                  <a:pt x="119" y="149"/>
                  <a:pt x="119" y="149"/>
                </a:cubicBezTo>
                <a:cubicBezTo>
                  <a:pt x="128" y="138"/>
                  <a:pt x="143" y="135"/>
                  <a:pt x="150" y="141"/>
                </a:cubicBezTo>
                <a:cubicBezTo>
                  <a:pt x="150" y="142"/>
                  <a:pt x="150" y="142"/>
                  <a:pt x="150" y="142"/>
                </a:cubicBezTo>
                <a:cubicBezTo>
                  <a:pt x="157" y="148"/>
                  <a:pt x="155" y="163"/>
                  <a:pt x="145" y="173"/>
                </a:cubicBezTo>
                <a:lnTo>
                  <a:pt x="68" y="256"/>
                </a:lnTo>
                <a:close/>
                <a:moveTo>
                  <a:pt x="276" y="269"/>
                </a:moveTo>
                <a:cubicBezTo>
                  <a:pt x="273" y="272"/>
                  <a:pt x="269" y="273"/>
                  <a:pt x="266" y="273"/>
                </a:cubicBezTo>
                <a:cubicBezTo>
                  <a:pt x="258" y="273"/>
                  <a:pt x="249" y="268"/>
                  <a:pt x="241" y="261"/>
                </a:cubicBezTo>
                <a:cubicBezTo>
                  <a:pt x="156" y="178"/>
                  <a:pt x="156" y="178"/>
                  <a:pt x="156" y="178"/>
                </a:cubicBezTo>
                <a:cubicBezTo>
                  <a:pt x="166" y="165"/>
                  <a:pt x="168" y="150"/>
                  <a:pt x="162" y="139"/>
                </a:cubicBezTo>
                <a:cubicBezTo>
                  <a:pt x="167" y="134"/>
                  <a:pt x="167" y="134"/>
                  <a:pt x="167" y="134"/>
                </a:cubicBezTo>
                <a:cubicBezTo>
                  <a:pt x="268" y="234"/>
                  <a:pt x="268" y="234"/>
                  <a:pt x="268" y="234"/>
                </a:cubicBezTo>
                <a:cubicBezTo>
                  <a:pt x="280" y="245"/>
                  <a:pt x="284" y="261"/>
                  <a:pt x="276" y="269"/>
                </a:cubicBezTo>
                <a:close/>
              </a:path>
            </a:pathLst>
          </a:custGeom>
          <a:solidFill>
            <a:srgbClr val="16294C"/>
          </a:solidFill>
          <a:ln>
            <a:solidFill>
              <a:srgbClr val="16294C"/>
            </a:solidFill>
          </a:ln>
        </p:spPr>
        <p:txBody>
          <a:bodyPr/>
          <a:lstStyle/>
          <a:p>
            <a:pPr defTabSz="1219170">
              <a:defRPr/>
            </a:pPr>
            <a:endParaRPr lang="en-US" sz="2400" kern="0">
              <a:solidFill>
                <a:prstClr val="white">
                  <a:lumMod val="75000"/>
                </a:prstClr>
              </a:solidFill>
              <a:latin typeface="Calibri"/>
            </a:endParaRPr>
          </a:p>
        </p:txBody>
      </p:sp>
      <p:grpSp>
        <p:nvGrpSpPr>
          <p:cNvPr id="127" name="Group 126"/>
          <p:cNvGrpSpPr/>
          <p:nvPr/>
        </p:nvGrpSpPr>
        <p:grpSpPr bwMode="auto">
          <a:xfrm>
            <a:off x="5606787" y="2942096"/>
            <a:ext cx="568236" cy="530143"/>
            <a:chOff x="4775200" y="5180013"/>
            <a:chExt cx="568325" cy="530225"/>
          </a:xfrm>
          <a:solidFill>
            <a:srgbClr val="16294C"/>
          </a:solidFill>
        </p:grpSpPr>
        <p:sp>
          <p:nvSpPr>
            <p:cNvPr id="136" name="Freeform 61"/>
            <p:cNvSpPr>
              <a:spLocks noEditPoints="1"/>
            </p:cNvSpPr>
            <p:nvPr/>
          </p:nvSpPr>
          <p:spPr bwMode="auto">
            <a:xfrm>
              <a:off x="4775200" y="5180013"/>
              <a:ext cx="568325" cy="530225"/>
            </a:xfrm>
            <a:custGeom>
              <a:avLst/>
              <a:gdLst>
                <a:gd name="T0" fmla="*/ 215 w 301"/>
                <a:gd name="T1" fmla="*/ 0 h 281"/>
                <a:gd name="T2" fmla="*/ 129 w 301"/>
                <a:gd name="T3" fmla="*/ 86 h 281"/>
                <a:gd name="T4" fmla="*/ 134 w 301"/>
                <a:gd name="T5" fmla="*/ 115 h 281"/>
                <a:gd name="T6" fmla="*/ 1 w 301"/>
                <a:gd name="T7" fmla="*/ 248 h 281"/>
                <a:gd name="T8" fmla="*/ 0 w 301"/>
                <a:gd name="T9" fmla="*/ 252 h 281"/>
                <a:gd name="T10" fmla="*/ 1 w 301"/>
                <a:gd name="T11" fmla="*/ 275 h 281"/>
                <a:gd name="T12" fmla="*/ 7 w 301"/>
                <a:gd name="T13" fmla="*/ 281 h 281"/>
                <a:gd name="T14" fmla="*/ 7 w 301"/>
                <a:gd name="T15" fmla="*/ 281 h 281"/>
                <a:gd name="T16" fmla="*/ 55 w 301"/>
                <a:gd name="T17" fmla="*/ 279 h 281"/>
                <a:gd name="T18" fmla="*/ 60 w 301"/>
                <a:gd name="T19" fmla="*/ 275 h 281"/>
                <a:gd name="T20" fmla="*/ 66 w 301"/>
                <a:gd name="T21" fmla="*/ 255 h 281"/>
                <a:gd name="T22" fmla="*/ 87 w 301"/>
                <a:gd name="T23" fmla="*/ 250 h 281"/>
                <a:gd name="T24" fmla="*/ 92 w 301"/>
                <a:gd name="T25" fmla="*/ 246 h 281"/>
                <a:gd name="T26" fmla="*/ 95 w 301"/>
                <a:gd name="T27" fmla="*/ 227 h 281"/>
                <a:gd name="T28" fmla="*/ 115 w 301"/>
                <a:gd name="T29" fmla="*/ 222 h 281"/>
                <a:gd name="T30" fmla="*/ 120 w 301"/>
                <a:gd name="T31" fmla="*/ 217 h 281"/>
                <a:gd name="T32" fmla="*/ 121 w 301"/>
                <a:gd name="T33" fmla="*/ 196 h 281"/>
                <a:gd name="T34" fmla="*/ 137 w 301"/>
                <a:gd name="T35" fmla="*/ 195 h 281"/>
                <a:gd name="T36" fmla="*/ 142 w 301"/>
                <a:gd name="T37" fmla="*/ 190 h 281"/>
                <a:gd name="T38" fmla="*/ 147 w 301"/>
                <a:gd name="T39" fmla="*/ 170 h 281"/>
                <a:gd name="T40" fmla="*/ 149 w 301"/>
                <a:gd name="T41" fmla="*/ 170 h 281"/>
                <a:gd name="T42" fmla="*/ 174 w 301"/>
                <a:gd name="T43" fmla="*/ 162 h 281"/>
                <a:gd name="T44" fmla="*/ 215 w 301"/>
                <a:gd name="T45" fmla="*/ 172 h 281"/>
                <a:gd name="T46" fmla="*/ 301 w 301"/>
                <a:gd name="T47" fmla="*/ 86 h 281"/>
                <a:gd name="T48" fmla="*/ 215 w 301"/>
                <a:gd name="T49" fmla="*/ 0 h 281"/>
                <a:gd name="T50" fmla="*/ 215 w 301"/>
                <a:gd name="T51" fmla="*/ 160 h 281"/>
                <a:gd name="T52" fmla="*/ 177 w 301"/>
                <a:gd name="T53" fmla="*/ 150 h 281"/>
                <a:gd name="T54" fmla="*/ 171 w 301"/>
                <a:gd name="T55" fmla="*/ 150 h 281"/>
                <a:gd name="T56" fmla="*/ 149 w 301"/>
                <a:gd name="T57" fmla="*/ 158 h 281"/>
                <a:gd name="T58" fmla="*/ 144 w 301"/>
                <a:gd name="T59" fmla="*/ 158 h 281"/>
                <a:gd name="T60" fmla="*/ 144 w 301"/>
                <a:gd name="T61" fmla="*/ 158 h 281"/>
                <a:gd name="T62" fmla="*/ 140 w 301"/>
                <a:gd name="T63" fmla="*/ 158 h 281"/>
                <a:gd name="T64" fmla="*/ 137 w 301"/>
                <a:gd name="T65" fmla="*/ 162 h 281"/>
                <a:gd name="T66" fmla="*/ 132 w 301"/>
                <a:gd name="T67" fmla="*/ 184 h 281"/>
                <a:gd name="T68" fmla="*/ 115 w 301"/>
                <a:gd name="T69" fmla="*/ 186 h 281"/>
                <a:gd name="T70" fmla="*/ 110 w 301"/>
                <a:gd name="T71" fmla="*/ 191 h 281"/>
                <a:gd name="T72" fmla="*/ 108 w 301"/>
                <a:gd name="T73" fmla="*/ 212 h 281"/>
                <a:gd name="T74" fmla="*/ 89 w 301"/>
                <a:gd name="T75" fmla="*/ 217 h 281"/>
                <a:gd name="T76" fmla="*/ 85 w 301"/>
                <a:gd name="T77" fmla="*/ 221 h 281"/>
                <a:gd name="T78" fmla="*/ 81 w 301"/>
                <a:gd name="T79" fmla="*/ 240 h 281"/>
                <a:gd name="T80" fmla="*/ 60 w 301"/>
                <a:gd name="T81" fmla="*/ 244 h 281"/>
                <a:gd name="T82" fmla="*/ 55 w 301"/>
                <a:gd name="T83" fmla="*/ 248 h 281"/>
                <a:gd name="T84" fmla="*/ 50 w 301"/>
                <a:gd name="T85" fmla="*/ 268 h 281"/>
                <a:gd name="T86" fmla="*/ 12 w 301"/>
                <a:gd name="T87" fmla="*/ 269 h 281"/>
                <a:gd name="T88" fmla="*/ 11 w 301"/>
                <a:gd name="T89" fmla="*/ 254 h 281"/>
                <a:gd name="T90" fmla="*/ 145 w 301"/>
                <a:gd name="T91" fmla="*/ 120 h 281"/>
                <a:gd name="T92" fmla="*/ 146 w 301"/>
                <a:gd name="T93" fmla="*/ 114 h 281"/>
                <a:gd name="T94" fmla="*/ 141 w 301"/>
                <a:gd name="T95" fmla="*/ 86 h 281"/>
                <a:gd name="T96" fmla="*/ 215 w 301"/>
                <a:gd name="T97" fmla="*/ 12 h 281"/>
                <a:gd name="T98" fmla="*/ 289 w 301"/>
                <a:gd name="T99" fmla="*/ 86 h 281"/>
                <a:gd name="T100" fmla="*/ 215 w 301"/>
                <a:gd name="T101" fmla="*/ 16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1" h="281">
                  <a:moveTo>
                    <a:pt x="215" y="0"/>
                  </a:moveTo>
                  <a:cubicBezTo>
                    <a:pt x="168" y="0"/>
                    <a:pt x="129" y="39"/>
                    <a:pt x="129" y="86"/>
                  </a:cubicBezTo>
                  <a:cubicBezTo>
                    <a:pt x="129" y="96"/>
                    <a:pt x="131" y="106"/>
                    <a:pt x="134" y="115"/>
                  </a:cubicBezTo>
                  <a:cubicBezTo>
                    <a:pt x="1" y="248"/>
                    <a:pt x="1" y="248"/>
                    <a:pt x="1" y="248"/>
                  </a:cubicBezTo>
                  <a:cubicBezTo>
                    <a:pt x="0" y="249"/>
                    <a:pt x="0" y="250"/>
                    <a:pt x="0" y="252"/>
                  </a:cubicBezTo>
                  <a:cubicBezTo>
                    <a:pt x="1" y="275"/>
                    <a:pt x="1" y="275"/>
                    <a:pt x="1" y="275"/>
                  </a:cubicBezTo>
                  <a:cubicBezTo>
                    <a:pt x="1" y="278"/>
                    <a:pt x="4" y="281"/>
                    <a:pt x="7" y="281"/>
                  </a:cubicBezTo>
                  <a:cubicBezTo>
                    <a:pt x="7" y="281"/>
                    <a:pt x="7" y="281"/>
                    <a:pt x="7" y="281"/>
                  </a:cubicBezTo>
                  <a:cubicBezTo>
                    <a:pt x="55" y="279"/>
                    <a:pt x="55" y="279"/>
                    <a:pt x="55" y="279"/>
                  </a:cubicBezTo>
                  <a:cubicBezTo>
                    <a:pt x="57" y="279"/>
                    <a:pt x="59" y="277"/>
                    <a:pt x="60" y="275"/>
                  </a:cubicBezTo>
                  <a:cubicBezTo>
                    <a:pt x="66" y="255"/>
                    <a:pt x="66" y="255"/>
                    <a:pt x="66" y="255"/>
                  </a:cubicBezTo>
                  <a:cubicBezTo>
                    <a:pt x="87" y="250"/>
                    <a:pt x="87" y="250"/>
                    <a:pt x="87" y="250"/>
                  </a:cubicBezTo>
                  <a:cubicBezTo>
                    <a:pt x="90" y="250"/>
                    <a:pt x="91" y="248"/>
                    <a:pt x="92" y="246"/>
                  </a:cubicBezTo>
                  <a:cubicBezTo>
                    <a:pt x="95" y="227"/>
                    <a:pt x="95" y="227"/>
                    <a:pt x="95" y="227"/>
                  </a:cubicBezTo>
                  <a:cubicBezTo>
                    <a:pt x="115" y="222"/>
                    <a:pt x="115" y="222"/>
                    <a:pt x="115" y="222"/>
                  </a:cubicBezTo>
                  <a:cubicBezTo>
                    <a:pt x="118" y="221"/>
                    <a:pt x="119" y="219"/>
                    <a:pt x="120" y="217"/>
                  </a:cubicBezTo>
                  <a:cubicBezTo>
                    <a:pt x="121" y="196"/>
                    <a:pt x="121" y="196"/>
                    <a:pt x="121" y="196"/>
                  </a:cubicBezTo>
                  <a:cubicBezTo>
                    <a:pt x="137" y="195"/>
                    <a:pt x="137" y="195"/>
                    <a:pt x="137" y="195"/>
                  </a:cubicBezTo>
                  <a:cubicBezTo>
                    <a:pt x="140" y="194"/>
                    <a:pt x="142" y="192"/>
                    <a:pt x="142" y="190"/>
                  </a:cubicBezTo>
                  <a:cubicBezTo>
                    <a:pt x="147" y="170"/>
                    <a:pt x="147" y="170"/>
                    <a:pt x="147" y="170"/>
                  </a:cubicBezTo>
                  <a:cubicBezTo>
                    <a:pt x="147" y="170"/>
                    <a:pt x="148" y="170"/>
                    <a:pt x="149" y="170"/>
                  </a:cubicBezTo>
                  <a:cubicBezTo>
                    <a:pt x="155" y="170"/>
                    <a:pt x="164" y="168"/>
                    <a:pt x="174" y="162"/>
                  </a:cubicBezTo>
                  <a:cubicBezTo>
                    <a:pt x="187" y="168"/>
                    <a:pt x="201" y="172"/>
                    <a:pt x="215" y="172"/>
                  </a:cubicBezTo>
                  <a:cubicBezTo>
                    <a:pt x="262" y="172"/>
                    <a:pt x="301" y="133"/>
                    <a:pt x="301" y="86"/>
                  </a:cubicBezTo>
                  <a:cubicBezTo>
                    <a:pt x="301" y="39"/>
                    <a:pt x="262" y="0"/>
                    <a:pt x="215" y="0"/>
                  </a:cubicBezTo>
                  <a:close/>
                  <a:moveTo>
                    <a:pt x="215" y="160"/>
                  </a:moveTo>
                  <a:cubicBezTo>
                    <a:pt x="202" y="160"/>
                    <a:pt x="188" y="157"/>
                    <a:pt x="177" y="150"/>
                  </a:cubicBezTo>
                  <a:cubicBezTo>
                    <a:pt x="175" y="149"/>
                    <a:pt x="173" y="149"/>
                    <a:pt x="171" y="150"/>
                  </a:cubicBezTo>
                  <a:cubicBezTo>
                    <a:pt x="161" y="157"/>
                    <a:pt x="154" y="158"/>
                    <a:pt x="149" y="158"/>
                  </a:cubicBezTo>
                  <a:cubicBezTo>
                    <a:pt x="146" y="158"/>
                    <a:pt x="144" y="158"/>
                    <a:pt x="144" y="158"/>
                  </a:cubicBezTo>
                  <a:cubicBezTo>
                    <a:pt x="144" y="158"/>
                    <a:pt x="144" y="158"/>
                    <a:pt x="144" y="158"/>
                  </a:cubicBezTo>
                  <a:cubicBezTo>
                    <a:pt x="143" y="157"/>
                    <a:pt x="141" y="157"/>
                    <a:pt x="140" y="158"/>
                  </a:cubicBezTo>
                  <a:cubicBezTo>
                    <a:pt x="138" y="158"/>
                    <a:pt x="137" y="160"/>
                    <a:pt x="137" y="162"/>
                  </a:cubicBezTo>
                  <a:cubicBezTo>
                    <a:pt x="132" y="184"/>
                    <a:pt x="132" y="184"/>
                    <a:pt x="132" y="184"/>
                  </a:cubicBezTo>
                  <a:cubicBezTo>
                    <a:pt x="115" y="186"/>
                    <a:pt x="115" y="186"/>
                    <a:pt x="115" y="186"/>
                  </a:cubicBezTo>
                  <a:cubicBezTo>
                    <a:pt x="112" y="186"/>
                    <a:pt x="110" y="188"/>
                    <a:pt x="110" y="191"/>
                  </a:cubicBezTo>
                  <a:cubicBezTo>
                    <a:pt x="108" y="212"/>
                    <a:pt x="108" y="212"/>
                    <a:pt x="108" y="212"/>
                  </a:cubicBezTo>
                  <a:cubicBezTo>
                    <a:pt x="89" y="217"/>
                    <a:pt x="89" y="217"/>
                    <a:pt x="89" y="217"/>
                  </a:cubicBezTo>
                  <a:cubicBezTo>
                    <a:pt x="87" y="217"/>
                    <a:pt x="85" y="219"/>
                    <a:pt x="85" y="221"/>
                  </a:cubicBezTo>
                  <a:cubicBezTo>
                    <a:pt x="81" y="240"/>
                    <a:pt x="81" y="240"/>
                    <a:pt x="81" y="240"/>
                  </a:cubicBezTo>
                  <a:cubicBezTo>
                    <a:pt x="60" y="244"/>
                    <a:pt x="60" y="244"/>
                    <a:pt x="60" y="244"/>
                  </a:cubicBezTo>
                  <a:cubicBezTo>
                    <a:pt x="58" y="244"/>
                    <a:pt x="56" y="246"/>
                    <a:pt x="55" y="248"/>
                  </a:cubicBezTo>
                  <a:cubicBezTo>
                    <a:pt x="50" y="268"/>
                    <a:pt x="50" y="268"/>
                    <a:pt x="50" y="268"/>
                  </a:cubicBezTo>
                  <a:cubicBezTo>
                    <a:pt x="12" y="269"/>
                    <a:pt x="12" y="269"/>
                    <a:pt x="12" y="269"/>
                  </a:cubicBezTo>
                  <a:cubicBezTo>
                    <a:pt x="11" y="254"/>
                    <a:pt x="11" y="254"/>
                    <a:pt x="11" y="254"/>
                  </a:cubicBezTo>
                  <a:cubicBezTo>
                    <a:pt x="145" y="120"/>
                    <a:pt x="145" y="120"/>
                    <a:pt x="145" y="120"/>
                  </a:cubicBezTo>
                  <a:cubicBezTo>
                    <a:pt x="147" y="119"/>
                    <a:pt x="147" y="116"/>
                    <a:pt x="146" y="114"/>
                  </a:cubicBezTo>
                  <a:cubicBezTo>
                    <a:pt x="142" y="105"/>
                    <a:pt x="141" y="96"/>
                    <a:pt x="141" y="86"/>
                  </a:cubicBezTo>
                  <a:cubicBezTo>
                    <a:pt x="141" y="45"/>
                    <a:pt x="174" y="12"/>
                    <a:pt x="215" y="12"/>
                  </a:cubicBezTo>
                  <a:cubicBezTo>
                    <a:pt x="256" y="12"/>
                    <a:pt x="289" y="45"/>
                    <a:pt x="289" y="86"/>
                  </a:cubicBezTo>
                  <a:cubicBezTo>
                    <a:pt x="289" y="127"/>
                    <a:pt x="256" y="160"/>
                    <a:pt x="215" y="160"/>
                  </a:cubicBezTo>
                  <a:close/>
                </a:path>
              </a:pathLst>
            </a:custGeom>
            <a:grpFill/>
            <a:ln w="9525">
              <a:solidFill>
                <a:srgbClr val="000000"/>
              </a:solidFill>
              <a:round/>
            </a:ln>
          </p:spPr>
          <p:txBody>
            <a:bodyPr/>
            <a:lstStyle/>
            <a:p>
              <a:pPr defTabSz="1219170">
                <a:defRPr/>
              </a:pPr>
              <a:endParaRPr lang="en-US" sz="2400" kern="0">
                <a:solidFill>
                  <a:prstClr val="white">
                    <a:lumMod val="75000"/>
                  </a:prstClr>
                </a:solidFill>
                <a:latin typeface="Calibri"/>
              </a:endParaRPr>
            </a:p>
          </p:txBody>
        </p:sp>
        <p:sp>
          <p:nvSpPr>
            <p:cNvPr id="137" name="Freeform 62"/>
            <p:cNvSpPr>
              <a:spLocks noEditPoints="1"/>
            </p:cNvSpPr>
            <p:nvPr/>
          </p:nvSpPr>
          <p:spPr bwMode="auto">
            <a:xfrm>
              <a:off x="5119688" y="5253038"/>
              <a:ext cx="96838" cy="98425"/>
            </a:xfrm>
            <a:custGeom>
              <a:avLst/>
              <a:gdLst>
                <a:gd name="T0" fmla="*/ 26 w 52"/>
                <a:gd name="T1" fmla="*/ 0 h 52"/>
                <a:gd name="T2" fmla="*/ 0 w 52"/>
                <a:gd name="T3" fmla="*/ 26 h 52"/>
                <a:gd name="T4" fmla="*/ 26 w 52"/>
                <a:gd name="T5" fmla="*/ 52 h 52"/>
                <a:gd name="T6" fmla="*/ 52 w 52"/>
                <a:gd name="T7" fmla="*/ 26 h 52"/>
                <a:gd name="T8" fmla="*/ 26 w 52"/>
                <a:gd name="T9" fmla="*/ 0 h 52"/>
                <a:gd name="T10" fmla="*/ 26 w 52"/>
                <a:gd name="T11" fmla="*/ 42 h 52"/>
                <a:gd name="T12" fmla="*/ 10 w 52"/>
                <a:gd name="T13" fmla="*/ 26 h 52"/>
                <a:gd name="T14" fmla="*/ 26 w 52"/>
                <a:gd name="T15" fmla="*/ 10 h 52"/>
                <a:gd name="T16" fmla="*/ 42 w 52"/>
                <a:gd name="T17" fmla="*/ 26 h 52"/>
                <a:gd name="T18" fmla="*/ 26 w 52"/>
                <a:gd name="T19" fmla="*/ 4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2">
                  <a:moveTo>
                    <a:pt x="26" y="0"/>
                  </a:moveTo>
                  <a:cubicBezTo>
                    <a:pt x="12" y="0"/>
                    <a:pt x="0" y="11"/>
                    <a:pt x="0" y="26"/>
                  </a:cubicBezTo>
                  <a:cubicBezTo>
                    <a:pt x="0" y="40"/>
                    <a:pt x="12" y="52"/>
                    <a:pt x="26" y="52"/>
                  </a:cubicBezTo>
                  <a:cubicBezTo>
                    <a:pt x="40" y="52"/>
                    <a:pt x="52" y="40"/>
                    <a:pt x="52" y="26"/>
                  </a:cubicBezTo>
                  <a:cubicBezTo>
                    <a:pt x="52" y="11"/>
                    <a:pt x="40" y="0"/>
                    <a:pt x="26" y="0"/>
                  </a:cubicBezTo>
                  <a:close/>
                  <a:moveTo>
                    <a:pt x="26" y="42"/>
                  </a:moveTo>
                  <a:cubicBezTo>
                    <a:pt x="17" y="42"/>
                    <a:pt x="10" y="34"/>
                    <a:pt x="10" y="26"/>
                  </a:cubicBezTo>
                  <a:cubicBezTo>
                    <a:pt x="10" y="17"/>
                    <a:pt x="17" y="10"/>
                    <a:pt x="26" y="10"/>
                  </a:cubicBezTo>
                  <a:cubicBezTo>
                    <a:pt x="35" y="10"/>
                    <a:pt x="42" y="17"/>
                    <a:pt x="42" y="26"/>
                  </a:cubicBezTo>
                  <a:cubicBezTo>
                    <a:pt x="42" y="34"/>
                    <a:pt x="35" y="42"/>
                    <a:pt x="26" y="42"/>
                  </a:cubicBezTo>
                  <a:close/>
                </a:path>
              </a:pathLst>
            </a:custGeom>
            <a:grpFill/>
            <a:ln w="9525">
              <a:solidFill>
                <a:srgbClr val="000000"/>
              </a:solidFill>
              <a:round/>
            </a:ln>
          </p:spPr>
          <p:txBody>
            <a:bodyPr/>
            <a:lstStyle/>
            <a:p>
              <a:pPr defTabSz="1219170">
                <a:defRPr/>
              </a:pPr>
              <a:endParaRPr lang="en-US" sz="2400" kern="0">
                <a:solidFill>
                  <a:prstClr val="white">
                    <a:lumMod val="75000"/>
                  </a:prstClr>
                </a:solidFill>
                <a:latin typeface="Calibri"/>
              </a:endParaRPr>
            </a:p>
          </p:txBody>
        </p:sp>
      </p:grpSp>
      <p:grpSp>
        <p:nvGrpSpPr>
          <p:cNvPr id="129" name="Group 128"/>
          <p:cNvGrpSpPr/>
          <p:nvPr/>
        </p:nvGrpSpPr>
        <p:grpSpPr bwMode="auto">
          <a:xfrm>
            <a:off x="5599433" y="5030940"/>
            <a:ext cx="415860" cy="666645"/>
            <a:chOff x="8031163" y="1177925"/>
            <a:chExt cx="415925" cy="666750"/>
          </a:xfrm>
          <a:solidFill>
            <a:srgbClr val="16294C"/>
          </a:solidFill>
        </p:grpSpPr>
        <p:sp>
          <p:nvSpPr>
            <p:cNvPr id="134" name="Freeform 193"/>
            <p:cNvSpPr/>
            <p:nvPr/>
          </p:nvSpPr>
          <p:spPr bwMode="auto">
            <a:xfrm>
              <a:off x="8030702" y="1708116"/>
              <a:ext cx="115905" cy="136546"/>
            </a:xfrm>
            <a:custGeom>
              <a:avLst/>
              <a:gdLst>
                <a:gd name="T0" fmla="*/ 35 w 62"/>
                <a:gd name="T1" fmla="*/ 0 h 72"/>
                <a:gd name="T2" fmla="*/ 26 w 62"/>
                <a:gd name="T3" fmla="*/ 16 h 72"/>
                <a:gd name="T4" fmla="*/ 20 w 62"/>
                <a:gd name="T5" fmla="*/ 63 h 72"/>
                <a:gd name="T6" fmla="*/ 52 w 62"/>
                <a:gd name="T7" fmla="*/ 61 h 72"/>
                <a:gd name="T8" fmla="*/ 44 w 62"/>
                <a:gd name="T9" fmla="*/ 17 h 72"/>
                <a:gd name="T10" fmla="*/ 35 w 62"/>
                <a:gd name="T11" fmla="*/ 0 h 72"/>
              </a:gdLst>
              <a:ahLst/>
              <a:cxnLst>
                <a:cxn ang="0">
                  <a:pos x="T0" y="T1"/>
                </a:cxn>
                <a:cxn ang="0">
                  <a:pos x="T2" y="T3"/>
                </a:cxn>
                <a:cxn ang="0">
                  <a:pos x="T4" y="T5"/>
                </a:cxn>
                <a:cxn ang="0">
                  <a:pos x="T6" y="T7"/>
                </a:cxn>
                <a:cxn ang="0">
                  <a:pos x="T8" y="T9"/>
                </a:cxn>
                <a:cxn ang="0">
                  <a:pos x="T10" y="T11"/>
                </a:cxn>
              </a:cxnLst>
              <a:rect l="0" t="0" r="r" b="b"/>
              <a:pathLst>
                <a:path w="62" h="72">
                  <a:moveTo>
                    <a:pt x="35" y="0"/>
                  </a:moveTo>
                  <a:cubicBezTo>
                    <a:pt x="35" y="0"/>
                    <a:pt x="31" y="10"/>
                    <a:pt x="26" y="16"/>
                  </a:cubicBezTo>
                  <a:cubicBezTo>
                    <a:pt x="21" y="22"/>
                    <a:pt x="0" y="45"/>
                    <a:pt x="20" y="63"/>
                  </a:cubicBezTo>
                  <a:cubicBezTo>
                    <a:pt x="30" y="72"/>
                    <a:pt x="45" y="71"/>
                    <a:pt x="52" y="61"/>
                  </a:cubicBezTo>
                  <a:cubicBezTo>
                    <a:pt x="60" y="52"/>
                    <a:pt x="62" y="36"/>
                    <a:pt x="44" y="17"/>
                  </a:cubicBezTo>
                  <a:cubicBezTo>
                    <a:pt x="38" y="10"/>
                    <a:pt x="35" y="0"/>
                    <a:pt x="35" y="0"/>
                  </a:cubicBezTo>
                  <a:close/>
                </a:path>
              </a:pathLst>
            </a:custGeom>
            <a:grpFill/>
            <a:ln w="9525">
              <a:solidFill>
                <a:srgbClr val="000000"/>
              </a:solidFill>
              <a:round/>
            </a:ln>
          </p:spPr>
          <p:txBody>
            <a:bodyPr/>
            <a:lstStyle/>
            <a:p>
              <a:pPr defTabSz="1219170">
                <a:defRPr/>
              </a:pPr>
              <a:endParaRPr lang="en-US" sz="2400" kern="0">
                <a:solidFill>
                  <a:prstClr val="white">
                    <a:lumMod val="75000"/>
                  </a:prstClr>
                </a:solidFill>
                <a:latin typeface="Calibri"/>
              </a:endParaRPr>
            </a:p>
          </p:txBody>
        </p:sp>
        <p:sp>
          <p:nvSpPr>
            <p:cNvPr id="135" name="Freeform 194"/>
            <p:cNvSpPr>
              <a:spLocks noEditPoints="1"/>
            </p:cNvSpPr>
            <p:nvPr/>
          </p:nvSpPr>
          <p:spPr bwMode="auto">
            <a:xfrm>
              <a:off x="8030702" y="1177808"/>
              <a:ext cx="415990" cy="503316"/>
            </a:xfrm>
            <a:custGeom>
              <a:avLst/>
              <a:gdLst>
                <a:gd name="T0" fmla="*/ 206 w 220"/>
                <a:gd name="T1" fmla="*/ 86 h 266"/>
                <a:gd name="T2" fmla="*/ 158 w 220"/>
                <a:gd name="T3" fmla="*/ 86 h 266"/>
                <a:gd name="T4" fmla="*/ 126 w 220"/>
                <a:gd name="T5" fmla="*/ 55 h 266"/>
                <a:gd name="T6" fmla="*/ 126 w 220"/>
                <a:gd name="T7" fmla="*/ 49 h 266"/>
                <a:gd name="T8" fmla="*/ 137 w 220"/>
                <a:gd name="T9" fmla="*/ 49 h 266"/>
                <a:gd name="T10" fmla="*/ 156 w 220"/>
                <a:gd name="T11" fmla="*/ 30 h 266"/>
                <a:gd name="T12" fmla="*/ 137 w 220"/>
                <a:gd name="T13" fmla="*/ 11 h 266"/>
                <a:gd name="T14" fmla="*/ 125 w 220"/>
                <a:gd name="T15" fmla="*/ 11 h 266"/>
                <a:gd name="T16" fmla="*/ 109 w 220"/>
                <a:gd name="T17" fmla="*/ 0 h 266"/>
                <a:gd name="T18" fmla="*/ 93 w 220"/>
                <a:gd name="T19" fmla="*/ 11 h 266"/>
                <a:gd name="T20" fmla="*/ 81 w 220"/>
                <a:gd name="T21" fmla="*/ 11 h 266"/>
                <a:gd name="T22" fmla="*/ 62 w 220"/>
                <a:gd name="T23" fmla="*/ 30 h 266"/>
                <a:gd name="T24" fmla="*/ 81 w 220"/>
                <a:gd name="T25" fmla="*/ 49 h 266"/>
                <a:gd name="T26" fmla="*/ 92 w 220"/>
                <a:gd name="T27" fmla="*/ 49 h 266"/>
                <a:gd name="T28" fmla="*/ 92 w 220"/>
                <a:gd name="T29" fmla="*/ 55 h 266"/>
                <a:gd name="T30" fmla="*/ 58 w 220"/>
                <a:gd name="T31" fmla="*/ 92 h 266"/>
                <a:gd name="T32" fmla="*/ 0 w 220"/>
                <a:gd name="T33" fmla="*/ 160 h 266"/>
                <a:gd name="T34" fmla="*/ 0 w 220"/>
                <a:gd name="T35" fmla="*/ 167 h 266"/>
                <a:gd name="T36" fmla="*/ 0 w 220"/>
                <a:gd name="T37" fmla="*/ 246 h 266"/>
                <a:gd name="T38" fmla="*/ 20 w 220"/>
                <a:gd name="T39" fmla="*/ 266 h 266"/>
                <a:gd name="T40" fmla="*/ 50 w 220"/>
                <a:gd name="T41" fmla="*/ 266 h 266"/>
                <a:gd name="T42" fmla="*/ 70 w 220"/>
                <a:gd name="T43" fmla="*/ 246 h 266"/>
                <a:gd name="T44" fmla="*/ 70 w 220"/>
                <a:gd name="T45" fmla="*/ 190 h 266"/>
                <a:gd name="T46" fmla="*/ 70 w 220"/>
                <a:gd name="T47" fmla="*/ 189 h 266"/>
                <a:gd name="T48" fmla="*/ 102 w 220"/>
                <a:gd name="T49" fmla="*/ 177 h 266"/>
                <a:gd name="T50" fmla="*/ 206 w 220"/>
                <a:gd name="T51" fmla="*/ 177 h 266"/>
                <a:gd name="T52" fmla="*/ 220 w 220"/>
                <a:gd name="T53" fmla="*/ 157 h 266"/>
                <a:gd name="T54" fmla="*/ 220 w 220"/>
                <a:gd name="T55" fmla="*/ 105 h 266"/>
                <a:gd name="T56" fmla="*/ 206 w 220"/>
                <a:gd name="T57" fmla="*/ 86 h 266"/>
                <a:gd name="T58" fmla="*/ 82 w 220"/>
                <a:gd name="T59" fmla="*/ 39 h 266"/>
                <a:gd name="T60" fmla="*/ 72 w 220"/>
                <a:gd name="T61" fmla="*/ 30 h 266"/>
                <a:gd name="T62" fmla="*/ 82 w 220"/>
                <a:gd name="T63" fmla="*/ 20 h 266"/>
                <a:gd name="T64" fmla="*/ 136 w 220"/>
                <a:gd name="T65" fmla="*/ 20 h 266"/>
                <a:gd name="T66" fmla="*/ 146 w 220"/>
                <a:gd name="T67" fmla="*/ 30 h 266"/>
                <a:gd name="T68" fmla="*/ 136 w 220"/>
                <a:gd name="T69" fmla="*/ 39 h 266"/>
                <a:gd name="T70" fmla="*/ 82 w 220"/>
                <a:gd name="T71" fmla="*/ 39 h 266"/>
                <a:gd name="T72" fmla="*/ 100 w 220"/>
                <a:gd name="T73" fmla="*/ 67 h 266"/>
                <a:gd name="T74" fmla="*/ 106 w 220"/>
                <a:gd name="T75" fmla="*/ 65 h 266"/>
                <a:gd name="T76" fmla="*/ 106 w 220"/>
                <a:gd name="T77" fmla="*/ 49 h 266"/>
                <a:gd name="T78" fmla="*/ 113 w 220"/>
                <a:gd name="T79" fmla="*/ 49 h 266"/>
                <a:gd name="T80" fmla="*/ 113 w 220"/>
                <a:gd name="T81" fmla="*/ 65 h 266"/>
                <a:gd name="T82" fmla="*/ 118 w 220"/>
                <a:gd name="T83" fmla="*/ 67 h 266"/>
                <a:gd name="T84" fmla="*/ 146 w 220"/>
                <a:gd name="T85" fmla="*/ 92 h 266"/>
                <a:gd name="T86" fmla="*/ 108 w 220"/>
                <a:gd name="T87" fmla="*/ 96 h 266"/>
                <a:gd name="T88" fmla="*/ 72 w 220"/>
                <a:gd name="T89" fmla="*/ 93 h 266"/>
                <a:gd name="T90" fmla="*/ 100 w 220"/>
                <a:gd name="T91" fmla="*/ 67 h 266"/>
                <a:gd name="T92" fmla="*/ 206 w 220"/>
                <a:gd name="T93" fmla="*/ 157 h 266"/>
                <a:gd name="T94" fmla="*/ 205 w 220"/>
                <a:gd name="T95" fmla="*/ 163 h 266"/>
                <a:gd name="T96" fmla="*/ 102 w 220"/>
                <a:gd name="T97" fmla="*/ 163 h 266"/>
                <a:gd name="T98" fmla="*/ 57 w 220"/>
                <a:gd name="T99" fmla="*/ 182 h 266"/>
                <a:gd name="T100" fmla="*/ 56 w 220"/>
                <a:gd name="T101" fmla="*/ 183 h 266"/>
                <a:gd name="T102" fmla="*/ 56 w 220"/>
                <a:gd name="T103" fmla="*/ 246 h 266"/>
                <a:gd name="T104" fmla="*/ 50 w 220"/>
                <a:gd name="T105" fmla="*/ 253 h 266"/>
                <a:gd name="T106" fmla="*/ 20 w 220"/>
                <a:gd name="T107" fmla="*/ 253 h 266"/>
                <a:gd name="T108" fmla="*/ 14 w 220"/>
                <a:gd name="T109" fmla="*/ 246 h 266"/>
                <a:gd name="T110" fmla="*/ 14 w 220"/>
                <a:gd name="T111" fmla="*/ 160 h 266"/>
                <a:gd name="T112" fmla="*/ 66 w 220"/>
                <a:gd name="T113" fmla="*/ 104 h 266"/>
                <a:gd name="T114" fmla="*/ 67 w 220"/>
                <a:gd name="T115" fmla="*/ 103 h 266"/>
                <a:gd name="T116" fmla="*/ 110 w 220"/>
                <a:gd name="T117" fmla="*/ 108 h 266"/>
                <a:gd name="T118" fmla="*/ 159 w 220"/>
                <a:gd name="T119" fmla="*/ 99 h 266"/>
                <a:gd name="T120" fmla="*/ 205 w 220"/>
                <a:gd name="T121" fmla="*/ 99 h 266"/>
                <a:gd name="T122" fmla="*/ 206 w 220"/>
                <a:gd name="T123" fmla="*/ 105 h 266"/>
                <a:gd name="T124" fmla="*/ 206 w 220"/>
                <a:gd name="T125" fmla="*/ 157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0" h="266">
                  <a:moveTo>
                    <a:pt x="206" y="86"/>
                  </a:moveTo>
                  <a:cubicBezTo>
                    <a:pt x="158" y="86"/>
                    <a:pt x="158" y="86"/>
                    <a:pt x="158" y="86"/>
                  </a:cubicBezTo>
                  <a:cubicBezTo>
                    <a:pt x="153" y="71"/>
                    <a:pt x="141" y="60"/>
                    <a:pt x="126" y="55"/>
                  </a:cubicBezTo>
                  <a:cubicBezTo>
                    <a:pt x="126" y="49"/>
                    <a:pt x="126" y="49"/>
                    <a:pt x="126" y="49"/>
                  </a:cubicBezTo>
                  <a:cubicBezTo>
                    <a:pt x="137" y="49"/>
                    <a:pt x="137" y="49"/>
                    <a:pt x="137" y="49"/>
                  </a:cubicBezTo>
                  <a:cubicBezTo>
                    <a:pt x="148" y="49"/>
                    <a:pt x="156" y="41"/>
                    <a:pt x="156" y="30"/>
                  </a:cubicBezTo>
                  <a:cubicBezTo>
                    <a:pt x="156" y="20"/>
                    <a:pt x="148" y="11"/>
                    <a:pt x="137" y="11"/>
                  </a:cubicBezTo>
                  <a:cubicBezTo>
                    <a:pt x="125" y="11"/>
                    <a:pt x="125" y="11"/>
                    <a:pt x="125" y="11"/>
                  </a:cubicBezTo>
                  <a:cubicBezTo>
                    <a:pt x="123" y="5"/>
                    <a:pt x="116" y="0"/>
                    <a:pt x="109" y="0"/>
                  </a:cubicBezTo>
                  <a:cubicBezTo>
                    <a:pt x="102" y="0"/>
                    <a:pt x="96" y="5"/>
                    <a:pt x="93" y="11"/>
                  </a:cubicBezTo>
                  <a:cubicBezTo>
                    <a:pt x="81" y="11"/>
                    <a:pt x="81" y="11"/>
                    <a:pt x="81" y="11"/>
                  </a:cubicBezTo>
                  <a:cubicBezTo>
                    <a:pt x="71" y="11"/>
                    <a:pt x="62" y="20"/>
                    <a:pt x="62" y="30"/>
                  </a:cubicBezTo>
                  <a:cubicBezTo>
                    <a:pt x="62" y="41"/>
                    <a:pt x="71" y="49"/>
                    <a:pt x="81" y="49"/>
                  </a:cubicBezTo>
                  <a:cubicBezTo>
                    <a:pt x="92" y="49"/>
                    <a:pt x="92" y="49"/>
                    <a:pt x="92" y="49"/>
                  </a:cubicBezTo>
                  <a:cubicBezTo>
                    <a:pt x="92" y="55"/>
                    <a:pt x="92" y="55"/>
                    <a:pt x="92" y="55"/>
                  </a:cubicBezTo>
                  <a:cubicBezTo>
                    <a:pt x="75" y="61"/>
                    <a:pt x="63" y="74"/>
                    <a:pt x="58" y="92"/>
                  </a:cubicBezTo>
                  <a:cubicBezTo>
                    <a:pt x="32" y="99"/>
                    <a:pt x="1" y="117"/>
                    <a:pt x="0" y="160"/>
                  </a:cubicBezTo>
                  <a:cubicBezTo>
                    <a:pt x="0" y="162"/>
                    <a:pt x="0" y="165"/>
                    <a:pt x="0" y="167"/>
                  </a:cubicBezTo>
                  <a:cubicBezTo>
                    <a:pt x="0" y="246"/>
                    <a:pt x="0" y="246"/>
                    <a:pt x="0" y="246"/>
                  </a:cubicBezTo>
                  <a:cubicBezTo>
                    <a:pt x="0" y="257"/>
                    <a:pt x="9" y="266"/>
                    <a:pt x="20" y="266"/>
                  </a:cubicBezTo>
                  <a:cubicBezTo>
                    <a:pt x="50" y="266"/>
                    <a:pt x="50" y="266"/>
                    <a:pt x="50" y="266"/>
                  </a:cubicBezTo>
                  <a:cubicBezTo>
                    <a:pt x="61" y="266"/>
                    <a:pt x="70" y="257"/>
                    <a:pt x="70" y="246"/>
                  </a:cubicBezTo>
                  <a:cubicBezTo>
                    <a:pt x="70" y="190"/>
                    <a:pt x="70" y="190"/>
                    <a:pt x="70" y="190"/>
                  </a:cubicBezTo>
                  <a:cubicBezTo>
                    <a:pt x="70" y="189"/>
                    <a:pt x="70" y="189"/>
                    <a:pt x="70" y="189"/>
                  </a:cubicBezTo>
                  <a:cubicBezTo>
                    <a:pt x="71" y="189"/>
                    <a:pt x="81" y="177"/>
                    <a:pt x="102" y="177"/>
                  </a:cubicBezTo>
                  <a:cubicBezTo>
                    <a:pt x="206" y="177"/>
                    <a:pt x="206" y="177"/>
                    <a:pt x="206" y="177"/>
                  </a:cubicBezTo>
                  <a:cubicBezTo>
                    <a:pt x="214" y="177"/>
                    <a:pt x="220" y="168"/>
                    <a:pt x="220" y="157"/>
                  </a:cubicBezTo>
                  <a:cubicBezTo>
                    <a:pt x="220" y="105"/>
                    <a:pt x="220" y="105"/>
                    <a:pt x="220" y="105"/>
                  </a:cubicBezTo>
                  <a:cubicBezTo>
                    <a:pt x="220" y="94"/>
                    <a:pt x="214" y="86"/>
                    <a:pt x="206" y="86"/>
                  </a:cubicBezTo>
                  <a:close/>
                  <a:moveTo>
                    <a:pt x="82" y="39"/>
                  </a:moveTo>
                  <a:cubicBezTo>
                    <a:pt x="77" y="39"/>
                    <a:pt x="72" y="35"/>
                    <a:pt x="72" y="30"/>
                  </a:cubicBezTo>
                  <a:cubicBezTo>
                    <a:pt x="72" y="24"/>
                    <a:pt x="77" y="20"/>
                    <a:pt x="82" y="20"/>
                  </a:cubicBezTo>
                  <a:cubicBezTo>
                    <a:pt x="136" y="20"/>
                    <a:pt x="136" y="20"/>
                    <a:pt x="136" y="20"/>
                  </a:cubicBezTo>
                  <a:cubicBezTo>
                    <a:pt x="142" y="20"/>
                    <a:pt x="146" y="24"/>
                    <a:pt x="146" y="30"/>
                  </a:cubicBezTo>
                  <a:cubicBezTo>
                    <a:pt x="146" y="35"/>
                    <a:pt x="142" y="39"/>
                    <a:pt x="136" y="39"/>
                  </a:cubicBezTo>
                  <a:lnTo>
                    <a:pt x="82" y="39"/>
                  </a:lnTo>
                  <a:close/>
                  <a:moveTo>
                    <a:pt x="100" y="67"/>
                  </a:moveTo>
                  <a:cubicBezTo>
                    <a:pt x="106" y="65"/>
                    <a:pt x="106" y="65"/>
                    <a:pt x="106" y="65"/>
                  </a:cubicBezTo>
                  <a:cubicBezTo>
                    <a:pt x="106" y="49"/>
                    <a:pt x="106" y="49"/>
                    <a:pt x="106" y="49"/>
                  </a:cubicBezTo>
                  <a:cubicBezTo>
                    <a:pt x="113" y="49"/>
                    <a:pt x="113" y="49"/>
                    <a:pt x="113" y="49"/>
                  </a:cubicBezTo>
                  <a:cubicBezTo>
                    <a:pt x="113" y="65"/>
                    <a:pt x="113" y="65"/>
                    <a:pt x="113" y="65"/>
                  </a:cubicBezTo>
                  <a:cubicBezTo>
                    <a:pt x="118" y="67"/>
                    <a:pt x="118" y="67"/>
                    <a:pt x="118" y="67"/>
                  </a:cubicBezTo>
                  <a:cubicBezTo>
                    <a:pt x="131" y="70"/>
                    <a:pt x="141" y="79"/>
                    <a:pt x="146" y="92"/>
                  </a:cubicBezTo>
                  <a:cubicBezTo>
                    <a:pt x="134" y="95"/>
                    <a:pt x="122" y="96"/>
                    <a:pt x="108" y="96"/>
                  </a:cubicBezTo>
                  <a:cubicBezTo>
                    <a:pt x="92" y="96"/>
                    <a:pt x="79" y="94"/>
                    <a:pt x="72" y="93"/>
                  </a:cubicBezTo>
                  <a:cubicBezTo>
                    <a:pt x="76" y="80"/>
                    <a:pt x="87" y="70"/>
                    <a:pt x="100" y="67"/>
                  </a:cubicBezTo>
                  <a:close/>
                  <a:moveTo>
                    <a:pt x="206" y="157"/>
                  </a:moveTo>
                  <a:cubicBezTo>
                    <a:pt x="206" y="160"/>
                    <a:pt x="205" y="162"/>
                    <a:pt x="205" y="163"/>
                  </a:cubicBezTo>
                  <a:cubicBezTo>
                    <a:pt x="102" y="163"/>
                    <a:pt x="102" y="163"/>
                    <a:pt x="102" y="163"/>
                  </a:cubicBezTo>
                  <a:cubicBezTo>
                    <a:pt x="73" y="163"/>
                    <a:pt x="58" y="181"/>
                    <a:pt x="57" y="182"/>
                  </a:cubicBezTo>
                  <a:cubicBezTo>
                    <a:pt x="56" y="183"/>
                    <a:pt x="56" y="183"/>
                    <a:pt x="56" y="183"/>
                  </a:cubicBezTo>
                  <a:cubicBezTo>
                    <a:pt x="56" y="246"/>
                    <a:pt x="56" y="246"/>
                    <a:pt x="56" y="246"/>
                  </a:cubicBezTo>
                  <a:cubicBezTo>
                    <a:pt x="56" y="250"/>
                    <a:pt x="54" y="253"/>
                    <a:pt x="50" y="253"/>
                  </a:cubicBezTo>
                  <a:cubicBezTo>
                    <a:pt x="20" y="253"/>
                    <a:pt x="20" y="253"/>
                    <a:pt x="20" y="253"/>
                  </a:cubicBezTo>
                  <a:cubicBezTo>
                    <a:pt x="17" y="253"/>
                    <a:pt x="14" y="250"/>
                    <a:pt x="14" y="246"/>
                  </a:cubicBezTo>
                  <a:cubicBezTo>
                    <a:pt x="14" y="217"/>
                    <a:pt x="14" y="162"/>
                    <a:pt x="14" y="160"/>
                  </a:cubicBezTo>
                  <a:cubicBezTo>
                    <a:pt x="15" y="131"/>
                    <a:pt x="32" y="112"/>
                    <a:pt x="66" y="104"/>
                  </a:cubicBezTo>
                  <a:cubicBezTo>
                    <a:pt x="67" y="103"/>
                    <a:pt x="67" y="103"/>
                    <a:pt x="67" y="103"/>
                  </a:cubicBezTo>
                  <a:cubicBezTo>
                    <a:pt x="82" y="106"/>
                    <a:pt x="97" y="108"/>
                    <a:pt x="110" y="108"/>
                  </a:cubicBezTo>
                  <a:cubicBezTo>
                    <a:pt x="138" y="108"/>
                    <a:pt x="155" y="101"/>
                    <a:pt x="159" y="99"/>
                  </a:cubicBezTo>
                  <a:cubicBezTo>
                    <a:pt x="205" y="99"/>
                    <a:pt x="205" y="99"/>
                    <a:pt x="205" y="99"/>
                  </a:cubicBezTo>
                  <a:cubicBezTo>
                    <a:pt x="205" y="100"/>
                    <a:pt x="206" y="102"/>
                    <a:pt x="206" y="105"/>
                  </a:cubicBezTo>
                  <a:lnTo>
                    <a:pt x="206" y="157"/>
                  </a:lnTo>
                  <a:close/>
                </a:path>
              </a:pathLst>
            </a:custGeom>
            <a:grpFill/>
            <a:ln w="9525">
              <a:solidFill>
                <a:srgbClr val="000000"/>
              </a:solidFill>
              <a:round/>
            </a:ln>
          </p:spPr>
          <p:txBody>
            <a:bodyPr/>
            <a:lstStyle/>
            <a:p>
              <a:pPr defTabSz="1219170">
                <a:defRPr/>
              </a:pPr>
              <a:endParaRPr lang="en-US" sz="2400" kern="0">
                <a:solidFill>
                  <a:prstClr val="white">
                    <a:lumMod val="75000"/>
                  </a:prstClr>
                </a:solidFill>
                <a:latin typeface="Calibri"/>
              </a:endParaRPr>
            </a:p>
          </p:txBody>
        </p:sp>
      </p:grpSp>
      <p:sp>
        <p:nvSpPr>
          <p:cNvPr id="130" name="Content Placeholder 2"/>
          <p:cNvSpPr txBox="1"/>
          <p:nvPr/>
        </p:nvSpPr>
        <p:spPr bwMode="auto">
          <a:xfrm>
            <a:off x="6307458" y="1914242"/>
            <a:ext cx="4552475" cy="84931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1219170">
              <a:buNone/>
              <a:defRPr/>
            </a:pPr>
            <a:r>
              <a:rPr lang="zh-CN" altLang="en-US" sz="2000" b="1" i="0" dirty="0">
                <a:solidFill>
                  <a:srgbClr val="333333"/>
                </a:solidFill>
                <a:effectLst/>
                <a:latin typeface="Helvetica Neue"/>
              </a:rPr>
              <a:t>旨在</a:t>
            </a:r>
            <a:r>
              <a:rPr lang="zh-CN" altLang="en-US" sz="1600" b="0" i="0" dirty="0">
                <a:solidFill>
                  <a:srgbClr val="333333"/>
                </a:solidFill>
                <a:effectLst/>
                <a:latin typeface="Helvetica Neue"/>
              </a:rPr>
              <a:t>培养有良好的科学素养，具有自主学习意识和创新意识，科学型和工程型相结合的计算机专业高水平工程技术人才。</a:t>
            </a:r>
            <a:endParaRPr lang="en-US" sz="600" dirty="0">
              <a:solidFill>
                <a:srgbClr val="0B1527"/>
              </a:solidFill>
              <a:latin typeface="Calibri" panose="020F0502020204030204"/>
            </a:endParaRPr>
          </a:p>
        </p:txBody>
      </p:sp>
      <p:sp>
        <p:nvSpPr>
          <p:cNvPr id="131" name="Content Placeholder 2"/>
          <p:cNvSpPr txBox="1"/>
          <p:nvPr/>
        </p:nvSpPr>
        <p:spPr bwMode="auto">
          <a:xfrm>
            <a:off x="6307458" y="2891613"/>
            <a:ext cx="4552475" cy="84931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1219170">
              <a:buNone/>
              <a:defRPr/>
            </a:pPr>
            <a:r>
              <a:rPr lang="zh-CN" altLang="en-US" sz="2000" b="1" dirty="0">
                <a:solidFill>
                  <a:srgbClr val="333333"/>
                </a:solidFill>
                <a:latin typeface="Helvetica Neue"/>
              </a:rPr>
              <a:t>要求</a:t>
            </a:r>
            <a:r>
              <a:rPr lang="zh-CN" altLang="en-US" sz="1600" dirty="0">
                <a:solidFill>
                  <a:srgbClr val="333333"/>
                </a:solidFill>
                <a:latin typeface="Helvetica Neue"/>
              </a:rPr>
              <a:t>学生具有基础的数学和自然科学知识，专业的计算机学科知识，创新能力，组织表达能力等。</a:t>
            </a:r>
            <a:endParaRPr lang="en-US" sz="1600" dirty="0">
              <a:solidFill>
                <a:srgbClr val="333333"/>
              </a:solidFill>
              <a:latin typeface="Helvetica Neue"/>
            </a:endParaRPr>
          </a:p>
        </p:txBody>
      </p:sp>
      <p:sp>
        <p:nvSpPr>
          <p:cNvPr id="132" name="Content Placeholder 2"/>
          <p:cNvSpPr txBox="1"/>
          <p:nvPr/>
        </p:nvSpPr>
        <p:spPr bwMode="auto">
          <a:xfrm>
            <a:off x="6305869" y="3720385"/>
            <a:ext cx="4222723" cy="8477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1219170">
              <a:defRPr/>
            </a:pPr>
            <a:r>
              <a:rPr lang="zh-CN" altLang="en-US" dirty="0">
                <a:solidFill>
                  <a:srgbClr val="333333"/>
                </a:solidFill>
                <a:latin typeface="Helvetica Neue"/>
              </a:rPr>
              <a:t>学科基础知识：培养学生计算思维、程序设计与实现、算法分析与设计、系统能力等专业基本能力。</a:t>
            </a:r>
            <a:endParaRPr lang="en-US" altLang="zh-CN" dirty="0">
              <a:solidFill>
                <a:srgbClr val="333333"/>
              </a:solidFill>
              <a:latin typeface="Helvetica Neue"/>
            </a:endParaRPr>
          </a:p>
          <a:p>
            <a:pPr defTabSz="1219170">
              <a:defRPr/>
            </a:pPr>
            <a:r>
              <a:rPr lang="zh-CN" altLang="en-US" dirty="0">
                <a:solidFill>
                  <a:srgbClr val="333333"/>
                </a:solidFill>
                <a:latin typeface="Helvetica Neue"/>
              </a:rPr>
              <a:t>专业知识：培养学生将基本原理与技术运用于计算学科研究以及计算系统设计、开发与应用等工作的能力。</a:t>
            </a:r>
            <a:endParaRPr lang="en-US" dirty="0">
              <a:solidFill>
                <a:srgbClr val="333333"/>
              </a:solidFill>
              <a:latin typeface="Helvetica Neue"/>
            </a:endParaRPr>
          </a:p>
        </p:txBody>
      </p:sp>
      <p:sp>
        <p:nvSpPr>
          <p:cNvPr id="133" name="Content Placeholder 2"/>
          <p:cNvSpPr txBox="1"/>
          <p:nvPr/>
        </p:nvSpPr>
        <p:spPr bwMode="auto">
          <a:xfrm>
            <a:off x="6232383" y="5054635"/>
            <a:ext cx="4647570" cy="115867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1219170">
              <a:buNone/>
              <a:defRPr/>
            </a:pPr>
            <a:r>
              <a:rPr lang="zh-CN" altLang="en-US" sz="2000" b="1" dirty="0">
                <a:solidFill>
                  <a:srgbClr val="333333"/>
                </a:solidFill>
                <a:latin typeface="Helvetica Neue"/>
              </a:rPr>
              <a:t>前景</a:t>
            </a:r>
            <a:r>
              <a:rPr lang="zh-CN" altLang="en-US" sz="1600" b="1" dirty="0">
                <a:solidFill>
                  <a:srgbClr val="333333"/>
                </a:solidFill>
                <a:latin typeface="Helvetica Neue"/>
              </a:rPr>
              <a:t>好，</a:t>
            </a:r>
            <a:r>
              <a:rPr lang="zh-CN" altLang="en-US" sz="1600" dirty="0">
                <a:solidFill>
                  <a:srgbClr val="333333"/>
                </a:solidFill>
                <a:latin typeface="Helvetica Neue"/>
              </a:rPr>
              <a:t>信息时代计算机正发挥越来越重要的作用。计算机人才需求量大，人工智能、大数据、云计算等新技术的不断发展，计算机专业也不断融入其他具体的应用领域</a:t>
            </a:r>
            <a:endParaRPr lang="en-US" sz="1600" dirty="0">
              <a:solidFill>
                <a:srgbClr val="333333"/>
              </a:solidFill>
              <a:latin typeface="Helvetica Neue"/>
            </a:endParaRPr>
          </a:p>
        </p:txBody>
      </p:sp>
      <p:sp>
        <p:nvSpPr>
          <p:cNvPr id="2" name="TextBox 120">
            <a:extLst>
              <a:ext uri="{FF2B5EF4-FFF2-40B4-BE49-F238E27FC236}">
                <a16:creationId xmlns:a16="http://schemas.microsoft.com/office/drawing/2014/main" id="{F2549015-4806-70C2-4480-EA91298EEB75}"/>
              </a:ext>
            </a:extLst>
          </p:cNvPr>
          <p:cNvSpPr txBox="1"/>
          <p:nvPr/>
        </p:nvSpPr>
        <p:spPr bwMode="auto">
          <a:xfrm>
            <a:off x="1272327" y="871982"/>
            <a:ext cx="9213011" cy="400110"/>
          </a:xfrm>
          <a:prstGeom prst="rect">
            <a:avLst/>
          </a:prstGeom>
          <a:noFill/>
        </p:spPr>
        <p:txBody>
          <a:bodyPr wrap="square">
            <a:spAutoFit/>
          </a:bodyPr>
          <a:lstStyle/>
          <a:p>
            <a:pPr algn="ctr"/>
            <a:r>
              <a:rPr lang="zh-CN" altLang="en-US" sz="2000" b="0" i="0" dirty="0">
                <a:solidFill>
                  <a:srgbClr val="333333"/>
                </a:solidFill>
                <a:effectLst/>
              </a:rPr>
              <a:t>计算机科学与技术</a:t>
            </a:r>
            <a:r>
              <a:rPr lang="zh-CN" altLang="en-US" b="0" i="0" dirty="0">
                <a:solidFill>
                  <a:srgbClr val="333333"/>
                </a:solidFill>
                <a:effectLst/>
              </a:rPr>
              <a:t>（</a:t>
            </a:r>
            <a:r>
              <a:rPr lang="en-US" altLang="zh-CN" b="0" i="0" dirty="0">
                <a:solidFill>
                  <a:srgbClr val="333333"/>
                </a:solidFill>
                <a:effectLst/>
              </a:rPr>
              <a:t>Computer Science and Technology</a:t>
            </a:r>
            <a:r>
              <a:rPr lang="zh-CN" altLang="en-US" b="0" i="0" dirty="0">
                <a:solidFill>
                  <a:srgbClr val="333333"/>
                </a:solidFill>
                <a:effectLst/>
              </a:rPr>
              <a:t>）</a:t>
            </a:r>
            <a:r>
              <a:rPr lang="zh-CN" altLang="en-US" sz="2000" b="0" i="0" dirty="0">
                <a:solidFill>
                  <a:srgbClr val="333333"/>
                </a:solidFill>
                <a:effectLst/>
              </a:rPr>
              <a:t>是一门普通高等学校本科专业</a:t>
            </a:r>
            <a:r>
              <a:rPr lang="en-US" altLang="zh-CN" sz="2000" b="0" i="0" dirty="0">
                <a:solidFill>
                  <a:srgbClr val="333333"/>
                </a:solidFill>
                <a:effectLst/>
              </a:rPr>
              <a:t>.</a:t>
            </a:r>
            <a:endParaRPr lang="zh-CN" altLang="en-US" sz="2000" b="0" i="0" dirty="0">
              <a:solidFill>
                <a:srgbClr val="333333"/>
              </a:solidFill>
              <a:effectLs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2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2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2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3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3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30" grpId="0"/>
      <p:bldP spid="131" grpId="0"/>
      <p:bldP spid="132" grpId="0"/>
      <p:bldP spid="133"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47193DE-06A1-6F8D-9B6A-345324E8BC54}"/>
              </a:ext>
            </a:extLst>
          </p:cNvPr>
          <p:cNvPicPr>
            <a:picLocks noChangeAspect="1"/>
          </p:cNvPicPr>
          <p:nvPr/>
        </p:nvPicPr>
        <p:blipFill>
          <a:blip r:embed="rId3">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cxnSp>
        <p:nvCxnSpPr>
          <p:cNvPr id="3" name="直接连接符 2"/>
          <p:cNvCxnSpPr/>
          <p:nvPr/>
        </p:nvCxnSpPr>
        <p:spPr>
          <a:xfrm>
            <a:off x="527381" y="548680"/>
            <a:ext cx="1166461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D3EBB65-17C8-F895-2A66-D9802E659E36}"/>
              </a:ext>
            </a:extLst>
          </p:cNvPr>
          <p:cNvSpPr/>
          <p:nvPr/>
        </p:nvSpPr>
        <p:spPr>
          <a:xfrm>
            <a:off x="0" y="0"/>
            <a:ext cx="12192000" cy="6858000"/>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6" name="文本框 2"/>
          <p:cNvSpPr txBox="1"/>
          <p:nvPr/>
        </p:nvSpPr>
        <p:spPr>
          <a:xfrm>
            <a:off x="3568736" y="2282363"/>
            <a:ext cx="1909971" cy="2092798"/>
          </a:xfrm>
          <a:prstGeom prst="rect">
            <a:avLst/>
          </a:prstGeom>
          <a:noFill/>
        </p:spPr>
        <p:txBody>
          <a:bodyPr wrap="none" lIns="121837" tIns="60919" rIns="121837" bIns="60919"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1" lang="en-US" altLang="zh-CN" sz="12800" b="0" i="0" u="none" strike="noStrike" kern="1200" cap="none" spc="0" normalizeH="0" baseline="0" noProof="0" dirty="0">
                <a:ln>
                  <a:noFill/>
                </a:ln>
                <a:solidFill>
                  <a:prstClr val="white"/>
                </a:solidFill>
                <a:effectLst/>
                <a:uLnTx/>
                <a:uFillTx/>
                <a:latin typeface="Calibri"/>
                <a:ea typeface="微软雅黑" panose="020B0503020204020204" charset="-122"/>
                <a:cs typeface="微软雅黑" panose="020B0503020204020204" charset="-122"/>
              </a:rPr>
              <a:t>02</a:t>
            </a:r>
            <a:endParaRPr kumimoji="1" lang="zh-CN" altLang="en-US" sz="12800" b="0" i="0" u="none" strike="noStrike" kern="1200" cap="none" spc="0" normalizeH="0" baseline="0" noProof="0" dirty="0">
              <a:ln>
                <a:noFill/>
              </a:ln>
              <a:solidFill>
                <a:prstClr val="white"/>
              </a:solidFill>
              <a:effectLst/>
              <a:uLnTx/>
              <a:uFillTx/>
              <a:latin typeface="Calibri"/>
              <a:ea typeface="微软雅黑" panose="020B0503020204020204" charset="-122"/>
              <a:cs typeface="微软雅黑" panose="020B0503020204020204" charset="-122"/>
            </a:endParaRPr>
          </a:p>
        </p:txBody>
      </p:sp>
      <p:sp>
        <p:nvSpPr>
          <p:cNvPr id="31" name="文本框 8"/>
          <p:cNvSpPr txBox="1"/>
          <p:nvPr/>
        </p:nvSpPr>
        <p:spPr>
          <a:xfrm>
            <a:off x="5470985" y="3347549"/>
            <a:ext cx="3798201" cy="416057"/>
          </a:xfrm>
          <a:prstGeom prst="rect">
            <a:avLst/>
          </a:prstGeom>
          <a:noFill/>
        </p:spPr>
        <p:txBody>
          <a:bodyPr wrap="square" lIns="121837" tIns="60919" rIns="121837" bIns="60919"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08738">
              <a:lnSpc>
                <a:spcPct val="130000"/>
              </a:lnSpc>
              <a:defRPr/>
            </a:pPr>
            <a:r>
              <a:rPr lang="zh-CN" altLang="en-US" sz="1600" kern="0" dirty="0">
                <a:solidFill>
                  <a:srgbClr val="FFFFFF"/>
                </a:solidFill>
                <a:ea typeface="微软雅黑" panose="020B0503020204020204" charset="-122"/>
              </a:rPr>
              <a:t>计算机技术如何解决实际的工程问题</a:t>
            </a:r>
          </a:p>
        </p:txBody>
      </p:sp>
      <p:sp>
        <p:nvSpPr>
          <p:cNvPr id="33" name="文本框 4"/>
          <p:cNvSpPr txBox="1"/>
          <p:nvPr/>
        </p:nvSpPr>
        <p:spPr>
          <a:xfrm>
            <a:off x="5471025" y="2575927"/>
            <a:ext cx="2708256" cy="861686"/>
          </a:xfrm>
          <a:prstGeom prst="rect">
            <a:avLst/>
          </a:prstGeom>
          <a:noFill/>
        </p:spPr>
        <p:txBody>
          <a:bodyPr wrap="none" lIns="121832" tIns="60916" rIns="121832" bIns="6091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4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具体案例</a:t>
            </a:r>
          </a:p>
        </p:txBody>
      </p:sp>
    </p:spTree>
    <p:custDataLst>
      <p:tags r:id="rId1"/>
    </p:custDataLst>
    <p:extLst>
      <p:ext uri="{BB962C8B-B14F-4D97-AF65-F5344CB8AC3E}">
        <p14:creationId xmlns:p14="http://schemas.microsoft.com/office/powerpoint/2010/main" val="42126252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56" presetClass="entr" presetSubtype="0" fill="hold" grpId="0" nodeType="afterEffect">
                                  <p:stCondLst>
                                    <p:cond delay="0"/>
                                  </p:stCondLst>
                                  <p:iterate type="lt">
                                    <p:tmPct val="10000"/>
                                  </p:iterate>
                                  <p:childTnLst>
                                    <p:set>
                                      <p:cBhvr>
                                        <p:cTn id="12" dur="1" fill="hold">
                                          <p:stCondLst>
                                            <p:cond delay="0"/>
                                          </p:stCondLst>
                                        </p:cTn>
                                        <p:tgtEl>
                                          <p:spTgt spid="33"/>
                                        </p:tgtEl>
                                        <p:attrNameLst>
                                          <p:attrName>style.visibility</p:attrName>
                                        </p:attrNameLst>
                                      </p:cBhvr>
                                      <p:to>
                                        <p:strVal val="visible"/>
                                      </p:to>
                                    </p:set>
                                    <p:anim by="(-#ppt_w*2)" calcmode="lin" valueType="num">
                                      <p:cBhvr rctx="PPT">
                                        <p:cTn id="13" dur="500" autoRev="1" fill="hold">
                                          <p:stCondLst>
                                            <p:cond delay="0"/>
                                          </p:stCondLst>
                                        </p:cTn>
                                        <p:tgtEl>
                                          <p:spTgt spid="33"/>
                                        </p:tgtEl>
                                        <p:attrNameLst>
                                          <p:attrName>ppt_w</p:attrName>
                                        </p:attrNameLst>
                                      </p:cBhvr>
                                    </p:anim>
                                    <p:anim by="(#ppt_w*0.50)" calcmode="lin" valueType="num">
                                      <p:cBhvr>
                                        <p:cTn id="14" dur="500" decel="50000" autoRev="1" fill="hold">
                                          <p:stCondLst>
                                            <p:cond delay="0"/>
                                          </p:stCondLst>
                                        </p:cTn>
                                        <p:tgtEl>
                                          <p:spTgt spid="33"/>
                                        </p:tgtEl>
                                        <p:attrNameLst>
                                          <p:attrName>ppt_x</p:attrName>
                                        </p:attrNameLst>
                                      </p:cBhvr>
                                    </p:anim>
                                    <p:anim from="(-#ppt_h/2)" to="(#ppt_y)" calcmode="lin" valueType="num">
                                      <p:cBhvr>
                                        <p:cTn id="15" dur="1000" fill="hold">
                                          <p:stCondLst>
                                            <p:cond delay="0"/>
                                          </p:stCondLst>
                                        </p:cTn>
                                        <p:tgtEl>
                                          <p:spTgt spid="33"/>
                                        </p:tgtEl>
                                        <p:attrNameLst>
                                          <p:attrName>ppt_y</p:attrName>
                                        </p:attrNameLst>
                                      </p:cBhvr>
                                    </p:anim>
                                    <p:animRot by="21600000">
                                      <p:cBhvr>
                                        <p:cTn id="16" dur="1000" fill="hold">
                                          <p:stCondLst>
                                            <p:cond delay="0"/>
                                          </p:stCondLst>
                                        </p:cTn>
                                        <p:tgtEl>
                                          <p:spTgt spid="33"/>
                                        </p:tgtEl>
                                        <p:attrNameLst>
                                          <p:attrName>r</p:attrName>
                                        </p:attrNameLst>
                                      </p:cBhvr>
                                    </p:animRot>
                                  </p:childTnLst>
                                </p:cTn>
                              </p:par>
                            </p:childTnLst>
                          </p:cTn>
                        </p:par>
                        <p:par>
                          <p:cTn id="17" fill="hold">
                            <p:stCondLst>
                              <p:cond delay="18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31"/>
                                        </p:tgtEl>
                                        <p:attrNameLst>
                                          <p:attrName>style.visibility</p:attrName>
                                        </p:attrNameLst>
                                      </p:cBhvr>
                                      <p:to>
                                        <p:strVal val="visible"/>
                                      </p:to>
                                    </p:set>
                                    <p:anim by="(-#ppt_w*2)" calcmode="lin" valueType="num">
                                      <p:cBhvr rctx="PPT">
                                        <p:cTn id="20" dur="500" autoRev="1" fill="hold">
                                          <p:stCondLst>
                                            <p:cond delay="0"/>
                                          </p:stCondLst>
                                        </p:cTn>
                                        <p:tgtEl>
                                          <p:spTgt spid="31"/>
                                        </p:tgtEl>
                                        <p:attrNameLst>
                                          <p:attrName>ppt_w</p:attrName>
                                        </p:attrNameLst>
                                      </p:cBhvr>
                                    </p:anim>
                                    <p:anim by="(#ppt_w*0.50)" calcmode="lin" valueType="num">
                                      <p:cBhvr>
                                        <p:cTn id="21" dur="500" decel="50000" autoRev="1" fill="hold">
                                          <p:stCondLst>
                                            <p:cond delay="0"/>
                                          </p:stCondLst>
                                        </p:cTn>
                                        <p:tgtEl>
                                          <p:spTgt spid="31"/>
                                        </p:tgtEl>
                                        <p:attrNameLst>
                                          <p:attrName>ppt_x</p:attrName>
                                        </p:attrNameLst>
                                      </p:cBhvr>
                                    </p:anim>
                                    <p:anim from="(-#ppt_h/2)" to="(#ppt_y)" calcmode="lin" valueType="num">
                                      <p:cBhvr>
                                        <p:cTn id="22" dur="1000" fill="hold">
                                          <p:stCondLst>
                                            <p:cond delay="0"/>
                                          </p:stCondLst>
                                        </p:cTn>
                                        <p:tgtEl>
                                          <p:spTgt spid="31"/>
                                        </p:tgtEl>
                                        <p:attrNameLst>
                                          <p:attrName>ppt_y</p:attrName>
                                        </p:attrNameLst>
                                      </p:cBhvr>
                                    </p:anim>
                                    <p:animRot by="21600000">
                                      <p:cBhvr>
                                        <p:cTn id="23" dur="1000" fill="hold">
                                          <p:stCondLst>
                                            <p:cond delay="0"/>
                                          </p:stCondLst>
                                        </p:cTn>
                                        <p:tgtEl>
                                          <p:spTgt spid="3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1"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图片 43">
            <a:extLst>
              <a:ext uri="{FF2B5EF4-FFF2-40B4-BE49-F238E27FC236}">
                <a16:creationId xmlns:a16="http://schemas.microsoft.com/office/drawing/2014/main" id="{049E9799-B63F-C5C2-C643-68E1E03A64C3}"/>
              </a:ext>
            </a:extLst>
          </p:cNvPr>
          <p:cNvPicPr>
            <a:picLocks noChangeAspect="1"/>
          </p:cNvPicPr>
          <p:nvPr/>
        </p:nvPicPr>
        <p:blipFill>
          <a:blip r:embed="rId2">
            <a:alphaModFix amt="70000"/>
          </a:blip>
          <a:stretch>
            <a:fillRect/>
          </a:stretch>
        </p:blipFill>
        <p:spPr>
          <a:xfrm rot="19582263">
            <a:off x="3034347" y="5706386"/>
            <a:ext cx="1064487" cy="1064487"/>
          </a:xfrm>
          <a:prstGeom prst="rect">
            <a:avLst/>
          </a:prstGeom>
        </p:spPr>
      </p:pic>
      <p:pic>
        <p:nvPicPr>
          <p:cNvPr id="43" name="图片 42">
            <a:extLst>
              <a:ext uri="{FF2B5EF4-FFF2-40B4-BE49-F238E27FC236}">
                <a16:creationId xmlns:a16="http://schemas.microsoft.com/office/drawing/2014/main" id="{E6B3AF4C-79A0-BD5E-5A01-ED3E60EFCE7A}"/>
              </a:ext>
            </a:extLst>
          </p:cNvPr>
          <p:cNvPicPr>
            <a:picLocks noChangeAspect="1"/>
          </p:cNvPicPr>
          <p:nvPr/>
        </p:nvPicPr>
        <p:blipFill>
          <a:blip r:embed="rId3">
            <a:alphaModFix amt="70000"/>
          </a:blip>
          <a:stretch>
            <a:fillRect/>
          </a:stretch>
        </p:blipFill>
        <p:spPr>
          <a:xfrm rot="1086990">
            <a:off x="5416727" y="5702767"/>
            <a:ext cx="1126566" cy="1126566"/>
          </a:xfrm>
          <a:prstGeom prst="rect">
            <a:avLst/>
          </a:prstGeom>
        </p:spPr>
      </p:pic>
      <p:pic>
        <p:nvPicPr>
          <p:cNvPr id="42" name="图片 41">
            <a:extLst>
              <a:ext uri="{FF2B5EF4-FFF2-40B4-BE49-F238E27FC236}">
                <a16:creationId xmlns:a16="http://schemas.microsoft.com/office/drawing/2014/main" id="{80F2EA29-C57C-75ED-5FD6-A3D77BD36CDF}"/>
              </a:ext>
            </a:extLst>
          </p:cNvPr>
          <p:cNvPicPr>
            <a:picLocks noChangeAspect="1"/>
          </p:cNvPicPr>
          <p:nvPr/>
        </p:nvPicPr>
        <p:blipFill>
          <a:blip r:embed="rId4">
            <a:alphaModFix amt="35000"/>
          </a:blip>
          <a:stretch>
            <a:fillRect/>
          </a:stretch>
        </p:blipFill>
        <p:spPr>
          <a:xfrm rot="19990488">
            <a:off x="9988235" y="434822"/>
            <a:ext cx="1262795" cy="1262795"/>
          </a:xfrm>
          <a:prstGeom prst="rect">
            <a:avLst/>
          </a:prstGeom>
        </p:spPr>
      </p:pic>
      <p:pic>
        <p:nvPicPr>
          <p:cNvPr id="41" name="图片 40">
            <a:extLst>
              <a:ext uri="{FF2B5EF4-FFF2-40B4-BE49-F238E27FC236}">
                <a16:creationId xmlns:a16="http://schemas.microsoft.com/office/drawing/2014/main" id="{4BC54580-0BFF-7CE6-1A32-F29224B7EF96}"/>
              </a:ext>
            </a:extLst>
          </p:cNvPr>
          <p:cNvPicPr>
            <a:picLocks noChangeAspect="1"/>
          </p:cNvPicPr>
          <p:nvPr/>
        </p:nvPicPr>
        <p:blipFill>
          <a:blip r:embed="rId3">
            <a:alphaModFix amt="35000"/>
          </a:blip>
          <a:stretch>
            <a:fillRect/>
          </a:stretch>
        </p:blipFill>
        <p:spPr>
          <a:xfrm rot="1086990">
            <a:off x="7497241" y="587598"/>
            <a:ext cx="1117592" cy="1117592"/>
          </a:xfrm>
          <a:prstGeom prst="rect">
            <a:avLst/>
          </a:prstGeom>
        </p:spPr>
      </p:pic>
      <p:pic>
        <p:nvPicPr>
          <p:cNvPr id="40" name="图片 39">
            <a:extLst>
              <a:ext uri="{FF2B5EF4-FFF2-40B4-BE49-F238E27FC236}">
                <a16:creationId xmlns:a16="http://schemas.microsoft.com/office/drawing/2014/main" id="{012EEAE1-6A3C-5D67-CADD-CA145AFEDC1E}"/>
              </a:ext>
            </a:extLst>
          </p:cNvPr>
          <p:cNvPicPr>
            <a:picLocks noChangeAspect="1"/>
          </p:cNvPicPr>
          <p:nvPr/>
        </p:nvPicPr>
        <p:blipFill>
          <a:blip r:embed="rId4">
            <a:alphaModFix amt="35000"/>
          </a:blip>
          <a:stretch>
            <a:fillRect/>
          </a:stretch>
        </p:blipFill>
        <p:spPr>
          <a:xfrm rot="2059433">
            <a:off x="5467358" y="654505"/>
            <a:ext cx="1275770" cy="1275770"/>
          </a:xfrm>
          <a:prstGeom prst="rect">
            <a:avLst/>
          </a:prstGeom>
        </p:spPr>
      </p:pic>
      <p:pic>
        <p:nvPicPr>
          <p:cNvPr id="39" name="图片 38">
            <a:extLst>
              <a:ext uri="{FF2B5EF4-FFF2-40B4-BE49-F238E27FC236}">
                <a16:creationId xmlns:a16="http://schemas.microsoft.com/office/drawing/2014/main" id="{557CF431-6A07-1622-AB29-A3D6E234E0F3}"/>
              </a:ext>
            </a:extLst>
          </p:cNvPr>
          <p:cNvPicPr>
            <a:picLocks noChangeAspect="1"/>
          </p:cNvPicPr>
          <p:nvPr/>
        </p:nvPicPr>
        <p:blipFill>
          <a:blip r:embed="rId2">
            <a:alphaModFix amt="70000"/>
          </a:blip>
          <a:stretch>
            <a:fillRect/>
          </a:stretch>
        </p:blipFill>
        <p:spPr>
          <a:xfrm rot="20016263">
            <a:off x="7673163" y="5703023"/>
            <a:ext cx="1071212" cy="1071212"/>
          </a:xfrm>
          <a:prstGeom prst="rect">
            <a:avLst/>
          </a:prstGeom>
        </p:spPr>
      </p:pic>
      <p:pic>
        <p:nvPicPr>
          <p:cNvPr id="38" name="图片 37">
            <a:extLst>
              <a:ext uri="{FF2B5EF4-FFF2-40B4-BE49-F238E27FC236}">
                <a16:creationId xmlns:a16="http://schemas.microsoft.com/office/drawing/2014/main" id="{C7688B7E-1A47-4263-CEE0-81DC2D6F0EF3}"/>
              </a:ext>
            </a:extLst>
          </p:cNvPr>
          <p:cNvPicPr>
            <a:picLocks noChangeAspect="1"/>
          </p:cNvPicPr>
          <p:nvPr/>
        </p:nvPicPr>
        <p:blipFill>
          <a:blip r:embed="rId3">
            <a:alphaModFix amt="70000"/>
          </a:blip>
          <a:stretch>
            <a:fillRect/>
          </a:stretch>
        </p:blipFill>
        <p:spPr>
          <a:xfrm rot="1086990">
            <a:off x="907397" y="5667722"/>
            <a:ext cx="1278024" cy="1278024"/>
          </a:xfrm>
          <a:prstGeom prst="rect">
            <a:avLst/>
          </a:prstGeom>
        </p:spPr>
      </p:pic>
      <p:pic>
        <p:nvPicPr>
          <p:cNvPr id="36" name="图片 35">
            <a:extLst>
              <a:ext uri="{FF2B5EF4-FFF2-40B4-BE49-F238E27FC236}">
                <a16:creationId xmlns:a16="http://schemas.microsoft.com/office/drawing/2014/main" id="{310BE797-008B-408E-CA93-E16A887A5CDF}"/>
              </a:ext>
            </a:extLst>
          </p:cNvPr>
          <p:cNvPicPr>
            <a:picLocks noChangeAspect="1"/>
          </p:cNvPicPr>
          <p:nvPr/>
        </p:nvPicPr>
        <p:blipFill>
          <a:blip r:embed="rId2">
            <a:alphaModFix amt="35000"/>
          </a:blip>
          <a:stretch>
            <a:fillRect/>
          </a:stretch>
        </p:blipFill>
        <p:spPr>
          <a:xfrm rot="1906787">
            <a:off x="3283021" y="472595"/>
            <a:ext cx="1123911" cy="1123911"/>
          </a:xfrm>
          <a:prstGeom prst="rect">
            <a:avLst/>
          </a:prstGeom>
        </p:spPr>
      </p:pic>
      <p:pic>
        <p:nvPicPr>
          <p:cNvPr id="34" name="图片 33">
            <a:extLst>
              <a:ext uri="{FF2B5EF4-FFF2-40B4-BE49-F238E27FC236}">
                <a16:creationId xmlns:a16="http://schemas.microsoft.com/office/drawing/2014/main" id="{B6FB6094-E5CD-B108-3D4F-741EFBC9DE99}"/>
              </a:ext>
            </a:extLst>
          </p:cNvPr>
          <p:cNvPicPr>
            <a:picLocks noChangeAspect="1"/>
          </p:cNvPicPr>
          <p:nvPr/>
        </p:nvPicPr>
        <p:blipFill>
          <a:blip r:embed="rId4">
            <a:alphaModFix amt="35000"/>
          </a:blip>
          <a:stretch>
            <a:fillRect/>
          </a:stretch>
        </p:blipFill>
        <p:spPr>
          <a:xfrm rot="19990488">
            <a:off x="634591" y="464592"/>
            <a:ext cx="1396921" cy="1396921"/>
          </a:xfrm>
          <a:prstGeom prst="rect">
            <a:avLst/>
          </a:prstGeom>
        </p:spPr>
      </p:pic>
      <p:grpSp>
        <p:nvGrpSpPr>
          <p:cNvPr id="3" name="组 3">
            <a:extLst>
              <a:ext uri="{FF2B5EF4-FFF2-40B4-BE49-F238E27FC236}">
                <a16:creationId xmlns:a16="http://schemas.microsoft.com/office/drawing/2014/main" id="{6125E5E2-D1AD-D35C-206D-100512B460AF}"/>
              </a:ext>
            </a:extLst>
          </p:cNvPr>
          <p:cNvGrpSpPr/>
          <p:nvPr/>
        </p:nvGrpSpPr>
        <p:grpSpPr>
          <a:xfrm>
            <a:off x="1366648" y="1698136"/>
            <a:ext cx="4292600" cy="1206500"/>
            <a:chOff x="558800" y="1663700"/>
            <a:chExt cx="4292600" cy="1206500"/>
          </a:xfrm>
        </p:grpSpPr>
        <p:sp>
          <p:nvSpPr>
            <p:cNvPr id="4" name="圆角矩形 2">
              <a:extLst>
                <a:ext uri="{FF2B5EF4-FFF2-40B4-BE49-F238E27FC236}">
                  <a16:creationId xmlns:a16="http://schemas.microsoft.com/office/drawing/2014/main" id="{EEE1BCB6-C549-DB73-B6D0-BE33F9788AAB}"/>
                </a:ext>
              </a:extLst>
            </p:cNvPr>
            <p:cNvSpPr/>
            <p:nvPr/>
          </p:nvSpPr>
          <p:spPr>
            <a:xfrm>
              <a:off x="558800" y="1663700"/>
              <a:ext cx="4292600" cy="1206500"/>
            </a:xfrm>
            <a:prstGeom prst="roundRect">
              <a:avLst>
                <a:gd name="adj" fmla="val 1456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Century Gothic"/>
                <a:ea typeface="宋体" panose="02010600030101010101" pitchFamily="2" charset="-122"/>
                <a:cs typeface="Arial"/>
              </a:endParaRPr>
            </a:p>
          </p:txBody>
        </p:sp>
        <p:sp>
          <p:nvSpPr>
            <p:cNvPr id="5" name="文本框 4">
              <a:extLst>
                <a:ext uri="{FF2B5EF4-FFF2-40B4-BE49-F238E27FC236}">
                  <a16:creationId xmlns:a16="http://schemas.microsoft.com/office/drawing/2014/main" id="{C3CBF14B-29FC-74C7-7AD0-F2912904695B}"/>
                </a:ext>
              </a:extLst>
            </p:cNvPr>
            <p:cNvSpPr txBox="1"/>
            <p:nvPr/>
          </p:nvSpPr>
          <p:spPr>
            <a:xfrm>
              <a:off x="1612901" y="1860685"/>
              <a:ext cx="3060699" cy="94141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zh-CN" sz="1200" dirty="0">
                  <a:solidFill>
                    <a:srgbClr val="FFFFFF"/>
                  </a:solidFill>
                  <a:latin typeface="微软雅黑" panose="020B0503020204020204" charset="-122"/>
                  <a:ea typeface="微软雅黑" panose="020B0503020204020204" charset="-122"/>
                </a:rPr>
                <a:t>从</a:t>
              </a:r>
              <a:r>
                <a:rPr lang="zh-CN" altLang="zh-CN" sz="1600" dirty="0">
                  <a:solidFill>
                    <a:srgbClr val="FFFFFF"/>
                  </a:solidFill>
                  <a:latin typeface="微软雅黑" panose="020B0503020204020204" charset="-122"/>
                  <a:ea typeface="微软雅黑" panose="020B0503020204020204" charset="-122"/>
                </a:rPr>
                <a:t>管理系统</a:t>
              </a:r>
              <a:r>
                <a:rPr lang="zh-CN" altLang="zh-CN" sz="1200" dirty="0">
                  <a:solidFill>
                    <a:srgbClr val="FFFFFF"/>
                  </a:solidFill>
                  <a:latin typeface="微软雅黑" panose="020B0503020204020204" charset="-122"/>
                  <a:ea typeface="微软雅黑" panose="020B0503020204020204" charset="-122"/>
                </a:rPr>
                <a:t>中获取</a:t>
              </a:r>
              <a:r>
                <a:rPr lang="zh-CN" altLang="en-US" sz="1200" dirty="0">
                  <a:solidFill>
                    <a:srgbClr val="FFFFFF"/>
                  </a:solidFill>
                  <a:latin typeface="微软雅黑" panose="020B0503020204020204" charset="-122"/>
                  <a:ea typeface="微软雅黑" panose="020B0503020204020204" charset="-122"/>
                </a:rPr>
                <a:t>包裹的</a:t>
              </a:r>
              <a:r>
                <a:rPr lang="zh-CN" altLang="zh-CN" sz="1200" dirty="0">
                  <a:solidFill>
                    <a:srgbClr val="FFFFFF"/>
                  </a:solidFill>
                  <a:latin typeface="微软雅黑" panose="020B0503020204020204" charset="-122"/>
                  <a:ea typeface="微软雅黑" panose="020B0503020204020204" charset="-122"/>
                </a:rPr>
                <a:t>基础信息</a:t>
              </a:r>
              <a:r>
                <a:rPr lang="zh-CN" altLang="en-US" sz="1200" dirty="0">
                  <a:solidFill>
                    <a:srgbClr val="FFFFFF"/>
                  </a:solidFill>
                  <a:latin typeface="微软雅黑" panose="020B0503020204020204" charset="-122"/>
                  <a:ea typeface="微软雅黑" panose="020B0503020204020204" charset="-122"/>
                </a:rPr>
                <a:t>（</a:t>
              </a:r>
              <a:r>
                <a:rPr lang="zh-CN" altLang="zh-CN" sz="1200" dirty="0">
                  <a:solidFill>
                    <a:srgbClr val="FFFFFF"/>
                  </a:solidFill>
                  <a:latin typeface="微软雅黑" panose="020B0503020204020204" charset="-122"/>
                  <a:ea typeface="微软雅黑" panose="020B0503020204020204" charset="-122"/>
                </a:rPr>
                <a:t>发货及收货地址，时间，及货物本身</a:t>
              </a:r>
              <a:r>
                <a:rPr lang="zh-CN" altLang="en-US" sz="1200" dirty="0">
                  <a:solidFill>
                    <a:srgbClr val="FFFFFF"/>
                  </a:solidFill>
                  <a:latin typeface="微软雅黑" panose="020B0503020204020204" charset="-122"/>
                  <a:ea typeface="微软雅黑" panose="020B0503020204020204" charset="-122"/>
                </a:rPr>
                <a:t>）</a:t>
              </a:r>
              <a:r>
                <a:rPr lang="zh-CN" altLang="zh-CN" sz="1200" dirty="0">
                  <a:solidFill>
                    <a:srgbClr val="FFFFFF"/>
                  </a:solidFill>
                  <a:latin typeface="微软雅黑" panose="020B0503020204020204" charset="-122"/>
                  <a:ea typeface="微软雅黑" panose="020B0503020204020204" charset="-122"/>
                </a:rPr>
                <a:t>。</a:t>
              </a:r>
              <a:r>
                <a:rPr lang="zh-CN" altLang="en-US" sz="1200" dirty="0">
                  <a:solidFill>
                    <a:srgbClr val="FFFFFF"/>
                  </a:solidFill>
                  <a:latin typeface="微软雅黑" panose="020B0503020204020204" charset="-122"/>
                  <a:ea typeface="微软雅黑" panose="020B0503020204020204" charset="-122"/>
                </a:rPr>
                <a:t>这需要用到</a:t>
              </a:r>
              <a:r>
                <a:rPr lang="zh-CN" altLang="en-US" sz="1600" dirty="0">
                  <a:solidFill>
                    <a:srgbClr val="FFFFFF"/>
                  </a:solidFill>
                  <a:latin typeface="微软雅黑" panose="020B0503020204020204" charset="-122"/>
                  <a:ea typeface="微软雅黑" panose="020B0503020204020204" charset="-122"/>
                </a:rPr>
                <a:t>数据库</a:t>
              </a:r>
              <a:r>
                <a:rPr lang="zh-CN" altLang="en-US" sz="1200" dirty="0">
                  <a:solidFill>
                    <a:srgbClr val="FFFFFF"/>
                  </a:solidFill>
                  <a:latin typeface="微软雅黑" panose="020B0503020204020204" charset="-122"/>
                  <a:ea typeface="微软雅黑" panose="020B0503020204020204" charset="-122"/>
                </a:rPr>
                <a:t>和</a:t>
              </a:r>
              <a:r>
                <a:rPr lang="zh-CN" altLang="en-US" sz="1600" dirty="0">
                  <a:solidFill>
                    <a:srgbClr val="FFFFFF"/>
                  </a:solidFill>
                  <a:latin typeface="微软雅黑" panose="020B0503020204020204" charset="-122"/>
                  <a:ea typeface="微软雅黑" panose="020B0503020204020204" charset="-122"/>
                </a:rPr>
                <a:t>网络</a:t>
              </a:r>
              <a:endParaRPr lang="zh-CN" altLang="en-US" sz="1200" dirty="0">
                <a:solidFill>
                  <a:srgbClr val="FFFFFF"/>
                </a:solidFill>
                <a:latin typeface="微软雅黑" panose="020B0503020204020204" charset="-122"/>
                <a:ea typeface="微软雅黑" panose="020B0503020204020204" charset="-122"/>
              </a:endParaRPr>
            </a:p>
          </p:txBody>
        </p:sp>
        <p:sp>
          <p:nvSpPr>
            <p:cNvPr id="6" name="矩形 5">
              <a:extLst>
                <a:ext uri="{FF2B5EF4-FFF2-40B4-BE49-F238E27FC236}">
                  <a16:creationId xmlns:a16="http://schemas.microsoft.com/office/drawing/2014/main" id="{010B85BF-8AF4-7262-9D51-071ECF8D18FE}"/>
                </a:ext>
              </a:extLst>
            </p:cNvPr>
            <p:cNvSpPr/>
            <p:nvPr/>
          </p:nvSpPr>
          <p:spPr>
            <a:xfrm>
              <a:off x="657560" y="1759118"/>
              <a:ext cx="1047082" cy="1015663"/>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a:ln>
                    <a:noFill/>
                  </a:ln>
                  <a:solidFill>
                    <a:srgbClr val="FFFFFF"/>
                  </a:solidFill>
                  <a:effectLst/>
                  <a:uLnTx/>
                  <a:uFillTx/>
                  <a:latin typeface="Century Gothic"/>
                  <a:ea typeface="微软雅黑" panose="020B0503020204020204" charset="-122"/>
                  <a:cs typeface="微软雅黑" panose="020B0503020204020204" charset="-122"/>
                </a:rPr>
                <a:t>01</a:t>
              </a:r>
            </a:p>
          </p:txBody>
        </p:sp>
      </p:grpSp>
      <p:grpSp>
        <p:nvGrpSpPr>
          <p:cNvPr id="7" name="组 9">
            <a:extLst>
              <a:ext uri="{FF2B5EF4-FFF2-40B4-BE49-F238E27FC236}">
                <a16:creationId xmlns:a16="http://schemas.microsoft.com/office/drawing/2014/main" id="{8BED75BD-54BD-E61B-4F60-D3ED9566D794}"/>
              </a:ext>
            </a:extLst>
          </p:cNvPr>
          <p:cNvGrpSpPr/>
          <p:nvPr/>
        </p:nvGrpSpPr>
        <p:grpSpPr>
          <a:xfrm>
            <a:off x="6614589" y="1698136"/>
            <a:ext cx="4292600" cy="1206500"/>
            <a:chOff x="558800" y="1663700"/>
            <a:chExt cx="4292600" cy="1206500"/>
          </a:xfrm>
        </p:grpSpPr>
        <p:sp>
          <p:nvSpPr>
            <p:cNvPr id="8" name="圆角矩形 11">
              <a:extLst>
                <a:ext uri="{FF2B5EF4-FFF2-40B4-BE49-F238E27FC236}">
                  <a16:creationId xmlns:a16="http://schemas.microsoft.com/office/drawing/2014/main" id="{93816FA5-750E-F466-8A16-12F36FB530E4}"/>
                </a:ext>
              </a:extLst>
            </p:cNvPr>
            <p:cNvSpPr/>
            <p:nvPr/>
          </p:nvSpPr>
          <p:spPr>
            <a:xfrm>
              <a:off x="558800" y="1663700"/>
              <a:ext cx="4292600" cy="1206500"/>
            </a:xfrm>
            <a:prstGeom prst="roundRect">
              <a:avLst>
                <a:gd name="adj" fmla="val 1456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Century Gothic"/>
                <a:ea typeface="宋体" panose="02010600030101010101" pitchFamily="2" charset="-122"/>
                <a:cs typeface="Arial"/>
              </a:endParaRPr>
            </a:p>
          </p:txBody>
        </p:sp>
        <p:sp>
          <p:nvSpPr>
            <p:cNvPr id="9" name="文本框 8">
              <a:extLst>
                <a:ext uri="{FF2B5EF4-FFF2-40B4-BE49-F238E27FC236}">
                  <a16:creationId xmlns:a16="http://schemas.microsoft.com/office/drawing/2014/main" id="{9F5604FF-6D32-7E75-C5E7-A42A17DD825E}"/>
                </a:ext>
              </a:extLst>
            </p:cNvPr>
            <p:cNvSpPr txBox="1"/>
            <p:nvPr/>
          </p:nvSpPr>
          <p:spPr>
            <a:xfrm>
              <a:off x="1612901" y="1860685"/>
              <a:ext cx="3060699" cy="74270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zh-CN" sz="1200" dirty="0">
                  <a:solidFill>
                    <a:srgbClr val="FFFFFF"/>
                  </a:solidFill>
                  <a:latin typeface="微软雅黑" panose="020B0503020204020204" charset="-122"/>
                  <a:ea typeface="微软雅黑" panose="020B0503020204020204" charset="-122"/>
                </a:rPr>
                <a:t>标记包裹的位置，需要</a:t>
              </a:r>
              <a:r>
                <a:rPr lang="zh-CN" altLang="zh-CN" sz="1600" dirty="0">
                  <a:solidFill>
                    <a:srgbClr val="FFFFFF"/>
                  </a:solidFill>
                  <a:latin typeface="微软雅黑" panose="020B0503020204020204" charset="-122"/>
                  <a:ea typeface="微软雅黑" panose="020B0503020204020204" charset="-122"/>
                </a:rPr>
                <a:t>图像识别技术</a:t>
              </a:r>
              <a:r>
                <a:rPr lang="zh-CN" altLang="zh-CN" sz="1200" dirty="0">
                  <a:solidFill>
                    <a:srgbClr val="FFFFFF"/>
                  </a:solidFill>
                  <a:latin typeface="微软雅黑" panose="020B0503020204020204" charset="-122"/>
                  <a:ea typeface="微软雅黑" panose="020B0503020204020204" charset="-122"/>
                </a:rPr>
                <a:t>识别物品上的二维码</a:t>
              </a:r>
              <a:r>
                <a:rPr lang="zh-CN" altLang="en-US" sz="1200" dirty="0">
                  <a:solidFill>
                    <a:srgbClr val="FFFFFF"/>
                  </a:solidFill>
                  <a:latin typeface="微软雅黑" panose="020B0503020204020204" charset="-122"/>
                  <a:ea typeface="微软雅黑" panose="020B0503020204020204" charset="-122"/>
                </a:rPr>
                <a:t>。</a:t>
              </a:r>
              <a:r>
                <a:rPr lang="zh-CN" altLang="zh-CN" sz="1800" dirty="0">
                  <a:effectLst/>
                  <a:ea typeface="等线" panose="02010600030101010101" pitchFamily="2" charset="-122"/>
                  <a:cs typeface="Times New Roman" panose="02020603050405020304" pitchFamily="18" charset="0"/>
                </a:rPr>
                <a:t>，</a:t>
              </a:r>
              <a:endPar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 name="矩形 9">
              <a:extLst>
                <a:ext uri="{FF2B5EF4-FFF2-40B4-BE49-F238E27FC236}">
                  <a16:creationId xmlns:a16="http://schemas.microsoft.com/office/drawing/2014/main" id="{26F7ECF0-A3B0-2CEE-8C10-323AF3BF562B}"/>
                </a:ext>
              </a:extLst>
            </p:cNvPr>
            <p:cNvSpPr/>
            <p:nvPr/>
          </p:nvSpPr>
          <p:spPr>
            <a:xfrm>
              <a:off x="657559" y="1759118"/>
              <a:ext cx="1047083" cy="1015663"/>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a:ln>
                    <a:noFill/>
                  </a:ln>
                  <a:solidFill>
                    <a:srgbClr val="FFFFFF"/>
                  </a:solidFill>
                  <a:effectLst/>
                  <a:uLnTx/>
                  <a:uFillTx/>
                  <a:latin typeface="Century Gothic"/>
                  <a:ea typeface="微软雅黑" panose="020B0503020204020204" charset="-122"/>
                  <a:cs typeface="微软雅黑" panose="020B0503020204020204" charset="-122"/>
                </a:rPr>
                <a:t>02</a:t>
              </a:r>
            </a:p>
          </p:txBody>
        </p:sp>
      </p:grpSp>
      <p:grpSp>
        <p:nvGrpSpPr>
          <p:cNvPr id="11" name="组 26">
            <a:extLst>
              <a:ext uri="{FF2B5EF4-FFF2-40B4-BE49-F238E27FC236}">
                <a16:creationId xmlns:a16="http://schemas.microsoft.com/office/drawing/2014/main" id="{8DD2D9DE-F5B8-2767-BFD9-F32E8B247178}"/>
              </a:ext>
            </a:extLst>
          </p:cNvPr>
          <p:cNvGrpSpPr/>
          <p:nvPr/>
        </p:nvGrpSpPr>
        <p:grpSpPr>
          <a:xfrm>
            <a:off x="1366648" y="3101621"/>
            <a:ext cx="4292600" cy="1206500"/>
            <a:chOff x="558800" y="1663700"/>
            <a:chExt cx="4292600" cy="1206500"/>
          </a:xfrm>
        </p:grpSpPr>
        <p:sp>
          <p:nvSpPr>
            <p:cNvPr id="12" name="圆角矩形 27">
              <a:extLst>
                <a:ext uri="{FF2B5EF4-FFF2-40B4-BE49-F238E27FC236}">
                  <a16:creationId xmlns:a16="http://schemas.microsoft.com/office/drawing/2014/main" id="{661D4FF5-07E2-7CE0-8A04-1A93B314900D}"/>
                </a:ext>
              </a:extLst>
            </p:cNvPr>
            <p:cNvSpPr/>
            <p:nvPr/>
          </p:nvSpPr>
          <p:spPr>
            <a:xfrm>
              <a:off x="558800" y="1663700"/>
              <a:ext cx="4292600" cy="1206500"/>
            </a:xfrm>
            <a:prstGeom prst="roundRect">
              <a:avLst>
                <a:gd name="adj" fmla="val 14562"/>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srgbClr val="FFFFFF"/>
                </a:solidFill>
                <a:effectLst/>
                <a:uLnTx/>
                <a:uFillTx/>
                <a:latin typeface="Century Gothic"/>
                <a:ea typeface="宋体" panose="02010600030101010101" pitchFamily="2" charset="-122"/>
                <a:cs typeface="Arial"/>
              </a:endParaRPr>
            </a:p>
          </p:txBody>
        </p:sp>
        <p:sp>
          <p:nvSpPr>
            <p:cNvPr id="13" name="文本框 12">
              <a:extLst>
                <a:ext uri="{FF2B5EF4-FFF2-40B4-BE49-F238E27FC236}">
                  <a16:creationId xmlns:a16="http://schemas.microsoft.com/office/drawing/2014/main" id="{AADD07EB-5268-1F58-F0FD-1A8AF71956F2}"/>
                </a:ext>
              </a:extLst>
            </p:cNvPr>
            <p:cNvSpPr txBox="1"/>
            <p:nvPr/>
          </p:nvSpPr>
          <p:spPr>
            <a:xfrm>
              <a:off x="1612901" y="1860685"/>
              <a:ext cx="3060699" cy="70134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装卸包裹时，若不用人力，则需要</a:t>
              </a:r>
              <a:r>
                <a:rPr kumimoji="0" lang="zh-CN" altLang="en-US"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计算机控制</a:t>
              </a: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为诸如机械臂的机器提供帮助</a:t>
              </a:r>
            </a:p>
          </p:txBody>
        </p:sp>
        <p:sp>
          <p:nvSpPr>
            <p:cNvPr id="14" name="矩形 13">
              <a:extLst>
                <a:ext uri="{FF2B5EF4-FFF2-40B4-BE49-F238E27FC236}">
                  <a16:creationId xmlns:a16="http://schemas.microsoft.com/office/drawing/2014/main" id="{B5134582-C293-A104-1032-3FE4ADF1D55A}"/>
                </a:ext>
              </a:extLst>
            </p:cNvPr>
            <p:cNvSpPr/>
            <p:nvPr/>
          </p:nvSpPr>
          <p:spPr>
            <a:xfrm>
              <a:off x="657559" y="1759118"/>
              <a:ext cx="1047083" cy="1015663"/>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a:ln>
                    <a:noFill/>
                  </a:ln>
                  <a:solidFill>
                    <a:srgbClr val="FFFFFF"/>
                  </a:solidFill>
                  <a:effectLst/>
                  <a:uLnTx/>
                  <a:uFillTx/>
                  <a:latin typeface="Century Gothic"/>
                  <a:ea typeface="微软雅黑" panose="020B0503020204020204" charset="-122"/>
                  <a:cs typeface="微软雅黑" panose="020B0503020204020204" charset="-122"/>
                </a:rPr>
                <a:t>04</a:t>
              </a:r>
            </a:p>
          </p:txBody>
        </p:sp>
      </p:grpSp>
      <p:grpSp>
        <p:nvGrpSpPr>
          <p:cNvPr id="15" name="组 30">
            <a:extLst>
              <a:ext uri="{FF2B5EF4-FFF2-40B4-BE49-F238E27FC236}">
                <a16:creationId xmlns:a16="http://schemas.microsoft.com/office/drawing/2014/main" id="{870F416B-443F-8FD7-11C3-5247CD0363AF}"/>
              </a:ext>
            </a:extLst>
          </p:cNvPr>
          <p:cNvGrpSpPr/>
          <p:nvPr/>
        </p:nvGrpSpPr>
        <p:grpSpPr>
          <a:xfrm>
            <a:off x="6614589" y="3101621"/>
            <a:ext cx="4292600" cy="1206500"/>
            <a:chOff x="558800" y="1663700"/>
            <a:chExt cx="4292600" cy="1206500"/>
          </a:xfrm>
        </p:grpSpPr>
        <p:sp>
          <p:nvSpPr>
            <p:cNvPr id="16" name="圆角矩形 31">
              <a:extLst>
                <a:ext uri="{FF2B5EF4-FFF2-40B4-BE49-F238E27FC236}">
                  <a16:creationId xmlns:a16="http://schemas.microsoft.com/office/drawing/2014/main" id="{E997E735-D61B-E5A0-45B2-3FCBB93479EC}"/>
                </a:ext>
              </a:extLst>
            </p:cNvPr>
            <p:cNvSpPr/>
            <p:nvPr/>
          </p:nvSpPr>
          <p:spPr>
            <a:xfrm>
              <a:off x="558800" y="1663700"/>
              <a:ext cx="4292600" cy="1206500"/>
            </a:xfrm>
            <a:prstGeom prst="roundRect">
              <a:avLst>
                <a:gd name="adj" fmla="val 1456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Century Gothic"/>
                <a:ea typeface="宋体" panose="02010600030101010101" pitchFamily="2" charset="-122"/>
                <a:cs typeface="Arial"/>
              </a:endParaRPr>
            </a:p>
          </p:txBody>
        </p:sp>
        <p:sp>
          <p:nvSpPr>
            <p:cNvPr id="17" name="文本框 16">
              <a:extLst>
                <a:ext uri="{FF2B5EF4-FFF2-40B4-BE49-F238E27FC236}">
                  <a16:creationId xmlns:a16="http://schemas.microsoft.com/office/drawing/2014/main" id="{FE70D2C5-6F1B-737A-9FE7-DE3FCB97A626}"/>
                </a:ext>
              </a:extLst>
            </p:cNvPr>
            <p:cNvSpPr txBox="1"/>
            <p:nvPr/>
          </p:nvSpPr>
          <p:spPr>
            <a:xfrm>
              <a:off x="1612901" y="1860685"/>
              <a:ext cx="3060699" cy="94141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zh-CN" sz="1200" dirty="0">
                  <a:solidFill>
                    <a:srgbClr val="FFFFFF"/>
                  </a:solidFill>
                  <a:latin typeface="微软雅黑" panose="020B0503020204020204" charset="-122"/>
                  <a:ea typeface="微软雅黑" panose="020B0503020204020204" charset="-122"/>
                </a:rPr>
                <a:t>实时跟踪物流交通工具的运行时间及位置信息</a:t>
              </a:r>
              <a:r>
                <a:rPr lang="zh-CN" altLang="en-US" sz="1200" dirty="0">
                  <a:solidFill>
                    <a:srgbClr val="FFFFFF"/>
                  </a:solidFill>
                  <a:latin typeface="微软雅黑" panose="020B0503020204020204" charset="-122"/>
                  <a:ea typeface="微软雅黑" panose="020B0503020204020204" charset="-122"/>
                </a:rPr>
                <a:t>。</a:t>
              </a:r>
              <a:r>
                <a:rPr lang="zh-CN" altLang="zh-CN" sz="1200" dirty="0">
                  <a:solidFill>
                    <a:srgbClr val="FFFFFF"/>
                  </a:solidFill>
                  <a:latin typeface="微软雅黑" panose="020B0503020204020204" charset="-122"/>
                  <a:ea typeface="微软雅黑" panose="020B0503020204020204" charset="-122"/>
                </a:rPr>
                <a:t>需要使用</a:t>
              </a:r>
              <a:r>
                <a:rPr lang="zh-CN" altLang="zh-CN" sz="1600" dirty="0">
                  <a:solidFill>
                    <a:srgbClr val="FFFFFF"/>
                  </a:solidFill>
                  <a:latin typeface="微软雅黑" panose="020B0503020204020204" charset="-122"/>
                  <a:ea typeface="微软雅黑" panose="020B0503020204020204" charset="-122"/>
                </a:rPr>
                <a:t>实时定位</a:t>
              </a:r>
              <a:r>
                <a:rPr lang="zh-CN" altLang="zh-CN" sz="1200" dirty="0">
                  <a:solidFill>
                    <a:srgbClr val="FFFFFF"/>
                  </a:solidFill>
                  <a:latin typeface="微软雅黑" panose="020B0503020204020204" charset="-122"/>
                  <a:ea typeface="微软雅黑" panose="020B0503020204020204" charset="-122"/>
                </a:rPr>
                <a:t>，如</a:t>
              </a:r>
              <a:r>
                <a:rPr lang="en-US" altLang="zh-CN" sz="1200" dirty="0" err="1">
                  <a:solidFill>
                    <a:srgbClr val="FFFFFF"/>
                  </a:solidFill>
                  <a:latin typeface="微软雅黑" panose="020B0503020204020204" charset="-122"/>
                  <a:ea typeface="微软雅黑" panose="020B0503020204020204" charset="-122"/>
                </a:rPr>
                <a:t>gps</a:t>
              </a:r>
              <a:r>
                <a:rPr lang="zh-CN" altLang="zh-CN" sz="1200" dirty="0">
                  <a:solidFill>
                    <a:srgbClr val="FFFFFF"/>
                  </a:solidFill>
                  <a:latin typeface="微软雅黑" panose="020B0503020204020204" charset="-122"/>
                  <a:ea typeface="微软雅黑" panose="020B0503020204020204" charset="-122"/>
                </a:rPr>
                <a:t>，</a:t>
              </a:r>
              <a:r>
                <a:rPr lang="zh-CN" altLang="en-US" sz="1200" dirty="0">
                  <a:solidFill>
                    <a:srgbClr val="FFFFFF"/>
                  </a:solidFill>
                  <a:latin typeface="微软雅黑" panose="020B0503020204020204" charset="-122"/>
                  <a:ea typeface="微软雅黑" panose="020B0503020204020204" charset="-122"/>
                </a:rPr>
                <a:t>也</a:t>
              </a:r>
              <a:r>
                <a:rPr lang="zh-CN" altLang="zh-CN" sz="1200" dirty="0">
                  <a:solidFill>
                    <a:srgbClr val="FFFFFF"/>
                  </a:solidFill>
                  <a:latin typeface="微软雅黑" panose="020B0503020204020204" charset="-122"/>
                  <a:ea typeface="微软雅黑" panose="020B0503020204020204" charset="-122"/>
                </a:rPr>
                <a:t>需要</a:t>
              </a:r>
              <a:r>
                <a:rPr lang="zh-CN" altLang="zh-CN" sz="1600" dirty="0">
                  <a:solidFill>
                    <a:srgbClr val="FFFFFF"/>
                  </a:solidFill>
                  <a:latin typeface="微软雅黑" panose="020B0503020204020204" charset="-122"/>
                  <a:ea typeface="微软雅黑" panose="020B0503020204020204" charset="-122"/>
                </a:rPr>
                <a:t>网络传输</a:t>
              </a:r>
              <a:r>
                <a:rPr lang="zh-CN" altLang="zh-CN" sz="1200" dirty="0">
                  <a:solidFill>
                    <a:srgbClr val="FFFFFF"/>
                  </a:solidFill>
                  <a:latin typeface="微软雅黑" panose="020B0503020204020204" charset="-122"/>
                  <a:ea typeface="微软雅黑" panose="020B0503020204020204" charset="-122"/>
                </a:rPr>
                <a:t>位置信息</a:t>
              </a:r>
              <a:r>
                <a:rPr lang="zh-CN" altLang="en-US" sz="1200" dirty="0">
                  <a:solidFill>
                    <a:srgbClr val="FFFFFF"/>
                  </a:solidFill>
                  <a:latin typeface="微软雅黑" panose="020B0503020204020204" charset="-122"/>
                  <a:ea typeface="微软雅黑" panose="020B0503020204020204" charset="-122"/>
                </a:rPr>
                <a:t>。</a:t>
              </a:r>
            </a:p>
          </p:txBody>
        </p:sp>
        <p:sp>
          <p:nvSpPr>
            <p:cNvPr id="18" name="矩形 17">
              <a:extLst>
                <a:ext uri="{FF2B5EF4-FFF2-40B4-BE49-F238E27FC236}">
                  <a16:creationId xmlns:a16="http://schemas.microsoft.com/office/drawing/2014/main" id="{7F377665-5E4D-E63F-BE5E-2113588551AA}"/>
                </a:ext>
              </a:extLst>
            </p:cNvPr>
            <p:cNvSpPr/>
            <p:nvPr/>
          </p:nvSpPr>
          <p:spPr>
            <a:xfrm>
              <a:off x="657559" y="1759118"/>
              <a:ext cx="1047083" cy="1015663"/>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a:ln>
                    <a:noFill/>
                  </a:ln>
                  <a:solidFill>
                    <a:srgbClr val="FFFFFF"/>
                  </a:solidFill>
                  <a:effectLst/>
                  <a:uLnTx/>
                  <a:uFillTx/>
                  <a:latin typeface="Century Gothic"/>
                  <a:ea typeface="微软雅黑" panose="020B0503020204020204" charset="-122"/>
                  <a:cs typeface="微软雅黑" panose="020B0503020204020204" charset="-122"/>
                </a:rPr>
                <a:t>03</a:t>
              </a:r>
            </a:p>
          </p:txBody>
        </p:sp>
      </p:grpSp>
      <p:grpSp>
        <p:nvGrpSpPr>
          <p:cNvPr id="19" name="组 34">
            <a:extLst>
              <a:ext uri="{FF2B5EF4-FFF2-40B4-BE49-F238E27FC236}">
                <a16:creationId xmlns:a16="http://schemas.microsoft.com/office/drawing/2014/main" id="{E16FA120-DAFD-06EC-069C-89A5550A60E2}"/>
              </a:ext>
            </a:extLst>
          </p:cNvPr>
          <p:cNvGrpSpPr/>
          <p:nvPr/>
        </p:nvGrpSpPr>
        <p:grpSpPr>
          <a:xfrm>
            <a:off x="1366648" y="4505106"/>
            <a:ext cx="4292600" cy="1212648"/>
            <a:chOff x="558800" y="1663700"/>
            <a:chExt cx="4292600" cy="1212648"/>
          </a:xfrm>
        </p:grpSpPr>
        <p:sp>
          <p:nvSpPr>
            <p:cNvPr id="20" name="圆角矩形 35">
              <a:extLst>
                <a:ext uri="{FF2B5EF4-FFF2-40B4-BE49-F238E27FC236}">
                  <a16:creationId xmlns:a16="http://schemas.microsoft.com/office/drawing/2014/main" id="{B5D92A02-5CED-7368-2170-1853CE0E9E20}"/>
                </a:ext>
              </a:extLst>
            </p:cNvPr>
            <p:cNvSpPr/>
            <p:nvPr/>
          </p:nvSpPr>
          <p:spPr>
            <a:xfrm>
              <a:off x="558800" y="1663700"/>
              <a:ext cx="4292600" cy="1206500"/>
            </a:xfrm>
            <a:prstGeom prst="roundRect">
              <a:avLst>
                <a:gd name="adj" fmla="val 1456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Century Gothic"/>
                <a:ea typeface="宋体" panose="02010600030101010101" pitchFamily="2" charset="-122"/>
                <a:cs typeface="Arial"/>
              </a:endParaRPr>
            </a:p>
          </p:txBody>
        </p:sp>
        <p:sp>
          <p:nvSpPr>
            <p:cNvPr id="21" name="文本框 20">
              <a:extLst>
                <a:ext uri="{FF2B5EF4-FFF2-40B4-BE49-F238E27FC236}">
                  <a16:creationId xmlns:a16="http://schemas.microsoft.com/office/drawing/2014/main" id="{62C36C88-A9E0-D46F-6A26-E5453247AEF0}"/>
                </a:ext>
              </a:extLst>
            </p:cNvPr>
            <p:cNvSpPr txBox="1"/>
            <p:nvPr/>
          </p:nvSpPr>
          <p:spPr>
            <a:xfrm>
              <a:off x="1528354" y="1860685"/>
              <a:ext cx="3060699"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FFFFFF"/>
                  </a:solidFill>
                  <a:latin typeface="微软雅黑" panose="020B0503020204020204" charset="-122"/>
                  <a:ea typeface="微软雅黑" panose="020B0503020204020204" charset="-122"/>
                </a:rPr>
                <a:t>利用</a:t>
              </a:r>
              <a:r>
                <a:rPr lang="zh-CN" altLang="en-US" sz="1600" dirty="0">
                  <a:solidFill>
                    <a:srgbClr val="FFFFFF"/>
                  </a:solidFill>
                  <a:latin typeface="微软雅黑" panose="020B0503020204020204" charset="-122"/>
                  <a:ea typeface="微软雅黑" panose="020B0503020204020204" charset="-122"/>
                </a:rPr>
                <a:t>计算机统计和预测</a:t>
              </a:r>
              <a:r>
                <a:rPr lang="zh-CN" altLang="en-US" sz="1200" dirty="0">
                  <a:solidFill>
                    <a:srgbClr val="FFFFFF"/>
                  </a:solidFill>
                  <a:latin typeface="微软雅黑" panose="020B0503020204020204" charset="-122"/>
                  <a:ea typeface="微软雅黑" panose="020B0503020204020204" charset="-122"/>
                </a:rPr>
                <a:t>功能</a:t>
              </a:r>
              <a:r>
                <a:rPr lang="zh-CN" altLang="zh-CN" sz="1200" dirty="0">
                  <a:solidFill>
                    <a:srgbClr val="FFFFFF"/>
                  </a:solidFill>
                  <a:latin typeface="微软雅黑" panose="020B0503020204020204" charset="-122"/>
                  <a:ea typeface="微软雅黑" panose="020B0503020204020204" charset="-122"/>
                </a:rPr>
                <a:t>预计的到达时间，接收方的最后收货及确认信息，最后物流系统将完成信息上报给货物的</a:t>
              </a:r>
              <a:r>
                <a:rPr lang="zh-CN" altLang="zh-CN" sz="1600" dirty="0">
                  <a:solidFill>
                    <a:srgbClr val="FFFFFF"/>
                  </a:solidFill>
                  <a:latin typeface="微软雅黑" panose="020B0503020204020204" charset="-122"/>
                  <a:ea typeface="微软雅黑" panose="020B0503020204020204" charset="-122"/>
                </a:rPr>
                <a:t>管理系统</a:t>
              </a:r>
              <a:r>
                <a:rPr lang="zh-CN" altLang="en-US" sz="1200" dirty="0">
                  <a:solidFill>
                    <a:srgbClr val="FFFFFF"/>
                  </a:solidFill>
                  <a:latin typeface="微软雅黑" panose="020B0503020204020204" charset="-122"/>
                  <a:ea typeface="微软雅黑" panose="020B0503020204020204" charset="-122"/>
                </a:rPr>
                <a:t>。</a:t>
              </a:r>
            </a:p>
          </p:txBody>
        </p:sp>
        <p:sp>
          <p:nvSpPr>
            <p:cNvPr id="22" name="矩形 21">
              <a:extLst>
                <a:ext uri="{FF2B5EF4-FFF2-40B4-BE49-F238E27FC236}">
                  <a16:creationId xmlns:a16="http://schemas.microsoft.com/office/drawing/2014/main" id="{CD011BEC-C34E-2D73-0AAE-8B26774D6E54}"/>
                </a:ext>
              </a:extLst>
            </p:cNvPr>
            <p:cNvSpPr/>
            <p:nvPr/>
          </p:nvSpPr>
          <p:spPr>
            <a:xfrm>
              <a:off x="657559" y="1759118"/>
              <a:ext cx="1047083" cy="1015663"/>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rgbClr val="FFFFFF"/>
                  </a:solidFill>
                  <a:effectLst/>
                  <a:uLnTx/>
                  <a:uFillTx/>
                  <a:latin typeface="Century Gothic"/>
                  <a:ea typeface="微软雅黑" panose="020B0503020204020204" charset="-122"/>
                  <a:cs typeface="微软雅黑" panose="020B0503020204020204" charset="-122"/>
                </a:rPr>
                <a:t>05</a:t>
              </a:r>
            </a:p>
          </p:txBody>
        </p:sp>
      </p:grpSp>
      <p:grpSp>
        <p:nvGrpSpPr>
          <p:cNvPr id="23" name="组 38">
            <a:extLst>
              <a:ext uri="{FF2B5EF4-FFF2-40B4-BE49-F238E27FC236}">
                <a16:creationId xmlns:a16="http://schemas.microsoft.com/office/drawing/2014/main" id="{89565DFF-A624-2F28-A610-3A3138DF35D7}"/>
              </a:ext>
            </a:extLst>
          </p:cNvPr>
          <p:cNvGrpSpPr/>
          <p:nvPr/>
        </p:nvGrpSpPr>
        <p:grpSpPr>
          <a:xfrm>
            <a:off x="6614589" y="4505106"/>
            <a:ext cx="4292600" cy="1206500"/>
            <a:chOff x="558800" y="1663700"/>
            <a:chExt cx="4292600" cy="1206500"/>
          </a:xfrm>
        </p:grpSpPr>
        <p:sp>
          <p:nvSpPr>
            <p:cNvPr id="24" name="圆角矩形 39">
              <a:extLst>
                <a:ext uri="{FF2B5EF4-FFF2-40B4-BE49-F238E27FC236}">
                  <a16:creationId xmlns:a16="http://schemas.microsoft.com/office/drawing/2014/main" id="{10666514-A177-6BCE-5917-9584F3A7EA48}"/>
                </a:ext>
              </a:extLst>
            </p:cNvPr>
            <p:cNvSpPr/>
            <p:nvPr/>
          </p:nvSpPr>
          <p:spPr>
            <a:xfrm>
              <a:off x="558800" y="1663700"/>
              <a:ext cx="4292600" cy="1206500"/>
            </a:xfrm>
            <a:prstGeom prst="roundRect">
              <a:avLst>
                <a:gd name="adj" fmla="val 1456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Century Gothic"/>
                <a:ea typeface="宋体" panose="02010600030101010101" pitchFamily="2" charset="-122"/>
                <a:cs typeface="Arial"/>
              </a:endParaRPr>
            </a:p>
          </p:txBody>
        </p:sp>
        <p:sp>
          <p:nvSpPr>
            <p:cNvPr id="25" name="文本框 24">
              <a:extLst>
                <a:ext uri="{FF2B5EF4-FFF2-40B4-BE49-F238E27FC236}">
                  <a16:creationId xmlns:a16="http://schemas.microsoft.com/office/drawing/2014/main" id="{CE0BCF47-8BCF-37A2-6DD2-77A49B47CC63}"/>
                </a:ext>
              </a:extLst>
            </p:cNvPr>
            <p:cNvSpPr txBox="1"/>
            <p:nvPr/>
          </p:nvSpPr>
          <p:spPr>
            <a:xfrm>
              <a:off x="1612901" y="1860685"/>
              <a:ext cx="3060699" cy="94917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1200" dirty="0">
                  <a:solidFill>
                    <a:srgbClr val="FFFFFF"/>
                  </a:solidFill>
                  <a:latin typeface="微软雅黑" panose="020B0503020204020204" charset="-122"/>
                  <a:ea typeface="微软雅黑" panose="020B0503020204020204" charset="-122"/>
                </a:rPr>
                <a:t>订单完成后，可以利用</a:t>
              </a:r>
              <a:r>
                <a:rPr lang="zh-CN" altLang="en-US" sz="1600" dirty="0">
                  <a:solidFill>
                    <a:srgbClr val="FFFFFF"/>
                  </a:solidFill>
                  <a:latin typeface="微软雅黑" panose="020B0503020204020204" charset="-122"/>
                  <a:ea typeface="微软雅黑" panose="020B0503020204020204" charset="-122"/>
                </a:rPr>
                <a:t>人工智能</a:t>
              </a:r>
              <a:r>
                <a:rPr lang="zh-CN" altLang="en-US" sz="1200" dirty="0">
                  <a:solidFill>
                    <a:srgbClr val="FFFFFF"/>
                  </a:solidFill>
                  <a:latin typeface="微软雅黑" panose="020B0503020204020204" charset="-122"/>
                  <a:ea typeface="微软雅黑" panose="020B0503020204020204" charset="-122"/>
                </a:rPr>
                <a:t>和</a:t>
              </a:r>
              <a:r>
                <a:rPr lang="zh-CN" altLang="en-US" sz="1600" dirty="0">
                  <a:solidFill>
                    <a:srgbClr val="FFFFFF"/>
                  </a:solidFill>
                  <a:latin typeface="微软雅黑" panose="020B0503020204020204" charset="-122"/>
                  <a:ea typeface="微软雅黑" panose="020B0503020204020204" charset="-122"/>
                </a:rPr>
                <a:t>大数据分析</a:t>
              </a:r>
              <a:r>
                <a:rPr lang="zh-CN" altLang="en-US" sz="1200" dirty="0">
                  <a:solidFill>
                    <a:srgbClr val="FFFFFF"/>
                  </a:solidFill>
                  <a:latin typeface="微软雅黑" panose="020B0503020204020204" charset="-122"/>
                  <a:ea typeface="微软雅黑" panose="020B0503020204020204" charset="-122"/>
                </a:rPr>
                <a:t>技术，更好地预测需求、优化供应链和提高货运效率。</a:t>
              </a:r>
            </a:p>
          </p:txBody>
        </p:sp>
        <p:sp>
          <p:nvSpPr>
            <p:cNvPr id="26" name="矩形 25">
              <a:extLst>
                <a:ext uri="{FF2B5EF4-FFF2-40B4-BE49-F238E27FC236}">
                  <a16:creationId xmlns:a16="http://schemas.microsoft.com/office/drawing/2014/main" id="{9ED41CDD-A984-F505-D025-A528D3794453}"/>
                </a:ext>
              </a:extLst>
            </p:cNvPr>
            <p:cNvSpPr/>
            <p:nvPr/>
          </p:nvSpPr>
          <p:spPr>
            <a:xfrm>
              <a:off x="657559" y="1759118"/>
              <a:ext cx="1047083" cy="1015663"/>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rgbClr val="FFFFFF"/>
                  </a:solidFill>
                  <a:effectLst/>
                  <a:uLnTx/>
                  <a:uFillTx/>
                  <a:latin typeface="Century Gothic"/>
                  <a:ea typeface="微软雅黑" panose="020B0503020204020204" charset="-122"/>
                  <a:cs typeface="微软雅黑" panose="020B0503020204020204" charset="-122"/>
                </a:rPr>
                <a:t>06</a:t>
              </a:r>
            </a:p>
          </p:txBody>
        </p:sp>
      </p:grpSp>
      <p:sp>
        <p:nvSpPr>
          <p:cNvPr id="27" name="右箭头 4">
            <a:extLst>
              <a:ext uri="{FF2B5EF4-FFF2-40B4-BE49-F238E27FC236}">
                <a16:creationId xmlns:a16="http://schemas.microsoft.com/office/drawing/2014/main" id="{2B378E5D-181C-82A1-F13C-1F3799548705}"/>
              </a:ext>
            </a:extLst>
          </p:cNvPr>
          <p:cNvSpPr/>
          <p:nvPr/>
        </p:nvSpPr>
        <p:spPr>
          <a:xfrm>
            <a:off x="5659248" y="2053736"/>
            <a:ext cx="955341" cy="4191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Century Gothic"/>
              <a:ea typeface="宋体" panose="02010600030101010101" pitchFamily="2" charset="-122"/>
              <a:cs typeface="Arial"/>
            </a:endParaRPr>
          </a:p>
        </p:txBody>
      </p:sp>
      <p:sp>
        <p:nvSpPr>
          <p:cNvPr id="28" name="右箭头 45">
            <a:extLst>
              <a:ext uri="{FF2B5EF4-FFF2-40B4-BE49-F238E27FC236}">
                <a16:creationId xmlns:a16="http://schemas.microsoft.com/office/drawing/2014/main" id="{415B4A98-B720-FFCA-DA61-BCF1A3E44264}"/>
              </a:ext>
            </a:extLst>
          </p:cNvPr>
          <p:cNvSpPr/>
          <p:nvPr/>
        </p:nvSpPr>
        <p:spPr>
          <a:xfrm rot="10800000">
            <a:off x="5664232" y="3500520"/>
            <a:ext cx="955341" cy="41910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Century Gothic"/>
              <a:ea typeface="宋体" panose="02010600030101010101" pitchFamily="2" charset="-122"/>
              <a:cs typeface="Arial"/>
            </a:endParaRPr>
          </a:p>
        </p:txBody>
      </p:sp>
      <p:sp>
        <p:nvSpPr>
          <p:cNvPr id="29" name="环形箭头 46">
            <a:extLst>
              <a:ext uri="{FF2B5EF4-FFF2-40B4-BE49-F238E27FC236}">
                <a16:creationId xmlns:a16="http://schemas.microsoft.com/office/drawing/2014/main" id="{0DFD6B3A-830E-F982-5E1E-0CA4CC30383E}"/>
              </a:ext>
            </a:extLst>
          </p:cNvPr>
          <p:cNvSpPr/>
          <p:nvPr/>
        </p:nvSpPr>
        <p:spPr>
          <a:xfrm rot="16200000" flipH="1">
            <a:off x="457807" y="3476064"/>
            <a:ext cx="1827650" cy="1827650"/>
          </a:xfrm>
          <a:prstGeom prst="circularArrow">
            <a:avLst/>
          </a:prstGeom>
          <a:solidFill>
            <a:schemeClr val="accent4">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Century Gothic"/>
              <a:ea typeface="宋体" panose="02010600030101010101" pitchFamily="2" charset="-122"/>
              <a:cs typeface="Arial"/>
            </a:endParaRPr>
          </a:p>
        </p:txBody>
      </p:sp>
      <p:sp>
        <p:nvSpPr>
          <p:cNvPr id="30" name="右箭头 47">
            <a:extLst>
              <a:ext uri="{FF2B5EF4-FFF2-40B4-BE49-F238E27FC236}">
                <a16:creationId xmlns:a16="http://schemas.microsoft.com/office/drawing/2014/main" id="{D13CB549-D741-5271-0590-F2234A838D19}"/>
              </a:ext>
            </a:extLst>
          </p:cNvPr>
          <p:cNvSpPr/>
          <p:nvPr/>
        </p:nvSpPr>
        <p:spPr>
          <a:xfrm>
            <a:off x="5659248" y="4898298"/>
            <a:ext cx="955341" cy="419100"/>
          </a:xfrm>
          <a:prstGeom prst="rightArrow">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Century Gothic"/>
              <a:ea typeface="宋体" panose="02010600030101010101" pitchFamily="2" charset="-122"/>
              <a:cs typeface="Arial"/>
            </a:endParaRPr>
          </a:p>
        </p:txBody>
      </p:sp>
      <p:pic>
        <p:nvPicPr>
          <p:cNvPr id="31" name="Picture 2" descr="C:\Users\Administrator\Desktop\11111.tif">
            <a:extLst>
              <a:ext uri="{FF2B5EF4-FFF2-40B4-BE49-F238E27FC236}">
                <a16:creationId xmlns:a16="http://schemas.microsoft.com/office/drawing/2014/main" id="{85323915-476F-622D-FFB0-300395E32853}"/>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占位符 1">
            <a:extLst>
              <a:ext uri="{FF2B5EF4-FFF2-40B4-BE49-F238E27FC236}">
                <a16:creationId xmlns:a16="http://schemas.microsoft.com/office/drawing/2014/main" id="{94064406-76E5-3058-3017-4C93EFA7E41A}"/>
              </a:ext>
            </a:extLst>
          </p:cNvPr>
          <p:cNvSpPr txBox="1">
            <a:spLocks/>
          </p:cNvSpPr>
          <p:nvPr/>
        </p:nvSpPr>
        <p:spPr>
          <a:xfrm>
            <a:off x="4954041" y="137883"/>
            <a:ext cx="3321436" cy="5295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kumimoji="1" lang="zh-CN" altLang="en-US" dirty="0">
                <a:solidFill>
                  <a:schemeClr val="bg1"/>
                </a:solidFill>
                <a:latin typeface="微软雅黑" panose="020B0503020204020204" charset="-122"/>
                <a:ea typeface="微软雅黑" panose="020B0503020204020204" charset="-122"/>
                <a:cs typeface="微软雅黑" panose="020B0503020204020204" charset="-122"/>
              </a:rPr>
              <a:t>现代物流系统</a:t>
            </a:r>
          </a:p>
        </p:txBody>
      </p:sp>
      <p:sp>
        <p:nvSpPr>
          <p:cNvPr id="32" name="环形箭头 46">
            <a:extLst>
              <a:ext uri="{FF2B5EF4-FFF2-40B4-BE49-F238E27FC236}">
                <a16:creationId xmlns:a16="http://schemas.microsoft.com/office/drawing/2014/main" id="{A6599181-5AF7-175C-FF9D-8AB8EAAC43FE}"/>
              </a:ext>
            </a:extLst>
          </p:cNvPr>
          <p:cNvSpPr/>
          <p:nvPr/>
        </p:nvSpPr>
        <p:spPr>
          <a:xfrm rot="5400000">
            <a:off x="9986530" y="2002874"/>
            <a:ext cx="1827650" cy="1827650"/>
          </a:xfrm>
          <a:prstGeom prst="circularArrow">
            <a:avLst/>
          </a:prstGeom>
          <a:solidFill>
            <a:srgbClr val="C050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Century Gothic"/>
              <a:ea typeface="宋体" panose="02010600030101010101" pitchFamily="2" charset="-122"/>
              <a:cs typeface="Arial"/>
            </a:endParaRPr>
          </a:p>
        </p:txBody>
      </p:sp>
      <p:pic>
        <p:nvPicPr>
          <p:cNvPr id="45" name="图片 44">
            <a:extLst>
              <a:ext uri="{FF2B5EF4-FFF2-40B4-BE49-F238E27FC236}">
                <a16:creationId xmlns:a16="http://schemas.microsoft.com/office/drawing/2014/main" id="{29F50B64-14F2-29DD-7E9D-A32F10A0929D}"/>
              </a:ext>
            </a:extLst>
          </p:cNvPr>
          <p:cNvPicPr>
            <a:picLocks noChangeAspect="1"/>
          </p:cNvPicPr>
          <p:nvPr/>
        </p:nvPicPr>
        <p:blipFill>
          <a:blip r:embed="rId4">
            <a:alphaModFix amt="70000"/>
          </a:blip>
          <a:stretch>
            <a:fillRect/>
          </a:stretch>
        </p:blipFill>
        <p:spPr>
          <a:xfrm rot="2059433">
            <a:off x="10071600" y="5743357"/>
            <a:ext cx="973014" cy="973014"/>
          </a:xfrm>
          <a:prstGeom prst="rect">
            <a:avLst/>
          </a:prstGeom>
        </p:spPr>
      </p:pic>
    </p:spTree>
    <p:extLst>
      <p:ext uri="{BB962C8B-B14F-4D97-AF65-F5344CB8AC3E}">
        <p14:creationId xmlns:p14="http://schemas.microsoft.com/office/powerpoint/2010/main" val="11141098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descr="C:\Users\Administrator\Desktop\11111.tif">
            <a:extLst>
              <a:ext uri="{FF2B5EF4-FFF2-40B4-BE49-F238E27FC236}">
                <a16:creationId xmlns:a16="http://schemas.microsoft.com/office/drawing/2014/main" id="{410C653A-5FE1-9FF9-FAAB-59637F1B927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Straight Connector 43"/>
          <p:cNvCxnSpPr>
            <a:cxnSpLocks/>
          </p:cNvCxnSpPr>
          <p:nvPr/>
        </p:nvCxnSpPr>
        <p:spPr>
          <a:xfrm>
            <a:off x="897148" y="3778370"/>
            <a:ext cx="10478219" cy="0"/>
          </a:xfrm>
          <a:prstGeom prst="line">
            <a:avLst/>
          </a:prstGeom>
          <a:ln w="19050">
            <a:solidFill>
              <a:schemeClr val="bg1">
                <a:lumMod val="75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2762631" y="1585756"/>
            <a:ext cx="2507411" cy="1077218"/>
          </a:xfrm>
          <a:prstGeom prst="rect">
            <a:avLst/>
          </a:prstGeom>
          <a:noFill/>
        </p:spPr>
        <p:txBody>
          <a:bodyPr wrap="square" lIns="0" tIns="0" rIns="0" bIns="0" rtlCol="0" anchor="t">
            <a:spAutoFit/>
          </a:bodyPr>
          <a:lstStyle/>
          <a:p>
            <a:pPr algn="ctr" defTabSz="1219200">
              <a:spcBef>
                <a:spcPct val="20000"/>
              </a:spcBef>
              <a:defRPr/>
            </a:pPr>
            <a:r>
              <a:rPr lang="zh-CN" altLang="en-US" sz="1400" b="1" dirty="0">
                <a:latin typeface="微软雅黑" panose="020B0503020204020204" pitchFamily="34" charset="-122"/>
                <a:ea typeface="微软雅黑" panose="020B0503020204020204" pitchFamily="34" charset="-122"/>
              </a:rPr>
              <a:t>图像处理</a:t>
            </a:r>
            <a:r>
              <a:rPr lang="zh-CN" altLang="en-US" sz="1400" dirty="0">
                <a:latin typeface="微软雅黑" panose="020B0503020204020204" pitchFamily="34" charset="-122"/>
                <a:ea typeface="微软雅黑" panose="020B0503020204020204" pitchFamily="34" charset="-122"/>
              </a:rPr>
              <a:t>和</a:t>
            </a:r>
            <a:r>
              <a:rPr lang="zh-CN" altLang="en-US" sz="1400" b="1" dirty="0">
                <a:latin typeface="微软雅黑" panose="020B0503020204020204" pitchFamily="34" charset="-122"/>
                <a:ea typeface="微软雅黑" panose="020B0503020204020204" pitchFamily="34" charset="-122"/>
              </a:rPr>
              <a:t>计算机视觉技术</a:t>
            </a:r>
            <a:r>
              <a:rPr lang="zh-CN" altLang="en-US" sz="1400" dirty="0">
                <a:latin typeface="微软雅黑" panose="020B0503020204020204" pitchFamily="34" charset="-122"/>
                <a:ea typeface="微软雅黑" panose="020B0503020204020204" pitchFamily="34" charset="-122"/>
              </a:rPr>
              <a:t>用于识别和分类道路上的各种元素，包括车辆、行人、交通标志和道路标线。这为车辆提供了对其周围环境的视觉理解。</a:t>
            </a:r>
            <a:endParaRPr lang="en-US" altLang="zh-CN" sz="1400" dirty="0">
              <a:latin typeface="微软雅黑" panose="020B0503020204020204" pitchFamily="34" charset="-122"/>
              <a:ea typeface="微软雅黑" panose="020B0503020204020204" pitchFamily="34" charset="-122"/>
            </a:endParaRPr>
          </a:p>
        </p:txBody>
      </p:sp>
      <p:sp>
        <p:nvSpPr>
          <p:cNvPr id="48" name="TextBox 47"/>
          <p:cNvSpPr txBox="1"/>
          <p:nvPr/>
        </p:nvSpPr>
        <p:spPr>
          <a:xfrm>
            <a:off x="897147" y="4958846"/>
            <a:ext cx="2334585" cy="1077218"/>
          </a:xfrm>
          <a:prstGeom prst="rect">
            <a:avLst/>
          </a:prstGeom>
          <a:noFill/>
        </p:spPr>
        <p:txBody>
          <a:bodyPr wrap="square" lIns="0" tIns="0" rIns="0" bIns="0" rtlCol="0" anchor="t">
            <a:spAutoFit/>
          </a:bodyPr>
          <a:lstStyle/>
          <a:p>
            <a:pPr algn="ctr" defTabSz="1219200">
              <a:spcBef>
                <a:spcPct val="20000"/>
              </a:spcBef>
              <a:defRPr/>
            </a:pPr>
            <a:r>
              <a:rPr lang="zh-CN" altLang="en-US" sz="1400" dirty="0">
                <a:latin typeface="微软雅黑" panose="020B0503020204020204" pitchFamily="34" charset="-122"/>
                <a:ea typeface="微软雅黑" panose="020B0503020204020204" pitchFamily="34" charset="-122"/>
              </a:rPr>
              <a:t>用</a:t>
            </a:r>
            <a:r>
              <a:rPr lang="zh-CN" altLang="en-US" sz="1400" b="1" dirty="0">
                <a:latin typeface="微软雅黑" panose="020B0503020204020204" pitchFamily="34" charset="-122"/>
                <a:ea typeface="微软雅黑" panose="020B0503020204020204" pitchFamily="34" charset="-122"/>
              </a:rPr>
              <a:t>计算机视觉</a:t>
            </a:r>
            <a:r>
              <a:rPr lang="zh-CN" altLang="en-US" sz="1400" dirty="0">
                <a:latin typeface="微软雅黑" panose="020B0503020204020204" pitchFamily="34" charset="-122"/>
                <a:ea typeface="微软雅黑" panose="020B0503020204020204" pitchFamily="34" charset="-122"/>
              </a:rPr>
              <a:t>、传感器等感知技术进行数据采集，如摄像头拍摄道路情况，雷达测量车速和位置等。用</a:t>
            </a:r>
            <a:r>
              <a:rPr lang="zh-CN" altLang="en-US" sz="1400" b="1" dirty="0">
                <a:latin typeface="微软雅黑" panose="020B0503020204020204" pitchFamily="34" charset="-122"/>
                <a:ea typeface="微软雅黑" panose="020B0503020204020204" pitchFamily="34" charset="-122"/>
              </a:rPr>
              <a:t>图像识别</a:t>
            </a:r>
            <a:r>
              <a:rPr lang="zh-CN" altLang="en-US" sz="1400" dirty="0">
                <a:latin typeface="微软雅黑" panose="020B0503020204020204" pitchFamily="34" charset="-122"/>
                <a:ea typeface="微软雅黑" panose="020B0503020204020204" pitchFamily="34" charset="-122"/>
              </a:rPr>
              <a:t>等技术进行特征提取</a:t>
            </a:r>
            <a:endParaRPr lang="en-US" altLang="zh-CN" sz="1400" dirty="0">
              <a:latin typeface="微软雅黑" panose="020B0503020204020204" pitchFamily="34" charset="-122"/>
              <a:ea typeface="微软雅黑" panose="020B0503020204020204" pitchFamily="34" charset="-122"/>
            </a:endParaRPr>
          </a:p>
        </p:txBody>
      </p:sp>
      <p:sp>
        <p:nvSpPr>
          <p:cNvPr id="55" name="TextBox 54"/>
          <p:cNvSpPr txBox="1"/>
          <p:nvPr/>
        </p:nvSpPr>
        <p:spPr>
          <a:xfrm>
            <a:off x="6711158" y="1495774"/>
            <a:ext cx="2260511" cy="1292662"/>
          </a:xfrm>
          <a:prstGeom prst="rect">
            <a:avLst/>
          </a:prstGeom>
          <a:noFill/>
        </p:spPr>
        <p:txBody>
          <a:bodyPr wrap="square" lIns="0" tIns="0" rIns="0" bIns="0" rtlCol="0" anchor="t">
            <a:spAutoFit/>
          </a:bodyPr>
          <a:lstStyle/>
          <a:p>
            <a:pPr algn="ctr" defTabSz="1219200">
              <a:spcBef>
                <a:spcPct val="20000"/>
              </a:spcBef>
              <a:defRPr/>
            </a:pPr>
            <a:r>
              <a:rPr lang="zh-CN" altLang="en-US" sz="1400" b="1" dirty="0">
                <a:latin typeface="微软雅黑" panose="020B0503020204020204" pitchFamily="34" charset="-122"/>
                <a:ea typeface="微软雅黑" panose="020B0503020204020204" pitchFamily="34" charset="-122"/>
              </a:rPr>
              <a:t>机器学习</a:t>
            </a:r>
            <a:r>
              <a:rPr lang="zh-CN" altLang="en-US" sz="1400" dirty="0">
                <a:latin typeface="微软雅黑" panose="020B0503020204020204" pitchFamily="34" charset="-122"/>
                <a:ea typeface="微软雅黑" panose="020B0503020204020204" pitchFamily="34" charset="-122"/>
              </a:rPr>
              <a:t>和</a:t>
            </a:r>
            <a:r>
              <a:rPr lang="zh-CN" altLang="en-US" sz="1400" b="1" dirty="0">
                <a:latin typeface="微软雅黑" panose="020B0503020204020204" pitchFamily="34" charset="-122"/>
                <a:ea typeface="微软雅黑" panose="020B0503020204020204" pitchFamily="34" charset="-122"/>
              </a:rPr>
              <a:t>深度学习算法</a:t>
            </a:r>
            <a:r>
              <a:rPr lang="zh-CN" altLang="en-US" sz="1400" dirty="0">
                <a:latin typeface="微软雅黑" panose="020B0503020204020204" pitchFamily="34" charset="-122"/>
                <a:ea typeface="微软雅黑" panose="020B0503020204020204" pitchFamily="34" charset="-122"/>
              </a:rPr>
              <a:t>被广泛用于自动驾驶车辆中的决策制定和行为规划。通过训练模型来理解复杂交通场景、预测其他道路用户的行为，以及做出实时决。</a:t>
            </a:r>
            <a:endParaRPr lang="en-US" altLang="zh-CN" sz="1400" dirty="0">
              <a:latin typeface="微软雅黑" panose="020B0503020204020204" pitchFamily="34" charset="-122"/>
              <a:ea typeface="微软雅黑" panose="020B0503020204020204" pitchFamily="34" charset="-122"/>
            </a:endParaRPr>
          </a:p>
        </p:txBody>
      </p:sp>
      <p:sp>
        <p:nvSpPr>
          <p:cNvPr id="60" name="TextBox 59"/>
          <p:cNvSpPr txBox="1"/>
          <p:nvPr/>
        </p:nvSpPr>
        <p:spPr>
          <a:xfrm>
            <a:off x="5077693" y="4830438"/>
            <a:ext cx="2117128" cy="1077218"/>
          </a:xfrm>
          <a:prstGeom prst="rect">
            <a:avLst/>
          </a:prstGeom>
          <a:noFill/>
        </p:spPr>
        <p:txBody>
          <a:bodyPr wrap="square" lIns="0" tIns="0" rIns="0" bIns="0" rtlCol="0" anchor="t">
            <a:spAutoFit/>
          </a:bodyPr>
          <a:lstStyle/>
          <a:p>
            <a:pPr algn="ctr" defTabSz="1219200">
              <a:spcBef>
                <a:spcPct val="20000"/>
              </a:spcBef>
              <a:defRPr/>
            </a:pPr>
            <a:r>
              <a:rPr lang="zh-CN" altLang="en-US" sz="1400" dirty="0">
                <a:latin typeface="微软雅黑" panose="020B0503020204020204" pitchFamily="34" charset="-122"/>
                <a:ea typeface="微软雅黑" panose="020B0503020204020204" pitchFamily="34" charset="-122"/>
              </a:rPr>
              <a:t>使用全球定位系统（</a:t>
            </a:r>
            <a:r>
              <a:rPr lang="en-US" altLang="zh-CN" sz="1400" dirty="0">
                <a:latin typeface="微软雅黑" panose="020B0503020204020204" pitchFamily="34" charset="-122"/>
                <a:ea typeface="微软雅黑" panose="020B0503020204020204" pitchFamily="34" charset="-122"/>
              </a:rPr>
              <a:t>GPS</a:t>
            </a:r>
            <a:r>
              <a:rPr lang="zh-CN" altLang="en-US" sz="1400" dirty="0">
                <a:latin typeface="微软雅黑" panose="020B0503020204020204" pitchFamily="34" charset="-122"/>
                <a:ea typeface="微软雅黑" panose="020B0503020204020204" pitchFamily="34" charset="-122"/>
              </a:rPr>
              <a:t>）、惯性导航系统（</a:t>
            </a:r>
            <a:r>
              <a:rPr lang="en-US" altLang="zh-CN" sz="1400" dirty="0">
                <a:latin typeface="微软雅黑" panose="020B0503020204020204" pitchFamily="34" charset="-122"/>
                <a:ea typeface="微软雅黑" panose="020B0503020204020204" pitchFamily="34" charset="-122"/>
              </a:rPr>
              <a:t>IMU</a:t>
            </a:r>
            <a:r>
              <a:rPr lang="zh-CN" altLang="en-US" sz="1400" dirty="0">
                <a:latin typeface="微软雅黑" panose="020B0503020204020204" pitchFamily="34" charset="-122"/>
                <a:ea typeface="微软雅黑" panose="020B0503020204020204" pitchFamily="34" charset="-122"/>
              </a:rPr>
              <a:t>）和环境传感器，</a:t>
            </a:r>
            <a:r>
              <a:rPr lang="zh-CN" altLang="en-US" sz="1400" b="1" dirty="0">
                <a:latin typeface="微软雅黑" panose="020B0503020204020204" pitchFamily="34" charset="-122"/>
                <a:ea typeface="微软雅黑" panose="020B0503020204020204" pitchFamily="34" charset="-122"/>
              </a:rPr>
              <a:t>计算机科学技术</a:t>
            </a:r>
            <a:r>
              <a:rPr lang="zh-CN" altLang="en-US" sz="1400" dirty="0">
                <a:latin typeface="微软雅黑" panose="020B0503020204020204" pitchFamily="34" charset="-122"/>
                <a:ea typeface="微软雅黑" panose="020B0503020204020204" pitchFamily="34" charset="-122"/>
              </a:rPr>
              <a:t>支持车辆在实时进行精确定位。</a:t>
            </a:r>
            <a:endParaRPr lang="en-US" altLang="zh-CN" sz="1400" dirty="0">
              <a:latin typeface="微软雅黑" panose="020B0503020204020204" pitchFamily="34" charset="-122"/>
              <a:ea typeface="微软雅黑" panose="020B0503020204020204" pitchFamily="34" charset="-122"/>
            </a:endParaRPr>
          </a:p>
        </p:txBody>
      </p:sp>
      <p:grpSp>
        <p:nvGrpSpPr>
          <p:cNvPr id="12" name="组合 11"/>
          <p:cNvGrpSpPr/>
          <p:nvPr/>
        </p:nvGrpSpPr>
        <p:grpSpPr>
          <a:xfrm>
            <a:off x="2035835" y="2471131"/>
            <a:ext cx="8114580" cy="859564"/>
            <a:chOff x="1880097" y="2528980"/>
            <a:chExt cx="6745451" cy="795963"/>
          </a:xfrm>
        </p:grpSpPr>
        <p:cxnSp>
          <p:nvCxnSpPr>
            <p:cNvPr id="39" name="Straight Connector 38"/>
            <p:cNvCxnSpPr/>
            <p:nvPr/>
          </p:nvCxnSpPr>
          <p:spPr>
            <a:xfrm flipH="1">
              <a:off x="1880097" y="2528980"/>
              <a:ext cx="0" cy="795963"/>
            </a:xfrm>
            <a:prstGeom prst="line">
              <a:avLst/>
            </a:prstGeom>
            <a:ln w="19050" cap="rnd">
              <a:solidFill>
                <a:schemeClr val="accent1"/>
              </a:solidFill>
              <a:prstDash val="solid"/>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a:off x="5252823" y="2528980"/>
              <a:ext cx="0" cy="795963"/>
            </a:xfrm>
            <a:prstGeom prst="line">
              <a:avLst/>
            </a:prstGeom>
            <a:ln w="19050" cap="rnd">
              <a:solidFill>
                <a:schemeClr val="accent3"/>
              </a:solidFill>
              <a:prstDash val="solid"/>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a:off x="8625548" y="2528980"/>
              <a:ext cx="0" cy="795963"/>
            </a:xfrm>
            <a:prstGeom prst="line">
              <a:avLst/>
            </a:prstGeom>
            <a:ln w="19050" cap="rnd">
              <a:solidFill>
                <a:schemeClr val="accent5"/>
              </a:solidFill>
              <a:prstDash val="solid"/>
              <a:headEnd type="diamond"/>
              <a:tailEnd type="diamond"/>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1524002" y="3335600"/>
            <a:ext cx="9115241" cy="908747"/>
            <a:chOff x="1459341" y="3397089"/>
            <a:chExt cx="7586963" cy="841507"/>
          </a:xfrm>
        </p:grpSpPr>
        <p:sp>
          <p:nvSpPr>
            <p:cNvPr id="38" name="Oval 37"/>
            <p:cNvSpPr/>
            <p:nvPr/>
          </p:nvSpPr>
          <p:spPr>
            <a:xfrm>
              <a:off x="1459341" y="3397089"/>
              <a:ext cx="841512" cy="841507"/>
            </a:xfrm>
            <a:prstGeom prst="diamond">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5" b="1">
                  <a:solidFill>
                    <a:schemeClr val="accent1"/>
                  </a:solidFill>
                  <a:latin typeface="微软雅黑" panose="020B0503020204020204" pitchFamily="34" charset="-122"/>
                  <a:ea typeface="微软雅黑" panose="020B0503020204020204" pitchFamily="34" charset="-122"/>
                </a:rPr>
                <a:t>1</a:t>
              </a:r>
            </a:p>
          </p:txBody>
        </p:sp>
        <p:sp>
          <p:nvSpPr>
            <p:cNvPr id="41" name="Oval 40"/>
            <p:cNvSpPr/>
            <p:nvPr/>
          </p:nvSpPr>
          <p:spPr>
            <a:xfrm>
              <a:off x="4832067" y="3397089"/>
              <a:ext cx="841512" cy="841507"/>
            </a:xfrm>
            <a:prstGeom prst="diamond">
              <a:avLst/>
            </a:prstGeom>
            <a:solidFill>
              <a:schemeClr val="bg1"/>
            </a:solid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5" b="1">
                  <a:solidFill>
                    <a:schemeClr val="accent3"/>
                  </a:solidFill>
                  <a:latin typeface="微软雅黑" panose="020B0503020204020204" pitchFamily="34" charset="-122"/>
                  <a:ea typeface="微软雅黑" panose="020B0503020204020204" pitchFamily="34" charset="-122"/>
                </a:rPr>
                <a:t>3</a:t>
              </a:r>
              <a:endParaRPr lang="en-US" sz="2135">
                <a:solidFill>
                  <a:schemeClr val="accent3"/>
                </a:solidFill>
                <a:latin typeface="微软雅黑" panose="020B0503020204020204" pitchFamily="34" charset="-122"/>
                <a:ea typeface="微软雅黑" panose="020B0503020204020204" pitchFamily="34" charset="-122"/>
              </a:endParaRPr>
            </a:p>
          </p:txBody>
        </p:sp>
        <p:sp>
          <p:nvSpPr>
            <p:cNvPr id="54" name="Oval 53"/>
            <p:cNvSpPr/>
            <p:nvPr/>
          </p:nvSpPr>
          <p:spPr>
            <a:xfrm>
              <a:off x="8204792" y="3397089"/>
              <a:ext cx="841512" cy="841507"/>
            </a:xfrm>
            <a:prstGeom prst="diamond">
              <a:avLst/>
            </a:prstGeom>
            <a:solidFill>
              <a:schemeClr val="bg1"/>
            </a:solidFill>
            <a:ln w="508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5" b="1">
                  <a:solidFill>
                    <a:schemeClr val="accent5"/>
                  </a:solidFill>
                  <a:latin typeface="微软雅黑" panose="020B0503020204020204" pitchFamily="34" charset="-122"/>
                  <a:ea typeface="微软雅黑" panose="020B0503020204020204" pitchFamily="34" charset="-122"/>
                </a:rPr>
                <a:t>5</a:t>
              </a:r>
              <a:endParaRPr lang="en-US" sz="2135">
                <a:solidFill>
                  <a:schemeClr val="accent5"/>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1385979" y="4361627"/>
            <a:ext cx="9452452" cy="374589"/>
            <a:chOff x="1142117" y="4384690"/>
            <a:chExt cx="8558644" cy="346873"/>
          </a:xfrm>
        </p:grpSpPr>
        <p:sp>
          <p:nvSpPr>
            <p:cNvPr id="66" name="TextBox 65"/>
            <p:cNvSpPr txBox="1"/>
            <p:nvPr/>
          </p:nvSpPr>
          <p:spPr>
            <a:xfrm>
              <a:off x="1142117" y="4389554"/>
              <a:ext cx="1590779" cy="342005"/>
            </a:xfrm>
            <a:prstGeom prst="rect">
              <a:avLst/>
            </a:prstGeom>
            <a:noFill/>
          </p:spPr>
          <p:txBody>
            <a:bodyPr wrap="square" lIns="0" tIns="0" rIns="0" bIns="0" rtlCol="0" anchor="ctr">
              <a:spAutoFit/>
            </a:bodyPr>
            <a:lstStyle/>
            <a:p>
              <a:r>
                <a:rPr lang="zh-CN" altLang="en-US" sz="2400" b="1" dirty="0">
                  <a:solidFill>
                    <a:srgbClr val="5585BF"/>
                  </a:solidFill>
                  <a:latin typeface="微软雅黑" panose="020B0503020204020204" pitchFamily="34" charset="-122"/>
                  <a:ea typeface="微软雅黑" panose="020B0503020204020204" pitchFamily="34" charset="-122"/>
                </a:rPr>
                <a:t>数据采集</a:t>
              </a:r>
              <a:endParaRPr lang="en-US" altLang="zh-CN" sz="2400" b="1" dirty="0">
                <a:solidFill>
                  <a:srgbClr val="5585BF"/>
                </a:solidFill>
                <a:latin typeface="微软雅黑" panose="020B0503020204020204" pitchFamily="34" charset="-122"/>
                <a:ea typeface="微软雅黑" panose="020B0503020204020204" pitchFamily="34" charset="-122"/>
              </a:endParaRPr>
            </a:p>
          </p:txBody>
        </p:sp>
        <p:sp>
          <p:nvSpPr>
            <p:cNvPr id="43" name="TextBox 42"/>
            <p:cNvSpPr txBox="1"/>
            <p:nvPr/>
          </p:nvSpPr>
          <p:spPr>
            <a:xfrm>
              <a:off x="4874515" y="4389558"/>
              <a:ext cx="1114695" cy="342005"/>
            </a:xfrm>
            <a:prstGeom prst="rect">
              <a:avLst/>
            </a:prstGeom>
            <a:noFill/>
          </p:spPr>
          <p:txBody>
            <a:bodyPr wrap="none" lIns="0" tIns="0" rIns="0" bIns="0" rtlCol="0" anchor="ctr">
              <a:spAutoFit/>
            </a:bodyPr>
            <a:lstStyle/>
            <a:p>
              <a:r>
                <a:rPr lang="zh-CN" altLang="en-US" sz="2400" b="1" dirty="0">
                  <a:solidFill>
                    <a:srgbClr val="9BBB59"/>
                  </a:solidFill>
                  <a:latin typeface="微软雅黑" panose="020B0503020204020204" pitchFamily="34" charset="-122"/>
                  <a:ea typeface="微软雅黑" panose="020B0503020204020204" pitchFamily="34" charset="-122"/>
                </a:rPr>
                <a:t>实时定位</a:t>
              </a:r>
              <a:endParaRPr lang="en-US" altLang="zh-CN" sz="2400" b="1" dirty="0">
                <a:solidFill>
                  <a:srgbClr val="9BBB59"/>
                </a:solidFill>
                <a:latin typeface="微软雅黑" panose="020B0503020204020204" pitchFamily="34" charset="-122"/>
                <a:ea typeface="微软雅黑" panose="020B0503020204020204" pitchFamily="34" charset="-122"/>
              </a:endParaRPr>
            </a:p>
          </p:txBody>
        </p:sp>
        <p:sp>
          <p:nvSpPr>
            <p:cNvPr id="57" name="TextBox 56"/>
            <p:cNvSpPr txBox="1"/>
            <p:nvPr/>
          </p:nvSpPr>
          <p:spPr>
            <a:xfrm>
              <a:off x="8454843" y="4384690"/>
              <a:ext cx="1245918" cy="342005"/>
            </a:xfrm>
            <a:prstGeom prst="rect">
              <a:avLst/>
            </a:prstGeom>
            <a:noFill/>
          </p:spPr>
          <p:txBody>
            <a:bodyPr wrap="square" lIns="0" tIns="0" rIns="0" bIns="0" rtlCol="0" anchor="ctr">
              <a:spAutoFit/>
            </a:bodyPr>
            <a:lstStyle/>
            <a:p>
              <a:r>
                <a:rPr lang="zh-CN" altLang="en-US" sz="2400" b="1" dirty="0">
                  <a:solidFill>
                    <a:srgbClr val="4BACC6"/>
                  </a:solidFill>
                  <a:latin typeface="微软雅黑" panose="020B0503020204020204" pitchFamily="34" charset="-122"/>
                  <a:ea typeface="微软雅黑" panose="020B0503020204020204" pitchFamily="34" charset="-122"/>
                </a:rPr>
                <a:t>运动控制</a:t>
              </a:r>
              <a:endParaRPr lang="en-US" altLang="zh-CN" sz="2400" b="1" dirty="0">
                <a:solidFill>
                  <a:srgbClr val="4BACC6"/>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4025661" y="4267946"/>
            <a:ext cx="3899140" cy="871732"/>
            <a:chOff x="3566460" y="4326695"/>
            <a:chExt cx="3372725" cy="807231"/>
          </a:xfrm>
        </p:grpSpPr>
        <p:cxnSp>
          <p:nvCxnSpPr>
            <p:cNvPr id="51" name="Straight Connector 50"/>
            <p:cNvCxnSpPr/>
            <p:nvPr/>
          </p:nvCxnSpPr>
          <p:spPr>
            <a:xfrm flipH="1" flipV="1">
              <a:off x="3566460" y="4337277"/>
              <a:ext cx="0" cy="786064"/>
            </a:xfrm>
            <a:prstGeom prst="line">
              <a:avLst/>
            </a:prstGeom>
            <a:ln w="19050" cap="rnd">
              <a:solidFill>
                <a:schemeClr val="accent2"/>
              </a:solidFill>
              <a:prstDash val="solid"/>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H="1" flipV="1">
              <a:off x="6939185" y="4326695"/>
              <a:ext cx="0" cy="807231"/>
            </a:xfrm>
            <a:prstGeom prst="line">
              <a:avLst/>
            </a:prstGeom>
            <a:ln w="19050" cap="rnd">
              <a:solidFill>
                <a:schemeClr val="accent4"/>
              </a:solidFill>
              <a:prstDash val="solid"/>
              <a:headEnd type="diamond"/>
              <a:tailEnd type="diamond"/>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3536834" y="3335600"/>
            <a:ext cx="4865294" cy="908747"/>
            <a:chOff x="3145704" y="3397089"/>
            <a:chExt cx="4214237" cy="841507"/>
          </a:xfrm>
        </p:grpSpPr>
        <p:sp>
          <p:nvSpPr>
            <p:cNvPr id="40" name="Oval 39"/>
            <p:cNvSpPr/>
            <p:nvPr/>
          </p:nvSpPr>
          <p:spPr>
            <a:xfrm>
              <a:off x="3145704" y="3397089"/>
              <a:ext cx="841512" cy="841507"/>
            </a:xfrm>
            <a:prstGeom prst="diamond">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5" b="1" dirty="0">
                  <a:solidFill>
                    <a:schemeClr val="accent2"/>
                  </a:solidFill>
                  <a:latin typeface="微软雅黑" panose="020B0503020204020204" pitchFamily="34" charset="-122"/>
                  <a:ea typeface="微软雅黑" panose="020B0503020204020204" pitchFamily="34" charset="-122"/>
                </a:rPr>
                <a:t>2</a:t>
              </a:r>
              <a:endParaRPr lang="en-US" sz="2135" dirty="0">
                <a:solidFill>
                  <a:schemeClr val="accent2"/>
                </a:solidFill>
                <a:latin typeface="微软雅黑" panose="020B0503020204020204" pitchFamily="34" charset="-122"/>
                <a:ea typeface="微软雅黑" panose="020B0503020204020204" pitchFamily="34" charset="-122"/>
              </a:endParaRPr>
            </a:p>
          </p:txBody>
        </p:sp>
        <p:sp>
          <p:nvSpPr>
            <p:cNvPr id="42" name="Oval 41"/>
            <p:cNvSpPr/>
            <p:nvPr/>
          </p:nvSpPr>
          <p:spPr>
            <a:xfrm>
              <a:off x="6518429" y="3397089"/>
              <a:ext cx="841512" cy="841507"/>
            </a:xfrm>
            <a:prstGeom prst="diamond">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5" b="1">
                  <a:solidFill>
                    <a:schemeClr val="accent4"/>
                  </a:solidFill>
                  <a:latin typeface="微软雅黑" panose="020B0503020204020204" pitchFamily="34" charset="-122"/>
                  <a:ea typeface="微软雅黑" panose="020B0503020204020204" pitchFamily="34" charset="-122"/>
                </a:rPr>
                <a:t>4</a:t>
              </a:r>
              <a:endParaRPr lang="en-US" sz="2135">
                <a:solidFill>
                  <a:schemeClr val="accent4"/>
                </a:solidFill>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3467854" y="2922262"/>
            <a:ext cx="5587062" cy="374304"/>
            <a:chOff x="2806496" y="2943841"/>
            <a:chExt cx="5587062" cy="346609"/>
          </a:xfrm>
        </p:grpSpPr>
        <p:sp>
          <p:nvSpPr>
            <p:cNvPr id="34" name="TextBox 33"/>
            <p:cNvSpPr txBox="1"/>
            <p:nvPr/>
          </p:nvSpPr>
          <p:spPr>
            <a:xfrm>
              <a:off x="2806496" y="2943841"/>
              <a:ext cx="1287788" cy="342005"/>
            </a:xfrm>
            <a:prstGeom prst="rect">
              <a:avLst/>
            </a:prstGeom>
            <a:noFill/>
          </p:spPr>
          <p:txBody>
            <a:bodyPr wrap="square" lIns="0" tIns="0" rIns="0" bIns="0" rtlCol="0" anchor="ctr">
              <a:spAutoFit/>
            </a:bodyPr>
            <a:lstStyle/>
            <a:p>
              <a:r>
                <a:rPr lang="zh-CN" altLang="en-US" sz="2400" b="1" dirty="0">
                  <a:solidFill>
                    <a:srgbClr val="DC2144"/>
                  </a:solidFill>
                  <a:latin typeface="微软雅黑" panose="020B0503020204020204" pitchFamily="34" charset="-122"/>
                  <a:ea typeface="微软雅黑" panose="020B0503020204020204" pitchFamily="34" charset="-122"/>
                </a:rPr>
                <a:t>环境建模</a:t>
              </a:r>
              <a:endParaRPr lang="en-US" altLang="zh-CN" sz="2400" b="1" dirty="0">
                <a:solidFill>
                  <a:srgbClr val="DC2144"/>
                </a:solidFill>
                <a:latin typeface="微软雅黑" panose="020B0503020204020204" pitchFamily="34" charset="-122"/>
                <a:ea typeface="微软雅黑" panose="020B0503020204020204" pitchFamily="34" charset="-122"/>
              </a:endParaRPr>
            </a:p>
          </p:txBody>
        </p:sp>
        <p:sp>
          <p:nvSpPr>
            <p:cNvPr id="45" name="TextBox 44"/>
            <p:cNvSpPr txBox="1"/>
            <p:nvPr/>
          </p:nvSpPr>
          <p:spPr>
            <a:xfrm>
              <a:off x="6153808" y="2948445"/>
              <a:ext cx="2239750" cy="342005"/>
            </a:xfrm>
            <a:prstGeom prst="rect">
              <a:avLst/>
            </a:prstGeom>
            <a:noFill/>
          </p:spPr>
          <p:txBody>
            <a:bodyPr wrap="square" lIns="0" tIns="0" rIns="0" bIns="0" rtlCol="0" anchor="ctr">
              <a:spAutoFit/>
            </a:bodyPr>
            <a:lstStyle/>
            <a:p>
              <a:r>
                <a:rPr lang="zh-CN" altLang="en-US" sz="2400" b="1" dirty="0">
                  <a:solidFill>
                    <a:srgbClr val="8064A2"/>
                  </a:solidFill>
                  <a:latin typeface="微软雅黑" panose="020B0503020204020204" pitchFamily="34" charset="-122"/>
                  <a:ea typeface="微软雅黑" panose="020B0503020204020204" pitchFamily="34" charset="-122"/>
                </a:rPr>
                <a:t>逻辑推理与决策</a:t>
              </a:r>
              <a:endParaRPr lang="en-US" altLang="zh-CN" sz="2400" b="1" dirty="0">
                <a:solidFill>
                  <a:srgbClr val="8064A2"/>
                </a:solidFill>
                <a:latin typeface="微软雅黑" panose="020B0503020204020204" pitchFamily="34" charset="-122"/>
                <a:ea typeface="微软雅黑" panose="020B0503020204020204" pitchFamily="34" charset="-122"/>
              </a:endParaRPr>
            </a:p>
          </p:txBody>
        </p:sp>
      </p:grpSp>
      <p:sp>
        <p:nvSpPr>
          <p:cNvPr id="79" name="TextBox 78"/>
          <p:cNvSpPr txBox="1"/>
          <p:nvPr/>
        </p:nvSpPr>
        <p:spPr>
          <a:xfrm>
            <a:off x="8924383" y="4830438"/>
            <a:ext cx="2418698" cy="1292662"/>
          </a:xfrm>
          <a:prstGeom prst="rect">
            <a:avLst/>
          </a:prstGeom>
          <a:noFill/>
        </p:spPr>
        <p:txBody>
          <a:bodyPr wrap="square" lIns="0" tIns="0" rIns="0" bIns="0" rtlCol="0" anchor="t">
            <a:spAutoFit/>
          </a:bodyPr>
          <a:lstStyle/>
          <a:p>
            <a:pPr algn="ctr" defTabSz="1219200">
              <a:spcBef>
                <a:spcPct val="20000"/>
              </a:spcBef>
              <a:defRPr/>
            </a:pPr>
            <a:r>
              <a:rPr lang="zh-CN" altLang="en-US" sz="1400" b="1" dirty="0">
                <a:latin typeface="微软雅黑" panose="020B0503020204020204" pitchFamily="34" charset="-122"/>
                <a:ea typeface="微软雅黑" panose="020B0503020204020204" pitchFamily="34" charset="-122"/>
              </a:rPr>
              <a:t>计算机科学技术</a:t>
            </a:r>
            <a:r>
              <a:rPr lang="zh-CN" altLang="en-US" sz="1400" dirty="0">
                <a:latin typeface="微软雅黑" panose="020B0503020204020204" pitchFamily="34" charset="-122"/>
                <a:ea typeface="微软雅黑" panose="020B0503020204020204" pitchFamily="34" charset="-122"/>
              </a:rPr>
              <a:t>在建模车辆的动力学和运动学方面发挥关键作用，也应用于设计和实施实时控制系统、碰撞避免系统，通过感知和决策来避免潜在的碰撞。</a:t>
            </a:r>
            <a:endParaRPr lang="en-US" altLang="zh-CN" sz="1400" dirty="0">
              <a:latin typeface="微软雅黑" panose="020B0503020204020204" pitchFamily="34" charset="-122"/>
              <a:ea typeface="微软雅黑" panose="020B0503020204020204" pitchFamily="34" charset="-122"/>
            </a:endParaRPr>
          </a:p>
        </p:txBody>
      </p:sp>
      <p:sp>
        <p:nvSpPr>
          <p:cNvPr id="64" name="Freeform 105"/>
          <p:cNvSpPr>
            <a:spLocks noChangeAspect="1" noEditPoints="1"/>
          </p:cNvSpPr>
          <p:nvPr/>
        </p:nvSpPr>
        <p:spPr bwMode="auto">
          <a:xfrm>
            <a:off x="3766870" y="5164507"/>
            <a:ext cx="619326" cy="579106"/>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2">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chemeClr val="bg1">
              <a:lumMod val="50000"/>
            </a:schemeClr>
          </a:solidFill>
          <a:ln w="9525">
            <a:noFill/>
            <a:round/>
          </a:ln>
        </p:spPr>
        <p:txBody>
          <a:bodyPr vert="horz" wrap="square" lIns="121920" tIns="60960" rIns="121920" bIns="60960" numCol="1" anchor="t" anchorCtr="0" compatLnSpc="1"/>
          <a:lstStyle/>
          <a:p>
            <a:endParaRPr lang="en-US" sz="2400">
              <a:solidFill>
                <a:schemeClr val="accent3">
                  <a:lumMod val="50000"/>
                </a:schemeClr>
              </a:solidFill>
              <a:latin typeface="微软雅黑" panose="020B0503020204020204" pitchFamily="34" charset="-122"/>
              <a:ea typeface="微软雅黑" panose="020B0503020204020204" pitchFamily="34" charset="-122"/>
            </a:endParaRPr>
          </a:p>
        </p:txBody>
      </p:sp>
      <p:sp>
        <p:nvSpPr>
          <p:cNvPr id="70" name="Freeform 57"/>
          <p:cNvSpPr>
            <a:spLocks noChangeAspect="1" noEditPoints="1"/>
          </p:cNvSpPr>
          <p:nvPr/>
        </p:nvSpPr>
        <p:spPr bwMode="auto">
          <a:xfrm>
            <a:off x="9867357" y="1873539"/>
            <a:ext cx="566113" cy="537131"/>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rgbClr val="7F7F7F"/>
          </a:solidFill>
          <a:ln w="9525">
            <a:noFill/>
            <a:round/>
          </a:ln>
        </p:spPr>
        <p:txBody>
          <a:bodyPr vert="horz" wrap="square" lIns="121920" tIns="60960" rIns="121920" bIns="60960" numCol="1" anchor="t" anchorCtr="0" compatLnSpc="1"/>
          <a:lstStyle/>
          <a:p>
            <a:endParaRPr lang="en-US" sz="2400">
              <a:latin typeface="微软雅黑" panose="020B0503020204020204" pitchFamily="34" charset="-122"/>
              <a:ea typeface="微软雅黑" panose="020B0503020204020204" pitchFamily="34" charset="-122"/>
            </a:endParaRPr>
          </a:p>
        </p:txBody>
      </p:sp>
      <p:sp>
        <p:nvSpPr>
          <p:cNvPr id="68" name="Freeform 15"/>
          <p:cNvSpPr>
            <a:spLocks noEditPoints="1"/>
          </p:cNvSpPr>
          <p:nvPr/>
        </p:nvSpPr>
        <p:spPr bwMode="auto">
          <a:xfrm>
            <a:off x="5740429" y="1960283"/>
            <a:ext cx="700551" cy="472104"/>
          </a:xfrm>
          <a:custGeom>
            <a:avLst/>
            <a:gdLst/>
            <a:ahLst/>
            <a:cxnLst>
              <a:cxn ang="0">
                <a:pos x="168" y="126"/>
              </a:cxn>
              <a:cxn ang="0">
                <a:pos x="0" y="126"/>
              </a:cxn>
              <a:cxn ang="0">
                <a:pos x="0" y="0"/>
              </a:cxn>
              <a:cxn ang="0">
                <a:pos x="10" y="0"/>
              </a:cxn>
              <a:cxn ang="0">
                <a:pos x="10" y="115"/>
              </a:cxn>
              <a:cxn ang="0">
                <a:pos x="168" y="115"/>
              </a:cxn>
              <a:cxn ang="0">
                <a:pos x="168" y="126"/>
              </a:cxn>
              <a:cxn ang="0">
                <a:pos x="54" y="104"/>
              </a:cxn>
              <a:cxn ang="0">
                <a:pos x="32" y="104"/>
              </a:cxn>
              <a:cxn ang="0">
                <a:pos x="32" y="63"/>
              </a:cxn>
              <a:cxn ang="0">
                <a:pos x="54" y="63"/>
              </a:cxn>
              <a:cxn ang="0">
                <a:pos x="54" y="104"/>
              </a:cxn>
              <a:cxn ang="0">
                <a:pos x="84" y="104"/>
              </a:cxn>
              <a:cxn ang="0">
                <a:pos x="64" y="104"/>
              </a:cxn>
              <a:cxn ang="0">
                <a:pos x="64" y="19"/>
              </a:cxn>
              <a:cxn ang="0">
                <a:pos x="84" y="19"/>
              </a:cxn>
              <a:cxn ang="0">
                <a:pos x="84" y="104"/>
              </a:cxn>
              <a:cxn ang="0">
                <a:pos x="116" y="104"/>
              </a:cxn>
              <a:cxn ang="0">
                <a:pos x="95" y="104"/>
              </a:cxn>
              <a:cxn ang="0">
                <a:pos x="95" y="41"/>
              </a:cxn>
              <a:cxn ang="0">
                <a:pos x="116" y="41"/>
              </a:cxn>
              <a:cxn ang="0">
                <a:pos x="116" y="104"/>
              </a:cxn>
              <a:cxn ang="0">
                <a:pos x="147" y="104"/>
              </a:cxn>
              <a:cxn ang="0">
                <a:pos x="127" y="104"/>
              </a:cxn>
              <a:cxn ang="0">
                <a:pos x="127" y="9"/>
              </a:cxn>
              <a:cxn ang="0">
                <a:pos x="147" y="9"/>
              </a:cxn>
              <a:cxn ang="0">
                <a:pos x="147" y="104"/>
              </a:cxn>
            </a:cxnLst>
            <a:rect l="0" t="0" r="r" b="b"/>
            <a:pathLst>
              <a:path w="168" h="125">
                <a:moveTo>
                  <a:pt x="168" y="126"/>
                </a:moveTo>
                <a:lnTo>
                  <a:pt x="0" y="126"/>
                </a:lnTo>
                <a:lnTo>
                  <a:pt x="0" y="0"/>
                </a:lnTo>
                <a:lnTo>
                  <a:pt x="10" y="0"/>
                </a:lnTo>
                <a:lnTo>
                  <a:pt x="10" y="115"/>
                </a:lnTo>
                <a:lnTo>
                  <a:pt x="168" y="115"/>
                </a:lnTo>
                <a:lnTo>
                  <a:pt x="168" y="126"/>
                </a:lnTo>
                <a:close/>
                <a:moveTo>
                  <a:pt x="54" y="104"/>
                </a:moveTo>
                <a:lnTo>
                  <a:pt x="32" y="104"/>
                </a:lnTo>
                <a:lnTo>
                  <a:pt x="32" y="63"/>
                </a:lnTo>
                <a:lnTo>
                  <a:pt x="54" y="63"/>
                </a:lnTo>
                <a:lnTo>
                  <a:pt x="54" y="104"/>
                </a:lnTo>
                <a:close/>
                <a:moveTo>
                  <a:pt x="84" y="104"/>
                </a:moveTo>
                <a:lnTo>
                  <a:pt x="64" y="104"/>
                </a:lnTo>
                <a:lnTo>
                  <a:pt x="64" y="19"/>
                </a:lnTo>
                <a:lnTo>
                  <a:pt x="84" y="19"/>
                </a:lnTo>
                <a:lnTo>
                  <a:pt x="84" y="104"/>
                </a:lnTo>
                <a:close/>
                <a:moveTo>
                  <a:pt x="116" y="104"/>
                </a:moveTo>
                <a:lnTo>
                  <a:pt x="95" y="104"/>
                </a:lnTo>
                <a:lnTo>
                  <a:pt x="95" y="41"/>
                </a:lnTo>
                <a:lnTo>
                  <a:pt x="116" y="41"/>
                </a:lnTo>
                <a:lnTo>
                  <a:pt x="116" y="104"/>
                </a:lnTo>
                <a:close/>
                <a:moveTo>
                  <a:pt x="147" y="104"/>
                </a:moveTo>
                <a:lnTo>
                  <a:pt x="127" y="104"/>
                </a:lnTo>
                <a:lnTo>
                  <a:pt x="127" y="9"/>
                </a:lnTo>
                <a:lnTo>
                  <a:pt x="147" y="9"/>
                </a:lnTo>
                <a:lnTo>
                  <a:pt x="147" y="104"/>
                </a:lnTo>
                <a:close/>
              </a:path>
            </a:pathLst>
          </a:custGeom>
          <a:solidFill>
            <a:schemeClr val="bg1">
              <a:lumMod val="50000"/>
            </a:schemeClr>
          </a:solidFill>
          <a:ln w="9525">
            <a:noFill/>
            <a:round/>
          </a:ln>
        </p:spPr>
        <p:txBody>
          <a:bodyPr vert="horz" wrap="square" lIns="121920" tIns="60960" rIns="121920" bIns="60960" numCol="1" anchor="t" anchorCtr="0" compatLnSpc="1"/>
          <a:lstStyle/>
          <a:p>
            <a:endParaRPr lang="en-US" sz="2400">
              <a:latin typeface="微软雅黑" panose="020B0503020204020204" pitchFamily="34" charset="-122"/>
              <a:ea typeface="微软雅黑" panose="020B0503020204020204" pitchFamily="34" charset="-122"/>
            </a:endParaRPr>
          </a:p>
        </p:txBody>
      </p:sp>
      <p:sp>
        <p:nvSpPr>
          <p:cNvPr id="21" name="文本占位符 1">
            <a:extLst>
              <a:ext uri="{FF2B5EF4-FFF2-40B4-BE49-F238E27FC236}">
                <a16:creationId xmlns:a16="http://schemas.microsoft.com/office/drawing/2014/main" id="{55A2F7D1-D8C8-7770-20F6-70C5C0761876}"/>
              </a:ext>
            </a:extLst>
          </p:cNvPr>
          <p:cNvSpPr txBox="1">
            <a:spLocks/>
          </p:cNvSpPr>
          <p:nvPr/>
        </p:nvSpPr>
        <p:spPr>
          <a:xfrm>
            <a:off x="5261650" y="137990"/>
            <a:ext cx="1668700" cy="5295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kumimoji="1" lang="zh-CN" altLang="en-US" dirty="0">
                <a:solidFill>
                  <a:srgbClr val="FFFFFF"/>
                </a:solidFill>
                <a:latin typeface="微软雅黑" panose="020B0503020204020204" charset="-122"/>
                <a:ea typeface="微软雅黑" panose="020B0503020204020204" charset="-122"/>
                <a:cs typeface="微软雅黑" panose="020B0503020204020204" charset="-122"/>
              </a:rPr>
              <a:t>自动驾驶</a:t>
            </a:r>
          </a:p>
        </p:txBody>
      </p:sp>
      <p:pic>
        <p:nvPicPr>
          <p:cNvPr id="27" name="图片 26">
            <a:extLst>
              <a:ext uri="{FF2B5EF4-FFF2-40B4-BE49-F238E27FC236}">
                <a16:creationId xmlns:a16="http://schemas.microsoft.com/office/drawing/2014/main" id="{BD9E219E-D450-4663-425B-C04047671EEC}"/>
              </a:ext>
            </a:extLst>
          </p:cNvPr>
          <p:cNvPicPr>
            <a:picLocks noChangeAspect="1"/>
          </p:cNvPicPr>
          <p:nvPr/>
        </p:nvPicPr>
        <p:blipFill>
          <a:blip r:embed="rId4"/>
          <a:stretch>
            <a:fillRect/>
          </a:stretch>
        </p:blipFill>
        <p:spPr>
          <a:xfrm>
            <a:off x="7487393" y="5192829"/>
            <a:ext cx="937199" cy="522462"/>
          </a:xfrm>
          <a:prstGeom prst="rect">
            <a:avLst/>
          </a:prstGeom>
        </p:spPr>
      </p:pic>
      <p:pic>
        <p:nvPicPr>
          <p:cNvPr id="29" name="图片 28">
            <a:extLst>
              <a:ext uri="{FF2B5EF4-FFF2-40B4-BE49-F238E27FC236}">
                <a16:creationId xmlns:a16="http://schemas.microsoft.com/office/drawing/2014/main" id="{A3E3DCD5-8242-5767-7E89-55995F1D8236}"/>
              </a:ext>
            </a:extLst>
          </p:cNvPr>
          <p:cNvPicPr>
            <a:picLocks noChangeAspect="1"/>
          </p:cNvPicPr>
          <p:nvPr/>
        </p:nvPicPr>
        <p:blipFill>
          <a:blip r:embed="rId5"/>
          <a:stretch>
            <a:fillRect/>
          </a:stretch>
        </p:blipFill>
        <p:spPr>
          <a:xfrm>
            <a:off x="1583885" y="1537000"/>
            <a:ext cx="934131" cy="934131"/>
          </a:xfrm>
          <a:prstGeom prst="rect">
            <a:avLst/>
          </a:prstGeom>
        </p:spPr>
      </p:pic>
    </p:spTree>
  </p:cSld>
  <p:clrMapOvr>
    <a:masterClrMapping/>
  </p:clrMapOvr>
  <p:transition advClick="0" advTm="5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48" grpId="0"/>
      <p:bldP spid="55" grpId="0"/>
      <p:bldP spid="60" grpId="0"/>
      <p:bldP spid="7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47193DE-06A1-6F8D-9B6A-345324E8BC54}"/>
              </a:ext>
            </a:extLst>
          </p:cNvPr>
          <p:cNvPicPr>
            <a:picLocks noChangeAspect="1"/>
          </p:cNvPicPr>
          <p:nvPr/>
        </p:nvPicPr>
        <p:blipFill>
          <a:blip r:embed="rId3">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cxnSp>
        <p:nvCxnSpPr>
          <p:cNvPr id="3" name="直接连接符 2"/>
          <p:cNvCxnSpPr/>
          <p:nvPr/>
        </p:nvCxnSpPr>
        <p:spPr>
          <a:xfrm>
            <a:off x="527381" y="548680"/>
            <a:ext cx="1166461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D3EBB65-17C8-F895-2A66-D9802E659E36}"/>
              </a:ext>
            </a:extLst>
          </p:cNvPr>
          <p:cNvSpPr/>
          <p:nvPr/>
        </p:nvSpPr>
        <p:spPr>
          <a:xfrm>
            <a:off x="0" y="0"/>
            <a:ext cx="12192000" cy="6858000"/>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6" name="文本框 2"/>
          <p:cNvSpPr txBox="1"/>
          <p:nvPr/>
        </p:nvSpPr>
        <p:spPr>
          <a:xfrm>
            <a:off x="3568736" y="2282363"/>
            <a:ext cx="1909971" cy="2092798"/>
          </a:xfrm>
          <a:prstGeom prst="rect">
            <a:avLst/>
          </a:prstGeom>
          <a:noFill/>
        </p:spPr>
        <p:txBody>
          <a:bodyPr wrap="none" lIns="121837" tIns="60919" rIns="121837" bIns="60919"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1" lang="en-US" altLang="zh-CN" sz="12800" b="0" i="0" u="none" strike="noStrike" kern="1200" cap="none" spc="0" normalizeH="0" baseline="0" noProof="0" dirty="0">
                <a:ln>
                  <a:noFill/>
                </a:ln>
                <a:solidFill>
                  <a:prstClr val="white"/>
                </a:solidFill>
                <a:effectLst/>
                <a:uLnTx/>
                <a:uFillTx/>
                <a:latin typeface="Calibri"/>
                <a:ea typeface="微软雅黑" panose="020B0503020204020204" charset="-122"/>
                <a:cs typeface="微软雅黑" panose="020B0503020204020204" charset="-122"/>
              </a:rPr>
              <a:t>03</a:t>
            </a:r>
            <a:endParaRPr kumimoji="1" lang="zh-CN" altLang="en-US" sz="12800" b="0" i="0" u="none" strike="noStrike" kern="1200" cap="none" spc="0" normalizeH="0" baseline="0" noProof="0" dirty="0">
              <a:ln>
                <a:noFill/>
              </a:ln>
              <a:solidFill>
                <a:prstClr val="white"/>
              </a:solidFill>
              <a:effectLst/>
              <a:uLnTx/>
              <a:uFillTx/>
              <a:latin typeface="Calibri"/>
              <a:ea typeface="微软雅黑" panose="020B0503020204020204" charset="-122"/>
              <a:cs typeface="微软雅黑" panose="020B0503020204020204" charset="-122"/>
            </a:endParaRPr>
          </a:p>
        </p:txBody>
      </p:sp>
      <p:sp>
        <p:nvSpPr>
          <p:cNvPr id="31" name="文本框 8"/>
          <p:cNvSpPr txBox="1"/>
          <p:nvPr/>
        </p:nvSpPr>
        <p:spPr>
          <a:xfrm>
            <a:off x="5470985" y="3347549"/>
            <a:ext cx="3509729" cy="416057"/>
          </a:xfrm>
          <a:prstGeom prst="rect">
            <a:avLst/>
          </a:prstGeom>
          <a:noFill/>
        </p:spPr>
        <p:txBody>
          <a:bodyPr wrap="square" lIns="121837" tIns="60919" rIns="121837" bIns="60919"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08738">
              <a:lnSpc>
                <a:spcPct val="130000"/>
              </a:lnSpc>
              <a:defRPr/>
            </a:pPr>
            <a:r>
              <a:rPr lang="zh-CN" altLang="en-US" sz="1600" kern="0" dirty="0">
                <a:solidFill>
                  <a:srgbClr val="FFFFFF"/>
                </a:solidFill>
                <a:ea typeface="微软雅黑" panose="020B0503020204020204" charset="-122"/>
              </a:rPr>
              <a:t>计算机学科与其他信息学科的交叉</a:t>
            </a:r>
          </a:p>
        </p:txBody>
      </p:sp>
      <p:sp>
        <p:nvSpPr>
          <p:cNvPr id="33" name="文本框 4"/>
          <p:cNvSpPr txBox="1"/>
          <p:nvPr/>
        </p:nvSpPr>
        <p:spPr>
          <a:xfrm>
            <a:off x="5471025" y="2575927"/>
            <a:ext cx="2708256" cy="861686"/>
          </a:xfrm>
          <a:prstGeom prst="rect">
            <a:avLst/>
          </a:prstGeom>
          <a:noFill/>
        </p:spPr>
        <p:txBody>
          <a:bodyPr wrap="none" lIns="121832" tIns="60916" rIns="121832" bIns="6091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4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学科交叉</a:t>
            </a:r>
          </a:p>
        </p:txBody>
      </p:sp>
    </p:spTree>
    <p:custDataLst>
      <p:tags r:id="rId1"/>
    </p:custDataLst>
    <p:extLst>
      <p:ext uri="{BB962C8B-B14F-4D97-AF65-F5344CB8AC3E}">
        <p14:creationId xmlns:p14="http://schemas.microsoft.com/office/powerpoint/2010/main" val="3374185892"/>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56" presetClass="entr" presetSubtype="0" fill="hold" grpId="0" nodeType="afterEffect">
                                  <p:stCondLst>
                                    <p:cond delay="0"/>
                                  </p:stCondLst>
                                  <p:iterate type="lt">
                                    <p:tmPct val="10000"/>
                                  </p:iterate>
                                  <p:childTnLst>
                                    <p:set>
                                      <p:cBhvr>
                                        <p:cTn id="12" dur="1" fill="hold">
                                          <p:stCondLst>
                                            <p:cond delay="0"/>
                                          </p:stCondLst>
                                        </p:cTn>
                                        <p:tgtEl>
                                          <p:spTgt spid="33"/>
                                        </p:tgtEl>
                                        <p:attrNameLst>
                                          <p:attrName>style.visibility</p:attrName>
                                        </p:attrNameLst>
                                      </p:cBhvr>
                                      <p:to>
                                        <p:strVal val="visible"/>
                                      </p:to>
                                    </p:set>
                                    <p:anim by="(-#ppt_w*2)" calcmode="lin" valueType="num">
                                      <p:cBhvr rctx="PPT">
                                        <p:cTn id="13" dur="500" autoRev="1" fill="hold">
                                          <p:stCondLst>
                                            <p:cond delay="0"/>
                                          </p:stCondLst>
                                        </p:cTn>
                                        <p:tgtEl>
                                          <p:spTgt spid="33"/>
                                        </p:tgtEl>
                                        <p:attrNameLst>
                                          <p:attrName>ppt_w</p:attrName>
                                        </p:attrNameLst>
                                      </p:cBhvr>
                                    </p:anim>
                                    <p:anim by="(#ppt_w*0.50)" calcmode="lin" valueType="num">
                                      <p:cBhvr>
                                        <p:cTn id="14" dur="500" decel="50000" autoRev="1" fill="hold">
                                          <p:stCondLst>
                                            <p:cond delay="0"/>
                                          </p:stCondLst>
                                        </p:cTn>
                                        <p:tgtEl>
                                          <p:spTgt spid="33"/>
                                        </p:tgtEl>
                                        <p:attrNameLst>
                                          <p:attrName>ppt_x</p:attrName>
                                        </p:attrNameLst>
                                      </p:cBhvr>
                                    </p:anim>
                                    <p:anim from="(-#ppt_h/2)" to="(#ppt_y)" calcmode="lin" valueType="num">
                                      <p:cBhvr>
                                        <p:cTn id="15" dur="1000" fill="hold">
                                          <p:stCondLst>
                                            <p:cond delay="0"/>
                                          </p:stCondLst>
                                        </p:cTn>
                                        <p:tgtEl>
                                          <p:spTgt spid="33"/>
                                        </p:tgtEl>
                                        <p:attrNameLst>
                                          <p:attrName>ppt_y</p:attrName>
                                        </p:attrNameLst>
                                      </p:cBhvr>
                                    </p:anim>
                                    <p:animRot by="21600000">
                                      <p:cBhvr>
                                        <p:cTn id="16" dur="1000" fill="hold">
                                          <p:stCondLst>
                                            <p:cond delay="0"/>
                                          </p:stCondLst>
                                        </p:cTn>
                                        <p:tgtEl>
                                          <p:spTgt spid="33"/>
                                        </p:tgtEl>
                                        <p:attrNameLst>
                                          <p:attrName>r</p:attrName>
                                        </p:attrNameLst>
                                      </p:cBhvr>
                                    </p:animRot>
                                  </p:childTnLst>
                                </p:cTn>
                              </p:par>
                            </p:childTnLst>
                          </p:cTn>
                        </p:par>
                        <p:par>
                          <p:cTn id="17" fill="hold">
                            <p:stCondLst>
                              <p:cond delay="18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31"/>
                                        </p:tgtEl>
                                        <p:attrNameLst>
                                          <p:attrName>style.visibility</p:attrName>
                                        </p:attrNameLst>
                                      </p:cBhvr>
                                      <p:to>
                                        <p:strVal val="visible"/>
                                      </p:to>
                                    </p:set>
                                    <p:anim by="(-#ppt_w*2)" calcmode="lin" valueType="num">
                                      <p:cBhvr rctx="PPT">
                                        <p:cTn id="20" dur="500" autoRev="1" fill="hold">
                                          <p:stCondLst>
                                            <p:cond delay="0"/>
                                          </p:stCondLst>
                                        </p:cTn>
                                        <p:tgtEl>
                                          <p:spTgt spid="31"/>
                                        </p:tgtEl>
                                        <p:attrNameLst>
                                          <p:attrName>ppt_w</p:attrName>
                                        </p:attrNameLst>
                                      </p:cBhvr>
                                    </p:anim>
                                    <p:anim by="(#ppt_w*0.50)" calcmode="lin" valueType="num">
                                      <p:cBhvr>
                                        <p:cTn id="21" dur="500" decel="50000" autoRev="1" fill="hold">
                                          <p:stCondLst>
                                            <p:cond delay="0"/>
                                          </p:stCondLst>
                                        </p:cTn>
                                        <p:tgtEl>
                                          <p:spTgt spid="31"/>
                                        </p:tgtEl>
                                        <p:attrNameLst>
                                          <p:attrName>ppt_x</p:attrName>
                                        </p:attrNameLst>
                                      </p:cBhvr>
                                    </p:anim>
                                    <p:anim from="(-#ppt_h/2)" to="(#ppt_y)" calcmode="lin" valueType="num">
                                      <p:cBhvr>
                                        <p:cTn id="22" dur="1000" fill="hold">
                                          <p:stCondLst>
                                            <p:cond delay="0"/>
                                          </p:stCondLst>
                                        </p:cTn>
                                        <p:tgtEl>
                                          <p:spTgt spid="31"/>
                                        </p:tgtEl>
                                        <p:attrNameLst>
                                          <p:attrName>ppt_y</p:attrName>
                                        </p:attrNameLst>
                                      </p:cBhvr>
                                    </p:anim>
                                    <p:animRot by="21600000">
                                      <p:cBhvr>
                                        <p:cTn id="23" dur="1000" fill="hold">
                                          <p:stCondLst>
                                            <p:cond delay="0"/>
                                          </p:stCondLst>
                                        </p:cTn>
                                        <p:tgtEl>
                                          <p:spTgt spid="3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1" grpId="0"/>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flipV="1">
            <a:off x="7104884" y="4159385"/>
            <a:ext cx="673869" cy="0"/>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7106772" y="4159385"/>
            <a:ext cx="0" cy="1016654"/>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024355" y="5236184"/>
            <a:ext cx="1346844"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计算机视觉</a:t>
            </a:r>
            <a:endParaRPr lang="en-US" altLang="zh-CN" b="1" dirty="0">
              <a:latin typeface="微软雅黑" panose="020B0503020204020204" pitchFamily="34" charset="-122"/>
              <a:ea typeface="微软雅黑" panose="020B0503020204020204" pitchFamily="34" charset="-122"/>
            </a:endParaRPr>
          </a:p>
        </p:txBody>
      </p:sp>
      <p:sp>
        <p:nvSpPr>
          <p:cNvPr id="10" name="Rectangle 9"/>
          <p:cNvSpPr/>
          <p:nvPr/>
        </p:nvSpPr>
        <p:spPr>
          <a:xfrm>
            <a:off x="7024354" y="5695359"/>
            <a:ext cx="3494120" cy="738664"/>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计算机视觉让计算机系统“看懂”图像和视频。计算机科学技术为图像处理、特征提取、目标识别等提供了技术基础。</a:t>
            </a:r>
            <a:endParaRPr lang="en-GB" sz="1400" dirty="0">
              <a:latin typeface="微软雅黑" panose="020B0503020204020204" pitchFamily="34" charset="-122"/>
              <a:ea typeface="微软雅黑" panose="020B0503020204020204" pitchFamily="34" charset="-122"/>
            </a:endParaRPr>
          </a:p>
        </p:txBody>
      </p:sp>
      <p:sp>
        <p:nvSpPr>
          <p:cNvPr id="12" name="Hexagon 11"/>
          <p:cNvSpPr/>
          <p:nvPr/>
        </p:nvSpPr>
        <p:spPr>
          <a:xfrm rot="16200000">
            <a:off x="6975051" y="2317178"/>
            <a:ext cx="1607404" cy="1385693"/>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微软雅黑" panose="020B0503020204020204" pitchFamily="34" charset="-122"/>
              <a:ea typeface="微软雅黑" panose="020B0503020204020204" pitchFamily="34" charset="-122"/>
            </a:endParaRPr>
          </a:p>
        </p:txBody>
      </p:sp>
      <p:sp>
        <p:nvSpPr>
          <p:cNvPr id="15" name="Hexagon 14"/>
          <p:cNvSpPr/>
          <p:nvPr/>
        </p:nvSpPr>
        <p:spPr>
          <a:xfrm rot="16200000">
            <a:off x="5899975" y="2380487"/>
            <a:ext cx="1207666" cy="1041092"/>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微软雅黑" panose="020B0503020204020204" pitchFamily="34" charset="-122"/>
              <a:ea typeface="微软雅黑" panose="020B0503020204020204" pitchFamily="34" charset="-122"/>
            </a:endParaRPr>
          </a:p>
        </p:txBody>
      </p:sp>
      <p:sp>
        <p:nvSpPr>
          <p:cNvPr id="16" name="Freeform 15"/>
          <p:cNvSpPr>
            <a:spLocks noEditPoints="1"/>
          </p:cNvSpPr>
          <p:nvPr/>
        </p:nvSpPr>
        <p:spPr bwMode="auto">
          <a:xfrm>
            <a:off x="6309881" y="2688252"/>
            <a:ext cx="387853" cy="425562"/>
          </a:xfrm>
          <a:custGeom>
            <a:avLst/>
            <a:gdLst>
              <a:gd name="T0" fmla="*/ 65 w 100"/>
              <a:gd name="T1" fmla="*/ 0 h 110"/>
              <a:gd name="T2" fmla="*/ 77 w 100"/>
              <a:gd name="T3" fmla="*/ 12 h 110"/>
              <a:gd name="T4" fmla="*/ 68 w 100"/>
              <a:gd name="T5" fmla="*/ 40 h 110"/>
              <a:gd name="T6" fmla="*/ 67 w 100"/>
              <a:gd name="T7" fmla="*/ 10 h 110"/>
              <a:gd name="T8" fmla="*/ 28 w 100"/>
              <a:gd name="T9" fmla="*/ 9 h 110"/>
              <a:gd name="T10" fmla="*/ 28 w 100"/>
              <a:gd name="T11" fmla="*/ 16 h 110"/>
              <a:gd name="T12" fmla="*/ 25 w 100"/>
              <a:gd name="T13" fmla="*/ 24 h 110"/>
              <a:gd name="T14" fmla="*/ 18 w 100"/>
              <a:gd name="T15" fmla="*/ 26 h 110"/>
              <a:gd name="T16" fmla="*/ 9 w 100"/>
              <a:gd name="T17" fmla="*/ 25 h 110"/>
              <a:gd name="T18" fmla="*/ 10 w 100"/>
              <a:gd name="T19" fmla="*/ 87 h 110"/>
              <a:gd name="T20" fmla="*/ 12 w 100"/>
              <a:gd name="T21" fmla="*/ 88 h 110"/>
              <a:gd name="T22" fmla="*/ 44 w 100"/>
              <a:gd name="T23" fmla="*/ 97 h 110"/>
              <a:gd name="T24" fmla="*/ 4 w 100"/>
              <a:gd name="T25" fmla="*/ 93 h 110"/>
              <a:gd name="T26" fmla="*/ 4 w 100"/>
              <a:gd name="T27" fmla="*/ 93 h 110"/>
              <a:gd name="T28" fmla="*/ 0 w 100"/>
              <a:gd name="T29" fmla="*/ 22 h 110"/>
              <a:gd name="T30" fmla="*/ 2 w 100"/>
              <a:gd name="T31" fmla="*/ 19 h 110"/>
              <a:gd name="T32" fmla="*/ 21 w 100"/>
              <a:gd name="T33" fmla="*/ 0 h 110"/>
              <a:gd name="T34" fmla="*/ 90 w 100"/>
              <a:gd name="T35" fmla="*/ 45 h 110"/>
              <a:gd name="T36" fmla="*/ 84 w 100"/>
              <a:gd name="T37" fmla="*/ 39 h 110"/>
              <a:gd name="T38" fmla="*/ 83 w 100"/>
              <a:gd name="T39" fmla="*/ 47 h 110"/>
              <a:gd name="T40" fmla="*/ 94 w 100"/>
              <a:gd name="T41" fmla="*/ 53 h 110"/>
              <a:gd name="T42" fmla="*/ 86 w 100"/>
              <a:gd name="T43" fmla="*/ 81 h 110"/>
              <a:gd name="T44" fmla="*/ 100 w 100"/>
              <a:gd name="T45" fmla="*/ 51 h 110"/>
              <a:gd name="T46" fmla="*/ 90 w 100"/>
              <a:gd name="T47" fmla="*/ 45 h 110"/>
              <a:gd name="T48" fmla="*/ 54 w 100"/>
              <a:gd name="T49" fmla="*/ 84 h 110"/>
              <a:gd name="T50" fmla="*/ 90 w 100"/>
              <a:gd name="T51" fmla="*/ 55 h 110"/>
              <a:gd name="T52" fmla="*/ 52 w 100"/>
              <a:gd name="T53" fmla="*/ 87 h 110"/>
              <a:gd name="T54" fmla="*/ 51 w 100"/>
              <a:gd name="T55" fmla="*/ 103 h 110"/>
              <a:gd name="T56" fmla="*/ 52 w 100"/>
              <a:gd name="T57" fmla="*/ 110 h 110"/>
              <a:gd name="T58" fmla="*/ 56 w 100"/>
              <a:gd name="T59" fmla="*/ 106 h 110"/>
              <a:gd name="T60" fmla="*/ 52 w 100"/>
              <a:gd name="T61" fmla="*/ 87 h 110"/>
              <a:gd name="T62" fmla="*/ 18 w 100"/>
              <a:gd name="T63" fmla="*/ 60 h 110"/>
              <a:gd name="T64" fmla="*/ 30 w 100"/>
              <a:gd name="T65" fmla="*/ 56 h 110"/>
              <a:gd name="T66" fmla="*/ 18 w 100"/>
              <a:gd name="T67" fmla="*/ 43 h 110"/>
              <a:gd name="T68" fmla="*/ 60 w 100"/>
              <a:gd name="T69" fmla="*/ 48 h 110"/>
              <a:gd name="T70" fmla="*/ 18 w 100"/>
              <a:gd name="T71" fmla="*/ 43 h 110"/>
              <a:gd name="T72" fmla="*/ 18 w 100"/>
              <a:gd name="T73" fmla="*/ 36 h 110"/>
              <a:gd name="T74" fmla="*/ 60 w 100"/>
              <a:gd name="T75" fmla="*/ 31 h 110"/>
              <a:gd name="T76" fmla="*/ 37 w 100"/>
              <a:gd name="T77" fmla="*/ 19 h 110"/>
              <a:gd name="T78" fmla="*/ 60 w 100"/>
              <a:gd name="T79" fmla="*/ 24 h 110"/>
              <a:gd name="T80" fmla="*/ 37 w 100"/>
              <a:gd name="T81" fmla="*/ 19 h 110"/>
              <a:gd name="T82" fmla="*/ 14 w 100"/>
              <a:gd name="T83" fmla="*/ 21 h 110"/>
              <a:gd name="T84" fmla="*/ 18 w 100"/>
              <a:gd name="T85" fmla="*/ 22 h 110"/>
              <a:gd name="T86" fmla="*/ 20 w 100"/>
              <a:gd name="T87" fmla="*/ 22 h 110"/>
              <a:gd name="T88" fmla="*/ 24 w 100"/>
              <a:gd name="T89" fmla="*/ 18 h 110"/>
              <a:gd name="T90" fmla="*/ 24 w 100"/>
              <a:gd name="T91" fmla="*/ 17 h 110"/>
              <a:gd name="T92" fmla="*/ 23 w 100"/>
              <a:gd name="T93" fmla="*/ 12 h 110"/>
              <a:gd name="T94" fmla="*/ 12 w 100"/>
              <a:gd name="T95" fmla="*/ 2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0" h="110">
                <a:moveTo>
                  <a:pt x="23" y="0"/>
                </a:moveTo>
                <a:cubicBezTo>
                  <a:pt x="65" y="0"/>
                  <a:pt x="65" y="0"/>
                  <a:pt x="65" y="0"/>
                </a:cubicBezTo>
                <a:cubicBezTo>
                  <a:pt x="68" y="0"/>
                  <a:pt x="71" y="1"/>
                  <a:pt x="74" y="4"/>
                </a:cubicBezTo>
                <a:cubicBezTo>
                  <a:pt x="76" y="6"/>
                  <a:pt x="77" y="9"/>
                  <a:pt x="77" y="12"/>
                </a:cubicBezTo>
                <a:cubicBezTo>
                  <a:pt x="77" y="35"/>
                  <a:pt x="77" y="35"/>
                  <a:pt x="77" y="35"/>
                </a:cubicBezTo>
                <a:cubicBezTo>
                  <a:pt x="68" y="40"/>
                  <a:pt x="68" y="40"/>
                  <a:pt x="68" y="40"/>
                </a:cubicBezTo>
                <a:cubicBezTo>
                  <a:pt x="68" y="12"/>
                  <a:pt x="68" y="12"/>
                  <a:pt x="68" y="12"/>
                </a:cubicBezTo>
                <a:cubicBezTo>
                  <a:pt x="68" y="11"/>
                  <a:pt x="68" y="11"/>
                  <a:pt x="67" y="10"/>
                </a:cubicBezTo>
                <a:cubicBezTo>
                  <a:pt x="67" y="10"/>
                  <a:pt x="66" y="9"/>
                  <a:pt x="65" y="9"/>
                </a:cubicBezTo>
                <a:cubicBezTo>
                  <a:pt x="28" y="9"/>
                  <a:pt x="28" y="9"/>
                  <a:pt x="28" y="9"/>
                </a:cubicBezTo>
                <a:cubicBezTo>
                  <a:pt x="28" y="12"/>
                  <a:pt x="28" y="12"/>
                  <a:pt x="28" y="12"/>
                </a:cubicBezTo>
                <a:cubicBezTo>
                  <a:pt x="28" y="16"/>
                  <a:pt x="28" y="16"/>
                  <a:pt x="28" y="16"/>
                </a:cubicBezTo>
                <a:cubicBezTo>
                  <a:pt x="28" y="17"/>
                  <a:pt x="28" y="18"/>
                  <a:pt x="28" y="19"/>
                </a:cubicBezTo>
                <a:cubicBezTo>
                  <a:pt x="28" y="21"/>
                  <a:pt x="27" y="23"/>
                  <a:pt x="25" y="24"/>
                </a:cubicBezTo>
                <a:cubicBezTo>
                  <a:pt x="24" y="25"/>
                  <a:pt x="23" y="26"/>
                  <a:pt x="21" y="26"/>
                </a:cubicBezTo>
                <a:cubicBezTo>
                  <a:pt x="20" y="26"/>
                  <a:pt x="19" y="26"/>
                  <a:pt x="18" y="26"/>
                </a:cubicBezTo>
                <a:cubicBezTo>
                  <a:pt x="14" y="26"/>
                  <a:pt x="14" y="26"/>
                  <a:pt x="14" y="26"/>
                </a:cubicBezTo>
                <a:cubicBezTo>
                  <a:pt x="9" y="25"/>
                  <a:pt x="9" y="25"/>
                  <a:pt x="9" y="25"/>
                </a:cubicBezTo>
                <a:cubicBezTo>
                  <a:pt x="9" y="85"/>
                  <a:pt x="9" y="85"/>
                  <a:pt x="9" y="85"/>
                </a:cubicBezTo>
                <a:cubicBezTo>
                  <a:pt x="9" y="86"/>
                  <a:pt x="10" y="86"/>
                  <a:pt x="10" y="87"/>
                </a:cubicBezTo>
                <a:cubicBezTo>
                  <a:pt x="10" y="87"/>
                  <a:pt x="10" y="87"/>
                  <a:pt x="10" y="87"/>
                </a:cubicBezTo>
                <a:cubicBezTo>
                  <a:pt x="11" y="87"/>
                  <a:pt x="11" y="88"/>
                  <a:pt x="12" y="88"/>
                </a:cubicBezTo>
                <a:cubicBezTo>
                  <a:pt x="45" y="88"/>
                  <a:pt x="45" y="88"/>
                  <a:pt x="45" y="88"/>
                </a:cubicBezTo>
                <a:cubicBezTo>
                  <a:pt x="44" y="97"/>
                  <a:pt x="44" y="97"/>
                  <a:pt x="44" y="97"/>
                </a:cubicBezTo>
                <a:cubicBezTo>
                  <a:pt x="12" y="97"/>
                  <a:pt x="12" y="97"/>
                  <a:pt x="12" y="97"/>
                </a:cubicBezTo>
                <a:cubicBezTo>
                  <a:pt x="9" y="97"/>
                  <a:pt x="6" y="96"/>
                  <a:pt x="4" y="93"/>
                </a:cubicBezTo>
                <a:cubicBezTo>
                  <a:pt x="4" y="93"/>
                  <a:pt x="4" y="93"/>
                  <a:pt x="4" y="93"/>
                </a:cubicBezTo>
                <a:cubicBezTo>
                  <a:pt x="4" y="93"/>
                  <a:pt x="4" y="93"/>
                  <a:pt x="4" y="93"/>
                </a:cubicBezTo>
                <a:cubicBezTo>
                  <a:pt x="2" y="91"/>
                  <a:pt x="0" y="88"/>
                  <a:pt x="0" y="85"/>
                </a:cubicBezTo>
                <a:cubicBezTo>
                  <a:pt x="0" y="22"/>
                  <a:pt x="0" y="22"/>
                  <a:pt x="0" y="22"/>
                </a:cubicBezTo>
                <a:cubicBezTo>
                  <a:pt x="0" y="20"/>
                  <a:pt x="0" y="20"/>
                  <a:pt x="0" y="20"/>
                </a:cubicBezTo>
                <a:cubicBezTo>
                  <a:pt x="2" y="19"/>
                  <a:pt x="2" y="19"/>
                  <a:pt x="2" y="19"/>
                </a:cubicBezTo>
                <a:cubicBezTo>
                  <a:pt x="20" y="1"/>
                  <a:pt x="20" y="1"/>
                  <a:pt x="20" y="1"/>
                </a:cubicBezTo>
                <a:cubicBezTo>
                  <a:pt x="21" y="0"/>
                  <a:pt x="21" y="0"/>
                  <a:pt x="21" y="0"/>
                </a:cubicBezTo>
                <a:cubicBezTo>
                  <a:pt x="23" y="0"/>
                  <a:pt x="23" y="0"/>
                  <a:pt x="23" y="0"/>
                </a:cubicBezTo>
                <a:close/>
                <a:moveTo>
                  <a:pt x="90" y="45"/>
                </a:moveTo>
                <a:cubicBezTo>
                  <a:pt x="90" y="43"/>
                  <a:pt x="90" y="43"/>
                  <a:pt x="90" y="43"/>
                </a:cubicBezTo>
                <a:cubicBezTo>
                  <a:pt x="84" y="39"/>
                  <a:pt x="84" y="39"/>
                  <a:pt x="84" y="39"/>
                </a:cubicBezTo>
                <a:cubicBezTo>
                  <a:pt x="75" y="44"/>
                  <a:pt x="75" y="44"/>
                  <a:pt x="75" y="44"/>
                </a:cubicBezTo>
                <a:cubicBezTo>
                  <a:pt x="83" y="47"/>
                  <a:pt x="83" y="47"/>
                  <a:pt x="83" y="47"/>
                </a:cubicBezTo>
                <a:cubicBezTo>
                  <a:pt x="91" y="52"/>
                  <a:pt x="91" y="52"/>
                  <a:pt x="91" y="52"/>
                </a:cubicBezTo>
                <a:cubicBezTo>
                  <a:pt x="94" y="53"/>
                  <a:pt x="94" y="53"/>
                  <a:pt x="94" y="53"/>
                </a:cubicBezTo>
                <a:cubicBezTo>
                  <a:pt x="92" y="62"/>
                  <a:pt x="88" y="70"/>
                  <a:pt x="82" y="77"/>
                </a:cubicBezTo>
                <a:cubicBezTo>
                  <a:pt x="86" y="81"/>
                  <a:pt x="86" y="81"/>
                  <a:pt x="86" y="81"/>
                </a:cubicBezTo>
                <a:cubicBezTo>
                  <a:pt x="93" y="73"/>
                  <a:pt x="98" y="63"/>
                  <a:pt x="100" y="53"/>
                </a:cubicBezTo>
                <a:cubicBezTo>
                  <a:pt x="100" y="51"/>
                  <a:pt x="100" y="51"/>
                  <a:pt x="100" y="51"/>
                </a:cubicBezTo>
                <a:cubicBezTo>
                  <a:pt x="98" y="50"/>
                  <a:pt x="98" y="50"/>
                  <a:pt x="98" y="50"/>
                </a:cubicBezTo>
                <a:cubicBezTo>
                  <a:pt x="90" y="45"/>
                  <a:pt x="90" y="45"/>
                  <a:pt x="90" y="45"/>
                </a:cubicBezTo>
                <a:close/>
                <a:moveTo>
                  <a:pt x="74" y="47"/>
                </a:moveTo>
                <a:cubicBezTo>
                  <a:pt x="64" y="58"/>
                  <a:pt x="58" y="70"/>
                  <a:pt x="54" y="84"/>
                </a:cubicBezTo>
                <a:cubicBezTo>
                  <a:pt x="59" y="86"/>
                  <a:pt x="64" y="89"/>
                  <a:pt x="70" y="92"/>
                </a:cubicBezTo>
                <a:cubicBezTo>
                  <a:pt x="78" y="81"/>
                  <a:pt x="85" y="68"/>
                  <a:pt x="90" y="55"/>
                </a:cubicBezTo>
                <a:cubicBezTo>
                  <a:pt x="84" y="52"/>
                  <a:pt x="79" y="50"/>
                  <a:pt x="74" y="47"/>
                </a:cubicBezTo>
                <a:close/>
                <a:moveTo>
                  <a:pt x="52" y="87"/>
                </a:moveTo>
                <a:cubicBezTo>
                  <a:pt x="50" y="103"/>
                  <a:pt x="50" y="103"/>
                  <a:pt x="50" y="103"/>
                </a:cubicBezTo>
                <a:cubicBezTo>
                  <a:pt x="51" y="103"/>
                  <a:pt x="51" y="103"/>
                  <a:pt x="51" y="103"/>
                </a:cubicBezTo>
                <a:cubicBezTo>
                  <a:pt x="50" y="108"/>
                  <a:pt x="50" y="108"/>
                  <a:pt x="50" y="108"/>
                </a:cubicBezTo>
                <a:cubicBezTo>
                  <a:pt x="52" y="110"/>
                  <a:pt x="52" y="110"/>
                  <a:pt x="52" y="110"/>
                </a:cubicBezTo>
                <a:cubicBezTo>
                  <a:pt x="55" y="106"/>
                  <a:pt x="55" y="106"/>
                  <a:pt x="55" y="106"/>
                </a:cubicBezTo>
                <a:cubicBezTo>
                  <a:pt x="56" y="106"/>
                  <a:pt x="56" y="106"/>
                  <a:pt x="56" y="106"/>
                </a:cubicBezTo>
                <a:cubicBezTo>
                  <a:pt x="68" y="95"/>
                  <a:pt x="68" y="95"/>
                  <a:pt x="68" y="95"/>
                </a:cubicBezTo>
                <a:cubicBezTo>
                  <a:pt x="52" y="87"/>
                  <a:pt x="52" y="87"/>
                  <a:pt x="52" y="87"/>
                </a:cubicBezTo>
                <a:close/>
                <a:moveTo>
                  <a:pt x="18" y="56"/>
                </a:moveTo>
                <a:cubicBezTo>
                  <a:pt x="18" y="60"/>
                  <a:pt x="18" y="60"/>
                  <a:pt x="18" y="60"/>
                </a:cubicBezTo>
                <a:cubicBezTo>
                  <a:pt x="30" y="60"/>
                  <a:pt x="30" y="60"/>
                  <a:pt x="30" y="60"/>
                </a:cubicBezTo>
                <a:cubicBezTo>
                  <a:pt x="30" y="56"/>
                  <a:pt x="30" y="56"/>
                  <a:pt x="30" y="56"/>
                </a:cubicBezTo>
                <a:cubicBezTo>
                  <a:pt x="18" y="56"/>
                  <a:pt x="18" y="56"/>
                  <a:pt x="18" y="56"/>
                </a:cubicBezTo>
                <a:close/>
                <a:moveTo>
                  <a:pt x="18" y="43"/>
                </a:moveTo>
                <a:cubicBezTo>
                  <a:pt x="18" y="48"/>
                  <a:pt x="18" y="48"/>
                  <a:pt x="18" y="48"/>
                </a:cubicBezTo>
                <a:cubicBezTo>
                  <a:pt x="60" y="48"/>
                  <a:pt x="60" y="48"/>
                  <a:pt x="60" y="48"/>
                </a:cubicBezTo>
                <a:cubicBezTo>
                  <a:pt x="60" y="43"/>
                  <a:pt x="60" y="43"/>
                  <a:pt x="60" y="43"/>
                </a:cubicBezTo>
                <a:cubicBezTo>
                  <a:pt x="18" y="43"/>
                  <a:pt x="18" y="43"/>
                  <a:pt x="18" y="43"/>
                </a:cubicBezTo>
                <a:close/>
                <a:moveTo>
                  <a:pt x="18" y="31"/>
                </a:moveTo>
                <a:cubicBezTo>
                  <a:pt x="18" y="36"/>
                  <a:pt x="18" y="36"/>
                  <a:pt x="18" y="36"/>
                </a:cubicBezTo>
                <a:cubicBezTo>
                  <a:pt x="60" y="36"/>
                  <a:pt x="60" y="36"/>
                  <a:pt x="60" y="36"/>
                </a:cubicBezTo>
                <a:cubicBezTo>
                  <a:pt x="60" y="31"/>
                  <a:pt x="60" y="31"/>
                  <a:pt x="60" y="31"/>
                </a:cubicBezTo>
                <a:cubicBezTo>
                  <a:pt x="18" y="31"/>
                  <a:pt x="18" y="31"/>
                  <a:pt x="18" y="31"/>
                </a:cubicBezTo>
                <a:close/>
                <a:moveTo>
                  <a:pt x="37" y="19"/>
                </a:moveTo>
                <a:cubicBezTo>
                  <a:pt x="37" y="24"/>
                  <a:pt x="37" y="24"/>
                  <a:pt x="37" y="24"/>
                </a:cubicBezTo>
                <a:cubicBezTo>
                  <a:pt x="60" y="24"/>
                  <a:pt x="60" y="24"/>
                  <a:pt x="60" y="24"/>
                </a:cubicBezTo>
                <a:cubicBezTo>
                  <a:pt x="60" y="19"/>
                  <a:pt x="60" y="19"/>
                  <a:pt x="60" y="19"/>
                </a:cubicBezTo>
                <a:cubicBezTo>
                  <a:pt x="37" y="19"/>
                  <a:pt x="37" y="19"/>
                  <a:pt x="37" y="19"/>
                </a:cubicBezTo>
                <a:close/>
                <a:moveTo>
                  <a:pt x="12" y="21"/>
                </a:moveTo>
                <a:cubicBezTo>
                  <a:pt x="14" y="21"/>
                  <a:pt x="14" y="21"/>
                  <a:pt x="14" y="21"/>
                </a:cubicBezTo>
                <a:cubicBezTo>
                  <a:pt x="18" y="22"/>
                  <a:pt x="18" y="22"/>
                  <a:pt x="18" y="22"/>
                </a:cubicBezTo>
                <a:cubicBezTo>
                  <a:pt x="18" y="22"/>
                  <a:pt x="18" y="22"/>
                  <a:pt x="18" y="22"/>
                </a:cubicBezTo>
                <a:cubicBezTo>
                  <a:pt x="19" y="22"/>
                  <a:pt x="19" y="22"/>
                  <a:pt x="19" y="22"/>
                </a:cubicBezTo>
                <a:cubicBezTo>
                  <a:pt x="19" y="22"/>
                  <a:pt x="19" y="22"/>
                  <a:pt x="20" y="22"/>
                </a:cubicBezTo>
                <a:cubicBezTo>
                  <a:pt x="21" y="22"/>
                  <a:pt x="22" y="21"/>
                  <a:pt x="22" y="20"/>
                </a:cubicBezTo>
                <a:cubicBezTo>
                  <a:pt x="23" y="20"/>
                  <a:pt x="24" y="19"/>
                  <a:pt x="24" y="18"/>
                </a:cubicBezTo>
                <a:cubicBezTo>
                  <a:pt x="24" y="18"/>
                  <a:pt x="24" y="17"/>
                  <a:pt x="24" y="17"/>
                </a:cubicBezTo>
                <a:cubicBezTo>
                  <a:pt x="24" y="17"/>
                  <a:pt x="24" y="17"/>
                  <a:pt x="24" y="17"/>
                </a:cubicBezTo>
                <a:cubicBezTo>
                  <a:pt x="24" y="16"/>
                  <a:pt x="24" y="16"/>
                  <a:pt x="24" y="16"/>
                </a:cubicBezTo>
                <a:cubicBezTo>
                  <a:pt x="23" y="12"/>
                  <a:pt x="23" y="12"/>
                  <a:pt x="23" y="12"/>
                </a:cubicBezTo>
                <a:cubicBezTo>
                  <a:pt x="23" y="11"/>
                  <a:pt x="23" y="11"/>
                  <a:pt x="23" y="11"/>
                </a:cubicBezTo>
                <a:lnTo>
                  <a:pt x="12" y="21"/>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8" name="Hexagon 17"/>
          <p:cNvSpPr/>
          <p:nvPr/>
        </p:nvSpPr>
        <p:spPr>
          <a:xfrm rot="16200000">
            <a:off x="7828055" y="3638840"/>
            <a:ext cx="1207666" cy="1041092"/>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微软雅黑" panose="020B0503020204020204" pitchFamily="34" charset="-122"/>
              <a:ea typeface="微软雅黑" panose="020B0503020204020204" pitchFamily="34" charset="-122"/>
            </a:endParaRPr>
          </a:p>
        </p:txBody>
      </p:sp>
      <p:sp>
        <p:nvSpPr>
          <p:cNvPr id="21" name="Hexagon 20"/>
          <p:cNvSpPr/>
          <p:nvPr/>
        </p:nvSpPr>
        <p:spPr>
          <a:xfrm rot="16200000">
            <a:off x="5113038" y="3357444"/>
            <a:ext cx="1461276" cy="1259722"/>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微软雅黑" panose="020B0503020204020204" pitchFamily="34" charset="-122"/>
              <a:ea typeface="微软雅黑" panose="020B0503020204020204" pitchFamily="34" charset="-122"/>
            </a:endParaRPr>
          </a:p>
        </p:txBody>
      </p:sp>
      <p:sp>
        <p:nvSpPr>
          <p:cNvPr id="22" name="Freeform 21"/>
          <p:cNvSpPr>
            <a:spLocks noEditPoints="1"/>
          </p:cNvSpPr>
          <p:nvPr/>
        </p:nvSpPr>
        <p:spPr bwMode="auto">
          <a:xfrm>
            <a:off x="7401279" y="2645375"/>
            <a:ext cx="763803" cy="617543"/>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4" name="Hexagon 23"/>
          <p:cNvSpPr/>
          <p:nvPr/>
        </p:nvSpPr>
        <p:spPr>
          <a:xfrm rot="16200000">
            <a:off x="4233944" y="3689472"/>
            <a:ext cx="998072" cy="860407"/>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微软雅黑" panose="020B0503020204020204" pitchFamily="34" charset="-122"/>
              <a:ea typeface="微软雅黑" panose="020B0503020204020204" pitchFamily="34" charset="-122"/>
            </a:endParaRPr>
          </a:p>
        </p:txBody>
      </p:sp>
      <p:cxnSp>
        <p:nvCxnSpPr>
          <p:cNvPr id="27" name="Straight Connector 26"/>
          <p:cNvCxnSpPr/>
          <p:nvPr/>
        </p:nvCxnSpPr>
        <p:spPr>
          <a:xfrm flipV="1">
            <a:off x="7778088" y="1877348"/>
            <a:ext cx="843337" cy="0"/>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7780451" y="1877348"/>
            <a:ext cx="0" cy="223418"/>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8801952" y="1692682"/>
            <a:ext cx="1223412"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GPU </a:t>
            </a:r>
            <a:r>
              <a:rPr lang="zh-CN" altLang="en-US" b="1" dirty="0">
                <a:latin typeface="微软雅黑" panose="020B0503020204020204" pitchFamily="34" charset="-122"/>
                <a:ea typeface="微软雅黑" panose="020B0503020204020204" pitchFamily="34" charset="-122"/>
              </a:rPr>
              <a:t>加速</a:t>
            </a:r>
            <a:endParaRPr lang="en-US" altLang="zh-CN" b="1" dirty="0">
              <a:latin typeface="微软雅黑" panose="020B0503020204020204" pitchFamily="34" charset="-122"/>
              <a:ea typeface="微软雅黑" panose="020B0503020204020204" pitchFamily="34" charset="-122"/>
            </a:endParaRPr>
          </a:p>
        </p:txBody>
      </p:sp>
      <p:sp>
        <p:nvSpPr>
          <p:cNvPr id="31" name="Rectangle 30"/>
          <p:cNvSpPr/>
          <p:nvPr/>
        </p:nvSpPr>
        <p:spPr>
          <a:xfrm>
            <a:off x="8753879" y="1993533"/>
            <a:ext cx="2135171" cy="1384995"/>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并行计算在人工智能中的应用中，图形处理单元（</a:t>
            </a:r>
            <a:r>
              <a:rPr lang="en-US" altLang="zh-CN" sz="1400" dirty="0">
                <a:latin typeface="微软雅黑" panose="020B0503020204020204" pitchFamily="34" charset="-122"/>
                <a:ea typeface="微软雅黑" panose="020B0503020204020204" pitchFamily="34" charset="-122"/>
              </a:rPr>
              <a:t>GPU</a:t>
            </a:r>
            <a:r>
              <a:rPr lang="zh-CN" altLang="en-US" sz="1400" dirty="0">
                <a:latin typeface="微软雅黑" panose="020B0503020204020204" pitchFamily="34" charset="-122"/>
                <a:ea typeface="微软雅黑" panose="020B0503020204020204" pitchFamily="34" charset="-122"/>
              </a:rPr>
              <a:t>）发挥了重要作用，它们能够并行处理大规模的矩阵运算，提高了模型训练的速度。</a:t>
            </a:r>
            <a:endParaRPr lang="en-GB" sz="1400" dirty="0">
              <a:latin typeface="微软雅黑" panose="020B0503020204020204" pitchFamily="34" charset="-122"/>
              <a:ea typeface="微软雅黑" panose="020B0503020204020204" pitchFamily="34" charset="-122"/>
            </a:endParaRPr>
          </a:p>
        </p:txBody>
      </p:sp>
      <p:cxnSp>
        <p:nvCxnSpPr>
          <p:cNvPr id="33" name="Straight Connector 32"/>
          <p:cNvCxnSpPr/>
          <p:nvPr/>
        </p:nvCxnSpPr>
        <p:spPr>
          <a:xfrm flipH="1" flipV="1">
            <a:off x="5418150" y="1877348"/>
            <a:ext cx="1055385" cy="0"/>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6470578" y="1877348"/>
            <a:ext cx="0" cy="328974"/>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flipH="1">
            <a:off x="3848039" y="1655101"/>
            <a:ext cx="1579278"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并行模型训练</a:t>
            </a:r>
            <a:endParaRPr lang="en-US" altLang="zh-CN" b="1" dirty="0">
              <a:latin typeface="微软雅黑" panose="020B0503020204020204" pitchFamily="34" charset="-122"/>
              <a:ea typeface="微软雅黑" panose="020B0503020204020204" pitchFamily="34" charset="-122"/>
            </a:endParaRPr>
          </a:p>
        </p:txBody>
      </p:sp>
      <p:sp>
        <p:nvSpPr>
          <p:cNvPr id="37" name="Rectangle 36"/>
          <p:cNvSpPr/>
          <p:nvPr/>
        </p:nvSpPr>
        <p:spPr>
          <a:xfrm flipH="1">
            <a:off x="3189842" y="1949675"/>
            <a:ext cx="2135172" cy="1600438"/>
          </a:xfrm>
          <a:prstGeom prst="rect">
            <a:avLst/>
          </a:prstGeom>
        </p:spPr>
        <p:txBody>
          <a:bodyPr wrap="square">
            <a:spAutoFit/>
          </a:bodyPr>
          <a:lstStyle/>
          <a:p>
            <a:pPr algn="r"/>
            <a:r>
              <a:rPr lang="zh-CN" altLang="en-US" sz="1400" dirty="0">
                <a:latin typeface="微软雅黑" panose="020B0503020204020204" pitchFamily="34" charset="-122"/>
                <a:ea typeface="微软雅黑" panose="020B0503020204020204" pitchFamily="34" charset="-122"/>
              </a:rPr>
              <a:t>在机器学习中，大规模数据集和复杂模型需要耗费大量时间进行训练。通过并行计算，可以将模型训练任务分配给多个计算单元，从而加速训练过程。</a:t>
            </a:r>
            <a:endParaRPr lang="en-GB" sz="1400" dirty="0">
              <a:latin typeface="微软雅黑" panose="020B0503020204020204" pitchFamily="34" charset="-122"/>
              <a:ea typeface="微软雅黑" panose="020B0503020204020204" pitchFamily="34" charset="-122"/>
            </a:endParaRPr>
          </a:p>
        </p:txBody>
      </p:sp>
      <p:cxnSp>
        <p:nvCxnSpPr>
          <p:cNvPr id="39" name="Straight Connector 38"/>
          <p:cNvCxnSpPr/>
          <p:nvPr/>
        </p:nvCxnSpPr>
        <p:spPr>
          <a:xfrm rot="5400000" flipH="1" flipV="1">
            <a:off x="5549456" y="5133324"/>
            <a:ext cx="588438" cy="0"/>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flipH="1">
            <a:off x="5335348" y="4917567"/>
            <a:ext cx="0" cy="1016654"/>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flipH="1">
            <a:off x="2753118" y="5235751"/>
            <a:ext cx="2031325"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数据管理与大数据</a:t>
            </a:r>
            <a:endParaRPr lang="en-US" altLang="zh-CN" b="1" dirty="0">
              <a:latin typeface="微软雅黑" panose="020B0503020204020204" pitchFamily="34" charset="-122"/>
              <a:ea typeface="微软雅黑" panose="020B0503020204020204" pitchFamily="34" charset="-122"/>
            </a:endParaRPr>
          </a:p>
        </p:txBody>
      </p:sp>
      <p:sp>
        <p:nvSpPr>
          <p:cNvPr id="43" name="Rectangle 42"/>
          <p:cNvSpPr/>
          <p:nvPr/>
        </p:nvSpPr>
        <p:spPr>
          <a:xfrm flipH="1">
            <a:off x="1458242" y="5605083"/>
            <a:ext cx="3274738" cy="954107"/>
          </a:xfrm>
          <a:prstGeom prst="rect">
            <a:avLst/>
          </a:prstGeom>
        </p:spPr>
        <p:txBody>
          <a:bodyPr wrap="square">
            <a:spAutoFit/>
          </a:bodyPr>
          <a:lstStyle/>
          <a:p>
            <a:pPr algn="r"/>
            <a:r>
              <a:rPr lang="zh-CN" altLang="en-US" sz="1400" dirty="0">
                <a:latin typeface="微软雅黑" panose="020B0503020204020204" pitchFamily="34" charset="-122"/>
                <a:ea typeface="微软雅黑" panose="020B0503020204020204" pitchFamily="34" charset="-122"/>
              </a:rPr>
              <a:t>人工智能依赖于大规模的数据集。计算机科学技术中的数据管理、数据库技术和大数据处理方法对于存储、检索和处理庞大的数据集至关重要。</a:t>
            </a:r>
            <a:endParaRPr lang="en-GB" sz="1400" dirty="0">
              <a:latin typeface="微软雅黑" panose="020B0503020204020204" pitchFamily="34" charset="-122"/>
              <a:ea typeface="微软雅黑" panose="020B0503020204020204" pitchFamily="34" charset="-122"/>
            </a:endParaRPr>
          </a:p>
        </p:txBody>
      </p:sp>
      <p:cxnSp>
        <p:nvCxnSpPr>
          <p:cNvPr id="45" name="Straight Connector 44"/>
          <p:cNvCxnSpPr/>
          <p:nvPr/>
        </p:nvCxnSpPr>
        <p:spPr>
          <a:xfrm>
            <a:off x="1486748" y="4174983"/>
            <a:ext cx="2650814" cy="0"/>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flipV="1">
            <a:off x="1494176" y="3750814"/>
            <a:ext cx="0" cy="424169"/>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741677" y="2100766"/>
            <a:ext cx="2276585"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机器学习和深度学习</a:t>
            </a:r>
            <a:endParaRPr lang="en-US" altLang="zh-CN" b="1" dirty="0">
              <a:latin typeface="微软雅黑" panose="020B0503020204020204" pitchFamily="34" charset="-122"/>
              <a:ea typeface="微软雅黑" panose="020B0503020204020204" pitchFamily="34" charset="-122"/>
            </a:endParaRPr>
          </a:p>
        </p:txBody>
      </p:sp>
      <p:sp>
        <p:nvSpPr>
          <p:cNvPr id="49" name="Rectangle 48"/>
          <p:cNvSpPr/>
          <p:nvPr/>
        </p:nvSpPr>
        <p:spPr>
          <a:xfrm>
            <a:off x="812383" y="2510192"/>
            <a:ext cx="2135171" cy="1169551"/>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机器学习是人工智能的一个重要分支，它借助计算机科学中的统计学、概率论和优化方法来设计和训练模型。</a:t>
            </a:r>
            <a:endParaRPr lang="en-GB" sz="1400" dirty="0">
              <a:latin typeface="微软雅黑" panose="020B0503020204020204" pitchFamily="34" charset="-122"/>
              <a:ea typeface="微软雅黑" panose="020B0503020204020204" pitchFamily="34" charset="-122"/>
            </a:endParaRPr>
          </a:p>
        </p:txBody>
      </p:sp>
      <p:pic>
        <p:nvPicPr>
          <p:cNvPr id="3" name="Picture 2" descr="C:\Users\Administrator\Desktop\11111.tif">
            <a:extLst>
              <a:ext uri="{FF2B5EF4-FFF2-40B4-BE49-F238E27FC236}">
                <a16:creationId xmlns:a16="http://schemas.microsoft.com/office/drawing/2014/main" id="{F306CF27-0C0A-5057-92E8-4E89E262CE9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占位符 1">
            <a:extLst>
              <a:ext uri="{FF2B5EF4-FFF2-40B4-BE49-F238E27FC236}">
                <a16:creationId xmlns:a16="http://schemas.microsoft.com/office/drawing/2014/main" id="{3B74146C-7CE2-1877-B8C3-E4BFAFCB6938}"/>
              </a:ext>
            </a:extLst>
          </p:cNvPr>
          <p:cNvSpPr txBox="1">
            <a:spLocks/>
          </p:cNvSpPr>
          <p:nvPr/>
        </p:nvSpPr>
        <p:spPr>
          <a:xfrm>
            <a:off x="4956035" y="137990"/>
            <a:ext cx="2215389" cy="5295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kumimoji="1" lang="zh-CN" altLang="en-US" dirty="0">
                <a:solidFill>
                  <a:srgbClr val="FFFFFF"/>
                </a:solidFill>
                <a:latin typeface="微软雅黑" panose="020B0503020204020204" charset="-122"/>
                <a:ea typeface="微软雅黑" panose="020B0503020204020204" charset="-122"/>
                <a:cs typeface="微软雅黑" panose="020B0503020204020204" charset="-122"/>
              </a:rPr>
              <a:t>人工智能</a:t>
            </a:r>
          </a:p>
        </p:txBody>
      </p:sp>
      <p:sp>
        <p:nvSpPr>
          <p:cNvPr id="19" name="Freeform 18"/>
          <p:cNvSpPr>
            <a:spLocks noEditPoints="1"/>
          </p:cNvSpPr>
          <p:nvPr/>
        </p:nvSpPr>
        <p:spPr bwMode="auto">
          <a:xfrm>
            <a:off x="5529960" y="3681359"/>
            <a:ext cx="576474" cy="612502"/>
          </a:xfrm>
          <a:custGeom>
            <a:avLst/>
            <a:gdLst>
              <a:gd name="T0" fmla="*/ 75 w 89"/>
              <a:gd name="T1" fmla="*/ 22 h 95"/>
              <a:gd name="T2" fmla="*/ 89 w 89"/>
              <a:gd name="T3" fmla="*/ 53 h 95"/>
              <a:gd name="T4" fmla="*/ 78 w 89"/>
              <a:gd name="T5" fmla="*/ 80 h 95"/>
              <a:gd name="T6" fmla="*/ 47 w 89"/>
              <a:gd name="T7" fmla="*/ 53 h 95"/>
              <a:gd name="T8" fmla="*/ 75 w 89"/>
              <a:gd name="T9" fmla="*/ 22 h 95"/>
              <a:gd name="T10" fmla="*/ 76 w 89"/>
              <a:gd name="T11" fmla="*/ 83 h 95"/>
              <a:gd name="T12" fmla="*/ 69 w 89"/>
              <a:gd name="T13" fmla="*/ 88 h 95"/>
              <a:gd name="T14" fmla="*/ 74 w 89"/>
              <a:gd name="T15" fmla="*/ 81 h 95"/>
              <a:gd name="T16" fmla="*/ 76 w 89"/>
              <a:gd name="T17" fmla="*/ 83 h 95"/>
              <a:gd name="T18" fmla="*/ 64 w 89"/>
              <a:gd name="T19" fmla="*/ 92 h 95"/>
              <a:gd name="T20" fmla="*/ 72 w 89"/>
              <a:gd name="T21" fmla="*/ 79 h 95"/>
              <a:gd name="T22" fmla="*/ 70 w 89"/>
              <a:gd name="T23" fmla="*/ 77 h 95"/>
              <a:gd name="T24" fmla="*/ 60 w 89"/>
              <a:gd name="T25" fmla="*/ 94 h 95"/>
              <a:gd name="T26" fmla="*/ 64 w 89"/>
              <a:gd name="T27" fmla="*/ 92 h 95"/>
              <a:gd name="T28" fmla="*/ 58 w 89"/>
              <a:gd name="T29" fmla="*/ 91 h 95"/>
              <a:gd name="T30" fmla="*/ 67 w 89"/>
              <a:gd name="T31" fmla="*/ 75 h 95"/>
              <a:gd name="T32" fmla="*/ 65 w 89"/>
              <a:gd name="T33" fmla="*/ 74 h 95"/>
              <a:gd name="T34" fmla="*/ 57 w 89"/>
              <a:gd name="T35" fmla="*/ 88 h 95"/>
              <a:gd name="T36" fmla="*/ 58 w 89"/>
              <a:gd name="T37" fmla="*/ 91 h 95"/>
              <a:gd name="T38" fmla="*/ 56 w 89"/>
              <a:gd name="T39" fmla="*/ 84 h 95"/>
              <a:gd name="T40" fmla="*/ 63 w 89"/>
              <a:gd name="T41" fmla="*/ 72 h 95"/>
              <a:gd name="T42" fmla="*/ 61 w 89"/>
              <a:gd name="T43" fmla="*/ 70 h 95"/>
              <a:gd name="T44" fmla="*/ 55 w 89"/>
              <a:gd name="T45" fmla="*/ 81 h 95"/>
              <a:gd name="T46" fmla="*/ 56 w 89"/>
              <a:gd name="T47" fmla="*/ 84 h 95"/>
              <a:gd name="T48" fmla="*/ 53 w 89"/>
              <a:gd name="T49" fmla="*/ 78 h 95"/>
              <a:gd name="T50" fmla="*/ 59 w 89"/>
              <a:gd name="T51" fmla="*/ 68 h 95"/>
              <a:gd name="T52" fmla="*/ 57 w 89"/>
              <a:gd name="T53" fmla="*/ 66 h 95"/>
              <a:gd name="T54" fmla="*/ 52 w 89"/>
              <a:gd name="T55" fmla="*/ 75 h 95"/>
              <a:gd name="T56" fmla="*/ 53 w 89"/>
              <a:gd name="T57" fmla="*/ 78 h 95"/>
              <a:gd name="T58" fmla="*/ 51 w 89"/>
              <a:gd name="T59" fmla="*/ 71 h 95"/>
              <a:gd name="T60" fmla="*/ 55 w 89"/>
              <a:gd name="T61" fmla="*/ 64 h 95"/>
              <a:gd name="T62" fmla="*/ 53 w 89"/>
              <a:gd name="T63" fmla="*/ 62 h 95"/>
              <a:gd name="T64" fmla="*/ 50 w 89"/>
              <a:gd name="T65" fmla="*/ 68 h 95"/>
              <a:gd name="T66" fmla="*/ 51 w 89"/>
              <a:gd name="T67" fmla="*/ 71 h 95"/>
              <a:gd name="T68" fmla="*/ 48 w 89"/>
              <a:gd name="T69" fmla="*/ 65 h 95"/>
              <a:gd name="T70" fmla="*/ 51 w 89"/>
              <a:gd name="T71" fmla="*/ 61 h 95"/>
              <a:gd name="T72" fmla="*/ 49 w 89"/>
              <a:gd name="T73" fmla="*/ 59 h 95"/>
              <a:gd name="T74" fmla="*/ 47 w 89"/>
              <a:gd name="T75" fmla="*/ 61 h 95"/>
              <a:gd name="T76" fmla="*/ 48 w 89"/>
              <a:gd name="T77" fmla="*/ 65 h 95"/>
              <a:gd name="T78" fmla="*/ 46 w 89"/>
              <a:gd name="T79" fmla="*/ 58 h 95"/>
              <a:gd name="T80" fmla="*/ 45 w 89"/>
              <a:gd name="T81" fmla="*/ 55 h 95"/>
              <a:gd name="T82" fmla="*/ 47 w 89"/>
              <a:gd name="T83" fmla="*/ 57 h 95"/>
              <a:gd name="T84" fmla="*/ 46 w 89"/>
              <a:gd name="T85" fmla="*/ 58 h 95"/>
              <a:gd name="T86" fmla="*/ 59 w 89"/>
              <a:gd name="T87" fmla="*/ 17 h 95"/>
              <a:gd name="T88" fmla="*/ 41 w 89"/>
              <a:gd name="T89" fmla="*/ 54 h 95"/>
              <a:gd name="T90" fmla="*/ 36 w 89"/>
              <a:gd name="T91" fmla="*/ 13 h 95"/>
              <a:gd name="T92" fmla="*/ 0 w 89"/>
              <a:gd name="T93" fmla="*/ 54 h 95"/>
              <a:gd name="T94" fmla="*/ 41 w 89"/>
              <a:gd name="T95" fmla="*/ 95 h 95"/>
              <a:gd name="T96" fmla="*/ 55 w 89"/>
              <a:gd name="T97" fmla="*/ 93 h 95"/>
              <a:gd name="T98" fmla="*/ 41 w 89"/>
              <a:gd name="T99" fmla="*/ 54 h 95"/>
              <a:gd name="T100" fmla="*/ 68 w 89"/>
              <a:gd name="T101" fmla="*/ 23 h 95"/>
              <a:gd name="T102" fmla="*/ 59 w 89"/>
              <a:gd name="T103" fmla="*/ 17 h 95"/>
              <a:gd name="T104" fmla="*/ 43 w 89"/>
              <a:gd name="T105" fmla="*/ 0 h 95"/>
              <a:gd name="T106" fmla="*/ 38 w 89"/>
              <a:gd name="T107" fmla="*/ 0 h 95"/>
              <a:gd name="T108" fmla="*/ 43 w 89"/>
              <a:gd name="T109" fmla="*/ 41 h 95"/>
              <a:gd name="T110" fmla="*/ 61 w 89"/>
              <a:gd name="T111" fmla="*/ 4 h 95"/>
              <a:gd name="T112" fmla="*/ 43 w 89"/>
              <a:gd name="T11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5">
                <a:moveTo>
                  <a:pt x="75" y="22"/>
                </a:moveTo>
                <a:cubicBezTo>
                  <a:pt x="83" y="29"/>
                  <a:pt x="89" y="40"/>
                  <a:pt x="89" y="53"/>
                </a:cubicBezTo>
                <a:cubicBezTo>
                  <a:pt x="89" y="63"/>
                  <a:pt x="85" y="73"/>
                  <a:pt x="78" y="80"/>
                </a:cubicBezTo>
                <a:cubicBezTo>
                  <a:pt x="47" y="53"/>
                  <a:pt x="47" y="53"/>
                  <a:pt x="47" y="53"/>
                </a:cubicBezTo>
                <a:cubicBezTo>
                  <a:pt x="75" y="22"/>
                  <a:pt x="75" y="22"/>
                  <a:pt x="75" y="22"/>
                </a:cubicBezTo>
                <a:close/>
                <a:moveTo>
                  <a:pt x="76" y="83"/>
                </a:moveTo>
                <a:cubicBezTo>
                  <a:pt x="74" y="85"/>
                  <a:pt x="72" y="87"/>
                  <a:pt x="69" y="88"/>
                </a:cubicBezTo>
                <a:cubicBezTo>
                  <a:pt x="74" y="81"/>
                  <a:pt x="74" y="81"/>
                  <a:pt x="74" y="81"/>
                </a:cubicBezTo>
                <a:cubicBezTo>
                  <a:pt x="76" y="83"/>
                  <a:pt x="76" y="83"/>
                  <a:pt x="76" y="83"/>
                </a:cubicBezTo>
                <a:close/>
                <a:moveTo>
                  <a:pt x="64" y="92"/>
                </a:moveTo>
                <a:cubicBezTo>
                  <a:pt x="72" y="79"/>
                  <a:pt x="72" y="79"/>
                  <a:pt x="72" y="79"/>
                </a:cubicBezTo>
                <a:cubicBezTo>
                  <a:pt x="70" y="77"/>
                  <a:pt x="70" y="77"/>
                  <a:pt x="70" y="77"/>
                </a:cubicBezTo>
                <a:cubicBezTo>
                  <a:pt x="60" y="94"/>
                  <a:pt x="60" y="94"/>
                  <a:pt x="60" y="94"/>
                </a:cubicBezTo>
                <a:cubicBezTo>
                  <a:pt x="61" y="93"/>
                  <a:pt x="63" y="92"/>
                  <a:pt x="64" y="92"/>
                </a:cubicBezTo>
                <a:close/>
                <a:moveTo>
                  <a:pt x="58" y="91"/>
                </a:moveTo>
                <a:cubicBezTo>
                  <a:pt x="67" y="75"/>
                  <a:pt x="67" y="75"/>
                  <a:pt x="67" y="75"/>
                </a:cubicBezTo>
                <a:cubicBezTo>
                  <a:pt x="65" y="74"/>
                  <a:pt x="65" y="74"/>
                  <a:pt x="65" y="74"/>
                </a:cubicBezTo>
                <a:cubicBezTo>
                  <a:pt x="57" y="88"/>
                  <a:pt x="57" y="88"/>
                  <a:pt x="57" y="88"/>
                </a:cubicBezTo>
                <a:cubicBezTo>
                  <a:pt x="58" y="91"/>
                  <a:pt x="58" y="91"/>
                  <a:pt x="58" y="91"/>
                </a:cubicBezTo>
                <a:close/>
                <a:moveTo>
                  <a:pt x="56" y="84"/>
                </a:moveTo>
                <a:cubicBezTo>
                  <a:pt x="63" y="72"/>
                  <a:pt x="63" y="72"/>
                  <a:pt x="63" y="72"/>
                </a:cubicBezTo>
                <a:cubicBezTo>
                  <a:pt x="61" y="70"/>
                  <a:pt x="61" y="70"/>
                  <a:pt x="61" y="70"/>
                </a:cubicBezTo>
                <a:cubicBezTo>
                  <a:pt x="55" y="81"/>
                  <a:pt x="55" y="81"/>
                  <a:pt x="55" y="81"/>
                </a:cubicBezTo>
                <a:cubicBezTo>
                  <a:pt x="56" y="84"/>
                  <a:pt x="56" y="84"/>
                  <a:pt x="56" y="84"/>
                </a:cubicBezTo>
                <a:close/>
                <a:moveTo>
                  <a:pt x="53" y="78"/>
                </a:moveTo>
                <a:cubicBezTo>
                  <a:pt x="59" y="68"/>
                  <a:pt x="59" y="68"/>
                  <a:pt x="59" y="68"/>
                </a:cubicBezTo>
                <a:cubicBezTo>
                  <a:pt x="57" y="66"/>
                  <a:pt x="57" y="66"/>
                  <a:pt x="57" y="66"/>
                </a:cubicBezTo>
                <a:cubicBezTo>
                  <a:pt x="52" y="75"/>
                  <a:pt x="52" y="75"/>
                  <a:pt x="52" y="75"/>
                </a:cubicBezTo>
                <a:cubicBezTo>
                  <a:pt x="53" y="78"/>
                  <a:pt x="53" y="78"/>
                  <a:pt x="53"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8" y="65"/>
                </a:moveTo>
                <a:cubicBezTo>
                  <a:pt x="51" y="61"/>
                  <a:pt x="51" y="61"/>
                  <a:pt x="51" y="61"/>
                </a:cubicBezTo>
                <a:cubicBezTo>
                  <a:pt x="49" y="59"/>
                  <a:pt x="49" y="59"/>
                  <a:pt x="49" y="59"/>
                </a:cubicBezTo>
                <a:cubicBezTo>
                  <a:pt x="47" y="61"/>
                  <a:pt x="47" y="61"/>
                  <a:pt x="47" y="61"/>
                </a:cubicBezTo>
                <a:cubicBezTo>
                  <a:pt x="48" y="65"/>
                  <a:pt x="48" y="65"/>
                  <a:pt x="48" y="65"/>
                </a:cubicBezTo>
                <a:close/>
                <a:moveTo>
                  <a:pt x="46" y="58"/>
                </a:moveTo>
                <a:cubicBezTo>
                  <a:pt x="45" y="55"/>
                  <a:pt x="45" y="55"/>
                  <a:pt x="45" y="55"/>
                </a:cubicBezTo>
                <a:cubicBezTo>
                  <a:pt x="47" y="57"/>
                  <a:pt x="47" y="57"/>
                  <a:pt x="47" y="57"/>
                </a:cubicBezTo>
                <a:cubicBezTo>
                  <a:pt x="46" y="58"/>
                  <a:pt x="46" y="58"/>
                  <a:pt x="46" y="58"/>
                </a:cubicBezTo>
                <a:close/>
                <a:moveTo>
                  <a:pt x="59" y="17"/>
                </a:moveTo>
                <a:cubicBezTo>
                  <a:pt x="41" y="54"/>
                  <a:pt x="41" y="54"/>
                  <a:pt x="41" y="54"/>
                </a:cubicBezTo>
                <a:cubicBezTo>
                  <a:pt x="41" y="54"/>
                  <a:pt x="38" y="28"/>
                  <a:pt x="36" y="13"/>
                </a:cubicBezTo>
                <a:cubicBezTo>
                  <a:pt x="16" y="15"/>
                  <a:pt x="0" y="33"/>
                  <a:pt x="0" y="54"/>
                </a:cubicBezTo>
                <a:cubicBezTo>
                  <a:pt x="0" y="77"/>
                  <a:pt x="18" y="95"/>
                  <a:pt x="41" y="95"/>
                </a:cubicBezTo>
                <a:cubicBezTo>
                  <a:pt x="46" y="95"/>
                  <a:pt x="51" y="94"/>
                  <a:pt x="55" y="93"/>
                </a:cubicBezTo>
                <a:cubicBezTo>
                  <a:pt x="41" y="54"/>
                  <a:pt x="41" y="54"/>
                  <a:pt x="41" y="54"/>
                </a:cubicBezTo>
                <a:cubicBezTo>
                  <a:pt x="68" y="23"/>
                  <a:pt x="68" y="23"/>
                  <a:pt x="68" y="23"/>
                </a:cubicBezTo>
                <a:cubicBezTo>
                  <a:pt x="66" y="20"/>
                  <a:pt x="63" y="18"/>
                  <a:pt x="59" y="17"/>
                </a:cubicBezTo>
                <a:close/>
                <a:moveTo>
                  <a:pt x="43" y="0"/>
                </a:moveTo>
                <a:cubicBezTo>
                  <a:pt x="41" y="0"/>
                  <a:pt x="40" y="0"/>
                  <a:pt x="38" y="0"/>
                </a:cubicBezTo>
                <a:cubicBezTo>
                  <a:pt x="40" y="15"/>
                  <a:pt x="43" y="41"/>
                  <a:pt x="43" y="41"/>
                </a:cubicBezTo>
                <a:cubicBezTo>
                  <a:pt x="61" y="4"/>
                  <a:pt x="61" y="4"/>
                  <a:pt x="61" y="4"/>
                </a:cubicBezTo>
                <a:cubicBezTo>
                  <a:pt x="56" y="1"/>
                  <a:pt x="49" y="0"/>
                  <a:pt x="43" y="0"/>
                </a:cubicBez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8" name="椭圆 7">
            <a:extLst>
              <a:ext uri="{FF2B5EF4-FFF2-40B4-BE49-F238E27FC236}">
                <a16:creationId xmlns:a16="http://schemas.microsoft.com/office/drawing/2014/main" id="{BA641172-946B-9FEF-E765-1462C582CF22}"/>
              </a:ext>
            </a:extLst>
          </p:cNvPr>
          <p:cNvSpPr/>
          <p:nvPr/>
        </p:nvSpPr>
        <p:spPr>
          <a:xfrm>
            <a:off x="8137489" y="3980542"/>
            <a:ext cx="588797" cy="413047"/>
          </a:xfrm>
          <a:prstGeom prst="ellipse">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9C6D802A-365C-8940-B0AA-1CA52788D0DC}"/>
              </a:ext>
            </a:extLst>
          </p:cNvPr>
          <p:cNvSpPr/>
          <p:nvPr/>
        </p:nvSpPr>
        <p:spPr>
          <a:xfrm>
            <a:off x="8369869" y="3987304"/>
            <a:ext cx="127641" cy="40181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34DADFF5-EC44-E583-9F7D-EDB0B25F86A0}"/>
              </a:ext>
            </a:extLst>
          </p:cNvPr>
          <p:cNvPicPr>
            <a:picLocks noChangeAspect="1"/>
          </p:cNvPicPr>
          <p:nvPr/>
        </p:nvPicPr>
        <p:blipFill>
          <a:blip r:embed="rId3">
            <a:lum bright="70000" contrast="-70000"/>
            <a:alphaModFix/>
            <a:extLst>
              <a:ext uri="{BEBA8EAE-BF5A-486C-A8C5-ECC9F3942E4B}">
                <a14:imgProps xmlns:a14="http://schemas.microsoft.com/office/drawing/2010/main">
                  <a14:imgLayer r:embed="rId4">
                    <a14:imgEffect>
                      <a14:colorTemperature colorTemp="11200"/>
                    </a14:imgEffect>
                    <a14:imgEffect>
                      <a14:saturation sat="0"/>
                    </a14:imgEffect>
                  </a14:imgLayer>
                </a14:imgProps>
              </a:ext>
            </a:extLst>
          </a:blip>
          <a:stretch>
            <a:fillRect/>
          </a:stretch>
        </p:blipFill>
        <p:spPr>
          <a:xfrm>
            <a:off x="4424775" y="3834302"/>
            <a:ext cx="570745" cy="5707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fade">
                                      <p:cBhvr>
                                        <p:cTn id="21" dur="500"/>
                                        <p:tgtEl>
                                          <p:spTgt spid="39"/>
                                        </p:tgtEl>
                                      </p:cBhvr>
                                    </p:animEffect>
                                  </p:childTnLst>
                                </p:cTn>
                              </p:par>
                              <p:par>
                                <p:cTn id="22" presetID="10" presetClass="entr" presetSubtype="0" fill="hold"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500"/>
                                        <p:tgtEl>
                                          <p:spTgt spid="4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par>
                                <p:cTn id="36" presetID="10" presetClass="entr" presetSubtype="0" fill="hold"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par>
                                <p:cTn id="50" presetID="10" presetClass="entr" presetSubtype="0"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fade">
                                      <p:cBhvr>
                                        <p:cTn id="63" dur="500"/>
                                        <p:tgtEl>
                                          <p:spTgt spid="6"/>
                                        </p:tgtEl>
                                      </p:cBhvr>
                                    </p:animEffect>
                                  </p:childTnLst>
                                </p:cTn>
                              </p:par>
                              <p:par>
                                <p:cTn id="64" presetID="10" presetClass="entr" presetSubtype="0" fill="hold" nodeType="with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fade">
                                      <p:cBhvr>
                                        <p:cTn id="66" dur="500"/>
                                        <p:tgtEl>
                                          <p:spTgt spid="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30" grpId="0"/>
      <p:bldP spid="31" grpId="0"/>
      <p:bldP spid="36" grpId="0"/>
      <p:bldP spid="37" grpId="0"/>
      <p:bldP spid="42" grpId="0"/>
      <p:bldP spid="43" grpId="0"/>
      <p:bldP spid="48" grpId="0"/>
      <p:bldP spid="4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reeform 5"/>
          <p:cNvSpPr/>
          <p:nvPr/>
        </p:nvSpPr>
        <p:spPr bwMode="auto">
          <a:xfrm>
            <a:off x="3331199" y="3158175"/>
            <a:ext cx="2422226" cy="2424605"/>
          </a:xfrm>
          <a:custGeom>
            <a:avLst/>
            <a:gdLst>
              <a:gd name="T0" fmla="*/ 646 w 861"/>
              <a:gd name="T1" fmla="*/ 430 h 861"/>
              <a:gd name="T2" fmla="*/ 430 w 861"/>
              <a:gd name="T3" fmla="*/ 645 h 861"/>
              <a:gd name="T4" fmla="*/ 215 w 861"/>
              <a:gd name="T5" fmla="*/ 430 h 861"/>
              <a:gd name="T6" fmla="*/ 430 w 861"/>
              <a:gd name="T7" fmla="*/ 215 h 861"/>
              <a:gd name="T8" fmla="*/ 488 w 861"/>
              <a:gd name="T9" fmla="*/ 223 h 861"/>
              <a:gd name="T10" fmla="*/ 418 w 861"/>
              <a:gd name="T11" fmla="*/ 0 h 861"/>
              <a:gd name="T12" fmla="*/ 0 w 861"/>
              <a:gd name="T13" fmla="*/ 430 h 861"/>
              <a:gd name="T14" fmla="*/ 430 w 861"/>
              <a:gd name="T15" fmla="*/ 861 h 861"/>
              <a:gd name="T16" fmla="*/ 861 w 861"/>
              <a:gd name="T17" fmla="*/ 430 h 861"/>
              <a:gd name="T18" fmla="*/ 742 w 861"/>
              <a:gd name="T19" fmla="*/ 133 h 861"/>
              <a:gd name="T20" fmla="*/ 590 w 861"/>
              <a:gd name="T21" fmla="*/ 286 h 861"/>
              <a:gd name="T22" fmla="*/ 646 w 861"/>
              <a:gd name="T23" fmla="*/ 430 h 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1" h="861">
                <a:moveTo>
                  <a:pt x="646" y="430"/>
                </a:moveTo>
                <a:cubicBezTo>
                  <a:pt x="646" y="549"/>
                  <a:pt x="549" y="645"/>
                  <a:pt x="430" y="645"/>
                </a:cubicBezTo>
                <a:cubicBezTo>
                  <a:pt x="311" y="645"/>
                  <a:pt x="215" y="549"/>
                  <a:pt x="215" y="430"/>
                </a:cubicBezTo>
                <a:cubicBezTo>
                  <a:pt x="215" y="311"/>
                  <a:pt x="311" y="215"/>
                  <a:pt x="430" y="215"/>
                </a:cubicBezTo>
                <a:cubicBezTo>
                  <a:pt x="450" y="215"/>
                  <a:pt x="470" y="218"/>
                  <a:pt x="488" y="223"/>
                </a:cubicBezTo>
                <a:cubicBezTo>
                  <a:pt x="447" y="156"/>
                  <a:pt x="422" y="80"/>
                  <a:pt x="418" y="0"/>
                </a:cubicBezTo>
                <a:cubicBezTo>
                  <a:pt x="186" y="6"/>
                  <a:pt x="0" y="196"/>
                  <a:pt x="0" y="430"/>
                </a:cubicBezTo>
                <a:cubicBezTo>
                  <a:pt x="0" y="668"/>
                  <a:pt x="192" y="861"/>
                  <a:pt x="430" y="861"/>
                </a:cubicBezTo>
                <a:cubicBezTo>
                  <a:pt x="668" y="861"/>
                  <a:pt x="861" y="668"/>
                  <a:pt x="861" y="430"/>
                </a:cubicBezTo>
                <a:cubicBezTo>
                  <a:pt x="861" y="315"/>
                  <a:pt x="816" y="211"/>
                  <a:pt x="742" y="133"/>
                </a:cubicBezTo>
                <a:cubicBezTo>
                  <a:pt x="590" y="286"/>
                  <a:pt x="590" y="286"/>
                  <a:pt x="590" y="286"/>
                </a:cubicBezTo>
                <a:cubicBezTo>
                  <a:pt x="625" y="325"/>
                  <a:pt x="646" y="375"/>
                  <a:pt x="646" y="430"/>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endParaRPr>
          </a:p>
        </p:txBody>
      </p:sp>
      <p:sp>
        <p:nvSpPr>
          <p:cNvPr id="25" name="Freeform 6"/>
          <p:cNvSpPr/>
          <p:nvPr/>
        </p:nvSpPr>
        <p:spPr bwMode="auto">
          <a:xfrm>
            <a:off x="4619010" y="1872253"/>
            <a:ext cx="2422226" cy="2111867"/>
          </a:xfrm>
          <a:custGeom>
            <a:avLst/>
            <a:gdLst>
              <a:gd name="T0" fmla="*/ 739 w 861"/>
              <a:gd name="T1" fmla="*/ 731 h 750"/>
              <a:gd name="T2" fmla="*/ 739 w 861"/>
              <a:gd name="T3" fmla="*/ 730 h 750"/>
              <a:gd name="T4" fmla="*/ 861 w 861"/>
              <a:gd name="T5" fmla="*/ 431 h 750"/>
              <a:gd name="T6" fmla="*/ 430 w 861"/>
              <a:gd name="T7" fmla="*/ 0 h 750"/>
              <a:gd name="T8" fmla="*/ 0 w 861"/>
              <a:gd name="T9" fmla="*/ 431 h 750"/>
              <a:gd name="T10" fmla="*/ 120 w 861"/>
              <a:gd name="T11" fmla="*/ 729 h 750"/>
              <a:gd name="T12" fmla="*/ 120 w 861"/>
              <a:gd name="T13" fmla="*/ 730 h 750"/>
              <a:gd name="T14" fmla="*/ 132 w 861"/>
              <a:gd name="T15" fmla="*/ 742 h 750"/>
              <a:gd name="T16" fmla="*/ 284 w 861"/>
              <a:gd name="T17" fmla="*/ 589 h 750"/>
              <a:gd name="T18" fmla="*/ 278 w 861"/>
              <a:gd name="T19" fmla="*/ 583 h 750"/>
              <a:gd name="T20" fmla="*/ 277 w 861"/>
              <a:gd name="T21" fmla="*/ 582 h 750"/>
              <a:gd name="T22" fmla="*/ 215 w 861"/>
              <a:gd name="T23" fmla="*/ 431 h 750"/>
              <a:gd name="T24" fmla="*/ 430 w 861"/>
              <a:gd name="T25" fmla="*/ 215 h 750"/>
              <a:gd name="T26" fmla="*/ 645 w 861"/>
              <a:gd name="T27" fmla="*/ 431 h 750"/>
              <a:gd name="T28" fmla="*/ 584 w 861"/>
              <a:gd name="T29" fmla="*/ 581 h 750"/>
              <a:gd name="T30" fmla="*/ 584 w 861"/>
              <a:gd name="T31" fmla="*/ 581 h 750"/>
              <a:gd name="T32" fmla="*/ 584 w 861"/>
              <a:gd name="T33" fmla="*/ 581 h 750"/>
              <a:gd name="T34" fmla="*/ 563 w 861"/>
              <a:gd name="T35" fmla="*/ 603 h 750"/>
              <a:gd name="T36" fmla="*/ 721 w 861"/>
              <a:gd name="T37" fmla="*/ 750 h 750"/>
              <a:gd name="T38" fmla="*/ 739 w 861"/>
              <a:gd name="T39" fmla="*/ 731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1" h="750">
                <a:moveTo>
                  <a:pt x="739" y="731"/>
                </a:moveTo>
                <a:cubicBezTo>
                  <a:pt x="739" y="730"/>
                  <a:pt x="739" y="730"/>
                  <a:pt x="739" y="730"/>
                </a:cubicBezTo>
                <a:cubicBezTo>
                  <a:pt x="814" y="653"/>
                  <a:pt x="861" y="547"/>
                  <a:pt x="861" y="431"/>
                </a:cubicBezTo>
                <a:cubicBezTo>
                  <a:pt x="861" y="193"/>
                  <a:pt x="668" y="0"/>
                  <a:pt x="430" y="0"/>
                </a:cubicBezTo>
                <a:cubicBezTo>
                  <a:pt x="192" y="0"/>
                  <a:pt x="0" y="193"/>
                  <a:pt x="0" y="431"/>
                </a:cubicBezTo>
                <a:cubicBezTo>
                  <a:pt x="0" y="547"/>
                  <a:pt x="45" y="652"/>
                  <a:pt x="120" y="729"/>
                </a:cubicBezTo>
                <a:cubicBezTo>
                  <a:pt x="120" y="730"/>
                  <a:pt x="120" y="730"/>
                  <a:pt x="120" y="730"/>
                </a:cubicBezTo>
                <a:cubicBezTo>
                  <a:pt x="124" y="734"/>
                  <a:pt x="128" y="738"/>
                  <a:pt x="132" y="742"/>
                </a:cubicBezTo>
                <a:cubicBezTo>
                  <a:pt x="284" y="589"/>
                  <a:pt x="284" y="589"/>
                  <a:pt x="284" y="589"/>
                </a:cubicBezTo>
                <a:cubicBezTo>
                  <a:pt x="282" y="587"/>
                  <a:pt x="280" y="585"/>
                  <a:pt x="278" y="583"/>
                </a:cubicBezTo>
                <a:cubicBezTo>
                  <a:pt x="277" y="582"/>
                  <a:pt x="277" y="582"/>
                  <a:pt x="277" y="582"/>
                </a:cubicBezTo>
                <a:cubicBezTo>
                  <a:pt x="239" y="543"/>
                  <a:pt x="215" y="490"/>
                  <a:pt x="215" y="431"/>
                </a:cubicBezTo>
                <a:cubicBezTo>
                  <a:pt x="215" y="312"/>
                  <a:pt x="311" y="215"/>
                  <a:pt x="430" y="215"/>
                </a:cubicBezTo>
                <a:cubicBezTo>
                  <a:pt x="549" y="215"/>
                  <a:pt x="645" y="312"/>
                  <a:pt x="645" y="431"/>
                </a:cubicBezTo>
                <a:cubicBezTo>
                  <a:pt x="645" y="489"/>
                  <a:pt x="622" y="542"/>
                  <a:pt x="584" y="581"/>
                </a:cubicBezTo>
                <a:cubicBezTo>
                  <a:pt x="584" y="581"/>
                  <a:pt x="584" y="581"/>
                  <a:pt x="584" y="581"/>
                </a:cubicBezTo>
                <a:cubicBezTo>
                  <a:pt x="584" y="581"/>
                  <a:pt x="584" y="581"/>
                  <a:pt x="584" y="581"/>
                </a:cubicBezTo>
                <a:cubicBezTo>
                  <a:pt x="577" y="588"/>
                  <a:pt x="570" y="596"/>
                  <a:pt x="563" y="603"/>
                </a:cubicBezTo>
                <a:cubicBezTo>
                  <a:pt x="721" y="750"/>
                  <a:pt x="721" y="750"/>
                  <a:pt x="721" y="750"/>
                </a:cubicBezTo>
                <a:cubicBezTo>
                  <a:pt x="727" y="743"/>
                  <a:pt x="733" y="737"/>
                  <a:pt x="739" y="731"/>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endParaRPr>
          </a:p>
        </p:txBody>
      </p:sp>
      <p:sp>
        <p:nvSpPr>
          <p:cNvPr id="26" name="Freeform 7"/>
          <p:cNvSpPr/>
          <p:nvPr/>
        </p:nvSpPr>
        <p:spPr bwMode="auto">
          <a:xfrm>
            <a:off x="5904443" y="3158175"/>
            <a:ext cx="2425793" cy="2424605"/>
          </a:xfrm>
          <a:custGeom>
            <a:avLst/>
            <a:gdLst>
              <a:gd name="T0" fmla="*/ 443 w 862"/>
              <a:gd name="T1" fmla="*/ 0 h 861"/>
              <a:gd name="T2" fmla="*/ 373 w 862"/>
              <a:gd name="T3" fmla="*/ 223 h 861"/>
              <a:gd name="T4" fmla="*/ 431 w 862"/>
              <a:gd name="T5" fmla="*/ 215 h 861"/>
              <a:gd name="T6" fmla="*/ 646 w 862"/>
              <a:gd name="T7" fmla="*/ 430 h 861"/>
              <a:gd name="T8" fmla="*/ 431 w 862"/>
              <a:gd name="T9" fmla="*/ 645 h 861"/>
              <a:gd name="T10" fmla="*/ 216 w 862"/>
              <a:gd name="T11" fmla="*/ 430 h 861"/>
              <a:gd name="T12" fmla="*/ 264 w 862"/>
              <a:gd name="T13" fmla="*/ 294 h 861"/>
              <a:gd name="T14" fmla="*/ 106 w 862"/>
              <a:gd name="T15" fmla="*/ 147 h 861"/>
              <a:gd name="T16" fmla="*/ 0 w 862"/>
              <a:gd name="T17" fmla="*/ 430 h 861"/>
              <a:gd name="T18" fmla="*/ 431 w 862"/>
              <a:gd name="T19" fmla="*/ 861 h 861"/>
              <a:gd name="T20" fmla="*/ 862 w 862"/>
              <a:gd name="T21" fmla="*/ 430 h 861"/>
              <a:gd name="T22" fmla="*/ 443 w 862"/>
              <a:gd name="T23" fmla="*/ 0 h 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2" h="861">
                <a:moveTo>
                  <a:pt x="443" y="0"/>
                </a:moveTo>
                <a:cubicBezTo>
                  <a:pt x="439" y="80"/>
                  <a:pt x="415" y="156"/>
                  <a:pt x="373" y="223"/>
                </a:cubicBezTo>
                <a:cubicBezTo>
                  <a:pt x="391" y="218"/>
                  <a:pt x="411" y="215"/>
                  <a:pt x="431" y="215"/>
                </a:cubicBezTo>
                <a:cubicBezTo>
                  <a:pt x="550" y="215"/>
                  <a:pt x="646" y="311"/>
                  <a:pt x="646" y="430"/>
                </a:cubicBezTo>
                <a:cubicBezTo>
                  <a:pt x="646" y="549"/>
                  <a:pt x="550" y="645"/>
                  <a:pt x="431" y="645"/>
                </a:cubicBezTo>
                <a:cubicBezTo>
                  <a:pt x="312" y="645"/>
                  <a:pt x="216" y="549"/>
                  <a:pt x="216" y="430"/>
                </a:cubicBezTo>
                <a:cubicBezTo>
                  <a:pt x="216" y="378"/>
                  <a:pt x="234" y="331"/>
                  <a:pt x="264" y="294"/>
                </a:cubicBezTo>
                <a:cubicBezTo>
                  <a:pt x="106" y="147"/>
                  <a:pt x="106" y="147"/>
                  <a:pt x="106" y="147"/>
                </a:cubicBezTo>
                <a:cubicBezTo>
                  <a:pt x="40" y="223"/>
                  <a:pt x="0" y="322"/>
                  <a:pt x="0" y="430"/>
                </a:cubicBezTo>
                <a:cubicBezTo>
                  <a:pt x="0" y="668"/>
                  <a:pt x="193" y="861"/>
                  <a:pt x="431" y="861"/>
                </a:cubicBezTo>
                <a:cubicBezTo>
                  <a:pt x="669" y="861"/>
                  <a:pt x="862" y="668"/>
                  <a:pt x="862" y="430"/>
                </a:cubicBezTo>
                <a:cubicBezTo>
                  <a:pt x="862" y="196"/>
                  <a:pt x="675" y="6"/>
                  <a:pt x="443" y="0"/>
                </a:cubicBezTo>
                <a:close/>
              </a:path>
            </a:pathLst>
          </a:custGeom>
          <a:solidFill>
            <a:schemeClr val="accent1"/>
          </a:solid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endParaRPr>
          </a:p>
        </p:txBody>
      </p:sp>
      <p:sp>
        <p:nvSpPr>
          <p:cNvPr id="27" name="Freeform 136"/>
          <p:cNvSpPr>
            <a:spLocks noChangeAspect="1" noEditPoints="1"/>
          </p:cNvSpPr>
          <p:nvPr/>
        </p:nvSpPr>
        <p:spPr bwMode="auto">
          <a:xfrm>
            <a:off x="4220692" y="4010569"/>
            <a:ext cx="643240" cy="587551"/>
          </a:xfrm>
          <a:custGeom>
            <a:avLst/>
            <a:gdLst>
              <a:gd name="T0" fmla="*/ 48 w 256"/>
              <a:gd name="T1" fmla="*/ 216 h 256"/>
              <a:gd name="T2" fmla="*/ 86 w 256"/>
              <a:gd name="T3" fmla="*/ 197 h 256"/>
              <a:gd name="T4" fmla="*/ 152 w 256"/>
              <a:gd name="T5" fmla="*/ 222 h 256"/>
              <a:gd name="T6" fmla="*/ 192 w 256"/>
              <a:gd name="T7" fmla="*/ 256 h 256"/>
              <a:gd name="T8" fmla="*/ 232 w 256"/>
              <a:gd name="T9" fmla="*/ 216 h 256"/>
              <a:gd name="T10" fmla="*/ 192 w 256"/>
              <a:gd name="T11" fmla="*/ 176 h 256"/>
              <a:gd name="T12" fmla="*/ 154 w 256"/>
              <a:gd name="T13" fmla="*/ 205 h 256"/>
              <a:gd name="T14" fmla="*/ 94 w 256"/>
              <a:gd name="T15" fmla="*/ 183 h 256"/>
              <a:gd name="T16" fmla="*/ 96 w 256"/>
              <a:gd name="T17" fmla="*/ 168 h 256"/>
              <a:gd name="T18" fmla="*/ 88 w 256"/>
              <a:gd name="T19" fmla="*/ 141 h 256"/>
              <a:gd name="T20" fmla="*/ 161 w 256"/>
              <a:gd name="T21" fmla="*/ 96 h 256"/>
              <a:gd name="T22" fmla="*/ 200 w 256"/>
              <a:gd name="T23" fmla="*/ 112 h 256"/>
              <a:gd name="T24" fmla="*/ 256 w 256"/>
              <a:gd name="T25" fmla="*/ 56 h 256"/>
              <a:gd name="T26" fmla="*/ 200 w 256"/>
              <a:gd name="T27" fmla="*/ 0 h 256"/>
              <a:gd name="T28" fmla="*/ 144 w 256"/>
              <a:gd name="T29" fmla="*/ 56 h 256"/>
              <a:gd name="T30" fmla="*/ 151 w 256"/>
              <a:gd name="T31" fmla="*/ 84 h 256"/>
              <a:gd name="T32" fmla="*/ 76 w 256"/>
              <a:gd name="T33" fmla="*/ 129 h 256"/>
              <a:gd name="T34" fmla="*/ 48 w 256"/>
              <a:gd name="T35" fmla="*/ 120 h 256"/>
              <a:gd name="T36" fmla="*/ 0 w 256"/>
              <a:gd name="T37" fmla="*/ 168 h 256"/>
              <a:gd name="T38" fmla="*/ 48 w 256"/>
              <a:gd name="T39" fmla="*/ 216 h 256"/>
              <a:gd name="T40" fmla="*/ 192 w 256"/>
              <a:gd name="T41" fmla="*/ 192 h 256"/>
              <a:gd name="T42" fmla="*/ 216 w 256"/>
              <a:gd name="T43" fmla="*/ 216 h 256"/>
              <a:gd name="T44" fmla="*/ 192 w 256"/>
              <a:gd name="T45" fmla="*/ 240 h 256"/>
              <a:gd name="T46" fmla="*/ 168 w 256"/>
              <a:gd name="T47" fmla="*/ 216 h 256"/>
              <a:gd name="T48" fmla="*/ 192 w 256"/>
              <a:gd name="T49" fmla="*/ 192 h 256"/>
              <a:gd name="T50" fmla="*/ 200 w 256"/>
              <a:gd name="T51" fmla="*/ 16 h 256"/>
              <a:gd name="T52" fmla="*/ 240 w 256"/>
              <a:gd name="T53" fmla="*/ 56 h 256"/>
              <a:gd name="T54" fmla="*/ 200 w 256"/>
              <a:gd name="T55" fmla="*/ 96 h 256"/>
              <a:gd name="T56" fmla="*/ 160 w 256"/>
              <a:gd name="T57" fmla="*/ 56 h 256"/>
              <a:gd name="T58" fmla="*/ 200 w 256"/>
              <a:gd name="T59" fmla="*/ 16 h 256"/>
              <a:gd name="T60" fmla="*/ 48 w 256"/>
              <a:gd name="T61" fmla="*/ 136 h 256"/>
              <a:gd name="T62" fmla="*/ 80 w 256"/>
              <a:gd name="T63" fmla="*/ 168 h 256"/>
              <a:gd name="T64" fmla="*/ 48 w 256"/>
              <a:gd name="T65" fmla="*/ 200 h 256"/>
              <a:gd name="T66" fmla="*/ 16 w 256"/>
              <a:gd name="T67" fmla="*/ 168 h 256"/>
              <a:gd name="T68" fmla="*/ 48 w 256"/>
              <a:gd name="T69" fmla="*/ 1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6" h="256">
                <a:moveTo>
                  <a:pt x="48" y="216"/>
                </a:moveTo>
                <a:cubicBezTo>
                  <a:pt x="63" y="216"/>
                  <a:pt x="77" y="209"/>
                  <a:pt x="86" y="197"/>
                </a:cubicBezTo>
                <a:cubicBezTo>
                  <a:pt x="152" y="222"/>
                  <a:pt x="152" y="222"/>
                  <a:pt x="152" y="222"/>
                </a:cubicBezTo>
                <a:cubicBezTo>
                  <a:pt x="155" y="241"/>
                  <a:pt x="172" y="256"/>
                  <a:pt x="192" y="256"/>
                </a:cubicBezTo>
                <a:cubicBezTo>
                  <a:pt x="214" y="256"/>
                  <a:pt x="232" y="238"/>
                  <a:pt x="232" y="216"/>
                </a:cubicBezTo>
                <a:cubicBezTo>
                  <a:pt x="232" y="194"/>
                  <a:pt x="214" y="176"/>
                  <a:pt x="192" y="176"/>
                </a:cubicBezTo>
                <a:cubicBezTo>
                  <a:pt x="174" y="176"/>
                  <a:pt x="158" y="188"/>
                  <a:pt x="154" y="205"/>
                </a:cubicBezTo>
                <a:cubicBezTo>
                  <a:pt x="94" y="183"/>
                  <a:pt x="94" y="183"/>
                  <a:pt x="94" y="183"/>
                </a:cubicBezTo>
                <a:cubicBezTo>
                  <a:pt x="95" y="178"/>
                  <a:pt x="96" y="173"/>
                  <a:pt x="96" y="168"/>
                </a:cubicBezTo>
                <a:cubicBezTo>
                  <a:pt x="96" y="158"/>
                  <a:pt x="93" y="149"/>
                  <a:pt x="88" y="141"/>
                </a:cubicBezTo>
                <a:cubicBezTo>
                  <a:pt x="161" y="96"/>
                  <a:pt x="161" y="96"/>
                  <a:pt x="161" y="96"/>
                </a:cubicBezTo>
                <a:cubicBezTo>
                  <a:pt x="171" y="106"/>
                  <a:pt x="185" y="112"/>
                  <a:pt x="200" y="112"/>
                </a:cubicBezTo>
                <a:cubicBezTo>
                  <a:pt x="231" y="112"/>
                  <a:pt x="256" y="87"/>
                  <a:pt x="256" y="56"/>
                </a:cubicBezTo>
                <a:cubicBezTo>
                  <a:pt x="256" y="25"/>
                  <a:pt x="231" y="0"/>
                  <a:pt x="200" y="0"/>
                </a:cubicBezTo>
                <a:cubicBezTo>
                  <a:pt x="169" y="0"/>
                  <a:pt x="144" y="25"/>
                  <a:pt x="144" y="56"/>
                </a:cubicBezTo>
                <a:cubicBezTo>
                  <a:pt x="144" y="66"/>
                  <a:pt x="147" y="76"/>
                  <a:pt x="151" y="84"/>
                </a:cubicBezTo>
                <a:cubicBezTo>
                  <a:pt x="76" y="129"/>
                  <a:pt x="76" y="129"/>
                  <a:pt x="76" y="129"/>
                </a:cubicBezTo>
                <a:cubicBezTo>
                  <a:pt x="68" y="123"/>
                  <a:pt x="58" y="120"/>
                  <a:pt x="48" y="120"/>
                </a:cubicBezTo>
                <a:cubicBezTo>
                  <a:pt x="22" y="120"/>
                  <a:pt x="0" y="142"/>
                  <a:pt x="0" y="168"/>
                </a:cubicBezTo>
                <a:cubicBezTo>
                  <a:pt x="0" y="194"/>
                  <a:pt x="22" y="216"/>
                  <a:pt x="48" y="216"/>
                </a:cubicBezTo>
                <a:close/>
                <a:moveTo>
                  <a:pt x="192" y="192"/>
                </a:moveTo>
                <a:cubicBezTo>
                  <a:pt x="205" y="192"/>
                  <a:pt x="216" y="203"/>
                  <a:pt x="216" y="216"/>
                </a:cubicBezTo>
                <a:cubicBezTo>
                  <a:pt x="216" y="229"/>
                  <a:pt x="205" y="240"/>
                  <a:pt x="192" y="240"/>
                </a:cubicBezTo>
                <a:cubicBezTo>
                  <a:pt x="179" y="240"/>
                  <a:pt x="168" y="229"/>
                  <a:pt x="168" y="216"/>
                </a:cubicBezTo>
                <a:cubicBezTo>
                  <a:pt x="168" y="203"/>
                  <a:pt x="179" y="192"/>
                  <a:pt x="192" y="192"/>
                </a:cubicBezTo>
                <a:close/>
                <a:moveTo>
                  <a:pt x="200" y="16"/>
                </a:moveTo>
                <a:cubicBezTo>
                  <a:pt x="222" y="16"/>
                  <a:pt x="240" y="34"/>
                  <a:pt x="240" y="56"/>
                </a:cubicBezTo>
                <a:cubicBezTo>
                  <a:pt x="240" y="78"/>
                  <a:pt x="222" y="96"/>
                  <a:pt x="200" y="96"/>
                </a:cubicBezTo>
                <a:cubicBezTo>
                  <a:pt x="178" y="96"/>
                  <a:pt x="160" y="78"/>
                  <a:pt x="160" y="56"/>
                </a:cubicBezTo>
                <a:cubicBezTo>
                  <a:pt x="160" y="34"/>
                  <a:pt x="178" y="16"/>
                  <a:pt x="200" y="16"/>
                </a:cubicBezTo>
                <a:close/>
                <a:moveTo>
                  <a:pt x="48" y="136"/>
                </a:moveTo>
                <a:cubicBezTo>
                  <a:pt x="66" y="136"/>
                  <a:pt x="80" y="150"/>
                  <a:pt x="80" y="168"/>
                </a:cubicBezTo>
                <a:cubicBezTo>
                  <a:pt x="80" y="186"/>
                  <a:pt x="66" y="200"/>
                  <a:pt x="48" y="200"/>
                </a:cubicBezTo>
                <a:cubicBezTo>
                  <a:pt x="30" y="200"/>
                  <a:pt x="16" y="186"/>
                  <a:pt x="16" y="168"/>
                </a:cubicBezTo>
                <a:cubicBezTo>
                  <a:pt x="16" y="150"/>
                  <a:pt x="30" y="136"/>
                  <a:pt x="48" y="136"/>
                </a:cubicBezTo>
                <a:close/>
              </a:path>
            </a:pathLst>
          </a:custGeom>
          <a:solidFill>
            <a:srgbClr val="262636"/>
          </a:solidFill>
          <a:ln>
            <a:noFill/>
          </a:ln>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endParaRPr>
          </a:p>
        </p:txBody>
      </p:sp>
      <p:grpSp>
        <p:nvGrpSpPr>
          <p:cNvPr id="29" name="Group 28"/>
          <p:cNvGrpSpPr>
            <a:grpSpLocks noChangeAspect="1"/>
          </p:cNvGrpSpPr>
          <p:nvPr/>
        </p:nvGrpSpPr>
        <p:grpSpPr>
          <a:xfrm>
            <a:off x="6875825" y="4076701"/>
            <a:ext cx="483027" cy="587551"/>
            <a:chOff x="5454393" y="4787929"/>
            <a:chExt cx="289084" cy="351640"/>
          </a:xfrm>
          <a:solidFill>
            <a:srgbClr val="262636"/>
          </a:solidFill>
        </p:grpSpPr>
        <p:sp>
          <p:nvSpPr>
            <p:cNvPr id="30" name="Freeform 108"/>
            <p:cNvSpPr>
              <a:spLocks noEditPoints="1"/>
            </p:cNvSpPr>
            <p:nvPr/>
          </p:nvSpPr>
          <p:spPr bwMode="auto">
            <a:xfrm>
              <a:off x="5454393" y="4787929"/>
              <a:ext cx="289084" cy="351640"/>
            </a:xfrm>
            <a:custGeom>
              <a:avLst/>
              <a:gdLst>
                <a:gd name="T0" fmla="*/ 145 w 192"/>
                <a:gd name="T1" fmla="*/ 24 h 256"/>
                <a:gd name="T2" fmla="*/ 135 w 192"/>
                <a:gd name="T3" fmla="*/ 4 h 256"/>
                <a:gd name="T4" fmla="*/ 128 w 192"/>
                <a:gd name="T5" fmla="*/ 0 h 256"/>
                <a:gd name="T6" fmla="*/ 64 w 192"/>
                <a:gd name="T7" fmla="*/ 0 h 256"/>
                <a:gd name="T8" fmla="*/ 57 w 192"/>
                <a:gd name="T9" fmla="*/ 4 h 256"/>
                <a:gd name="T10" fmla="*/ 47 w 192"/>
                <a:gd name="T11" fmla="*/ 24 h 256"/>
                <a:gd name="T12" fmla="*/ 8 w 192"/>
                <a:gd name="T13" fmla="*/ 24 h 256"/>
                <a:gd name="T14" fmla="*/ 0 w 192"/>
                <a:gd name="T15" fmla="*/ 32 h 256"/>
                <a:gd name="T16" fmla="*/ 0 w 192"/>
                <a:gd name="T17" fmla="*/ 248 h 256"/>
                <a:gd name="T18" fmla="*/ 8 w 192"/>
                <a:gd name="T19" fmla="*/ 256 h 256"/>
                <a:gd name="T20" fmla="*/ 184 w 192"/>
                <a:gd name="T21" fmla="*/ 256 h 256"/>
                <a:gd name="T22" fmla="*/ 192 w 192"/>
                <a:gd name="T23" fmla="*/ 248 h 256"/>
                <a:gd name="T24" fmla="*/ 192 w 192"/>
                <a:gd name="T25" fmla="*/ 32 h 256"/>
                <a:gd name="T26" fmla="*/ 184 w 192"/>
                <a:gd name="T27" fmla="*/ 24 h 256"/>
                <a:gd name="T28" fmla="*/ 145 w 192"/>
                <a:gd name="T29" fmla="*/ 24 h 256"/>
                <a:gd name="T30" fmla="*/ 69 w 192"/>
                <a:gd name="T31" fmla="*/ 16 h 256"/>
                <a:gd name="T32" fmla="*/ 123 w 192"/>
                <a:gd name="T33" fmla="*/ 16 h 256"/>
                <a:gd name="T34" fmla="*/ 139 w 192"/>
                <a:gd name="T35" fmla="*/ 48 h 256"/>
                <a:gd name="T36" fmla="*/ 53 w 192"/>
                <a:gd name="T37" fmla="*/ 48 h 256"/>
                <a:gd name="T38" fmla="*/ 69 w 192"/>
                <a:gd name="T39" fmla="*/ 16 h 256"/>
                <a:gd name="T40" fmla="*/ 176 w 192"/>
                <a:gd name="T41" fmla="*/ 240 h 256"/>
                <a:gd name="T42" fmla="*/ 16 w 192"/>
                <a:gd name="T43" fmla="*/ 240 h 256"/>
                <a:gd name="T44" fmla="*/ 16 w 192"/>
                <a:gd name="T45" fmla="*/ 40 h 256"/>
                <a:gd name="T46" fmla="*/ 39 w 192"/>
                <a:gd name="T47" fmla="*/ 40 h 256"/>
                <a:gd name="T48" fmla="*/ 33 w 192"/>
                <a:gd name="T49" fmla="*/ 52 h 256"/>
                <a:gd name="T50" fmla="*/ 33 w 192"/>
                <a:gd name="T51" fmla="*/ 60 h 256"/>
                <a:gd name="T52" fmla="*/ 40 w 192"/>
                <a:gd name="T53" fmla="*/ 64 h 256"/>
                <a:gd name="T54" fmla="*/ 152 w 192"/>
                <a:gd name="T55" fmla="*/ 64 h 256"/>
                <a:gd name="T56" fmla="*/ 152 w 192"/>
                <a:gd name="T57" fmla="*/ 64 h 256"/>
                <a:gd name="T58" fmla="*/ 160 w 192"/>
                <a:gd name="T59" fmla="*/ 56 h 256"/>
                <a:gd name="T60" fmla="*/ 159 w 192"/>
                <a:gd name="T61" fmla="*/ 51 h 256"/>
                <a:gd name="T62" fmla="*/ 153 w 192"/>
                <a:gd name="T63" fmla="*/ 40 h 256"/>
                <a:gd name="T64" fmla="*/ 176 w 192"/>
                <a:gd name="T65" fmla="*/ 40 h 256"/>
                <a:gd name="T66" fmla="*/ 176 w 192"/>
                <a:gd name="T67" fmla="*/ 24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2" h="256">
                  <a:moveTo>
                    <a:pt x="145" y="24"/>
                  </a:moveTo>
                  <a:cubicBezTo>
                    <a:pt x="135" y="4"/>
                    <a:pt x="135" y="4"/>
                    <a:pt x="135" y="4"/>
                  </a:cubicBezTo>
                  <a:cubicBezTo>
                    <a:pt x="134" y="2"/>
                    <a:pt x="131" y="0"/>
                    <a:pt x="128" y="0"/>
                  </a:cubicBezTo>
                  <a:cubicBezTo>
                    <a:pt x="64" y="0"/>
                    <a:pt x="64" y="0"/>
                    <a:pt x="64" y="0"/>
                  </a:cubicBezTo>
                  <a:cubicBezTo>
                    <a:pt x="61" y="0"/>
                    <a:pt x="58" y="2"/>
                    <a:pt x="57" y="4"/>
                  </a:cubicBezTo>
                  <a:cubicBezTo>
                    <a:pt x="47" y="24"/>
                    <a:pt x="47" y="24"/>
                    <a:pt x="47" y="24"/>
                  </a:cubicBezTo>
                  <a:cubicBezTo>
                    <a:pt x="8" y="24"/>
                    <a:pt x="8" y="24"/>
                    <a:pt x="8" y="24"/>
                  </a:cubicBezTo>
                  <a:cubicBezTo>
                    <a:pt x="4" y="24"/>
                    <a:pt x="0" y="28"/>
                    <a:pt x="0" y="32"/>
                  </a:cubicBezTo>
                  <a:cubicBezTo>
                    <a:pt x="0" y="248"/>
                    <a:pt x="0" y="248"/>
                    <a:pt x="0" y="248"/>
                  </a:cubicBezTo>
                  <a:cubicBezTo>
                    <a:pt x="0" y="252"/>
                    <a:pt x="4" y="256"/>
                    <a:pt x="8" y="256"/>
                  </a:cubicBezTo>
                  <a:cubicBezTo>
                    <a:pt x="184" y="256"/>
                    <a:pt x="184" y="256"/>
                    <a:pt x="184" y="256"/>
                  </a:cubicBezTo>
                  <a:cubicBezTo>
                    <a:pt x="188" y="256"/>
                    <a:pt x="192" y="252"/>
                    <a:pt x="192" y="248"/>
                  </a:cubicBezTo>
                  <a:cubicBezTo>
                    <a:pt x="192" y="32"/>
                    <a:pt x="192" y="32"/>
                    <a:pt x="192" y="32"/>
                  </a:cubicBezTo>
                  <a:cubicBezTo>
                    <a:pt x="192" y="28"/>
                    <a:pt x="188" y="24"/>
                    <a:pt x="184" y="24"/>
                  </a:cubicBezTo>
                  <a:lnTo>
                    <a:pt x="145" y="24"/>
                  </a:lnTo>
                  <a:close/>
                  <a:moveTo>
                    <a:pt x="69" y="16"/>
                  </a:moveTo>
                  <a:cubicBezTo>
                    <a:pt x="123" y="16"/>
                    <a:pt x="123" y="16"/>
                    <a:pt x="123" y="16"/>
                  </a:cubicBezTo>
                  <a:cubicBezTo>
                    <a:pt x="139" y="48"/>
                    <a:pt x="139" y="48"/>
                    <a:pt x="139" y="48"/>
                  </a:cubicBezTo>
                  <a:cubicBezTo>
                    <a:pt x="53" y="48"/>
                    <a:pt x="53" y="48"/>
                    <a:pt x="53" y="48"/>
                  </a:cubicBezTo>
                  <a:lnTo>
                    <a:pt x="69" y="16"/>
                  </a:lnTo>
                  <a:close/>
                  <a:moveTo>
                    <a:pt x="176" y="240"/>
                  </a:moveTo>
                  <a:cubicBezTo>
                    <a:pt x="16" y="240"/>
                    <a:pt x="16" y="240"/>
                    <a:pt x="16" y="240"/>
                  </a:cubicBezTo>
                  <a:cubicBezTo>
                    <a:pt x="16" y="40"/>
                    <a:pt x="16" y="40"/>
                    <a:pt x="16" y="40"/>
                  </a:cubicBezTo>
                  <a:cubicBezTo>
                    <a:pt x="39" y="40"/>
                    <a:pt x="39" y="40"/>
                    <a:pt x="39" y="40"/>
                  </a:cubicBezTo>
                  <a:cubicBezTo>
                    <a:pt x="33" y="52"/>
                    <a:pt x="33" y="52"/>
                    <a:pt x="33" y="52"/>
                  </a:cubicBezTo>
                  <a:cubicBezTo>
                    <a:pt x="32" y="55"/>
                    <a:pt x="32" y="58"/>
                    <a:pt x="33" y="60"/>
                  </a:cubicBezTo>
                  <a:cubicBezTo>
                    <a:pt x="35" y="63"/>
                    <a:pt x="37" y="64"/>
                    <a:pt x="40" y="64"/>
                  </a:cubicBezTo>
                  <a:cubicBezTo>
                    <a:pt x="152" y="64"/>
                    <a:pt x="152" y="64"/>
                    <a:pt x="152" y="64"/>
                  </a:cubicBezTo>
                  <a:cubicBezTo>
                    <a:pt x="152" y="64"/>
                    <a:pt x="152" y="64"/>
                    <a:pt x="152" y="64"/>
                  </a:cubicBezTo>
                  <a:cubicBezTo>
                    <a:pt x="156" y="64"/>
                    <a:pt x="160" y="60"/>
                    <a:pt x="160" y="56"/>
                  </a:cubicBezTo>
                  <a:cubicBezTo>
                    <a:pt x="160" y="54"/>
                    <a:pt x="160" y="53"/>
                    <a:pt x="159" y="51"/>
                  </a:cubicBezTo>
                  <a:cubicBezTo>
                    <a:pt x="153" y="40"/>
                    <a:pt x="153" y="40"/>
                    <a:pt x="153" y="40"/>
                  </a:cubicBezTo>
                  <a:cubicBezTo>
                    <a:pt x="176" y="40"/>
                    <a:pt x="176" y="40"/>
                    <a:pt x="176" y="40"/>
                  </a:cubicBezTo>
                  <a:lnTo>
                    <a:pt x="176" y="2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endParaRPr>
            </a:p>
          </p:txBody>
        </p:sp>
        <p:sp>
          <p:nvSpPr>
            <p:cNvPr id="31" name="Freeform 109"/>
            <p:cNvSpPr/>
            <p:nvPr/>
          </p:nvSpPr>
          <p:spPr bwMode="auto">
            <a:xfrm>
              <a:off x="5563157" y="4908193"/>
              <a:ext cx="131662" cy="22223"/>
            </a:xfrm>
            <a:custGeom>
              <a:avLst/>
              <a:gdLst>
                <a:gd name="T0" fmla="*/ 80 w 88"/>
                <a:gd name="T1" fmla="*/ 0 h 16"/>
                <a:gd name="T2" fmla="*/ 8 w 88"/>
                <a:gd name="T3" fmla="*/ 0 h 16"/>
                <a:gd name="T4" fmla="*/ 0 w 88"/>
                <a:gd name="T5" fmla="*/ 8 h 16"/>
                <a:gd name="T6" fmla="*/ 8 w 88"/>
                <a:gd name="T7" fmla="*/ 16 h 16"/>
                <a:gd name="T8" fmla="*/ 80 w 88"/>
                <a:gd name="T9" fmla="*/ 16 h 16"/>
                <a:gd name="T10" fmla="*/ 88 w 88"/>
                <a:gd name="T11" fmla="*/ 8 h 16"/>
                <a:gd name="T12" fmla="*/ 80 w 88"/>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88" h="16">
                  <a:moveTo>
                    <a:pt x="80" y="0"/>
                  </a:moveTo>
                  <a:cubicBezTo>
                    <a:pt x="8" y="0"/>
                    <a:pt x="8" y="0"/>
                    <a:pt x="8" y="0"/>
                  </a:cubicBezTo>
                  <a:cubicBezTo>
                    <a:pt x="4" y="0"/>
                    <a:pt x="0" y="4"/>
                    <a:pt x="0" y="8"/>
                  </a:cubicBezTo>
                  <a:cubicBezTo>
                    <a:pt x="0" y="12"/>
                    <a:pt x="4" y="16"/>
                    <a:pt x="8" y="16"/>
                  </a:cubicBezTo>
                  <a:cubicBezTo>
                    <a:pt x="80" y="16"/>
                    <a:pt x="80" y="16"/>
                    <a:pt x="80" y="16"/>
                  </a:cubicBezTo>
                  <a:cubicBezTo>
                    <a:pt x="84" y="16"/>
                    <a:pt x="88" y="12"/>
                    <a:pt x="88" y="8"/>
                  </a:cubicBezTo>
                  <a:cubicBezTo>
                    <a:pt x="88" y="4"/>
                    <a:pt x="84" y="0"/>
                    <a:pt x="8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endParaRPr>
            </a:p>
          </p:txBody>
        </p:sp>
        <p:sp>
          <p:nvSpPr>
            <p:cNvPr id="32" name="Freeform 110"/>
            <p:cNvSpPr/>
            <p:nvPr/>
          </p:nvSpPr>
          <p:spPr bwMode="auto">
            <a:xfrm>
              <a:off x="5563157" y="4963096"/>
              <a:ext cx="131662" cy="22223"/>
            </a:xfrm>
            <a:custGeom>
              <a:avLst/>
              <a:gdLst>
                <a:gd name="T0" fmla="*/ 80 w 88"/>
                <a:gd name="T1" fmla="*/ 0 h 16"/>
                <a:gd name="T2" fmla="*/ 8 w 88"/>
                <a:gd name="T3" fmla="*/ 0 h 16"/>
                <a:gd name="T4" fmla="*/ 0 w 88"/>
                <a:gd name="T5" fmla="*/ 8 h 16"/>
                <a:gd name="T6" fmla="*/ 8 w 88"/>
                <a:gd name="T7" fmla="*/ 16 h 16"/>
                <a:gd name="T8" fmla="*/ 80 w 88"/>
                <a:gd name="T9" fmla="*/ 16 h 16"/>
                <a:gd name="T10" fmla="*/ 88 w 88"/>
                <a:gd name="T11" fmla="*/ 8 h 16"/>
                <a:gd name="T12" fmla="*/ 80 w 88"/>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88" h="16">
                  <a:moveTo>
                    <a:pt x="80" y="0"/>
                  </a:moveTo>
                  <a:cubicBezTo>
                    <a:pt x="8" y="0"/>
                    <a:pt x="8" y="0"/>
                    <a:pt x="8" y="0"/>
                  </a:cubicBezTo>
                  <a:cubicBezTo>
                    <a:pt x="4" y="0"/>
                    <a:pt x="0" y="4"/>
                    <a:pt x="0" y="8"/>
                  </a:cubicBezTo>
                  <a:cubicBezTo>
                    <a:pt x="0" y="12"/>
                    <a:pt x="4" y="16"/>
                    <a:pt x="8" y="16"/>
                  </a:cubicBezTo>
                  <a:cubicBezTo>
                    <a:pt x="80" y="16"/>
                    <a:pt x="80" y="16"/>
                    <a:pt x="80" y="16"/>
                  </a:cubicBezTo>
                  <a:cubicBezTo>
                    <a:pt x="84" y="16"/>
                    <a:pt x="88" y="12"/>
                    <a:pt x="88" y="8"/>
                  </a:cubicBezTo>
                  <a:cubicBezTo>
                    <a:pt x="88" y="4"/>
                    <a:pt x="84" y="0"/>
                    <a:pt x="8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endParaRPr>
            </a:p>
          </p:txBody>
        </p:sp>
        <p:sp>
          <p:nvSpPr>
            <p:cNvPr id="33" name="Freeform 111"/>
            <p:cNvSpPr/>
            <p:nvPr/>
          </p:nvSpPr>
          <p:spPr bwMode="auto">
            <a:xfrm>
              <a:off x="5563157" y="5017999"/>
              <a:ext cx="131662" cy="22223"/>
            </a:xfrm>
            <a:custGeom>
              <a:avLst/>
              <a:gdLst>
                <a:gd name="T0" fmla="*/ 80 w 88"/>
                <a:gd name="T1" fmla="*/ 0 h 16"/>
                <a:gd name="T2" fmla="*/ 8 w 88"/>
                <a:gd name="T3" fmla="*/ 0 h 16"/>
                <a:gd name="T4" fmla="*/ 0 w 88"/>
                <a:gd name="T5" fmla="*/ 8 h 16"/>
                <a:gd name="T6" fmla="*/ 8 w 88"/>
                <a:gd name="T7" fmla="*/ 16 h 16"/>
                <a:gd name="T8" fmla="*/ 80 w 88"/>
                <a:gd name="T9" fmla="*/ 16 h 16"/>
                <a:gd name="T10" fmla="*/ 88 w 88"/>
                <a:gd name="T11" fmla="*/ 8 h 16"/>
                <a:gd name="T12" fmla="*/ 80 w 88"/>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88" h="16">
                  <a:moveTo>
                    <a:pt x="80" y="0"/>
                  </a:moveTo>
                  <a:cubicBezTo>
                    <a:pt x="8" y="0"/>
                    <a:pt x="8" y="0"/>
                    <a:pt x="8" y="0"/>
                  </a:cubicBezTo>
                  <a:cubicBezTo>
                    <a:pt x="4" y="0"/>
                    <a:pt x="0" y="4"/>
                    <a:pt x="0" y="8"/>
                  </a:cubicBezTo>
                  <a:cubicBezTo>
                    <a:pt x="0" y="12"/>
                    <a:pt x="4" y="16"/>
                    <a:pt x="8" y="16"/>
                  </a:cubicBezTo>
                  <a:cubicBezTo>
                    <a:pt x="80" y="16"/>
                    <a:pt x="80" y="16"/>
                    <a:pt x="80" y="16"/>
                  </a:cubicBezTo>
                  <a:cubicBezTo>
                    <a:pt x="84" y="16"/>
                    <a:pt x="88" y="12"/>
                    <a:pt x="88" y="8"/>
                  </a:cubicBezTo>
                  <a:cubicBezTo>
                    <a:pt x="88" y="4"/>
                    <a:pt x="84" y="0"/>
                    <a:pt x="8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endParaRPr>
            </a:p>
          </p:txBody>
        </p:sp>
        <p:sp>
          <p:nvSpPr>
            <p:cNvPr id="34" name="Freeform 112"/>
            <p:cNvSpPr/>
            <p:nvPr/>
          </p:nvSpPr>
          <p:spPr bwMode="auto">
            <a:xfrm>
              <a:off x="5563157" y="5072902"/>
              <a:ext cx="131662" cy="22223"/>
            </a:xfrm>
            <a:custGeom>
              <a:avLst/>
              <a:gdLst>
                <a:gd name="T0" fmla="*/ 80 w 88"/>
                <a:gd name="T1" fmla="*/ 0 h 16"/>
                <a:gd name="T2" fmla="*/ 8 w 88"/>
                <a:gd name="T3" fmla="*/ 0 h 16"/>
                <a:gd name="T4" fmla="*/ 0 w 88"/>
                <a:gd name="T5" fmla="*/ 8 h 16"/>
                <a:gd name="T6" fmla="*/ 8 w 88"/>
                <a:gd name="T7" fmla="*/ 16 h 16"/>
                <a:gd name="T8" fmla="*/ 80 w 88"/>
                <a:gd name="T9" fmla="*/ 16 h 16"/>
                <a:gd name="T10" fmla="*/ 88 w 88"/>
                <a:gd name="T11" fmla="*/ 8 h 16"/>
                <a:gd name="T12" fmla="*/ 80 w 88"/>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88" h="16">
                  <a:moveTo>
                    <a:pt x="80" y="0"/>
                  </a:moveTo>
                  <a:cubicBezTo>
                    <a:pt x="8" y="0"/>
                    <a:pt x="8" y="0"/>
                    <a:pt x="8" y="0"/>
                  </a:cubicBezTo>
                  <a:cubicBezTo>
                    <a:pt x="4" y="0"/>
                    <a:pt x="0" y="4"/>
                    <a:pt x="0" y="8"/>
                  </a:cubicBezTo>
                  <a:cubicBezTo>
                    <a:pt x="0" y="12"/>
                    <a:pt x="4" y="16"/>
                    <a:pt x="8" y="16"/>
                  </a:cubicBezTo>
                  <a:cubicBezTo>
                    <a:pt x="80" y="16"/>
                    <a:pt x="80" y="16"/>
                    <a:pt x="80" y="16"/>
                  </a:cubicBezTo>
                  <a:cubicBezTo>
                    <a:pt x="84" y="16"/>
                    <a:pt x="88" y="12"/>
                    <a:pt x="88" y="8"/>
                  </a:cubicBezTo>
                  <a:cubicBezTo>
                    <a:pt x="88" y="4"/>
                    <a:pt x="84" y="0"/>
                    <a:pt x="8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endParaRPr>
            </a:p>
          </p:txBody>
        </p:sp>
        <p:sp>
          <p:nvSpPr>
            <p:cNvPr id="35" name="Freeform 113"/>
            <p:cNvSpPr/>
            <p:nvPr/>
          </p:nvSpPr>
          <p:spPr bwMode="auto">
            <a:xfrm>
              <a:off x="5503050" y="4908193"/>
              <a:ext cx="35778" cy="22223"/>
            </a:xfrm>
            <a:custGeom>
              <a:avLst/>
              <a:gdLst>
                <a:gd name="T0" fmla="*/ 16 w 24"/>
                <a:gd name="T1" fmla="*/ 0 h 16"/>
                <a:gd name="T2" fmla="*/ 8 w 24"/>
                <a:gd name="T3" fmla="*/ 0 h 16"/>
                <a:gd name="T4" fmla="*/ 0 w 24"/>
                <a:gd name="T5" fmla="*/ 8 h 16"/>
                <a:gd name="T6" fmla="*/ 8 w 24"/>
                <a:gd name="T7" fmla="*/ 16 h 16"/>
                <a:gd name="T8" fmla="*/ 16 w 24"/>
                <a:gd name="T9" fmla="*/ 16 h 16"/>
                <a:gd name="T10" fmla="*/ 24 w 24"/>
                <a:gd name="T11" fmla="*/ 8 h 16"/>
                <a:gd name="T12" fmla="*/ 16 w 2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24" h="16">
                  <a:moveTo>
                    <a:pt x="16" y="0"/>
                  </a:moveTo>
                  <a:cubicBezTo>
                    <a:pt x="8" y="0"/>
                    <a:pt x="8" y="0"/>
                    <a:pt x="8" y="0"/>
                  </a:cubicBezTo>
                  <a:cubicBezTo>
                    <a:pt x="4" y="0"/>
                    <a:pt x="0" y="4"/>
                    <a:pt x="0" y="8"/>
                  </a:cubicBezTo>
                  <a:cubicBezTo>
                    <a:pt x="0" y="12"/>
                    <a:pt x="4" y="16"/>
                    <a:pt x="8" y="16"/>
                  </a:cubicBezTo>
                  <a:cubicBezTo>
                    <a:pt x="16" y="16"/>
                    <a:pt x="16" y="16"/>
                    <a:pt x="16" y="16"/>
                  </a:cubicBezTo>
                  <a:cubicBezTo>
                    <a:pt x="20" y="16"/>
                    <a:pt x="24" y="12"/>
                    <a:pt x="24" y="8"/>
                  </a:cubicBezTo>
                  <a:cubicBezTo>
                    <a:pt x="24" y="4"/>
                    <a:pt x="20"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endParaRPr>
            </a:p>
          </p:txBody>
        </p:sp>
        <p:sp>
          <p:nvSpPr>
            <p:cNvPr id="36" name="Freeform 114"/>
            <p:cNvSpPr/>
            <p:nvPr/>
          </p:nvSpPr>
          <p:spPr bwMode="auto">
            <a:xfrm>
              <a:off x="5503050" y="4963096"/>
              <a:ext cx="35778" cy="22223"/>
            </a:xfrm>
            <a:custGeom>
              <a:avLst/>
              <a:gdLst>
                <a:gd name="T0" fmla="*/ 16 w 24"/>
                <a:gd name="T1" fmla="*/ 0 h 16"/>
                <a:gd name="T2" fmla="*/ 8 w 24"/>
                <a:gd name="T3" fmla="*/ 0 h 16"/>
                <a:gd name="T4" fmla="*/ 0 w 24"/>
                <a:gd name="T5" fmla="*/ 8 h 16"/>
                <a:gd name="T6" fmla="*/ 8 w 24"/>
                <a:gd name="T7" fmla="*/ 16 h 16"/>
                <a:gd name="T8" fmla="*/ 16 w 24"/>
                <a:gd name="T9" fmla="*/ 16 h 16"/>
                <a:gd name="T10" fmla="*/ 24 w 24"/>
                <a:gd name="T11" fmla="*/ 8 h 16"/>
                <a:gd name="T12" fmla="*/ 16 w 2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24" h="16">
                  <a:moveTo>
                    <a:pt x="16" y="0"/>
                  </a:moveTo>
                  <a:cubicBezTo>
                    <a:pt x="8" y="0"/>
                    <a:pt x="8" y="0"/>
                    <a:pt x="8" y="0"/>
                  </a:cubicBezTo>
                  <a:cubicBezTo>
                    <a:pt x="4" y="0"/>
                    <a:pt x="0" y="4"/>
                    <a:pt x="0" y="8"/>
                  </a:cubicBezTo>
                  <a:cubicBezTo>
                    <a:pt x="0" y="12"/>
                    <a:pt x="4" y="16"/>
                    <a:pt x="8" y="16"/>
                  </a:cubicBezTo>
                  <a:cubicBezTo>
                    <a:pt x="16" y="16"/>
                    <a:pt x="16" y="16"/>
                    <a:pt x="16" y="16"/>
                  </a:cubicBezTo>
                  <a:cubicBezTo>
                    <a:pt x="20" y="16"/>
                    <a:pt x="24" y="12"/>
                    <a:pt x="24" y="8"/>
                  </a:cubicBezTo>
                  <a:cubicBezTo>
                    <a:pt x="24" y="4"/>
                    <a:pt x="20"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endParaRPr>
            </a:p>
          </p:txBody>
        </p:sp>
        <p:sp>
          <p:nvSpPr>
            <p:cNvPr id="37" name="Freeform 115"/>
            <p:cNvSpPr/>
            <p:nvPr/>
          </p:nvSpPr>
          <p:spPr bwMode="auto">
            <a:xfrm>
              <a:off x="5503050" y="5017999"/>
              <a:ext cx="35778" cy="22223"/>
            </a:xfrm>
            <a:custGeom>
              <a:avLst/>
              <a:gdLst>
                <a:gd name="T0" fmla="*/ 16 w 24"/>
                <a:gd name="T1" fmla="*/ 0 h 16"/>
                <a:gd name="T2" fmla="*/ 8 w 24"/>
                <a:gd name="T3" fmla="*/ 0 h 16"/>
                <a:gd name="T4" fmla="*/ 0 w 24"/>
                <a:gd name="T5" fmla="*/ 8 h 16"/>
                <a:gd name="T6" fmla="*/ 8 w 24"/>
                <a:gd name="T7" fmla="*/ 16 h 16"/>
                <a:gd name="T8" fmla="*/ 16 w 24"/>
                <a:gd name="T9" fmla="*/ 16 h 16"/>
                <a:gd name="T10" fmla="*/ 24 w 24"/>
                <a:gd name="T11" fmla="*/ 8 h 16"/>
                <a:gd name="T12" fmla="*/ 16 w 2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24" h="16">
                  <a:moveTo>
                    <a:pt x="16" y="0"/>
                  </a:moveTo>
                  <a:cubicBezTo>
                    <a:pt x="8" y="0"/>
                    <a:pt x="8" y="0"/>
                    <a:pt x="8" y="0"/>
                  </a:cubicBezTo>
                  <a:cubicBezTo>
                    <a:pt x="4" y="0"/>
                    <a:pt x="0" y="4"/>
                    <a:pt x="0" y="8"/>
                  </a:cubicBezTo>
                  <a:cubicBezTo>
                    <a:pt x="0" y="12"/>
                    <a:pt x="4" y="16"/>
                    <a:pt x="8" y="16"/>
                  </a:cubicBezTo>
                  <a:cubicBezTo>
                    <a:pt x="16" y="16"/>
                    <a:pt x="16" y="16"/>
                    <a:pt x="16" y="16"/>
                  </a:cubicBezTo>
                  <a:cubicBezTo>
                    <a:pt x="20" y="16"/>
                    <a:pt x="24" y="12"/>
                    <a:pt x="24" y="8"/>
                  </a:cubicBezTo>
                  <a:cubicBezTo>
                    <a:pt x="24" y="4"/>
                    <a:pt x="20"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endParaRPr>
            </a:p>
          </p:txBody>
        </p:sp>
        <p:sp>
          <p:nvSpPr>
            <p:cNvPr id="38" name="Freeform 116"/>
            <p:cNvSpPr/>
            <p:nvPr/>
          </p:nvSpPr>
          <p:spPr bwMode="auto">
            <a:xfrm>
              <a:off x="5503050" y="5072902"/>
              <a:ext cx="35778" cy="22223"/>
            </a:xfrm>
            <a:custGeom>
              <a:avLst/>
              <a:gdLst>
                <a:gd name="T0" fmla="*/ 16 w 24"/>
                <a:gd name="T1" fmla="*/ 0 h 16"/>
                <a:gd name="T2" fmla="*/ 8 w 24"/>
                <a:gd name="T3" fmla="*/ 0 h 16"/>
                <a:gd name="T4" fmla="*/ 0 w 24"/>
                <a:gd name="T5" fmla="*/ 8 h 16"/>
                <a:gd name="T6" fmla="*/ 8 w 24"/>
                <a:gd name="T7" fmla="*/ 16 h 16"/>
                <a:gd name="T8" fmla="*/ 16 w 24"/>
                <a:gd name="T9" fmla="*/ 16 h 16"/>
                <a:gd name="T10" fmla="*/ 24 w 24"/>
                <a:gd name="T11" fmla="*/ 8 h 16"/>
                <a:gd name="T12" fmla="*/ 16 w 2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24" h="16">
                  <a:moveTo>
                    <a:pt x="16" y="0"/>
                  </a:moveTo>
                  <a:cubicBezTo>
                    <a:pt x="8" y="0"/>
                    <a:pt x="8" y="0"/>
                    <a:pt x="8" y="0"/>
                  </a:cubicBezTo>
                  <a:cubicBezTo>
                    <a:pt x="4" y="0"/>
                    <a:pt x="0" y="4"/>
                    <a:pt x="0" y="8"/>
                  </a:cubicBezTo>
                  <a:cubicBezTo>
                    <a:pt x="0" y="12"/>
                    <a:pt x="4" y="16"/>
                    <a:pt x="8" y="16"/>
                  </a:cubicBezTo>
                  <a:cubicBezTo>
                    <a:pt x="16" y="16"/>
                    <a:pt x="16" y="16"/>
                    <a:pt x="16" y="16"/>
                  </a:cubicBezTo>
                  <a:cubicBezTo>
                    <a:pt x="20" y="16"/>
                    <a:pt x="24" y="12"/>
                    <a:pt x="24" y="8"/>
                  </a:cubicBezTo>
                  <a:cubicBezTo>
                    <a:pt x="24" y="4"/>
                    <a:pt x="20"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微软雅黑" panose="020B0503020204020204" pitchFamily="34" charset="-122"/>
                <a:ea typeface="微软雅黑" panose="020B0503020204020204" pitchFamily="34" charset="-122"/>
              </a:endParaRPr>
            </a:p>
          </p:txBody>
        </p:sp>
      </p:grpSp>
      <p:sp>
        <p:nvSpPr>
          <p:cNvPr id="39" name="Text Placeholder 5"/>
          <p:cNvSpPr txBox="1"/>
          <p:nvPr/>
        </p:nvSpPr>
        <p:spPr>
          <a:xfrm>
            <a:off x="7358852" y="2055758"/>
            <a:ext cx="3557228" cy="1501341"/>
          </a:xfrm>
          <a:prstGeom prst="rect">
            <a:avLst/>
          </a:prstGeom>
        </p:spPr>
        <p:txBody>
          <a:bodyPr vert="horz" lIns="91440" tIns="45720" rIns="91440" bIns="45720" rtlCol="0">
            <a:normAutofit/>
          </a:bodyPr>
          <a:lstStyle>
            <a:lvl1pPr marL="0" indent="0" algn="ctr" defTabSz="914400" rtl="0" eaLnBrk="1" latinLnBrk="0" hangingPunct="1">
              <a:lnSpc>
                <a:spcPct val="86000"/>
              </a:lnSpc>
              <a:spcBef>
                <a:spcPct val="0"/>
              </a:spcBef>
              <a:buFont typeface="Arial" panose="020B0604020202020204" pitchFamily="34" charset="0"/>
              <a:buNone/>
              <a:defRPr sz="16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pPr>
            <a:r>
              <a:rPr lang="zh-CN" altLang="zh-CN" sz="1800" dirty="0">
                <a:latin typeface="微软雅黑" panose="020B0503020204020204" pitchFamily="34" charset="-122"/>
                <a:ea typeface="微软雅黑" panose="020B0503020204020204" pitchFamily="34" charset="-122"/>
                <a:cs typeface="Open Sans Light" pitchFamily="34" charset="0"/>
              </a:rPr>
              <a:t>用到计算机图形学和可视化技术</a:t>
            </a:r>
            <a:r>
              <a:rPr lang="zh-CN" altLang="en-US" sz="1800" dirty="0">
                <a:latin typeface="微软雅黑" panose="020B0503020204020204" pitchFamily="34" charset="-122"/>
                <a:ea typeface="微软雅黑" panose="020B0503020204020204" pitchFamily="34" charset="-122"/>
                <a:cs typeface="Open Sans Light" pitchFamily="34" charset="0"/>
              </a:rPr>
              <a:t>，创建精确的三维地图和模型，以及进行地理信息的可视化呈现。</a:t>
            </a:r>
            <a:endParaRPr lang="id-ID" sz="1800" dirty="0">
              <a:latin typeface="微软雅黑" panose="020B0503020204020204" pitchFamily="34" charset="-122"/>
              <a:ea typeface="微软雅黑" panose="020B0503020204020204" pitchFamily="34" charset="-122"/>
              <a:cs typeface="Open Sans Light" pitchFamily="34" charset="0"/>
            </a:endParaRPr>
          </a:p>
        </p:txBody>
      </p:sp>
      <p:sp>
        <p:nvSpPr>
          <p:cNvPr id="40" name="TextBox 39"/>
          <p:cNvSpPr txBox="1"/>
          <p:nvPr/>
        </p:nvSpPr>
        <p:spPr>
          <a:xfrm>
            <a:off x="7358852" y="1589796"/>
            <a:ext cx="1415773" cy="461665"/>
          </a:xfrm>
          <a:prstGeom prst="rect">
            <a:avLst/>
          </a:prstGeom>
          <a:noFill/>
        </p:spPr>
        <p:txBody>
          <a:bodyPr wrap="none" rtlCol="0">
            <a:spAutoFit/>
          </a:bodyPr>
          <a:lstStyle/>
          <a:p>
            <a:pPr algn="r"/>
            <a:r>
              <a:rPr lang="zh-CN" altLang="en-US" sz="2400" b="1" dirty="0">
                <a:latin typeface="微软雅黑" panose="020B0503020204020204" pitchFamily="34" charset="-122"/>
                <a:ea typeface="微软雅黑" panose="020B0503020204020204" pitchFamily="34" charset="-122"/>
              </a:rPr>
              <a:t>建立模型</a:t>
            </a:r>
            <a:endParaRPr lang="en-US" altLang="zh-CN" sz="2400" b="1" dirty="0">
              <a:latin typeface="微软雅黑" panose="020B0503020204020204" pitchFamily="34" charset="-122"/>
              <a:ea typeface="微软雅黑" panose="020B0503020204020204" pitchFamily="34" charset="-122"/>
            </a:endParaRPr>
          </a:p>
        </p:txBody>
      </p:sp>
      <p:sp>
        <p:nvSpPr>
          <p:cNvPr id="41" name="Text Placeholder 5"/>
          <p:cNvSpPr txBox="1"/>
          <p:nvPr/>
        </p:nvSpPr>
        <p:spPr>
          <a:xfrm>
            <a:off x="8677409" y="4450751"/>
            <a:ext cx="2796553" cy="1892540"/>
          </a:xfrm>
          <a:prstGeom prst="rect">
            <a:avLst/>
          </a:prstGeom>
        </p:spPr>
        <p:txBody>
          <a:bodyPr vert="horz" lIns="91440" tIns="45720" rIns="91440" bIns="45720" rtlCol="0">
            <a:normAutofit/>
          </a:bodyPr>
          <a:lstStyle>
            <a:lvl1pPr marL="0" indent="0" algn="ctr" defTabSz="914400" rtl="0" eaLnBrk="1" latinLnBrk="0" hangingPunct="1">
              <a:lnSpc>
                <a:spcPct val="86000"/>
              </a:lnSpc>
              <a:spcBef>
                <a:spcPct val="0"/>
              </a:spcBef>
              <a:buFont typeface="Arial" panose="020B0604020202020204" pitchFamily="34" charset="0"/>
              <a:buNone/>
              <a:defRPr sz="16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30000"/>
              </a:lnSpc>
            </a:pPr>
            <a:r>
              <a:rPr lang="zh-CN" altLang="en-US" sz="1800" dirty="0">
                <a:latin typeface="微软雅黑" panose="020B0503020204020204" pitchFamily="34" charset="-122"/>
                <a:ea typeface="微软雅黑" panose="020B0503020204020204" pitchFamily="34" charset="-122"/>
                <a:cs typeface="Open Sans Light" pitchFamily="34" charset="0"/>
              </a:rPr>
              <a:t>计算机科学技术在支持区域规划和环境监测中发挥关键作用，可以更好地理解和管理城市规划、自然资源利用和环境变化。</a:t>
            </a:r>
            <a:endParaRPr lang="id-ID" sz="1800" dirty="0">
              <a:latin typeface="微软雅黑" panose="020B0503020204020204" pitchFamily="34" charset="-122"/>
              <a:ea typeface="微软雅黑" panose="020B0503020204020204" pitchFamily="34" charset="-122"/>
              <a:cs typeface="Open Sans Light" pitchFamily="34" charset="0"/>
            </a:endParaRPr>
          </a:p>
        </p:txBody>
      </p:sp>
      <p:sp>
        <p:nvSpPr>
          <p:cNvPr id="42" name="TextBox 41"/>
          <p:cNvSpPr txBox="1"/>
          <p:nvPr/>
        </p:nvSpPr>
        <p:spPr>
          <a:xfrm>
            <a:off x="8774625" y="3926881"/>
            <a:ext cx="1415773" cy="461665"/>
          </a:xfrm>
          <a:prstGeom prst="rect">
            <a:avLst/>
          </a:prstGeom>
          <a:noFill/>
        </p:spPr>
        <p:txBody>
          <a:bodyPr wrap="none" rtlCol="0">
            <a:spAutoFit/>
          </a:bodyPr>
          <a:lstStyle/>
          <a:p>
            <a:pPr algn="r"/>
            <a:r>
              <a:rPr lang="zh-CN" altLang="en-US" sz="2400" b="1" dirty="0">
                <a:latin typeface="微软雅黑" panose="020B0503020204020204" pitchFamily="34" charset="-122"/>
                <a:ea typeface="微软雅黑" panose="020B0503020204020204" pitchFamily="34" charset="-122"/>
              </a:rPr>
              <a:t>管理规划</a:t>
            </a:r>
            <a:endParaRPr lang="en-US" altLang="zh-CN" sz="2400" b="1" dirty="0">
              <a:latin typeface="微软雅黑" panose="020B0503020204020204" pitchFamily="34" charset="-122"/>
              <a:ea typeface="微软雅黑" panose="020B0503020204020204" pitchFamily="34" charset="-122"/>
            </a:endParaRPr>
          </a:p>
        </p:txBody>
      </p:sp>
      <p:sp>
        <p:nvSpPr>
          <p:cNvPr id="43" name="Text Placeholder 5"/>
          <p:cNvSpPr txBox="1"/>
          <p:nvPr/>
        </p:nvSpPr>
        <p:spPr>
          <a:xfrm>
            <a:off x="521511" y="4011822"/>
            <a:ext cx="2695393" cy="1514273"/>
          </a:xfrm>
          <a:prstGeom prst="rect">
            <a:avLst/>
          </a:prstGeom>
        </p:spPr>
        <p:txBody>
          <a:bodyPr vert="horz" lIns="91440" tIns="45720" rIns="91440" bIns="45720" rtlCol="0">
            <a:normAutofit lnSpcReduction="10000"/>
          </a:bodyPr>
          <a:lstStyle>
            <a:lvl1pPr marL="0" indent="0" algn="ctr" defTabSz="914400" rtl="0" eaLnBrk="1" latinLnBrk="0" hangingPunct="1">
              <a:lnSpc>
                <a:spcPct val="86000"/>
              </a:lnSpc>
              <a:spcBef>
                <a:spcPct val="0"/>
              </a:spcBef>
              <a:buFont typeface="Arial" panose="020B0604020202020204" pitchFamily="34" charset="0"/>
              <a:buNone/>
              <a:defRPr sz="16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lnSpc>
                <a:spcPct val="110000"/>
              </a:lnSpc>
            </a:pPr>
            <a:r>
              <a:rPr lang="zh-CN" altLang="en-US" sz="1800" dirty="0">
                <a:latin typeface="微软雅黑" panose="020B0503020204020204" pitchFamily="34" charset="-122"/>
                <a:ea typeface="微软雅黑" panose="020B0503020204020204" pitchFamily="34" charset="-122"/>
                <a:cs typeface="Open Sans Light" pitchFamily="34" charset="0"/>
              </a:rPr>
              <a:t>利用计算机技术</a:t>
            </a:r>
            <a:r>
              <a:rPr lang="zh-CN" altLang="zh-CN" sz="1800" dirty="0">
                <a:latin typeface="微软雅黑" panose="020B0503020204020204" pitchFamily="34" charset="-122"/>
                <a:ea typeface="微软雅黑" panose="020B0503020204020204" pitchFamily="34" charset="-122"/>
                <a:cs typeface="Open Sans Light" pitchFamily="34" charset="0"/>
              </a:rPr>
              <a:t>识别图像，提取特征，加工</a:t>
            </a:r>
            <a:r>
              <a:rPr lang="zh-CN" altLang="en-US" sz="1800" dirty="0">
                <a:latin typeface="微软雅黑" panose="020B0503020204020204" pitchFamily="34" charset="-122"/>
                <a:ea typeface="微软雅黑" panose="020B0503020204020204" pitchFamily="34" charset="-122"/>
                <a:cs typeface="Open Sans Light" pitchFamily="34" charset="0"/>
              </a:rPr>
              <a:t>利用图像传感器</a:t>
            </a:r>
            <a:r>
              <a:rPr lang="zh-CN" altLang="zh-CN" sz="1800" dirty="0">
                <a:latin typeface="微软雅黑" panose="020B0503020204020204" pitchFamily="34" charset="-122"/>
                <a:ea typeface="微软雅黑" panose="020B0503020204020204" pitchFamily="34" charset="-122"/>
                <a:cs typeface="Open Sans Light" pitchFamily="34" charset="0"/>
              </a:rPr>
              <a:t>等技术所得到的图片，</a:t>
            </a:r>
            <a:r>
              <a:rPr lang="zh-CN" altLang="en-US" sz="1800" dirty="0">
                <a:latin typeface="微软雅黑" panose="020B0503020204020204" pitchFamily="34" charset="-122"/>
                <a:ea typeface="微软雅黑" panose="020B0503020204020204" pitchFamily="34" charset="-122"/>
                <a:cs typeface="Open Sans Light" pitchFamily="34" charset="0"/>
              </a:rPr>
              <a:t>帮助</a:t>
            </a:r>
            <a:r>
              <a:rPr lang="zh-CN" altLang="zh-CN" sz="1800" dirty="0">
                <a:latin typeface="微软雅黑" panose="020B0503020204020204" pitchFamily="34" charset="-122"/>
                <a:ea typeface="微软雅黑" panose="020B0503020204020204" pitchFamily="34" charset="-122"/>
                <a:cs typeface="Open Sans Light" pitchFamily="34" charset="0"/>
              </a:rPr>
              <a:t>绘制地图，建立模型</a:t>
            </a:r>
            <a:r>
              <a:rPr lang="zh-CN" altLang="en-US" sz="1800" dirty="0">
                <a:latin typeface="微软雅黑" panose="020B0503020204020204" pitchFamily="34" charset="-122"/>
                <a:ea typeface="微软雅黑" panose="020B0503020204020204" pitchFamily="34" charset="-122"/>
                <a:cs typeface="Open Sans Light" pitchFamily="34" charset="0"/>
              </a:rPr>
              <a:t>。</a:t>
            </a:r>
            <a:endParaRPr lang="id-ID" sz="1800" dirty="0">
              <a:latin typeface="微软雅黑" panose="020B0503020204020204" pitchFamily="34" charset="-122"/>
              <a:ea typeface="微软雅黑" panose="020B0503020204020204" pitchFamily="34" charset="-122"/>
              <a:cs typeface="Open Sans Light" pitchFamily="34" charset="0"/>
            </a:endParaRPr>
          </a:p>
        </p:txBody>
      </p:sp>
      <p:sp>
        <p:nvSpPr>
          <p:cNvPr id="44" name="TextBox 43"/>
          <p:cNvSpPr txBox="1"/>
          <p:nvPr/>
        </p:nvSpPr>
        <p:spPr>
          <a:xfrm>
            <a:off x="1764408" y="3429000"/>
            <a:ext cx="1415773" cy="461665"/>
          </a:xfrm>
          <a:prstGeom prst="rect">
            <a:avLst/>
          </a:prstGeom>
          <a:noFill/>
        </p:spPr>
        <p:txBody>
          <a:bodyPr wrap="none" rtlCol="0">
            <a:spAutoFit/>
          </a:bodyPr>
          <a:lstStyle/>
          <a:p>
            <a:pPr algn="r"/>
            <a:r>
              <a:rPr lang="zh-CN" altLang="en-US" sz="2400" b="1" dirty="0">
                <a:latin typeface="微软雅黑" panose="020B0503020204020204" pitchFamily="34" charset="-122"/>
                <a:ea typeface="微软雅黑" panose="020B0503020204020204" pitchFamily="34" charset="-122"/>
              </a:rPr>
              <a:t>图像处理</a:t>
            </a:r>
            <a:endParaRPr lang="en-US" altLang="zh-CN" sz="2400" b="1" dirty="0">
              <a:latin typeface="微软雅黑" panose="020B0503020204020204" pitchFamily="34" charset="-122"/>
              <a:ea typeface="微软雅黑" panose="020B0503020204020204" pitchFamily="34" charset="-122"/>
            </a:endParaRPr>
          </a:p>
        </p:txBody>
      </p:sp>
      <p:pic>
        <p:nvPicPr>
          <p:cNvPr id="2" name="Picture 2" descr="C:\Users\Administrator\Desktop\11111.tif">
            <a:extLst>
              <a:ext uri="{FF2B5EF4-FFF2-40B4-BE49-F238E27FC236}">
                <a16:creationId xmlns:a16="http://schemas.microsoft.com/office/drawing/2014/main" id="{FD781912-D6C4-E488-9970-EED1F601CE0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占位符 1">
            <a:extLst>
              <a:ext uri="{FF2B5EF4-FFF2-40B4-BE49-F238E27FC236}">
                <a16:creationId xmlns:a16="http://schemas.microsoft.com/office/drawing/2014/main" id="{96FF0C52-2F30-F9E2-88A1-B85498E0D87D}"/>
              </a:ext>
            </a:extLst>
          </p:cNvPr>
          <p:cNvSpPr txBox="1">
            <a:spLocks/>
          </p:cNvSpPr>
          <p:nvPr/>
        </p:nvSpPr>
        <p:spPr>
          <a:xfrm>
            <a:off x="4956035" y="137990"/>
            <a:ext cx="2215389" cy="5295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kumimoji="1" lang="zh-CN" altLang="en-US" dirty="0">
                <a:solidFill>
                  <a:srgbClr val="FFFFFF"/>
                </a:solidFill>
                <a:latin typeface="微软雅黑" panose="020B0503020204020204" charset="-122"/>
                <a:ea typeface="微软雅黑" panose="020B0503020204020204" charset="-122"/>
                <a:cs typeface="微软雅黑" panose="020B0503020204020204" charset="-122"/>
              </a:rPr>
              <a:t>测绘学科</a:t>
            </a:r>
          </a:p>
        </p:txBody>
      </p:sp>
      <p:pic>
        <p:nvPicPr>
          <p:cNvPr id="8" name="图片 7">
            <a:extLst>
              <a:ext uri="{FF2B5EF4-FFF2-40B4-BE49-F238E27FC236}">
                <a16:creationId xmlns:a16="http://schemas.microsoft.com/office/drawing/2014/main" id="{DA7F1E69-E6F4-B904-A7CB-90F283603985}"/>
              </a:ext>
            </a:extLst>
          </p:cNvPr>
          <p:cNvPicPr>
            <a:picLocks noChangeAspect="1"/>
          </p:cNvPicPr>
          <p:nvPr/>
        </p:nvPicPr>
        <p:blipFill>
          <a:blip r:embed="rId3"/>
          <a:stretch>
            <a:fillRect/>
          </a:stretch>
        </p:blipFill>
        <p:spPr>
          <a:xfrm>
            <a:off x="5472993" y="2703635"/>
            <a:ext cx="711882" cy="711882"/>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nodeType="afterGroup">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right)">
                                      <p:cBhvr>
                                        <p:cTn id="11" dur="500"/>
                                        <p:tgtEl>
                                          <p:spTgt spid="24"/>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left)">
                                      <p:cBhvr>
                                        <p:cTn id="14" dur="500"/>
                                        <p:tgtEl>
                                          <p:spTgt spid="26"/>
                                        </p:tgtEl>
                                      </p:cBhvr>
                                    </p:animEffect>
                                  </p:childTnLst>
                                </p:cTn>
                              </p:par>
                            </p:childTnLst>
                          </p:cTn>
                        </p:par>
                        <p:par>
                          <p:cTn id="15" fill="hold" nodeType="afterGroup">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childTnLst>
                                </p:cTn>
                              </p:par>
                            </p:childTnLst>
                          </p:cTn>
                        </p:par>
                        <p:par>
                          <p:cTn id="19" fill="hold" nodeType="afterGroup">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childTnLst>
                          </p:cTn>
                        </p:par>
                        <p:par>
                          <p:cTn id="23" fill="hold" nodeType="afterGroup">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fade">
                                      <p:cBhvr>
                                        <p:cTn id="26" dur="500"/>
                                        <p:tgtEl>
                                          <p:spTgt spid="4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fade">
                                      <p:cBhvr>
                                        <p:cTn id="36" dur="500"/>
                                        <p:tgtEl>
                                          <p:spTgt spid="4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39" grpId="0"/>
      <p:bldP spid="40" grpId="0"/>
      <p:bldP spid="41" grpId="0"/>
      <p:bldP spid="42" grpId="0"/>
      <p:bldP spid="43" grpId="0"/>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47193DE-06A1-6F8D-9B6A-345324E8BC54}"/>
              </a:ext>
            </a:extLst>
          </p:cNvPr>
          <p:cNvPicPr>
            <a:picLocks noChangeAspect="1"/>
          </p:cNvPicPr>
          <p:nvPr/>
        </p:nvPicPr>
        <p:blipFill>
          <a:blip r:embed="rId3">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cxnSp>
        <p:nvCxnSpPr>
          <p:cNvPr id="3" name="直接连接符 2"/>
          <p:cNvCxnSpPr/>
          <p:nvPr/>
        </p:nvCxnSpPr>
        <p:spPr>
          <a:xfrm>
            <a:off x="527381" y="548680"/>
            <a:ext cx="1166461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D3EBB65-17C8-F895-2A66-D9802E659E36}"/>
              </a:ext>
            </a:extLst>
          </p:cNvPr>
          <p:cNvSpPr/>
          <p:nvPr/>
        </p:nvSpPr>
        <p:spPr>
          <a:xfrm>
            <a:off x="0" y="0"/>
            <a:ext cx="12192000" cy="6858000"/>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6" name="文本框 2"/>
          <p:cNvSpPr txBox="1"/>
          <p:nvPr/>
        </p:nvSpPr>
        <p:spPr>
          <a:xfrm>
            <a:off x="3568736" y="2282363"/>
            <a:ext cx="1909971" cy="2092798"/>
          </a:xfrm>
          <a:prstGeom prst="rect">
            <a:avLst/>
          </a:prstGeom>
          <a:noFill/>
        </p:spPr>
        <p:txBody>
          <a:bodyPr wrap="none" lIns="121837" tIns="60919" rIns="121837" bIns="60919"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1" lang="en-US" altLang="zh-CN" sz="12800" b="0" i="0" u="none" strike="noStrike" kern="1200" cap="none" spc="0" normalizeH="0" baseline="0" noProof="0" dirty="0">
                <a:ln>
                  <a:noFill/>
                </a:ln>
                <a:solidFill>
                  <a:prstClr val="white"/>
                </a:solidFill>
                <a:effectLst/>
                <a:uLnTx/>
                <a:uFillTx/>
                <a:latin typeface="Calibri"/>
                <a:ea typeface="微软雅黑" panose="020B0503020204020204" charset="-122"/>
                <a:cs typeface="微软雅黑" panose="020B0503020204020204" charset="-122"/>
              </a:rPr>
              <a:t>04</a:t>
            </a:r>
            <a:endParaRPr kumimoji="1" lang="zh-CN" altLang="en-US" sz="12800" b="0" i="0" u="none" strike="noStrike" kern="1200" cap="none" spc="0" normalizeH="0" baseline="0" noProof="0" dirty="0">
              <a:ln>
                <a:noFill/>
              </a:ln>
              <a:solidFill>
                <a:prstClr val="white"/>
              </a:solidFill>
              <a:effectLst/>
              <a:uLnTx/>
              <a:uFillTx/>
              <a:latin typeface="Calibri"/>
              <a:ea typeface="微软雅黑" panose="020B0503020204020204" charset="-122"/>
              <a:cs typeface="微软雅黑" panose="020B0503020204020204" charset="-122"/>
            </a:endParaRPr>
          </a:p>
        </p:txBody>
      </p:sp>
      <p:sp>
        <p:nvSpPr>
          <p:cNvPr id="31" name="文本框 8"/>
          <p:cNvSpPr txBox="1"/>
          <p:nvPr/>
        </p:nvSpPr>
        <p:spPr>
          <a:xfrm>
            <a:off x="5470985" y="3347549"/>
            <a:ext cx="3152291" cy="416057"/>
          </a:xfrm>
          <a:prstGeom prst="rect">
            <a:avLst/>
          </a:prstGeom>
          <a:noFill/>
        </p:spPr>
        <p:txBody>
          <a:bodyPr wrap="square" lIns="121837" tIns="60919" rIns="121837" bIns="60919"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08738">
              <a:lnSpc>
                <a:spcPct val="130000"/>
              </a:lnSpc>
              <a:defRPr/>
            </a:pPr>
            <a:r>
              <a:rPr lang="zh-CN" altLang="en-US" sz="1600" kern="0" dirty="0">
                <a:solidFill>
                  <a:srgbClr val="FFFFFF"/>
                </a:solidFill>
                <a:ea typeface="微软雅黑" panose="020B0503020204020204" charset="-122"/>
              </a:rPr>
              <a:t>数学习题推荐系统</a:t>
            </a:r>
          </a:p>
        </p:txBody>
      </p:sp>
      <p:sp>
        <p:nvSpPr>
          <p:cNvPr id="33" name="文本框 4"/>
          <p:cNvSpPr txBox="1"/>
          <p:nvPr/>
        </p:nvSpPr>
        <p:spPr>
          <a:xfrm>
            <a:off x="5471025" y="2575927"/>
            <a:ext cx="2708256" cy="861686"/>
          </a:xfrm>
          <a:prstGeom prst="rect">
            <a:avLst/>
          </a:prstGeom>
          <a:noFill/>
        </p:spPr>
        <p:txBody>
          <a:bodyPr wrap="none" lIns="121832" tIns="60916" rIns="121832" bIns="6091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4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思考设计</a:t>
            </a:r>
          </a:p>
        </p:txBody>
      </p:sp>
    </p:spTree>
    <p:custDataLst>
      <p:tags r:id="rId1"/>
    </p:custDataLst>
    <p:extLst>
      <p:ext uri="{BB962C8B-B14F-4D97-AF65-F5344CB8AC3E}">
        <p14:creationId xmlns:p14="http://schemas.microsoft.com/office/powerpoint/2010/main" val="2978726540"/>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56" presetClass="entr" presetSubtype="0" fill="hold" grpId="0" nodeType="afterEffect">
                                  <p:stCondLst>
                                    <p:cond delay="0"/>
                                  </p:stCondLst>
                                  <p:iterate type="lt">
                                    <p:tmPct val="10000"/>
                                  </p:iterate>
                                  <p:childTnLst>
                                    <p:set>
                                      <p:cBhvr>
                                        <p:cTn id="12" dur="1" fill="hold">
                                          <p:stCondLst>
                                            <p:cond delay="0"/>
                                          </p:stCondLst>
                                        </p:cTn>
                                        <p:tgtEl>
                                          <p:spTgt spid="33"/>
                                        </p:tgtEl>
                                        <p:attrNameLst>
                                          <p:attrName>style.visibility</p:attrName>
                                        </p:attrNameLst>
                                      </p:cBhvr>
                                      <p:to>
                                        <p:strVal val="visible"/>
                                      </p:to>
                                    </p:set>
                                    <p:anim by="(-#ppt_w*2)" calcmode="lin" valueType="num">
                                      <p:cBhvr rctx="PPT">
                                        <p:cTn id="13" dur="500" autoRev="1" fill="hold">
                                          <p:stCondLst>
                                            <p:cond delay="0"/>
                                          </p:stCondLst>
                                        </p:cTn>
                                        <p:tgtEl>
                                          <p:spTgt spid="33"/>
                                        </p:tgtEl>
                                        <p:attrNameLst>
                                          <p:attrName>ppt_w</p:attrName>
                                        </p:attrNameLst>
                                      </p:cBhvr>
                                    </p:anim>
                                    <p:anim by="(#ppt_w*0.50)" calcmode="lin" valueType="num">
                                      <p:cBhvr>
                                        <p:cTn id="14" dur="500" decel="50000" autoRev="1" fill="hold">
                                          <p:stCondLst>
                                            <p:cond delay="0"/>
                                          </p:stCondLst>
                                        </p:cTn>
                                        <p:tgtEl>
                                          <p:spTgt spid="33"/>
                                        </p:tgtEl>
                                        <p:attrNameLst>
                                          <p:attrName>ppt_x</p:attrName>
                                        </p:attrNameLst>
                                      </p:cBhvr>
                                    </p:anim>
                                    <p:anim from="(-#ppt_h/2)" to="(#ppt_y)" calcmode="lin" valueType="num">
                                      <p:cBhvr>
                                        <p:cTn id="15" dur="1000" fill="hold">
                                          <p:stCondLst>
                                            <p:cond delay="0"/>
                                          </p:stCondLst>
                                        </p:cTn>
                                        <p:tgtEl>
                                          <p:spTgt spid="33"/>
                                        </p:tgtEl>
                                        <p:attrNameLst>
                                          <p:attrName>ppt_y</p:attrName>
                                        </p:attrNameLst>
                                      </p:cBhvr>
                                    </p:anim>
                                    <p:animRot by="21600000">
                                      <p:cBhvr>
                                        <p:cTn id="16" dur="1000" fill="hold">
                                          <p:stCondLst>
                                            <p:cond delay="0"/>
                                          </p:stCondLst>
                                        </p:cTn>
                                        <p:tgtEl>
                                          <p:spTgt spid="33"/>
                                        </p:tgtEl>
                                        <p:attrNameLst>
                                          <p:attrName>r</p:attrName>
                                        </p:attrNameLst>
                                      </p:cBhvr>
                                    </p:animRot>
                                  </p:childTnLst>
                                </p:cTn>
                              </p:par>
                            </p:childTnLst>
                          </p:cTn>
                        </p:par>
                        <p:par>
                          <p:cTn id="17" fill="hold">
                            <p:stCondLst>
                              <p:cond delay="18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31"/>
                                        </p:tgtEl>
                                        <p:attrNameLst>
                                          <p:attrName>style.visibility</p:attrName>
                                        </p:attrNameLst>
                                      </p:cBhvr>
                                      <p:to>
                                        <p:strVal val="visible"/>
                                      </p:to>
                                    </p:set>
                                    <p:anim by="(-#ppt_w*2)" calcmode="lin" valueType="num">
                                      <p:cBhvr rctx="PPT">
                                        <p:cTn id="20" dur="500" autoRev="1" fill="hold">
                                          <p:stCondLst>
                                            <p:cond delay="0"/>
                                          </p:stCondLst>
                                        </p:cTn>
                                        <p:tgtEl>
                                          <p:spTgt spid="31"/>
                                        </p:tgtEl>
                                        <p:attrNameLst>
                                          <p:attrName>ppt_w</p:attrName>
                                        </p:attrNameLst>
                                      </p:cBhvr>
                                    </p:anim>
                                    <p:anim by="(#ppt_w*0.50)" calcmode="lin" valueType="num">
                                      <p:cBhvr>
                                        <p:cTn id="21" dur="500" decel="50000" autoRev="1" fill="hold">
                                          <p:stCondLst>
                                            <p:cond delay="0"/>
                                          </p:stCondLst>
                                        </p:cTn>
                                        <p:tgtEl>
                                          <p:spTgt spid="31"/>
                                        </p:tgtEl>
                                        <p:attrNameLst>
                                          <p:attrName>ppt_x</p:attrName>
                                        </p:attrNameLst>
                                      </p:cBhvr>
                                    </p:anim>
                                    <p:anim from="(-#ppt_h/2)" to="(#ppt_y)" calcmode="lin" valueType="num">
                                      <p:cBhvr>
                                        <p:cTn id="22" dur="1000" fill="hold">
                                          <p:stCondLst>
                                            <p:cond delay="0"/>
                                          </p:stCondLst>
                                        </p:cTn>
                                        <p:tgtEl>
                                          <p:spTgt spid="31"/>
                                        </p:tgtEl>
                                        <p:attrNameLst>
                                          <p:attrName>ppt_y</p:attrName>
                                        </p:attrNameLst>
                                      </p:cBhvr>
                                    </p:anim>
                                    <p:animRot by="21600000">
                                      <p:cBhvr>
                                        <p:cTn id="23" dur="1000" fill="hold">
                                          <p:stCondLst>
                                            <p:cond delay="0"/>
                                          </p:stCondLst>
                                        </p:cTn>
                                        <p:tgtEl>
                                          <p:spTgt spid="3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1" grpId="0"/>
      <p:bldP spid="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2C925A9-2F25-9FC4-A2BE-06BD4EF88F3B}"/>
              </a:ext>
            </a:extLst>
          </p:cNvPr>
          <p:cNvPicPr>
            <a:picLocks noChangeAspect="1"/>
          </p:cNvPicPr>
          <p:nvPr/>
        </p:nvPicPr>
        <p:blipFill>
          <a:blip r:embed="rId2">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grpSp>
        <p:nvGrpSpPr>
          <p:cNvPr id="64" name="组合 63"/>
          <p:cNvGrpSpPr/>
          <p:nvPr/>
        </p:nvGrpSpPr>
        <p:grpSpPr>
          <a:xfrm>
            <a:off x="3817937" y="445629"/>
            <a:ext cx="4556125" cy="860425"/>
            <a:chOff x="3919538" y="759296"/>
            <a:chExt cx="4556125" cy="860425"/>
          </a:xfrm>
          <a:solidFill>
            <a:srgbClr val="F4F4F4"/>
          </a:solidFill>
        </p:grpSpPr>
        <p:sp>
          <p:nvSpPr>
            <p:cNvPr id="65" name="Freeform 48"/>
            <p:cNvSpPr>
              <a:spLocks noEditPoints="1"/>
            </p:cNvSpPr>
            <p:nvPr/>
          </p:nvSpPr>
          <p:spPr bwMode="auto">
            <a:xfrm>
              <a:off x="4575175" y="759296"/>
              <a:ext cx="3244850" cy="606425"/>
            </a:xfrm>
            <a:custGeom>
              <a:avLst/>
              <a:gdLst>
                <a:gd name="T0" fmla="*/ 247 w 2044"/>
                <a:gd name="T1" fmla="*/ 280 h 382"/>
                <a:gd name="T2" fmla="*/ 247 w 2044"/>
                <a:gd name="T3" fmla="*/ 108 h 382"/>
                <a:gd name="T4" fmla="*/ 1784 w 2044"/>
                <a:gd name="T5" fmla="*/ 108 h 382"/>
                <a:gd name="T6" fmla="*/ 1784 w 2044"/>
                <a:gd name="T7" fmla="*/ 280 h 382"/>
                <a:gd name="T8" fmla="*/ 247 w 2044"/>
                <a:gd name="T9" fmla="*/ 280 h 382"/>
                <a:gd name="T10" fmla="*/ 2044 w 2044"/>
                <a:gd name="T11" fmla="*/ 0 h 382"/>
                <a:gd name="T12" fmla="*/ 0 w 2044"/>
                <a:gd name="T13" fmla="*/ 0 h 382"/>
                <a:gd name="T14" fmla="*/ 0 w 2044"/>
                <a:gd name="T15" fmla="*/ 382 h 382"/>
                <a:gd name="T16" fmla="*/ 2044 w 2044"/>
                <a:gd name="T17" fmla="*/ 382 h 382"/>
                <a:gd name="T18" fmla="*/ 2044 w 2044"/>
                <a:gd name="T19" fmla="*/ 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4" h="382">
                  <a:moveTo>
                    <a:pt x="247" y="280"/>
                  </a:moveTo>
                  <a:lnTo>
                    <a:pt x="247" y="108"/>
                  </a:lnTo>
                  <a:lnTo>
                    <a:pt x="1784" y="108"/>
                  </a:lnTo>
                  <a:lnTo>
                    <a:pt x="1784" y="280"/>
                  </a:lnTo>
                  <a:lnTo>
                    <a:pt x="247" y="280"/>
                  </a:lnTo>
                  <a:moveTo>
                    <a:pt x="2044" y="0"/>
                  </a:moveTo>
                  <a:lnTo>
                    <a:pt x="0" y="0"/>
                  </a:lnTo>
                  <a:lnTo>
                    <a:pt x="0" y="382"/>
                  </a:lnTo>
                  <a:lnTo>
                    <a:pt x="2044" y="382"/>
                  </a:lnTo>
                  <a:lnTo>
                    <a:pt x="2044" y="0"/>
                  </a:lnTo>
                </a:path>
              </a:pathLst>
            </a:custGeom>
            <a:grpFill/>
            <a:ln>
              <a:noFill/>
            </a:ln>
          </p:spPr>
          <p:txBody>
            <a:bodyPr/>
            <a:lstStyle/>
            <a:p>
              <a:pPr>
                <a:defRPr/>
              </a:pPr>
              <a:endParaRPr lang="zh-CN" altLang="en-US" kern="0">
                <a:solidFill>
                  <a:srgbClr val="445469"/>
                </a:solidFill>
                <a:latin typeface="Arial"/>
                <a:ea typeface="微软雅黑" panose="020B0503020204020204" pitchFamily="34" charset="-122"/>
              </a:endParaRPr>
            </a:p>
          </p:txBody>
        </p:sp>
        <p:sp>
          <p:nvSpPr>
            <p:cNvPr id="66" name="Freeform 59"/>
            <p:cNvSpPr/>
            <p:nvPr/>
          </p:nvSpPr>
          <p:spPr bwMode="auto">
            <a:xfrm>
              <a:off x="7720013" y="1021233"/>
              <a:ext cx="755650" cy="598488"/>
            </a:xfrm>
            <a:custGeom>
              <a:avLst/>
              <a:gdLst>
                <a:gd name="T0" fmla="*/ 476 w 476"/>
                <a:gd name="T1" fmla="*/ 0 h 377"/>
                <a:gd name="T2" fmla="*/ 165 w 476"/>
                <a:gd name="T3" fmla="*/ 0 h 377"/>
                <a:gd name="T4" fmla="*/ 165 w 476"/>
                <a:gd name="T5" fmla="*/ 294 h 377"/>
                <a:gd name="T6" fmla="*/ 0 w 476"/>
                <a:gd name="T7" fmla="*/ 377 h 377"/>
                <a:gd name="T8" fmla="*/ 165 w 476"/>
                <a:gd name="T9" fmla="*/ 377 h 377"/>
                <a:gd name="T10" fmla="*/ 178 w 476"/>
                <a:gd name="T11" fmla="*/ 377 h 377"/>
                <a:gd name="T12" fmla="*/ 476 w 476"/>
                <a:gd name="T13" fmla="*/ 377 h 377"/>
                <a:gd name="T14" fmla="*/ 330 w 476"/>
                <a:gd name="T15" fmla="*/ 185 h 377"/>
                <a:gd name="T16" fmla="*/ 476 w 476"/>
                <a:gd name="T17" fmla="*/ 0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377">
                  <a:moveTo>
                    <a:pt x="476" y="0"/>
                  </a:moveTo>
                  <a:lnTo>
                    <a:pt x="165" y="0"/>
                  </a:lnTo>
                  <a:lnTo>
                    <a:pt x="165" y="294"/>
                  </a:lnTo>
                  <a:lnTo>
                    <a:pt x="0" y="377"/>
                  </a:lnTo>
                  <a:lnTo>
                    <a:pt x="165" y="377"/>
                  </a:lnTo>
                  <a:lnTo>
                    <a:pt x="178" y="377"/>
                  </a:lnTo>
                  <a:lnTo>
                    <a:pt x="476" y="377"/>
                  </a:lnTo>
                  <a:lnTo>
                    <a:pt x="330" y="185"/>
                  </a:lnTo>
                  <a:lnTo>
                    <a:pt x="476" y="0"/>
                  </a:lnTo>
                  <a:close/>
                </a:path>
              </a:pathLst>
            </a:custGeom>
            <a:grpFill/>
            <a:ln>
              <a:noFill/>
            </a:ln>
          </p:spPr>
          <p:txBody>
            <a:bodyPr/>
            <a:lstStyle/>
            <a:p>
              <a:pPr>
                <a:defRPr/>
              </a:pPr>
              <a:endParaRPr lang="zh-CN" altLang="en-US" kern="0">
                <a:solidFill>
                  <a:srgbClr val="445469"/>
                </a:solidFill>
                <a:latin typeface="Arial"/>
                <a:ea typeface="微软雅黑" panose="020B0503020204020204" pitchFamily="34" charset="-122"/>
              </a:endParaRPr>
            </a:p>
          </p:txBody>
        </p:sp>
        <p:sp>
          <p:nvSpPr>
            <p:cNvPr id="67" name="Freeform 60"/>
            <p:cNvSpPr/>
            <p:nvPr/>
          </p:nvSpPr>
          <p:spPr bwMode="auto">
            <a:xfrm>
              <a:off x="3919538" y="1021233"/>
              <a:ext cx="746125" cy="598488"/>
            </a:xfrm>
            <a:custGeom>
              <a:avLst/>
              <a:gdLst>
                <a:gd name="T0" fmla="*/ 0 w 470"/>
                <a:gd name="T1" fmla="*/ 0 h 377"/>
                <a:gd name="T2" fmla="*/ 311 w 470"/>
                <a:gd name="T3" fmla="*/ 0 h 377"/>
                <a:gd name="T4" fmla="*/ 311 w 470"/>
                <a:gd name="T5" fmla="*/ 294 h 377"/>
                <a:gd name="T6" fmla="*/ 470 w 470"/>
                <a:gd name="T7" fmla="*/ 377 h 377"/>
                <a:gd name="T8" fmla="*/ 311 w 470"/>
                <a:gd name="T9" fmla="*/ 377 h 377"/>
                <a:gd name="T10" fmla="*/ 298 w 470"/>
                <a:gd name="T11" fmla="*/ 377 h 377"/>
                <a:gd name="T12" fmla="*/ 0 w 470"/>
                <a:gd name="T13" fmla="*/ 377 h 377"/>
                <a:gd name="T14" fmla="*/ 140 w 470"/>
                <a:gd name="T15" fmla="*/ 185 h 377"/>
                <a:gd name="T16" fmla="*/ 0 w 470"/>
                <a:gd name="T17" fmla="*/ 0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0" h="377">
                  <a:moveTo>
                    <a:pt x="0" y="0"/>
                  </a:moveTo>
                  <a:lnTo>
                    <a:pt x="311" y="0"/>
                  </a:lnTo>
                  <a:lnTo>
                    <a:pt x="311" y="294"/>
                  </a:lnTo>
                  <a:lnTo>
                    <a:pt x="470" y="377"/>
                  </a:lnTo>
                  <a:lnTo>
                    <a:pt x="311" y="377"/>
                  </a:lnTo>
                  <a:lnTo>
                    <a:pt x="298" y="377"/>
                  </a:lnTo>
                  <a:lnTo>
                    <a:pt x="0" y="377"/>
                  </a:lnTo>
                  <a:lnTo>
                    <a:pt x="140" y="185"/>
                  </a:lnTo>
                  <a:lnTo>
                    <a:pt x="0" y="0"/>
                  </a:lnTo>
                  <a:close/>
                </a:path>
              </a:pathLst>
            </a:custGeom>
            <a:grpFill/>
            <a:ln>
              <a:noFill/>
            </a:ln>
          </p:spPr>
          <p:txBody>
            <a:bodyPr/>
            <a:lstStyle/>
            <a:p>
              <a:pPr>
                <a:defRPr/>
              </a:pPr>
              <a:endParaRPr lang="zh-CN" altLang="en-US" kern="0">
                <a:solidFill>
                  <a:srgbClr val="445469"/>
                </a:solidFill>
                <a:latin typeface="Arial"/>
                <a:ea typeface="微软雅黑" panose="020B0503020204020204" pitchFamily="34" charset="-122"/>
              </a:endParaRPr>
            </a:p>
          </p:txBody>
        </p:sp>
        <p:sp>
          <p:nvSpPr>
            <p:cNvPr id="68" name="矩形 67"/>
            <p:cNvSpPr/>
            <p:nvPr/>
          </p:nvSpPr>
          <p:spPr>
            <a:xfrm>
              <a:off x="4575175" y="785171"/>
              <a:ext cx="3244850" cy="595709"/>
            </a:xfrm>
            <a:prstGeom prst="rect">
              <a:avLst/>
            </a:prstGeom>
            <a:grpFill/>
            <a:ln>
              <a:noFill/>
            </a:ln>
          </p:spPr>
          <p:txBody>
            <a:bodyPr/>
            <a:lstStyle/>
            <a:p>
              <a:pPr>
                <a:defRPr/>
              </a:pPr>
              <a:endParaRPr lang="zh-CN" altLang="en-US" kern="0">
                <a:solidFill>
                  <a:srgbClr val="445469"/>
                </a:solidFill>
                <a:latin typeface="Arial"/>
                <a:ea typeface="微软雅黑" panose="020B0503020204020204" pitchFamily="34" charset="-122"/>
              </a:endParaRPr>
            </a:p>
          </p:txBody>
        </p:sp>
      </p:grpSp>
      <p:sp>
        <p:nvSpPr>
          <p:cNvPr id="69" name="文本框 13"/>
          <p:cNvSpPr txBox="1">
            <a:spLocks noChangeArrowheads="1"/>
          </p:cNvSpPr>
          <p:nvPr/>
        </p:nvSpPr>
        <p:spPr bwMode="auto">
          <a:xfrm>
            <a:off x="4190999" y="466266"/>
            <a:ext cx="36655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defRPr/>
            </a:pPr>
            <a:r>
              <a:rPr lang="zh-CN" altLang="en-US" sz="2800" b="1" kern="0" dirty="0">
                <a:solidFill>
                  <a:srgbClr val="269BAA"/>
                </a:solidFill>
                <a:latin typeface="微软雅黑" panose="020B0503020204020204" pitchFamily="34" charset="-122"/>
                <a:ea typeface="微软雅黑" panose="020B0503020204020204" pitchFamily="34" charset="-122"/>
              </a:rPr>
              <a:t>数学习题推荐系统</a:t>
            </a:r>
          </a:p>
        </p:txBody>
      </p:sp>
      <p:sp>
        <p:nvSpPr>
          <p:cNvPr id="70" name="矩形 69"/>
          <p:cNvSpPr/>
          <p:nvPr/>
        </p:nvSpPr>
        <p:spPr>
          <a:xfrm>
            <a:off x="223801" y="1914070"/>
            <a:ext cx="2349500" cy="3648075"/>
          </a:xfrm>
          <a:prstGeom prst="rect">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71" name="椭圆 70"/>
          <p:cNvSpPr/>
          <p:nvPr/>
        </p:nvSpPr>
        <p:spPr bwMode="auto">
          <a:xfrm>
            <a:off x="668300" y="2585354"/>
            <a:ext cx="1355726" cy="1377950"/>
          </a:xfrm>
          <a:prstGeom prst="ellipse">
            <a:avLst/>
          </a:prstGeom>
          <a:solidFill>
            <a:srgbClr val="FCFCFC"/>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72" name="椭圆 71"/>
          <p:cNvSpPr/>
          <p:nvPr/>
        </p:nvSpPr>
        <p:spPr bwMode="auto">
          <a:xfrm>
            <a:off x="609564" y="2525030"/>
            <a:ext cx="1473200" cy="1498600"/>
          </a:xfrm>
          <a:prstGeom prst="ellipse">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73" name="Freeform 8"/>
          <p:cNvSpPr>
            <a:spLocks noEditPoints="1"/>
          </p:cNvSpPr>
          <p:nvPr/>
        </p:nvSpPr>
        <p:spPr bwMode="auto">
          <a:xfrm>
            <a:off x="1157251" y="3017155"/>
            <a:ext cx="377825" cy="514350"/>
          </a:xfrm>
          <a:custGeom>
            <a:avLst/>
            <a:gdLst>
              <a:gd name="T0" fmla="*/ 79 w 734"/>
              <a:gd name="T1" fmla="*/ 906 h 993"/>
              <a:gd name="T2" fmla="*/ 124 w 734"/>
              <a:gd name="T3" fmla="*/ 153 h 993"/>
              <a:gd name="T4" fmla="*/ 162 w 734"/>
              <a:gd name="T5" fmla="*/ 218 h 993"/>
              <a:gd name="T6" fmla="*/ 201 w 734"/>
              <a:gd name="T7" fmla="*/ 153 h 993"/>
              <a:gd name="T8" fmla="*/ 328 w 734"/>
              <a:gd name="T9" fmla="*/ 179 h 993"/>
              <a:gd name="T10" fmla="*/ 405 w 734"/>
              <a:gd name="T11" fmla="*/ 179 h 993"/>
              <a:gd name="T12" fmla="*/ 533 w 734"/>
              <a:gd name="T13" fmla="*/ 153 h 993"/>
              <a:gd name="T14" fmla="*/ 572 w 734"/>
              <a:gd name="T15" fmla="*/ 218 h 993"/>
              <a:gd name="T16" fmla="*/ 610 w 734"/>
              <a:gd name="T17" fmla="*/ 153 h 993"/>
              <a:gd name="T18" fmla="*/ 656 w 734"/>
              <a:gd name="T19" fmla="*/ 906 h 993"/>
              <a:gd name="T20" fmla="*/ 610 w 734"/>
              <a:gd name="T21" fmla="*/ 67 h 993"/>
              <a:gd name="T22" fmla="*/ 572 w 734"/>
              <a:gd name="T23" fmla="*/ 0 h 993"/>
              <a:gd name="T24" fmla="*/ 533 w 734"/>
              <a:gd name="T25" fmla="*/ 67 h 993"/>
              <a:gd name="T26" fmla="*/ 405 w 734"/>
              <a:gd name="T27" fmla="*/ 38 h 993"/>
              <a:gd name="T28" fmla="*/ 328 w 734"/>
              <a:gd name="T29" fmla="*/ 38 h 993"/>
              <a:gd name="T30" fmla="*/ 201 w 734"/>
              <a:gd name="T31" fmla="*/ 67 h 993"/>
              <a:gd name="T32" fmla="*/ 162 w 734"/>
              <a:gd name="T33" fmla="*/ 0 h 993"/>
              <a:gd name="T34" fmla="*/ 124 w 734"/>
              <a:gd name="T35" fmla="*/ 67 h 993"/>
              <a:gd name="T36" fmla="*/ 0 w 734"/>
              <a:gd name="T37" fmla="*/ 147 h 993"/>
              <a:gd name="T38" fmla="*/ 80 w 734"/>
              <a:gd name="T39" fmla="*/ 993 h 993"/>
              <a:gd name="T40" fmla="*/ 734 w 734"/>
              <a:gd name="T41" fmla="*/ 913 h 993"/>
              <a:gd name="T42" fmla="*/ 655 w 734"/>
              <a:gd name="T43" fmla="*/ 67 h 993"/>
              <a:gd name="T44" fmla="*/ 573 w 734"/>
              <a:gd name="T45" fmla="*/ 371 h 993"/>
              <a:gd name="T46" fmla="*/ 161 w 734"/>
              <a:gd name="T47" fmla="*/ 317 h 993"/>
              <a:gd name="T48" fmla="*/ 161 w 734"/>
              <a:gd name="T49" fmla="*/ 512 h 993"/>
              <a:gd name="T50" fmla="*/ 573 w 734"/>
              <a:gd name="T51" fmla="*/ 458 h 993"/>
              <a:gd name="T52" fmla="*/ 161 w 734"/>
              <a:gd name="T53" fmla="*/ 512 h 993"/>
              <a:gd name="T54" fmla="*/ 573 w 734"/>
              <a:gd name="T55" fmla="*/ 653 h 993"/>
              <a:gd name="T56" fmla="*/ 161 w 734"/>
              <a:gd name="T57" fmla="*/ 599 h 993"/>
              <a:gd name="T58" fmla="*/ 161 w 734"/>
              <a:gd name="T59" fmla="*/ 794 h 993"/>
              <a:gd name="T60" fmla="*/ 573 w 734"/>
              <a:gd name="T61" fmla="*/ 740 h 993"/>
              <a:gd name="T62" fmla="*/ 161 w 734"/>
              <a:gd name="T63" fmla="*/ 794 h 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4" h="993">
                <a:moveTo>
                  <a:pt x="656" y="906"/>
                </a:moveTo>
                <a:lnTo>
                  <a:pt x="79" y="906"/>
                </a:lnTo>
                <a:lnTo>
                  <a:pt x="79" y="153"/>
                </a:lnTo>
                <a:lnTo>
                  <a:pt x="124" y="153"/>
                </a:lnTo>
                <a:lnTo>
                  <a:pt x="124" y="179"/>
                </a:lnTo>
                <a:cubicBezTo>
                  <a:pt x="124" y="201"/>
                  <a:pt x="141" y="218"/>
                  <a:pt x="162" y="218"/>
                </a:cubicBezTo>
                <a:cubicBezTo>
                  <a:pt x="183" y="218"/>
                  <a:pt x="201" y="201"/>
                  <a:pt x="201" y="179"/>
                </a:cubicBezTo>
                <a:lnTo>
                  <a:pt x="201" y="153"/>
                </a:lnTo>
                <a:lnTo>
                  <a:pt x="328" y="153"/>
                </a:lnTo>
                <a:lnTo>
                  <a:pt x="328" y="179"/>
                </a:lnTo>
                <a:cubicBezTo>
                  <a:pt x="328" y="201"/>
                  <a:pt x="345" y="218"/>
                  <a:pt x="366" y="218"/>
                </a:cubicBezTo>
                <a:cubicBezTo>
                  <a:pt x="388" y="218"/>
                  <a:pt x="405" y="201"/>
                  <a:pt x="405" y="179"/>
                </a:cubicBezTo>
                <a:lnTo>
                  <a:pt x="405" y="153"/>
                </a:lnTo>
                <a:lnTo>
                  <a:pt x="533" y="153"/>
                </a:lnTo>
                <a:lnTo>
                  <a:pt x="533" y="179"/>
                </a:lnTo>
                <a:cubicBezTo>
                  <a:pt x="533" y="201"/>
                  <a:pt x="550" y="218"/>
                  <a:pt x="572" y="218"/>
                </a:cubicBezTo>
                <a:cubicBezTo>
                  <a:pt x="593" y="218"/>
                  <a:pt x="610" y="201"/>
                  <a:pt x="610" y="179"/>
                </a:cubicBezTo>
                <a:lnTo>
                  <a:pt x="610" y="153"/>
                </a:lnTo>
                <a:lnTo>
                  <a:pt x="656" y="153"/>
                </a:lnTo>
                <a:lnTo>
                  <a:pt x="656" y="906"/>
                </a:lnTo>
                <a:close/>
                <a:moveTo>
                  <a:pt x="655" y="67"/>
                </a:moveTo>
                <a:lnTo>
                  <a:pt x="610" y="67"/>
                </a:lnTo>
                <a:lnTo>
                  <a:pt x="610" y="38"/>
                </a:lnTo>
                <a:cubicBezTo>
                  <a:pt x="610" y="17"/>
                  <a:pt x="593" y="0"/>
                  <a:pt x="572" y="0"/>
                </a:cubicBezTo>
                <a:cubicBezTo>
                  <a:pt x="550" y="0"/>
                  <a:pt x="533" y="17"/>
                  <a:pt x="533" y="38"/>
                </a:cubicBezTo>
                <a:lnTo>
                  <a:pt x="533" y="67"/>
                </a:lnTo>
                <a:lnTo>
                  <a:pt x="405" y="67"/>
                </a:lnTo>
                <a:lnTo>
                  <a:pt x="405" y="38"/>
                </a:lnTo>
                <a:cubicBezTo>
                  <a:pt x="405" y="17"/>
                  <a:pt x="388" y="0"/>
                  <a:pt x="366" y="0"/>
                </a:cubicBezTo>
                <a:cubicBezTo>
                  <a:pt x="345" y="0"/>
                  <a:pt x="328" y="17"/>
                  <a:pt x="328" y="38"/>
                </a:cubicBezTo>
                <a:lnTo>
                  <a:pt x="328" y="67"/>
                </a:lnTo>
                <a:lnTo>
                  <a:pt x="201" y="67"/>
                </a:lnTo>
                <a:lnTo>
                  <a:pt x="201" y="38"/>
                </a:lnTo>
                <a:cubicBezTo>
                  <a:pt x="201" y="17"/>
                  <a:pt x="183" y="0"/>
                  <a:pt x="162" y="0"/>
                </a:cubicBezTo>
                <a:cubicBezTo>
                  <a:pt x="141" y="0"/>
                  <a:pt x="124" y="17"/>
                  <a:pt x="124" y="38"/>
                </a:cubicBezTo>
                <a:lnTo>
                  <a:pt x="124" y="67"/>
                </a:lnTo>
                <a:lnTo>
                  <a:pt x="80" y="67"/>
                </a:lnTo>
                <a:cubicBezTo>
                  <a:pt x="36" y="67"/>
                  <a:pt x="0" y="103"/>
                  <a:pt x="0" y="147"/>
                </a:cubicBezTo>
                <a:lnTo>
                  <a:pt x="0" y="913"/>
                </a:lnTo>
                <a:cubicBezTo>
                  <a:pt x="0" y="957"/>
                  <a:pt x="36" y="993"/>
                  <a:pt x="80" y="993"/>
                </a:cubicBezTo>
                <a:lnTo>
                  <a:pt x="655" y="993"/>
                </a:lnTo>
                <a:cubicBezTo>
                  <a:pt x="699" y="993"/>
                  <a:pt x="734" y="957"/>
                  <a:pt x="734" y="913"/>
                </a:cubicBezTo>
                <a:lnTo>
                  <a:pt x="734" y="147"/>
                </a:lnTo>
                <a:cubicBezTo>
                  <a:pt x="734" y="103"/>
                  <a:pt x="699" y="67"/>
                  <a:pt x="655" y="67"/>
                </a:cubicBezTo>
                <a:close/>
                <a:moveTo>
                  <a:pt x="161" y="371"/>
                </a:moveTo>
                <a:lnTo>
                  <a:pt x="573" y="371"/>
                </a:lnTo>
                <a:lnTo>
                  <a:pt x="573" y="317"/>
                </a:lnTo>
                <a:lnTo>
                  <a:pt x="161" y="317"/>
                </a:lnTo>
                <a:lnTo>
                  <a:pt x="161" y="371"/>
                </a:lnTo>
                <a:close/>
                <a:moveTo>
                  <a:pt x="161" y="512"/>
                </a:moveTo>
                <a:lnTo>
                  <a:pt x="573" y="512"/>
                </a:lnTo>
                <a:lnTo>
                  <a:pt x="573" y="458"/>
                </a:lnTo>
                <a:lnTo>
                  <a:pt x="161" y="458"/>
                </a:lnTo>
                <a:lnTo>
                  <a:pt x="161" y="512"/>
                </a:lnTo>
                <a:close/>
                <a:moveTo>
                  <a:pt x="161" y="653"/>
                </a:moveTo>
                <a:lnTo>
                  <a:pt x="573" y="653"/>
                </a:lnTo>
                <a:lnTo>
                  <a:pt x="573" y="599"/>
                </a:lnTo>
                <a:lnTo>
                  <a:pt x="161" y="599"/>
                </a:lnTo>
                <a:lnTo>
                  <a:pt x="161" y="653"/>
                </a:lnTo>
                <a:close/>
                <a:moveTo>
                  <a:pt x="161" y="794"/>
                </a:moveTo>
                <a:lnTo>
                  <a:pt x="573" y="794"/>
                </a:lnTo>
                <a:lnTo>
                  <a:pt x="573" y="740"/>
                </a:lnTo>
                <a:lnTo>
                  <a:pt x="161" y="740"/>
                </a:lnTo>
                <a:lnTo>
                  <a:pt x="161" y="794"/>
                </a:lnTo>
                <a:close/>
              </a:path>
            </a:pathLst>
          </a:custGeom>
          <a:solidFill>
            <a:srgbClr val="236971"/>
          </a:solidFill>
          <a:ln>
            <a:noFill/>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580" b="0" i="0" u="none" strike="noStrike" kern="0" cap="none" spc="0" normalizeH="0" baseline="0" noProof="0">
              <a:ln>
                <a:noFill/>
              </a:ln>
              <a:solidFill>
                <a:srgbClr val="FBFBFB"/>
              </a:solidFill>
              <a:effectLst>
                <a:outerShdw blurRad="38100" dist="38100" dir="2700000" algn="tl">
                  <a:srgbClr val="000000">
                    <a:alpha val="43137"/>
                  </a:srgbClr>
                </a:outerShdw>
              </a:effectLst>
              <a:uLnTx/>
              <a:uFillTx/>
            </a:endParaRPr>
          </a:p>
        </p:txBody>
      </p:sp>
      <p:sp>
        <p:nvSpPr>
          <p:cNvPr id="74" name="文本框 15"/>
          <p:cNvSpPr txBox="1">
            <a:spLocks noChangeArrowheads="1"/>
          </p:cNvSpPr>
          <p:nvPr/>
        </p:nvSpPr>
        <p:spPr bwMode="auto">
          <a:xfrm>
            <a:off x="349214" y="4215718"/>
            <a:ext cx="19939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None/>
              <a:defRPr/>
            </a:pPr>
            <a:r>
              <a:rPr lang="zh-CN" altLang="en-US" b="1" kern="0" dirty="0">
                <a:solidFill>
                  <a:srgbClr val="FAFAFA"/>
                </a:solidFill>
                <a:latin typeface="造字工房悦黑体验版常规体" pitchFamily="50" charset="-122"/>
                <a:ea typeface="造字工房悦黑体验版常规体" pitchFamily="50" charset="-122"/>
              </a:rPr>
              <a:t>背景与意义</a:t>
            </a:r>
          </a:p>
        </p:txBody>
      </p:sp>
      <p:sp>
        <p:nvSpPr>
          <p:cNvPr id="76" name="矩形 75"/>
          <p:cNvSpPr/>
          <p:nvPr/>
        </p:nvSpPr>
        <p:spPr>
          <a:xfrm>
            <a:off x="2575354" y="1905954"/>
            <a:ext cx="2347913" cy="3648075"/>
          </a:xfrm>
          <a:prstGeom prst="rect">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77" name="椭圆 76"/>
          <p:cNvSpPr/>
          <p:nvPr/>
        </p:nvSpPr>
        <p:spPr bwMode="auto">
          <a:xfrm>
            <a:off x="3072242" y="2564307"/>
            <a:ext cx="1355726" cy="1377950"/>
          </a:xfrm>
          <a:prstGeom prst="ellipse">
            <a:avLst/>
          </a:prstGeom>
          <a:solidFill>
            <a:srgbClr val="FCFCFC"/>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78" name="椭圆 77"/>
          <p:cNvSpPr/>
          <p:nvPr/>
        </p:nvSpPr>
        <p:spPr bwMode="auto">
          <a:xfrm>
            <a:off x="3013504" y="2503983"/>
            <a:ext cx="1473200" cy="1498600"/>
          </a:xfrm>
          <a:prstGeom prst="ellipse">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79" name="Freeform 27"/>
          <p:cNvSpPr>
            <a:spLocks noEditPoints="1"/>
          </p:cNvSpPr>
          <p:nvPr/>
        </p:nvSpPr>
        <p:spPr bwMode="auto">
          <a:xfrm>
            <a:off x="3407204" y="2997696"/>
            <a:ext cx="684213" cy="511175"/>
          </a:xfrm>
          <a:custGeom>
            <a:avLst/>
            <a:gdLst>
              <a:gd name="T0" fmla="*/ 167281227 w 1408"/>
              <a:gd name="T1" fmla="*/ 421148632 h 1053"/>
              <a:gd name="T2" fmla="*/ 105857658 w 1408"/>
              <a:gd name="T3" fmla="*/ 363600156 h 1053"/>
              <a:gd name="T4" fmla="*/ 0 w 1408"/>
              <a:gd name="T5" fmla="*/ 496353485 h 1053"/>
              <a:gd name="T6" fmla="*/ 152252133 w 1408"/>
              <a:gd name="T7" fmla="*/ 530359586 h 1053"/>
              <a:gd name="T8" fmla="*/ 192765448 w 1408"/>
              <a:gd name="T9" fmla="*/ 421148632 h 1053"/>
              <a:gd name="T10" fmla="*/ 300583493 w 1408"/>
              <a:gd name="T11" fmla="*/ 389104530 h 1053"/>
              <a:gd name="T12" fmla="*/ 233279571 w 1408"/>
              <a:gd name="T13" fmla="*/ 430957820 h 1053"/>
              <a:gd name="T14" fmla="*/ 170548808 w 1408"/>
              <a:gd name="T15" fmla="*/ 375371343 h 1053"/>
              <a:gd name="T16" fmla="*/ 158133294 w 1408"/>
              <a:gd name="T17" fmla="*/ 385181339 h 1053"/>
              <a:gd name="T18" fmla="*/ 166628034 w 1408"/>
              <a:gd name="T19" fmla="*/ 408723714 h 1053"/>
              <a:gd name="T20" fmla="*/ 187538289 w 1408"/>
              <a:gd name="T21" fmla="*/ 411993174 h 1053"/>
              <a:gd name="T22" fmla="*/ 203220575 w 1408"/>
              <a:gd name="T23" fmla="*/ 393682259 h 1053"/>
              <a:gd name="T24" fmla="*/ 194725835 w 1408"/>
              <a:gd name="T25" fmla="*/ 377333342 h 1053"/>
              <a:gd name="T26" fmla="*/ 920047961 w 1408"/>
              <a:gd name="T27" fmla="*/ 494392294 h 1053"/>
              <a:gd name="T28" fmla="*/ 767142635 w 1408"/>
              <a:gd name="T29" fmla="*/ 512048671 h 1053"/>
              <a:gd name="T30" fmla="*/ 727282513 w 1408"/>
              <a:gd name="T31" fmla="*/ 421148632 h 1053"/>
              <a:gd name="T32" fmla="*/ 767142635 w 1408"/>
              <a:gd name="T33" fmla="*/ 530359586 h 1053"/>
              <a:gd name="T34" fmla="*/ 919394769 w 1408"/>
              <a:gd name="T35" fmla="*/ 496353485 h 1053"/>
              <a:gd name="T36" fmla="*/ 582217926 w 1408"/>
              <a:gd name="T37" fmla="*/ 408069176 h 1053"/>
              <a:gd name="T38" fmla="*/ 480934235 w 1408"/>
              <a:gd name="T39" fmla="*/ 502239483 h 1053"/>
              <a:gd name="T40" fmla="*/ 414936699 w 1408"/>
              <a:gd name="T41" fmla="*/ 653303727 h 1053"/>
              <a:gd name="T42" fmla="*/ 162054068 w 1408"/>
              <a:gd name="T43" fmla="*/ 623875355 h 1053"/>
              <a:gd name="T44" fmla="*/ 162054068 w 1408"/>
              <a:gd name="T45" fmla="*/ 628453084 h 1053"/>
              <a:gd name="T46" fmla="*/ 757993894 w 1408"/>
              <a:gd name="T47" fmla="*/ 628453084 h 1053"/>
              <a:gd name="T48" fmla="*/ 757993894 w 1408"/>
              <a:gd name="T49" fmla="*/ 623875355 h 1053"/>
              <a:gd name="T50" fmla="*/ 475706267 w 1408"/>
              <a:gd name="T51" fmla="*/ 427034630 h 1053"/>
              <a:gd name="T52" fmla="*/ 435846954 w 1408"/>
              <a:gd name="T53" fmla="*/ 430304090 h 1053"/>
              <a:gd name="T54" fmla="*/ 422124246 w 1408"/>
              <a:gd name="T55" fmla="*/ 457115924 h 1053"/>
              <a:gd name="T56" fmla="*/ 446955274 w 1408"/>
              <a:gd name="T57" fmla="*/ 487852566 h 1053"/>
              <a:gd name="T58" fmla="*/ 482894622 w 1408"/>
              <a:gd name="T59" fmla="*/ 481966568 h 1053"/>
              <a:gd name="T60" fmla="*/ 495963329 w 1408"/>
              <a:gd name="T61" fmla="*/ 442729007 h 1053"/>
              <a:gd name="T62" fmla="*/ 475706267 w 1408"/>
              <a:gd name="T63" fmla="*/ 427034630 h 1053"/>
              <a:gd name="T64" fmla="*/ 820071464 w 1408"/>
              <a:gd name="T65" fmla="*/ 221037638 h 1053"/>
              <a:gd name="T66" fmla="*/ 659323782 w 1408"/>
              <a:gd name="T67" fmla="*/ 221037638 h 1053"/>
              <a:gd name="T68" fmla="*/ 748845961 w 1408"/>
              <a:gd name="T69" fmla="*/ 375371343 h 1053"/>
              <a:gd name="T70" fmla="*/ 725322126 w 1408"/>
              <a:gd name="T71" fmla="*/ 377333342 h 1053"/>
              <a:gd name="T72" fmla="*/ 716827386 w 1408"/>
              <a:gd name="T73" fmla="*/ 393682259 h 1053"/>
              <a:gd name="T74" fmla="*/ 731856480 w 1408"/>
              <a:gd name="T75" fmla="*/ 411993174 h 1053"/>
              <a:gd name="T76" fmla="*/ 753419927 w 1408"/>
              <a:gd name="T77" fmla="*/ 408723714 h 1053"/>
              <a:gd name="T78" fmla="*/ 761261475 w 1408"/>
              <a:gd name="T79" fmla="*/ 385181339 h 1053"/>
              <a:gd name="T80" fmla="*/ 748845961 w 1408"/>
              <a:gd name="T81" fmla="*/ 375371343 h 1053"/>
              <a:gd name="T82" fmla="*/ 260070178 w 1408"/>
              <a:gd name="T83" fmla="*/ 221037638 h 1053"/>
              <a:gd name="T84" fmla="*/ 99976497 w 1408"/>
              <a:gd name="T85" fmla="*/ 221037638 h 1053"/>
              <a:gd name="T86" fmla="*/ 460023981 w 1408"/>
              <a:gd name="T87" fmla="*/ 366870424 h 1053"/>
              <a:gd name="T88" fmla="*/ 460023981 w 1408"/>
              <a:gd name="T89" fmla="*/ 0 h 1053"/>
              <a:gd name="T90" fmla="*/ 460023981 w 1408"/>
              <a:gd name="T91" fmla="*/ 366870424 h 1053"/>
              <a:gd name="T92" fmla="*/ 619464469 w 1408"/>
              <a:gd name="T93" fmla="*/ 389104530 h 1053"/>
              <a:gd name="T94" fmla="*/ 665858944 w 1408"/>
              <a:gd name="T95" fmla="*/ 363600156 h 105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408" h="1053">
                <a:moveTo>
                  <a:pt x="295" y="644"/>
                </a:moveTo>
                <a:lnTo>
                  <a:pt x="256" y="644"/>
                </a:lnTo>
                <a:lnTo>
                  <a:pt x="234" y="783"/>
                </a:lnTo>
                <a:lnTo>
                  <a:pt x="162" y="556"/>
                </a:lnTo>
                <a:cubicBezTo>
                  <a:pt x="67" y="593"/>
                  <a:pt x="0" y="673"/>
                  <a:pt x="0" y="756"/>
                </a:cubicBezTo>
                <a:cubicBezTo>
                  <a:pt x="0" y="757"/>
                  <a:pt x="0" y="758"/>
                  <a:pt x="0" y="759"/>
                </a:cubicBezTo>
                <a:cubicBezTo>
                  <a:pt x="0" y="759"/>
                  <a:pt x="0" y="760"/>
                  <a:pt x="0" y="760"/>
                </a:cubicBezTo>
                <a:cubicBezTo>
                  <a:pt x="0" y="812"/>
                  <a:pt x="50" y="811"/>
                  <a:pt x="233" y="811"/>
                </a:cubicBezTo>
                <a:cubicBezTo>
                  <a:pt x="251" y="774"/>
                  <a:pt x="275" y="739"/>
                  <a:pt x="305" y="707"/>
                </a:cubicBezTo>
                <a:lnTo>
                  <a:pt x="295" y="644"/>
                </a:lnTo>
                <a:close/>
                <a:moveTo>
                  <a:pt x="357" y="659"/>
                </a:moveTo>
                <a:cubicBezTo>
                  <a:pt x="388" y="635"/>
                  <a:pt x="422" y="613"/>
                  <a:pt x="460" y="595"/>
                </a:cubicBezTo>
                <a:cubicBezTo>
                  <a:pt x="439" y="580"/>
                  <a:pt x="415" y="566"/>
                  <a:pt x="389" y="556"/>
                </a:cubicBezTo>
                <a:lnTo>
                  <a:pt x="357" y="659"/>
                </a:lnTo>
                <a:close/>
                <a:moveTo>
                  <a:pt x="290" y="574"/>
                </a:moveTo>
                <a:lnTo>
                  <a:pt x="261" y="574"/>
                </a:lnTo>
                <a:cubicBezTo>
                  <a:pt x="258" y="574"/>
                  <a:pt x="255" y="575"/>
                  <a:pt x="253" y="577"/>
                </a:cubicBezTo>
                <a:lnTo>
                  <a:pt x="242" y="589"/>
                </a:lnTo>
                <a:cubicBezTo>
                  <a:pt x="239" y="592"/>
                  <a:pt x="238" y="597"/>
                  <a:pt x="241" y="602"/>
                </a:cubicBezTo>
                <a:lnTo>
                  <a:pt x="255" y="625"/>
                </a:lnTo>
                <a:cubicBezTo>
                  <a:pt x="256" y="628"/>
                  <a:pt x="260" y="630"/>
                  <a:pt x="264" y="630"/>
                </a:cubicBezTo>
                <a:lnTo>
                  <a:pt x="287" y="630"/>
                </a:lnTo>
                <a:cubicBezTo>
                  <a:pt x="291" y="630"/>
                  <a:pt x="295" y="628"/>
                  <a:pt x="297" y="625"/>
                </a:cubicBezTo>
                <a:lnTo>
                  <a:pt x="311" y="602"/>
                </a:lnTo>
                <a:cubicBezTo>
                  <a:pt x="313" y="597"/>
                  <a:pt x="312" y="592"/>
                  <a:pt x="309" y="589"/>
                </a:cubicBezTo>
                <a:lnTo>
                  <a:pt x="298" y="577"/>
                </a:lnTo>
                <a:cubicBezTo>
                  <a:pt x="296" y="575"/>
                  <a:pt x="293" y="574"/>
                  <a:pt x="290" y="574"/>
                </a:cubicBezTo>
                <a:close/>
                <a:moveTo>
                  <a:pt x="1408" y="756"/>
                </a:moveTo>
                <a:cubicBezTo>
                  <a:pt x="1408" y="673"/>
                  <a:pt x="1341" y="593"/>
                  <a:pt x="1245" y="556"/>
                </a:cubicBezTo>
                <a:lnTo>
                  <a:pt x="1174" y="783"/>
                </a:lnTo>
                <a:lnTo>
                  <a:pt x="1151" y="644"/>
                </a:lnTo>
                <a:lnTo>
                  <a:pt x="1113" y="644"/>
                </a:lnTo>
                <a:lnTo>
                  <a:pt x="1103" y="707"/>
                </a:lnTo>
                <a:cubicBezTo>
                  <a:pt x="1132" y="739"/>
                  <a:pt x="1157" y="774"/>
                  <a:pt x="1174" y="811"/>
                </a:cubicBezTo>
                <a:cubicBezTo>
                  <a:pt x="1369" y="811"/>
                  <a:pt x="1408" y="812"/>
                  <a:pt x="1408" y="760"/>
                </a:cubicBezTo>
                <a:cubicBezTo>
                  <a:pt x="1408" y="760"/>
                  <a:pt x="1407" y="759"/>
                  <a:pt x="1407" y="759"/>
                </a:cubicBezTo>
                <a:cubicBezTo>
                  <a:pt x="1407" y="758"/>
                  <a:pt x="1408" y="757"/>
                  <a:pt x="1408" y="756"/>
                </a:cubicBezTo>
                <a:close/>
                <a:moveTo>
                  <a:pt x="891" y="624"/>
                </a:moveTo>
                <a:lnTo>
                  <a:pt x="773" y="999"/>
                </a:lnTo>
                <a:lnTo>
                  <a:pt x="736" y="768"/>
                </a:lnTo>
                <a:lnTo>
                  <a:pt x="672" y="768"/>
                </a:lnTo>
                <a:lnTo>
                  <a:pt x="635" y="999"/>
                </a:lnTo>
                <a:lnTo>
                  <a:pt x="516" y="624"/>
                </a:lnTo>
                <a:cubicBezTo>
                  <a:pt x="358" y="684"/>
                  <a:pt x="248" y="816"/>
                  <a:pt x="248" y="954"/>
                </a:cubicBezTo>
                <a:cubicBezTo>
                  <a:pt x="248" y="956"/>
                  <a:pt x="248" y="957"/>
                  <a:pt x="248" y="959"/>
                </a:cubicBezTo>
                <a:cubicBezTo>
                  <a:pt x="248" y="959"/>
                  <a:pt x="248" y="960"/>
                  <a:pt x="248" y="961"/>
                </a:cubicBezTo>
                <a:cubicBezTo>
                  <a:pt x="248" y="1053"/>
                  <a:pt x="344" y="1045"/>
                  <a:pt x="704" y="1045"/>
                </a:cubicBezTo>
                <a:cubicBezTo>
                  <a:pt x="1087" y="1045"/>
                  <a:pt x="1160" y="1053"/>
                  <a:pt x="1160" y="961"/>
                </a:cubicBezTo>
                <a:cubicBezTo>
                  <a:pt x="1160" y="960"/>
                  <a:pt x="1159" y="959"/>
                  <a:pt x="1159" y="959"/>
                </a:cubicBezTo>
                <a:cubicBezTo>
                  <a:pt x="1159" y="957"/>
                  <a:pt x="1160" y="956"/>
                  <a:pt x="1160" y="954"/>
                </a:cubicBezTo>
                <a:cubicBezTo>
                  <a:pt x="1160" y="816"/>
                  <a:pt x="1049" y="684"/>
                  <a:pt x="891" y="624"/>
                </a:cubicBezTo>
                <a:close/>
                <a:moveTo>
                  <a:pt x="728" y="653"/>
                </a:moveTo>
                <a:lnTo>
                  <a:pt x="680" y="653"/>
                </a:lnTo>
                <a:cubicBezTo>
                  <a:pt x="675" y="653"/>
                  <a:pt x="670" y="655"/>
                  <a:pt x="667" y="658"/>
                </a:cubicBezTo>
                <a:lnTo>
                  <a:pt x="649" y="677"/>
                </a:lnTo>
                <a:cubicBezTo>
                  <a:pt x="643" y="683"/>
                  <a:pt x="642" y="692"/>
                  <a:pt x="646" y="699"/>
                </a:cubicBezTo>
                <a:lnTo>
                  <a:pt x="669" y="737"/>
                </a:lnTo>
                <a:cubicBezTo>
                  <a:pt x="672" y="743"/>
                  <a:pt x="678" y="746"/>
                  <a:pt x="684" y="746"/>
                </a:cubicBezTo>
                <a:lnTo>
                  <a:pt x="723" y="746"/>
                </a:lnTo>
                <a:cubicBezTo>
                  <a:pt x="730" y="746"/>
                  <a:pt x="735" y="743"/>
                  <a:pt x="739" y="737"/>
                </a:cubicBezTo>
                <a:lnTo>
                  <a:pt x="762" y="699"/>
                </a:lnTo>
                <a:cubicBezTo>
                  <a:pt x="766" y="692"/>
                  <a:pt x="765" y="683"/>
                  <a:pt x="759" y="677"/>
                </a:cubicBezTo>
                <a:lnTo>
                  <a:pt x="740" y="658"/>
                </a:lnTo>
                <a:cubicBezTo>
                  <a:pt x="737" y="655"/>
                  <a:pt x="733" y="653"/>
                  <a:pt x="728" y="653"/>
                </a:cubicBezTo>
                <a:close/>
                <a:moveTo>
                  <a:pt x="1132" y="519"/>
                </a:moveTo>
                <a:cubicBezTo>
                  <a:pt x="1200" y="519"/>
                  <a:pt x="1255" y="425"/>
                  <a:pt x="1255" y="338"/>
                </a:cubicBezTo>
                <a:cubicBezTo>
                  <a:pt x="1255" y="250"/>
                  <a:pt x="1200" y="179"/>
                  <a:pt x="1132" y="179"/>
                </a:cubicBezTo>
                <a:cubicBezTo>
                  <a:pt x="1064" y="179"/>
                  <a:pt x="1009" y="250"/>
                  <a:pt x="1009" y="338"/>
                </a:cubicBezTo>
                <a:cubicBezTo>
                  <a:pt x="1009" y="425"/>
                  <a:pt x="1064" y="519"/>
                  <a:pt x="1132" y="519"/>
                </a:cubicBezTo>
                <a:close/>
                <a:moveTo>
                  <a:pt x="1146" y="574"/>
                </a:moveTo>
                <a:lnTo>
                  <a:pt x="1117" y="574"/>
                </a:lnTo>
                <a:cubicBezTo>
                  <a:pt x="1115" y="574"/>
                  <a:pt x="1112" y="575"/>
                  <a:pt x="1110" y="577"/>
                </a:cubicBezTo>
                <a:lnTo>
                  <a:pt x="1099" y="589"/>
                </a:lnTo>
                <a:cubicBezTo>
                  <a:pt x="1095" y="592"/>
                  <a:pt x="1094" y="597"/>
                  <a:pt x="1097" y="602"/>
                </a:cubicBezTo>
                <a:lnTo>
                  <a:pt x="1111" y="625"/>
                </a:lnTo>
                <a:cubicBezTo>
                  <a:pt x="1113" y="628"/>
                  <a:pt x="1116" y="630"/>
                  <a:pt x="1120" y="630"/>
                </a:cubicBezTo>
                <a:lnTo>
                  <a:pt x="1144" y="630"/>
                </a:lnTo>
                <a:cubicBezTo>
                  <a:pt x="1148" y="630"/>
                  <a:pt x="1151" y="628"/>
                  <a:pt x="1153" y="625"/>
                </a:cubicBezTo>
                <a:lnTo>
                  <a:pt x="1167" y="602"/>
                </a:lnTo>
                <a:cubicBezTo>
                  <a:pt x="1169" y="597"/>
                  <a:pt x="1169" y="592"/>
                  <a:pt x="1165" y="589"/>
                </a:cubicBezTo>
                <a:lnTo>
                  <a:pt x="1154" y="577"/>
                </a:lnTo>
                <a:cubicBezTo>
                  <a:pt x="1152" y="575"/>
                  <a:pt x="1149" y="574"/>
                  <a:pt x="1146" y="574"/>
                </a:cubicBezTo>
                <a:close/>
                <a:moveTo>
                  <a:pt x="276" y="519"/>
                </a:moveTo>
                <a:cubicBezTo>
                  <a:pt x="343" y="519"/>
                  <a:pt x="398" y="425"/>
                  <a:pt x="398" y="338"/>
                </a:cubicBezTo>
                <a:cubicBezTo>
                  <a:pt x="398" y="250"/>
                  <a:pt x="343" y="179"/>
                  <a:pt x="276" y="179"/>
                </a:cubicBezTo>
                <a:cubicBezTo>
                  <a:pt x="208" y="179"/>
                  <a:pt x="153" y="250"/>
                  <a:pt x="153" y="338"/>
                </a:cubicBezTo>
                <a:cubicBezTo>
                  <a:pt x="153" y="425"/>
                  <a:pt x="208" y="519"/>
                  <a:pt x="276" y="519"/>
                </a:cubicBezTo>
                <a:close/>
                <a:moveTo>
                  <a:pt x="704" y="561"/>
                </a:moveTo>
                <a:cubicBezTo>
                  <a:pt x="816" y="561"/>
                  <a:pt x="907" y="407"/>
                  <a:pt x="907" y="262"/>
                </a:cubicBezTo>
                <a:cubicBezTo>
                  <a:pt x="907" y="117"/>
                  <a:pt x="816" y="0"/>
                  <a:pt x="704" y="0"/>
                </a:cubicBezTo>
                <a:cubicBezTo>
                  <a:pt x="592" y="0"/>
                  <a:pt x="501" y="117"/>
                  <a:pt x="501" y="262"/>
                </a:cubicBezTo>
                <a:cubicBezTo>
                  <a:pt x="501" y="407"/>
                  <a:pt x="592" y="561"/>
                  <a:pt x="704" y="561"/>
                </a:cubicBezTo>
                <a:close/>
                <a:moveTo>
                  <a:pt x="1019" y="556"/>
                </a:moveTo>
                <a:cubicBezTo>
                  <a:pt x="993" y="566"/>
                  <a:pt x="969" y="580"/>
                  <a:pt x="948" y="595"/>
                </a:cubicBezTo>
                <a:cubicBezTo>
                  <a:pt x="986" y="613"/>
                  <a:pt x="1020" y="635"/>
                  <a:pt x="1051" y="659"/>
                </a:cubicBezTo>
                <a:lnTo>
                  <a:pt x="1019" y="556"/>
                </a:lnTo>
                <a:close/>
              </a:path>
            </a:pathLst>
          </a:custGeom>
          <a:solidFill>
            <a:srgbClr val="236971"/>
          </a:solidFill>
          <a:ln>
            <a:noFill/>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outerShdw blurRad="38100" dist="38100" dir="2700000" algn="tl">
                  <a:srgbClr val="000000">
                    <a:alpha val="43137"/>
                  </a:srgbClr>
                </a:outerShdw>
              </a:effectLst>
              <a:uLnTx/>
              <a:uFillTx/>
            </a:endParaRPr>
          </a:p>
        </p:txBody>
      </p:sp>
      <p:sp>
        <p:nvSpPr>
          <p:cNvPr id="80" name="文本框 20"/>
          <p:cNvSpPr txBox="1">
            <a:spLocks noChangeArrowheads="1"/>
          </p:cNvSpPr>
          <p:nvPr/>
        </p:nvSpPr>
        <p:spPr bwMode="auto">
          <a:xfrm>
            <a:off x="2753154" y="4194671"/>
            <a:ext cx="1993900"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buNone/>
              <a:defRPr/>
            </a:pPr>
            <a:r>
              <a:rPr lang="zh-CN" altLang="en-US" b="1" kern="0" dirty="0">
                <a:solidFill>
                  <a:srgbClr val="FAFAFA"/>
                </a:solidFill>
                <a:latin typeface="造字工房悦黑体验版常规体" pitchFamily="50" charset="-122"/>
                <a:ea typeface="造字工房悦黑体验版常规体" pitchFamily="50" charset="-122"/>
              </a:rPr>
              <a:t>具体设计</a:t>
            </a:r>
          </a:p>
        </p:txBody>
      </p:sp>
      <p:sp>
        <p:nvSpPr>
          <p:cNvPr id="82" name="矩形 81"/>
          <p:cNvSpPr/>
          <p:nvPr/>
        </p:nvSpPr>
        <p:spPr>
          <a:xfrm>
            <a:off x="4924854" y="1914070"/>
            <a:ext cx="2347912" cy="3648075"/>
          </a:xfrm>
          <a:prstGeom prst="rect">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83" name="椭圆 82"/>
          <p:cNvSpPr/>
          <p:nvPr/>
        </p:nvSpPr>
        <p:spPr bwMode="auto">
          <a:xfrm>
            <a:off x="5420948" y="2572423"/>
            <a:ext cx="1355726" cy="1377950"/>
          </a:xfrm>
          <a:prstGeom prst="ellipse">
            <a:avLst/>
          </a:prstGeom>
          <a:solidFill>
            <a:srgbClr val="FCFCFC"/>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84" name="椭圆 83"/>
          <p:cNvSpPr/>
          <p:nvPr/>
        </p:nvSpPr>
        <p:spPr bwMode="auto">
          <a:xfrm>
            <a:off x="5362210" y="2512099"/>
            <a:ext cx="1473200" cy="1498600"/>
          </a:xfrm>
          <a:prstGeom prst="ellipse">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85" name="Freeform 36"/>
          <p:cNvSpPr>
            <a:spLocks noEditPoints="1"/>
          </p:cNvSpPr>
          <p:nvPr/>
        </p:nvSpPr>
        <p:spPr bwMode="auto">
          <a:xfrm>
            <a:off x="5846398" y="3007399"/>
            <a:ext cx="506412" cy="508000"/>
          </a:xfrm>
          <a:custGeom>
            <a:avLst/>
            <a:gdLst>
              <a:gd name="T0" fmla="*/ 341 w 933"/>
              <a:gd name="T1" fmla="*/ 63 h 932"/>
              <a:gd name="T2" fmla="*/ 145 w 933"/>
              <a:gd name="T3" fmla="*/ 144 h 932"/>
              <a:gd name="T4" fmla="*/ 64 w 933"/>
              <a:gd name="T5" fmla="*/ 340 h 932"/>
              <a:gd name="T6" fmla="*/ 145 w 933"/>
              <a:gd name="T7" fmla="*/ 536 h 932"/>
              <a:gd name="T8" fmla="*/ 341 w 933"/>
              <a:gd name="T9" fmla="*/ 617 h 932"/>
              <a:gd name="T10" fmla="*/ 537 w 933"/>
              <a:gd name="T11" fmla="*/ 536 h 932"/>
              <a:gd name="T12" fmla="*/ 537 w 933"/>
              <a:gd name="T13" fmla="*/ 144 h 932"/>
              <a:gd name="T14" fmla="*/ 341 w 933"/>
              <a:gd name="T15" fmla="*/ 63 h 932"/>
              <a:gd name="T16" fmla="*/ 341 w 933"/>
              <a:gd name="T17" fmla="*/ 681 h 932"/>
              <a:gd name="T18" fmla="*/ 100 w 933"/>
              <a:gd name="T19" fmla="*/ 581 h 932"/>
              <a:gd name="T20" fmla="*/ 0 w 933"/>
              <a:gd name="T21" fmla="*/ 340 h 932"/>
              <a:gd name="T22" fmla="*/ 100 w 933"/>
              <a:gd name="T23" fmla="*/ 100 h 932"/>
              <a:gd name="T24" fmla="*/ 341 w 933"/>
              <a:gd name="T25" fmla="*/ 0 h 932"/>
              <a:gd name="T26" fmla="*/ 582 w 933"/>
              <a:gd name="T27" fmla="*/ 100 h 932"/>
              <a:gd name="T28" fmla="*/ 582 w 933"/>
              <a:gd name="T29" fmla="*/ 581 h 932"/>
              <a:gd name="T30" fmla="*/ 341 w 933"/>
              <a:gd name="T31" fmla="*/ 681 h 932"/>
              <a:gd name="T32" fmla="*/ 636 w 933"/>
              <a:gd name="T33" fmla="*/ 538 h 932"/>
              <a:gd name="T34" fmla="*/ 636 w 933"/>
              <a:gd name="T35" fmla="*/ 581 h 932"/>
              <a:gd name="T36" fmla="*/ 582 w 933"/>
              <a:gd name="T37" fmla="*/ 636 h 932"/>
              <a:gd name="T38" fmla="*/ 539 w 933"/>
              <a:gd name="T39" fmla="*/ 636 h 932"/>
              <a:gd name="T40" fmla="*/ 537 w 933"/>
              <a:gd name="T41" fmla="*/ 634 h 932"/>
              <a:gd name="T42" fmla="*/ 537 w 933"/>
              <a:gd name="T43" fmla="*/ 591 h 932"/>
              <a:gd name="T44" fmla="*/ 591 w 933"/>
              <a:gd name="T45" fmla="*/ 536 h 932"/>
              <a:gd name="T46" fmla="*/ 634 w 933"/>
              <a:gd name="T47" fmla="*/ 536 h 932"/>
              <a:gd name="T48" fmla="*/ 636 w 933"/>
              <a:gd name="T49" fmla="*/ 538 h 932"/>
              <a:gd name="T50" fmla="*/ 707 w 933"/>
              <a:gd name="T51" fmla="*/ 630 h 932"/>
              <a:gd name="T52" fmla="*/ 707 w 933"/>
              <a:gd name="T53" fmla="*/ 706 h 932"/>
              <a:gd name="T54" fmla="*/ 631 w 933"/>
              <a:gd name="T55" fmla="*/ 706 h 932"/>
              <a:gd name="T56" fmla="*/ 631 w 933"/>
              <a:gd name="T57" fmla="*/ 630 h 932"/>
              <a:gd name="T58" fmla="*/ 707 w 933"/>
              <a:gd name="T59" fmla="*/ 630 h 932"/>
              <a:gd name="T60" fmla="*/ 922 w 933"/>
              <a:gd name="T61" fmla="*/ 834 h 932"/>
              <a:gd name="T62" fmla="*/ 920 w 933"/>
              <a:gd name="T63" fmla="*/ 875 h 932"/>
              <a:gd name="T64" fmla="*/ 876 w 933"/>
              <a:gd name="T65" fmla="*/ 919 h 932"/>
              <a:gd name="T66" fmla="*/ 835 w 933"/>
              <a:gd name="T67" fmla="*/ 921 h 932"/>
              <a:gd name="T68" fmla="*/ 705 w 933"/>
              <a:gd name="T69" fmla="*/ 791 h 932"/>
              <a:gd name="T70" fmla="*/ 707 w 933"/>
              <a:gd name="T71" fmla="*/ 750 h 932"/>
              <a:gd name="T72" fmla="*/ 750 w 933"/>
              <a:gd name="T73" fmla="*/ 706 h 932"/>
              <a:gd name="T74" fmla="*/ 791 w 933"/>
              <a:gd name="T75" fmla="*/ 704 h 932"/>
              <a:gd name="T76" fmla="*/ 922 w 933"/>
              <a:gd name="T77" fmla="*/ 834 h 932"/>
              <a:gd name="T78" fmla="*/ 341 w 933"/>
              <a:gd name="T79" fmla="*/ 136 h 932"/>
              <a:gd name="T80" fmla="*/ 196 w 933"/>
              <a:gd name="T81" fmla="*/ 196 h 932"/>
              <a:gd name="T82" fmla="*/ 137 w 933"/>
              <a:gd name="T83" fmla="*/ 340 h 932"/>
              <a:gd name="T84" fmla="*/ 196 w 933"/>
              <a:gd name="T85" fmla="*/ 485 h 932"/>
              <a:gd name="T86" fmla="*/ 341 w 933"/>
              <a:gd name="T87" fmla="*/ 545 h 932"/>
              <a:gd name="T88" fmla="*/ 485 w 933"/>
              <a:gd name="T89" fmla="*/ 485 h 932"/>
              <a:gd name="T90" fmla="*/ 485 w 933"/>
              <a:gd name="T91" fmla="*/ 196 h 932"/>
              <a:gd name="T92" fmla="*/ 341 w 933"/>
              <a:gd name="T93" fmla="*/ 136 h 932"/>
              <a:gd name="T94" fmla="*/ 341 w 933"/>
              <a:gd name="T95" fmla="*/ 587 h 932"/>
              <a:gd name="T96" fmla="*/ 167 w 933"/>
              <a:gd name="T97" fmla="*/ 515 h 932"/>
              <a:gd name="T98" fmla="*/ 94 w 933"/>
              <a:gd name="T99" fmla="*/ 340 h 932"/>
              <a:gd name="T100" fmla="*/ 167 w 933"/>
              <a:gd name="T101" fmla="*/ 166 h 932"/>
              <a:gd name="T102" fmla="*/ 341 w 933"/>
              <a:gd name="T103" fmla="*/ 94 h 932"/>
              <a:gd name="T104" fmla="*/ 515 w 933"/>
              <a:gd name="T105" fmla="*/ 166 h 932"/>
              <a:gd name="T106" fmla="*/ 515 w 933"/>
              <a:gd name="T107" fmla="*/ 515 h 932"/>
              <a:gd name="T108" fmla="*/ 341 w 933"/>
              <a:gd name="T109" fmla="*/ 587 h 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33" h="932">
                <a:moveTo>
                  <a:pt x="341" y="63"/>
                </a:moveTo>
                <a:cubicBezTo>
                  <a:pt x="267" y="63"/>
                  <a:pt x="197" y="92"/>
                  <a:pt x="145" y="144"/>
                </a:cubicBezTo>
                <a:cubicBezTo>
                  <a:pt x="93" y="197"/>
                  <a:pt x="64" y="266"/>
                  <a:pt x="64" y="340"/>
                </a:cubicBezTo>
                <a:cubicBezTo>
                  <a:pt x="64" y="414"/>
                  <a:pt x="93" y="484"/>
                  <a:pt x="145" y="536"/>
                </a:cubicBezTo>
                <a:cubicBezTo>
                  <a:pt x="197" y="589"/>
                  <a:pt x="267" y="617"/>
                  <a:pt x="341" y="617"/>
                </a:cubicBezTo>
                <a:cubicBezTo>
                  <a:pt x="415" y="617"/>
                  <a:pt x="484" y="589"/>
                  <a:pt x="537" y="536"/>
                </a:cubicBezTo>
                <a:cubicBezTo>
                  <a:pt x="645" y="428"/>
                  <a:pt x="645" y="252"/>
                  <a:pt x="537" y="144"/>
                </a:cubicBezTo>
                <a:cubicBezTo>
                  <a:pt x="484" y="92"/>
                  <a:pt x="415" y="63"/>
                  <a:pt x="341" y="63"/>
                </a:cubicBezTo>
                <a:close/>
                <a:moveTo>
                  <a:pt x="341" y="681"/>
                </a:moveTo>
                <a:cubicBezTo>
                  <a:pt x="250" y="681"/>
                  <a:pt x="164" y="645"/>
                  <a:pt x="100" y="581"/>
                </a:cubicBezTo>
                <a:cubicBezTo>
                  <a:pt x="36" y="517"/>
                  <a:pt x="0" y="431"/>
                  <a:pt x="0" y="340"/>
                </a:cubicBezTo>
                <a:cubicBezTo>
                  <a:pt x="0" y="249"/>
                  <a:pt x="36" y="164"/>
                  <a:pt x="100" y="100"/>
                </a:cubicBezTo>
                <a:cubicBezTo>
                  <a:pt x="164" y="35"/>
                  <a:pt x="250" y="0"/>
                  <a:pt x="341" y="0"/>
                </a:cubicBezTo>
                <a:cubicBezTo>
                  <a:pt x="432" y="0"/>
                  <a:pt x="517" y="35"/>
                  <a:pt x="582" y="100"/>
                </a:cubicBezTo>
                <a:cubicBezTo>
                  <a:pt x="714" y="232"/>
                  <a:pt x="714" y="448"/>
                  <a:pt x="582" y="581"/>
                </a:cubicBezTo>
                <a:cubicBezTo>
                  <a:pt x="517" y="645"/>
                  <a:pt x="432" y="681"/>
                  <a:pt x="341" y="681"/>
                </a:cubicBezTo>
                <a:close/>
                <a:moveTo>
                  <a:pt x="636" y="538"/>
                </a:moveTo>
                <a:cubicBezTo>
                  <a:pt x="648" y="550"/>
                  <a:pt x="648" y="569"/>
                  <a:pt x="636" y="581"/>
                </a:cubicBezTo>
                <a:lnTo>
                  <a:pt x="582" y="636"/>
                </a:lnTo>
                <a:cubicBezTo>
                  <a:pt x="570" y="648"/>
                  <a:pt x="551" y="648"/>
                  <a:pt x="539" y="636"/>
                </a:cubicBezTo>
                <a:lnTo>
                  <a:pt x="537" y="634"/>
                </a:lnTo>
                <a:cubicBezTo>
                  <a:pt x="525" y="622"/>
                  <a:pt x="525" y="602"/>
                  <a:pt x="537" y="591"/>
                </a:cubicBezTo>
                <a:lnTo>
                  <a:pt x="591" y="536"/>
                </a:lnTo>
                <a:cubicBezTo>
                  <a:pt x="603" y="524"/>
                  <a:pt x="622" y="524"/>
                  <a:pt x="634" y="536"/>
                </a:cubicBezTo>
                <a:lnTo>
                  <a:pt x="636" y="538"/>
                </a:lnTo>
                <a:close/>
                <a:moveTo>
                  <a:pt x="707" y="630"/>
                </a:moveTo>
                <a:cubicBezTo>
                  <a:pt x="728" y="651"/>
                  <a:pt x="728" y="685"/>
                  <a:pt x="707" y="706"/>
                </a:cubicBezTo>
                <a:cubicBezTo>
                  <a:pt x="686" y="727"/>
                  <a:pt x="652" y="727"/>
                  <a:pt x="631" y="706"/>
                </a:cubicBezTo>
                <a:cubicBezTo>
                  <a:pt x="610" y="685"/>
                  <a:pt x="610" y="651"/>
                  <a:pt x="631" y="630"/>
                </a:cubicBezTo>
                <a:cubicBezTo>
                  <a:pt x="652" y="609"/>
                  <a:pt x="686" y="609"/>
                  <a:pt x="707" y="630"/>
                </a:cubicBezTo>
                <a:close/>
                <a:moveTo>
                  <a:pt x="922" y="834"/>
                </a:moveTo>
                <a:cubicBezTo>
                  <a:pt x="933" y="845"/>
                  <a:pt x="932" y="864"/>
                  <a:pt x="920" y="875"/>
                </a:cubicBezTo>
                <a:lnTo>
                  <a:pt x="876" y="919"/>
                </a:lnTo>
                <a:cubicBezTo>
                  <a:pt x="864" y="931"/>
                  <a:pt x="846" y="932"/>
                  <a:pt x="835" y="921"/>
                </a:cubicBezTo>
                <a:lnTo>
                  <a:pt x="705" y="791"/>
                </a:lnTo>
                <a:cubicBezTo>
                  <a:pt x="694" y="780"/>
                  <a:pt x="695" y="762"/>
                  <a:pt x="707" y="750"/>
                </a:cubicBezTo>
                <a:lnTo>
                  <a:pt x="750" y="706"/>
                </a:lnTo>
                <a:cubicBezTo>
                  <a:pt x="762" y="694"/>
                  <a:pt x="781" y="693"/>
                  <a:pt x="791" y="704"/>
                </a:cubicBezTo>
                <a:lnTo>
                  <a:pt x="922" y="834"/>
                </a:lnTo>
                <a:close/>
                <a:moveTo>
                  <a:pt x="341" y="136"/>
                </a:moveTo>
                <a:cubicBezTo>
                  <a:pt x="286" y="136"/>
                  <a:pt x="235" y="157"/>
                  <a:pt x="196" y="196"/>
                </a:cubicBezTo>
                <a:cubicBezTo>
                  <a:pt x="158" y="234"/>
                  <a:pt x="137" y="286"/>
                  <a:pt x="137" y="340"/>
                </a:cubicBezTo>
                <a:cubicBezTo>
                  <a:pt x="137" y="395"/>
                  <a:pt x="158" y="446"/>
                  <a:pt x="196" y="485"/>
                </a:cubicBezTo>
                <a:cubicBezTo>
                  <a:pt x="235" y="523"/>
                  <a:pt x="286" y="545"/>
                  <a:pt x="341" y="545"/>
                </a:cubicBezTo>
                <a:cubicBezTo>
                  <a:pt x="395" y="545"/>
                  <a:pt x="447" y="523"/>
                  <a:pt x="485" y="485"/>
                </a:cubicBezTo>
                <a:cubicBezTo>
                  <a:pt x="565" y="405"/>
                  <a:pt x="565" y="275"/>
                  <a:pt x="485" y="196"/>
                </a:cubicBezTo>
                <a:cubicBezTo>
                  <a:pt x="447" y="157"/>
                  <a:pt x="395" y="136"/>
                  <a:pt x="341" y="136"/>
                </a:cubicBezTo>
                <a:close/>
                <a:moveTo>
                  <a:pt x="341" y="587"/>
                </a:moveTo>
                <a:cubicBezTo>
                  <a:pt x="275" y="587"/>
                  <a:pt x="213" y="561"/>
                  <a:pt x="167" y="515"/>
                </a:cubicBezTo>
                <a:cubicBezTo>
                  <a:pt x="120" y="468"/>
                  <a:pt x="94" y="406"/>
                  <a:pt x="94" y="340"/>
                </a:cubicBezTo>
                <a:cubicBezTo>
                  <a:pt x="94" y="274"/>
                  <a:pt x="120" y="212"/>
                  <a:pt x="167" y="166"/>
                </a:cubicBezTo>
                <a:cubicBezTo>
                  <a:pt x="213" y="119"/>
                  <a:pt x="275" y="94"/>
                  <a:pt x="341" y="94"/>
                </a:cubicBezTo>
                <a:cubicBezTo>
                  <a:pt x="407" y="94"/>
                  <a:pt x="469" y="119"/>
                  <a:pt x="515" y="166"/>
                </a:cubicBezTo>
                <a:cubicBezTo>
                  <a:pt x="611" y="262"/>
                  <a:pt x="611" y="418"/>
                  <a:pt x="515" y="515"/>
                </a:cubicBezTo>
                <a:cubicBezTo>
                  <a:pt x="469" y="561"/>
                  <a:pt x="407" y="587"/>
                  <a:pt x="341" y="587"/>
                </a:cubicBezTo>
                <a:close/>
              </a:path>
            </a:pathLst>
          </a:custGeom>
          <a:solidFill>
            <a:srgbClr val="236971"/>
          </a:solidFill>
          <a:ln>
            <a:noFill/>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580" b="0" i="0" u="none" strike="noStrike" kern="0" cap="none" spc="0" normalizeH="0" baseline="0" noProof="0">
              <a:ln>
                <a:noFill/>
              </a:ln>
              <a:solidFill>
                <a:srgbClr val="FBFBFB"/>
              </a:solidFill>
              <a:effectLst>
                <a:outerShdw blurRad="38100" dist="38100" dir="2700000" algn="tl">
                  <a:srgbClr val="000000">
                    <a:alpha val="43137"/>
                  </a:srgbClr>
                </a:outerShdw>
              </a:effectLst>
              <a:uLnTx/>
              <a:uFillTx/>
            </a:endParaRPr>
          </a:p>
        </p:txBody>
      </p:sp>
      <p:sp>
        <p:nvSpPr>
          <p:cNvPr id="86" name="文本框 25"/>
          <p:cNvSpPr txBox="1">
            <a:spLocks noChangeArrowheads="1"/>
          </p:cNvSpPr>
          <p:nvPr/>
        </p:nvSpPr>
        <p:spPr bwMode="auto">
          <a:xfrm>
            <a:off x="5101860" y="4202787"/>
            <a:ext cx="1993900"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buNone/>
              <a:defRPr/>
            </a:pPr>
            <a:r>
              <a:rPr lang="zh-CN" altLang="en-US" b="1" kern="0" dirty="0">
                <a:solidFill>
                  <a:srgbClr val="FAFAFA"/>
                </a:solidFill>
                <a:latin typeface="造字工房悦黑体验版常规体" pitchFamily="50" charset="-122"/>
                <a:ea typeface="造字工房悦黑体验版常规体" pitchFamily="50" charset="-122"/>
              </a:rPr>
              <a:t>算法</a:t>
            </a:r>
          </a:p>
        </p:txBody>
      </p:sp>
      <p:sp>
        <p:nvSpPr>
          <p:cNvPr id="88" name="矩形 87"/>
          <p:cNvSpPr/>
          <p:nvPr/>
        </p:nvSpPr>
        <p:spPr>
          <a:xfrm>
            <a:off x="7272766" y="1919773"/>
            <a:ext cx="2349500" cy="3648075"/>
          </a:xfrm>
          <a:prstGeom prst="rect">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89" name="椭圆 88"/>
          <p:cNvSpPr/>
          <p:nvPr/>
        </p:nvSpPr>
        <p:spPr bwMode="auto">
          <a:xfrm>
            <a:off x="7778168" y="2578126"/>
            <a:ext cx="1355726" cy="1377950"/>
          </a:xfrm>
          <a:prstGeom prst="ellipse">
            <a:avLst/>
          </a:prstGeom>
          <a:solidFill>
            <a:srgbClr val="FCFCFC"/>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90" name="椭圆 89"/>
          <p:cNvSpPr/>
          <p:nvPr/>
        </p:nvSpPr>
        <p:spPr bwMode="auto">
          <a:xfrm>
            <a:off x="7719432" y="2517802"/>
            <a:ext cx="1473200" cy="1498600"/>
          </a:xfrm>
          <a:prstGeom prst="ellipse">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91" name="Freeform 9"/>
          <p:cNvSpPr>
            <a:spLocks noEditPoints="1"/>
          </p:cNvSpPr>
          <p:nvPr/>
        </p:nvSpPr>
        <p:spPr bwMode="auto">
          <a:xfrm>
            <a:off x="8240132" y="2967065"/>
            <a:ext cx="431800" cy="600075"/>
          </a:xfrm>
          <a:custGeom>
            <a:avLst/>
            <a:gdLst>
              <a:gd name="T0" fmla="*/ 68 w 683"/>
              <a:gd name="T1" fmla="*/ 130 h 941"/>
              <a:gd name="T2" fmla="*/ 170 w 683"/>
              <a:gd name="T3" fmla="*/ 74 h 941"/>
              <a:gd name="T4" fmla="*/ 173 w 683"/>
              <a:gd name="T5" fmla="*/ 190 h 941"/>
              <a:gd name="T6" fmla="*/ 71 w 683"/>
              <a:gd name="T7" fmla="*/ 246 h 941"/>
              <a:gd name="T8" fmla="*/ 68 w 683"/>
              <a:gd name="T9" fmla="*/ 130 h 941"/>
              <a:gd name="T10" fmla="*/ 266 w 683"/>
              <a:gd name="T11" fmla="*/ 416 h 941"/>
              <a:gd name="T12" fmla="*/ 266 w 683"/>
              <a:gd name="T13" fmla="*/ 416 h 941"/>
              <a:gd name="T14" fmla="*/ 419 w 683"/>
              <a:gd name="T15" fmla="*/ 329 h 941"/>
              <a:gd name="T16" fmla="*/ 418 w 683"/>
              <a:gd name="T17" fmla="*/ 153 h 941"/>
              <a:gd name="T18" fmla="*/ 418 w 683"/>
              <a:gd name="T19" fmla="*/ 153 h 941"/>
              <a:gd name="T20" fmla="*/ 197 w 683"/>
              <a:gd name="T21" fmla="*/ 25 h 941"/>
              <a:gd name="T22" fmla="*/ 197 w 683"/>
              <a:gd name="T23" fmla="*/ 25 h 941"/>
              <a:gd name="T24" fmla="*/ 41 w 683"/>
              <a:gd name="T25" fmla="*/ 111 h 941"/>
              <a:gd name="T26" fmla="*/ 45 w 683"/>
              <a:gd name="T27" fmla="*/ 288 h 941"/>
              <a:gd name="T28" fmla="*/ 45 w 683"/>
              <a:gd name="T29" fmla="*/ 288 h 941"/>
              <a:gd name="T30" fmla="*/ 266 w 683"/>
              <a:gd name="T31" fmla="*/ 416 h 941"/>
              <a:gd name="T32" fmla="*/ 664 w 683"/>
              <a:gd name="T33" fmla="*/ 395 h 941"/>
              <a:gd name="T34" fmla="*/ 665 w 683"/>
              <a:gd name="T35" fmla="*/ 395 h 941"/>
              <a:gd name="T36" fmla="*/ 628 w 683"/>
              <a:gd name="T37" fmla="*/ 374 h 941"/>
              <a:gd name="T38" fmla="*/ 604 w 683"/>
              <a:gd name="T39" fmla="*/ 433 h 941"/>
              <a:gd name="T40" fmla="*/ 561 w 683"/>
              <a:gd name="T41" fmla="*/ 487 h 941"/>
              <a:gd name="T42" fmla="*/ 599 w 683"/>
              <a:gd name="T43" fmla="*/ 509 h 941"/>
              <a:gd name="T44" fmla="*/ 599 w 683"/>
              <a:gd name="T45" fmla="*/ 508 h 941"/>
              <a:gd name="T46" fmla="*/ 665 w 683"/>
              <a:gd name="T47" fmla="*/ 471 h 941"/>
              <a:gd name="T48" fmla="*/ 664 w 683"/>
              <a:gd name="T49" fmla="*/ 395 h 941"/>
              <a:gd name="T50" fmla="*/ 575 w 683"/>
              <a:gd name="T51" fmla="*/ 305 h 941"/>
              <a:gd name="T52" fmla="*/ 575 w 683"/>
              <a:gd name="T53" fmla="*/ 305 h 941"/>
              <a:gd name="T54" fmla="*/ 486 w 683"/>
              <a:gd name="T55" fmla="*/ 253 h 941"/>
              <a:gd name="T56" fmla="*/ 449 w 683"/>
              <a:gd name="T57" fmla="*/ 353 h 941"/>
              <a:gd name="T58" fmla="*/ 391 w 683"/>
              <a:gd name="T59" fmla="*/ 427 h 941"/>
              <a:gd name="T60" fmla="*/ 476 w 683"/>
              <a:gd name="T61" fmla="*/ 476 h 941"/>
              <a:gd name="T62" fmla="*/ 476 w 683"/>
              <a:gd name="T63" fmla="*/ 476 h 941"/>
              <a:gd name="T64" fmla="*/ 576 w 683"/>
              <a:gd name="T65" fmla="*/ 419 h 941"/>
              <a:gd name="T66" fmla="*/ 575 w 683"/>
              <a:gd name="T67" fmla="*/ 305 h 941"/>
              <a:gd name="T68" fmla="*/ 410 w 683"/>
              <a:gd name="T69" fmla="*/ 579 h 941"/>
              <a:gd name="T70" fmla="*/ 425 w 683"/>
              <a:gd name="T71" fmla="*/ 532 h 941"/>
              <a:gd name="T72" fmla="*/ 349 w 683"/>
              <a:gd name="T73" fmla="*/ 456 h 941"/>
              <a:gd name="T74" fmla="*/ 273 w 683"/>
              <a:gd name="T75" fmla="*/ 532 h 941"/>
              <a:gd name="T76" fmla="*/ 289 w 683"/>
              <a:gd name="T77" fmla="*/ 579 h 941"/>
              <a:gd name="T78" fmla="*/ 172 w 683"/>
              <a:gd name="T79" fmla="*/ 907 h 941"/>
              <a:gd name="T80" fmla="*/ 182 w 683"/>
              <a:gd name="T81" fmla="*/ 929 h 941"/>
              <a:gd name="T82" fmla="*/ 208 w 683"/>
              <a:gd name="T83" fmla="*/ 938 h 941"/>
              <a:gd name="T84" fmla="*/ 230 w 683"/>
              <a:gd name="T85" fmla="*/ 928 h 941"/>
              <a:gd name="T86" fmla="*/ 319 w 683"/>
              <a:gd name="T87" fmla="*/ 677 h 941"/>
              <a:gd name="T88" fmla="*/ 319 w 683"/>
              <a:gd name="T89" fmla="*/ 922 h 941"/>
              <a:gd name="T90" fmla="*/ 336 w 683"/>
              <a:gd name="T91" fmla="*/ 939 h 941"/>
              <a:gd name="T92" fmla="*/ 363 w 683"/>
              <a:gd name="T93" fmla="*/ 939 h 941"/>
              <a:gd name="T94" fmla="*/ 380 w 683"/>
              <a:gd name="T95" fmla="*/ 922 h 941"/>
              <a:gd name="T96" fmla="*/ 380 w 683"/>
              <a:gd name="T97" fmla="*/ 679 h 941"/>
              <a:gd name="T98" fmla="*/ 469 w 683"/>
              <a:gd name="T99" fmla="*/ 928 h 941"/>
              <a:gd name="T100" fmla="*/ 490 w 683"/>
              <a:gd name="T101" fmla="*/ 938 h 941"/>
              <a:gd name="T102" fmla="*/ 516 w 683"/>
              <a:gd name="T103" fmla="*/ 929 h 941"/>
              <a:gd name="T104" fmla="*/ 527 w 683"/>
              <a:gd name="T105" fmla="*/ 907 h 941"/>
              <a:gd name="T106" fmla="*/ 410 w 683"/>
              <a:gd name="T107" fmla="*/ 579 h 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83" h="941">
                <a:moveTo>
                  <a:pt x="68" y="130"/>
                </a:moveTo>
                <a:cubicBezTo>
                  <a:pt x="95" y="82"/>
                  <a:pt x="141" y="58"/>
                  <a:pt x="170" y="74"/>
                </a:cubicBezTo>
                <a:cubicBezTo>
                  <a:pt x="199" y="91"/>
                  <a:pt x="200" y="143"/>
                  <a:pt x="173" y="190"/>
                </a:cubicBezTo>
                <a:cubicBezTo>
                  <a:pt x="146" y="238"/>
                  <a:pt x="100" y="262"/>
                  <a:pt x="71" y="246"/>
                </a:cubicBezTo>
                <a:cubicBezTo>
                  <a:pt x="42" y="229"/>
                  <a:pt x="41" y="177"/>
                  <a:pt x="68" y="130"/>
                </a:cubicBezTo>
                <a:close/>
                <a:moveTo>
                  <a:pt x="266" y="416"/>
                </a:moveTo>
                <a:lnTo>
                  <a:pt x="266" y="416"/>
                </a:lnTo>
                <a:cubicBezTo>
                  <a:pt x="311" y="437"/>
                  <a:pt x="378" y="399"/>
                  <a:pt x="419" y="329"/>
                </a:cubicBezTo>
                <a:cubicBezTo>
                  <a:pt x="460" y="258"/>
                  <a:pt x="459" y="181"/>
                  <a:pt x="418" y="153"/>
                </a:cubicBezTo>
                <a:lnTo>
                  <a:pt x="197" y="25"/>
                </a:lnTo>
                <a:cubicBezTo>
                  <a:pt x="153" y="0"/>
                  <a:pt x="83" y="38"/>
                  <a:pt x="41" y="111"/>
                </a:cubicBezTo>
                <a:cubicBezTo>
                  <a:pt x="0" y="183"/>
                  <a:pt x="2" y="262"/>
                  <a:pt x="45" y="288"/>
                </a:cubicBezTo>
                <a:lnTo>
                  <a:pt x="266" y="416"/>
                </a:lnTo>
                <a:close/>
                <a:moveTo>
                  <a:pt x="664" y="395"/>
                </a:moveTo>
                <a:lnTo>
                  <a:pt x="665" y="395"/>
                </a:lnTo>
                <a:lnTo>
                  <a:pt x="628" y="374"/>
                </a:lnTo>
                <a:cubicBezTo>
                  <a:pt x="623" y="393"/>
                  <a:pt x="616" y="414"/>
                  <a:pt x="604" y="433"/>
                </a:cubicBezTo>
                <a:cubicBezTo>
                  <a:pt x="592" y="455"/>
                  <a:pt x="577" y="473"/>
                  <a:pt x="561" y="487"/>
                </a:cubicBezTo>
                <a:lnTo>
                  <a:pt x="599" y="509"/>
                </a:lnTo>
                <a:lnTo>
                  <a:pt x="599" y="508"/>
                </a:lnTo>
                <a:cubicBezTo>
                  <a:pt x="618" y="518"/>
                  <a:pt x="647" y="501"/>
                  <a:pt x="665" y="471"/>
                </a:cubicBezTo>
                <a:cubicBezTo>
                  <a:pt x="683" y="441"/>
                  <a:pt x="682" y="407"/>
                  <a:pt x="664" y="395"/>
                </a:cubicBezTo>
                <a:close/>
                <a:moveTo>
                  <a:pt x="575" y="305"/>
                </a:moveTo>
                <a:lnTo>
                  <a:pt x="575" y="305"/>
                </a:lnTo>
                <a:lnTo>
                  <a:pt x="486" y="253"/>
                </a:lnTo>
                <a:cubicBezTo>
                  <a:pt x="481" y="286"/>
                  <a:pt x="468" y="320"/>
                  <a:pt x="449" y="353"/>
                </a:cubicBezTo>
                <a:cubicBezTo>
                  <a:pt x="432" y="382"/>
                  <a:pt x="412" y="407"/>
                  <a:pt x="391" y="427"/>
                </a:cubicBezTo>
                <a:lnTo>
                  <a:pt x="476" y="476"/>
                </a:lnTo>
                <a:cubicBezTo>
                  <a:pt x="505" y="490"/>
                  <a:pt x="549" y="465"/>
                  <a:pt x="576" y="419"/>
                </a:cubicBezTo>
                <a:cubicBezTo>
                  <a:pt x="602" y="373"/>
                  <a:pt x="602" y="323"/>
                  <a:pt x="575" y="305"/>
                </a:cubicBezTo>
                <a:close/>
                <a:moveTo>
                  <a:pt x="410" y="579"/>
                </a:moveTo>
                <a:cubicBezTo>
                  <a:pt x="420" y="566"/>
                  <a:pt x="425" y="550"/>
                  <a:pt x="425" y="532"/>
                </a:cubicBezTo>
                <a:cubicBezTo>
                  <a:pt x="425" y="490"/>
                  <a:pt x="391" y="456"/>
                  <a:pt x="349" y="456"/>
                </a:cubicBezTo>
                <a:cubicBezTo>
                  <a:pt x="307" y="456"/>
                  <a:pt x="273" y="490"/>
                  <a:pt x="273" y="532"/>
                </a:cubicBezTo>
                <a:cubicBezTo>
                  <a:pt x="273" y="550"/>
                  <a:pt x="279" y="566"/>
                  <a:pt x="289" y="579"/>
                </a:cubicBezTo>
                <a:lnTo>
                  <a:pt x="172" y="907"/>
                </a:lnTo>
                <a:cubicBezTo>
                  <a:pt x="169" y="916"/>
                  <a:pt x="174" y="926"/>
                  <a:pt x="182" y="929"/>
                </a:cubicBezTo>
                <a:lnTo>
                  <a:pt x="208" y="938"/>
                </a:lnTo>
                <a:cubicBezTo>
                  <a:pt x="217" y="941"/>
                  <a:pt x="227" y="937"/>
                  <a:pt x="230" y="928"/>
                </a:cubicBezTo>
                <a:lnTo>
                  <a:pt x="319" y="677"/>
                </a:lnTo>
                <a:lnTo>
                  <a:pt x="319" y="922"/>
                </a:lnTo>
                <a:cubicBezTo>
                  <a:pt x="319" y="932"/>
                  <a:pt x="327" y="939"/>
                  <a:pt x="336" y="939"/>
                </a:cubicBezTo>
                <a:lnTo>
                  <a:pt x="363" y="939"/>
                </a:lnTo>
                <a:cubicBezTo>
                  <a:pt x="373" y="939"/>
                  <a:pt x="380" y="932"/>
                  <a:pt x="380" y="922"/>
                </a:cubicBezTo>
                <a:lnTo>
                  <a:pt x="380" y="679"/>
                </a:lnTo>
                <a:lnTo>
                  <a:pt x="469" y="928"/>
                </a:lnTo>
                <a:cubicBezTo>
                  <a:pt x="472" y="937"/>
                  <a:pt x="482" y="941"/>
                  <a:pt x="490" y="938"/>
                </a:cubicBezTo>
                <a:lnTo>
                  <a:pt x="516" y="929"/>
                </a:lnTo>
                <a:cubicBezTo>
                  <a:pt x="525" y="926"/>
                  <a:pt x="530" y="916"/>
                  <a:pt x="527" y="907"/>
                </a:cubicBezTo>
                <a:lnTo>
                  <a:pt x="410" y="579"/>
                </a:lnTo>
                <a:close/>
              </a:path>
            </a:pathLst>
          </a:custGeom>
          <a:solidFill>
            <a:srgbClr val="236971"/>
          </a:solidFill>
          <a:ln>
            <a:noFill/>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580" b="0" i="0" u="none" strike="noStrike" kern="0" cap="none" spc="0" normalizeH="0" baseline="0" noProof="0">
              <a:ln>
                <a:noFill/>
              </a:ln>
              <a:solidFill>
                <a:srgbClr val="FBFBFB"/>
              </a:solidFill>
              <a:effectLst>
                <a:outerShdw blurRad="38100" dist="38100" dir="2700000" algn="tl">
                  <a:srgbClr val="000000">
                    <a:alpha val="43137"/>
                  </a:srgbClr>
                </a:outerShdw>
              </a:effectLst>
              <a:uLnTx/>
              <a:uFillTx/>
            </a:endParaRPr>
          </a:p>
        </p:txBody>
      </p:sp>
      <p:sp>
        <p:nvSpPr>
          <p:cNvPr id="92" name="文本框 30"/>
          <p:cNvSpPr txBox="1">
            <a:spLocks noChangeArrowheads="1"/>
          </p:cNvSpPr>
          <p:nvPr/>
        </p:nvSpPr>
        <p:spPr bwMode="auto">
          <a:xfrm>
            <a:off x="7459082" y="4208490"/>
            <a:ext cx="1993900"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buNone/>
              <a:defRPr/>
            </a:pPr>
            <a:r>
              <a:rPr lang="zh-CN" altLang="en-US" b="1" kern="0" dirty="0">
                <a:solidFill>
                  <a:srgbClr val="FAFAFA"/>
                </a:solidFill>
                <a:latin typeface="造字工房悦黑体验版常规体" pitchFamily="50" charset="-122"/>
                <a:ea typeface="造字工房悦黑体验版常规体" pitchFamily="50" charset="-122"/>
              </a:rPr>
              <a:t>使用场景</a:t>
            </a:r>
          </a:p>
        </p:txBody>
      </p:sp>
      <p:sp>
        <p:nvSpPr>
          <p:cNvPr id="2" name="矩形 1">
            <a:extLst>
              <a:ext uri="{FF2B5EF4-FFF2-40B4-BE49-F238E27FC236}">
                <a16:creationId xmlns:a16="http://schemas.microsoft.com/office/drawing/2014/main" id="{A6EA956E-667E-2787-4DFB-3B6A3FDC7CC1}"/>
              </a:ext>
            </a:extLst>
          </p:cNvPr>
          <p:cNvSpPr/>
          <p:nvPr/>
        </p:nvSpPr>
        <p:spPr>
          <a:xfrm>
            <a:off x="9622266" y="1915277"/>
            <a:ext cx="2349500" cy="3648075"/>
          </a:xfrm>
          <a:prstGeom prst="rect">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3" name="椭圆 2">
            <a:extLst>
              <a:ext uri="{FF2B5EF4-FFF2-40B4-BE49-F238E27FC236}">
                <a16:creationId xmlns:a16="http://schemas.microsoft.com/office/drawing/2014/main" id="{5FA0D823-70FA-BC49-3647-D46E3310B90B}"/>
              </a:ext>
            </a:extLst>
          </p:cNvPr>
          <p:cNvSpPr/>
          <p:nvPr/>
        </p:nvSpPr>
        <p:spPr bwMode="auto">
          <a:xfrm>
            <a:off x="10066765" y="2586561"/>
            <a:ext cx="1355726" cy="1377950"/>
          </a:xfrm>
          <a:prstGeom prst="ellipse">
            <a:avLst/>
          </a:prstGeom>
          <a:solidFill>
            <a:srgbClr val="FCFCFC"/>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4" name="椭圆 3">
            <a:extLst>
              <a:ext uri="{FF2B5EF4-FFF2-40B4-BE49-F238E27FC236}">
                <a16:creationId xmlns:a16="http://schemas.microsoft.com/office/drawing/2014/main" id="{298B4E2C-757D-20D4-158C-7DEC70DA508D}"/>
              </a:ext>
            </a:extLst>
          </p:cNvPr>
          <p:cNvSpPr/>
          <p:nvPr/>
        </p:nvSpPr>
        <p:spPr bwMode="auto">
          <a:xfrm>
            <a:off x="10008029" y="2526237"/>
            <a:ext cx="1473200" cy="1498600"/>
          </a:xfrm>
          <a:prstGeom prst="ellipse">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5" name="Freeform 8">
            <a:extLst>
              <a:ext uri="{FF2B5EF4-FFF2-40B4-BE49-F238E27FC236}">
                <a16:creationId xmlns:a16="http://schemas.microsoft.com/office/drawing/2014/main" id="{E69FA392-699A-A298-1D27-CFF27247A9C4}"/>
              </a:ext>
            </a:extLst>
          </p:cNvPr>
          <p:cNvSpPr>
            <a:spLocks noEditPoints="1"/>
          </p:cNvSpPr>
          <p:nvPr/>
        </p:nvSpPr>
        <p:spPr bwMode="auto">
          <a:xfrm>
            <a:off x="10555716" y="3018362"/>
            <a:ext cx="377825" cy="514350"/>
          </a:xfrm>
          <a:custGeom>
            <a:avLst/>
            <a:gdLst>
              <a:gd name="T0" fmla="*/ 79 w 734"/>
              <a:gd name="T1" fmla="*/ 906 h 993"/>
              <a:gd name="T2" fmla="*/ 124 w 734"/>
              <a:gd name="T3" fmla="*/ 153 h 993"/>
              <a:gd name="T4" fmla="*/ 162 w 734"/>
              <a:gd name="T5" fmla="*/ 218 h 993"/>
              <a:gd name="T6" fmla="*/ 201 w 734"/>
              <a:gd name="T7" fmla="*/ 153 h 993"/>
              <a:gd name="T8" fmla="*/ 328 w 734"/>
              <a:gd name="T9" fmla="*/ 179 h 993"/>
              <a:gd name="T10" fmla="*/ 405 w 734"/>
              <a:gd name="T11" fmla="*/ 179 h 993"/>
              <a:gd name="T12" fmla="*/ 533 w 734"/>
              <a:gd name="T13" fmla="*/ 153 h 993"/>
              <a:gd name="T14" fmla="*/ 572 w 734"/>
              <a:gd name="T15" fmla="*/ 218 h 993"/>
              <a:gd name="T16" fmla="*/ 610 w 734"/>
              <a:gd name="T17" fmla="*/ 153 h 993"/>
              <a:gd name="T18" fmla="*/ 656 w 734"/>
              <a:gd name="T19" fmla="*/ 906 h 993"/>
              <a:gd name="T20" fmla="*/ 610 w 734"/>
              <a:gd name="T21" fmla="*/ 67 h 993"/>
              <a:gd name="T22" fmla="*/ 572 w 734"/>
              <a:gd name="T23" fmla="*/ 0 h 993"/>
              <a:gd name="T24" fmla="*/ 533 w 734"/>
              <a:gd name="T25" fmla="*/ 67 h 993"/>
              <a:gd name="T26" fmla="*/ 405 w 734"/>
              <a:gd name="T27" fmla="*/ 38 h 993"/>
              <a:gd name="T28" fmla="*/ 328 w 734"/>
              <a:gd name="T29" fmla="*/ 38 h 993"/>
              <a:gd name="T30" fmla="*/ 201 w 734"/>
              <a:gd name="T31" fmla="*/ 67 h 993"/>
              <a:gd name="T32" fmla="*/ 162 w 734"/>
              <a:gd name="T33" fmla="*/ 0 h 993"/>
              <a:gd name="T34" fmla="*/ 124 w 734"/>
              <a:gd name="T35" fmla="*/ 67 h 993"/>
              <a:gd name="T36" fmla="*/ 0 w 734"/>
              <a:gd name="T37" fmla="*/ 147 h 993"/>
              <a:gd name="T38" fmla="*/ 80 w 734"/>
              <a:gd name="T39" fmla="*/ 993 h 993"/>
              <a:gd name="T40" fmla="*/ 734 w 734"/>
              <a:gd name="T41" fmla="*/ 913 h 993"/>
              <a:gd name="T42" fmla="*/ 655 w 734"/>
              <a:gd name="T43" fmla="*/ 67 h 993"/>
              <a:gd name="T44" fmla="*/ 573 w 734"/>
              <a:gd name="T45" fmla="*/ 371 h 993"/>
              <a:gd name="T46" fmla="*/ 161 w 734"/>
              <a:gd name="T47" fmla="*/ 317 h 993"/>
              <a:gd name="T48" fmla="*/ 161 w 734"/>
              <a:gd name="T49" fmla="*/ 512 h 993"/>
              <a:gd name="T50" fmla="*/ 573 w 734"/>
              <a:gd name="T51" fmla="*/ 458 h 993"/>
              <a:gd name="T52" fmla="*/ 161 w 734"/>
              <a:gd name="T53" fmla="*/ 512 h 993"/>
              <a:gd name="T54" fmla="*/ 573 w 734"/>
              <a:gd name="T55" fmla="*/ 653 h 993"/>
              <a:gd name="T56" fmla="*/ 161 w 734"/>
              <a:gd name="T57" fmla="*/ 599 h 993"/>
              <a:gd name="T58" fmla="*/ 161 w 734"/>
              <a:gd name="T59" fmla="*/ 794 h 993"/>
              <a:gd name="T60" fmla="*/ 573 w 734"/>
              <a:gd name="T61" fmla="*/ 740 h 993"/>
              <a:gd name="T62" fmla="*/ 161 w 734"/>
              <a:gd name="T63" fmla="*/ 794 h 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4" h="993">
                <a:moveTo>
                  <a:pt x="656" y="906"/>
                </a:moveTo>
                <a:lnTo>
                  <a:pt x="79" y="906"/>
                </a:lnTo>
                <a:lnTo>
                  <a:pt x="79" y="153"/>
                </a:lnTo>
                <a:lnTo>
                  <a:pt x="124" y="153"/>
                </a:lnTo>
                <a:lnTo>
                  <a:pt x="124" y="179"/>
                </a:lnTo>
                <a:cubicBezTo>
                  <a:pt x="124" y="201"/>
                  <a:pt x="141" y="218"/>
                  <a:pt x="162" y="218"/>
                </a:cubicBezTo>
                <a:cubicBezTo>
                  <a:pt x="183" y="218"/>
                  <a:pt x="201" y="201"/>
                  <a:pt x="201" y="179"/>
                </a:cubicBezTo>
                <a:lnTo>
                  <a:pt x="201" y="153"/>
                </a:lnTo>
                <a:lnTo>
                  <a:pt x="328" y="153"/>
                </a:lnTo>
                <a:lnTo>
                  <a:pt x="328" y="179"/>
                </a:lnTo>
                <a:cubicBezTo>
                  <a:pt x="328" y="201"/>
                  <a:pt x="345" y="218"/>
                  <a:pt x="366" y="218"/>
                </a:cubicBezTo>
                <a:cubicBezTo>
                  <a:pt x="388" y="218"/>
                  <a:pt x="405" y="201"/>
                  <a:pt x="405" y="179"/>
                </a:cubicBezTo>
                <a:lnTo>
                  <a:pt x="405" y="153"/>
                </a:lnTo>
                <a:lnTo>
                  <a:pt x="533" y="153"/>
                </a:lnTo>
                <a:lnTo>
                  <a:pt x="533" y="179"/>
                </a:lnTo>
                <a:cubicBezTo>
                  <a:pt x="533" y="201"/>
                  <a:pt x="550" y="218"/>
                  <a:pt x="572" y="218"/>
                </a:cubicBezTo>
                <a:cubicBezTo>
                  <a:pt x="593" y="218"/>
                  <a:pt x="610" y="201"/>
                  <a:pt x="610" y="179"/>
                </a:cubicBezTo>
                <a:lnTo>
                  <a:pt x="610" y="153"/>
                </a:lnTo>
                <a:lnTo>
                  <a:pt x="656" y="153"/>
                </a:lnTo>
                <a:lnTo>
                  <a:pt x="656" y="906"/>
                </a:lnTo>
                <a:close/>
                <a:moveTo>
                  <a:pt x="655" y="67"/>
                </a:moveTo>
                <a:lnTo>
                  <a:pt x="610" y="67"/>
                </a:lnTo>
                <a:lnTo>
                  <a:pt x="610" y="38"/>
                </a:lnTo>
                <a:cubicBezTo>
                  <a:pt x="610" y="17"/>
                  <a:pt x="593" y="0"/>
                  <a:pt x="572" y="0"/>
                </a:cubicBezTo>
                <a:cubicBezTo>
                  <a:pt x="550" y="0"/>
                  <a:pt x="533" y="17"/>
                  <a:pt x="533" y="38"/>
                </a:cubicBezTo>
                <a:lnTo>
                  <a:pt x="533" y="67"/>
                </a:lnTo>
                <a:lnTo>
                  <a:pt x="405" y="67"/>
                </a:lnTo>
                <a:lnTo>
                  <a:pt x="405" y="38"/>
                </a:lnTo>
                <a:cubicBezTo>
                  <a:pt x="405" y="17"/>
                  <a:pt x="388" y="0"/>
                  <a:pt x="366" y="0"/>
                </a:cubicBezTo>
                <a:cubicBezTo>
                  <a:pt x="345" y="0"/>
                  <a:pt x="328" y="17"/>
                  <a:pt x="328" y="38"/>
                </a:cubicBezTo>
                <a:lnTo>
                  <a:pt x="328" y="67"/>
                </a:lnTo>
                <a:lnTo>
                  <a:pt x="201" y="67"/>
                </a:lnTo>
                <a:lnTo>
                  <a:pt x="201" y="38"/>
                </a:lnTo>
                <a:cubicBezTo>
                  <a:pt x="201" y="17"/>
                  <a:pt x="183" y="0"/>
                  <a:pt x="162" y="0"/>
                </a:cubicBezTo>
                <a:cubicBezTo>
                  <a:pt x="141" y="0"/>
                  <a:pt x="124" y="17"/>
                  <a:pt x="124" y="38"/>
                </a:cubicBezTo>
                <a:lnTo>
                  <a:pt x="124" y="67"/>
                </a:lnTo>
                <a:lnTo>
                  <a:pt x="80" y="67"/>
                </a:lnTo>
                <a:cubicBezTo>
                  <a:pt x="36" y="67"/>
                  <a:pt x="0" y="103"/>
                  <a:pt x="0" y="147"/>
                </a:cubicBezTo>
                <a:lnTo>
                  <a:pt x="0" y="913"/>
                </a:lnTo>
                <a:cubicBezTo>
                  <a:pt x="0" y="957"/>
                  <a:pt x="36" y="993"/>
                  <a:pt x="80" y="993"/>
                </a:cubicBezTo>
                <a:lnTo>
                  <a:pt x="655" y="993"/>
                </a:lnTo>
                <a:cubicBezTo>
                  <a:pt x="699" y="993"/>
                  <a:pt x="734" y="957"/>
                  <a:pt x="734" y="913"/>
                </a:cubicBezTo>
                <a:lnTo>
                  <a:pt x="734" y="147"/>
                </a:lnTo>
                <a:cubicBezTo>
                  <a:pt x="734" y="103"/>
                  <a:pt x="699" y="67"/>
                  <a:pt x="655" y="67"/>
                </a:cubicBezTo>
                <a:close/>
                <a:moveTo>
                  <a:pt x="161" y="371"/>
                </a:moveTo>
                <a:lnTo>
                  <a:pt x="573" y="371"/>
                </a:lnTo>
                <a:lnTo>
                  <a:pt x="573" y="317"/>
                </a:lnTo>
                <a:lnTo>
                  <a:pt x="161" y="317"/>
                </a:lnTo>
                <a:lnTo>
                  <a:pt x="161" y="371"/>
                </a:lnTo>
                <a:close/>
                <a:moveTo>
                  <a:pt x="161" y="512"/>
                </a:moveTo>
                <a:lnTo>
                  <a:pt x="573" y="512"/>
                </a:lnTo>
                <a:lnTo>
                  <a:pt x="573" y="458"/>
                </a:lnTo>
                <a:lnTo>
                  <a:pt x="161" y="458"/>
                </a:lnTo>
                <a:lnTo>
                  <a:pt x="161" y="512"/>
                </a:lnTo>
                <a:close/>
                <a:moveTo>
                  <a:pt x="161" y="653"/>
                </a:moveTo>
                <a:lnTo>
                  <a:pt x="573" y="653"/>
                </a:lnTo>
                <a:lnTo>
                  <a:pt x="573" y="599"/>
                </a:lnTo>
                <a:lnTo>
                  <a:pt x="161" y="599"/>
                </a:lnTo>
                <a:lnTo>
                  <a:pt x="161" y="653"/>
                </a:lnTo>
                <a:close/>
                <a:moveTo>
                  <a:pt x="161" y="794"/>
                </a:moveTo>
                <a:lnTo>
                  <a:pt x="573" y="794"/>
                </a:lnTo>
                <a:lnTo>
                  <a:pt x="573" y="740"/>
                </a:lnTo>
                <a:lnTo>
                  <a:pt x="161" y="740"/>
                </a:lnTo>
                <a:lnTo>
                  <a:pt x="161" y="794"/>
                </a:lnTo>
                <a:close/>
              </a:path>
            </a:pathLst>
          </a:custGeom>
          <a:solidFill>
            <a:srgbClr val="236971"/>
          </a:solidFill>
          <a:ln>
            <a:noFill/>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580" b="0" i="0" u="none" strike="noStrike" kern="0" cap="none" spc="0" normalizeH="0" baseline="0" noProof="0">
              <a:ln>
                <a:noFill/>
              </a:ln>
              <a:solidFill>
                <a:srgbClr val="FBFBFB"/>
              </a:solidFill>
              <a:effectLst>
                <a:outerShdw blurRad="38100" dist="38100" dir="2700000" algn="tl">
                  <a:srgbClr val="000000">
                    <a:alpha val="43137"/>
                  </a:srgbClr>
                </a:outerShdw>
              </a:effectLst>
              <a:uLnTx/>
              <a:uFillTx/>
            </a:endParaRPr>
          </a:p>
        </p:txBody>
      </p:sp>
      <p:sp>
        <p:nvSpPr>
          <p:cNvPr id="6" name="文本框 15">
            <a:extLst>
              <a:ext uri="{FF2B5EF4-FFF2-40B4-BE49-F238E27FC236}">
                <a16:creationId xmlns:a16="http://schemas.microsoft.com/office/drawing/2014/main" id="{16F3FF1B-D8E4-096C-62C0-54936D89256D}"/>
              </a:ext>
            </a:extLst>
          </p:cNvPr>
          <p:cNvSpPr txBox="1">
            <a:spLocks noChangeArrowheads="1"/>
          </p:cNvSpPr>
          <p:nvPr/>
        </p:nvSpPr>
        <p:spPr bwMode="auto">
          <a:xfrm>
            <a:off x="9747679" y="4216925"/>
            <a:ext cx="19939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None/>
              <a:defRPr/>
            </a:pPr>
            <a:r>
              <a:rPr lang="zh-CN" altLang="en-US" b="1" kern="0" dirty="0">
                <a:solidFill>
                  <a:srgbClr val="FAFAFA"/>
                </a:solidFill>
                <a:latin typeface="造字工房悦黑体验版常规体" pitchFamily="50" charset="-122"/>
                <a:ea typeface="造字工房悦黑体验版常规体" pitchFamily="50" charset="-122"/>
              </a:rPr>
              <a:t>科技伦理</a:t>
            </a: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3" name="矩形 2"/>
          <p:cNvSpPr/>
          <p:nvPr/>
        </p:nvSpPr>
        <p:spPr>
          <a:xfrm>
            <a:off x="0" y="0"/>
            <a:ext cx="12192000" cy="6858000"/>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bwMode="auto">
          <a:xfrm>
            <a:off x="5018468" y="1365770"/>
            <a:ext cx="2155062" cy="2190390"/>
          </a:xfrm>
          <a:prstGeom prst="ellipse">
            <a:avLst/>
          </a:prstGeom>
          <a:solidFill>
            <a:srgbClr val="FCFCFC"/>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6" name="椭圆 5"/>
          <p:cNvSpPr/>
          <p:nvPr/>
        </p:nvSpPr>
        <p:spPr bwMode="auto">
          <a:xfrm>
            <a:off x="4925101" y="1269879"/>
            <a:ext cx="2341798" cy="2382174"/>
          </a:xfrm>
          <a:prstGeom prst="ellipse">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7" name="Freeform 8"/>
          <p:cNvSpPr>
            <a:spLocks noEditPoints="1"/>
          </p:cNvSpPr>
          <p:nvPr/>
        </p:nvSpPr>
        <p:spPr bwMode="auto">
          <a:xfrm>
            <a:off x="5795704" y="2052161"/>
            <a:ext cx="600592" cy="817610"/>
          </a:xfrm>
          <a:custGeom>
            <a:avLst/>
            <a:gdLst>
              <a:gd name="T0" fmla="*/ 79 w 734"/>
              <a:gd name="T1" fmla="*/ 906 h 993"/>
              <a:gd name="T2" fmla="*/ 124 w 734"/>
              <a:gd name="T3" fmla="*/ 153 h 993"/>
              <a:gd name="T4" fmla="*/ 162 w 734"/>
              <a:gd name="T5" fmla="*/ 218 h 993"/>
              <a:gd name="T6" fmla="*/ 201 w 734"/>
              <a:gd name="T7" fmla="*/ 153 h 993"/>
              <a:gd name="T8" fmla="*/ 328 w 734"/>
              <a:gd name="T9" fmla="*/ 179 h 993"/>
              <a:gd name="T10" fmla="*/ 405 w 734"/>
              <a:gd name="T11" fmla="*/ 179 h 993"/>
              <a:gd name="T12" fmla="*/ 533 w 734"/>
              <a:gd name="T13" fmla="*/ 153 h 993"/>
              <a:gd name="T14" fmla="*/ 572 w 734"/>
              <a:gd name="T15" fmla="*/ 218 h 993"/>
              <a:gd name="T16" fmla="*/ 610 w 734"/>
              <a:gd name="T17" fmla="*/ 153 h 993"/>
              <a:gd name="T18" fmla="*/ 656 w 734"/>
              <a:gd name="T19" fmla="*/ 906 h 993"/>
              <a:gd name="T20" fmla="*/ 610 w 734"/>
              <a:gd name="T21" fmla="*/ 67 h 993"/>
              <a:gd name="T22" fmla="*/ 572 w 734"/>
              <a:gd name="T23" fmla="*/ 0 h 993"/>
              <a:gd name="T24" fmla="*/ 533 w 734"/>
              <a:gd name="T25" fmla="*/ 67 h 993"/>
              <a:gd name="T26" fmla="*/ 405 w 734"/>
              <a:gd name="T27" fmla="*/ 38 h 993"/>
              <a:gd name="T28" fmla="*/ 328 w 734"/>
              <a:gd name="T29" fmla="*/ 38 h 993"/>
              <a:gd name="T30" fmla="*/ 201 w 734"/>
              <a:gd name="T31" fmla="*/ 67 h 993"/>
              <a:gd name="T32" fmla="*/ 162 w 734"/>
              <a:gd name="T33" fmla="*/ 0 h 993"/>
              <a:gd name="T34" fmla="*/ 124 w 734"/>
              <a:gd name="T35" fmla="*/ 67 h 993"/>
              <a:gd name="T36" fmla="*/ 0 w 734"/>
              <a:gd name="T37" fmla="*/ 147 h 993"/>
              <a:gd name="T38" fmla="*/ 80 w 734"/>
              <a:gd name="T39" fmla="*/ 993 h 993"/>
              <a:gd name="T40" fmla="*/ 734 w 734"/>
              <a:gd name="T41" fmla="*/ 913 h 993"/>
              <a:gd name="T42" fmla="*/ 655 w 734"/>
              <a:gd name="T43" fmla="*/ 67 h 993"/>
              <a:gd name="T44" fmla="*/ 573 w 734"/>
              <a:gd name="T45" fmla="*/ 371 h 993"/>
              <a:gd name="T46" fmla="*/ 161 w 734"/>
              <a:gd name="T47" fmla="*/ 317 h 993"/>
              <a:gd name="T48" fmla="*/ 161 w 734"/>
              <a:gd name="T49" fmla="*/ 512 h 993"/>
              <a:gd name="T50" fmla="*/ 573 w 734"/>
              <a:gd name="T51" fmla="*/ 458 h 993"/>
              <a:gd name="T52" fmla="*/ 161 w 734"/>
              <a:gd name="T53" fmla="*/ 512 h 993"/>
              <a:gd name="T54" fmla="*/ 573 w 734"/>
              <a:gd name="T55" fmla="*/ 653 h 993"/>
              <a:gd name="T56" fmla="*/ 161 w 734"/>
              <a:gd name="T57" fmla="*/ 599 h 993"/>
              <a:gd name="T58" fmla="*/ 161 w 734"/>
              <a:gd name="T59" fmla="*/ 794 h 993"/>
              <a:gd name="T60" fmla="*/ 573 w 734"/>
              <a:gd name="T61" fmla="*/ 740 h 993"/>
              <a:gd name="T62" fmla="*/ 161 w 734"/>
              <a:gd name="T63" fmla="*/ 794 h 9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4" h="993">
                <a:moveTo>
                  <a:pt x="656" y="906"/>
                </a:moveTo>
                <a:lnTo>
                  <a:pt x="79" y="906"/>
                </a:lnTo>
                <a:lnTo>
                  <a:pt x="79" y="153"/>
                </a:lnTo>
                <a:lnTo>
                  <a:pt x="124" y="153"/>
                </a:lnTo>
                <a:lnTo>
                  <a:pt x="124" y="179"/>
                </a:lnTo>
                <a:cubicBezTo>
                  <a:pt x="124" y="201"/>
                  <a:pt x="141" y="218"/>
                  <a:pt x="162" y="218"/>
                </a:cubicBezTo>
                <a:cubicBezTo>
                  <a:pt x="183" y="218"/>
                  <a:pt x="201" y="201"/>
                  <a:pt x="201" y="179"/>
                </a:cubicBezTo>
                <a:lnTo>
                  <a:pt x="201" y="153"/>
                </a:lnTo>
                <a:lnTo>
                  <a:pt x="328" y="153"/>
                </a:lnTo>
                <a:lnTo>
                  <a:pt x="328" y="179"/>
                </a:lnTo>
                <a:cubicBezTo>
                  <a:pt x="328" y="201"/>
                  <a:pt x="345" y="218"/>
                  <a:pt x="366" y="218"/>
                </a:cubicBezTo>
                <a:cubicBezTo>
                  <a:pt x="388" y="218"/>
                  <a:pt x="405" y="201"/>
                  <a:pt x="405" y="179"/>
                </a:cubicBezTo>
                <a:lnTo>
                  <a:pt x="405" y="153"/>
                </a:lnTo>
                <a:lnTo>
                  <a:pt x="533" y="153"/>
                </a:lnTo>
                <a:lnTo>
                  <a:pt x="533" y="179"/>
                </a:lnTo>
                <a:cubicBezTo>
                  <a:pt x="533" y="201"/>
                  <a:pt x="550" y="218"/>
                  <a:pt x="572" y="218"/>
                </a:cubicBezTo>
                <a:cubicBezTo>
                  <a:pt x="593" y="218"/>
                  <a:pt x="610" y="201"/>
                  <a:pt x="610" y="179"/>
                </a:cubicBezTo>
                <a:lnTo>
                  <a:pt x="610" y="153"/>
                </a:lnTo>
                <a:lnTo>
                  <a:pt x="656" y="153"/>
                </a:lnTo>
                <a:lnTo>
                  <a:pt x="656" y="906"/>
                </a:lnTo>
                <a:close/>
                <a:moveTo>
                  <a:pt x="655" y="67"/>
                </a:moveTo>
                <a:lnTo>
                  <a:pt x="610" y="67"/>
                </a:lnTo>
                <a:lnTo>
                  <a:pt x="610" y="38"/>
                </a:lnTo>
                <a:cubicBezTo>
                  <a:pt x="610" y="17"/>
                  <a:pt x="593" y="0"/>
                  <a:pt x="572" y="0"/>
                </a:cubicBezTo>
                <a:cubicBezTo>
                  <a:pt x="550" y="0"/>
                  <a:pt x="533" y="17"/>
                  <a:pt x="533" y="38"/>
                </a:cubicBezTo>
                <a:lnTo>
                  <a:pt x="533" y="67"/>
                </a:lnTo>
                <a:lnTo>
                  <a:pt x="405" y="67"/>
                </a:lnTo>
                <a:lnTo>
                  <a:pt x="405" y="38"/>
                </a:lnTo>
                <a:cubicBezTo>
                  <a:pt x="405" y="17"/>
                  <a:pt x="388" y="0"/>
                  <a:pt x="366" y="0"/>
                </a:cubicBezTo>
                <a:cubicBezTo>
                  <a:pt x="345" y="0"/>
                  <a:pt x="328" y="17"/>
                  <a:pt x="328" y="38"/>
                </a:cubicBezTo>
                <a:lnTo>
                  <a:pt x="328" y="67"/>
                </a:lnTo>
                <a:lnTo>
                  <a:pt x="201" y="67"/>
                </a:lnTo>
                <a:lnTo>
                  <a:pt x="201" y="38"/>
                </a:lnTo>
                <a:cubicBezTo>
                  <a:pt x="201" y="17"/>
                  <a:pt x="183" y="0"/>
                  <a:pt x="162" y="0"/>
                </a:cubicBezTo>
                <a:cubicBezTo>
                  <a:pt x="141" y="0"/>
                  <a:pt x="124" y="17"/>
                  <a:pt x="124" y="38"/>
                </a:cubicBezTo>
                <a:lnTo>
                  <a:pt x="124" y="67"/>
                </a:lnTo>
                <a:lnTo>
                  <a:pt x="80" y="67"/>
                </a:lnTo>
                <a:cubicBezTo>
                  <a:pt x="36" y="67"/>
                  <a:pt x="0" y="103"/>
                  <a:pt x="0" y="147"/>
                </a:cubicBezTo>
                <a:lnTo>
                  <a:pt x="0" y="913"/>
                </a:lnTo>
                <a:cubicBezTo>
                  <a:pt x="0" y="957"/>
                  <a:pt x="36" y="993"/>
                  <a:pt x="80" y="993"/>
                </a:cubicBezTo>
                <a:lnTo>
                  <a:pt x="655" y="993"/>
                </a:lnTo>
                <a:cubicBezTo>
                  <a:pt x="699" y="993"/>
                  <a:pt x="734" y="957"/>
                  <a:pt x="734" y="913"/>
                </a:cubicBezTo>
                <a:lnTo>
                  <a:pt x="734" y="147"/>
                </a:lnTo>
                <a:cubicBezTo>
                  <a:pt x="734" y="103"/>
                  <a:pt x="699" y="67"/>
                  <a:pt x="655" y="67"/>
                </a:cubicBezTo>
                <a:close/>
                <a:moveTo>
                  <a:pt x="161" y="371"/>
                </a:moveTo>
                <a:lnTo>
                  <a:pt x="573" y="371"/>
                </a:lnTo>
                <a:lnTo>
                  <a:pt x="573" y="317"/>
                </a:lnTo>
                <a:lnTo>
                  <a:pt x="161" y="317"/>
                </a:lnTo>
                <a:lnTo>
                  <a:pt x="161" y="371"/>
                </a:lnTo>
                <a:close/>
                <a:moveTo>
                  <a:pt x="161" y="512"/>
                </a:moveTo>
                <a:lnTo>
                  <a:pt x="573" y="512"/>
                </a:lnTo>
                <a:lnTo>
                  <a:pt x="573" y="458"/>
                </a:lnTo>
                <a:lnTo>
                  <a:pt x="161" y="458"/>
                </a:lnTo>
                <a:lnTo>
                  <a:pt x="161" y="512"/>
                </a:lnTo>
                <a:close/>
                <a:moveTo>
                  <a:pt x="161" y="653"/>
                </a:moveTo>
                <a:lnTo>
                  <a:pt x="573" y="653"/>
                </a:lnTo>
                <a:lnTo>
                  <a:pt x="573" y="599"/>
                </a:lnTo>
                <a:lnTo>
                  <a:pt x="161" y="599"/>
                </a:lnTo>
                <a:lnTo>
                  <a:pt x="161" y="653"/>
                </a:lnTo>
                <a:close/>
                <a:moveTo>
                  <a:pt x="161" y="794"/>
                </a:moveTo>
                <a:lnTo>
                  <a:pt x="573" y="794"/>
                </a:lnTo>
                <a:lnTo>
                  <a:pt x="573" y="740"/>
                </a:lnTo>
                <a:lnTo>
                  <a:pt x="161" y="740"/>
                </a:lnTo>
                <a:lnTo>
                  <a:pt x="161" y="794"/>
                </a:lnTo>
                <a:close/>
              </a:path>
            </a:pathLst>
          </a:custGeom>
          <a:solidFill>
            <a:srgbClr val="236971"/>
          </a:solidFill>
          <a:ln>
            <a:noFill/>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580" b="0" i="0" u="none" strike="noStrike" kern="0" cap="none" spc="0" normalizeH="0" baseline="0" noProof="0">
              <a:ln>
                <a:noFill/>
              </a:ln>
              <a:solidFill>
                <a:srgbClr val="FBFBFB"/>
              </a:solidFill>
              <a:effectLst>
                <a:outerShdw blurRad="38100" dist="38100" dir="2700000" algn="tl">
                  <a:srgbClr val="000000">
                    <a:alpha val="43137"/>
                  </a:srgbClr>
                </a:outerShdw>
              </a:effectLst>
              <a:uLnTx/>
              <a:uFillTx/>
            </a:endParaRPr>
          </a:p>
        </p:txBody>
      </p:sp>
      <p:sp>
        <p:nvSpPr>
          <p:cNvPr id="8" name="文本框 15"/>
          <p:cNvSpPr txBox="1">
            <a:spLocks noChangeArrowheads="1"/>
          </p:cNvSpPr>
          <p:nvPr/>
        </p:nvSpPr>
        <p:spPr bwMode="auto">
          <a:xfrm>
            <a:off x="4623323" y="3849464"/>
            <a:ext cx="29453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None/>
              <a:defRPr/>
            </a:pPr>
            <a:r>
              <a:rPr lang="zh-CN" altLang="en-US" sz="4000" b="1" kern="0" dirty="0">
                <a:solidFill>
                  <a:srgbClr val="FAFAFA"/>
                </a:solidFill>
                <a:latin typeface="造字工房悦黑体验版常规体" pitchFamily="50" charset="-122"/>
                <a:ea typeface="造字工房悦黑体验版常规体" pitchFamily="50" charset="-122"/>
              </a:rPr>
              <a:t>背景与意义</a:t>
            </a: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69F84EF7-65AF-2E3A-AC4E-9CC05BBECE68}"/>
              </a:ext>
            </a:extLst>
          </p:cNvPr>
          <p:cNvSpPr/>
          <p:nvPr/>
        </p:nvSpPr>
        <p:spPr>
          <a:xfrm>
            <a:off x="5135592" y="2480245"/>
            <a:ext cx="6182265" cy="3776780"/>
          </a:xfrm>
          <a:prstGeom prst="roundRect">
            <a:avLst/>
          </a:prstGeom>
          <a:noFill/>
          <a:ln w="762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descr="C:\Users\Administrator\Desktop\11111.tif"/>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p:nvCxnSpPr>
        <p:spPr>
          <a:xfrm>
            <a:off x="527381" y="644691"/>
            <a:ext cx="1166461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0" name="Rectangle 5"/>
          <p:cNvSpPr/>
          <p:nvPr/>
        </p:nvSpPr>
        <p:spPr>
          <a:xfrm>
            <a:off x="0" y="6710364"/>
            <a:ext cx="12192000" cy="147637"/>
          </a:xfrm>
          <a:prstGeom prst="rect">
            <a:avLst/>
          </a:prstGeom>
          <a:solidFill>
            <a:srgbClr val="16294C"/>
          </a:solidFill>
          <a:ln>
            <a:noFill/>
          </a:ln>
        </p:spPr>
        <p:style>
          <a:lnRef idx="2">
            <a:schemeClr val="accent1">
              <a:shade val="50000"/>
            </a:schemeClr>
          </a:lnRef>
          <a:fillRef idx="1">
            <a:schemeClr val="accent1"/>
          </a:fillRef>
          <a:effectRef idx="0">
            <a:schemeClr val="accent1"/>
          </a:effectRef>
          <a:fontRef idx="minor">
            <a:schemeClr val="lt1"/>
          </a:fontRef>
        </p:style>
        <p:txBody>
          <a:bodyPr lIns="91372" tIns="45719" rIns="91372" bIns="45719" anchor="ctr"/>
          <a:lstStyle/>
          <a:p>
            <a:pPr algn="ctr" defTabSz="1218323">
              <a:defRPr/>
            </a:pPr>
            <a:endParaRPr lang="en-US" sz="2400">
              <a:solidFill>
                <a:prstClr val="white"/>
              </a:solidFill>
              <a:latin typeface="Calibri"/>
            </a:endParaRPr>
          </a:p>
        </p:txBody>
      </p:sp>
      <p:grpSp>
        <p:nvGrpSpPr>
          <p:cNvPr id="51" name="Group 4"/>
          <p:cNvGrpSpPr>
            <a:grpSpLocks noChangeAspect="1"/>
          </p:cNvGrpSpPr>
          <p:nvPr/>
        </p:nvGrpSpPr>
        <p:grpSpPr bwMode="auto">
          <a:xfrm>
            <a:off x="367261" y="1868202"/>
            <a:ext cx="4397375" cy="4219575"/>
            <a:chOff x="1672" y="-2"/>
            <a:chExt cx="3733" cy="3581"/>
          </a:xfrm>
        </p:grpSpPr>
        <p:sp>
          <p:nvSpPr>
            <p:cNvPr id="52" name="Freeform 5"/>
            <p:cNvSpPr/>
            <p:nvPr/>
          </p:nvSpPr>
          <p:spPr bwMode="auto">
            <a:xfrm>
              <a:off x="3154" y="3311"/>
              <a:ext cx="811" cy="268"/>
            </a:xfrm>
            <a:custGeom>
              <a:avLst/>
              <a:gdLst>
                <a:gd name="T0" fmla="*/ 466 w 466"/>
                <a:gd name="T1" fmla="*/ 0 h 154"/>
                <a:gd name="T2" fmla="*/ 233 w 466"/>
                <a:gd name="T3" fmla="*/ 154 h 154"/>
                <a:gd name="T4" fmla="*/ 0 w 466"/>
                <a:gd name="T5" fmla="*/ 0 h 154"/>
                <a:gd name="T6" fmla="*/ 466 w 466"/>
                <a:gd name="T7" fmla="*/ 0 h 154"/>
              </a:gdLst>
              <a:ahLst/>
              <a:cxnLst>
                <a:cxn ang="0">
                  <a:pos x="T0" y="T1"/>
                </a:cxn>
                <a:cxn ang="0">
                  <a:pos x="T2" y="T3"/>
                </a:cxn>
                <a:cxn ang="0">
                  <a:pos x="T4" y="T5"/>
                </a:cxn>
                <a:cxn ang="0">
                  <a:pos x="T6" y="T7"/>
                </a:cxn>
              </a:cxnLst>
              <a:rect l="0" t="0" r="r" b="b"/>
              <a:pathLst>
                <a:path w="466" h="154">
                  <a:moveTo>
                    <a:pt x="466" y="0"/>
                  </a:moveTo>
                  <a:cubicBezTo>
                    <a:pt x="466" y="85"/>
                    <a:pt x="362" y="154"/>
                    <a:pt x="233" y="154"/>
                  </a:cubicBezTo>
                  <a:cubicBezTo>
                    <a:pt x="104" y="154"/>
                    <a:pt x="0" y="85"/>
                    <a:pt x="0" y="0"/>
                  </a:cubicBezTo>
                  <a:cubicBezTo>
                    <a:pt x="230" y="0"/>
                    <a:pt x="227" y="0"/>
                    <a:pt x="466"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a:defRPr/>
              </a:pPr>
              <a:endParaRPr lang="en-US" sz="2400">
                <a:solidFill>
                  <a:prstClr val="black"/>
                </a:solidFill>
                <a:latin typeface="Calibri"/>
              </a:endParaRPr>
            </a:p>
          </p:txBody>
        </p:sp>
        <p:sp>
          <p:nvSpPr>
            <p:cNvPr id="53" name="Freeform 6"/>
            <p:cNvSpPr/>
            <p:nvPr/>
          </p:nvSpPr>
          <p:spPr bwMode="auto">
            <a:xfrm>
              <a:off x="4555" y="2365"/>
              <a:ext cx="599" cy="443"/>
            </a:xfrm>
            <a:custGeom>
              <a:avLst/>
              <a:gdLst>
                <a:gd name="T0" fmla="*/ 493 w 344"/>
                <a:gd name="T1" fmla="*/ 443 h 254"/>
                <a:gd name="T2" fmla="*/ 444 w 344"/>
                <a:gd name="T3" fmla="*/ 429 h 254"/>
                <a:gd name="T4" fmla="*/ 57 w 344"/>
                <a:gd name="T5" fmla="*/ 185 h 254"/>
                <a:gd name="T6" fmla="*/ 28 w 344"/>
                <a:gd name="T7" fmla="*/ 56 h 254"/>
                <a:gd name="T8" fmla="*/ 155 w 344"/>
                <a:gd name="T9" fmla="*/ 28 h 254"/>
                <a:gd name="T10" fmla="*/ 543 w 344"/>
                <a:gd name="T11" fmla="*/ 272 h 254"/>
                <a:gd name="T12" fmla="*/ 571 w 344"/>
                <a:gd name="T13" fmla="*/ 399 h 254"/>
                <a:gd name="T14" fmla="*/ 493 w 344"/>
                <a:gd name="T15" fmla="*/ 443 h 2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44" h="254">
                  <a:moveTo>
                    <a:pt x="283" y="254"/>
                  </a:moveTo>
                  <a:cubicBezTo>
                    <a:pt x="274" y="254"/>
                    <a:pt x="264" y="251"/>
                    <a:pt x="255" y="246"/>
                  </a:cubicBezTo>
                  <a:cubicBezTo>
                    <a:pt x="33" y="106"/>
                    <a:pt x="33" y="106"/>
                    <a:pt x="33" y="106"/>
                  </a:cubicBezTo>
                  <a:cubicBezTo>
                    <a:pt x="8" y="90"/>
                    <a:pt x="0" y="57"/>
                    <a:pt x="16" y="32"/>
                  </a:cubicBezTo>
                  <a:cubicBezTo>
                    <a:pt x="31" y="8"/>
                    <a:pt x="64" y="0"/>
                    <a:pt x="89" y="16"/>
                  </a:cubicBezTo>
                  <a:cubicBezTo>
                    <a:pt x="312" y="156"/>
                    <a:pt x="312" y="156"/>
                    <a:pt x="312" y="156"/>
                  </a:cubicBezTo>
                  <a:cubicBezTo>
                    <a:pt x="337" y="171"/>
                    <a:pt x="344" y="204"/>
                    <a:pt x="328" y="229"/>
                  </a:cubicBezTo>
                  <a:cubicBezTo>
                    <a:pt x="318" y="245"/>
                    <a:pt x="301" y="254"/>
                    <a:pt x="283" y="254"/>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solidFill>
                <a:latin typeface="Calibri"/>
                <a:ea typeface="宋体" panose="02010600030101010101" pitchFamily="2" charset="-122"/>
              </a:endParaRPr>
            </a:p>
          </p:txBody>
        </p:sp>
        <p:sp>
          <p:nvSpPr>
            <p:cNvPr id="54" name="Freeform 7"/>
            <p:cNvSpPr/>
            <p:nvPr/>
          </p:nvSpPr>
          <p:spPr bwMode="auto">
            <a:xfrm>
              <a:off x="4753" y="1426"/>
              <a:ext cx="652" cy="286"/>
            </a:xfrm>
            <a:custGeom>
              <a:avLst/>
              <a:gdLst>
                <a:gd name="T0" fmla="*/ 101 w 374"/>
                <a:gd name="T1" fmla="*/ 286 h 164"/>
                <a:gd name="T2" fmla="*/ 10 w 374"/>
                <a:gd name="T3" fmla="*/ 211 h 164"/>
                <a:gd name="T4" fmla="*/ 84 w 374"/>
                <a:gd name="T5" fmla="*/ 101 h 164"/>
                <a:gd name="T6" fmla="*/ 532 w 374"/>
                <a:gd name="T7" fmla="*/ 10 h 164"/>
                <a:gd name="T8" fmla="*/ 642 w 374"/>
                <a:gd name="T9" fmla="*/ 84 h 164"/>
                <a:gd name="T10" fmla="*/ 568 w 374"/>
                <a:gd name="T11" fmla="*/ 192 h 164"/>
                <a:gd name="T12" fmla="*/ 120 w 374"/>
                <a:gd name="T13" fmla="*/ 284 h 164"/>
                <a:gd name="T14" fmla="*/ 101 w 374"/>
                <a:gd name="T15" fmla="*/ 286 h 1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4" h="164">
                  <a:moveTo>
                    <a:pt x="58" y="164"/>
                  </a:moveTo>
                  <a:cubicBezTo>
                    <a:pt x="33" y="164"/>
                    <a:pt x="11" y="146"/>
                    <a:pt x="6" y="121"/>
                  </a:cubicBezTo>
                  <a:cubicBezTo>
                    <a:pt x="0" y="92"/>
                    <a:pt x="19" y="64"/>
                    <a:pt x="48" y="58"/>
                  </a:cubicBezTo>
                  <a:cubicBezTo>
                    <a:pt x="305" y="6"/>
                    <a:pt x="305" y="6"/>
                    <a:pt x="305" y="6"/>
                  </a:cubicBezTo>
                  <a:cubicBezTo>
                    <a:pt x="334" y="0"/>
                    <a:pt x="362" y="19"/>
                    <a:pt x="368" y="48"/>
                  </a:cubicBezTo>
                  <a:cubicBezTo>
                    <a:pt x="374" y="76"/>
                    <a:pt x="355" y="104"/>
                    <a:pt x="326" y="110"/>
                  </a:cubicBezTo>
                  <a:cubicBezTo>
                    <a:pt x="69" y="163"/>
                    <a:pt x="69" y="163"/>
                    <a:pt x="69" y="163"/>
                  </a:cubicBezTo>
                  <a:cubicBezTo>
                    <a:pt x="65" y="163"/>
                    <a:pt x="62" y="164"/>
                    <a:pt x="58" y="164"/>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solidFill>
                <a:latin typeface="Calibri"/>
                <a:ea typeface="宋体" panose="02010600030101010101" pitchFamily="2" charset="-122"/>
              </a:endParaRPr>
            </a:p>
          </p:txBody>
        </p:sp>
        <p:sp>
          <p:nvSpPr>
            <p:cNvPr id="55" name="Freeform 8"/>
            <p:cNvSpPr/>
            <p:nvPr/>
          </p:nvSpPr>
          <p:spPr bwMode="auto">
            <a:xfrm>
              <a:off x="4294" y="333"/>
              <a:ext cx="463" cy="578"/>
            </a:xfrm>
            <a:custGeom>
              <a:avLst/>
              <a:gdLst>
                <a:gd name="T0" fmla="*/ 104 w 266"/>
                <a:gd name="T1" fmla="*/ 578 h 332"/>
                <a:gd name="T2" fmla="*/ 54 w 266"/>
                <a:gd name="T3" fmla="*/ 564 h 332"/>
                <a:gd name="T4" fmla="*/ 28 w 266"/>
                <a:gd name="T5" fmla="*/ 435 h 332"/>
                <a:gd name="T6" fmla="*/ 280 w 266"/>
                <a:gd name="T7" fmla="*/ 54 h 332"/>
                <a:gd name="T8" fmla="*/ 409 w 266"/>
                <a:gd name="T9" fmla="*/ 28 h 332"/>
                <a:gd name="T10" fmla="*/ 435 w 266"/>
                <a:gd name="T11" fmla="*/ 157 h 332"/>
                <a:gd name="T12" fmla="*/ 183 w 266"/>
                <a:gd name="T13" fmla="*/ 538 h 332"/>
                <a:gd name="T14" fmla="*/ 104 w 266"/>
                <a:gd name="T15" fmla="*/ 578 h 3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6" h="332">
                  <a:moveTo>
                    <a:pt x="60" y="332"/>
                  </a:moveTo>
                  <a:cubicBezTo>
                    <a:pt x="50" y="332"/>
                    <a:pt x="40" y="330"/>
                    <a:pt x="31" y="324"/>
                  </a:cubicBezTo>
                  <a:cubicBezTo>
                    <a:pt x="6" y="307"/>
                    <a:pt x="0" y="274"/>
                    <a:pt x="16" y="250"/>
                  </a:cubicBezTo>
                  <a:cubicBezTo>
                    <a:pt x="161" y="31"/>
                    <a:pt x="161" y="31"/>
                    <a:pt x="161" y="31"/>
                  </a:cubicBezTo>
                  <a:cubicBezTo>
                    <a:pt x="178" y="6"/>
                    <a:pt x="211" y="0"/>
                    <a:pt x="235" y="16"/>
                  </a:cubicBezTo>
                  <a:cubicBezTo>
                    <a:pt x="260" y="32"/>
                    <a:pt x="266" y="65"/>
                    <a:pt x="250" y="90"/>
                  </a:cubicBezTo>
                  <a:cubicBezTo>
                    <a:pt x="105" y="309"/>
                    <a:pt x="105" y="309"/>
                    <a:pt x="105" y="309"/>
                  </a:cubicBezTo>
                  <a:cubicBezTo>
                    <a:pt x="94" y="324"/>
                    <a:pt x="77" y="332"/>
                    <a:pt x="60" y="332"/>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solidFill>
                <a:latin typeface="Calibri"/>
                <a:ea typeface="宋体" panose="02010600030101010101" pitchFamily="2" charset="-122"/>
              </a:endParaRPr>
            </a:p>
          </p:txBody>
        </p:sp>
        <p:sp>
          <p:nvSpPr>
            <p:cNvPr id="56" name="Freeform 9"/>
            <p:cNvSpPr/>
            <p:nvPr/>
          </p:nvSpPr>
          <p:spPr bwMode="auto">
            <a:xfrm>
              <a:off x="3465" y="-2"/>
              <a:ext cx="189" cy="645"/>
            </a:xfrm>
            <a:custGeom>
              <a:avLst/>
              <a:gdLst>
                <a:gd name="T0" fmla="*/ 97 w 109"/>
                <a:gd name="T1" fmla="*/ 645 h 370"/>
                <a:gd name="T2" fmla="*/ 3 w 109"/>
                <a:gd name="T3" fmla="*/ 553 h 370"/>
                <a:gd name="T4" fmla="*/ 0 w 109"/>
                <a:gd name="T5" fmla="*/ 94 h 370"/>
                <a:gd name="T6" fmla="*/ 92 w 109"/>
                <a:gd name="T7" fmla="*/ 0 h 370"/>
                <a:gd name="T8" fmla="*/ 184 w 109"/>
                <a:gd name="T9" fmla="*/ 92 h 370"/>
                <a:gd name="T10" fmla="*/ 189 w 109"/>
                <a:gd name="T11" fmla="*/ 551 h 370"/>
                <a:gd name="T12" fmla="*/ 97 w 109"/>
                <a:gd name="T13" fmla="*/ 645 h 370"/>
                <a:gd name="T14" fmla="*/ 97 w 109"/>
                <a:gd name="T15" fmla="*/ 645 h 37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9" h="370">
                  <a:moveTo>
                    <a:pt x="56" y="370"/>
                  </a:moveTo>
                  <a:cubicBezTo>
                    <a:pt x="26" y="370"/>
                    <a:pt x="3" y="346"/>
                    <a:pt x="2" y="317"/>
                  </a:cubicBezTo>
                  <a:cubicBezTo>
                    <a:pt x="0" y="54"/>
                    <a:pt x="0" y="54"/>
                    <a:pt x="0" y="54"/>
                  </a:cubicBezTo>
                  <a:cubicBezTo>
                    <a:pt x="0" y="25"/>
                    <a:pt x="23" y="1"/>
                    <a:pt x="53" y="0"/>
                  </a:cubicBezTo>
                  <a:cubicBezTo>
                    <a:pt x="82" y="0"/>
                    <a:pt x="106" y="24"/>
                    <a:pt x="106" y="53"/>
                  </a:cubicBezTo>
                  <a:cubicBezTo>
                    <a:pt x="109" y="316"/>
                    <a:pt x="109" y="316"/>
                    <a:pt x="109" y="316"/>
                  </a:cubicBezTo>
                  <a:cubicBezTo>
                    <a:pt x="109" y="345"/>
                    <a:pt x="86" y="369"/>
                    <a:pt x="56" y="370"/>
                  </a:cubicBezTo>
                  <a:cubicBezTo>
                    <a:pt x="56" y="370"/>
                    <a:pt x="56" y="370"/>
                    <a:pt x="56" y="370"/>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solidFill>
                <a:latin typeface="Calibri"/>
                <a:ea typeface="宋体" panose="02010600030101010101" pitchFamily="2" charset="-122"/>
              </a:endParaRPr>
            </a:p>
          </p:txBody>
        </p:sp>
        <p:sp>
          <p:nvSpPr>
            <p:cNvPr id="57" name="Freeform 10"/>
            <p:cNvSpPr/>
            <p:nvPr/>
          </p:nvSpPr>
          <p:spPr bwMode="auto">
            <a:xfrm>
              <a:off x="1923" y="2362"/>
              <a:ext cx="599" cy="442"/>
            </a:xfrm>
            <a:custGeom>
              <a:avLst/>
              <a:gdLst>
                <a:gd name="T0" fmla="*/ 106 w 344"/>
                <a:gd name="T1" fmla="*/ 442 h 254"/>
                <a:gd name="T2" fmla="*/ 28 w 344"/>
                <a:gd name="T3" fmla="*/ 398 h 254"/>
                <a:gd name="T4" fmla="*/ 56 w 344"/>
                <a:gd name="T5" fmla="*/ 271 h 254"/>
                <a:gd name="T6" fmla="*/ 444 w 344"/>
                <a:gd name="T7" fmla="*/ 28 h 254"/>
                <a:gd name="T8" fmla="*/ 571 w 344"/>
                <a:gd name="T9" fmla="*/ 57 h 254"/>
                <a:gd name="T10" fmla="*/ 542 w 344"/>
                <a:gd name="T11" fmla="*/ 184 h 254"/>
                <a:gd name="T12" fmla="*/ 155 w 344"/>
                <a:gd name="T13" fmla="*/ 428 h 254"/>
                <a:gd name="T14" fmla="*/ 106 w 344"/>
                <a:gd name="T15" fmla="*/ 442 h 2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44" h="254">
                  <a:moveTo>
                    <a:pt x="61" y="254"/>
                  </a:moveTo>
                  <a:cubicBezTo>
                    <a:pt x="43" y="254"/>
                    <a:pt x="26" y="245"/>
                    <a:pt x="16" y="229"/>
                  </a:cubicBezTo>
                  <a:cubicBezTo>
                    <a:pt x="0" y="204"/>
                    <a:pt x="7" y="172"/>
                    <a:pt x="32" y="156"/>
                  </a:cubicBezTo>
                  <a:cubicBezTo>
                    <a:pt x="255" y="16"/>
                    <a:pt x="255" y="16"/>
                    <a:pt x="255" y="16"/>
                  </a:cubicBezTo>
                  <a:cubicBezTo>
                    <a:pt x="280" y="0"/>
                    <a:pt x="312" y="8"/>
                    <a:pt x="328" y="33"/>
                  </a:cubicBezTo>
                  <a:cubicBezTo>
                    <a:pt x="344" y="58"/>
                    <a:pt x="336" y="90"/>
                    <a:pt x="311" y="106"/>
                  </a:cubicBezTo>
                  <a:cubicBezTo>
                    <a:pt x="89" y="246"/>
                    <a:pt x="89" y="246"/>
                    <a:pt x="89" y="246"/>
                  </a:cubicBezTo>
                  <a:cubicBezTo>
                    <a:pt x="80" y="252"/>
                    <a:pt x="70" y="254"/>
                    <a:pt x="61" y="254"/>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solidFill>
                <a:latin typeface="Calibri"/>
                <a:ea typeface="宋体" panose="02010600030101010101" pitchFamily="2" charset="-122"/>
              </a:endParaRPr>
            </a:p>
          </p:txBody>
        </p:sp>
        <p:sp>
          <p:nvSpPr>
            <p:cNvPr id="58" name="Freeform 11"/>
            <p:cNvSpPr/>
            <p:nvPr/>
          </p:nvSpPr>
          <p:spPr bwMode="auto">
            <a:xfrm>
              <a:off x="1672" y="1425"/>
              <a:ext cx="652" cy="284"/>
            </a:xfrm>
            <a:custGeom>
              <a:avLst/>
              <a:gdLst>
                <a:gd name="T0" fmla="*/ 551 w 374"/>
                <a:gd name="T1" fmla="*/ 284 h 163"/>
                <a:gd name="T2" fmla="*/ 532 w 374"/>
                <a:gd name="T3" fmla="*/ 282 h 163"/>
                <a:gd name="T4" fmla="*/ 84 w 374"/>
                <a:gd name="T5" fmla="*/ 192 h 163"/>
                <a:gd name="T6" fmla="*/ 10 w 374"/>
                <a:gd name="T7" fmla="*/ 82 h 163"/>
                <a:gd name="T8" fmla="*/ 120 w 374"/>
                <a:gd name="T9" fmla="*/ 9 h 163"/>
                <a:gd name="T10" fmla="*/ 568 w 374"/>
                <a:gd name="T11" fmla="*/ 101 h 163"/>
                <a:gd name="T12" fmla="*/ 642 w 374"/>
                <a:gd name="T13" fmla="*/ 209 h 163"/>
                <a:gd name="T14" fmla="*/ 551 w 374"/>
                <a:gd name="T15" fmla="*/ 284 h 1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4" h="163">
                  <a:moveTo>
                    <a:pt x="316" y="163"/>
                  </a:moveTo>
                  <a:cubicBezTo>
                    <a:pt x="312" y="163"/>
                    <a:pt x="309" y="163"/>
                    <a:pt x="305" y="162"/>
                  </a:cubicBezTo>
                  <a:cubicBezTo>
                    <a:pt x="48" y="110"/>
                    <a:pt x="48" y="110"/>
                    <a:pt x="48" y="110"/>
                  </a:cubicBezTo>
                  <a:cubicBezTo>
                    <a:pt x="19" y="104"/>
                    <a:pt x="0" y="76"/>
                    <a:pt x="6" y="47"/>
                  </a:cubicBezTo>
                  <a:cubicBezTo>
                    <a:pt x="12" y="18"/>
                    <a:pt x="40" y="0"/>
                    <a:pt x="69" y="5"/>
                  </a:cubicBezTo>
                  <a:cubicBezTo>
                    <a:pt x="326" y="58"/>
                    <a:pt x="326" y="58"/>
                    <a:pt x="326" y="58"/>
                  </a:cubicBezTo>
                  <a:cubicBezTo>
                    <a:pt x="355" y="63"/>
                    <a:pt x="374" y="92"/>
                    <a:pt x="368" y="120"/>
                  </a:cubicBezTo>
                  <a:cubicBezTo>
                    <a:pt x="363" y="146"/>
                    <a:pt x="341" y="163"/>
                    <a:pt x="316" y="163"/>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solidFill>
                <a:latin typeface="Calibri"/>
                <a:ea typeface="宋体" panose="02010600030101010101" pitchFamily="2" charset="-122"/>
              </a:endParaRPr>
            </a:p>
          </p:txBody>
        </p:sp>
        <p:sp>
          <p:nvSpPr>
            <p:cNvPr id="59" name="Freeform 12"/>
            <p:cNvSpPr/>
            <p:nvPr/>
          </p:nvSpPr>
          <p:spPr bwMode="auto">
            <a:xfrm>
              <a:off x="2320" y="329"/>
              <a:ext cx="464" cy="580"/>
            </a:xfrm>
            <a:custGeom>
              <a:avLst/>
              <a:gdLst>
                <a:gd name="T0" fmla="*/ 359 w 266"/>
                <a:gd name="T1" fmla="*/ 580 h 333"/>
                <a:gd name="T2" fmla="*/ 281 w 266"/>
                <a:gd name="T3" fmla="*/ 538 h 333"/>
                <a:gd name="T4" fmla="*/ 28 w 266"/>
                <a:gd name="T5" fmla="*/ 157 h 333"/>
                <a:gd name="T6" fmla="*/ 54 w 266"/>
                <a:gd name="T7" fmla="*/ 28 h 333"/>
                <a:gd name="T8" fmla="*/ 183 w 266"/>
                <a:gd name="T9" fmla="*/ 54 h 333"/>
                <a:gd name="T10" fmla="*/ 436 w 266"/>
                <a:gd name="T11" fmla="*/ 435 h 333"/>
                <a:gd name="T12" fmla="*/ 410 w 266"/>
                <a:gd name="T13" fmla="*/ 564 h 333"/>
                <a:gd name="T14" fmla="*/ 359 w 266"/>
                <a:gd name="T15" fmla="*/ 580 h 33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6" h="333">
                  <a:moveTo>
                    <a:pt x="206" y="333"/>
                  </a:moveTo>
                  <a:cubicBezTo>
                    <a:pt x="189" y="333"/>
                    <a:pt x="172" y="324"/>
                    <a:pt x="161" y="309"/>
                  </a:cubicBezTo>
                  <a:cubicBezTo>
                    <a:pt x="16" y="90"/>
                    <a:pt x="16" y="90"/>
                    <a:pt x="16" y="90"/>
                  </a:cubicBezTo>
                  <a:cubicBezTo>
                    <a:pt x="0" y="66"/>
                    <a:pt x="6" y="33"/>
                    <a:pt x="31" y="16"/>
                  </a:cubicBezTo>
                  <a:cubicBezTo>
                    <a:pt x="55" y="0"/>
                    <a:pt x="88" y="7"/>
                    <a:pt x="105" y="31"/>
                  </a:cubicBezTo>
                  <a:cubicBezTo>
                    <a:pt x="250" y="250"/>
                    <a:pt x="250" y="250"/>
                    <a:pt x="250" y="250"/>
                  </a:cubicBezTo>
                  <a:cubicBezTo>
                    <a:pt x="266" y="275"/>
                    <a:pt x="260" y="308"/>
                    <a:pt x="235" y="324"/>
                  </a:cubicBezTo>
                  <a:cubicBezTo>
                    <a:pt x="226" y="330"/>
                    <a:pt x="216" y="333"/>
                    <a:pt x="206" y="333"/>
                  </a:cubicBez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solidFill>
                <a:latin typeface="Calibri"/>
                <a:ea typeface="宋体" panose="02010600030101010101" pitchFamily="2" charset="-122"/>
              </a:endParaRPr>
            </a:p>
          </p:txBody>
        </p:sp>
        <p:sp>
          <p:nvSpPr>
            <p:cNvPr id="60" name="Freeform 13"/>
            <p:cNvSpPr>
              <a:spLocks noEditPoints="1"/>
            </p:cNvSpPr>
            <p:nvPr/>
          </p:nvSpPr>
          <p:spPr bwMode="auto">
            <a:xfrm>
              <a:off x="2498" y="817"/>
              <a:ext cx="2100" cy="2567"/>
            </a:xfrm>
            <a:custGeom>
              <a:avLst/>
              <a:gdLst>
                <a:gd name="T0" fmla="*/ 1050 w 1206"/>
                <a:gd name="T1" fmla="*/ 0 h 1474"/>
                <a:gd name="T2" fmla="*/ 0 w 1206"/>
                <a:gd name="T3" fmla="*/ 1050 h 1474"/>
                <a:gd name="T4" fmla="*/ 165 w 1206"/>
                <a:gd name="T5" fmla="*/ 1616 h 1474"/>
                <a:gd name="T6" fmla="*/ 536 w 1206"/>
                <a:gd name="T7" fmla="*/ 1966 h 1474"/>
                <a:gd name="T8" fmla="*/ 536 w 1206"/>
                <a:gd name="T9" fmla="*/ 2314 h 1474"/>
                <a:gd name="T10" fmla="*/ 789 w 1206"/>
                <a:gd name="T11" fmla="*/ 2567 h 1474"/>
                <a:gd name="T12" fmla="*/ 1339 w 1206"/>
                <a:gd name="T13" fmla="*/ 2567 h 1474"/>
                <a:gd name="T14" fmla="*/ 1592 w 1206"/>
                <a:gd name="T15" fmla="*/ 2314 h 1474"/>
                <a:gd name="T16" fmla="*/ 1592 w 1206"/>
                <a:gd name="T17" fmla="*/ 1951 h 1474"/>
                <a:gd name="T18" fmla="*/ 2100 w 1206"/>
                <a:gd name="T19" fmla="*/ 1050 h 1474"/>
                <a:gd name="T20" fmla="*/ 1050 w 1206"/>
                <a:gd name="T21" fmla="*/ 0 h 1474"/>
                <a:gd name="T22" fmla="*/ 1440 w 1206"/>
                <a:gd name="T23" fmla="*/ 1797 h 1474"/>
                <a:gd name="T24" fmla="*/ 1384 w 1206"/>
                <a:gd name="T25" fmla="*/ 1890 h 1474"/>
                <a:gd name="T26" fmla="*/ 1384 w 1206"/>
                <a:gd name="T27" fmla="*/ 1973 h 1474"/>
                <a:gd name="T28" fmla="*/ 744 w 1206"/>
                <a:gd name="T29" fmla="*/ 1973 h 1474"/>
                <a:gd name="T30" fmla="*/ 744 w 1206"/>
                <a:gd name="T31" fmla="*/ 1903 h 1474"/>
                <a:gd name="T32" fmla="*/ 686 w 1206"/>
                <a:gd name="T33" fmla="*/ 1809 h 1474"/>
                <a:gd name="T34" fmla="*/ 207 w 1206"/>
                <a:gd name="T35" fmla="*/ 1050 h 1474"/>
                <a:gd name="T36" fmla="*/ 1050 w 1206"/>
                <a:gd name="T37" fmla="*/ 207 h 1474"/>
                <a:gd name="T38" fmla="*/ 1893 w 1206"/>
                <a:gd name="T39" fmla="*/ 1050 h 1474"/>
                <a:gd name="T40" fmla="*/ 1440 w 1206"/>
                <a:gd name="T41" fmla="*/ 1797 h 14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206" h="1474">
                  <a:moveTo>
                    <a:pt x="603" y="0"/>
                  </a:moveTo>
                  <a:cubicBezTo>
                    <a:pt x="271" y="0"/>
                    <a:pt x="0" y="271"/>
                    <a:pt x="0" y="603"/>
                  </a:cubicBezTo>
                  <a:cubicBezTo>
                    <a:pt x="0" y="719"/>
                    <a:pt x="33" y="831"/>
                    <a:pt x="95" y="928"/>
                  </a:cubicBezTo>
                  <a:cubicBezTo>
                    <a:pt x="149" y="1012"/>
                    <a:pt x="222" y="1081"/>
                    <a:pt x="308" y="1129"/>
                  </a:cubicBezTo>
                  <a:cubicBezTo>
                    <a:pt x="308" y="1329"/>
                    <a:pt x="308" y="1329"/>
                    <a:pt x="308" y="1329"/>
                  </a:cubicBezTo>
                  <a:cubicBezTo>
                    <a:pt x="308" y="1409"/>
                    <a:pt x="373" y="1474"/>
                    <a:pt x="453" y="1474"/>
                  </a:cubicBezTo>
                  <a:cubicBezTo>
                    <a:pt x="769" y="1474"/>
                    <a:pt x="769" y="1474"/>
                    <a:pt x="769" y="1474"/>
                  </a:cubicBezTo>
                  <a:cubicBezTo>
                    <a:pt x="849" y="1474"/>
                    <a:pt x="914" y="1409"/>
                    <a:pt x="914" y="1329"/>
                  </a:cubicBezTo>
                  <a:cubicBezTo>
                    <a:pt x="914" y="1120"/>
                    <a:pt x="914" y="1120"/>
                    <a:pt x="914" y="1120"/>
                  </a:cubicBezTo>
                  <a:cubicBezTo>
                    <a:pt x="1095" y="1011"/>
                    <a:pt x="1206" y="816"/>
                    <a:pt x="1206" y="603"/>
                  </a:cubicBezTo>
                  <a:cubicBezTo>
                    <a:pt x="1206" y="271"/>
                    <a:pt x="936" y="0"/>
                    <a:pt x="603" y="0"/>
                  </a:cubicBezTo>
                  <a:close/>
                  <a:moveTo>
                    <a:pt x="827" y="1032"/>
                  </a:moveTo>
                  <a:cubicBezTo>
                    <a:pt x="807" y="1042"/>
                    <a:pt x="795" y="1063"/>
                    <a:pt x="795" y="1085"/>
                  </a:cubicBezTo>
                  <a:cubicBezTo>
                    <a:pt x="795" y="1133"/>
                    <a:pt x="795" y="1133"/>
                    <a:pt x="795" y="1133"/>
                  </a:cubicBezTo>
                  <a:cubicBezTo>
                    <a:pt x="427" y="1133"/>
                    <a:pt x="427" y="1133"/>
                    <a:pt x="427" y="1133"/>
                  </a:cubicBezTo>
                  <a:cubicBezTo>
                    <a:pt x="427" y="1093"/>
                    <a:pt x="427" y="1093"/>
                    <a:pt x="427" y="1093"/>
                  </a:cubicBezTo>
                  <a:cubicBezTo>
                    <a:pt x="427" y="1070"/>
                    <a:pt x="414" y="1049"/>
                    <a:pt x="394" y="1039"/>
                  </a:cubicBezTo>
                  <a:cubicBezTo>
                    <a:pt x="227" y="959"/>
                    <a:pt x="119" y="788"/>
                    <a:pt x="119" y="603"/>
                  </a:cubicBezTo>
                  <a:cubicBezTo>
                    <a:pt x="119" y="336"/>
                    <a:pt x="336" y="119"/>
                    <a:pt x="603" y="119"/>
                  </a:cubicBezTo>
                  <a:cubicBezTo>
                    <a:pt x="870" y="119"/>
                    <a:pt x="1087" y="336"/>
                    <a:pt x="1087" y="603"/>
                  </a:cubicBezTo>
                  <a:cubicBezTo>
                    <a:pt x="1087" y="784"/>
                    <a:pt x="987" y="948"/>
                    <a:pt x="827" y="1032"/>
                  </a:cubicBezTo>
                  <a:close/>
                </a:path>
              </a:pathLst>
            </a:custGeom>
            <a:solidFill>
              <a:srgbClr val="16294C"/>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solidFill>
                <a:latin typeface="Calibri"/>
                <a:ea typeface="宋体" panose="02010600030101010101" pitchFamily="2" charset="-122"/>
              </a:endParaRPr>
            </a:p>
          </p:txBody>
        </p:sp>
        <p:sp>
          <p:nvSpPr>
            <p:cNvPr id="61" name="Oval 14"/>
            <p:cNvSpPr>
              <a:spLocks noChangeArrowheads="1"/>
            </p:cNvSpPr>
            <p:nvPr/>
          </p:nvSpPr>
          <p:spPr bwMode="auto">
            <a:xfrm>
              <a:off x="2907" y="1200"/>
              <a:ext cx="1343" cy="1343"/>
            </a:xfrm>
            <a:prstGeom prst="ellipse">
              <a:avLst/>
            </a:prstGeom>
            <a:solidFill>
              <a:srgbClr val="F05C4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8323" fontAlgn="base">
                <a:spcBef>
                  <a:spcPct val="0"/>
                </a:spcBef>
                <a:spcAft>
                  <a:spcPct val="0"/>
                </a:spcAft>
              </a:pPr>
              <a:endParaRPr lang="zh-CN" altLang="zh-CN" sz="2400">
                <a:solidFill>
                  <a:prstClr val="black"/>
                </a:solidFill>
                <a:ea typeface="宋体" panose="02010600030101010101" pitchFamily="2" charset="-122"/>
              </a:endParaRPr>
            </a:p>
          </p:txBody>
        </p:sp>
        <p:sp>
          <p:nvSpPr>
            <p:cNvPr id="62" name="Oval 15"/>
            <p:cNvSpPr>
              <a:spLocks noChangeArrowheads="1"/>
            </p:cNvSpPr>
            <p:nvPr/>
          </p:nvSpPr>
          <p:spPr bwMode="auto">
            <a:xfrm>
              <a:off x="3040" y="1334"/>
              <a:ext cx="1076" cy="107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8323" fontAlgn="base">
                <a:spcBef>
                  <a:spcPct val="0"/>
                </a:spcBef>
                <a:spcAft>
                  <a:spcPct val="0"/>
                </a:spcAft>
              </a:pPr>
              <a:endParaRPr lang="zh-CN" altLang="zh-CN" sz="2400">
                <a:solidFill>
                  <a:prstClr val="black"/>
                </a:solidFill>
                <a:ea typeface="宋体" panose="02010600030101010101" pitchFamily="2" charset="-122"/>
              </a:endParaRPr>
            </a:p>
          </p:txBody>
        </p:sp>
        <p:sp>
          <p:nvSpPr>
            <p:cNvPr id="63" name="Oval 16"/>
            <p:cNvSpPr>
              <a:spLocks noChangeArrowheads="1"/>
            </p:cNvSpPr>
            <p:nvPr/>
          </p:nvSpPr>
          <p:spPr bwMode="auto">
            <a:xfrm>
              <a:off x="3155" y="1449"/>
              <a:ext cx="846" cy="846"/>
            </a:xfrm>
            <a:prstGeom prst="ellipse">
              <a:avLst/>
            </a:prstGeom>
            <a:solidFill>
              <a:srgbClr val="F05C4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8323" fontAlgn="base">
                <a:spcBef>
                  <a:spcPct val="0"/>
                </a:spcBef>
                <a:spcAft>
                  <a:spcPct val="0"/>
                </a:spcAft>
              </a:pPr>
              <a:endParaRPr lang="zh-CN" altLang="zh-CN" sz="2400">
                <a:solidFill>
                  <a:prstClr val="black"/>
                </a:solidFill>
                <a:ea typeface="宋体" panose="02010600030101010101" pitchFamily="2" charset="-122"/>
              </a:endParaRPr>
            </a:p>
          </p:txBody>
        </p:sp>
        <p:sp>
          <p:nvSpPr>
            <p:cNvPr id="64" name="Oval 17"/>
            <p:cNvSpPr>
              <a:spLocks noChangeArrowheads="1"/>
            </p:cNvSpPr>
            <p:nvPr/>
          </p:nvSpPr>
          <p:spPr bwMode="auto">
            <a:xfrm>
              <a:off x="3280" y="1573"/>
              <a:ext cx="596" cy="59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8323" fontAlgn="base">
                <a:spcBef>
                  <a:spcPct val="0"/>
                </a:spcBef>
                <a:spcAft>
                  <a:spcPct val="0"/>
                </a:spcAft>
              </a:pPr>
              <a:endParaRPr lang="zh-CN" altLang="zh-CN" sz="2400">
                <a:solidFill>
                  <a:prstClr val="black"/>
                </a:solidFill>
                <a:ea typeface="宋体" panose="02010600030101010101" pitchFamily="2" charset="-122"/>
              </a:endParaRPr>
            </a:p>
          </p:txBody>
        </p:sp>
        <p:sp>
          <p:nvSpPr>
            <p:cNvPr id="65" name="Oval 18"/>
            <p:cNvSpPr>
              <a:spLocks noChangeArrowheads="1"/>
            </p:cNvSpPr>
            <p:nvPr/>
          </p:nvSpPr>
          <p:spPr bwMode="auto">
            <a:xfrm>
              <a:off x="3391" y="1684"/>
              <a:ext cx="373" cy="375"/>
            </a:xfrm>
            <a:prstGeom prst="ellipse">
              <a:avLst/>
            </a:prstGeom>
            <a:solidFill>
              <a:srgbClr val="F05C4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8323" fontAlgn="base">
                <a:spcBef>
                  <a:spcPct val="0"/>
                </a:spcBef>
                <a:spcAft>
                  <a:spcPct val="0"/>
                </a:spcAft>
              </a:pPr>
              <a:endParaRPr lang="zh-CN" altLang="zh-CN" sz="2400">
                <a:solidFill>
                  <a:prstClr val="black"/>
                </a:solidFill>
                <a:ea typeface="宋体" panose="02010600030101010101" pitchFamily="2" charset="-122"/>
              </a:endParaRPr>
            </a:p>
          </p:txBody>
        </p:sp>
        <p:sp>
          <p:nvSpPr>
            <p:cNvPr id="66" name="Oval 19"/>
            <p:cNvSpPr>
              <a:spLocks noChangeArrowheads="1"/>
            </p:cNvSpPr>
            <p:nvPr/>
          </p:nvSpPr>
          <p:spPr bwMode="auto">
            <a:xfrm>
              <a:off x="3508" y="1803"/>
              <a:ext cx="139" cy="139"/>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defTabSz="1218323" fontAlgn="base">
                <a:spcBef>
                  <a:spcPct val="0"/>
                </a:spcBef>
                <a:spcAft>
                  <a:spcPct val="0"/>
                </a:spcAft>
              </a:pPr>
              <a:endParaRPr lang="zh-CN" altLang="zh-CN" sz="2400">
                <a:solidFill>
                  <a:prstClr val="black"/>
                </a:solidFill>
                <a:ea typeface="宋体" panose="02010600030101010101" pitchFamily="2" charset="-122"/>
              </a:endParaRPr>
            </a:p>
          </p:txBody>
        </p:sp>
        <p:sp>
          <p:nvSpPr>
            <p:cNvPr id="67" name="Freeform 20"/>
            <p:cNvSpPr/>
            <p:nvPr/>
          </p:nvSpPr>
          <p:spPr bwMode="auto">
            <a:xfrm>
              <a:off x="3578" y="1087"/>
              <a:ext cx="792" cy="794"/>
            </a:xfrm>
            <a:custGeom>
              <a:avLst/>
              <a:gdLst>
                <a:gd name="T0" fmla="*/ 543 w 792"/>
                <a:gd name="T1" fmla="*/ 282 h 794"/>
                <a:gd name="T2" fmla="*/ 627 w 792"/>
                <a:gd name="T3" fmla="*/ 282 h 794"/>
                <a:gd name="T4" fmla="*/ 792 w 792"/>
                <a:gd name="T5" fmla="*/ 116 h 794"/>
                <a:gd name="T6" fmla="*/ 677 w 792"/>
                <a:gd name="T7" fmla="*/ 116 h 794"/>
                <a:gd name="T8" fmla="*/ 674 w 792"/>
                <a:gd name="T9" fmla="*/ 0 h 794"/>
                <a:gd name="T10" fmla="*/ 507 w 792"/>
                <a:gd name="T11" fmla="*/ 165 h 794"/>
                <a:gd name="T12" fmla="*/ 512 w 792"/>
                <a:gd name="T13" fmla="*/ 252 h 794"/>
                <a:gd name="T14" fmla="*/ 0 w 792"/>
                <a:gd name="T15" fmla="*/ 754 h 794"/>
                <a:gd name="T16" fmla="*/ 0 w 792"/>
                <a:gd name="T17" fmla="*/ 794 h 794"/>
                <a:gd name="T18" fmla="*/ 43 w 792"/>
                <a:gd name="T19" fmla="*/ 794 h 794"/>
                <a:gd name="T20" fmla="*/ 543 w 792"/>
                <a:gd name="T21" fmla="*/ 282 h 7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92" h="794">
                  <a:moveTo>
                    <a:pt x="543" y="282"/>
                  </a:moveTo>
                  <a:lnTo>
                    <a:pt x="627" y="282"/>
                  </a:lnTo>
                  <a:lnTo>
                    <a:pt x="792" y="116"/>
                  </a:lnTo>
                  <a:lnTo>
                    <a:pt x="677" y="116"/>
                  </a:lnTo>
                  <a:lnTo>
                    <a:pt x="674" y="0"/>
                  </a:lnTo>
                  <a:lnTo>
                    <a:pt x="507" y="165"/>
                  </a:lnTo>
                  <a:lnTo>
                    <a:pt x="512" y="252"/>
                  </a:lnTo>
                  <a:lnTo>
                    <a:pt x="0" y="754"/>
                  </a:lnTo>
                  <a:lnTo>
                    <a:pt x="0" y="794"/>
                  </a:lnTo>
                  <a:lnTo>
                    <a:pt x="43" y="794"/>
                  </a:lnTo>
                  <a:lnTo>
                    <a:pt x="543" y="282"/>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solidFill>
                <a:latin typeface="Calibri"/>
                <a:ea typeface="宋体" panose="02010600030101010101" pitchFamily="2" charset="-122"/>
              </a:endParaRPr>
            </a:p>
          </p:txBody>
        </p:sp>
        <p:sp>
          <p:nvSpPr>
            <p:cNvPr id="68" name="Freeform 21"/>
            <p:cNvSpPr/>
            <p:nvPr/>
          </p:nvSpPr>
          <p:spPr bwMode="auto">
            <a:xfrm>
              <a:off x="3578" y="1087"/>
              <a:ext cx="792" cy="794"/>
            </a:xfrm>
            <a:custGeom>
              <a:avLst/>
              <a:gdLst>
                <a:gd name="T0" fmla="*/ 543 w 792"/>
                <a:gd name="T1" fmla="*/ 282 h 794"/>
                <a:gd name="T2" fmla="*/ 627 w 792"/>
                <a:gd name="T3" fmla="*/ 282 h 794"/>
                <a:gd name="T4" fmla="*/ 792 w 792"/>
                <a:gd name="T5" fmla="*/ 116 h 794"/>
                <a:gd name="T6" fmla="*/ 677 w 792"/>
                <a:gd name="T7" fmla="*/ 116 h 794"/>
                <a:gd name="T8" fmla="*/ 674 w 792"/>
                <a:gd name="T9" fmla="*/ 0 h 794"/>
                <a:gd name="T10" fmla="*/ 507 w 792"/>
                <a:gd name="T11" fmla="*/ 165 h 794"/>
                <a:gd name="T12" fmla="*/ 512 w 792"/>
                <a:gd name="T13" fmla="*/ 252 h 794"/>
                <a:gd name="T14" fmla="*/ 0 w 792"/>
                <a:gd name="T15" fmla="*/ 754 h 794"/>
                <a:gd name="T16" fmla="*/ 0 w 792"/>
                <a:gd name="T17" fmla="*/ 794 h 794"/>
                <a:gd name="T18" fmla="*/ 43 w 792"/>
                <a:gd name="T19" fmla="*/ 794 h 7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92" h="794">
                  <a:moveTo>
                    <a:pt x="543" y="282"/>
                  </a:moveTo>
                  <a:lnTo>
                    <a:pt x="627" y="282"/>
                  </a:lnTo>
                  <a:lnTo>
                    <a:pt x="792" y="116"/>
                  </a:lnTo>
                  <a:lnTo>
                    <a:pt x="677" y="116"/>
                  </a:lnTo>
                  <a:lnTo>
                    <a:pt x="674" y="0"/>
                  </a:lnTo>
                  <a:lnTo>
                    <a:pt x="507" y="165"/>
                  </a:lnTo>
                  <a:lnTo>
                    <a:pt x="512" y="252"/>
                  </a:lnTo>
                  <a:lnTo>
                    <a:pt x="0" y="754"/>
                  </a:lnTo>
                  <a:lnTo>
                    <a:pt x="0" y="794"/>
                  </a:lnTo>
                  <a:lnTo>
                    <a:pt x="43" y="79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solidFill>
                <a:latin typeface="Calibri"/>
                <a:ea typeface="宋体" panose="02010600030101010101" pitchFamily="2" charset="-122"/>
              </a:endParaRPr>
            </a:p>
          </p:txBody>
        </p:sp>
      </p:grpSp>
      <p:sp>
        <p:nvSpPr>
          <p:cNvPr id="70" name="TextBox 69"/>
          <p:cNvSpPr txBox="1">
            <a:spLocks noChangeArrowheads="1"/>
          </p:cNvSpPr>
          <p:nvPr/>
        </p:nvSpPr>
        <p:spPr bwMode="auto">
          <a:xfrm>
            <a:off x="5947200" y="1250651"/>
            <a:ext cx="4276818" cy="83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71" tIns="45719" rIns="91371" bIns="45719">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defTabSz="1218323" fontAlgn="base">
              <a:spcBef>
                <a:spcPct val="0"/>
              </a:spcBef>
              <a:spcAft>
                <a:spcPct val="0"/>
              </a:spcAft>
            </a:pPr>
            <a:r>
              <a:rPr lang="zh-CN" altLang="en-US" sz="2400" b="1" dirty="0">
                <a:solidFill>
                  <a:srgbClr val="44546A"/>
                </a:solidFill>
                <a:latin typeface="Raleway" panose="020B0003030101060003" pitchFamily="34" charset="0"/>
                <a:ea typeface="宋体" panose="02010600030101010101" pitchFamily="2" charset="-122"/>
              </a:rPr>
              <a:t>为什么我们需要一个数学习题推荐系统？</a:t>
            </a:r>
            <a:endParaRPr lang="en-US" altLang="zh-CN" sz="2400" b="1" dirty="0">
              <a:solidFill>
                <a:srgbClr val="44546A"/>
              </a:solidFill>
              <a:latin typeface="Raleway" panose="020B0003030101060003" pitchFamily="34" charset="0"/>
              <a:ea typeface="宋体" panose="02010600030101010101" pitchFamily="2" charset="-122"/>
            </a:endParaRPr>
          </a:p>
        </p:txBody>
      </p:sp>
      <p:grpSp>
        <p:nvGrpSpPr>
          <p:cNvPr id="72" name="Group 344"/>
          <p:cNvGrpSpPr/>
          <p:nvPr/>
        </p:nvGrpSpPr>
        <p:grpSpPr bwMode="auto">
          <a:xfrm>
            <a:off x="8642813" y="4074083"/>
            <a:ext cx="2044248" cy="646331"/>
            <a:chOff x="4643438" y="2786064"/>
            <a:chExt cx="2044238" cy="646150"/>
          </a:xfrm>
        </p:grpSpPr>
        <p:sp>
          <p:nvSpPr>
            <p:cNvPr id="88" name="Rectangle 43"/>
            <p:cNvSpPr/>
            <p:nvPr/>
          </p:nvSpPr>
          <p:spPr>
            <a:xfrm>
              <a:off x="5072061" y="2786064"/>
              <a:ext cx="1615615" cy="646150"/>
            </a:xfrm>
            <a:prstGeom prst="rect">
              <a:avLst/>
            </a:prstGeom>
          </p:spPr>
          <p:txBody>
            <a:bodyPr wrap="square">
              <a:spAutoFit/>
            </a:bodyPr>
            <a:lstStyle/>
            <a:p>
              <a:pPr defTabSz="1218323">
                <a:defRPr/>
              </a:pPr>
              <a:r>
                <a:rPr lang="zh-CN" altLang="en-US" sz="1200" dirty="0">
                  <a:solidFill>
                    <a:prstClr val="black">
                      <a:lumMod val="95000"/>
                      <a:lumOff val="5000"/>
                    </a:prstClr>
                  </a:solidFill>
                  <a:latin typeface="open sans" panose="020B0606030504020204" pitchFamily="34" charset="0"/>
                  <a:cs typeface="open sans" panose="020B0606030504020204" pitchFamily="34" charset="0"/>
                </a:rPr>
                <a:t>精准、</a:t>
              </a:r>
              <a:r>
                <a:rPr lang="zh-CN" altLang="en-US" sz="1200" dirty="0">
                  <a:solidFill>
                    <a:prstClr val="black">
                      <a:lumMod val="95000"/>
                      <a:lumOff val="5000"/>
                    </a:prstClr>
                  </a:solidFill>
                  <a:latin typeface="Calibri" panose="020F0502020204030204" pitchFamily="34" charset="0"/>
                  <a:cs typeface="open sans" panose="020B0606030504020204" pitchFamily="34" charset="0"/>
                </a:rPr>
                <a:t>合适</a:t>
              </a:r>
              <a:r>
                <a:rPr lang="zh-CN" altLang="en-US" sz="1200" dirty="0">
                  <a:solidFill>
                    <a:prstClr val="black">
                      <a:lumMod val="95000"/>
                      <a:lumOff val="5000"/>
                    </a:prstClr>
                  </a:solidFill>
                  <a:latin typeface="open sans" panose="020B0606030504020204" pitchFamily="34" charset="0"/>
                  <a:cs typeface="open sans" panose="020B0606030504020204" pitchFamily="34" charset="0"/>
                </a:rPr>
                <a:t>的习题推荐，</a:t>
              </a:r>
              <a:r>
                <a:rPr lang="zh-CN" altLang="en-US" sz="1200" dirty="0">
                  <a:solidFill>
                    <a:prstClr val="black">
                      <a:lumMod val="95000"/>
                      <a:lumOff val="5000"/>
                    </a:prstClr>
                  </a:solidFill>
                  <a:latin typeface="Calibri" panose="020F0502020204030204" pitchFamily="34" charset="0"/>
                  <a:cs typeface="open sans" panose="020B0606030504020204" pitchFamily="34" charset="0"/>
                </a:rPr>
                <a:t>大大</a:t>
              </a:r>
              <a:r>
                <a:rPr lang="zh-CN" altLang="en-US" sz="1200" dirty="0">
                  <a:solidFill>
                    <a:prstClr val="black">
                      <a:lumMod val="95000"/>
                      <a:lumOff val="5000"/>
                    </a:prstClr>
                  </a:solidFill>
                  <a:latin typeface="open sans" panose="020B0606030504020204" pitchFamily="34" charset="0"/>
                  <a:cs typeface="open sans" panose="020B0606030504020204" pitchFamily="34" charset="0"/>
                </a:rPr>
                <a:t>节省时间精力</a:t>
              </a:r>
              <a:endParaRPr lang="en-US" sz="1200" dirty="0">
                <a:solidFill>
                  <a:prstClr val="black">
                    <a:lumMod val="95000"/>
                    <a:lumOff val="5000"/>
                  </a:prst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89" name="Group 332"/>
            <p:cNvGrpSpPr/>
            <p:nvPr/>
          </p:nvGrpSpPr>
          <p:grpSpPr bwMode="auto">
            <a:xfrm>
              <a:off x="4643438" y="2786064"/>
              <a:ext cx="288476" cy="288476"/>
              <a:chOff x="4643438" y="2786064"/>
              <a:chExt cx="288476" cy="288476"/>
            </a:xfrm>
          </p:grpSpPr>
          <p:sp>
            <p:nvSpPr>
              <p:cNvPr id="90" name="Oval 45"/>
              <p:cNvSpPr/>
              <p:nvPr/>
            </p:nvSpPr>
            <p:spPr>
              <a:xfrm>
                <a:off x="4643438" y="2786064"/>
                <a:ext cx="288924" cy="288844"/>
              </a:xfrm>
              <a:prstGeom prst="ellipse">
                <a:avLst/>
              </a:prstGeom>
              <a:solidFill>
                <a:srgbClr val="1629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323">
                  <a:defRPr/>
                </a:pPr>
                <a:endParaRPr lang="en-US" sz="1467">
                  <a:solidFill>
                    <a:prstClr val="black">
                      <a:lumMod val="95000"/>
                      <a:lumOff val="5000"/>
                    </a:prstClr>
                  </a:solidFill>
                  <a:latin typeface="Calibri"/>
                </a:endParaRPr>
              </a:p>
            </p:txBody>
          </p:sp>
          <p:sp>
            <p:nvSpPr>
              <p:cNvPr id="91" name="Freeform 26"/>
              <p:cNvSpPr/>
              <p:nvPr/>
            </p:nvSpPr>
            <p:spPr bwMode="auto">
              <a:xfrm>
                <a:off x="4735506" y="2871746"/>
                <a:ext cx="114518" cy="118766"/>
              </a:xfrm>
              <a:custGeom>
                <a:avLst/>
                <a:gdLst>
                  <a:gd name="T0" fmla="*/ 43049 w 274"/>
                  <a:gd name="T1" fmla="*/ 118766 h 284"/>
                  <a:gd name="T2" fmla="*/ 33436 w 274"/>
                  <a:gd name="T3" fmla="*/ 114166 h 284"/>
                  <a:gd name="T4" fmla="*/ 3762 w 274"/>
                  <a:gd name="T5" fmla="*/ 74438 h 284"/>
                  <a:gd name="T6" fmla="*/ 5851 w 274"/>
                  <a:gd name="T7" fmla="*/ 58128 h 284"/>
                  <a:gd name="T8" fmla="*/ 22151 w 274"/>
                  <a:gd name="T9" fmla="*/ 60638 h 284"/>
                  <a:gd name="T10" fmla="*/ 41795 w 274"/>
                  <a:gd name="T11" fmla="*/ 86565 h 284"/>
                  <a:gd name="T12" fmla="*/ 91531 w 274"/>
                  <a:gd name="T13" fmla="*/ 7109 h 284"/>
                  <a:gd name="T14" fmla="*/ 107413 w 274"/>
                  <a:gd name="T15" fmla="*/ 3346 h 284"/>
                  <a:gd name="T16" fmla="*/ 111174 w 274"/>
                  <a:gd name="T17" fmla="*/ 19655 h 284"/>
                  <a:gd name="T18" fmla="*/ 52662 w 274"/>
                  <a:gd name="T19" fmla="*/ 113330 h 284"/>
                  <a:gd name="T20" fmla="*/ 43467 w 274"/>
                  <a:gd name="T21" fmla="*/ 118766 h 284"/>
                  <a:gd name="T22" fmla="*/ 43049 w 274"/>
                  <a:gd name="T23" fmla="*/ 118766 h 2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lumMod val="95000"/>
                      <a:lumOff val="5000"/>
                    </a:prstClr>
                  </a:solidFill>
                  <a:latin typeface="Calibri"/>
                  <a:ea typeface="宋体" panose="02010600030101010101" pitchFamily="2" charset="-122"/>
                </a:endParaRPr>
              </a:p>
            </p:txBody>
          </p:sp>
        </p:grpSp>
      </p:grpSp>
      <p:grpSp>
        <p:nvGrpSpPr>
          <p:cNvPr id="73" name="Group 347"/>
          <p:cNvGrpSpPr/>
          <p:nvPr/>
        </p:nvGrpSpPr>
        <p:grpSpPr bwMode="auto">
          <a:xfrm>
            <a:off x="5603522" y="5063076"/>
            <a:ext cx="2065655" cy="461665"/>
            <a:chOff x="4643438" y="4071580"/>
            <a:chExt cx="2065647" cy="461536"/>
          </a:xfrm>
        </p:grpSpPr>
        <p:sp>
          <p:nvSpPr>
            <p:cNvPr id="84" name="Rectangle 39"/>
            <p:cNvSpPr/>
            <p:nvPr/>
          </p:nvSpPr>
          <p:spPr>
            <a:xfrm>
              <a:off x="5072062" y="4071580"/>
              <a:ext cx="1637023" cy="461536"/>
            </a:xfrm>
            <a:prstGeom prst="rect">
              <a:avLst/>
            </a:prstGeom>
          </p:spPr>
          <p:txBody>
            <a:bodyPr wrap="square">
              <a:spAutoFit/>
            </a:bodyPr>
            <a:lstStyle/>
            <a:p>
              <a:pPr defTabSz="1218323">
                <a:defRPr/>
              </a:pPr>
              <a:r>
                <a:rPr lang="zh-CN" altLang="en-US" sz="1200" dirty="0">
                  <a:solidFill>
                    <a:prstClr val="black">
                      <a:lumMod val="95000"/>
                      <a:lumOff val="5000"/>
                    </a:prstClr>
                  </a:solidFill>
                  <a:latin typeface="Calibri"/>
                  <a:cs typeface="Open Sans" panose="020B0606030504020204" pitchFamily="34" charset="0"/>
                </a:rPr>
                <a:t>茫然刷题，不知向什么方向改进</a:t>
              </a:r>
              <a:endParaRPr lang="en-US" sz="1200" dirty="0">
                <a:solidFill>
                  <a:prstClr val="black">
                    <a:lumMod val="95000"/>
                    <a:lumOff val="5000"/>
                  </a:prstClr>
                </a:solidFill>
                <a:latin typeface="Calibri"/>
                <a:ea typeface="Open Sans" panose="020B0606030504020204" pitchFamily="34" charset="0"/>
                <a:cs typeface="Open Sans" panose="020B0606030504020204" pitchFamily="34" charset="0"/>
              </a:endParaRPr>
            </a:p>
          </p:txBody>
        </p:sp>
        <p:grpSp>
          <p:nvGrpSpPr>
            <p:cNvPr id="85" name="Group 342"/>
            <p:cNvGrpSpPr/>
            <p:nvPr/>
          </p:nvGrpSpPr>
          <p:grpSpPr bwMode="auto">
            <a:xfrm>
              <a:off x="4643438" y="4071948"/>
              <a:ext cx="288476" cy="288476"/>
              <a:chOff x="4643438" y="4071948"/>
              <a:chExt cx="288476" cy="288476"/>
            </a:xfrm>
          </p:grpSpPr>
          <p:sp>
            <p:nvSpPr>
              <p:cNvPr id="86" name="Oval 41"/>
              <p:cNvSpPr/>
              <p:nvPr/>
            </p:nvSpPr>
            <p:spPr>
              <a:xfrm>
                <a:off x="4643438" y="4071580"/>
                <a:ext cx="288924" cy="2888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323">
                  <a:defRPr/>
                </a:pPr>
                <a:endParaRPr lang="en-US" sz="1467">
                  <a:solidFill>
                    <a:prstClr val="black">
                      <a:lumMod val="95000"/>
                      <a:lumOff val="5000"/>
                    </a:prstClr>
                  </a:solidFill>
                  <a:latin typeface="Calibri"/>
                </a:endParaRPr>
              </a:p>
            </p:txBody>
          </p:sp>
          <p:sp>
            <p:nvSpPr>
              <p:cNvPr id="87" name="Freeform 105"/>
              <p:cNvSpPr/>
              <p:nvPr/>
            </p:nvSpPr>
            <p:spPr bwMode="auto">
              <a:xfrm>
                <a:off x="4742079" y="4165806"/>
                <a:ext cx="105018" cy="105018"/>
              </a:xfrm>
              <a:custGeom>
                <a:avLst/>
                <a:gdLst>
                  <a:gd name="T0" fmla="*/ 255 w 262"/>
                  <a:gd name="T1" fmla="*/ 58 h 263"/>
                  <a:gd name="T2" fmla="*/ 257 w 262"/>
                  <a:gd name="T3" fmla="*/ 53 h 263"/>
                  <a:gd name="T4" fmla="*/ 262 w 262"/>
                  <a:gd name="T5" fmla="*/ 38 h 263"/>
                  <a:gd name="T6" fmla="*/ 257 w 262"/>
                  <a:gd name="T7" fmla="*/ 24 h 263"/>
                  <a:gd name="T8" fmla="*/ 244 w 262"/>
                  <a:gd name="T9" fmla="*/ 9 h 263"/>
                  <a:gd name="T10" fmla="*/ 241 w 262"/>
                  <a:gd name="T11" fmla="*/ 5 h 263"/>
                  <a:gd name="T12" fmla="*/ 224 w 262"/>
                  <a:gd name="T13" fmla="*/ 0 h 263"/>
                  <a:gd name="T14" fmla="*/ 210 w 262"/>
                  <a:gd name="T15" fmla="*/ 5 h 263"/>
                  <a:gd name="T16" fmla="*/ 132 w 262"/>
                  <a:gd name="T17" fmla="*/ 82 h 263"/>
                  <a:gd name="T18" fmla="*/ 58 w 262"/>
                  <a:gd name="T19" fmla="*/ 9 h 263"/>
                  <a:gd name="T20" fmla="*/ 49 w 262"/>
                  <a:gd name="T21" fmla="*/ 2 h 263"/>
                  <a:gd name="T22" fmla="*/ 27 w 262"/>
                  <a:gd name="T23" fmla="*/ 2 h 263"/>
                  <a:gd name="T24" fmla="*/ 18 w 262"/>
                  <a:gd name="T25" fmla="*/ 9 h 263"/>
                  <a:gd name="T26" fmla="*/ 9 w 262"/>
                  <a:gd name="T27" fmla="*/ 18 h 263"/>
                  <a:gd name="T28" fmla="*/ 3 w 262"/>
                  <a:gd name="T29" fmla="*/ 27 h 263"/>
                  <a:gd name="T30" fmla="*/ 3 w 262"/>
                  <a:gd name="T31" fmla="*/ 49 h 263"/>
                  <a:gd name="T32" fmla="*/ 9 w 262"/>
                  <a:gd name="T33" fmla="*/ 58 h 263"/>
                  <a:gd name="T34" fmla="*/ 9 w 262"/>
                  <a:gd name="T35" fmla="*/ 205 h 263"/>
                  <a:gd name="T36" fmla="*/ 5 w 262"/>
                  <a:gd name="T37" fmla="*/ 210 h 263"/>
                  <a:gd name="T38" fmla="*/ 0 w 262"/>
                  <a:gd name="T39" fmla="*/ 225 h 263"/>
                  <a:gd name="T40" fmla="*/ 5 w 262"/>
                  <a:gd name="T41" fmla="*/ 241 h 263"/>
                  <a:gd name="T42" fmla="*/ 18 w 262"/>
                  <a:gd name="T43" fmla="*/ 254 h 263"/>
                  <a:gd name="T44" fmla="*/ 23 w 262"/>
                  <a:gd name="T45" fmla="*/ 257 h 263"/>
                  <a:gd name="T46" fmla="*/ 38 w 262"/>
                  <a:gd name="T47" fmla="*/ 263 h 263"/>
                  <a:gd name="T48" fmla="*/ 54 w 262"/>
                  <a:gd name="T49" fmla="*/ 257 h 263"/>
                  <a:gd name="T50" fmla="*/ 132 w 262"/>
                  <a:gd name="T51" fmla="*/ 181 h 263"/>
                  <a:gd name="T52" fmla="*/ 204 w 262"/>
                  <a:gd name="T53" fmla="*/ 254 h 263"/>
                  <a:gd name="T54" fmla="*/ 214 w 262"/>
                  <a:gd name="T55" fmla="*/ 261 h 263"/>
                  <a:gd name="T56" fmla="*/ 235 w 262"/>
                  <a:gd name="T57" fmla="*/ 261 h 263"/>
                  <a:gd name="T58" fmla="*/ 244 w 262"/>
                  <a:gd name="T59" fmla="*/ 254 h 263"/>
                  <a:gd name="T60" fmla="*/ 255 w 262"/>
                  <a:gd name="T61" fmla="*/ 245 h 263"/>
                  <a:gd name="T62" fmla="*/ 261 w 262"/>
                  <a:gd name="T63" fmla="*/ 236 h 263"/>
                  <a:gd name="T64" fmla="*/ 261 w 262"/>
                  <a:gd name="T65" fmla="*/ 214 h 263"/>
                  <a:gd name="T66" fmla="*/ 255 w 262"/>
                  <a:gd name="T67" fmla="*/ 205 h 2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62" h="263">
                    <a:moveTo>
                      <a:pt x="181" y="132"/>
                    </a:moveTo>
                    <a:lnTo>
                      <a:pt x="255" y="58"/>
                    </a:lnTo>
                    <a:lnTo>
                      <a:pt x="257" y="53"/>
                    </a:lnTo>
                    <a:lnTo>
                      <a:pt x="261" y="49"/>
                    </a:lnTo>
                    <a:lnTo>
                      <a:pt x="262" y="38"/>
                    </a:lnTo>
                    <a:lnTo>
                      <a:pt x="261" y="27"/>
                    </a:lnTo>
                    <a:lnTo>
                      <a:pt x="257" y="24"/>
                    </a:lnTo>
                    <a:lnTo>
                      <a:pt x="255" y="18"/>
                    </a:lnTo>
                    <a:lnTo>
                      <a:pt x="244" y="9"/>
                    </a:lnTo>
                    <a:lnTo>
                      <a:pt x="241" y="5"/>
                    </a:lnTo>
                    <a:lnTo>
                      <a:pt x="235" y="2"/>
                    </a:lnTo>
                    <a:lnTo>
                      <a:pt x="224" y="0"/>
                    </a:lnTo>
                    <a:lnTo>
                      <a:pt x="214" y="2"/>
                    </a:lnTo>
                    <a:lnTo>
                      <a:pt x="210" y="5"/>
                    </a:lnTo>
                    <a:lnTo>
                      <a:pt x="204" y="9"/>
                    </a:lnTo>
                    <a:lnTo>
                      <a:pt x="132" y="82"/>
                    </a:lnTo>
                    <a:lnTo>
                      <a:pt x="58" y="9"/>
                    </a:lnTo>
                    <a:lnTo>
                      <a:pt x="54" y="5"/>
                    </a:lnTo>
                    <a:lnTo>
                      <a:pt x="49" y="2"/>
                    </a:lnTo>
                    <a:lnTo>
                      <a:pt x="38" y="0"/>
                    </a:lnTo>
                    <a:lnTo>
                      <a:pt x="27" y="2"/>
                    </a:lnTo>
                    <a:lnTo>
                      <a:pt x="23" y="5"/>
                    </a:lnTo>
                    <a:lnTo>
                      <a:pt x="18" y="9"/>
                    </a:lnTo>
                    <a:lnTo>
                      <a:pt x="9" y="18"/>
                    </a:lnTo>
                    <a:lnTo>
                      <a:pt x="5" y="24"/>
                    </a:lnTo>
                    <a:lnTo>
                      <a:pt x="3" y="27"/>
                    </a:lnTo>
                    <a:lnTo>
                      <a:pt x="0" y="38"/>
                    </a:lnTo>
                    <a:lnTo>
                      <a:pt x="3" y="49"/>
                    </a:lnTo>
                    <a:lnTo>
                      <a:pt x="5" y="53"/>
                    </a:lnTo>
                    <a:lnTo>
                      <a:pt x="9" y="58"/>
                    </a:lnTo>
                    <a:lnTo>
                      <a:pt x="83" y="132"/>
                    </a:lnTo>
                    <a:lnTo>
                      <a:pt x="9" y="205"/>
                    </a:lnTo>
                    <a:lnTo>
                      <a:pt x="5" y="210"/>
                    </a:lnTo>
                    <a:lnTo>
                      <a:pt x="3" y="214"/>
                    </a:lnTo>
                    <a:lnTo>
                      <a:pt x="0" y="225"/>
                    </a:lnTo>
                    <a:lnTo>
                      <a:pt x="3" y="236"/>
                    </a:lnTo>
                    <a:lnTo>
                      <a:pt x="5" y="241"/>
                    </a:lnTo>
                    <a:lnTo>
                      <a:pt x="9" y="245"/>
                    </a:lnTo>
                    <a:lnTo>
                      <a:pt x="18" y="254"/>
                    </a:lnTo>
                    <a:lnTo>
                      <a:pt x="23" y="257"/>
                    </a:lnTo>
                    <a:lnTo>
                      <a:pt x="27" y="261"/>
                    </a:lnTo>
                    <a:lnTo>
                      <a:pt x="38" y="263"/>
                    </a:lnTo>
                    <a:lnTo>
                      <a:pt x="49" y="261"/>
                    </a:lnTo>
                    <a:lnTo>
                      <a:pt x="54" y="257"/>
                    </a:lnTo>
                    <a:lnTo>
                      <a:pt x="58" y="254"/>
                    </a:lnTo>
                    <a:lnTo>
                      <a:pt x="132" y="181"/>
                    </a:lnTo>
                    <a:lnTo>
                      <a:pt x="204" y="254"/>
                    </a:lnTo>
                    <a:lnTo>
                      <a:pt x="210" y="257"/>
                    </a:lnTo>
                    <a:lnTo>
                      <a:pt x="214" y="261"/>
                    </a:lnTo>
                    <a:lnTo>
                      <a:pt x="224" y="263"/>
                    </a:lnTo>
                    <a:lnTo>
                      <a:pt x="235" y="261"/>
                    </a:lnTo>
                    <a:lnTo>
                      <a:pt x="241" y="257"/>
                    </a:lnTo>
                    <a:lnTo>
                      <a:pt x="244" y="254"/>
                    </a:lnTo>
                    <a:lnTo>
                      <a:pt x="255" y="245"/>
                    </a:lnTo>
                    <a:lnTo>
                      <a:pt x="257" y="241"/>
                    </a:lnTo>
                    <a:lnTo>
                      <a:pt x="261" y="236"/>
                    </a:lnTo>
                    <a:lnTo>
                      <a:pt x="262" y="225"/>
                    </a:lnTo>
                    <a:lnTo>
                      <a:pt x="261" y="214"/>
                    </a:lnTo>
                    <a:lnTo>
                      <a:pt x="257" y="210"/>
                    </a:lnTo>
                    <a:lnTo>
                      <a:pt x="255" y="205"/>
                    </a:lnTo>
                    <a:lnTo>
                      <a:pt x="181" y="13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lumMod val="95000"/>
                      <a:lumOff val="5000"/>
                    </a:prstClr>
                  </a:solidFill>
                  <a:latin typeface="Calibri"/>
                  <a:ea typeface="宋体" panose="02010600030101010101" pitchFamily="2" charset="-122"/>
                </a:endParaRPr>
              </a:p>
            </p:txBody>
          </p:sp>
        </p:grpSp>
      </p:grpSp>
      <p:grpSp>
        <p:nvGrpSpPr>
          <p:cNvPr id="74" name="Group 346"/>
          <p:cNvGrpSpPr/>
          <p:nvPr/>
        </p:nvGrpSpPr>
        <p:grpSpPr bwMode="auto">
          <a:xfrm>
            <a:off x="8642813" y="5044700"/>
            <a:ext cx="2072148" cy="646331"/>
            <a:chOff x="4643438" y="3643075"/>
            <a:chExt cx="2072137" cy="646150"/>
          </a:xfrm>
        </p:grpSpPr>
        <p:sp>
          <p:nvSpPr>
            <p:cNvPr id="80" name="Rectangle 35"/>
            <p:cNvSpPr/>
            <p:nvPr/>
          </p:nvSpPr>
          <p:spPr>
            <a:xfrm>
              <a:off x="5072061" y="3643075"/>
              <a:ext cx="1643514" cy="646150"/>
            </a:xfrm>
            <a:prstGeom prst="rect">
              <a:avLst/>
            </a:prstGeom>
          </p:spPr>
          <p:txBody>
            <a:bodyPr wrap="square">
              <a:spAutoFit/>
            </a:bodyPr>
            <a:lstStyle/>
            <a:p>
              <a:pPr defTabSz="1218323">
                <a:defRPr/>
              </a:pPr>
              <a:r>
                <a:rPr lang="zh-CN" altLang="en-US" sz="1200" dirty="0">
                  <a:solidFill>
                    <a:prstClr val="black">
                      <a:lumMod val="95000"/>
                      <a:lumOff val="5000"/>
                    </a:prstClr>
                  </a:solidFill>
                  <a:latin typeface="Calibri"/>
                  <a:cs typeface="Open Sans" panose="020B0606030504020204" pitchFamily="34" charset="0"/>
                </a:rPr>
                <a:t>精准的个人报告，让你根据自身的特点有针对性地改进</a:t>
              </a:r>
              <a:endParaRPr lang="en-US" sz="1200" dirty="0">
                <a:solidFill>
                  <a:prstClr val="black">
                    <a:lumMod val="95000"/>
                    <a:lumOff val="5000"/>
                  </a:prstClr>
                </a:solidFill>
                <a:latin typeface="Calibri"/>
                <a:ea typeface="Open Sans" panose="020B0606030504020204" pitchFamily="34" charset="0"/>
                <a:cs typeface="Open Sans" panose="020B0606030504020204" pitchFamily="34" charset="0"/>
              </a:endParaRPr>
            </a:p>
          </p:txBody>
        </p:sp>
        <p:grpSp>
          <p:nvGrpSpPr>
            <p:cNvPr id="81" name="Group 341"/>
            <p:cNvGrpSpPr/>
            <p:nvPr/>
          </p:nvGrpSpPr>
          <p:grpSpPr bwMode="auto">
            <a:xfrm>
              <a:off x="4643438" y="3643320"/>
              <a:ext cx="288476" cy="288476"/>
              <a:chOff x="4643438" y="3643320"/>
              <a:chExt cx="288476" cy="288476"/>
            </a:xfrm>
          </p:grpSpPr>
          <p:sp>
            <p:nvSpPr>
              <p:cNvPr id="82" name="Oval 37"/>
              <p:cNvSpPr/>
              <p:nvPr/>
            </p:nvSpPr>
            <p:spPr>
              <a:xfrm>
                <a:off x="4643438" y="3643074"/>
                <a:ext cx="288924" cy="28884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323">
                  <a:defRPr/>
                </a:pPr>
                <a:endParaRPr lang="en-US" sz="1467">
                  <a:solidFill>
                    <a:prstClr val="black">
                      <a:lumMod val="95000"/>
                      <a:lumOff val="5000"/>
                    </a:prstClr>
                  </a:solidFill>
                  <a:latin typeface="Calibri"/>
                </a:endParaRPr>
              </a:p>
            </p:txBody>
          </p:sp>
          <p:sp>
            <p:nvSpPr>
              <p:cNvPr id="83" name="Freeform 26"/>
              <p:cNvSpPr/>
              <p:nvPr/>
            </p:nvSpPr>
            <p:spPr bwMode="auto">
              <a:xfrm>
                <a:off x="4735506" y="3729002"/>
                <a:ext cx="114518" cy="118766"/>
              </a:xfrm>
              <a:custGeom>
                <a:avLst/>
                <a:gdLst>
                  <a:gd name="T0" fmla="*/ 43049 w 274"/>
                  <a:gd name="T1" fmla="*/ 118766 h 284"/>
                  <a:gd name="T2" fmla="*/ 33436 w 274"/>
                  <a:gd name="T3" fmla="*/ 114166 h 284"/>
                  <a:gd name="T4" fmla="*/ 3762 w 274"/>
                  <a:gd name="T5" fmla="*/ 74438 h 284"/>
                  <a:gd name="T6" fmla="*/ 5851 w 274"/>
                  <a:gd name="T7" fmla="*/ 58128 h 284"/>
                  <a:gd name="T8" fmla="*/ 22151 w 274"/>
                  <a:gd name="T9" fmla="*/ 60638 h 284"/>
                  <a:gd name="T10" fmla="*/ 41795 w 274"/>
                  <a:gd name="T11" fmla="*/ 86565 h 284"/>
                  <a:gd name="T12" fmla="*/ 91531 w 274"/>
                  <a:gd name="T13" fmla="*/ 7109 h 284"/>
                  <a:gd name="T14" fmla="*/ 107413 w 274"/>
                  <a:gd name="T15" fmla="*/ 3346 h 284"/>
                  <a:gd name="T16" fmla="*/ 111174 w 274"/>
                  <a:gd name="T17" fmla="*/ 19655 h 284"/>
                  <a:gd name="T18" fmla="*/ 52662 w 274"/>
                  <a:gd name="T19" fmla="*/ 113330 h 284"/>
                  <a:gd name="T20" fmla="*/ 43467 w 274"/>
                  <a:gd name="T21" fmla="*/ 118766 h 284"/>
                  <a:gd name="T22" fmla="*/ 43049 w 274"/>
                  <a:gd name="T23" fmla="*/ 118766 h 2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lumMod val="95000"/>
                      <a:lumOff val="5000"/>
                    </a:prstClr>
                  </a:solidFill>
                  <a:latin typeface="Calibri"/>
                  <a:ea typeface="宋体" panose="02010600030101010101" pitchFamily="2" charset="-122"/>
                </a:endParaRPr>
              </a:p>
            </p:txBody>
          </p:sp>
        </p:grpSp>
      </p:grpSp>
      <p:grpSp>
        <p:nvGrpSpPr>
          <p:cNvPr id="75" name="Group 345"/>
          <p:cNvGrpSpPr/>
          <p:nvPr/>
        </p:nvGrpSpPr>
        <p:grpSpPr bwMode="auto">
          <a:xfrm>
            <a:off x="5603522" y="4064758"/>
            <a:ext cx="2002392" cy="646331"/>
            <a:chOff x="4643438" y="3214570"/>
            <a:chExt cx="2002385" cy="646149"/>
          </a:xfrm>
        </p:grpSpPr>
        <p:sp>
          <p:nvSpPr>
            <p:cNvPr id="76" name="Rectangle 31"/>
            <p:cNvSpPr/>
            <p:nvPr/>
          </p:nvSpPr>
          <p:spPr>
            <a:xfrm>
              <a:off x="5072062" y="3214570"/>
              <a:ext cx="1573761" cy="646149"/>
            </a:xfrm>
            <a:prstGeom prst="rect">
              <a:avLst/>
            </a:prstGeom>
          </p:spPr>
          <p:txBody>
            <a:bodyPr wrap="square">
              <a:spAutoFit/>
            </a:bodyPr>
            <a:lstStyle/>
            <a:p>
              <a:pPr defTabSz="1218323">
                <a:defRPr/>
              </a:pPr>
              <a:r>
                <a:rPr lang="zh-CN" altLang="en-US" sz="1200" dirty="0">
                  <a:solidFill>
                    <a:prstClr val="black">
                      <a:lumMod val="95000"/>
                      <a:lumOff val="5000"/>
                    </a:prstClr>
                  </a:solidFill>
                  <a:latin typeface="open sans" panose="020B0606030504020204" pitchFamily="34" charset="0"/>
                  <a:cs typeface="open sans" panose="020B0606030504020204" pitchFamily="34" charset="0"/>
                </a:rPr>
                <a:t>繁杂、冗余的笼统习题集，做题的时间精力很大比例被浪费</a:t>
              </a:r>
              <a:endParaRPr lang="en-US" sz="1200" dirty="0">
                <a:solidFill>
                  <a:prstClr val="black">
                    <a:lumMod val="95000"/>
                    <a:lumOff val="5000"/>
                  </a:prstClr>
                </a:solidFill>
                <a:latin typeface="open sans" panose="020B0606030504020204" pitchFamily="34" charset="0"/>
                <a:cs typeface="open sans" panose="020B0606030504020204" pitchFamily="34" charset="0"/>
              </a:endParaRPr>
            </a:p>
          </p:txBody>
        </p:sp>
        <p:grpSp>
          <p:nvGrpSpPr>
            <p:cNvPr id="77" name="Group 333"/>
            <p:cNvGrpSpPr/>
            <p:nvPr/>
          </p:nvGrpSpPr>
          <p:grpSpPr bwMode="auto">
            <a:xfrm>
              <a:off x="4643438" y="3214692"/>
              <a:ext cx="288476" cy="288476"/>
              <a:chOff x="4643438" y="3214692"/>
              <a:chExt cx="288476" cy="288476"/>
            </a:xfrm>
          </p:grpSpPr>
          <p:sp>
            <p:nvSpPr>
              <p:cNvPr id="78" name="Oval 33"/>
              <p:cNvSpPr/>
              <p:nvPr/>
            </p:nvSpPr>
            <p:spPr>
              <a:xfrm>
                <a:off x="4643438" y="3214569"/>
                <a:ext cx="288924" cy="28884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323">
                  <a:defRPr/>
                </a:pPr>
                <a:endParaRPr lang="en-US" sz="1467">
                  <a:solidFill>
                    <a:prstClr val="black">
                      <a:lumMod val="95000"/>
                      <a:lumOff val="5000"/>
                    </a:prstClr>
                  </a:solidFill>
                  <a:latin typeface="Calibri"/>
                </a:endParaRPr>
              </a:p>
            </p:txBody>
          </p:sp>
          <p:sp>
            <p:nvSpPr>
              <p:cNvPr id="79" name="Freeform 105"/>
              <p:cNvSpPr/>
              <p:nvPr/>
            </p:nvSpPr>
            <p:spPr bwMode="auto">
              <a:xfrm>
                <a:off x="4739688" y="3310676"/>
                <a:ext cx="105018" cy="105018"/>
              </a:xfrm>
              <a:custGeom>
                <a:avLst/>
                <a:gdLst>
                  <a:gd name="T0" fmla="*/ 255 w 262"/>
                  <a:gd name="T1" fmla="*/ 58 h 263"/>
                  <a:gd name="T2" fmla="*/ 257 w 262"/>
                  <a:gd name="T3" fmla="*/ 53 h 263"/>
                  <a:gd name="T4" fmla="*/ 262 w 262"/>
                  <a:gd name="T5" fmla="*/ 38 h 263"/>
                  <a:gd name="T6" fmla="*/ 257 w 262"/>
                  <a:gd name="T7" fmla="*/ 24 h 263"/>
                  <a:gd name="T8" fmla="*/ 244 w 262"/>
                  <a:gd name="T9" fmla="*/ 9 h 263"/>
                  <a:gd name="T10" fmla="*/ 241 w 262"/>
                  <a:gd name="T11" fmla="*/ 5 h 263"/>
                  <a:gd name="T12" fmla="*/ 224 w 262"/>
                  <a:gd name="T13" fmla="*/ 0 h 263"/>
                  <a:gd name="T14" fmla="*/ 210 w 262"/>
                  <a:gd name="T15" fmla="*/ 5 h 263"/>
                  <a:gd name="T16" fmla="*/ 132 w 262"/>
                  <a:gd name="T17" fmla="*/ 82 h 263"/>
                  <a:gd name="T18" fmla="*/ 58 w 262"/>
                  <a:gd name="T19" fmla="*/ 9 h 263"/>
                  <a:gd name="T20" fmla="*/ 49 w 262"/>
                  <a:gd name="T21" fmla="*/ 2 h 263"/>
                  <a:gd name="T22" fmla="*/ 27 w 262"/>
                  <a:gd name="T23" fmla="*/ 2 h 263"/>
                  <a:gd name="T24" fmla="*/ 18 w 262"/>
                  <a:gd name="T25" fmla="*/ 9 h 263"/>
                  <a:gd name="T26" fmla="*/ 9 w 262"/>
                  <a:gd name="T27" fmla="*/ 18 h 263"/>
                  <a:gd name="T28" fmla="*/ 3 w 262"/>
                  <a:gd name="T29" fmla="*/ 27 h 263"/>
                  <a:gd name="T30" fmla="*/ 3 w 262"/>
                  <a:gd name="T31" fmla="*/ 49 h 263"/>
                  <a:gd name="T32" fmla="*/ 9 w 262"/>
                  <a:gd name="T33" fmla="*/ 58 h 263"/>
                  <a:gd name="T34" fmla="*/ 9 w 262"/>
                  <a:gd name="T35" fmla="*/ 205 h 263"/>
                  <a:gd name="T36" fmla="*/ 5 w 262"/>
                  <a:gd name="T37" fmla="*/ 210 h 263"/>
                  <a:gd name="T38" fmla="*/ 0 w 262"/>
                  <a:gd name="T39" fmla="*/ 225 h 263"/>
                  <a:gd name="T40" fmla="*/ 5 w 262"/>
                  <a:gd name="T41" fmla="*/ 241 h 263"/>
                  <a:gd name="T42" fmla="*/ 18 w 262"/>
                  <a:gd name="T43" fmla="*/ 254 h 263"/>
                  <a:gd name="T44" fmla="*/ 23 w 262"/>
                  <a:gd name="T45" fmla="*/ 257 h 263"/>
                  <a:gd name="T46" fmla="*/ 38 w 262"/>
                  <a:gd name="T47" fmla="*/ 263 h 263"/>
                  <a:gd name="T48" fmla="*/ 54 w 262"/>
                  <a:gd name="T49" fmla="*/ 257 h 263"/>
                  <a:gd name="T50" fmla="*/ 132 w 262"/>
                  <a:gd name="T51" fmla="*/ 181 h 263"/>
                  <a:gd name="T52" fmla="*/ 204 w 262"/>
                  <a:gd name="T53" fmla="*/ 254 h 263"/>
                  <a:gd name="T54" fmla="*/ 214 w 262"/>
                  <a:gd name="T55" fmla="*/ 261 h 263"/>
                  <a:gd name="T56" fmla="*/ 235 w 262"/>
                  <a:gd name="T57" fmla="*/ 261 h 263"/>
                  <a:gd name="T58" fmla="*/ 244 w 262"/>
                  <a:gd name="T59" fmla="*/ 254 h 263"/>
                  <a:gd name="T60" fmla="*/ 255 w 262"/>
                  <a:gd name="T61" fmla="*/ 245 h 263"/>
                  <a:gd name="T62" fmla="*/ 261 w 262"/>
                  <a:gd name="T63" fmla="*/ 236 h 263"/>
                  <a:gd name="T64" fmla="*/ 261 w 262"/>
                  <a:gd name="T65" fmla="*/ 214 h 263"/>
                  <a:gd name="T66" fmla="*/ 255 w 262"/>
                  <a:gd name="T67" fmla="*/ 205 h 2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62" h="263">
                    <a:moveTo>
                      <a:pt x="181" y="132"/>
                    </a:moveTo>
                    <a:lnTo>
                      <a:pt x="255" y="58"/>
                    </a:lnTo>
                    <a:lnTo>
                      <a:pt x="257" y="53"/>
                    </a:lnTo>
                    <a:lnTo>
                      <a:pt x="261" y="49"/>
                    </a:lnTo>
                    <a:lnTo>
                      <a:pt x="262" y="38"/>
                    </a:lnTo>
                    <a:lnTo>
                      <a:pt x="261" y="27"/>
                    </a:lnTo>
                    <a:lnTo>
                      <a:pt x="257" y="24"/>
                    </a:lnTo>
                    <a:lnTo>
                      <a:pt x="255" y="18"/>
                    </a:lnTo>
                    <a:lnTo>
                      <a:pt x="244" y="9"/>
                    </a:lnTo>
                    <a:lnTo>
                      <a:pt x="241" y="5"/>
                    </a:lnTo>
                    <a:lnTo>
                      <a:pt x="235" y="2"/>
                    </a:lnTo>
                    <a:lnTo>
                      <a:pt x="224" y="0"/>
                    </a:lnTo>
                    <a:lnTo>
                      <a:pt x="214" y="2"/>
                    </a:lnTo>
                    <a:lnTo>
                      <a:pt x="210" y="5"/>
                    </a:lnTo>
                    <a:lnTo>
                      <a:pt x="204" y="9"/>
                    </a:lnTo>
                    <a:lnTo>
                      <a:pt x="132" y="82"/>
                    </a:lnTo>
                    <a:lnTo>
                      <a:pt x="58" y="9"/>
                    </a:lnTo>
                    <a:lnTo>
                      <a:pt x="54" y="5"/>
                    </a:lnTo>
                    <a:lnTo>
                      <a:pt x="49" y="2"/>
                    </a:lnTo>
                    <a:lnTo>
                      <a:pt x="38" y="0"/>
                    </a:lnTo>
                    <a:lnTo>
                      <a:pt x="27" y="2"/>
                    </a:lnTo>
                    <a:lnTo>
                      <a:pt x="23" y="5"/>
                    </a:lnTo>
                    <a:lnTo>
                      <a:pt x="18" y="9"/>
                    </a:lnTo>
                    <a:lnTo>
                      <a:pt x="9" y="18"/>
                    </a:lnTo>
                    <a:lnTo>
                      <a:pt x="5" y="24"/>
                    </a:lnTo>
                    <a:lnTo>
                      <a:pt x="3" y="27"/>
                    </a:lnTo>
                    <a:lnTo>
                      <a:pt x="0" y="38"/>
                    </a:lnTo>
                    <a:lnTo>
                      <a:pt x="3" y="49"/>
                    </a:lnTo>
                    <a:lnTo>
                      <a:pt x="5" y="53"/>
                    </a:lnTo>
                    <a:lnTo>
                      <a:pt x="9" y="58"/>
                    </a:lnTo>
                    <a:lnTo>
                      <a:pt x="83" y="132"/>
                    </a:lnTo>
                    <a:lnTo>
                      <a:pt x="9" y="205"/>
                    </a:lnTo>
                    <a:lnTo>
                      <a:pt x="5" y="210"/>
                    </a:lnTo>
                    <a:lnTo>
                      <a:pt x="3" y="214"/>
                    </a:lnTo>
                    <a:lnTo>
                      <a:pt x="0" y="225"/>
                    </a:lnTo>
                    <a:lnTo>
                      <a:pt x="3" y="236"/>
                    </a:lnTo>
                    <a:lnTo>
                      <a:pt x="5" y="241"/>
                    </a:lnTo>
                    <a:lnTo>
                      <a:pt x="9" y="245"/>
                    </a:lnTo>
                    <a:lnTo>
                      <a:pt x="18" y="254"/>
                    </a:lnTo>
                    <a:lnTo>
                      <a:pt x="23" y="257"/>
                    </a:lnTo>
                    <a:lnTo>
                      <a:pt x="27" y="261"/>
                    </a:lnTo>
                    <a:lnTo>
                      <a:pt x="38" y="263"/>
                    </a:lnTo>
                    <a:lnTo>
                      <a:pt x="49" y="261"/>
                    </a:lnTo>
                    <a:lnTo>
                      <a:pt x="54" y="257"/>
                    </a:lnTo>
                    <a:lnTo>
                      <a:pt x="58" y="254"/>
                    </a:lnTo>
                    <a:lnTo>
                      <a:pt x="132" y="181"/>
                    </a:lnTo>
                    <a:lnTo>
                      <a:pt x="204" y="254"/>
                    </a:lnTo>
                    <a:lnTo>
                      <a:pt x="210" y="257"/>
                    </a:lnTo>
                    <a:lnTo>
                      <a:pt x="214" y="261"/>
                    </a:lnTo>
                    <a:lnTo>
                      <a:pt x="224" y="263"/>
                    </a:lnTo>
                    <a:lnTo>
                      <a:pt x="235" y="261"/>
                    </a:lnTo>
                    <a:lnTo>
                      <a:pt x="241" y="257"/>
                    </a:lnTo>
                    <a:lnTo>
                      <a:pt x="244" y="254"/>
                    </a:lnTo>
                    <a:lnTo>
                      <a:pt x="255" y="245"/>
                    </a:lnTo>
                    <a:lnTo>
                      <a:pt x="257" y="241"/>
                    </a:lnTo>
                    <a:lnTo>
                      <a:pt x="261" y="236"/>
                    </a:lnTo>
                    <a:lnTo>
                      <a:pt x="262" y="225"/>
                    </a:lnTo>
                    <a:lnTo>
                      <a:pt x="261" y="214"/>
                    </a:lnTo>
                    <a:lnTo>
                      <a:pt x="257" y="210"/>
                    </a:lnTo>
                    <a:lnTo>
                      <a:pt x="255" y="205"/>
                    </a:lnTo>
                    <a:lnTo>
                      <a:pt x="181" y="13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defTabSz="1218323" eaLnBrk="0" fontAlgn="base" hangingPunct="0">
                  <a:spcBef>
                    <a:spcPct val="0"/>
                  </a:spcBef>
                  <a:spcAft>
                    <a:spcPct val="0"/>
                  </a:spcAft>
                </a:pPr>
                <a:endParaRPr lang="zh-CN" altLang="en-US" sz="2400">
                  <a:solidFill>
                    <a:prstClr val="black">
                      <a:lumMod val="95000"/>
                      <a:lumOff val="5000"/>
                    </a:prstClr>
                  </a:solidFill>
                  <a:latin typeface="Calibri"/>
                  <a:ea typeface="宋体" panose="02010600030101010101" pitchFamily="2" charset="-122"/>
                </a:endParaRPr>
              </a:p>
            </p:txBody>
          </p:sp>
        </p:grpSp>
      </p:grpSp>
      <p:sp>
        <p:nvSpPr>
          <p:cNvPr id="2" name="文本框 1">
            <a:extLst>
              <a:ext uri="{FF2B5EF4-FFF2-40B4-BE49-F238E27FC236}">
                <a16:creationId xmlns:a16="http://schemas.microsoft.com/office/drawing/2014/main" id="{D908FC23-AD03-9E71-7DD1-3D630D77D158}"/>
              </a:ext>
            </a:extLst>
          </p:cNvPr>
          <p:cNvSpPr txBox="1"/>
          <p:nvPr/>
        </p:nvSpPr>
        <p:spPr>
          <a:xfrm>
            <a:off x="5738272" y="2835607"/>
            <a:ext cx="2019869" cy="646331"/>
          </a:xfrm>
          <a:prstGeom prst="rect">
            <a:avLst/>
          </a:prstGeom>
          <a:noFill/>
        </p:spPr>
        <p:txBody>
          <a:bodyPr wrap="square" rtlCol="0">
            <a:spAutoFit/>
          </a:bodyPr>
          <a:lstStyle/>
          <a:p>
            <a:r>
              <a:rPr lang="zh-CN" altLang="en-US" dirty="0"/>
              <a:t>市面上的刷题软件有什么问题</a:t>
            </a:r>
          </a:p>
        </p:txBody>
      </p:sp>
      <p:sp>
        <p:nvSpPr>
          <p:cNvPr id="4" name="文本框 3">
            <a:extLst>
              <a:ext uri="{FF2B5EF4-FFF2-40B4-BE49-F238E27FC236}">
                <a16:creationId xmlns:a16="http://schemas.microsoft.com/office/drawing/2014/main" id="{13F41CD1-6D1D-204A-6A72-6FB4181418A4}"/>
              </a:ext>
            </a:extLst>
          </p:cNvPr>
          <p:cNvSpPr txBox="1"/>
          <p:nvPr/>
        </p:nvSpPr>
        <p:spPr>
          <a:xfrm>
            <a:off x="8776986" y="2844696"/>
            <a:ext cx="1910075" cy="646331"/>
          </a:xfrm>
          <a:prstGeom prst="rect">
            <a:avLst/>
          </a:prstGeom>
          <a:noFill/>
        </p:spPr>
        <p:txBody>
          <a:bodyPr wrap="square" rtlCol="0">
            <a:spAutoFit/>
          </a:bodyPr>
          <a:lstStyle/>
          <a:p>
            <a:r>
              <a:rPr lang="zh-CN" altLang="en-US" dirty="0"/>
              <a:t>我们期望中的刷题网站应该是</a:t>
            </a:r>
          </a:p>
        </p:txBody>
      </p:sp>
      <p:sp>
        <p:nvSpPr>
          <p:cNvPr id="6" name="文本框 5">
            <a:extLst>
              <a:ext uri="{FF2B5EF4-FFF2-40B4-BE49-F238E27FC236}">
                <a16:creationId xmlns:a16="http://schemas.microsoft.com/office/drawing/2014/main" id="{AB392D94-F91D-BA2D-D3B1-AE70C2C6A832}"/>
              </a:ext>
            </a:extLst>
          </p:cNvPr>
          <p:cNvSpPr txBox="1"/>
          <p:nvPr/>
        </p:nvSpPr>
        <p:spPr>
          <a:xfrm>
            <a:off x="8011668" y="3374678"/>
            <a:ext cx="511791" cy="276999"/>
          </a:xfrm>
          <a:prstGeom prst="rect">
            <a:avLst/>
          </a:prstGeom>
          <a:noFill/>
        </p:spPr>
        <p:txBody>
          <a:bodyPr wrap="square" rtlCol="0">
            <a:spAutoFit/>
          </a:bodyPr>
          <a:lstStyle/>
          <a:p>
            <a:r>
              <a:rPr lang="zh-CN" altLang="en-US" sz="1200" dirty="0">
                <a:ln w="0"/>
                <a:solidFill>
                  <a:schemeClr val="accent1"/>
                </a:solidFill>
                <a:effectLst>
                  <a:outerShdw blurRad="38100" dist="25400" dir="5400000" algn="ctr" rotWithShape="0">
                    <a:srgbClr val="6E747A">
                      <a:alpha val="43000"/>
                    </a:srgbClr>
                  </a:outerShdw>
                </a:effectLst>
              </a:rPr>
              <a:t>矛盾！</a:t>
            </a:r>
          </a:p>
        </p:txBody>
      </p:sp>
      <p:sp>
        <p:nvSpPr>
          <p:cNvPr id="7" name="箭头: 左右 6">
            <a:extLst>
              <a:ext uri="{FF2B5EF4-FFF2-40B4-BE49-F238E27FC236}">
                <a16:creationId xmlns:a16="http://schemas.microsoft.com/office/drawing/2014/main" id="{943188D6-5A2D-850A-CD05-3D97BF32AB54}"/>
              </a:ext>
            </a:extLst>
          </p:cNvPr>
          <p:cNvSpPr/>
          <p:nvPr/>
        </p:nvSpPr>
        <p:spPr>
          <a:xfrm>
            <a:off x="7907547" y="3007743"/>
            <a:ext cx="707366" cy="299219"/>
          </a:xfrm>
          <a:prstGeom prst="leftRightArrow">
            <a:avLst/>
          </a:prstGeom>
          <a:ln>
            <a:solidFill>
              <a:srgbClr val="F17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1100" fill="hold"/>
                                        <p:tgtEl>
                                          <p:spTgt spid="51"/>
                                        </p:tgtEl>
                                        <p:attrNameLst>
                                          <p:attrName>ppt_w</p:attrName>
                                        </p:attrNameLst>
                                      </p:cBhvr>
                                      <p:tavLst>
                                        <p:tav tm="0">
                                          <p:val>
                                            <p:fltVal val="0"/>
                                          </p:val>
                                        </p:tav>
                                        <p:tav tm="100000">
                                          <p:val>
                                            <p:strVal val="#ppt_w"/>
                                          </p:val>
                                        </p:tav>
                                      </p:tavLst>
                                    </p:anim>
                                    <p:anim calcmode="lin" valueType="num">
                                      <p:cBhvr>
                                        <p:cTn id="8" dur="1100" fill="hold"/>
                                        <p:tgtEl>
                                          <p:spTgt spid="51"/>
                                        </p:tgtEl>
                                        <p:attrNameLst>
                                          <p:attrName>ppt_h</p:attrName>
                                        </p:attrNameLst>
                                      </p:cBhvr>
                                      <p:tavLst>
                                        <p:tav tm="0">
                                          <p:val>
                                            <p:fltVal val="0"/>
                                          </p:val>
                                        </p:tav>
                                        <p:tav tm="100000">
                                          <p:val>
                                            <p:strVal val="#ppt_h"/>
                                          </p:val>
                                        </p:tav>
                                      </p:tavLst>
                                    </p:anim>
                                    <p:animEffect transition="in" filter="fade">
                                      <p:cBhvr>
                                        <p:cTn id="9" dur="1100"/>
                                        <p:tgtEl>
                                          <p:spTgt spid="51"/>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par>
                          <p:cTn id="18" fill="hold">
                            <p:stCondLst>
                              <p:cond delay="0"/>
                            </p:stCondLst>
                            <p:childTnLst>
                              <p:par>
                                <p:cTn id="19" presetID="56" presetClass="entr" presetSubtype="0" fill="hold" grpId="0" nodeType="afterEffect">
                                  <p:stCondLst>
                                    <p:cond delay="0"/>
                                  </p:stCondLst>
                                  <p:iterate type="lt">
                                    <p:tmPct val="10000"/>
                                  </p:iterate>
                                  <p:childTnLst>
                                    <p:set>
                                      <p:cBhvr>
                                        <p:cTn id="20" dur="1" fill="hold">
                                          <p:stCondLst>
                                            <p:cond delay="0"/>
                                          </p:stCondLst>
                                        </p:cTn>
                                        <p:tgtEl>
                                          <p:spTgt spid="70"/>
                                        </p:tgtEl>
                                        <p:attrNameLst>
                                          <p:attrName>style.visibility</p:attrName>
                                        </p:attrNameLst>
                                      </p:cBhvr>
                                      <p:to>
                                        <p:strVal val="visible"/>
                                      </p:to>
                                    </p:set>
                                    <p:anim by="(-#ppt_w*2)" calcmode="lin" valueType="num">
                                      <p:cBhvr rctx="PPT">
                                        <p:cTn id="21" dur="500" autoRev="1" fill="hold">
                                          <p:stCondLst>
                                            <p:cond delay="0"/>
                                          </p:stCondLst>
                                        </p:cTn>
                                        <p:tgtEl>
                                          <p:spTgt spid="70"/>
                                        </p:tgtEl>
                                        <p:attrNameLst>
                                          <p:attrName>ppt_w</p:attrName>
                                        </p:attrNameLst>
                                      </p:cBhvr>
                                    </p:anim>
                                    <p:anim by="(#ppt_w*0.50)" calcmode="lin" valueType="num">
                                      <p:cBhvr>
                                        <p:cTn id="22" dur="500" decel="50000" autoRev="1" fill="hold">
                                          <p:stCondLst>
                                            <p:cond delay="0"/>
                                          </p:stCondLst>
                                        </p:cTn>
                                        <p:tgtEl>
                                          <p:spTgt spid="70"/>
                                        </p:tgtEl>
                                        <p:attrNameLst>
                                          <p:attrName>ppt_x</p:attrName>
                                        </p:attrNameLst>
                                      </p:cBhvr>
                                    </p:anim>
                                    <p:anim from="(-#ppt_h/2)" to="(#ppt_y)" calcmode="lin" valueType="num">
                                      <p:cBhvr>
                                        <p:cTn id="23" dur="1000" fill="hold">
                                          <p:stCondLst>
                                            <p:cond delay="0"/>
                                          </p:stCondLst>
                                        </p:cTn>
                                        <p:tgtEl>
                                          <p:spTgt spid="70"/>
                                        </p:tgtEl>
                                        <p:attrNameLst>
                                          <p:attrName>ppt_y</p:attrName>
                                        </p:attrNameLst>
                                      </p:cBhvr>
                                    </p:anim>
                                    <p:animRot by="21600000">
                                      <p:cBhvr>
                                        <p:cTn id="24" dur="1000" fill="hold">
                                          <p:stCondLst>
                                            <p:cond delay="0"/>
                                          </p:stCondLst>
                                        </p:cTn>
                                        <p:tgtEl>
                                          <p:spTgt spid="70"/>
                                        </p:tgtEl>
                                        <p:attrNameLst>
                                          <p:attrName>r</p:attrName>
                                        </p:attrNameLst>
                                      </p:cBhvr>
                                    </p:animRot>
                                  </p:childTnLst>
                                </p:cTn>
                              </p:par>
                            </p:childTnLst>
                          </p:cTn>
                        </p:par>
                        <p:par>
                          <p:cTn id="25" fill="hold">
                            <p:stCondLst>
                              <p:cond delay="2700"/>
                            </p:stCondLst>
                            <p:childTnLst>
                              <p:par>
                                <p:cTn id="26" presetID="2" presetClass="entr" presetSubtype="4" fill="hold" nodeType="afterEffect">
                                  <p:stCondLst>
                                    <p:cond delay="0"/>
                                  </p:stCondLst>
                                  <p:childTnLst>
                                    <p:set>
                                      <p:cBhvr>
                                        <p:cTn id="27" dur="1" fill="hold">
                                          <p:stCondLst>
                                            <p:cond delay="0"/>
                                          </p:stCondLst>
                                        </p:cTn>
                                        <p:tgtEl>
                                          <p:spTgt spid="72"/>
                                        </p:tgtEl>
                                        <p:attrNameLst>
                                          <p:attrName>style.visibility</p:attrName>
                                        </p:attrNameLst>
                                      </p:cBhvr>
                                      <p:to>
                                        <p:strVal val="visible"/>
                                      </p:to>
                                    </p:set>
                                    <p:anim calcmode="lin" valueType="num">
                                      <p:cBhvr additive="base">
                                        <p:cTn id="28" dur="500" fill="hold"/>
                                        <p:tgtEl>
                                          <p:spTgt spid="72"/>
                                        </p:tgtEl>
                                        <p:attrNameLst>
                                          <p:attrName>ppt_x</p:attrName>
                                        </p:attrNameLst>
                                      </p:cBhvr>
                                      <p:tavLst>
                                        <p:tav tm="0">
                                          <p:val>
                                            <p:strVal val="#ppt_x"/>
                                          </p:val>
                                        </p:tav>
                                        <p:tav tm="100000">
                                          <p:val>
                                            <p:strVal val="#ppt_x"/>
                                          </p:val>
                                        </p:tav>
                                      </p:tavLst>
                                    </p:anim>
                                    <p:anim calcmode="lin" valueType="num">
                                      <p:cBhvr additive="base">
                                        <p:cTn id="29" dur="500" fill="hold"/>
                                        <p:tgtEl>
                                          <p:spTgt spid="72"/>
                                        </p:tgtEl>
                                        <p:attrNameLst>
                                          <p:attrName>ppt_y</p:attrName>
                                        </p:attrNameLst>
                                      </p:cBhvr>
                                      <p:tavLst>
                                        <p:tav tm="0">
                                          <p:val>
                                            <p:strVal val="1+#ppt_h/2"/>
                                          </p:val>
                                        </p:tav>
                                        <p:tav tm="100000">
                                          <p:val>
                                            <p:strVal val="#ppt_y"/>
                                          </p:val>
                                        </p:tav>
                                      </p:tavLst>
                                    </p:anim>
                                  </p:childTnLst>
                                </p:cTn>
                              </p:par>
                            </p:childTnLst>
                          </p:cTn>
                        </p:par>
                        <p:par>
                          <p:cTn id="30" fill="hold">
                            <p:stCondLst>
                              <p:cond delay="3200"/>
                            </p:stCondLst>
                            <p:childTnLst>
                              <p:par>
                                <p:cTn id="31" presetID="2" presetClass="entr" presetSubtype="4" fill="hold" nodeType="afterEffect">
                                  <p:stCondLst>
                                    <p:cond delay="0"/>
                                  </p:stCondLst>
                                  <p:childTnLst>
                                    <p:set>
                                      <p:cBhvr>
                                        <p:cTn id="32" dur="1" fill="hold">
                                          <p:stCondLst>
                                            <p:cond delay="0"/>
                                          </p:stCondLst>
                                        </p:cTn>
                                        <p:tgtEl>
                                          <p:spTgt spid="75"/>
                                        </p:tgtEl>
                                        <p:attrNameLst>
                                          <p:attrName>style.visibility</p:attrName>
                                        </p:attrNameLst>
                                      </p:cBhvr>
                                      <p:to>
                                        <p:strVal val="visible"/>
                                      </p:to>
                                    </p:set>
                                    <p:anim calcmode="lin" valueType="num">
                                      <p:cBhvr additive="base">
                                        <p:cTn id="33" dur="500" fill="hold"/>
                                        <p:tgtEl>
                                          <p:spTgt spid="75"/>
                                        </p:tgtEl>
                                        <p:attrNameLst>
                                          <p:attrName>ppt_x</p:attrName>
                                        </p:attrNameLst>
                                      </p:cBhvr>
                                      <p:tavLst>
                                        <p:tav tm="0">
                                          <p:val>
                                            <p:strVal val="#ppt_x"/>
                                          </p:val>
                                        </p:tav>
                                        <p:tav tm="100000">
                                          <p:val>
                                            <p:strVal val="#ppt_x"/>
                                          </p:val>
                                        </p:tav>
                                      </p:tavLst>
                                    </p:anim>
                                    <p:anim calcmode="lin" valueType="num">
                                      <p:cBhvr additive="base">
                                        <p:cTn id="34" dur="500" fill="hold"/>
                                        <p:tgtEl>
                                          <p:spTgt spid="75"/>
                                        </p:tgtEl>
                                        <p:attrNameLst>
                                          <p:attrName>ppt_y</p:attrName>
                                        </p:attrNameLst>
                                      </p:cBhvr>
                                      <p:tavLst>
                                        <p:tav tm="0">
                                          <p:val>
                                            <p:strVal val="1+#ppt_h/2"/>
                                          </p:val>
                                        </p:tav>
                                        <p:tav tm="100000">
                                          <p:val>
                                            <p:strVal val="#ppt_y"/>
                                          </p:val>
                                        </p:tav>
                                      </p:tavLst>
                                    </p:anim>
                                  </p:childTnLst>
                                </p:cTn>
                              </p:par>
                            </p:childTnLst>
                          </p:cTn>
                        </p:par>
                        <p:par>
                          <p:cTn id="35" fill="hold">
                            <p:stCondLst>
                              <p:cond delay="3700"/>
                            </p:stCondLst>
                            <p:childTnLst>
                              <p:par>
                                <p:cTn id="36" presetID="2" presetClass="entr" presetSubtype="4" fill="hold" nodeType="afterEffect">
                                  <p:stCondLst>
                                    <p:cond delay="0"/>
                                  </p:stCondLst>
                                  <p:childTnLst>
                                    <p:set>
                                      <p:cBhvr>
                                        <p:cTn id="37" dur="1" fill="hold">
                                          <p:stCondLst>
                                            <p:cond delay="0"/>
                                          </p:stCondLst>
                                        </p:cTn>
                                        <p:tgtEl>
                                          <p:spTgt spid="74"/>
                                        </p:tgtEl>
                                        <p:attrNameLst>
                                          <p:attrName>style.visibility</p:attrName>
                                        </p:attrNameLst>
                                      </p:cBhvr>
                                      <p:to>
                                        <p:strVal val="visible"/>
                                      </p:to>
                                    </p:set>
                                    <p:anim calcmode="lin" valueType="num">
                                      <p:cBhvr additive="base">
                                        <p:cTn id="38" dur="500" fill="hold"/>
                                        <p:tgtEl>
                                          <p:spTgt spid="74"/>
                                        </p:tgtEl>
                                        <p:attrNameLst>
                                          <p:attrName>ppt_x</p:attrName>
                                        </p:attrNameLst>
                                      </p:cBhvr>
                                      <p:tavLst>
                                        <p:tav tm="0">
                                          <p:val>
                                            <p:strVal val="#ppt_x"/>
                                          </p:val>
                                        </p:tav>
                                        <p:tav tm="100000">
                                          <p:val>
                                            <p:strVal val="#ppt_x"/>
                                          </p:val>
                                        </p:tav>
                                      </p:tavLst>
                                    </p:anim>
                                    <p:anim calcmode="lin" valueType="num">
                                      <p:cBhvr additive="base">
                                        <p:cTn id="39" dur="500" fill="hold"/>
                                        <p:tgtEl>
                                          <p:spTgt spid="74"/>
                                        </p:tgtEl>
                                        <p:attrNameLst>
                                          <p:attrName>ppt_y</p:attrName>
                                        </p:attrNameLst>
                                      </p:cBhvr>
                                      <p:tavLst>
                                        <p:tav tm="0">
                                          <p:val>
                                            <p:strVal val="1+#ppt_h/2"/>
                                          </p:val>
                                        </p:tav>
                                        <p:tav tm="100000">
                                          <p:val>
                                            <p:strVal val="#ppt_y"/>
                                          </p:val>
                                        </p:tav>
                                      </p:tavLst>
                                    </p:anim>
                                  </p:childTnLst>
                                </p:cTn>
                              </p:par>
                            </p:childTnLst>
                          </p:cTn>
                        </p:par>
                        <p:par>
                          <p:cTn id="40" fill="hold">
                            <p:stCondLst>
                              <p:cond delay="4200"/>
                            </p:stCondLst>
                            <p:childTnLst>
                              <p:par>
                                <p:cTn id="41" presetID="2" presetClass="entr" presetSubtype="4" fill="hold" nodeType="afterEffect">
                                  <p:stCondLst>
                                    <p:cond delay="0"/>
                                  </p:stCondLst>
                                  <p:childTnLst>
                                    <p:set>
                                      <p:cBhvr>
                                        <p:cTn id="42" dur="1" fill="hold">
                                          <p:stCondLst>
                                            <p:cond delay="0"/>
                                          </p:stCondLst>
                                        </p:cTn>
                                        <p:tgtEl>
                                          <p:spTgt spid="73"/>
                                        </p:tgtEl>
                                        <p:attrNameLst>
                                          <p:attrName>style.visibility</p:attrName>
                                        </p:attrNameLst>
                                      </p:cBhvr>
                                      <p:to>
                                        <p:strVal val="visible"/>
                                      </p:to>
                                    </p:set>
                                    <p:anim calcmode="lin" valueType="num">
                                      <p:cBhvr additive="base">
                                        <p:cTn id="43" dur="500" fill="hold"/>
                                        <p:tgtEl>
                                          <p:spTgt spid="73"/>
                                        </p:tgtEl>
                                        <p:attrNameLst>
                                          <p:attrName>ppt_x</p:attrName>
                                        </p:attrNameLst>
                                      </p:cBhvr>
                                      <p:tavLst>
                                        <p:tav tm="0">
                                          <p:val>
                                            <p:strVal val="#ppt_x"/>
                                          </p:val>
                                        </p:tav>
                                        <p:tav tm="100000">
                                          <p:val>
                                            <p:strVal val="#ppt_x"/>
                                          </p:val>
                                        </p:tav>
                                      </p:tavLst>
                                    </p:anim>
                                    <p:anim calcmode="lin" valueType="num">
                                      <p:cBhvr additive="base">
                                        <p:cTn id="44" dur="500" fill="hold"/>
                                        <p:tgtEl>
                                          <p:spTgt spid="73"/>
                                        </p:tgtEl>
                                        <p:attrNameLst>
                                          <p:attrName>ppt_y</p:attrName>
                                        </p:attrNameLst>
                                      </p:cBhvr>
                                      <p:tavLst>
                                        <p:tav tm="0">
                                          <p:val>
                                            <p:strVal val="1+#ppt_h/2"/>
                                          </p:val>
                                        </p:tav>
                                        <p:tav tm="100000">
                                          <p:val>
                                            <p:strVal val="#ppt_y"/>
                                          </p:val>
                                        </p:tav>
                                      </p:tavLst>
                                    </p:anim>
                                  </p:childTnLst>
                                </p:cTn>
                              </p:par>
                              <p:par>
                                <p:cTn id="45" presetID="1" presetClass="entr" presetSubtype="0" fill="hold" grpId="0" nodeType="with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barn(inVertical)">
                                      <p:cBhvr>
                                        <p:cTn id="51" dur="500"/>
                                        <p:tgtEl>
                                          <p:spTgt spid="7"/>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barn(inVertical)">
                                      <p:cBhvr>
                                        <p:cTn id="5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0" grpId="0"/>
      <p:bldP spid="2" grpId="0"/>
      <p:bldP spid="4" grpId="0"/>
      <p:bldP spid="6" grpId="0"/>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dministrator\Desktop\11111.tif"/>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p:nvCxnSpPr>
        <p:spPr>
          <a:xfrm>
            <a:off x="527381" y="644691"/>
            <a:ext cx="1166461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 name="TextBox 68"/>
          <p:cNvSpPr txBox="1">
            <a:spLocks noChangeArrowheads="1"/>
          </p:cNvSpPr>
          <p:nvPr/>
        </p:nvSpPr>
        <p:spPr bwMode="auto">
          <a:xfrm>
            <a:off x="3484152" y="68630"/>
            <a:ext cx="5223701" cy="697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29" tIns="60915" rIns="121829" bIns="60915">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lgn="ctr" defTabSz="1218323" eaLnBrk="1" hangingPunct="1"/>
            <a:r>
              <a:rPr lang="zh-CN" altLang="en-US" sz="3733" b="1" dirty="0">
                <a:solidFill>
                  <a:prstClr val="white"/>
                </a:solidFill>
                <a:latin typeface="Roboto" panose="02000000000000000000" pitchFamily="2" charset="0"/>
                <a:ea typeface="Roboto" panose="02000000000000000000" pitchFamily="2" charset="0"/>
                <a:cs typeface="Roboto" panose="02000000000000000000" pitchFamily="2" charset="0"/>
              </a:rPr>
              <a:t>用户需要什么？</a:t>
            </a:r>
            <a:endParaRPr lang="id-ID" altLang="zh-CN" sz="3733" b="1"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sp>
        <p:nvSpPr>
          <p:cNvPr id="50" name="Rectangle 5"/>
          <p:cNvSpPr/>
          <p:nvPr/>
        </p:nvSpPr>
        <p:spPr>
          <a:xfrm>
            <a:off x="0" y="6710364"/>
            <a:ext cx="12192000" cy="147637"/>
          </a:xfrm>
          <a:prstGeom prst="rect">
            <a:avLst/>
          </a:prstGeom>
          <a:solidFill>
            <a:srgbClr val="16294C"/>
          </a:solidFill>
          <a:ln>
            <a:noFill/>
          </a:ln>
        </p:spPr>
        <p:style>
          <a:lnRef idx="2">
            <a:schemeClr val="accent1">
              <a:shade val="50000"/>
            </a:schemeClr>
          </a:lnRef>
          <a:fillRef idx="1">
            <a:schemeClr val="accent1"/>
          </a:fillRef>
          <a:effectRef idx="0">
            <a:schemeClr val="accent1"/>
          </a:effectRef>
          <a:fontRef idx="minor">
            <a:schemeClr val="lt1"/>
          </a:fontRef>
        </p:style>
        <p:txBody>
          <a:bodyPr lIns="91372" tIns="45719" rIns="91372" bIns="45719" anchor="ctr"/>
          <a:lstStyle/>
          <a:p>
            <a:pPr algn="ctr" defTabSz="1218323">
              <a:defRPr/>
            </a:pPr>
            <a:endParaRPr lang="en-US" sz="2400">
              <a:solidFill>
                <a:prstClr val="white"/>
              </a:solidFill>
              <a:latin typeface="Calibri"/>
            </a:endParaRPr>
          </a:p>
        </p:txBody>
      </p:sp>
      <p:grpSp>
        <p:nvGrpSpPr>
          <p:cNvPr id="6" name="Group 6"/>
          <p:cNvGrpSpPr/>
          <p:nvPr/>
        </p:nvGrpSpPr>
        <p:grpSpPr bwMode="auto">
          <a:xfrm flipH="1">
            <a:off x="3413192" y="2033681"/>
            <a:ext cx="4006851" cy="4638675"/>
            <a:chOff x="985838" y="1835151"/>
            <a:chExt cx="4127500" cy="4451349"/>
          </a:xfrm>
        </p:grpSpPr>
        <p:sp>
          <p:nvSpPr>
            <p:cNvPr id="7" name="Freeform 9"/>
            <p:cNvSpPr/>
            <p:nvPr/>
          </p:nvSpPr>
          <p:spPr bwMode="auto">
            <a:xfrm>
              <a:off x="1446213" y="4508500"/>
              <a:ext cx="3454400" cy="889000"/>
            </a:xfrm>
            <a:custGeom>
              <a:avLst/>
              <a:gdLst>
                <a:gd name="T0" fmla="*/ 146050 w 2176"/>
                <a:gd name="T1" fmla="*/ 842963 h 560"/>
                <a:gd name="T2" fmla="*/ 142875 w 2176"/>
                <a:gd name="T3" fmla="*/ 660400 h 560"/>
                <a:gd name="T4" fmla="*/ 127000 w 2176"/>
                <a:gd name="T5" fmla="*/ 487363 h 560"/>
                <a:gd name="T6" fmla="*/ 100013 w 2176"/>
                <a:gd name="T7" fmla="*/ 331788 h 560"/>
                <a:gd name="T8" fmla="*/ 69850 w 2176"/>
                <a:gd name="T9" fmla="*/ 196850 h 560"/>
                <a:gd name="T10" fmla="*/ 30163 w 2176"/>
                <a:gd name="T11" fmla="*/ 77788 h 560"/>
                <a:gd name="T12" fmla="*/ 0 w 2176"/>
                <a:gd name="T13" fmla="*/ 0 h 560"/>
                <a:gd name="T14" fmla="*/ 3419475 w 2176"/>
                <a:gd name="T15" fmla="*/ 7938 h 560"/>
                <a:gd name="T16" fmla="*/ 3387725 w 2176"/>
                <a:gd name="T17" fmla="*/ 26988 h 560"/>
                <a:gd name="T18" fmla="*/ 3357563 w 2176"/>
                <a:gd name="T19" fmla="*/ 50800 h 560"/>
                <a:gd name="T20" fmla="*/ 3336925 w 2176"/>
                <a:gd name="T21" fmla="*/ 80963 h 560"/>
                <a:gd name="T22" fmla="*/ 3325813 w 2176"/>
                <a:gd name="T23" fmla="*/ 111125 h 560"/>
                <a:gd name="T24" fmla="*/ 3322638 w 2176"/>
                <a:gd name="T25" fmla="*/ 142875 h 560"/>
                <a:gd name="T26" fmla="*/ 3336925 w 2176"/>
                <a:gd name="T27" fmla="*/ 201613 h 560"/>
                <a:gd name="T28" fmla="*/ 3363913 w 2176"/>
                <a:gd name="T29" fmla="*/ 250825 h 560"/>
                <a:gd name="T30" fmla="*/ 3398838 w 2176"/>
                <a:gd name="T31" fmla="*/ 304800 h 560"/>
                <a:gd name="T32" fmla="*/ 3419475 w 2176"/>
                <a:gd name="T33" fmla="*/ 336550 h 560"/>
                <a:gd name="T34" fmla="*/ 3422650 w 2176"/>
                <a:gd name="T35" fmla="*/ 371475 h 560"/>
                <a:gd name="T36" fmla="*/ 3414713 w 2176"/>
                <a:gd name="T37" fmla="*/ 398463 h 560"/>
                <a:gd name="T38" fmla="*/ 3392488 w 2176"/>
                <a:gd name="T39" fmla="*/ 420688 h 560"/>
                <a:gd name="T40" fmla="*/ 3363913 w 2176"/>
                <a:gd name="T41" fmla="*/ 436563 h 560"/>
                <a:gd name="T42" fmla="*/ 3349625 w 2176"/>
                <a:gd name="T43" fmla="*/ 447675 h 560"/>
                <a:gd name="T44" fmla="*/ 3344863 w 2176"/>
                <a:gd name="T45" fmla="*/ 455613 h 560"/>
                <a:gd name="T46" fmla="*/ 3357563 w 2176"/>
                <a:gd name="T47" fmla="*/ 463550 h 560"/>
                <a:gd name="T48" fmla="*/ 3368675 w 2176"/>
                <a:gd name="T49" fmla="*/ 479425 h 560"/>
                <a:gd name="T50" fmla="*/ 3376613 w 2176"/>
                <a:gd name="T51" fmla="*/ 506413 h 560"/>
                <a:gd name="T52" fmla="*/ 3379788 w 2176"/>
                <a:gd name="T53" fmla="*/ 533400 h 560"/>
                <a:gd name="T54" fmla="*/ 3360738 w 2176"/>
                <a:gd name="T55" fmla="*/ 568325 h 560"/>
                <a:gd name="T56" fmla="*/ 3325813 w 2176"/>
                <a:gd name="T57" fmla="*/ 606425 h 560"/>
                <a:gd name="T58" fmla="*/ 3306763 w 2176"/>
                <a:gd name="T59" fmla="*/ 633413 h 560"/>
                <a:gd name="T60" fmla="*/ 3302000 w 2176"/>
                <a:gd name="T61" fmla="*/ 657225 h 560"/>
                <a:gd name="T62" fmla="*/ 3309938 w 2176"/>
                <a:gd name="T63" fmla="*/ 681038 h 560"/>
                <a:gd name="T64" fmla="*/ 3325813 w 2176"/>
                <a:gd name="T65" fmla="*/ 711200 h 560"/>
                <a:gd name="T66" fmla="*/ 3363913 w 2176"/>
                <a:gd name="T67" fmla="*/ 784225 h 560"/>
                <a:gd name="T68" fmla="*/ 3379788 w 2176"/>
                <a:gd name="T69" fmla="*/ 854075 h 560"/>
                <a:gd name="T70" fmla="*/ 3379788 w 2176"/>
                <a:gd name="T71" fmla="*/ 889000 h 56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176" h="560">
                  <a:moveTo>
                    <a:pt x="92" y="560"/>
                  </a:moveTo>
                  <a:lnTo>
                    <a:pt x="92" y="531"/>
                  </a:lnTo>
                  <a:lnTo>
                    <a:pt x="92" y="475"/>
                  </a:lnTo>
                  <a:lnTo>
                    <a:pt x="90" y="416"/>
                  </a:lnTo>
                  <a:lnTo>
                    <a:pt x="85" y="360"/>
                  </a:lnTo>
                  <a:lnTo>
                    <a:pt x="80" y="307"/>
                  </a:lnTo>
                  <a:lnTo>
                    <a:pt x="71" y="256"/>
                  </a:lnTo>
                  <a:lnTo>
                    <a:pt x="63" y="209"/>
                  </a:lnTo>
                  <a:lnTo>
                    <a:pt x="53" y="166"/>
                  </a:lnTo>
                  <a:lnTo>
                    <a:pt x="44" y="124"/>
                  </a:lnTo>
                  <a:lnTo>
                    <a:pt x="32" y="85"/>
                  </a:lnTo>
                  <a:lnTo>
                    <a:pt x="19" y="49"/>
                  </a:lnTo>
                  <a:lnTo>
                    <a:pt x="7" y="17"/>
                  </a:lnTo>
                  <a:lnTo>
                    <a:pt x="0" y="0"/>
                  </a:lnTo>
                  <a:lnTo>
                    <a:pt x="2176" y="0"/>
                  </a:lnTo>
                  <a:lnTo>
                    <a:pt x="2154" y="5"/>
                  </a:lnTo>
                  <a:lnTo>
                    <a:pt x="2144" y="10"/>
                  </a:lnTo>
                  <a:lnTo>
                    <a:pt x="2134" y="17"/>
                  </a:lnTo>
                  <a:lnTo>
                    <a:pt x="2124" y="22"/>
                  </a:lnTo>
                  <a:lnTo>
                    <a:pt x="2115" y="32"/>
                  </a:lnTo>
                  <a:lnTo>
                    <a:pt x="2107" y="41"/>
                  </a:lnTo>
                  <a:lnTo>
                    <a:pt x="2102" y="51"/>
                  </a:lnTo>
                  <a:lnTo>
                    <a:pt x="2098" y="61"/>
                  </a:lnTo>
                  <a:lnTo>
                    <a:pt x="2095" y="70"/>
                  </a:lnTo>
                  <a:lnTo>
                    <a:pt x="2093" y="80"/>
                  </a:lnTo>
                  <a:lnTo>
                    <a:pt x="2093" y="90"/>
                  </a:lnTo>
                  <a:lnTo>
                    <a:pt x="2098" y="109"/>
                  </a:lnTo>
                  <a:lnTo>
                    <a:pt x="2102" y="127"/>
                  </a:lnTo>
                  <a:lnTo>
                    <a:pt x="2112" y="144"/>
                  </a:lnTo>
                  <a:lnTo>
                    <a:pt x="2119" y="158"/>
                  </a:lnTo>
                  <a:lnTo>
                    <a:pt x="2129" y="170"/>
                  </a:lnTo>
                  <a:lnTo>
                    <a:pt x="2141" y="192"/>
                  </a:lnTo>
                  <a:lnTo>
                    <a:pt x="2149" y="202"/>
                  </a:lnTo>
                  <a:lnTo>
                    <a:pt x="2154" y="212"/>
                  </a:lnTo>
                  <a:lnTo>
                    <a:pt x="2156" y="224"/>
                  </a:lnTo>
                  <a:lnTo>
                    <a:pt x="2156" y="234"/>
                  </a:lnTo>
                  <a:lnTo>
                    <a:pt x="2154" y="243"/>
                  </a:lnTo>
                  <a:lnTo>
                    <a:pt x="2151" y="251"/>
                  </a:lnTo>
                  <a:lnTo>
                    <a:pt x="2146" y="256"/>
                  </a:lnTo>
                  <a:lnTo>
                    <a:pt x="2137" y="265"/>
                  </a:lnTo>
                  <a:lnTo>
                    <a:pt x="2129" y="270"/>
                  </a:lnTo>
                  <a:lnTo>
                    <a:pt x="2119" y="275"/>
                  </a:lnTo>
                  <a:lnTo>
                    <a:pt x="2115" y="280"/>
                  </a:lnTo>
                  <a:lnTo>
                    <a:pt x="2110" y="282"/>
                  </a:lnTo>
                  <a:lnTo>
                    <a:pt x="2107" y="285"/>
                  </a:lnTo>
                  <a:lnTo>
                    <a:pt x="2107" y="287"/>
                  </a:lnTo>
                  <a:lnTo>
                    <a:pt x="2112" y="290"/>
                  </a:lnTo>
                  <a:lnTo>
                    <a:pt x="2115" y="292"/>
                  </a:lnTo>
                  <a:lnTo>
                    <a:pt x="2119" y="297"/>
                  </a:lnTo>
                  <a:lnTo>
                    <a:pt x="2122" y="302"/>
                  </a:lnTo>
                  <a:lnTo>
                    <a:pt x="2124" y="309"/>
                  </a:lnTo>
                  <a:lnTo>
                    <a:pt x="2127" y="319"/>
                  </a:lnTo>
                  <a:lnTo>
                    <a:pt x="2129" y="326"/>
                  </a:lnTo>
                  <a:lnTo>
                    <a:pt x="2129" y="336"/>
                  </a:lnTo>
                  <a:lnTo>
                    <a:pt x="2124" y="346"/>
                  </a:lnTo>
                  <a:lnTo>
                    <a:pt x="2117" y="358"/>
                  </a:lnTo>
                  <a:lnTo>
                    <a:pt x="2107" y="370"/>
                  </a:lnTo>
                  <a:lnTo>
                    <a:pt x="2095" y="382"/>
                  </a:lnTo>
                  <a:lnTo>
                    <a:pt x="2088" y="390"/>
                  </a:lnTo>
                  <a:lnTo>
                    <a:pt x="2083" y="399"/>
                  </a:lnTo>
                  <a:lnTo>
                    <a:pt x="2080" y="407"/>
                  </a:lnTo>
                  <a:lnTo>
                    <a:pt x="2080" y="414"/>
                  </a:lnTo>
                  <a:lnTo>
                    <a:pt x="2083" y="421"/>
                  </a:lnTo>
                  <a:lnTo>
                    <a:pt x="2085" y="429"/>
                  </a:lnTo>
                  <a:lnTo>
                    <a:pt x="2090" y="438"/>
                  </a:lnTo>
                  <a:lnTo>
                    <a:pt x="2095" y="448"/>
                  </a:lnTo>
                  <a:lnTo>
                    <a:pt x="2110" y="472"/>
                  </a:lnTo>
                  <a:lnTo>
                    <a:pt x="2119" y="494"/>
                  </a:lnTo>
                  <a:lnTo>
                    <a:pt x="2124" y="519"/>
                  </a:lnTo>
                  <a:lnTo>
                    <a:pt x="2129" y="538"/>
                  </a:lnTo>
                  <a:lnTo>
                    <a:pt x="2129" y="560"/>
                  </a:lnTo>
                  <a:lnTo>
                    <a:pt x="92" y="560"/>
                  </a:lnTo>
                  <a:close/>
                </a:path>
              </a:pathLst>
            </a:custGeom>
            <a:solidFill>
              <a:srgbClr val="DF361F"/>
            </a:solidFill>
            <a:ln w="38100">
              <a:solidFill>
                <a:sysClr val="window" lastClr="FFFFFF"/>
              </a:solidFill>
              <a:round/>
            </a:ln>
          </p:spPr>
          <p:txBody>
            <a:bodyPr/>
            <a:lstStyle/>
            <a:p>
              <a:pPr defTabSz="1218323" eaLnBrk="0" fontAlgn="base" hangingPunct="0">
                <a:spcBef>
                  <a:spcPct val="0"/>
                </a:spcBef>
                <a:spcAft>
                  <a:spcPct val="0"/>
                </a:spcAft>
              </a:pPr>
              <a:endParaRPr lang="zh-CN" altLang="en-US" sz="2400" kern="0">
                <a:solidFill>
                  <a:prstClr val="black"/>
                </a:solidFill>
                <a:latin typeface="Calibri"/>
                <a:ea typeface="宋体" panose="02010600030101010101" pitchFamily="2" charset="-122"/>
              </a:endParaRPr>
            </a:p>
          </p:txBody>
        </p:sp>
        <p:sp>
          <p:nvSpPr>
            <p:cNvPr id="8" name="Freeform 6"/>
            <p:cNvSpPr/>
            <p:nvPr/>
          </p:nvSpPr>
          <p:spPr bwMode="auto">
            <a:xfrm>
              <a:off x="1090497" y="1835151"/>
              <a:ext cx="3411238" cy="894231"/>
            </a:xfrm>
            <a:custGeom>
              <a:avLst/>
              <a:gdLst>
                <a:gd name="T0" fmla="*/ 0 w 2149"/>
                <a:gd name="T1" fmla="*/ 563 h 563"/>
                <a:gd name="T2" fmla="*/ 14 w 2149"/>
                <a:gd name="T3" fmla="*/ 532 h 563"/>
                <a:gd name="T4" fmla="*/ 31 w 2149"/>
                <a:gd name="T5" fmla="*/ 495 h 563"/>
                <a:gd name="T6" fmla="*/ 53 w 2149"/>
                <a:gd name="T7" fmla="*/ 456 h 563"/>
                <a:gd name="T8" fmla="*/ 75 w 2149"/>
                <a:gd name="T9" fmla="*/ 419 h 563"/>
                <a:gd name="T10" fmla="*/ 100 w 2149"/>
                <a:gd name="T11" fmla="*/ 380 h 563"/>
                <a:gd name="T12" fmla="*/ 129 w 2149"/>
                <a:gd name="T13" fmla="*/ 344 h 563"/>
                <a:gd name="T14" fmla="*/ 158 w 2149"/>
                <a:gd name="T15" fmla="*/ 307 h 563"/>
                <a:gd name="T16" fmla="*/ 175 w 2149"/>
                <a:gd name="T17" fmla="*/ 288 h 563"/>
                <a:gd name="T18" fmla="*/ 197 w 2149"/>
                <a:gd name="T19" fmla="*/ 268 h 563"/>
                <a:gd name="T20" fmla="*/ 217 w 2149"/>
                <a:gd name="T21" fmla="*/ 249 h 563"/>
                <a:gd name="T22" fmla="*/ 238 w 2149"/>
                <a:gd name="T23" fmla="*/ 229 h 563"/>
                <a:gd name="T24" fmla="*/ 263 w 2149"/>
                <a:gd name="T25" fmla="*/ 212 h 563"/>
                <a:gd name="T26" fmla="*/ 287 w 2149"/>
                <a:gd name="T27" fmla="*/ 195 h 563"/>
                <a:gd name="T28" fmla="*/ 343 w 2149"/>
                <a:gd name="T29" fmla="*/ 164 h 563"/>
                <a:gd name="T30" fmla="*/ 399 w 2149"/>
                <a:gd name="T31" fmla="*/ 134 h 563"/>
                <a:gd name="T32" fmla="*/ 460 w 2149"/>
                <a:gd name="T33" fmla="*/ 108 h 563"/>
                <a:gd name="T34" fmla="*/ 526 w 2149"/>
                <a:gd name="T35" fmla="*/ 86 h 563"/>
                <a:gd name="T36" fmla="*/ 594 w 2149"/>
                <a:gd name="T37" fmla="*/ 64 h 563"/>
                <a:gd name="T38" fmla="*/ 662 w 2149"/>
                <a:gd name="T39" fmla="*/ 47 h 563"/>
                <a:gd name="T40" fmla="*/ 736 w 2149"/>
                <a:gd name="T41" fmla="*/ 32 h 563"/>
                <a:gd name="T42" fmla="*/ 811 w 2149"/>
                <a:gd name="T43" fmla="*/ 20 h 563"/>
                <a:gd name="T44" fmla="*/ 884 w 2149"/>
                <a:gd name="T45" fmla="*/ 10 h 563"/>
                <a:gd name="T46" fmla="*/ 962 w 2149"/>
                <a:gd name="T47" fmla="*/ 5 h 563"/>
                <a:gd name="T48" fmla="*/ 1040 w 2149"/>
                <a:gd name="T49" fmla="*/ 0 h 563"/>
                <a:gd name="T50" fmla="*/ 1118 w 2149"/>
                <a:gd name="T51" fmla="*/ 0 h 563"/>
                <a:gd name="T52" fmla="*/ 1196 w 2149"/>
                <a:gd name="T53" fmla="*/ 3 h 563"/>
                <a:gd name="T54" fmla="*/ 1271 w 2149"/>
                <a:gd name="T55" fmla="*/ 10 h 563"/>
                <a:gd name="T56" fmla="*/ 1347 w 2149"/>
                <a:gd name="T57" fmla="*/ 18 h 563"/>
                <a:gd name="T58" fmla="*/ 1423 w 2149"/>
                <a:gd name="T59" fmla="*/ 30 h 563"/>
                <a:gd name="T60" fmla="*/ 1496 w 2149"/>
                <a:gd name="T61" fmla="*/ 44 h 563"/>
                <a:gd name="T62" fmla="*/ 1569 w 2149"/>
                <a:gd name="T63" fmla="*/ 61 h 563"/>
                <a:gd name="T64" fmla="*/ 1637 w 2149"/>
                <a:gd name="T65" fmla="*/ 83 h 563"/>
                <a:gd name="T66" fmla="*/ 1705 w 2149"/>
                <a:gd name="T67" fmla="*/ 105 h 563"/>
                <a:gd name="T68" fmla="*/ 1766 w 2149"/>
                <a:gd name="T69" fmla="*/ 134 h 563"/>
                <a:gd name="T70" fmla="*/ 1825 w 2149"/>
                <a:gd name="T71" fmla="*/ 164 h 563"/>
                <a:gd name="T72" fmla="*/ 1881 w 2149"/>
                <a:gd name="T73" fmla="*/ 195 h 563"/>
                <a:gd name="T74" fmla="*/ 1907 w 2149"/>
                <a:gd name="T75" fmla="*/ 212 h 563"/>
                <a:gd name="T76" fmla="*/ 1932 w 2149"/>
                <a:gd name="T77" fmla="*/ 232 h 563"/>
                <a:gd name="T78" fmla="*/ 1956 w 2149"/>
                <a:gd name="T79" fmla="*/ 249 h 563"/>
                <a:gd name="T80" fmla="*/ 1978 w 2149"/>
                <a:gd name="T81" fmla="*/ 271 h 563"/>
                <a:gd name="T82" fmla="*/ 2000 w 2149"/>
                <a:gd name="T83" fmla="*/ 290 h 563"/>
                <a:gd name="T84" fmla="*/ 2019 w 2149"/>
                <a:gd name="T85" fmla="*/ 312 h 563"/>
                <a:gd name="T86" fmla="*/ 2039 w 2149"/>
                <a:gd name="T87" fmla="*/ 334 h 563"/>
                <a:gd name="T88" fmla="*/ 2056 w 2149"/>
                <a:gd name="T89" fmla="*/ 356 h 563"/>
                <a:gd name="T90" fmla="*/ 2071 w 2149"/>
                <a:gd name="T91" fmla="*/ 380 h 563"/>
                <a:gd name="T92" fmla="*/ 2085 w 2149"/>
                <a:gd name="T93" fmla="*/ 405 h 563"/>
                <a:gd name="T94" fmla="*/ 2097 w 2149"/>
                <a:gd name="T95" fmla="*/ 432 h 563"/>
                <a:gd name="T96" fmla="*/ 2110 w 2149"/>
                <a:gd name="T97" fmla="*/ 458 h 563"/>
                <a:gd name="T98" fmla="*/ 2122 w 2149"/>
                <a:gd name="T99" fmla="*/ 490 h 563"/>
                <a:gd name="T100" fmla="*/ 2134 w 2149"/>
                <a:gd name="T101" fmla="*/ 522 h 563"/>
                <a:gd name="T102" fmla="*/ 2144 w 2149"/>
                <a:gd name="T103" fmla="*/ 551 h 563"/>
                <a:gd name="T104" fmla="*/ 2149 w 2149"/>
                <a:gd name="T105" fmla="*/ 563 h 563"/>
                <a:gd name="T106" fmla="*/ 0 w 2149"/>
                <a:gd name="T107"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149" h="563">
                  <a:moveTo>
                    <a:pt x="0" y="563"/>
                  </a:moveTo>
                  <a:lnTo>
                    <a:pt x="14" y="532"/>
                  </a:lnTo>
                  <a:lnTo>
                    <a:pt x="31" y="495"/>
                  </a:lnTo>
                  <a:lnTo>
                    <a:pt x="53" y="456"/>
                  </a:lnTo>
                  <a:lnTo>
                    <a:pt x="75" y="419"/>
                  </a:lnTo>
                  <a:lnTo>
                    <a:pt x="100" y="380"/>
                  </a:lnTo>
                  <a:lnTo>
                    <a:pt x="129" y="344"/>
                  </a:lnTo>
                  <a:lnTo>
                    <a:pt x="158" y="307"/>
                  </a:lnTo>
                  <a:lnTo>
                    <a:pt x="175" y="288"/>
                  </a:lnTo>
                  <a:lnTo>
                    <a:pt x="197" y="268"/>
                  </a:lnTo>
                  <a:lnTo>
                    <a:pt x="217" y="249"/>
                  </a:lnTo>
                  <a:lnTo>
                    <a:pt x="238" y="229"/>
                  </a:lnTo>
                  <a:lnTo>
                    <a:pt x="263" y="212"/>
                  </a:lnTo>
                  <a:lnTo>
                    <a:pt x="287" y="195"/>
                  </a:lnTo>
                  <a:lnTo>
                    <a:pt x="343" y="164"/>
                  </a:lnTo>
                  <a:lnTo>
                    <a:pt x="399" y="134"/>
                  </a:lnTo>
                  <a:lnTo>
                    <a:pt x="460" y="108"/>
                  </a:lnTo>
                  <a:lnTo>
                    <a:pt x="526" y="86"/>
                  </a:lnTo>
                  <a:lnTo>
                    <a:pt x="594" y="64"/>
                  </a:lnTo>
                  <a:lnTo>
                    <a:pt x="662" y="47"/>
                  </a:lnTo>
                  <a:lnTo>
                    <a:pt x="736" y="32"/>
                  </a:lnTo>
                  <a:lnTo>
                    <a:pt x="811" y="20"/>
                  </a:lnTo>
                  <a:lnTo>
                    <a:pt x="884" y="10"/>
                  </a:lnTo>
                  <a:lnTo>
                    <a:pt x="962" y="5"/>
                  </a:lnTo>
                  <a:lnTo>
                    <a:pt x="1040" y="0"/>
                  </a:lnTo>
                  <a:lnTo>
                    <a:pt x="1118" y="0"/>
                  </a:lnTo>
                  <a:lnTo>
                    <a:pt x="1196" y="3"/>
                  </a:lnTo>
                  <a:lnTo>
                    <a:pt x="1271" y="10"/>
                  </a:lnTo>
                  <a:lnTo>
                    <a:pt x="1347" y="18"/>
                  </a:lnTo>
                  <a:lnTo>
                    <a:pt x="1423" y="30"/>
                  </a:lnTo>
                  <a:lnTo>
                    <a:pt x="1496" y="44"/>
                  </a:lnTo>
                  <a:lnTo>
                    <a:pt x="1569" y="61"/>
                  </a:lnTo>
                  <a:lnTo>
                    <a:pt x="1637" y="83"/>
                  </a:lnTo>
                  <a:lnTo>
                    <a:pt x="1705" y="105"/>
                  </a:lnTo>
                  <a:lnTo>
                    <a:pt x="1766" y="134"/>
                  </a:lnTo>
                  <a:lnTo>
                    <a:pt x="1825" y="164"/>
                  </a:lnTo>
                  <a:lnTo>
                    <a:pt x="1881" y="195"/>
                  </a:lnTo>
                  <a:lnTo>
                    <a:pt x="1907" y="212"/>
                  </a:lnTo>
                  <a:lnTo>
                    <a:pt x="1932" y="232"/>
                  </a:lnTo>
                  <a:lnTo>
                    <a:pt x="1956" y="249"/>
                  </a:lnTo>
                  <a:lnTo>
                    <a:pt x="1978" y="271"/>
                  </a:lnTo>
                  <a:lnTo>
                    <a:pt x="2000" y="290"/>
                  </a:lnTo>
                  <a:lnTo>
                    <a:pt x="2019" y="312"/>
                  </a:lnTo>
                  <a:lnTo>
                    <a:pt x="2039" y="334"/>
                  </a:lnTo>
                  <a:lnTo>
                    <a:pt x="2056" y="356"/>
                  </a:lnTo>
                  <a:lnTo>
                    <a:pt x="2071" y="380"/>
                  </a:lnTo>
                  <a:lnTo>
                    <a:pt x="2085" y="405"/>
                  </a:lnTo>
                  <a:lnTo>
                    <a:pt x="2097" y="432"/>
                  </a:lnTo>
                  <a:lnTo>
                    <a:pt x="2110" y="458"/>
                  </a:lnTo>
                  <a:lnTo>
                    <a:pt x="2122" y="490"/>
                  </a:lnTo>
                  <a:lnTo>
                    <a:pt x="2134" y="522"/>
                  </a:lnTo>
                  <a:lnTo>
                    <a:pt x="2144" y="551"/>
                  </a:lnTo>
                  <a:lnTo>
                    <a:pt x="2149" y="563"/>
                  </a:lnTo>
                  <a:lnTo>
                    <a:pt x="0" y="563"/>
                  </a:lnTo>
                  <a:close/>
                </a:path>
              </a:pathLst>
            </a:custGeom>
            <a:solidFill>
              <a:srgbClr val="16294C"/>
            </a:solidFill>
            <a:ln w="38100">
              <a:solidFill>
                <a:sysClr val="window" lastClr="FFFFFF"/>
              </a:solidFill>
            </a:ln>
          </p:spPr>
          <p:txBody>
            <a:bodyPr/>
            <a:lstStyle/>
            <a:p>
              <a:pPr defTabSz="1218323">
                <a:defRPr/>
              </a:pPr>
              <a:endParaRPr lang="en-US" sz="2400" kern="0">
                <a:solidFill>
                  <a:prstClr val="black"/>
                </a:solidFill>
                <a:latin typeface="Calibri"/>
              </a:endParaRPr>
            </a:p>
          </p:txBody>
        </p:sp>
        <p:sp>
          <p:nvSpPr>
            <p:cNvPr id="9" name="Freeform 7"/>
            <p:cNvSpPr/>
            <p:nvPr/>
          </p:nvSpPr>
          <p:spPr bwMode="auto">
            <a:xfrm>
              <a:off x="985838" y="2726335"/>
              <a:ext cx="3785723" cy="892707"/>
            </a:xfrm>
            <a:custGeom>
              <a:avLst/>
              <a:gdLst>
                <a:gd name="T0" fmla="*/ 22 w 2385"/>
                <a:gd name="T1" fmla="*/ 563 h 563"/>
                <a:gd name="T2" fmla="*/ 22 w 2385"/>
                <a:gd name="T3" fmla="*/ 558 h 563"/>
                <a:gd name="T4" fmla="*/ 15 w 2385"/>
                <a:gd name="T5" fmla="*/ 521 h 563"/>
                <a:gd name="T6" fmla="*/ 10 w 2385"/>
                <a:gd name="T7" fmla="*/ 482 h 563"/>
                <a:gd name="T8" fmla="*/ 5 w 2385"/>
                <a:gd name="T9" fmla="*/ 443 h 563"/>
                <a:gd name="T10" fmla="*/ 0 w 2385"/>
                <a:gd name="T11" fmla="*/ 404 h 563"/>
                <a:gd name="T12" fmla="*/ 0 w 2385"/>
                <a:gd name="T13" fmla="*/ 365 h 563"/>
                <a:gd name="T14" fmla="*/ 0 w 2385"/>
                <a:gd name="T15" fmla="*/ 326 h 563"/>
                <a:gd name="T16" fmla="*/ 2 w 2385"/>
                <a:gd name="T17" fmla="*/ 287 h 563"/>
                <a:gd name="T18" fmla="*/ 5 w 2385"/>
                <a:gd name="T19" fmla="*/ 246 h 563"/>
                <a:gd name="T20" fmla="*/ 10 w 2385"/>
                <a:gd name="T21" fmla="*/ 207 h 563"/>
                <a:gd name="T22" fmla="*/ 17 w 2385"/>
                <a:gd name="T23" fmla="*/ 165 h 563"/>
                <a:gd name="T24" fmla="*/ 24 w 2385"/>
                <a:gd name="T25" fmla="*/ 126 h 563"/>
                <a:gd name="T26" fmla="*/ 36 w 2385"/>
                <a:gd name="T27" fmla="*/ 87 h 563"/>
                <a:gd name="T28" fmla="*/ 49 w 2385"/>
                <a:gd name="T29" fmla="*/ 48 h 563"/>
                <a:gd name="T30" fmla="*/ 63 w 2385"/>
                <a:gd name="T31" fmla="*/ 7 h 563"/>
                <a:gd name="T32" fmla="*/ 66 w 2385"/>
                <a:gd name="T33" fmla="*/ 0 h 563"/>
                <a:gd name="T34" fmla="*/ 2215 w 2385"/>
                <a:gd name="T35" fmla="*/ 0 h 563"/>
                <a:gd name="T36" fmla="*/ 2222 w 2385"/>
                <a:gd name="T37" fmla="*/ 14 h 563"/>
                <a:gd name="T38" fmla="*/ 2232 w 2385"/>
                <a:gd name="T39" fmla="*/ 39 h 563"/>
                <a:gd name="T40" fmla="*/ 2239 w 2385"/>
                <a:gd name="T41" fmla="*/ 63 h 563"/>
                <a:gd name="T42" fmla="*/ 2249 w 2385"/>
                <a:gd name="T43" fmla="*/ 85 h 563"/>
                <a:gd name="T44" fmla="*/ 2256 w 2385"/>
                <a:gd name="T45" fmla="*/ 105 h 563"/>
                <a:gd name="T46" fmla="*/ 2266 w 2385"/>
                <a:gd name="T47" fmla="*/ 124 h 563"/>
                <a:gd name="T48" fmla="*/ 2271 w 2385"/>
                <a:gd name="T49" fmla="*/ 141 h 563"/>
                <a:gd name="T50" fmla="*/ 2278 w 2385"/>
                <a:gd name="T51" fmla="*/ 156 h 563"/>
                <a:gd name="T52" fmla="*/ 2283 w 2385"/>
                <a:gd name="T53" fmla="*/ 173 h 563"/>
                <a:gd name="T54" fmla="*/ 2295 w 2385"/>
                <a:gd name="T55" fmla="*/ 200 h 563"/>
                <a:gd name="T56" fmla="*/ 2307 w 2385"/>
                <a:gd name="T57" fmla="*/ 224 h 563"/>
                <a:gd name="T58" fmla="*/ 2314 w 2385"/>
                <a:gd name="T59" fmla="*/ 246 h 563"/>
                <a:gd name="T60" fmla="*/ 2324 w 2385"/>
                <a:gd name="T61" fmla="*/ 268 h 563"/>
                <a:gd name="T62" fmla="*/ 2332 w 2385"/>
                <a:gd name="T63" fmla="*/ 290 h 563"/>
                <a:gd name="T64" fmla="*/ 2341 w 2385"/>
                <a:gd name="T65" fmla="*/ 312 h 563"/>
                <a:gd name="T66" fmla="*/ 2349 w 2385"/>
                <a:gd name="T67" fmla="*/ 336 h 563"/>
                <a:gd name="T68" fmla="*/ 2358 w 2385"/>
                <a:gd name="T69" fmla="*/ 365 h 563"/>
                <a:gd name="T70" fmla="*/ 2366 w 2385"/>
                <a:gd name="T71" fmla="*/ 380 h 563"/>
                <a:gd name="T72" fmla="*/ 2370 w 2385"/>
                <a:gd name="T73" fmla="*/ 397 h 563"/>
                <a:gd name="T74" fmla="*/ 2375 w 2385"/>
                <a:gd name="T75" fmla="*/ 414 h 563"/>
                <a:gd name="T76" fmla="*/ 2380 w 2385"/>
                <a:gd name="T77" fmla="*/ 433 h 563"/>
                <a:gd name="T78" fmla="*/ 2385 w 2385"/>
                <a:gd name="T79" fmla="*/ 448 h 563"/>
                <a:gd name="T80" fmla="*/ 2385 w 2385"/>
                <a:gd name="T81" fmla="*/ 463 h 563"/>
                <a:gd name="T82" fmla="*/ 2385 w 2385"/>
                <a:gd name="T83" fmla="*/ 475 h 563"/>
                <a:gd name="T84" fmla="*/ 2380 w 2385"/>
                <a:gd name="T85" fmla="*/ 485 h 563"/>
                <a:gd name="T86" fmla="*/ 2378 w 2385"/>
                <a:gd name="T87" fmla="*/ 494 h 563"/>
                <a:gd name="T88" fmla="*/ 2370 w 2385"/>
                <a:gd name="T89" fmla="*/ 504 h 563"/>
                <a:gd name="T90" fmla="*/ 2353 w 2385"/>
                <a:gd name="T91" fmla="*/ 519 h 563"/>
                <a:gd name="T92" fmla="*/ 2339 w 2385"/>
                <a:gd name="T93" fmla="*/ 536 h 563"/>
                <a:gd name="T94" fmla="*/ 2322 w 2385"/>
                <a:gd name="T95" fmla="*/ 550 h 563"/>
                <a:gd name="T96" fmla="*/ 2317 w 2385"/>
                <a:gd name="T97" fmla="*/ 560 h 563"/>
                <a:gd name="T98" fmla="*/ 2317 w 2385"/>
                <a:gd name="T99" fmla="*/ 563 h 563"/>
                <a:gd name="T100" fmla="*/ 22 w 2385"/>
                <a:gd name="T101"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85" h="563">
                  <a:moveTo>
                    <a:pt x="22" y="563"/>
                  </a:moveTo>
                  <a:lnTo>
                    <a:pt x="22" y="558"/>
                  </a:lnTo>
                  <a:lnTo>
                    <a:pt x="15" y="521"/>
                  </a:lnTo>
                  <a:lnTo>
                    <a:pt x="10" y="482"/>
                  </a:lnTo>
                  <a:lnTo>
                    <a:pt x="5" y="443"/>
                  </a:lnTo>
                  <a:lnTo>
                    <a:pt x="0" y="404"/>
                  </a:lnTo>
                  <a:lnTo>
                    <a:pt x="0" y="365"/>
                  </a:lnTo>
                  <a:lnTo>
                    <a:pt x="0" y="326"/>
                  </a:lnTo>
                  <a:lnTo>
                    <a:pt x="2" y="287"/>
                  </a:lnTo>
                  <a:lnTo>
                    <a:pt x="5" y="246"/>
                  </a:lnTo>
                  <a:lnTo>
                    <a:pt x="10" y="207"/>
                  </a:lnTo>
                  <a:lnTo>
                    <a:pt x="17" y="165"/>
                  </a:lnTo>
                  <a:lnTo>
                    <a:pt x="24" y="126"/>
                  </a:lnTo>
                  <a:lnTo>
                    <a:pt x="36" y="87"/>
                  </a:lnTo>
                  <a:lnTo>
                    <a:pt x="49" y="48"/>
                  </a:lnTo>
                  <a:lnTo>
                    <a:pt x="63" y="7"/>
                  </a:lnTo>
                  <a:lnTo>
                    <a:pt x="66" y="0"/>
                  </a:lnTo>
                  <a:lnTo>
                    <a:pt x="2215" y="0"/>
                  </a:lnTo>
                  <a:lnTo>
                    <a:pt x="2222" y="14"/>
                  </a:lnTo>
                  <a:lnTo>
                    <a:pt x="2232" y="39"/>
                  </a:lnTo>
                  <a:lnTo>
                    <a:pt x="2239" y="63"/>
                  </a:lnTo>
                  <a:lnTo>
                    <a:pt x="2249" y="85"/>
                  </a:lnTo>
                  <a:lnTo>
                    <a:pt x="2256" y="105"/>
                  </a:lnTo>
                  <a:lnTo>
                    <a:pt x="2266" y="124"/>
                  </a:lnTo>
                  <a:lnTo>
                    <a:pt x="2271" y="141"/>
                  </a:lnTo>
                  <a:lnTo>
                    <a:pt x="2278" y="156"/>
                  </a:lnTo>
                  <a:lnTo>
                    <a:pt x="2283" y="173"/>
                  </a:lnTo>
                  <a:lnTo>
                    <a:pt x="2295" y="200"/>
                  </a:lnTo>
                  <a:lnTo>
                    <a:pt x="2307" y="224"/>
                  </a:lnTo>
                  <a:lnTo>
                    <a:pt x="2314" y="246"/>
                  </a:lnTo>
                  <a:lnTo>
                    <a:pt x="2324" y="268"/>
                  </a:lnTo>
                  <a:lnTo>
                    <a:pt x="2332" y="290"/>
                  </a:lnTo>
                  <a:lnTo>
                    <a:pt x="2341" y="312"/>
                  </a:lnTo>
                  <a:lnTo>
                    <a:pt x="2349" y="336"/>
                  </a:lnTo>
                  <a:lnTo>
                    <a:pt x="2358" y="365"/>
                  </a:lnTo>
                  <a:lnTo>
                    <a:pt x="2366" y="380"/>
                  </a:lnTo>
                  <a:lnTo>
                    <a:pt x="2370" y="397"/>
                  </a:lnTo>
                  <a:lnTo>
                    <a:pt x="2375" y="414"/>
                  </a:lnTo>
                  <a:lnTo>
                    <a:pt x="2380" y="433"/>
                  </a:lnTo>
                  <a:lnTo>
                    <a:pt x="2385" y="448"/>
                  </a:lnTo>
                  <a:lnTo>
                    <a:pt x="2385" y="463"/>
                  </a:lnTo>
                  <a:lnTo>
                    <a:pt x="2385" y="475"/>
                  </a:lnTo>
                  <a:lnTo>
                    <a:pt x="2380" y="485"/>
                  </a:lnTo>
                  <a:lnTo>
                    <a:pt x="2378" y="494"/>
                  </a:lnTo>
                  <a:lnTo>
                    <a:pt x="2370" y="504"/>
                  </a:lnTo>
                  <a:lnTo>
                    <a:pt x="2353" y="519"/>
                  </a:lnTo>
                  <a:lnTo>
                    <a:pt x="2339" y="536"/>
                  </a:lnTo>
                  <a:lnTo>
                    <a:pt x="2322" y="550"/>
                  </a:lnTo>
                  <a:lnTo>
                    <a:pt x="2317" y="560"/>
                  </a:lnTo>
                  <a:lnTo>
                    <a:pt x="2317" y="563"/>
                  </a:lnTo>
                  <a:lnTo>
                    <a:pt x="22" y="563"/>
                  </a:lnTo>
                  <a:close/>
                </a:path>
              </a:pathLst>
            </a:custGeom>
            <a:solidFill>
              <a:srgbClr val="90BC33"/>
            </a:solidFill>
            <a:ln w="38100">
              <a:solidFill>
                <a:sysClr val="window" lastClr="FFFFFF"/>
              </a:solidFill>
            </a:ln>
          </p:spPr>
          <p:txBody>
            <a:bodyPr/>
            <a:lstStyle/>
            <a:p>
              <a:pPr defTabSz="1218323">
                <a:defRPr/>
              </a:pPr>
              <a:endParaRPr lang="en-US" sz="2400" kern="0">
                <a:solidFill>
                  <a:prstClr val="black"/>
                </a:solidFill>
                <a:latin typeface="Calibri"/>
              </a:endParaRPr>
            </a:p>
          </p:txBody>
        </p:sp>
        <p:sp>
          <p:nvSpPr>
            <p:cNvPr id="10" name="Freeform 5"/>
            <p:cNvSpPr/>
            <p:nvPr/>
          </p:nvSpPr>
          <p:spPr bwMode="auto">
            <a:xfrm>
              <a:off x="1330326" y="5397500"/>
              <a:ext cx="3500438" cy="889000"/>
            </a:xfrm>
            <a:custGeom>
              <a:avLst/>
              <a:gdLst>
                <a:gd name="T0" fmla="*/ 2281238 w 2205"/>
                <a:gd name="T1" fmla="*/ 889000 h 560"/>
                <a:gd name="T2" fmla="*/ 2176463 w 2205"/>
                <a:gd name="T3" fmla="*/ 889000 h 560"/>
                <a:gd name="T4" fmla="*/ 1976438 w 2205"/>
                <a:gd name="T5" fmla="*/ 889000 h 560"/>
                <a:gd name="T6" fmla="*/ 1785938 w 2205"/>
                <a:gd name="T7" fmla="*/ 889000 h 560"/>
                <a:gd name="T8" fmla="*/ 1612900 w 2205"/>
                <a:gd name="T9" fmla="*/ 889000 h 560"/>
                <a:gd name="T10" fmla="*/ 1446213 w 2205"/>
                <a:gd name="T11" fmla="*/ 889000 h 560"/>
                <a:gd name="T12" fmla="*/ 1295400 w 2205"/>
                <a:gd name="T13" fmla="*/ 889000 h 560"/>
                <a:gd name="T14" fmla="*/ 1152525 w 2205"/>
                <a:gd name="T15" fmla="*/ 889000 h 560"/>
                <a:gd name="T16" fmla="*/ 1023938 w 2205"/>
                <a:gd name="T17" fmla="*/ 889000 h 560"/>
                <a:gd name="T18" fmla="*/ 904875 w 2205"/>
                <a:gd name="T19" fmla="*/ 889000 h 560"/>
                <a:gd name="T20" fmla="*/ 792163 w 2205"/>
                <a:gd name="T21" fmla="*/ 889000 h 560"/>
                <a:gd name="T22" fmla="*/ 692150 w 2205"/>
                <a:gd name="T23" fmla="*/ 889000 h 560"/>
                <a:gd name="T24" fmla="*/ 598488 w 2205"/>
                <a:gd name="T25" fmla="*/ 889000 h 560"/>
                <a:gd name="T26" fmla="*/ 517525 w 2205"/>
                <a:gd name="T27" fmla="*/ 889000 h 560"/>
                <a:gd name="T28" fmla="*/ 441325 w 2205"/>
                <a:gd name="T29" fmla="*/ 889000 h 560"/>
                <a:gd name="T30" fmla="*/ 371475 w 2205"/>
                <a:gd name="T31" fmla="*/ 889000 h 560"/>
                <a:gd name="T32" fmla="*/ 285750 w 2205"/>
                <a:gd name="T33" fmla="*/ 889000 h 560"/>
                <a:gd name="T34" fmla="*/ 193675 w 2205"/>
                <a:gd name="T35" fmla="*/ 889000 h 560"/>
                <a:gd name="T36" fmla="*/ 119063 w 2205"/>
                <a:gd name="T37" fmla="*/ 889000 h 560"/>
                <a:gd name="T38" fmla="*/ 69850 w 2205"/>
                <a:gd name="T39" fmla="*/ 889000 h 560"/>
                <a:gd name="T40" fmla="*/ 34925 w 2205"/>
                <a:gd name="T41" fmla="*/ 889000 h 560"/>
                <a:gd name="T42" fmla="*/ 15875 w 2205"/>
                <a:gd name="T43" fmla="*/ 889000 h 560"/>
                <a:gd name="T44" fmla="*/ 3175 w 2205"/>
                <a:gd name="T45" fmla="*/ 889000 h 560"/>
                <a:gd name="T46" fmla="*/ 0 w 2205"/>
                <a:gd name="T47" fmla="*/ 889000 h 560"/>
                <a:gd name="T48" fmla="*/ 96838 w 2205"/>
                <a:gd name="T49" fmla="*/ 704850 h 560"/>
                <a:gd name="T50" fmla="*/ 150813 w 2205"/>
                <a:gd name="T51" fmla="*/ 568325 h 560"/>
                <a:gd name="T52" fmla="*/ 196850 w 2205"/>
                <a:gd name="T53" fmla="*/ 430213 h 560"/>
                <a:gd name="T54" fmla="*/ 231775 w 2205"/>
                <a:gd name="T55" fmla="*/ 279400 h 560"/>
                <a:gd name="T56" fmla="*/ 255588 w 2205"/>
                <a:gd name="T57" fmla="*/ 120650 h 560"/>
                <a:gd name="T58" fmla="*/ 261938 w 2205"/>
                <a:gd name="T59" fmla="*/ 0 h 560"/>
                <a:gd name="T60" fmla="*/ 3500438 w 2205"/>
                <a:gd name="T61" fmla="*/ 26988 h 560"/>
                <a:gd name="T62" fmla="*/ 3492500 w 2205"/>
                <a:gd name="T63" fmla="*/ 77788 h 560"/>
                <a:gd name="T64" fmla="*/ 3479800 w 2205"/>
                <a:gd name="T65" fmla="*/ 120650 h 560"/>
                <a:gd name="T66" fmla="*/ 3446463 w 2205"/>
                <a:gd name="T67" fmla="*/ 169863 h 560"/>
                <a:gd name="T68" fmla="*/ 3387725 w 2205"/>
                <a:gd name="T69" fmla="*/ 223838 h 560"/>
                <a:gd name="T70" fmla="*/ 3349625 w 2205"/>
                <a:gd name="T71" fmla="*/ 244475 h 560"/>
                <a:gd name="T72" fmla="*/ 3298825 w 2205"/>
                <a:gd name="T73" fmla="*/ 255588 h 560"/>
                <a:gd name="T74" fmla="*/ 3255963 w 2205"/>
                <a:gd name="T75" fmla="*/ 263525 h 560"/>
                <a:gd name="T76" fmla="*/ 3206750 w 2205"/>
                <a:gd name="T77" fmla="*/ 266700 h 560"/>
                <a:gd name="T78" fmla="*/ 3086100 w 2205"/>
                <a:gd name="T79" fmla="*/ 279400 h 560"/>
                <a:gd name="T80" fmla="*/ 2946400 w 2205"/>
                <a:gd name="T81" fmla="*/ 298450 h 560"/>
                <a:gd name="T82" fmla="*/ 2800350 w 2205"/>
                <a:gd name="T83" fmla="*/ 336550 h 560"/>
                <a:gd name="T84" fmla="*/ 2722563 w 2205"/>
                <a:gd name="T85" fmla="*/ 368300 h 560"/>
                <a:gd name="T86" fmla="*/ 2649538 w 2205"/>
                <a:gd name="T87" fmla="*/ 406400 h 560"/>
                <a:gd name="T88" fmla="*/ 2574925 w 2205"/>
                <a:gd name="T89" fmla="*/ 457200 h 560"/>
                <a:gd name="T90" fmla="*/ 2506663 w 2205"/>
                <a:gd name="T91" fmla="*/ 514350 h 560"/>
                <a:gd name="T92" fmla="*/ 2439988 w 2205"/>
                <a:gd name="T93" fmla="*/ 587375 h 560"/>
                <a:gd name="T94" fmla="*/ 2382838 w 2205"/>
                <a:gd name="T95" fmla="*/ 673100 h 560"/>
                <a:gd name="T96" fmla="*/ 2327275 w 2205"/>
                <a:gd name="T97" fmla="*/ 773113 h 560"/>
                <a:gd name="T98" fmla="*/ 2281238 w 2205"/>
                <a:gd name="T99" fmla="*/ 885825 h 5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205" h="560">
                  <a:moveTo>
                    <a:pt x="1437" y="558"/>
                  </a:moveTo>
                  <a:lnTo>
                    <a:pt x="1437" y="560"/>
                  </a:lnTo>
                  <a:lnTo>
                    <a:pt x="1371" y="560"/>
                  </a:lnTo>
                  <a:lnTo>
                    <a:pt x="1306" y="560"/>
                  </a:lnTo>
                  <a:lnTo>
                    <a:pt x="1245" y="560"/>
                  </a:lnTo>
                  <a:lnTo>
                    <a:pt x="1184" y="560"/>
                  </a:lnTo>
                  <a:lnTo>
                    <a:pt x="1125" y="560"/>
                  </a:lnTo>
                  <a:lnTo>
                    <a:pt x="1069" y="560"/>
                  </a:lnTo>
                  <a:lnTo>
                    <a:pt x="1016" y="560"/>
                  </a:lnTo>
                  <a:lnTo>
                    <a:pt x="962" y="560"/>
                  </a:lnTo>
                  <a:lnTo>
                    <a:pt x="911" y="560"/>
                  </a:lnTo>
                  <a:lnTo>
                    <a:pt x="865" y="560"/>
                  </a:lnTo>
                  <a:lnTo>
                    <a:pt x="816" y="560"/>
                  </a:lnTo>
                  <a:lnTo>
                    <a:pt x="770" y="560"/>
                  </a:lnTo>
                  <a:lnTo>
                    <a:pt x="726" y="560"/>
                  </a:lnTo>
                  <a:lnTo>
                    <a:pt x="687" y="560"/>
                  </a:lnTo>
                  <a:lnTo>
                    <a:pt x="645" y="560"/>
                  </a:lnTo>
                  <a:lnTo>
                    <a:pt x="606" y="560"/>
                  </a:lnTo>
                  <a:lnTo>
                    <a:pt x="570" y="560"/>
                  </a:lnTo>
                  <a:lnTo>
                    <a:pt x="533" y="560"/>
                  </a:lnTo>
                  <a:lnTo>
                    <a:pt x="499" y="560"/>
                  </a:lnTo>
                  <a:lnTo>
                    <a:pt x="468" y="560"/>
                  </a:lnTo>
                  <a:lnTo>
                    <a:pt x="436" y="560"/>
                  </a:lnTo>
                  <a:lnTo>
                    <a:pt x="407" y="560"/>
                  </a:lnTo>
                  <a:lnTo>
                    <a:pt x="377" y="560"/>
                  </a:lnTo>
                  <a:lnTo>
                    <a:pt x="351" y="560"/>
                  </a:lnTo>
                  <a:lnTo>
                    <a:pt x="326" y="560"/>
                  </a:lnTo>
                  <a:lnTo>
                    <a:pt x="299" y="560"/>
                  </a:lnTo>
                  <a:lnTo>
                    <a:pt x="278" y="560"/>
                  </a:lnTo>
                  <a:lnTo>
                    <a:pt x="256" y="560"/>
                  </a:lnTo>
                  <a:lnTo>
                    <a:pt x="234" y="560"/>
                  </a:lnTo>
                  <a:lnTo>
                    <a:pt x="217" y="560"/>
                  </a:lnTo>
                  <a:lnTo>
                    <a:pt x="180" y="560"/>
                  </a:lnTo>
                  <a:lnTo>
                    <a:pt x="148" y="560"/>
                  </a:lnTo>
                  <a:lnTo>
                    <a:pt x="122" y="560"/>
                  </a:lnTo>
                  <a:lnTo>
                    <a:pt x="97" y="560"/>
                  </a:lnTo>
                  <a:lnTo>
                    <a:pt x="75" y="560"/>
                  </a:lnTo>
                  <a:lnTo>
                    <a:pt x="58" y="560"/>
                  </a:lnTo>
                  <a:lnTo>
                    <a:pt x="44" y="560"/>
                  </a:lnTo>
                  <a:lnTo>
                    <a:pt x="31" y="560"/>
                  </a:lnTo>
                  <a:lnTo>
                    <a:pt x="22" y="560"/>
                  </a:lnTo>
                  <a:lnTo>
                    <a:pt x="17" y="560"/>
                  </a:lnTo>
                  <a:lnTo>
                    <a:pt x="10" y="560"/>
                  </a:lnTo>
                  <a:lnTo>
                    <a:pt x="7" y="560"/>
                  </a:lnTo>
                  <a:lnTo>
                    <a:pt x="2" y="560"/>
                  </a:lnTo>
                  <a:lnTo>
                    <a:pt x="0" y="560"/>
                  </a:lnTo>
                  <a:lnTo>
                    <a:pt x="41" y="483"/>
                  </a:lnTo>
                  <a:lnTo>
                    <a:pt x="61" y="444"/>
                  </a:lnTo>
                  <a:lnTo>
                    <a:pt x="78" y="402"/>
                  </a:lnTo>
                  <a:lnTo>
                    <a:pt x="95" y="358"/>
                  </a:lnTo>
                  <a:lnTo>
                    <a:pt x="109" y="314"/>
                  </a:lnTo>
                  <a:lnTo>
                    <a:pt x="124" y="271"/>
                  </a:lnTo>
                  <a:lnTo>
                    <a:pt x="136" y="222"/>
                  </a:lnTo>
                  <a:lnTo>
                    <a:pt x="146" y="176"/>
                  </a:lnTo>
                  <a:lnTo>
                    <a:pt x="153" y="127"/>
                  </a:lnTo>
                  <a:lnTo>
                    <a:pt x="161" y="76"/>
                  </a:lnTo>
                  <a:lnTo>
                    <a:pt x="165" y="22"/>
                  </a:lnTo>
                  <a:lnTo>
                    <a:pt x="165" y="0"/>
                  </a:lnTo>
                  <a:lnTo>
                    <a:pt x="2202" y="0"/>
                  </a:lnTo>
                  <a:lnTo>
                    <a:pt x="2205" y="17"/>
                  </a:lnTo>
                  <a:lnTo>
                    <a:pt x="2202" y="34"/>
                  </a:lnTo>
                  <a:lnTo>
                    <a:pt x="2200" y="49"/>
                  </a:lnTo>
                  <a:lnTo>
                    <a:pt x="2197" y="61"/>
                  </a:lnTo>
                  <a:lnTo>
                    <a:pt x="2192" y="76"/>
                  </a:lnTo>
                  <a:lnTo>
                    <a:pt x="2183" y="93"/>
                  </a:lnTo>
                  <a:lnTo>
                    <a:pt x="2171" y="107"/>
                  </a:lnTo>
                  <a:lnTo>
                    <a:pt x="2156" y="127"/>
                  </a:lnTo>
                  <a:lnTo>
                    <a:pt x="2134" y="141"/>
                  </a:lnTo>
                  <a:lnTo>
                    <a:pt x="2122" y="146"/>
                  </a:lnTo>
                  <a:lnTo>
                    <a:pt x="2110" y="154"/>
                  </a:lnTo>
                  <a:lnTo>
                    <a:pt x="2095" y="159"/>
                  </a:lnTo>
                  <a:lnTo>
                    <a:pt x="2078" y="161"/>
                  </a:lnTo>
                  <a:lnTo>
                    <a:pt x="2066" y="163"/>
                  </a:lnTo>
                  <a:lnTo>
                    <a:pt x="2051" y="166"/>
                  </a:lnTo>
                  <a:lnTo>
                    <a:pt x="2037" y="166"/>
                  </a:lnTo>
                  <a:lnTo>
                    <a:pt x="2020" y="168"/>
                  </a:lnTo>
                  <a:lnTo>
                    <a:pt x="1983" y="171"/>
                  </a:lnTo>
                  <a:lnTo>
                    <a:pt x="1944" y="176"/>
                  </a:lnTo>
                  <a:lnTo>
                    <a:pt x="1903" y="178"/>
                  </a:lnTo>
                  <a:lnTo>
                    <a:pt x="1856" y="188"/>
                  </a:lnTo>
                  <a:lnTo>
                    <a:pt x="1810" y="198"/>
                  </a:lnTo>
                  <a:lnTo>
                    <a:pt x="1764" y="212"/>
                  </a:lnTo>
                  <a:lnTo>
                    <a:pt x="1739" y="222"/>
                  </a:lnTo>
                  <a:lnTo>
                    <a:pt x="1715" y="232"/>
                  </a:lnTo>
                  <a:lnTo>
                    <a:pt x="1693" y="244"/>
                  </a:lnTo>
                  <a:lnTo>
                    <a:pt x="1669" y="256"/>
                  </a:lnTo>
                  <a:lnTo>
                    <a:pt x="1647" y="271"/>
                  </a:lnTo>
                  <a:lnTo>
                    <a:pt x="1622" y="288"/>
                  </a:lnTo>
                  <a:lnTo>
                    <a:pt x="1600" y="305"/>
                  </a:lnTo>
                  <a:lnTo>
                    <a:pt x="1579" y="324"/>
                  </a:lnTo>
                  <a:lnTo>
                    <a:pt x="1559" y="346"/>
                  </a:lnTo>
                  <a:lnTo>
                    <a:pt x="1537" y="370"/>
                  </a:lnTo>
                  <a:lnTo>
                    <a:pt x="1518" y="397"/>
                  </a:lnTo>
                  <a:lnTo>
                    <a:pt x="1501" y="424"/>
                  </a:lnTo>
                  <a:lnTo>
                    <a:pt x="1484" y="453"/>
                  </a:lnTo>
                  <a:lnTo>
                    <a:pt x="1466" y="487"/>
                  </a:lnTo>
                  <a:lnTo>
                    <a:pt x="1452" y="522"/>
                  </a:lnTo>
                  <a:lnTo>
                    <a:pt x="1437" y="558"/>
                  </a:lnTo>
                  <a:close/>
                </a:path>
              </a:pathLst>
            </a:custGeom>
            <a:solidFill>
              <a:srgbClr val="E7E6E6"/>
            </a:solidFill>
            <a:ln w="38100">
              <a:solidFill>
                <a:sysClr val="window" lastClr="FFFFFF"/>
              </a:solidFill>
              <a:round/>
            </a:ln>
          </p:spPr>
          <p:txBody>
            <a:bodyPr/>
            <a:lstStyle/>
            <a:p>
              <a:pPr defTabSz="1218323" eaLnBrk="0" fontAlgn="base" hangingPunct="0">
                <a:spcBef>
                  <a:spcPct val="0"/>
                </a:spcBef>
                <a:spcAft>
                  <a:spcPct val="0"/>
                </a:spcAft>
              </a:pPr>
              <a:endParaRPr lang="zh-CN" altLang="en-US" sz="2400" kern="0">
                <a:solidFill>
                  <a:prstClr val="black"/>
                </a:solidFill>
                <a:latin typeface="Calibri"/>
                <a:ea typeface="宋体" panose="02010600030101010101" pitchFamily="2" charset="-122"/>
              </a:endParaRPr>
            </a:p>
          </p:txBody>
        </p:sp>
        <p:sp>
          <p:nvSpPr>
            <p:cNvPr id="11" name="Freeform 8"/>
            <p:cNvSpPr/>
            <p:nvPr/>
          </p:nvSpPr>
          <p:spPr bwMode="auto">
            <a:xfrm>
              <a:off x="1020180" y="3614472"/>
              <a:ext cx="4093158" cy="894231"/>
            </a:xfrm>
            <a:custGeom>
              <a:avLst/>
              <a:gdLst>
                <a:gd name="T0" fmla="*/ 268 w 2578"/>
                <a:gd name="T1" fmla="*/ 563 h 563"/>
                <a:gd name="T2" fmla="*/ 263 w 2578"/>
                <a:gd name="T3" fmla="*/ 548 h 563"/>
                <a:gd name="T4" fmla="*/ 251 w 2578"/>
                <a:gd name="T5" fmla="*/ 519 h 563"/>
                <a:gd name="T6" fmla="*/ 236 w 2578"/>
                <a:gd name="T7" fmla="*/ 490 h 563"/>
                <a:gd name="T8" fmla="*/ 222 w 2578"/>
                <a:gd name="T9" fmla="*/ 463 h 563"/>
                <a:gd name="T10" fmla="*/ 207 w 2578"/>
                <a:gd name="T11" fmla="*/ 439 h 563"/>
                <a:gd name="T12" fmla="*/ 192 w 2578"/>
                <a:gd name="T13" fmla="*/ 414 h 563"/>
                <a:gd name="T14" fmla="*/ 163 w 2578"/>
                <a:gd name="T15" fmla="*/ 373 h 563"/>
                <a:gd name="T16" fmla="*/ 124 w 2578"/>
                <a:gd name="T17" fmla="*/ 312 h 563"/>
                <a:gd name="T18" fmla="*/ 88 w 2578"/>
                <a:gd name="T19" fmla="*/ 249 h 563"/>
                <a:gd name="T20" fmla="*/ 58 w 2578"/>
                <a:gd name="T21" fmla="*/ 180 h 563"/>
                <a:gd name="T22" fmla="*/ 44 w 2578"/>
                <a:gd name="T23" fmla="*/ 146 h 563"/>
                <a:gd name="T24" fmla="*/ 32 w 2578"/>
                <a:gd name="T25" fmla="*/ 110 h 563"/>
                <a:gd name="T26" fmla="*/ 19 w 2578"/>
                <a:gd name="T27" fmla="*/ 73 h 563"/>
                <a:gd name="T28" fmla="*/ 10 w 2578"/>
                <a:gd name="T29" fmla="*/ 37 h 563"/>
                <a:gd name="T30" fmla="*/ 0 w 2578"/>
                <a:gd name="T31" fmla="*/ 0 h 563"/>
                <a:gd name="T32" fmla="*/ 2295 w 2578"/>
                <a:gd name="T33" fmla="*/ 0 h 563"/>
                <a:gd name="T34" fmla="*/ 2290 w 2578"/>
                <a:gd name="T35" fmla="*/ 12 h 563"/>
                <a:gd name="T36" fmla="*/ 2285 w 2578"/>
                <a:gd name="T37" fmla="*/ 22 h 563"/>
                <a:gd name="T38" fmla="*/ 2285 w 2578"/>
                <a:gd name="T39" fmla="*/ 37 h 563"/>
                <a:gd name="T40" fmla="*/ 2288 w 2578"/>
                <a:gd name="T41" fmla="*/ 42 h 563"/>
                <a:gd name="T42" fmla="*/ 2290 w 2578"/>
                <a:gd name="T43" fmla="*/ 51 h 563"/>
                <a:gd name="T44" fmla="*/ 2295 w 2578"/>
                <a:gd name="T45" fmla="*/ 59 h 563"/>
                <a:gd name="T46" fmla="*/ 2300 w 2578"/>
                <a:gd name="T47" fmla="*/ 71 h 563"/>
                <a:gd name="T48" fmla="*/ 2307 w 2578"/>
                <a:gd name="T49" fmla="*/ 83 h 563"/>
                <a:gd name="T50" fmla="*/ 2317 w 2578"/>
                <a:gd name="T51" fmla="*/ 95 h 563"/>
                <a:gd name="T52" fmla="*/ 2336 w 2578"/>
                <a:gd name="T53" fmla="*/ 124 h 563"/>
                <a:gd name="T54" fmla="*/ 2361 w 2578"/>
                <a:gd name="T55" fmla="*/ 158 h 563"/>
                <a:gd name="T56" fmla="*/ 2387 w 2578"/>
                <a:gd name="T57" fmla="*/ 193 h 563"/>
                <a:gd name="T58" fmla="*/ 2417 w 2578"/>
                <a:gd name="T59" fmla="*/ 229 h 563"/>
                <a:gd name="T60" fmla="*/ 2446 w 2578"/>
                <a:gd name="T61" fmla="*/ 268 h 563"/>
                <a:gd name="T62" fmla="*/ 2461 w 2578"/>
                <a:gd name="T63" fmla="*/ 288 h 563"/>
                <a:gd name="T64" fmla="*/ 2473 w 2578"/>
                <a:gd name="T65" fmla="*/ 302 h 563"/>
                <a:gd name="T66" fmla="*/ 2482 w 2578"/>
                <a:gd name="T67" fmla="*/ 314 h 563"/>
                <a:gd name="T68" fmla="*/ 2492 w 2578"/>
                <a:gd name="T69" fmla="*/ 327 h 563"/>
                <a:gd name="T70" fmla="*/ 2502 w 2578"/>
                <a:gd name="T71" fmla="*/ 336 h 563"/>
                <a:gd name="T72" fmla="*/ 2509 w 2578"/>
                <a:gd name="T73" fmla="*/ 346 h 563"/>
                <a:gd name="T74" fmla="*/ 2521 w 2578"/>
                <a:gd name="T75" fmla="*/ 363 h 563"/>
                <a:gd name="T76" fmla="*/ 2534 w 2578"/>
                <a:gd name="T77" fmla="*/ 375 h 563"/>
                <a:gd name="T78" fmla="*/ 2543 w 2578"/>
                <a:gd name="T79" fmla="*/ 390 h 563"/>
                <a:gd name="T80" fmla="*/ 2553 w 2578"/>
                <a:gd name="T81" fmla="*/ 409 h 563"/>
                <a:gd name="T82" fmla="*/ 2560 w 2578"/>
                <a:gd name="T83" fmla="*/ 417 h 563"/>
                <a:gd name="T84" fmla="*/ 2565 w 2578"/>
                <a:gd name="T85" fmla="*/ 429 h 563"/>
                <a:gd name="T86" fmla="*/ 2570 w 2578"/>
                <a:gd name="T87" fmla="*/ 443 h 563"/>
                <a:gd name="T88" fmla="*/ 2575 w 2578"/>
                <a:gd name="T89" fmla="*/ 456 h 563"/>
                <a:gd name="T90" fmla="*/ 2578 w 2578"/>
                <a:gd name="T91" fmla="*/ 468 h 563"/>
                <a:gd name="T92" fmla="*/ 2578 w 2578"/>
                <a:gd name="T93" fmla="*/ 478 h 563"/>
                <a:gd name="T94" fmla="*/ 2575 w 2578"/>
                <a:gd name="T95" fmla="*/ 487 h 563"/>
                <a:gd name="T96" fmla="*/ 2573 w 2578"/>
                <a:gd name="T97" fmla="*/ 495 h 563"/>
                <a:gd name="T98" fmla="*/ 2568 w 2578"/>
                <a:gd name="T99" fmla="*/ 504 h 563"/>
                <a:gd name="T100" fmla="*/ 2563 w 2578"/>
                <a:gd name="T101" fmla="*/ 512 h 563"/>
                <a:gd name="T102" fmla="*/ 2556 w 2578"/>
                <a:gd name="T103" fmla="*/ 519 h 563"/>
                <a:gd name="T104" fmla="*/ 2546 w 2578"/>
                <a:gd name="T105" fmla="*/ 524 h 563"/>
                <a:gd name="T106" fmla="*/ 2524 w 2578"/>
                <a:gd name="T107" fmla="*/ 534 h 563"/>
                <a:gd name="T108" fmla="*/ 2500 w 2578"/>
                <a:gd name="T109" fmla="*/ 546 h 563"/>
                <a:gd name="T110" fmla="*/ 2473 w 2578"/>
                <a:gd name="T111" fmla="*/ 553 h 563"/>
                <a:gd name="T112" fmla="*/ 2458 w 2578"/>
                <a:gd name="T113" fmla="*/ 558 h 563"/>
                <a:gd name="T114" fmla="*/ 2446 w 2578"/>
                <a:gd name="T115" fmla="*/ 560 h 563"/>
                <a:gd name="T116" fmla="*/ 2444 w 2578"/>
                <a:gd name="T117" fmla="*/ 563 h 563"/>
                <a:gd name="T118" fmla="*/ 268 w 2578"/>
                <a:gd name="T119" fmla="*/ 563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78" h="563">
                  <a:moveTo>
                    <a:pt x="268" y="563"/>
                  </a:moveTo>
                  <a:lnTo>
                    <a:pt x="263" y="548"/>
                  </a:lnTo>
                  <a:lnTo>
                    <a:pt x="251" y="519"/>
                  </a:lnTo>
                  <a:lnTo>
                    <a:pt x="236" y="490"/>
                  </a:lnTo>
                  <a:lnTo>
                    <a:pt x="222" y="463"/>
                  </a:lnTo>
                  <a:lnTo>
                    <a:pt x="207" y="439"/>
                  </a:lnTo>
                  <a:lnTo>
                    <a:pt x="192" y="414"/>
                  </a:lnTo>
                  <a:lnTo>
                    <a:pt x="163" y="373"/>
                  </a:lnTo>
                  <a:lnTo>
                    <a:pt x="124" y="312"/>
                  </a:lnTo>
                  <a:lnTo>
                    <a:pt x="88" y="249"/>
                  </a:lnTo>
                  <a:lnTo>
                    <a:pt x="58" y="180"/>
                  </a:lnTo>
                  <a:lnTo>
                    <a:pt x="44" y="146"/>
                  </a:lnTo>
                  <a:lnTo>
                    <a:pt x="32" y="110"/>
                  </a:lnTo>
                  <a:lnTo>
                    <a:pt x="19" y="73"/>
                  </a:lnTo>
                  <a:lnTo>
                    <a:pt x="10" y="37"/>
                  </a:lnTo>
                  <a:lnTo>
                    <a:pt x="0" y="0"/>
                  </a:lnTo>
                  <a:lnTo>
                    <a:pt x="2295" y="0"/>
                  </a:lnTo>
                  <a:lnTo>
                    <a:pt x="2290" y="12"/>
                  </a:lnTo>
                  <a:lnTo>
                    <a:pt x="2285" y="22"/>
                  </a:lnTo>
                  <a:lnTo>
                    <a:pt x="2285" y="37"/>
                  </a:lnTo>
                  <a:lnTo>
                    <a:pt x="2288" y="42"/>
                  </a:lnTo>
                  <a:lnTo>
                    <a:pt x="2290" y="51"/>
                  </a:lnTo>
                  <a:lnTo>
                    <a:pt x="2295" y="59"/>
                  </a:lnTo>
                  <a:lnTo>
                    <a:pt x="2300" y="71"/>
                  </a:lnTo>
                  <a:lnTo>
                    <a:pt x="2307" y="83"/>
                  </a:lnTo>
                  <a:lnTo>
                    <a:pt x="2317" y="95"/>
                  </a:lnTo>
                  <a:lnTo>
                    <a:pt x="2336" y="124"/>
                  </a:lnTo>
                  <a:lnTo>
                    <a:pt x="2361" y="158"/>
                  </a:lnTo>
                  <a:lnTo>
                    <a:pt x="2387" y="193"/>
                  </a:lnTo>
                  <a:lnTo>
                    <a:pt x="2417" y="229"/>
                  </a:lnTo>
                  <a:lnTo>
                    <a:pt x="2446" y="268"/>
                  </a:lnTo>
                  <a:lnTo>
                    <a:pt x="2461" y="288"/>
                  </a:lnTo>
                  <a:lnTo>
                    <a:pt x="2473" y="302"/>
                  </a:lnTo>
                  <a:lnTo>
                    <a:pt x="2482" y="314"/>
                  </a:lnTo>
                  <a:lnTo>
                    <a:pt x="2492" y="327"/>
                  </a:lnTo>
                  <a:lnTo>
                    <a:pt x="2502" y="336"/>
                  </a:lnTo>
                  <a:lnTo>
                    <a:pt x="2509" y="346"/>
                  </a:lnTo>
                  <a:lnTo>
                    <a:pt x="2521" y="363"/>
                  </a:lnTo>
                  <a:lnTo>
                    <a:pt x="2534" y="375"/>
                  </a:lnTo>
                  <a:lnTo>
                    <a:pt x="2543" y="390"/>
                  </a:lnTo>
                  <a:lnTo>
                    <a:pt x="2553" y="409"/>
                  </a:lnTo>
                  <a:lnTo>
                    <a:pt x="2560" y="417"/>
                  </a:lnTo>
                  <a:lnTo>
                    <a:pt x="2565" y="429"/>
                  </a:lnTo>
                  <a:lnTo>
                    <a:pt x="2570" y="443"/>
                  </a:lnTo>
                  <a:lnTo>
                    <a:pt x="2575" y="456"/>
                  </a:lnTo>
                  <a:lnTo>
                    <a:pt x="2578" y="468"/>
                  </a:lnTo>
                  <a:lnTo>
                    <a:pt x="2578" y="478"/>
                  </a:lnTo>
                  <a:lnTo>
                    <a:pt x="2575" y="487"/>
                  </a:lnTo>
                  <a:lnTo>
                    <a:pt x="2573" y="495"/>
                  </a:lnTo>
                  <a:lnTo>
                    <a:pt x="2568" y="504"/>
                  </a:lnTo>
                  <a:lnTo>
                    <a:pt x="2563" y="512"/>
                  </a:lnTo>
                  <a:lnTo>
                    <a:pt x="2556" y="519"/>
                  </a:lnTo>
                  <a:lnTo>
                    <a:pt x="2546" y="524"/>
                  </a:lnTo>
                  <a:lnTo>
                    <a:pt x="2524" y="534"/>
                  </a:lnTo>
                  <a:lnTo>
                    <a:pt x="2500" y="546"/>
                  </a:lnTo>
                  <a:lnTo>
                    <a:pt x="2473" y="553"/>
                  </a:lnTo>
                  <a:lnTo>
                    <a:pt x="2458" y="558"/>
                  </a:lnTo>
                  <a:lnTo>
                    <a:pt x="2446" y="560"/>
                  </a:lnTo>
                  <a:lnTo>
                    <a:pt x="2444" y="563"/>
                  </a:lnTo>
                  <a:lnTo>
                    <a:pt x="268" y="563"/>
                  </a:lnTo>
                  <a:close/>
                </a:path>
              </a:pathLst>
            </a:custGeom>
            <a:solidFill>
              <a:srgbClr val="FA9C00"/>
            </a:solidFill>
            <a:ln w="38100">
              <a:solidFill>
                <a:sysClr val="window" lastClr="FFFFFF"/>
              </a:solidFill>
            </a:ln>
          </p:spPr>
          <p:txBody>
            <a:bodyPr/>
            <a:lstStyle/>
            <a:p>
              <a:pPr defTabSz="1218323">
                <a:defRPr/>
              </a:pPr>
              <a:endParaRPr lang="en-US" sz="2400" kern="0">
                <a:solidFill>
                  <a:prstClr val="black"/>
                </a:solidFill>
                <a:latin typeface="Calibri"/>
              </a:endParaRPr>
            </a:p>
          </p:txBody>
        </p:sp>
      </p:grpSp>
      <p:sp>
        <p:nvSpPr>
          <p:cNvPr id="12" name="Content Placeholder 2"/>
          <p:cNvSpPr txBox="1"/>
          <p:nvPr/>
        </p:nvSpPr>
        <p:spPr bwMode="auto">
          <a:xfrm>
            <a:off x="4379980" y="2357580"/>
            <a:ext cx="2649539"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1" tIns="45719" rIns="91371" bIns="45719"/>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1218323" fontAlgn="base">
              <a:lnSpc>
                <a:spcPct val="100000"/>
              </a:lnSpc>
              <a:spcBef>
                <a:spcPct val="20000"/>
              </a:spcBef>
              <a:spcAft>
                <a:spcPct val="0"/>
              </a:spcAft>
              <a:buNone/>
            </a:pPr>
            <a:r>
              <a:rPr lang="zh-CN" altLang="en-US" sz="1600" kern="0">
                <a:solidFill>
                  <a:prstClr val="white"/>
                </a:solidFill>
                <a:ea typeface="宋体" panose="02010600030101010101" pitchFamily="2" charset="-122"/>
              </a:rPr>
              <a:t>个性化的</a:t>
            </a:r>
            <a:r>
              <a:rPr lang="zh-CN" altLang="en-US" sz="1600" kern="0" dirty="0">
                <a:solidFill>
                  <a:prstClr val="white"/>
                </a:solidFill>
                <a:ea typeface="宋体" panose="02010600030101010101" pitchFamily="2" charset="-122"/>
              </a:rPr>
              <a:t>推荐题库</a:t>
            </a:r>
            <a:endParaRPr lang="en-US" altLang="zh-CN" sz="1600" kern="0" dirty="0">
              <a:solidFill>
                <a:prstClr val="white"/>
              </a:solidFill>
              <a:ea typeface="宋体" panose="02010600030101010101" pitchFamily="2" charset="-122"/>
            </a:endParaRPr>
          </a:p>
        </p:txBody>
      </p:sp>
      <p:sp>
        <p:nvSpPr>
          <p:cNvPr id="13" name="Content Placeholder 2"/>
          <p:cNvSpPr txBox="1"/>
          <p:nvPr/>
        </p:nvSpPr>
        <p:spPr bwMode="auto">
          <a:xfrm>
            <a:off x="4299065" y="3202084"/>
            <a:ext cx="2649537"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1" tIns="45719" rIns="91371" bIns="45719"/>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1218323" fontAlgn="base">
              <a:lnSpc>
                <a:spcPct val="100000"/>
              </a:lnSpc>
              <a:spcBef>
                <a:spcPct val="20000"/>
              </a:spcBef>
              <a:spcAft>
                <a:spcPct val="0"/>
              </a:spcAft>
              <a:buNone/>
            </a:pPr>
            <a:r>
              <a:rPr lang="zh-CN" altLang="en-US" sz="1600" kern="0" dirty="0">
                <a:solidFill>
                  <a:prstClr val="white"/>
                </a:solidFill>
                <a:ea typeface="宋体" panose="02010600030101010101" pitchFamily="2" charset="-122"/>
              </a:rPr>
              <a:t>个性化的刷题方式</a:t>
            </a:r>
            <a:endParaRPr lang="en-US" altLang="zh-CN" sz="1600" kern="0" dirty="0">
              <a:solidFill>
                <a:prstClr val="white"/>
              </a:solidFill>
              <a:ea typeface="宋体" panose="02010600030101010101" pitchFamily="2" charset="-122"/>
            </a:endParaRPr>
          </a:p>
        </p:txBody>
      </p:sp>
      <p:sp>
        <p:nvSpPr>
          <p:cNvPr id="14" name="Content Placeholder 2"/>
          <p:cNvSpPr txBox="1"/>
          <p:nvPr/>
        </p:nvSpPr>
        <p:spPr bwMode="auto">
          <a:xfrm>
            <a:off x="4299065" y="4108592"/>
            <a:ext cx="2649537"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1" tIns="45719" rIns="91371" bIns="45719"/>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1218323" fontAlgn="base">
              <a:lnSpc>
                <a:spcPct val="100000"/>
              </a:lnSpc>
              <a:spcBef>
                <a:spcPct val="20000"/>
              </a:spcBef>
              <a:spcAft>
                <a:spcPct val="0"/>
              </a:spcAft>
              <a:buNone/>
            </a:pPr>
            <a:r>
              <a:rPr lang="zh-CN" altLang="en-US" sz="1600" kern="0" dirty="0">
                <a:solidFill>
                  <a:prstClr val="white"/>
                </a:solidFill>
                <a:ea typeface="宋体" panose="02010600030101010101" pitchFamily="2" charset="-122"/>
              </a:rPr>
              <a:t>错题集</a:t>
            </a:r>
            <a:endParaRPr lang="en-US" altLang="zh-CN" sz="1600" kern="0" dirty="0">
              <a:solidFill>
                <a:prstClr val="white"/>
              </a:solidFill>
              <a:ea typeface="宋体" panose="02010600030101010101" pitchFamily="2" charset="-122"/>
            </a:endParaRPr>
          </a:p>
        </p:txBody>
      </p:sp>
      <p:sp>
        <p:nvSpPr>
          <p:cNvPr id="15" name="Content Placeholder 2"/>
          <p:cNvSpPr txBox="1"/>
          <p:nvPr/>
        </p:nvSpPr>
        <p:spPr bwMode="auto">
          <a:xfrm>
            <a:off x="4294255" y="4999180"/>
            <a:ext cx="265112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1" tIns="45719" rIns="91371" bIns="45719"/>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1218323" fontAlgn="base">
              <a:lnSpc>
                <a:spcPct val="100000"/>
              </a:lnSpc>
              <a:spcBef>
                <a:spcPct val="20000"/>
              </a:spcBef>
              <a:spcAft>
                <a:spcPct val="0"/>
              </a:spcAft>
              <a:buNone/>
            </a:pPr>
            <a:r>
              <a:rPr lang="zh-CN" altLang="en-US" sz="1600" kern="0" dirty="0">
                <a:solidFill>
                  <a:prstClr val="white"/>
                </a:solidFill>
                <a:ea typeface="宋体" panose="02010600030101010101" pitchFamily="2" charset="-122"/>
              </a:rPr>
              <a:t>个人报告</a:t>
            </a:r>
            <a:endParaRPr lang="en-US" altLang="zh-CN" sz="1600" kern="0" dirty="0">
              <a:solidFill>
                <a:prstClr val="white"/>
              </a:solidFill>
              <a:ea typeface="宋体" panose="02010600030101010101" pitchFamily="2" charset="-122"/>
            </a:endParaRPr>
          </a:p>
        </p:txBody>
      </p:sp>
      <p:grpSp>
        <p:nvGrpSpPr>
          <p:cNvPr id="16" name="Group 16"/>
          <p:cNvGrpSpPr/>
          <p:nvPr/>
        </p:nvGrpSpPr>
        <p:grpSpPr bwMode="auto">
          <a:xfrm>
            <a:off x="6434204" y="1667102"/>
            <a:ext cx="4808890" cy="733298"/>
            <a:chOff x="5891539" y="1409306"/>
            <a:chExt cx="4809434" cy="733258"/>
          </a:xfrm>
        </p:grpSpPr>
        <p:grpSp>
          <p:nvGrpSpPr>
            <p:cNvPr id="17" name="Group 17"/>
            <p:cNvGrpSpPr/>
            <p:nvPr/>
          </p:nvGrpSpPr>
          <p:grpSpPr bwMode="auto">
            <a:xfrm>
              <a:off x="5891539" y="1627409"/>
              <a:ext cx="1606953" cy="515155"/>
              <a:chOff x="7794624" y="2150772"/>
              <a:chExt cx="1606953" cy="515155"/>
            </a:xfrm>
          </p:grpSpPr>
          <p:cxnSp>
            <p:nvCxnSpPr>
              <p:cNvPr id="19" name="Straight Connector 19"/>
              <p:cNvCxnSpPr/>
              <p:nvPr/>
            </p:nvCxnSpPr>
            <p:spPr>
              <a:xfrm flipV="1">
                <a:off x="7794624" y="2150017"/>
                <a:ext cx="220688" cy="515910"/>
              </a:xfrm>
              <a:prstGeom prst="line">
                <a:avLst/>
              </a:prstGeom>
              <a:noFill/>
              <a:ln w="6350" cap="flat" cmpd="sng" algn="ctr">
                <a:solidFill>
                  <a:sysClr val="window" lastClr="FFFFFF">
                    <a:lumMod val="85000"/>
                  </a:sysClr>
                </a:solidFill>
                <a:prstDash val="sysDash"/>
                <a:miter lim="800000"/>
              </a:ln>
              <a:effectLst/>
            </p:spPr>
          </p:cxnSp>
          <p:cxnSp>
            <p:nvCxnSpPr>
              <p:cNvPr id="20" name="Straight Connector 20"/>
              <p:cNvCxnSpPr/>
              <p:nvPr/>
            </p:nvCxnSpPr>
            <p:spPr>
              <a:xfrm>
                <a:off x="8015312" y="2153192"/>
                <a:ext cx="1386044" cy="0"/>
              </a:xfrm>
              <a:prstGeom prst="line">
                <a:avLst/>
              </a:prstGeom>
              <a:noFill/>
              <a:ln w="6350" cap="flat" cmpd="sng" algn="ctr">
                <a:solidFill>
                  <a:sysClr val="window" lastClr="FFFFFF">
                    <a:lumMod val="85000"/>
                  </a:sysClr>
                </a:solidFill>
                <a:prstDash val="sysDash"/>
                <a:miter lim="800000"/>
                <a:tailEnd type="oval"/>
              </a:ln>
              <a:effectLst/>
            </p:spPr>
          </p:cxnSp>
        </p:grpSp>
        <p:sp>
          <p:nvSpPr>
            <p:cNvPr id="18" name="Content Placeholder 2"/>
            <p:cNvSpPr txBox="1"/>
            <p:nvPr/>
          </p:nvSpPr>
          <p:spPr bwMode="auto">
            <a:xfrm>
              <a:off x="7632633" y="1409306"/>
              <a:ext cx="3068340" cy="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1218323" fontAlgn="base">
                <a:lnSpc>
                  <a:spcPct val="100000"/>
                </a:lnSpc>
                <a:spcBef>
                  <a:spcPct val="20000"/>
                </a:spcBef>
                <a:spcAft>
                  <a:spcPct val="0"/>
                </a:spcAft>
                <a:buNone/>
              </a:pPr>
              <a:r>
                <a:rPr lang="zh-CN" altLang="en-US" sz="2400" b="1" kern="0" dirty="0">
                  <a:solidFill>
                    <a:srgbClr val="16294C"/>
                  </a:solidFill>
                  <a:ea typeface="宋体" panose="02010600030101010101" pitchFamily="2" charset="-122"/>
                </a:rPr>
                <a:t>用户画像，推荐算法</a:t>
              </a:r>
              <a:endParaRPr lang="en-US" altLang="zh-CN" sz="1600" kern="0" dirty="0">
                <a:solidFill>
                  <a:srgbClr val="16294C"/>
                </a:solidFill>
                <a:ea typeface="宋体" panose="02010600030101010101" pitchFamily="2" charset="-122"/>
              </a:endParaRPr>
            </a:p>
          </p:txBody>
        </p:sp>
      </p:grpSp>
      <p:grpSp>
        <p:nvGrpSpPr>
          <p:cNvPr id="21" name="Group 21"/>
          <p:cNvGrpSpPr/>
          <p:nvPr/>
        </p:nvGrpSpPr>
        <p:grpSpPr bwMode="auto">
          <a:xfrm>
            <a:off x="6972370" y="3966510"/>
            <a:ext cx="4547539" cy="890587"/>
            <a:chOff x="7367712" y="4658302"/>
            <a:chExt cx="4309728" cy="890039"/>
          </a:xfrm>
        </p:grpSpPr>
        <p:cxnSp>
          <p:nvCxnSpPr>
            <p:cNvPr id="22" name="Straight Connector 22"/>
            <p:cNvCxnSpPr/>
            <p:nvPr/>
          </p:nvCxnSpPr>
          <p:spPr>
            <a:xfrm flipV="1">
              <a:off x="7367712" y="4911305"/>
              <a:ext cx="1385843" cy="0"/>
            </a:xfrm>
            <a:prstGeom prst="line">
              <a:avLst/>
            </a:prstGeom>
            <a:noFill/>
            <a:ln w="6350" cap="flat" cmpd="sng" algn="ctr">
              <a:solidFill>
                <a:sysClr val="window" lastClr="FFFFFF">
                  <a:lumMod val="85000"/>
                </a:sysClr>
              </a:solidFill>
              <a:prstDash val="sysDash"/>
              <a:miter lim="800000"/>
              <a:tailEnd type="oval"/>
            </a:ln>
            <a:effectLst/>
          </p:spPr>
        </p:cxnSp>
        <p:sp>
          <p:nvSpPr>
            <p:cNvPr id="23" name="Content Placeholder 2"/>
            <p:cNvSpPr txBox="1"/>
            <p:nvPr/>
          </p:nvSpPr>
          <p:spPr bwMode="auto">
            <a:xfrm>
              <a:off x="8776079" y="4658302"/>
              <a:ext cx="2901361" cy="890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1218323" fontAlgn="base">
                <a:lnSpc>
                  <a:spcPct val="100000"/>
                </a:lnSpc>
                <a:spcBef>
                  <a:spcPct val="20000"/>
                </a:spcBef>
                <a:spcAft>
                  <a:spcPct val="0"/>
                </a:spcAft>
                <a:buNone/>
              </a:pPr>
              <a:r>
                <a:rPr lang="zh-CN" altLang="en-US" sz="2400" b="1" kern="0" dirty="0">
                  <a:solidFill>
                    <a:srgbClr val="16294C"/>
                  </a:solidFill>
                  <a:ea typeface="宋体" panose="02010600030101010101" pitchFamily="2" charset="-122"/>
                </a:rPr>
                <a:t>错题收集与分析功能</a:t>
              </a:r>
              <a:endParaRPr lang="en-US" altLang="zh-CN" sz="1600" kern="0" dirty="0">
                <a:solidFill>
                  <a:srgbClr val="16294C"/>
                </a:solidFill>
                <a:ea typeface="宋体" panose="02010600030101010101" pitchFamily="2" charset="-122"/>
              </a:endParaRPr>
            </a:p>
          </p:txBody>
        </p:sp>
      </p:grpSp>
      <p:grpSp>
        <p:nvGrpSpPr>
          <p:cNvPr id="24" name="Group 24"/>
          <p:cNvGrpSpPr/>
          <p:nvPr/>
        </p:nvGrpSpPr>
        <p:grpSpPr bwMode="auto">
          <a:xfrm>
            <a:off x="835305" y="4907937"/>
            <a:ext cx="2972189" cy="697668"/>
            <a:chOff x="1136678" y="2258306"/>
            <a:chExt cx="2971959" cy="697710"/>
          </a:xfrm>
        </p:grpSpPr>
        <p:grpSp>
          <p:nvGrpSpPr>
            <p:cNvPr id="25" name="Group 25"/>
            <p:cNvGrpSpPr/>
            <p:nvPr/>
          </p:nvGrpSpPr>
          <p:grpSpPr bwMode="auto">
            <a:xfrm flipH="1">
              <a:off x="2760127" y="2440861"/>
              <a:ext cx="1348510" cy="515155"/>
              <a:chOff x="7794624" y="2150772"/>
              <a:chExt cx="1606953" cy="515155"/>
            </a:xfrm>
          </p:grpSpPr>
          <p:cxnSp>
            <p:nvCxnSpPr>
              <p:cNvPr id="27" name="Straight Connector 27"/>
              <p:cNvCxnSpPr/>
              <p:nvPr/>
            </p:nvCxnSpPr>
            <p:spPr>
              <a:xfrm flipV="1">
                <a:off x="7794624" y="2151469"/>
                <a:ext cx="221317" cy="514381"/>
              </a:xfrm>
              <a:prstGeom prst="line">
                <a:avLst/>
              </a:prstGeom>
              <a:noFill/>
              <a:ln w="6350" cap="flat" cmpd="sng" algn="ctr">
                <a:solidFill>
                  <a:sysClr val="window" lastClr="FFFFFF">
                    <a:lumMod val="85000"/>
                  </a:sysClr>
                </a:solidFill>
                <a:prstDash val="sysDash"/>
                <a:miter lim="800000"/>
              </a:ln>
              <a:effectLst/>
            </p:spPr>
          </p:cxnSp>
          <p:cxnSp>
            <p:nvCxnSpPr>
              <p:cNvPr id="28" name="Straight Connector 28"/>
              <p:cNvCxnSpPr/>
              <p:nvPr/>
            </p:nvCxnSpPr>
            <p:spPr>
              <a:xfrm>
                <a:off x="8015941" y="2154644"/>
                <a:ext cx="1386543" cy="0"/>
              </a:xfrm>
              <a:prstGeom prst="line">
                <a:avLst/>
              </a:prstGeom>
              <a:noFill/>
              <a:ln w="6350" cap="flat" cmpd="sng" algn="ctr">
                <a:solidFill>
                  <a:sysClr val="window" lastClr="FFFFFF">
                    <a:lumMod val="85000"/>
                  </a:sysClr>
                </a:solidFill>
                <a:prstDash val="sysDash"/>
                <a:miter lim="800000"/>
                <a:tailEnd type="oval"/>
              </a:ln>
              <a:effectLst/>
            </p:spPr>
          </p:cxnSp>
        </p:grpSp>
        <p:sp>
          <p:nvSpPr>
            <p:cNvPr id="26" name="Content Placeholder 2"/>
            <p:cNvSpPr txBox="1"/>
            <p:nvPr/>
          </p:nvSpPr>
          <p:spPr bwMode="auto">
            <a:xfrm>
              <a:off x="1136678" y="2258306"/>
              <a:ext cx="1510198" cy="440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defTabSz="1218323" fontAlgn="base">
                <a:lnSpc>
                  <a:spcPct val="100000"/>
                </a:lnSpc>
                <a:spcBef>
                  <a:spcPct val="20000"/>
                </a:spcBef>
                <a:spcAft>
                  <a:spcPct val="0"/>
                </a:spcAft>
                <a:buNone/>
              </a:pPr>
              <a:r>
                <a:rPr lang="zh-CN" altLang="en-US" sz="2400" b="1" kern="0" dirty="0">
                  <a:solidFill>
                    <a:srgbClr val="16294C"/>
                  </a:solidFill>
                  <a:ea typeface="宋体" panose="02010600030101010101" pitchFamily="2" charset="-122"/>
                </a:rPr>
                <a:t>智能生成</a:t>
              </a:r>
              <a:endParaRPr lang="en-US" altLang="zh-CN" sz="1600" kern="0" dirty="0">
                <a:solidFill>
                  <a:srgbClr val="16294C"/>
                </a:solidFill>
                <a:ea typeface="宋体" panose="02010600030101010101" pitchFamily="2" charset="-122"/>
              </a:endParaRPr>
            </a:p>
          </p:txBody>
        </p:sp>
      </p:grpSp>
      <p:grpSp>
        <p:nvGrpSpPr>
          <p:cNvPr id="29" name="Group 29"/>
          <p:cNvGrpSpPr/>
          <p:nvPr/>
        </p:nvGrpSpPr>
        <p:grpSpPr bwMode="auto">
          <a:xfrm>
            <a:off x="300936" y="3261512"/>
            <a:ext cx="3863143" cy="903287"/>
            <a:chOff x="60076" y="2245375"/>
            <a:chExt cx="3863386" cy="903343"/>
          </a:xfrm>
        </p:grpSpPr>
        <p:cxnSp>
          <p:nvCxnSpPr>
            <p:cNvPr id="30" name="Straight Connector 30"/>
            <p:cNvCxnSpPr/>
            <p:nvPr/>
          </p:nvCxnSpPr>
          <p:spPr>
            <a:xfrm flipH="1">
              <a:off x="2759752" y="2444733"/>
              <a:ext cx="1163710" cy="0"/>
            </a:xfrm>
            <a:prstGeom prst="line">
              <a:avLst/>
            </a:prstGeom>
            <a:noFill/>
            <a:ln w="6350" cap="flat" cmpd="sng" algn="ctr">
              <a:solidFill>
                <a:sysClr val="window" lastClr="FFFFFF">
                  <a:lumMod val="85000"/>
                </a:sysClr>
              </a:solidFill>
              <a:prstDash val="sysDash"/>
              <a:miter lim="800000"/>
              <a:tailEnd type="oval"/>
            </a:ln>
            <a:effectLst/>
          </p:spPr>
        </p:cxnSp>
        <p:sp>
          <p:nvSpPr>
            <p:cNvPr id="31" name="Content Placeholder 2"/>
            <p:cNvSpPr txBox="1"/>
            <p:nvPr/>
          </p:nvSpPr>
          <p:spPr bwMode="auto">
            <a:xfrm>
              <a:off x="60076" y="2245375"/>
              <a:ext cx="2699676" cy="903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defTabSz="1218323" fontAlgn="base">
                <a:lnSpc>
                  <a:spcPct val="100000"/>
                </a:lnSpc>
                <a:spcBef>
                  <a:spcPct val="20000"/>
                </a:spcBef>
                <a:spcAft>
                  <a:spcPct val="0"/>
                </a:spcAft>
                <a:buNone/>
              </a:pPr>
              <a:r>
                <a:rPr lang="zh-CN" altLang="en-US" sz="2400" b="1" kern="0" dirty="0">
                  <a:solidFill>
                    <a:srgbClr val="16294C"/>
                  </a:solidFill>
                  <a:ea typeface="宋体" panose="02010600030101010101" pitchFamily="2" charset="-122"/>
                </a:rPr>
                <a:t>多功能题库</a:t>
              </a:r>
              <a:endParaRPr lang="en-US" altLang="zh-CN" sz="1600" kern="0" dirty="0">
                <a:solidFill>
                  <a:srgbClr val="16294C"/>
                </a:solidFill>
                <a:ea typeface="宋体" panose="02010600030101010101" pitchFamily="2"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down)">
                                      <p:cBhvr>
                                        <p:cTn id="23" dur="500"/>
                                        <p:tgtEl>
                                          <p:spTgt spid="15"/>
                                        </p:tgtEl>
                                      </p:cBhvr>
                                    </p:animEffect>
                                  </p:childTnLst>
                                </p:cTn>
                              </p:par>
                            </p:childTnLst>
                          </p:cTn>
                        </p:par>
                        <p:par>
                          <p:cTn id="24" fill="hold">
                            <p:stCondLst>
                              <p:cond delay="2500"/>
                            </p:stCondLst>
                            <p:childTnLst>
                              <p:par>
                                <p:cTn id="25" presetID="2" presetClass="entr" presetSubtype="4" fill="hold" nodeType="after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childTnLst>
                          </p:cTn>
                        </p:par>
                        <p:par>
                          <p:cTn id="29" fill="hold">
                            <p:stCondLst>
                              <p:cond delay="3000"/>
                            </p:stCondLst>
                            <p:childTnLst>
                              <p:par>
                                <p:cTn id="30" presetID="2" presetClass="entr" presetSubtype="4"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500" fill="hold"/>
                                        <p:tgtEl>
                                          <p:spTgt spid="24"/>
                                        </p:tgtEl>
                                        <p:attrNameLst>
                                          <p:attrName>ppt_x</p:attrName>
                                        </p:attrNameLst>
                                      </p:cBhvr>
                                      <p:tavLst>
                                        <p:tav tm="0">
                                          <p:val>
                                            <p:strVal val="#ppt_x"/>
                                          </p:val>
                                        </p:tav>
                                        <p:tav tm="100000">
                                          <p:val>
                                            <p:strVal val="#ppt_x"/>
                                          </p:val>
                                        </p:tav>
                                      </p:tavLst>
                                    </p:anim>
                                    <p:anim calcmode="lin" valueType="num">
                                      <p:cBhvr additive="base">
                                        <p:cTn id="33" dur="500" fill="hold"/>
                                        <p:tgtEl>
                                          <p:spTgt spid="24"/>
                                        </p:tgtEl>
                                        <p:attrNameLst>
                                          <p:attrName>ppt_y</p:attrName>
                                        </p:attrNameLst>
                                      </p:cBhvr>
                                      <p:tavLst>
                                        <p:tav tm="0">
                                          <p:val>
                                            <p:strVal val="1+#ppt_h/2"/>
                                          </p:val>
                                        </p:tav>
                                        <p:tav tm="100000">
                                          <p:val>
                                            <p:strVal val="#ppt_y"/>
                                          </p:val>
                                        </p:tav>
                                      </p:tavLst>
                                    </p:anim>
                                  </p:childTnLst>
                                </p:cTn>
                              </p:par>
                            </p:childTnLst>
                          </p:cTn>
                        </p:par>
                        <p:par>
                          <p:cTn id="34" fill="hold">
                            <p:stCondLst>
                              <p:cond delay="3500"/>
                            </p:stCondLst>
                            <p:childTnLst>
                              <p:par>
                                <p:cTn id="35" presetID="2" presetClass="entr" presetSubtype="4" fill="hold"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par>
                          <p:cTn id="39" fill="hold">
                            <p:stCondLst>
                              <p:cond delay="4000"/>
                            </p:stCondLst>
                            <p:childTnLst>
                              <p:par>
                                <p:cTn id="40" presetID="2" presetClass="entr" presetSubtype="4" fill="hold" nodeType="after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500" fill="hold"/>
                                        <p:tgtEl>
                                          <p:spTgt spid="21"/>
                                        </p:tgtEl>
                                        <p:attrNameLst>
                                          <p:attrName>ppt_x</p:attrName>
                                        </p:attrNameLst>
                                      </p:cBhvr>
                                      <p:tavLst>
                                        <p:tav tm="0">
                                          <p:val>
                                            <p:strVal val="#ppt_x"/>
                                          </p:val>
                                        </p:tav>
                                        <p:tav tm="100000">
                                          <p:val>
                                            <p:strVal val="#ppt_x"/>
                                          </p:val>
                                        </p:tav>
                                      </p:tavLst>
                                    </p:anim>
                                    <p:anim calcmode="lin" valueType="num">
                                      <p:cBhvr additive="base">
                                        <p:cTn id="4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3" name="矩形 2"/>
          <p:cNvSpPr/>
          <p:nvPr/>
        </p:nvSpPr>
        <p:spPr>
          <a:xfrm>
            <a:off x="0" y="0"/>
            <a:ext cx="12192000" cy="6858000"/>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bwMode="auto">
          <a:xfrm>
            <a:off x="5018468" y="1365770"/>
            <a:ext cx="2155062" cy="2190390"/>
          </a:xfrm>
          <a:prstGeom prst="ellipse">
            <a:avLst/>
          </a:prstGeom>
          <a:solidFill>
            <a:srgbClr val="FCFCFC"/>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6" name="椭圆 5"/>
          <p:cNvSpPr/>
          <p:nvPr/>
        </p:nvSpPr>
        <p:spPr bwMode="auto">
          <a:xfrm>
            <a:off x="4925101" y="1269879"/>
            <a:ext cx="2341798" cy="2382174"/>
          </a:xfrm>
          <a:prstGeom prst="ellipse">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8" name="文本框 15"/>
          <p:cNvSpPr txBox="1">
            <a:spLocks noChangeArrowheads="1"/>
          </p:cNvSpPr>
          <p:nvPr/>
        </p:nvSpPr>
        <p:spPr bwMode="auto">
          <a:xfrm>
            <a:off x="4623323" y="3849464"/>
            <a:ext cx="29453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None/>
              <a:defRPr/>
            </a:pPr>
            <a:r>
              <a:rPr lang="zh-CN" altLang="en-US" sz="4000" b="1" kern="0" dirty="0">
                <a:solidFill>
                  <a:srgbClr val="FAFAFA"/>
                </a:solidFill>
                <a:latin typeface="造字工房悦黑体验版常规体" pitchFamily="50" charset="-122"/>
                <a:ea typeface="造字工房悦黑体验版常规体" pitchFamily="50" charset="-122"/>
              </a:rPr>
              <a:t>具体设计</a:t>
            </a:r>
          </a:p>
        </p:txBody>
      </p:sp>
      <p:sp>
        <p:nvSpPr>
          <p:cNvPr id="10" name="Freeform 27"/>
          <p:cNvSpPr>
            <a:spLocks noEditPoints="1"/>
          </p:cNvSpPr>
          <p:nvPr/>
        </p:nvSpPr>
        <p:spPr bwMode="auto">
          <a:xfrm>
            <a:off x="5513377" y="2025689"/>
            <a:ext cx="1165246" cy="870552"/>
          </a:xfrm>
          <a:custGeom>
            <a:avLst/>
            <a:gdLst>
              <a:gd name="T0" fmla="*/ 167281227 w 1408"/>
              <a:gd name="T1" fmla="*/ 421148632 h 1053"/>
              <a:gd name="T2" fmla="*/ 105857658 w 1408"/>
              <a:gd name="T3" fmla="*/ 363600156 h 1053"/>
              <a:gd name="T4" fmla="*/ 0 w 1408"/>
              <a:gd name="T5" fmla="*/ 496353485 h 1053"/>
              <a:gd name="T6" fmla="*/ 152252133 w 1408"/>
              <a:gd name="T7" fmla="*/ 530359586 h 1053"/>
              <a:gd name="T8" fmla="*/ 192765448 w 1408"/>
              <a:gd name="T9" fmla="*/ 421148632 h 1053"/>
              <a:gd name="T10" fmla="*/ 300583493 w 1408"/>
              <a:gd name="T11" fmla="*/ 389104530 h 1053"/>
              <a:gd name="T12" fmla="*/ 233279571 w 1408"/>
              <a:gd name="T13" fmla="*/ 430957820 h 1053"/>
              <a:gd name="T14" fmla="*/ 170548808 w 1408"/>
              <a:gd name="T15" fmla="*/ 375371343 h 1053"/>
              <a:gd name="T16" fmla="*/ 158133294 w 1408"/>
              <a:gd name="T17" fmla="*/ 385181339 h 1053"/>
              <a:gd name="T18" fmla="*/ 166628034 w 1408"/>
              <a:gd name="T19" fmla="*/ 408723714 h 1053"/>
              <a:gd name="T20" fmla="*/ 187538289 w 1408"/>
              <a:gd name="T21" fmla="*/ 411993174 h 1053"/>
              <a:gd name="T22" fmla="*/ 203220575 w 1408"/>
              <a:gd name="T23" fmla="*/ 393682259 h 1053"/>
              <a:gd name="T24" fmla="*/ 194725835 w 1408"/>
              <a:gd name="T25" fmla="*/ 377333342 h 1053"/>
              <a:gd name="T26" fmla="*/ 920047961 w 1408"/>
              <a:gd name="T27" fmla="*/ 494392294 h 1053"/>
              <a:gd name="T28" fmla="*/ 767142635 w 1408"/>
              <a:gd name="T29" fmla="*/ 512048671 h 1053"/>
              <a:gd name="T30" fmla="*/ 727282513 w 1408"/>
              <a:gd name="T31" fmla="*/ 421148632 h 1053"/>
              <a:gd name="T32" fmla="*/ 767142635 w 1408"/>
              <a:gd name="T33" fmla="*/ 530359586 h 1053"/>
              <a:gd name="T34" fmla="*/ 919394769 w 1408"/>
              <a:gd name="T35" fmla="*/ 496353485 h 1053"/>
              <a:gd name="T36" fmla="*/ 582217926 w 1408"/>
              <a:gd name="T37" fmla="*/ 408069176 h 1053"/>
              <a:gd name="T38" fmla="*/ 480934235 w 1408"/>
              <a:gd name="T39" fmla="*/ 502239483 h 1053"/>
              <a:gd name="T40" fmla="*/ 414936699 w 1408"/>
              <a:gd name="T41" fmla="*/ 653303727 h 1053"/>
              <a:gd name="T42" fmla="*/ 162054068 w 1408"/>
              <a:gd name="T43" fmla="*/ 623875355 h 1053"/>
              <a:gd name="T44" fmla="*/ 162054068 w 1408"/>
              <a:gd name="T45" fmla="*/ 628453084 h 1053"/>
              <a:gd name="T46" fmla="*/ 757993894 w 1408"/>
              <a:gd name="T47" fmla="*/ 628453084 h 1053"/>
              <a:gd name="T48" fmla="*/ 757993894 w 1408"/>
              <a:gd name="T49" fmla="*/ 623875355 h 1053"/>
              <a:gd name="T50" fmla="*/ 475706267 w 1408"/>
              <a:gd name="T51" fmla="*/ 427034630 h 1053"/>
              <a:gd name="T52" fmla="*/ 435846954 w 1408"/>
              <a:gd name="T53" fmla="*/ 430304090 h 1053"/>
              <a:gd name="T54" fmla="*/ 422124246 w 1408"/>
              <a:gd name="T55" fmla="*/ 457115924 h 1053"/>
              <a:gd name="T56" fmla="*/ 446955274 w 1408"/>
              <a:gd name="T57" fmla="*/ 487852566 h 1053"/>
              <a:gd name="T58" fmla="*/ 482894622 w 1408"/>
              <a:gd name="T59" fmla="*/ 481966568 h 1053"/>
              <a:gd name="T60" fmla="*/ 495963329 w 1408"/>
              <a:gd name="T61" fmla="*/ 442729007 h 1053"/>
              <a:gd name="T62" fmla="*/ 475706267 w 1408"/>
              <a:gd name="T63" fmla="*/ 427034630 h 1053"/>
              <a:gd name="T64" fmla="*/ 820071464 w 1408"/>
              <a:gd name="T65" fmla="*/ 221037638 h 1053"/>
              <a:gd name="T66" fmla="*/ 659323782 w 1408"/>
              <a:gd name="T67" fmla="*/ 221037638 h 1053"/>
              <a:gd name="T68" fmla="*/ 748845961 w 1408"/>
              <a:gd name="T69" fmla="*/ 375371343 h 1053"/>
              <a:gd name="T70" fmla="*/ 725322126 w 1408"/>
              <a:gd name="T71" fmla="*/ 377333342 h 1053"/>
              <a:gd name="T72" fmla="*/ 716827386 w 1408"/>
              <a:gd name="T73" fmla="*/ 393682259 h 1053"/>
              <a:gd name="T74" fmla="*/ 731856480 w 1408"/>
              <a:gd name="T75" fmla="*/ 411993174 h 1053"/>
              <a:gd name="T76" fmla="*/ 753419927 w 1408"/>
              <a:gd name="T77" fmla="*/ 408723714 h 1053"/>
              <a:gd name="T78" fmla="*/ 761261475 w 1408"/>
              <a:gd name="T79" fmla="*/ 385181339 h 1053"/>
              <a:gd name="T80" fmla="*/ 748845961 w 1408"/>
              <a:gd name="T81" fmla="*/ 375371343 h 1053"/>
              <a:gd name="T82" fmla="*/ 260070178 w 1408"/>
              <a:gd name="T83" fmla="*/ 221037638 h 1053"/>
              <a:gd name="T84" fmla="*/ 99976497 w 1408"/>
              <a:gd name="T85" fmla="*/ 221037638 h 1053"/>
              <a:gd name="T86" fmla="*/ 460023981 w 1408"/>
              <a:gd name="T87" fmla="*/ 366870424 h 1053"/>
              <a:gd name="T88" fmla="*/ 460023981 w 1408"/>
              <a:gd name="T89" fmla="*/ 0 h 1053"/>
              <a:gd name="T90" fmla="*/ 460023981 w 1408"/>
              <a:gd name="T91" fmla="*/ 366870424 h 1053"/>
              <a:gd name="T92" fmla="*/ 619464469 w 1408"/>
              <a:gd name="T93" fmla="*/ 389104530 h 1053"/>
              <a:gd name="T94" fmla="*/ 665858944 w 1408"/>
              <a:gd name="T95" fmla="*/ 363600156 h 105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408" h="1053">
                <a:moveTo>
                  <a:pt x="295" y="644"/>
                </a:moveTo>
                <a:lnTo>
                  <a:pt x="256" y="644"/>
                </a:lnTo>
                <a:lnTo>
                  <a:pt x="234" y="783"/>
                </a:lnTo>
                <a:lnTo>
                  <a:pt x="162" y="556"/>
                </a:lnTo>
                <a:cubicBezTo>
                  <a:pt x="67" y="593"/>
                  <a:pt x="0" y="673"/>
                  <a:pt x="0" y="756"/>
                </a:cubicBezTo>
                <a:cubicBezTo>
                  <a:pt x="0" y="757"/>
                  <a:pt x="0" y="758"/>
                  <a:pt x="0" y="759"/>
                </a:cubicBezTo>
                <a:cubicBezTo>
                  <a:pt x="0" y="759"/>
                  <a:pt x="0" y="760"/>
                  <a:pt x="0" y="760"/>
                </a:cubicBezTo>
                <a:cubicBezTo>
                  <a:pt x="0" y="812"/>
                  <a:pt x="50" y="811"/>
                  <a:pt x="233" y="811"/>
                </a:cubicBezTo>
                <a:cubicBezTo>
                  <a:pt x="251" y="774"/>
                  <a:pt x="275" y="739"/>
                  <a:pt x="305" y="707"/>
                </a:cubicBezTo>
                <a:lnTo>
                  <a:pt x="295" y="644"/>
                </a:lnTo>
                <a:close/>
                <a:moveTo>
                  <a:pt x="357" y="659"/>
                </a:moveTo>
                <a:cubicBezTo>
                  <a:pt x="388" y="635"/>
                  <a:pt x="422" y="613"/>
                  <a:pt x="460" y="595"/>
                </a:cubicBezTo>
                <a:cubicBezTo>
                  <a:pt x="439" y="580"/>
                  <a:pt x="415" y="566"/>
                  <a:pt x="389" y="556"/>
                </a:cubicBezTo>
                <a:lnTo>
                  <a:pt x="357" y="659"/>
                </a:lnTo>
                <a:close/>
                <a:moveTo>
                  <a:pt x="290" y="574"/>
                </a:moveTo>
                <a:lnTo>
                  <a:pt x="261" y="574"/>
                </a:lnTo>
                <a:cubicBezTo>
                  <a:pt x="258" y="574"/>
                  <a:pt x="255" y="575"/>
                  <a:pt x="253" y="577"/>
                </a:cubicBezTo>
                <a:lnTo>
                  <a:pt x="242" y="589"/>
                </a:lnTo>
                <a:cubicBezTo>
                  <a:pt x="239" y="592"/>
                  <a:pt x="238" y="597"/>
                  <a:pt x="241" y="602"/>
                </a:cubicBezTo>
                <a:lnTo>
                  <a:pt x="255" y="625"/>
                </a:lnTo>
                <a:cubicBezTo>
                  <a:pt x="256" y="628"/>
                  <a:pt x="260" y="630"/>
                  <a:pt x="264" y="630"/>
                </a:cubicBezTo>
                <a:lnTo>
                  <a:pt x="287" y="630"/>
                </a:lnTo>
                <a:cubicBezTo>
                  <a:pt x="291" y="630"/>
                  <a:pt x="295" y="628"/>
                  <a:pt x="297" y="625"/>
                </a:cubicBezTo>
                <a:lnTo>
                  <a:pt x="311" y="602"/>
                </a:lnTo>
                <a:cubicBezTo>
                  <a:pt x="313" y="597"/>
                  <a:pt x="312" y="592"/>
                  <a:pt x="309" y="589"/>
                </a:cubicBezTo>
                <a:lnTo>
                  <a:pt x="298" y="577"/>
                </a:lnTo>
                <a:cubicBezTo>
                  <a:pt x="296" y="575"/>
                  <a:pt x="293" y="574"/>
                  <a:pt x="290" y="574"/>
                </a:cubicBezTo>
                <a:close/>
                <a:moveTo>
                  <a:pt x="1408" y="756"/>
                </a:moveTo>
                <a:cubicBezTo>
                  <a:pt x="1408" y="673"/>
                  <a:pt x="1341" y="593"/>
                  <a:pt x="1245" y="556"/>
                </a:cubicBezTo>
                <a:lnTo>
                  <a:pt x="1174" y="783"/>
                </a:lnTo>
                <a:lnTo>
                  <a:pt x="1151" y="644"/>
                </a:lnTo>
                <a:lnTo>
                  <a:pt x="1113" y="644"/>
                </a:lnTo>
                <a:lnTo>
                  <a:pt x="1103" y="707"/>
                </a:lnTo>
                <a:cubicBezTo>
                  <a:pt x="1132" y="739"/>
                  <a:pt x="1157" y="774"/>
                  <a:pt x="1174" y="811"/>
                </a:cubicBezTo>
                <a:cubicBezTo>
                  <a:pt x="1369" y="811"/>
                  <a:pt x="1408" y="812"/>
                  <a:pt x="1408" y="760"/>
                </a:cubicBezTo>
                <a:cubicBezTo>
                  <a:pt x="1408" y="760"/>
                  <a:pt x="1407" y="759"/>
                  <a:pt x="1407" y="759"/>
                </a:cubicBezTo>
                <a:cubicBezTo>
                  <a:pt x="1407" y="758"/>
                  <a:pt x="1408" y="757"/>
                  <a:pt x="1408" y="756"/>
                </a:cubicBezTo>
                <a:close/>
                <a:moveTo>
                  <a:pt x="891" y="624"/>
                </a:moveTo>
                <a:lnTo>
                  <a:pt x="773" y="999"/>
                </a:lnTo>
                <a:lnTo>
                  <a:pt x="736" y="768"/>
                </a:lnTo>
                <a:lnTo>
                  <a:pt x="672" y="768"/>
                </a:lnTo>
                <a:lnTo>
                  <a:pt x="635" y="999"/>
                </a:lnTo>
                <a:lnTo>
                  <a:pt x="516" y="624"/>
                </a:lnTo>
                <a:cubicBezTo>
                  <a:pt x="358" y="684"/>
                  <a:pt x="248" y="816"/>
                  <a:pt x="248" y="954"/>
                </a:cubicBezTo>
                <a:cubicBezTo>
                  <a:pt x="248" y="956"/>
                  <a:pt x="248" y="957"/>
                  <a:pt x="248" y="959"/>
                </a:cubicBezTo>
                <a:cubicBezTo>
                  <a:pt x="248" y="959"/>
                  <a:pt x="248" y="960"/>
                  <a:pt x="248" y="961"/>
                </a:cubicBezTo>
                <a:cubicBezTo>
                  <a:pt x="248" y="1053"/>
                  <a:pt x="344" y="1045"/>
                  <a:pt x="704" y="1045"/>
                </a:cubicBezTo>
                <a:cubicBezTo>
                  <a:pt x="1087" y="1045"/>
                  <a:pt x="1160" y="1053"/>
                  <a:pt x="1160" y="961"/>
                </a:cubicBezTo>
                <a:cubicBezTo>
                  <a:pt x="1160" y="960"/>
                  <a:pt x="1159" y="959"/>
                  <a:pt x="1159" y="959"/>
                </a:cubicBezTo>
                <a:cubicBezTo>
                  <a:pt x="1159" y="957"/>
                  <a:pt x="1160" y="956"/>
                  <a:pt x="1160" y="954"/>
                </a:cubicBezTo>
                <a:cubicBezTo>
                  <a:pt x="1160" y="816"/>
                  <a:pt x="1049" y="684"/>
                  <a:pt x="891" y="624"/>
                </a:cubicBezTo>
                <a:close/>
                <a:moveTo>
                  <a:pt x="728" y="653"/>
                </a:moveTo>
                <a:lnTo>
                  <a:pt x="680" y="653"/>
                </a:lnTo>
                <a:cubicBezTo>
                  <a:pt x="675" y="653"/>
                  <a:pt x="670" y="655"/>
                  <a:pt x="667" y="658"/>
                </a:cubicBezTo>
                <a:lnTo>
                  <a:pt x="649" y="677"/>
                </a:lnTo>
                <a:cubicBezTo>
                  <a:pt x="643" y="683"/>
                  <a:pt x="642" y="692"/>
                  <a:pt x="646" y="699"/>
                </a:cubicBezTo>
                <a:lnTo>
                  <a:pt x="669" y="737"/>
                </a:lnTo>
                <a:cubicBezTo>
                  <a:pt x="672" y="743"/>
                  <a:pt x="678" y="746"/>
                  <a:pt x="684" y="746"/>
                </a:cubicBezTo>
                <a:lnTo>
                  <a:pt x="723" y="746"/>
                </a:lnTo>
                <a:cubicBezTo>
                  <a:pt x="730" y="746"/>
                  <a:pt x="735" y="743"/>
                  <a:pt x="739" y="737"/>
                </a:cubicBezTo>
                <a:lnTo>
                  <a:pt x="762" y="699"/>
                </a:lnTo>
                <a:cubicBezTo>
                  <a:pt x="766" y="692"/>
                  <a:pt x="765" y="683"/>
                  <a:pt x="759" y="677"/>
                </a:cubicBezTo>
                <a:lnTo>
                  <a:pt x="740" y="658"/>
                </a:lnTo>
                <a:cubicBezTo>
                  <a:pt x="737" y="655"/>
                  <a:pt x="733" y="653"/>
                  <a:pt x="728" y="653"/>
                </a:cubicBezTo>
                <a:close/>
                <a:moveTo>
                  <a:pt x="1132" y="519"/>
                </a:moveTo>
                <a:cubicBezTo>
                  <a:pt x="1200" y="519"/>
                  <a:pt x="1255" y="425"/>
                  <a:pt x="1255" y="338"/>
                </a:cubicBezTo>
                <a:cubicBezTo>
                  <a:pt x="1255" y="250"/>
                  <a:pt x="1200" y="179"/>
                  <a:pt x="1132" y="179"/>
                </a:cubicBezTo>
                <a:cubicBezTo>
                  <a:pt x="1064" y="179"/>
                  <a:pt x="1009" y="250"/>
                  <a:pt x="1009" y="338"/>
                </a:cubicBezTo>
                <a:cubicBezTo>
                  <a:pt x="1009" y="425"/>
                  <a:pt x="1064" y="519"/>
                  <a:pt x="1132" y="519"/>
                </a:cubicBezTo>
                <a:close/>
                <a:moveTo>
                  <a:pt x="1146" y="574"/>
                </a:moveTo>
                <a:lnTo>
                  <a:pt x="1117" y="574"/>
                </a:lnTo>
                <a:cubicBezTo>
                  <a:pt x="1115" y="574"/>
                  <a:pt x="1112" y="575"/>
                  <a:pt x="1110" y="577"/>
                </a:cubicBezTo>
                <a:lnTo>
                  <a:pt x="1099" y="589"/>
                </a:lnTo>
                <a:cubicBezTo>
                  <a:pt x="1095" y="592"/>
                  <a:pt x="1094" y="597"/>
                  <a:pt x="1097" y="602"/>
                </a:cubicBezTo>
                <a:lnTo>
                  <a:pt x="1111" y="625"/>
                </a:lnTo>
                <a:cubicBezTo>
                  <a:pt x="1113" y="628"/>
                  <a:pt x="1116" y="630"/>
                  <a:pt x="1120" y="630"/>
                </a:cubicBezTo>
                <a:lnTo>
                  <a:pt x="1144" y="630"/>
                </a:lnTo>
                <a:cubicBezTo>
                  <a:pt x="1148" y="630"/>
                  <a:pt x="1151" y="628"/>
                  <a:pt x="1153" y="625"/>
                </a:cubicBezTo>
                <a:lnTo>
                  <a:pt x="1167" y="602"/>
                </a:lnTo>
                <a:cubicBezTo>
                  <a:pt x="1169" y="597"/>
                  <a:pt x="1169" y="592"/>
                  <a:pt x="1165" y="589"/>
                </a:cubicBezTo>
                <a:lnTo>
                  <a:pt x="1154" y="577"/>
                </a:lnTo>
                <a:cubicBezTo>
                  <a:pt x="1152" y="575"/>
                  <a:pt x="1149" y="574"/>
                  <a:pt x="1146" y="574"/>
                </a:cubicBezTo>
                <a:close/>
                <a:moveTo>
                  <a:pt x="276" y="519"/>
                </a:moveTo>
                <a:cubicBezTo>
                  <a:pt x="343" y="519"/>
                  <a:pt x="398" y="425"/>
                  <a:pt x="398" y="338"/>
                </a:cubicBezTo>
                <a:cubicBezTo>
                  <a:pt x="398" y="250"/>
                  <a:pt x="343" y="179"/>
                  <a:pt x="276" y="179"/>
                </a:cubicBezTo>
                <a:cubicBezTo>
                  <a:pt x="208" y="179"/>
                  <a:pt x="153" y="250"/>
                  <a:pt x="153" y="338"/>
                </a:cubicBezTo>
                <a:cubicBezTo>
                  <a:pt x="153" y="425"/>
                  <a:pt x="208" y="519"/>
                  <a:pt x="276" y="519"/>
                </a:cubicBezTo>
                <a:close/>
                <a:moveTo>
                  <a:pt x="704" y="561"/>
                </a:moveTo>
                <a:cubicBezTo>
                  <a:pt x="816" y="561"/>
                  <a:pt x="907" y="407"/>
                  <a:pt x="907" y="262"/>
                </a:cubicBezTo>
                <a:cubicBezTo>
                  <a:pt x="907" y="117"/>
                  <a:pt x="816" y="0"/>
                  <a:pt x="704" y="0"/>
                </a:cubicBezTo>
                <a:cubicBezTo>
                  <a:pt x="592" y="0"/>
                  <a:pt x="501" y="117"/>
                  <a:pt x="501" y="262"/>
                </a:cubicBezTo>
                <a:cubicBezTo>
                  <a:pt x="501" y="407"/>
                  <a:pt x="592" y="561"/>
                  <a:pt x="704" y="561"/>
                </a:cubicBezTo>
                <a:close/>
                <a:moveTo>
                  <a:pt x="1019" y="556"/>
                </a:moveTo>
                <a:cubicBezTo>
                  <a:pt x="993" y="566"/>
                  <a:pt x="969" y="580"/>
                  <a:pt x="948" y="595"/>
                </a:cubicBezTo>
                <a:cubicBezTo>
                  <a:pt x="986" y="613"/>
                  <a:pt x="1020" y="635"/>
                  <a:pt x="1051" y="659"/>
                </a:cubicBezTo>
                <a:lnTo>
                  <a:pt x="1019" y="556"/>
                </a:lnTo>
                <a:close/>
              </a:path>
            </a:pathLst>
          </a:custGeom>
          <a:solidFill>
            <a:srgbClr val="236971"/>
          </a:solidFill>
          <a:ln>
            <a:noFill/>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outerShdw blurRad="38100" dist="38100" dir="2700000" algn="tl">
                  <a:srgbClr val="000000">
                    <a:alpha val="43137"/>
                  </a:srgbClr>
                </a:outerShdw>
              </a:effectLst>
              <a:uLnTx/>
              <a:uFillTx/>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675002" y="2455608"/>
            <a:ext cx="2695156" cy="984885"/>
          </a:xfrm>
          <a:prstGeom prst="rect">
            <a:avLst/>
          </a:prstGeom>
          <a:noFill/>
        </p:spPr>
        <p:txBody>
          <a:bodyPr wrap="square" lIns="0" tIns="0" rIns="0" bIns="0" rtlCol="0">
            <a:spAutoFit/>
          </a:bodyPr>
          <a:lstStyle/>
          <a:p>
            <a:pPr lvl="2" algn="just"/>
            <a:r>
              <a:rPr lang="zh-CN" altLang="zh-CN" sz="1600" dirty="0">
                <a:solidFill>
                  <a:schemeClr val="tx1">
                    <a:lumMod val="95000"/>
                    <a:lumOff val="5000"/>
                  </a:schemeClr>
                </a:solidFill>
                <a:latin typeface="微软雅黑" panose="020B0503020204020204" pitchFamily="34" charset="-122"/>
                <a:ea typeface="微软雅黑" panose="020B0503020204020204" pitchFamily="34" charset="-122"/>
              </a:rPr>
              <a:t>用户注册登录、用户详细信息登记、用户画像、用户反馈、帮助。</a:t>
            </a:r>
          </a:p>
        </p:txBody>
      </p:sp>
      <p:sp>
        <p:nvSpPr>
          <p:cNvPr id="56" name="TextBox 55"/>
          <p:cNvSpPr txBox="1"/>
          <p:nvPr/>
        </p:nvSpPr>
        <p:spPr>
          <a:xfrm>
            <a:off x="1494419" y="1893197"/>
            <a:ext cx="1682437" cy="246221"/>
          </a:xfrm>
          <a:prstGeom prst="rect">
            <a:avLst/>
          </a:prstGeom>
          <a:noFill/>
        </p:spPr>
        <p:txBody>
          <a:bodyPr wrap="square" lIns="0" tIns="0" rIns="0" bIns="0" rtlCol="0">
            <a:spAutoFit/>
          </a:bodyPr>
          <a:lstStyle/>
          <a:p>
            <a:pPr lvl="0" algn="ctr">
              <a:spcBef>
                <a:spcPct val="20000"/>
              </a:spcBef>
              <a:defRPr/>
            </a:pPr>
            <a:r>
              <a:rPr lang="zh-CN" altLang="zh-CN" sz="1600" b="1" dirty="0">
                <a:latin typeface="微软雅黑" panose="020B0503020204020204" pitchFamily="34" charset="-122"/>
                <a:ea typeface="微软雅黑" panose="020B0503020204020204" pitchFamily="34" charset="-122"/>
              </a:rPr>
              <a:t>用户管理界面</a:t>
            </a:r>
            <a:endParaRPr lang="en-US" altLang="zh-CN" sz="1600" b="1" dirty="0">
              <a:latin typeface="微软雅黑" panose="020B0503020204020204" pitchFamily="34" charset="-122"/>
              <a:ea typeface="微软雅黑" panose="020B0503020204020204" pitchFamily="34" charset="-122"/>
            </a:endParaRPr>
          </a:p>
        </p:txBody>
      </p:sp>
      <p:sp>
        <p:nvSpPr>
          <p:cNvPr id="60" name="TextBox 59"/>
          <p:cNvSpPr txBox="1"/>
          <p:nvPr/>
        </p:nvSpPr>
        <p:spPr>
          <a:xfrm>
            <a:off x="9133942" y="4662589"/>
            <a:ext cx="1682437" cy="246221"/>
          </a:xfrm>
          <a:prstGeom prst="rect">
            <a:avLst/>
          </a:prstGeom>
          <a:noFill/>
        </p:spPr>
        <p:txBody>
          <a:bodyPr wrap="square" lIns="0" tIns="0" rIns="0" bIns="0" rtlCol="0">
            <a:spAutoFit/>
          </a:bodyPr>
          <a:lstStyle/>
          <a:p>
            <a:pPr lvl="0" algn="ctr">
              <a:spcBef>
                <a:spcPct val="20000"/>
              </a:spcBef>
              <a:defRPr/>
            </a:pPr>
            <a:r>
              <a:rPr lang="zh-CN" altLang="zh-CN" sz="1600" b="1" dirty="0">
                <a:latin typeface="微软雅黑" panose="020B0503020204020204" pitchFamily="34" charset="-122"/>
                <a:ea typeface="微软雅黑" panose="020B0503020204020204" pitchFamily="34" charset="-122"/>
              </a:rPr>
              <a:t>错题界面</a:t>
            </a:r>
            <a:endParaRPr lang="en-US" altLang="zh-CN" sz="1600" b="1" dirty="0">
              <a:latin typeface="微软雅黑" panose="020B0503020204020204" pitchFamily="34" charset="-122"/>
              <a:ea typeface="微软雅黑" panose="020B0503020204020204" pitchFamily="34" charset="-122"/>
            </a:endParaRPr>
          </a:p>
        </p:txBody>
      </p:sp>
      <p:sp>
        <p:nvSpPr>
          <p:cNvPr id="61" name="TextBox 60"/>
          <p:cNvSpPr txBox="1"/>
          <p:nvPr/>
        </p:nvSpPr>
        <p:spPr>
          <a:xfrm>
            <a:off x="9140992" y="5006569"/>
            <a:ext cx="2320237" cy="325858"/>
          </a:xfrm>
          <a:prstGeom prst="rect">
            <a:avLst/>
          </a:prstGeom>
          <a:noFill/>
        </p:spPr>
        <p:txBody>
          <a:bodyPr wrap="square" lIns="0" tIns="0" rIns="0" bIns="0" rtlCol="0">
            <a:spAutoFit/>
          </a:bodyPr>
          <a:lstStyle/>
          <a:p>
            <a:pPr>
              <a:lnSpc>
                <a:spcPct val="150000"/>
              </a:lnSpc>
            </a:pPr>
            <a:r>
              <a:rPr lang="zh-CN" altLang="zh-CN" sz="1600" dirty="0">
                <a:solidFill>
                  <a:schemeClr val="tx1">
                    <a:lumMod val="95000"/>
                    <a:lumOff val="5000"/>
                  </a:schemeClr>
                </a:solidFill>
                <a:latin typeface="微软雅黑" panose="020B0503020204020204" pitchFamily="34" charset="-122"/>
                <a:ea typeface="微软雅黑" panose="020B0503020204020204" pitchFamily="34" charset="-122"/>
              </a:rPr>
              <a:t>题库的加载</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zh-CN" sz="1600" dirty="0">
                <a:solidFill>
                  <a:schemeClr val="tx1">
                    <a:lumMod val="95000"/>
                    <a:lumOff val="5000"/>
                  </a:schemeClr>
                </a:solidFill>
                <a:latin typeface="微软雅黑" panose="020B0503020204020204" pitchFamily="34" charset="-122"/>
                <a:ea typeface="微软雅黑" panose="020B0503020204020204" pitchFamily="34" charset="-122"/>
              </a:rPr>
              <a:t>完成</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和提交</a:t>
            </a:r>
            <a:r>
              <a:rPr lang="zh-CN" altLang="zh-CN" sz="1600" dirty="0">
                <a:solidFill>
                  <a:schemeClr val="tx1">
                    <a:lumMod val="95000"/>
                    <a:lumOff val="5000"/>
                  </a:schemeClr>
                </a:solidFill>
                <a:latin typeface="微软雅黑" panose="020B0503020204020204" pitchFamily="34" charset="-122"/>
                <a:ea typeface="微软雅黑" panose="020B0503020204020204" pitchFamily="34" charset="-122"/>
              </a:rPr>
              <a:t>。</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2" name="TextBox 61"/>
          <p:cNvSpPr txBox="1"/>
          <p:nvPr/>
        </p:nvSpPr>
        <p:spPr>
          <a:xfrm>
            <a:off x="1936705" y="4883459"/>
            <a:ext cx="1682437" cy="246221"/>
          </a:xfrm>
          <a:prstGeom prst="rect">
            <a:avLst/>
          </a:prstGeom>
          <a:noFill/>
        </p:spPr>
        <p:txBody>
          <a:bodyPr wrap="square" lIns="0" tIns="0" rIns="0" bIns="0" rtlCol="0">
            <a:spAutoFit/>
          </a:bodyPr>
          <a:lstStyle/>
          <a:p>
            <a:pPr lvl="0" algn="ctr">
              <a:spcBef>
                <a:spcPct val="20000"/>
              </a:spcBef>
              <a:defRPr/>
            </a:pPr>
            <a:r>
              <a:rPr lang="zh-CN" altLang="zh-CN" sz="1600" b="1" dirty="0">
                <a:latin typeface="微软雅黑" panose="020B0503020204020204" pitchFamily="34" charset="-122"/>
                <a:ea typeface="微软雅黑" panose="020B0503020204020204" pitchFamily="34" charset="-122"/>
              </a:rPr>
              <a:t>刷题界面</a:t>
            </a:r>
            <a:endParaRPr lang="en-US" altLang="zh-CN" sz="1600" b="1" dirty="0">
              <a:latin typeface="微软雅黑" panose="020B0503020204020204" pitchFamily="34" charset="-122"/>
              <a:ea typeface="微软雅黑" panose="020B0503020204020204" pitchFamily="34" charset="-122"/>
            </a:endParaRPr>
          </a:p>
        </p:txBody>
      </p:sp>
      <p:sp>
        <p:nvSpPr>
          <p:cNvPr id="63" name="TextBox 62"/>
          <p:cNvSpPr txBox="1"/>
          <p:nvPr/>
        </p:nvSpPr>
        <p:spPr>
          <a:xfrm>
            <a:off x="1891670" y="5189803"/>
            <a:ext cx="2135757" cy="695190"/>
          </a:xfrm>
          <a:prstGeom prst="rect">
            <a:avLst/>
          </a:prstGeom>
          <a:noFill/>
        </p:spPr>
        <p:txBody>
          <a:bodyPr wrap="square" lIns="0" tIns="0" rIns="0" bIns="0" rtlCol="0">
            <a:spAutoFit/>
          </a:bodyPr>
          <a:lstStyle/>
          <a:p>
            <a:pPr>
              <a:lnSpc>
                <a:spcPct val="150000"/>
              </a:lnSpc>
            </a:pPr>
            <a:r>
              <a:rPr lang="zh-CN" altLang="zh-CN" sz="1600" dirty="0">
                <a:solidFill>
                  <a:schemeClr val="tx1">
                    <a:lumMod val="95000"/>
                    <a:lumOff val="5000"/>
                  </a:schemeClr>
                </a:solidFill>
                <a:latin typeface="微软雅黑" panose="020B0503020204020204" pitchFamily="34" charset="-122"/>
                <a:ea typeface="微软雅黑" panose="020B0503020204020204" pitchFamily="34" charset="-122"/>
              </a:rPr>
              <a:t>题库的加载、完成和提交。</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33" name="Group 32"/>
          <p:cNvGrpSpPr/>
          <p:nvPr/>
        </p:nvGrpSpPr>
        <p:grpSpPr>
          <a:xfrm>
            <a:off x="1556941" y="2212574"/>
            <a:ext cx="2311184" cy="316190"/>
            <a:chOff x="1877563" y="2189991"/>
            <a:chExt cx="2311184" cy="316190"/>
          </a:xfrm>
        </p:grpSpPr>
        <p:cxnSp>
          <p:nvCxnSpPr>
            <p:cNvPr id="16" name="Straight Connector 15"/>
            <p:cNvCxnSpPr/>
            <p:nvPr/>
          </p:nvCxnSpPr>
          <p:spPr>
            <a:xfrm flipH="1">
              <a:off x="1877563" y="2189991"/>
              <a:ext cx="1813219" cy="0"/>
            </a:xfrm>
            <a:prstGeom prst="line">
              <a:avLst/>
            </a:prstGeom>
            <a:ln>
              <a:solidFill>
                <a:schemeClr val="tx1">
                  <a:lumMod val="65000"/>
                  <a:lumOff val="3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flipV="1">
              <a:off x="3690781" y="2189991"/>
              <a:ext cx="497966" cy="31619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 35"/>
          <p:cNvGrpSpPr/>
          <p:nvPr/>
        </p:nvGrpSpPr>
        <p:grpSpPr>
          <a:xfrm>
            <a:off x="3921662" y="1457832"/>
            <a:ext cx="1938822" cy="1938822"/>
            <a:chOff x="4139803" y="1655227"/>
            <a:chExt cx="1938822" cy="1938822"/>
          </a:xfrm>
        </p:grpSpPr>
        <p:sp>
          <p:nvSpPr>
            <p:cNvPr id="6" name="Freeform 5"/>
            <p:cNvSpPr/>
            <p:nvPr/>
          </p:nvSpPr>
          <p:spPr bwMode="auto">
            <a:xfrm rot="16200000">
              <a:off x="4139803" y="1655227"/>
              <a:ext cx="1938822" cy="1938822"/>
            </a:xfrm>
            <a:custGeom>
              <a:avLst/>
              <a:gdLst>
                <a:gd name="T0" fmla="*/ 0 w 972"/>
                <a:gd name="T1" fmla="*/ 972 h 972"/>
                <a:gd name="T2" fmla="*/ 0 w 972"/>
                <a:gd name="T3" fmla="*/ 486 h 972"/>
                <a:gd name="T4" fmla="*/ 486 w 972"/>
                <a:gd name="T5" fmla="*/ 0 h 972"/>
                <a:gd name="T6" fmla="*/ 972 w 972"/>
                <a:gd name="T7" fmla="*/ 486 h 972"/>
                <a:gd name="T8" fmla="*/ 486 w 972"/>
                <a:gd name="T9" fmla="*/ 972 h 972"/>
                <a:gd name="T10" fmla="*/ 0 w 972"/>
                <a:gd name="T11" fmla="*/ 972 h 972"/>
              </a:gdLst>
              <a:ahLst/>
              <a:cxnLst>
                <a:cxn ang="0">
                  <a:pos x="T0" y="T1"/>
                </a:cxn>
                <a:cxn ang="0">
                  <a:pos x="T2" y="T3"/>
                </a:cxn>
                <a:cxn ang="0">
                  <a:pos x="T4" y="T5"/>
                </a:cxn>
                <a:cxn ang="0">
                  <a:pos x="T6" y="T7"/>
                </a:cxn>
                <a:cxn ang="0">
                  <a:pos x="T8" y="T9"/>
                </a:cxn>
                <a:cxn ang="0">
                  <a:pos x="T10" y="T11"/>
                </a:cxn>
              </a:cxnLst>
              <a:rect l="0" t="0" r="r" b="b"/>
              <a:pathLst>
                <a:path w="972" h="972">
                  <a:moveTo>
                    <a:pt x="0" y="972"/>
                  </a:moveTo>
                  <a:cubicBezTo>
                    <a:pt x="0" y="486"/>
                    <a:pt x="0" y="486"/>
                    <a:pt x="0" y="486"/>
                  </a:cubicBezTo>
                  <a:cubicBezTo>
                    <a:pt x="0" y="218"/>
                    <a:pt x="218" y="0"/>
                    <a:pt x="486" y="0"/>
                  </a:cubicBezTo>
                  <a:cubicBezTo>
                    <a:pt x="754" y="0"/>
                    <a:pt x="972" y="218"/>
                    <a:pt x="972" y="486"/>
                  </a:cubicBezTo>
                  <a:cubicBezTo>
                    <a:pt x="972" y="754"/>
                    <a:pt x="754" y="972"/>
                    <a:pt x="486" y="972"/>
                  </a:cubicBezTo>
                  <a:lnTo>
                    <a:pt x="0" y="972"/>
                  </a:lnTo>
                  <a:close/>
                </a:path>
              </a:pathLst>
            </a:custGeom>
            <a:solidFill>
              <a:schemeClr val="tx2">
                <a:lumMod val="75000"/>
              </a:schemeClr>
            </a:solid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endParaRPr>
            </a:p>
          </p:txBody>
        </p:sp>
        <p:sp>
          <p:nvSpPr>
            <p:cNvPr id="7" name="Freeform 6"/>
            <p:cNvSpPr/>
            <p:nvPr/>
          </p:nvSpPr>
          <p:spPr bwMode="auto">
            <a:xfrm rot="16200000">
              <a:off x="4276710" y="1804535"/>
              <a:ext cx="1648624" cy="1650903"/>
            </a:xfrm>
            <a:custGeom>
              <a:avLst/>
              <a:gdLst>
                <a:gd name="T0" fmla="*/ 846 w 916"/>
                <a:gd name="T1" fmla="*/ 458 h 917"/>
                <a:gd name="T2" fmla="*/ 910 w 916"/>
                <a:gd name="T3" fmla="*/ 394 h 917"/>
                <a:gd name="T4" fmla="*/ 835 w 916"/>
                <a:gd name="T5" fmla="*/ 369 h 917"/>
                <a:gd name="T6" fmla="*/ 884 w 916"/>
                <a:gd name="T7" fmla="*/ 292 h 917"/>
                <a:gd name="T8" fmla="*/ 805 w 916"/>
                <a:gd name="T9" fmla="*/ 285 h 917"/>
                <a:gd name="T10" fmla="*/ 834 w 916"/>
                <a:gd name="T11" fmla="*/ 199 h 917"/>
                <a:gd name="T12" fmla="*/ 755 w 916"/>
                <a:gd name="T13" fmla="*/ 210 h 917"/>
                <a:gd name="T14" fmla="*/ 764 w 916"/>
                <a:gd name="T15" fmla="*/ 119 h 917"/>
                <a:gd name="T16" fmla="*/ 690 w 916"/>
                <a:gd name="T17" fmla="*/ 148 h 917"/>
                <a:gd name="T18" fmla="*/ 677 w 916"/>
                <a:gd name="T19" fmla="*/ 58 h 917"/>
                <a:gd name="T20" fmla="*/ 612 w 916"/>
                <a:gd name="T21" fmla="*/ 103 h 917"/>
                <a:gd name="T22" fmla="*/ 579 w 916"/>
                <a:gd name="T23" fmla="*/ 19 h 917"/>
                <a:gd name="T24" fmla="*/ 526 w 916"/>
                <a:gd name="T25" fmla="*/ 77 h 917"/>
                <a:gd name="T26" fmla="*/ 474 w 916"/>
                <a:gd name="T27" fmla="*/ 3 h 917"/>
                <a:gd name="T28" fmla="*/ 436 w 916"/>
                <a:gd name="T29" fmla="*/ 72 h 917"/>
                <a:gd name="T30" fmla="*/ 369 w 916"/>
                <a:gd name="T31" fmla="*/ 12 h 917"/>
                <a:gd name="T32" fmla="*/ 348 w 916"/>
                <a:gd name="T33" fmla="*/ 88 h 917"/>
                <a:gd name="T34" fmla="*/ 268 w 916"/>
                <a:gd name="T35" fmla="*/ 44 h 917"/>
                <a:gd name="T36" fmla="*/ 266 w 916"/>
                <a:gd name="T37" fmla="*/ 123 h 917"/>
                <a:gd name="T38" fmla="*/ 178 w 916"/>
                <a:gd name="T39" fmla="*/ 100 h 917"/>
                <a:gd name="T40" fmla="*/ 194 w 916"/>
                <a:gd name="T41" fmla="*/ 177 h 917"/>
                <a:gd name="T42" fmla="*/ 103 w 916"/>
                <a:gd name="T43" fmla="*/ 174 h 917"/>
                <a:gd name="T44" fmla="*/ 136 w 916"/>
                <a:gd name="T45" fmla="*/ 246 h 917"/>
                <a:gd name="T46" fmla="*/ 47 w 916"/>
                <a:gd name="T47" fmla="*/ 264 h 917"/>
                <a:gd name="T48" fmla="*/ 96 w 916"/>
                <a:gd name="T49" fmla="*/ 326 h 917"/>
                <a:gd name="T50" fmla="*/ 13 w 916"/>
                <a:gd name="T51" fmla="*/ 364 h 917"/>
                <a:gd name="T52" fmla="*/ 75 w 916"/>
                <a:gd name="T53" fmla="*/ 414 h 917"/>
                <a:gd name="T54" fmla="*/ 3 w 916"/>
                <a:gd name="T55" fmla="*/ 470 h 917"/>
                <a:gd name="T56" fmla="*/ 75 w 916"/>
                <a:gd name="T57" fmla="*/ 503 h 917"/>
                <a:gd name="T58" fmla="*/ 18 w 916"/>
                <a:gd name="T59" fmla="*/ 574 h 917"/>
                <a:gd name="T60" fmla="*/ 96 w 916"/>
                <a:gd name="T61" fmla="*/ 591 h 917"/>
                <a:gd name="T62" fmla="*/ 57 w 916"/>
                <a:gd name="T63" fmla="*/ 673 h 917"/>
                <a:gd name="T64" fmla="*/ 136 w 916"/>
                <a:gd name="T65" fmla="*/ 671 h 917"/>
                <a:gd name="T66" fmla="*/ 117 w 916"/>
                <a:gd name="T67" fmla="*/ 760 h 917"/>
                <a:gd name="T68" fmla="*/ 194 w 916"/>
                <a:gd name="T69" fmla="*/ 740 h 917"/>
                <a:gd name="T70" fmla="*/ 196 w 916"/>
                <a:gd name="T71" fmla="*/ 831 h 917"/>
                <a:gd name="T72" fmla="*/ 266 w 916"/>
                <a:gd name="T73" fmla="*/ 793 h 917"/>
                <a:gd name="T74" fmla="*/ 289 w 916"/>
                <a:gd name="T75" fmla="*/ 881 h 917"/>
                <a:gd name="T76" fmla="*/ 348 w 916"/>
                <a:gd name="T77" fmla="*/ 829 h 917"/>
                <a:gd name="T78" fmla="*/ 391 w 916"/>
                <a:gd name="T79" fmla="*/ 909 h 917"/>
                <a:gd name="T80" fmla="*/ 437 w 916"/>
                <a:gd name="T81" fmla="*/ 845 h 917"/>
                <a:gd name="T82" fmla="*/ 497 w 916"/>
                <a:gd name="T83" fmla="*/ 913 h 917"/>
                <a:gd name="T84" fmla="*/ 526 w 916"/>
                <a:gd name="T85" fmla="*/ 839 h 917"/>
                <a:gd name="T86" fmla="*/ 601 w 916"/>
                <a:gd name="T87" fmla="*/ 892 h 917"/>
                <a:gd name="T88" fmla="*/ 612 w 916"/>
                <a:gd name="T89" fmla="*/ 814 h 917"/>
                <a:gd name="T90" fmla="*/ 697 w 916"/>
                <a:gd name="T91" fmla="*/ 847 h 917"/>
                <a:gd name="T92" fmla="*/ 690 w 916"/>
                <a:gd name="T93" fmla="*/ 769 h 917"/>
                <a:gd name="T94" fmla="*/ 780 w 916"/>
                <a:gd name="T95" fmla="*/ 782 h 917"/>
                <a:gd name="T96" fmla="*/ 755 w 916"/>
                <a:gd name="T97" fmla="*/ 707 h 917"/>
                <a:gd name="T98" fmla="*/ 846 w 916"/>
                <a:gd name="T99" fmla="*/ 699 h 917"/>
                <a:gd name="T100" fmla="*/ 805 w 916"/>
                <a:gd name="T101" fmla="*/ 632 h 917"/>
                <a:gd name="T102" fmla="*/ 891 w 916"/>
                <a:gd name="T103" fmla="*/ 604 h 917"/>
                <a:gd name="T104" fmla="*/ 835 w 916"/>
                <a:gd name="T105" fmla="*/ 548 h 917"/>
                <a:gd name="T106" fmla="*/ 913 w 916"/>
                <a:gd name="T107" fmla="*/ 50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16" h="917">
                  <a:moveTo>
                    <a:pt x="880" y="485"/>
                  </a:moveTo>
                  <a:cubicBezTo>
                    <a:pt x="864" y="479"/>
                    <a:pt x="848" y="473"/>
                    <a:pt x="847" y="472"/>
                  </a:cubicBezTo>
                  <a:cubicBezTo>
                    <a:pt x="844" y="469"/>
                    <a:pt x="846" y="459"/>
                    <a:pt x="846" y="459"/>
                  </a:cubicBezTo>
                  <a:cubicBezTo>
                    <a:pt x="846" y="458"/>
                    <a:pt x="846" y="458"/>
                    <a:pt x="846" y="458"/>
                  </a:cubicBezTo>
                  <a:cubicBezTo>
                    <a:pt x="846" y="458"/>
                    <a:pt x="845" y="447"/>
                    <a:pt x="847" y="445"/>
                  </a:cubicBezTo>
                  <a:cubicBezTo>
                    <a:pt x="848" y="443"/>
                    <a:pt x="864" y="439"/>
                    <a:pt x="880" y="433"/>
                  </a:cubicBezTo>
                  <a:cubicBezTo>
                    <a:pt x="896" y="427"/>
                    <a:pt x="912" y="421"/>
                    <a:pt x="913" y="418"/>
                  </a:cubicBezTo>
                  <a:cubicBezTo>
                    <a:pt x="916" y="414"/>
                    <a:pt x="914" y="398"/>
                    <a:pt x="910" y="394"/>
                  </a:cubicBezTo>
                  <a:cubicBezTo>
                    <a:pt x="909" y="392"/>
                    <a:pt x="892" y="389"/>
                    <a:pt x="875" y="387"/>
                  </a:cubicBezTo>
                  <a:cubicBezTo>
                    <a:pt x="858" y="385"/>
                    <a:pt x="841" y="383"/>
                    <a:pt x="840" y="382"/>
                  </a:cubicBezTo>
                  <a:cubicBezTo>
                    <a:pt x="836" y="380"/>
                    <a:pt x="835" y="369"/>
                    <a:pt x="835" y="369"/>
                  </a:cubicBezTo>
                  <a:cubicBezTo>
                    <a:pt x="835" y="369"/>
                    <a:pt x="835" y="369"/>
                    <a:pt x="835" y="369"/>
                  </a:cubicBezTo>
                  <a:cubicBezTo>
                    <a:pt x="835" y="369"/>
                    <a:pt x="832" y="359"/>
                    <a:pt x="833" y="356"/>
                  </a:cubicBezTo>
                  <a:cubicBezTo>
                    <a:pt x="834" y="354"/>
                    <a:pt x="848" y="346"/>
                    <a:pt x="863" y="337"/>
                  </a:cubicBezTo>
                  <a:cubicBezTo>
                    <a:pt x="877" y="328"/>
                    <a:pt x="891" y="317"/>
                    <a:pt x="892" y="315"/>
                  </a:cubicBezTo>
                  <a:cubicBezTo>
                    <a:pt x="894" y="309"/>
                    <a:pt x="888" y="295"/>
                    <a:pt x="884" y="292"/>
                  </a:cubicBezTo>
                  <a:cubicBezTo>
                    <a:pt x="881" y="290"/>
                    <a:pt x="864" y="291"/>
                    <a:pt x="847" y="293"/>
                  </a:cubicBezTo>
                  <a:cubicBezTo>
                    <a:pt x="830" y="295"/>
                    <a:pt x="814" y="297"/>
                    <a:pt x="812" y="296"/>
                  </a:cubicBezTo>
                  <a:cubicBezTo>
                    <a:pt x="808" y="295"/>
                    <a:pt x="805" y="285"/>
                    <a:pt x="805" y="285"/>
                  </a:cubicBezTo>
                  <a:cubicBezTo>
                    <a:pt x="805" y="285"/>
                    <a:pt x="805" y="285"/>
                    <a:pt x="805" y="285"/>
                  </a:cubicBezTo>
                  <a:cubicBezTo>
                    <a:pt x="805" y="285"/>
                    <a:pt x="799" y="275"/>
                    <a:pt x="799" y="272"/>
                  </a:cubicBezTo>
                  <a:cubicBezTo>
                    <a:pt x="800" y="271"/>
                    <a:pt x="812" y="259"/>
                    <a:pt x="824" y="247"/>
                  </a:cubicBezTo>
                  <a:cubicBezTo>
                    <a:pt x="835" y="235"/>
                    <a:pt x="847" y="222"/>
                    <a:pt x="847" y="219"/>
                  </a:cubicBezTo>
                  <a:cubicBezTo>
                    <a:pt x="847" y="213"/>
                    <a:pt x="839" y="200"/>
                    <a:pt x="834" y="199"/>
                  </a:cubicBezTo>
                  <a:cubicBezTo>
                    <a:pt x="831" y="198"/>
                    <a:pt x="815" y="202"/>
                    <a:pt x="798" y="208"/>
                  </a:cubicBezTo>
                  <a:cubicBezTo>
                    <a:pt x="782" y="213"/>
                    <a:pt x="767" y="220"/>
                    <a:pt x="765" y="220"/>
                  </a:cubicBezTo>
                  <a:cubicBezTo>
                    <a:pt x="761" y="219"/>
                    <a:pt x="755" y="210"/>
                    <a:pt x="755" y="210"/>
                  </a:cubicBezTo>
                  <a:cubicBezTo>
                    <a:pt x="755" y="210"/>
                    <a:pt x="755" y="210"/>
                    <a:pt x="755" y="210"/>
                  </a:cubicBezTo>
                  <a:cubicBezTo>
                    <a:pt x="755" y="210"/>
                    <a:pt x="748" y="202"/>
                    <a:pt x="747" y="199"/>
                  </a:cubicBezTo>
                  <a:cubicBezTo>
                    <a:pt x="747" y="197"/>
                    <a:pt x="756" y="183"/>
                    <a:pt x="765" y="169"/>
                  </a:cubicBezTo>
                  <a:cubicBezTo>
                    <a:pt x="774" y="154"/>
                    <a:pt x="782" y="139"/>
                    <a:pt x="781" y="136"/>
                  </a:cubicBezTo>
                  <a:cubicBezTo>
                    <a:pt x="780" y="130"/>
                    <a:pt x="769" y="120"/>
                    <a:pt x="764" y="119"/>
                  </a:cubicBezTo>
                  <a:cubicBezTo>
                    <a:pt x="761" y="119"/>
                    <a:pt x="746" y="127"/>
                    <a:pt x="732" y="136"/>
                  </a:cubicBezTo>
                  <a:cubicBezTo>
                    <a:pt x="717" y="145"/>
                    <a:pt x="703" y="155"/>
                    <a:pt x="701" y="155"/>
                  </a:cubicBezTo>
                  <a:cubicBezTo>
                    <a:pt x="698" y="156"/>
                    <a:pt x="690" y="148"/>
                    <a:pt x="690" y="148"/>
                  </a:cubicBezTo>
                  <a:cubicBezTo>
                    <a:pt x="690" y="148"/>
                    <a:pt x="690" y="148"/>
                    <a:pt x="690" y="148"/>
                  </a:cubicBezTo>
                  <a:cubicBezTo>
                    <a:pt x="690" y="148"/>
                    <a:pt x="681" y="142"/>
                    <a:pt x="680" y="139"/>
                  </a:cubicBezTo>
                  <a:cubicBezTo>
                    <a:pt x="679" y="138"/>
                    <a:pt x="685" y="122"/>
                    <a:pt x="690" y="106"/>
                  </a:cubicBezTo>
                  <a:cubicBezTo>
                    <a:pt x="695" y="90"/>
                    <a:pt x="699" y="73"/>
                    <a:pt x="698" y="70"/>
                  </a:cubicBezTo>
                  <a:cubicBezTo>
                    <a:pt x="696" y="65"/>
                    <a:pt x="683" y="58"/>
                    <a:pt x="677" y="58"/>
                  </a:cubicBezTo>
                  <a:cubicBezTo>
                    <a:pt x="675" y="58"/>
                    <a:pt x="662" y="70"/>
                    <a:pt x="650" y="82"/>
                  </a:cubicBezTo>
                  <a:cubicBezTo>
                    <a:pt x="638" y="94"/>
                    <a:pt x="627" y="107"/>
                    <a:pt x="625" y="108"/>
                  </a:cubicBezTo>
                  <a:cubicBezTo>
                    <a:pt x="622" y="109"/>
                    <a:pt x="612" y="103"/>
                    <a:pt x="612" y="103"/>
                  </a:cubicBezTo>
                  <a:cubicBezTo>
                    <a:pt x="612" y="103"/>
                    <a:pt x="612" y="103"/>
                    <a:pt x="612" y="103"/>
                  </a:cubicBezTo>
                  <a:cubicBezTo>
                    <a:pt x="612" y="103"/>
                    <a:pt x="602" y="100"/>
                    <a:pt x="600" y="97"/>
                  </a:cubicBezTo>
                  <a:cubicBezTo>
                    <a:pt x="599" y="95"/>
                    <a:pt x="601" y="79"/>
                    <a:pt x="602" y="62"/>
                  </a:cubicBezTo>
                  <a:cubicBezTo>
                    <a:pt x="604" y="45"/>
                    <a:pt x="604" y="28"/>
                    <a:pt x="602" y="26"/>
                  </a:cubicBezTo>
                  <a:cubicBezTo>
                    <a:pt x="599" y="21"/>
                    <a:pt x="584" y="17"/>
                    <a:pt x="579" y="19"/>
                  </a:cubicBezTo>
                  <a:cubicBezTo>
                    <a:pt x="577" y="19"/>
                    <a:pt x="567" y="34"/>
                    <a:pt x="558" y="48"/>
                  </a:cubicBezTo>
                  <a:cubicBezTo>
                    <a:pt x="549" y="63"/>
                    <a:pt x="541" y="78"/>
                    <a:pt x="540" y="79"/>
                  </a:cubicBezTo>
                  <a:cubicBezTo>
                    <a:pt x="537" y="81"/>
                    <a:pt x="526" y="78"/>
                    <a:pt x="526" y="78"/>
                  </a:cubicBezTo>
                  <a:cubicBezTo>
                    <a:pt x="526" y="77"/>
                    <a:pt x="526" y="77"/>
                    <a:pt x="526" y="77"/>
                  </a:cubicBezTo>
                  <a:cubicBezTo>
                    <a:pt x="526" y="77"/>
                    <a:pt x="515" y="77"/>
                    <a:pt x="513" y="74"/>
                  </a:cubicBezTo>
                  <a:cubicBezTo>
                    <a:pt x="512" y="73"/>
                    <a:pt x="510" y="56"/>
                    <a:pt x="507" y="40"/>
                  </a:cubicBezTo>
                  <a:cubicBezTo>
                    <a:pt x="504" y="23"/>
                    <a:pt x="501" y="6"/>
                    <a:pt x="499" y="4"/>
                  </a:cubicBezTo>
                  <a:cubicBezTo>
                    <a:pt x="494" y="0"/>
                    <a:pt x="479" y="0"/>
                    <a:pt x="474" y="3"/>
                  </a:cubicBezTo>
                  <a:cubicBezTo>
                    <a:pt x="472" y="4"/>
                    <a:pt x="466" y="20"/>
                    <a:pt x="461" y="37"/>
                  </a:cubicBezTo>
                  <a:cubicBezTo>
                    <a:pt x="456" y="53"/>
                    <a:pt x="451" y="69"/>
                    <a:pt x="450" y="71"/>
                  </a:cubicBezTo>
                  <a:cubicBezTo>
                    <a:pt x="447" y="73"/>
                    <a:pt x="437" y="72"/>
                    <a:pt x="437" y="72"/>
                  </a:cubicBezTo>
                  <a:cubicBezTo>
                    <a:pt x="436" y="72"/>
                    <a:pt x="436" y="72"/>
                    <a:pt x="436" y="72"/>
                  </a:cubicBezTo>
                  <a:cubicBezTo>
                    <a:pt x="436" y="72"/>
                    <a:pt x="426" y="74"/>
                    <a:pt x="423" y="72"/>
                  </a:cubicBezTo>
                  <a:cubicBezTo>
                    <a:pt x="421" y="71"/>
                    <a:pt x="416" y="56"/>
                    <a:pt x="409" y="40"/>
                  </a:cubicBezTo>
                  <a:cubicBezTo>
                    <a:pt x="403" y="24"/>
                    <a:pt x="395" y="9"/>
                    <a:pt x="393" y="7"/>
                  </a:cubicBezTo>
                  <a:cubicBezTo>
                    <a:pt x="388" y="5"/>
                    <a:pt x="373" y="8"/>
                    <a:pt x="369" y="12"/>
                  </a:cubicBezTo>
                  <a:cubicBezTo>
                    <a:pt x="367" y="13"/>
                    <a:pt x="365" y="31"/>
                    <a:pt x="363" y="47"/>
                  </a:cubicBezTo>
                  <a:cubicBezTo>
                    <a:pt x="362" y="65"/>
                    <a:pt x="362" y="81"/>
                    <a:pt x="361" y="83"/>
                  </a:cubicBezTo>
                  <a:cubicBezTo>
                    <a:pt x="359" y="86"/>
                    <a:pt x="348" y="88"/>
                    <a:pt x="348" y="88"/>
                  </a:cubicBezTo>
                  <a:cubicBezTo>
                    <a:pt x="348" y="88"/>
                    <a:pt x="348" y="88"/>
                    <a:pt x="348" y="88"/>
                  </a:cubicBezTo>
                  <a:cubicBezTo>
                    <a:pt x="348" y="88"/>
                    <a:pt x="338" y="92"/>
                    <a:pt x="335" y="91"/>
                  </a:cubicBezTo>
                  <a:cubicBezTo>
                    <a:pt x="333" y="90"/>
                    <a:pt x="324" y="76"/>
                    <a:pt x="314" y="63"/>
                  </a:cubicBezTo>
                  <a:cubicBezTo>
                    <a:pt x="304" y="49"/>
                    <a:pt x="293" y="35"/>
                    <a:pt x="290" y="35"/>
                  </a:cubicBezTo>
                  <a:cubicBezTo>
                    <a:pt x="285" y="33"/>
                    <a:pt x="271" y="40"/>
                    <a:pt x="268" y="44"/>
                  </a:cubicBezTo>
                  <a:cubicBezTo>
                    <a:pt x="267" y="47"/>
                    <a:pt x="269" y="64"/>
                    <a:pt x="271" y="81"/>
                  </a:cubicBezTo>
                  <a:cubicBezTo>
                    <a:pt x="274" y="97"/>
                    <a:pt x="277" y="114"/>
                    <a:pt x="277" y="116"/>
                  </a:cubicBezTo>
                  <a:cubicBezTo>
                    <a:pt x="276" y="119"/>
                    <a:pt x="266" y="123"/>
                    <a:pt x="266" y="123"/>
                  </a:cubicBezTo>
                  <a:cubicBezTo>
                    <a:pt x="266" y="123"/>
                    <a:pt x="266" y="123"/>
                    <a:pt x="266" y="123"/>
                  </a:cubicBezTo>
                  <a:cubicBezTo>
                    <a:pt x="266" y="123"/>
                    <a:pt x="257" y="130"/>
                    <a:pt x="253" y="129"/>
                  </a:cubicBezTo>
                  <a:cubicBezTo>
                    <a:pt x="252" y="129"/>
                    <a:pt x="240" y="118"/>
                    <a:pt x="227" y="107"/>
                  </a:cubicBezTo>
                  <a:cubicBezTo>
                    <a:pt x="214" y="96"/>
                    <a:pt x="200" y="85"/>
                    <a:pt x="197" y="85"/>
                  </a:cubicBezTo>
                  <a:cubicBezTo>
                    <a:pt x="192" y="85"/>
                    <a:pt x="179" y="95"/>
                    <a:pt x="178" y="100"/>
                  </a:cubicBezTo>
                  <a:cubicBezTo>
                    <a:pt x="177" y="102"/>
                    <a:pt x="183" y="118"/>
                    <a:pt x="189" y="134"/>
                  </a:cubicBezTo>
                  <a:cubicBezTo>
                    <a:pt x="196" y="150"/>
                    <a:pt x="203" y="165"/>
                    <a:pt x="203" y="167"/>
                  </a:cubicBezTo>
                  <a:cubicBezTo>
                    <a:pt x="203" y="171"/>
                    <a:pt x="194" y="177"/>
                    <a:pt x="194" y="177"/>
                  </a:cubicBezTo>
                  <a:cubicBezTo>
                    <a:pt x="194" y="177"/>
                    <a:pt x="194" y="177"/>
                    <a:pt x="194" y="177"/>
                  </a:cubicBezTo>
                  <a:cubicBezTo>
                    <a:pt x="194" y="177"/>
                    <a:pt x="186" y="185"/>
                    <a:pt x="183" y="186"/>
                  </a:cubicBezTo>
                  <a:cubicBezTo>
                    <a:pt x="181" y="186"/>
                    <a:pt x="167" y="178"/>
                    <a:pt x="152" y="170"/>
                  </a:cubicBezTo>
                  <a:cubicBezTo>
                    <a:pt x="137" y="162"/>
                    <a:pt x="121" y="155"/>
                    <a:pt x="118" y="156"/>
                  </a:cubicBezTo>
                  <a:cubicBezTo>
                    <a:pt x="113" y="157"/>
                    <a:pt x="103" y="169"/>
                    <a:pt x="103" y="174"/>
                  </a:cubicBezTo>
                  <a:cubicBezTo>
                    <a:pt x="103" y="177"/>
                    <a:pt x="112" y="191"/>
                    <a:pt x="122" y="205"/>
                  </a:cubicBezTo>
                  <a:cubicBezTo>
                    <a:pt x="132" y="219"/>
                    <a:pt x="142" y="232"/>
                    <a:pt x="143" y="234"/>
                  </a:cubicBezTo>
                  <a:cubicBezTo>
                    <a:pt x="143" y="238"/>
                    <a:pt x="136" y="246"/>
                    <a:pt x="136" y="246"/>
                  </a:cubicBezTo>
                  <a:cubicBezTo>
                    <a:pt x="136" y="246"/>
                    <a:pt x="136" y="246"/>
                    <a:pt x="136" y="246"/>
                  </a:cubicBezTo>
                  <a:cubicBezTo>
                    <a:pt x="136" y="246"/>
                    <a:pt x="131" y="256"/>
                    <a:pt x="128" y="257"/>
                  </a:cubicBezTo>
                  <a:cubicBezTo>
                    <a:pt x="126" y="257"/>
                    <a:pt x="110" y="253"/>
                    <a:pt x="94" y="248"/>
                  </a:cubicBezTo>
                  <a:cubicBezTo>
                    <a:pt x="77" y="244"/>
                    <a:pt x="60" y="241"/>
                    <a:pt x="58" y="242"/>
                  </a:cubicBezTo>
                  <a:cubicBezTo>
                    <a:pt x="52" y="245"/>
                    <a:pt x="46" y="259"/>
                    <a:pt x="47" y="264"/>
                  </a:cubicBezTo>
                  <a:cubicBezTo>
                    <a:pt x="47" y="266"/>
                    <a:pt x="60" y="279"/>
                    <a:pt x="72" y="290"/>
                  </a:cubicBezTo>
                  <a:cubicBezTo>
                    <a:pt x="85" y="301"/>
                    <a:pt x="98" y="311"/>
                    <a:pt x="99" y="313"/>
                  </a:cubicBezTo>
                  <a:cubicBezTo>
                    <a:pt x="101" y="317"/>
                    <a:pt x="96" y="326"/>
                    <a:pt x="96" y="326"/>
                  </a:cubicBezTo>
                  <a:cubicBezTo>
                    <a:pt x="96" y="326"/>
                    <a:pt x="96" y="326"/>
                    <a:pt x="96" y="326"/>
                  </a:cubicBezTo>
                  <a:cubicBezTo>
                    <a:pt x="95" y="326"/>
                    <a:pt x="93" y="337"/>
                    <a:pt x="90" y="339"/>
                  </a:cubicBezTo>
                  <a:cubicBezTo>
                    <a:pt x="89" y="340"/>
                    <a:pt x="72" y="339"/>
                    <a:pt x="55" y="338"/>
                  </a:cubicBezTo>
                  <a:cubicBezTo>
                    <a:pt x="38" y="338"/>
                    <a:pt x="21" y="339"/>
                    <a:pt x="19" y="341"/>
                  </a:cubicBezTo>
                  <a:cubicBezTo>
                    <a:pt x="14" y="344"/>
                    <a:pt x="11" y="359"/>
                    <a:pt x="13" y="364"/>
                  </a:cubicBezTo>
                  <a:cubicBezTo>
                    <a:pt x="14" y="367"/>
                    <a:pt x="29" y="376"/>
                    <a:pt x="44" y="383"/>
                  </a:cubicBezTo>
                  <a:cubicBezTo>
                    <a:pt x="59" y="391"/>
                    <a:pt x="74" y="398"/>
                    <a:pt x="76" y="400"/>
                  </a:cubicBezTo>
                  <a:cubicBezTo>
                    <a:pt x="78" y="403"/>
                    <a:pt x="75" y="413"/>
                    <a:pt x="75" y="413"/>
                  </a:cubicBezTo>
                  <a:cubicBezTo>
                    <a:pt x="75" y="414"/>
                    <a:pt x="75" y="414"/>
                    <a:pt x="75" y="414"/>
                  </a:cubicBezTo>
                  <a:cubicBezTo>
                    <a:pt x="75" y="414"/>
                    <a:pt x="75" y="424"/>
                    <a:pt x="72" y="427"/>
                  </a:cubicBezTo>
                  <a:cubicBezTo>
                    <a:pt x="71" y="428"/>
                    <a:pt x="55" y="431"/>
                    <a:pt x="38" y="435"/>
                  </a:cubicBezTo>
                  <a:cubicBezTo>
                    <a:pt x="22" y="439"/>
                    <a:pt x="5" y="443"/>
                    <a:pt x="3" y="445"/>
                  </a:cubicBezTo>
                  <a:cubicBezTo>
                    <a:pt x="0" y="450"/>
                    <a:pt x="0" y="465"/>
                    <a:pt x="3" y="470"/>
                  </a:cubicBezTo>
                  <a:cubicBezTo>
                    <a:pt x="5" y="472"/>
                    <a:pt x="21" y="477"/>
                    <a:pt x="38" y="481"/>
                  </a:cubicBezTo>
                  <a:cubicBezTo>
                    <a:pt x="54" y="485"/>
                    <a:pt x="71" y="489"/>
                    <a:pt x="72" y="490"/>
                  </a:cubicBezTo>
                  <a:cubicBezTo>
                    <a:pt x="75" y="492"/>
                    <a:pt x="75" y="503"/>
                    <a:pt x="75" y="503"/>
                  </a:cubicBezTo>
                  <a:cubicBezTo>
                    <a:pt x="75" y="503"/>
                    <a:pt x="75" y="503"/>
                    <a:pt x="75" y="503"/>
                  </a:cubicBezTo>
                  <a:cubicBezTo>
                    <a:pt x="75" y="503"/>
                    <a:pt x="77" y="514"/>
                    <a:pt x="76" y="517"/>
                  </a:cubicBezTo>
                  <a:cubicBezTo>
                    <a:pt x="75" y="519"/>
                    <a:pt x="59" y="525"/>
                    <a:pt x="44" y="533"/>
                  </a:cubicBezTo>
                  <a:cubicBezTo>
                    <a:pt x="29" y="540"/>
                    <a:pt x="14" y="548"/>
                    <a:pt x="13" y="551"/>
                  </a:cubicBezTo>
                  <a:cubicBezTo>
                    <a:pt x="10" y="556"/>
                    <a:pt x="14" y="571"/>
                    <a:pt x="18" y="574"/>
                  </a:cubicBezTo>
                  <a:cubicBezTo>
                    <a:pt x="20" y="576"/>
                    <a:pt x="37" y="577"/>
                    <a:pt x="54" y="578"/>
                  </a:cubicBezTo>
                  <a:cubicBezTo>
                    <a:pt x="71" y="578"/>
                    <a:pt x="88" y="577"/>
                    <a:pt x="90" y="578"/>
                  </a:cubicBezTo>
                  <a:cubicBezTo>
                    <a:pt x="93" y="580"/>
                    <a:pt x="96" y="591"/>
                    <a:pt x="96" y="591"/>
                  </a:cubicBezTo>
                  <a:cubicBezTo>
                    <a:pt x="96" y="591"/>
                    <a:pt x="96" y="591"/>
                    <a:pt x="96" y="591"/>
                  </a:cubicBezTo>
                  <a:cubicBezTo>
                    <a:pt x="96" y="591"/>
                    <a:pt x="100" y="601"/>
                    <a:pt x="99" y="604"/>
                  </a:cubicBezTo>
                  <a:cubicBezTo>
                    <a:pt x="99" y="606"/>
                    <a:pt x="86" y="615"/>
                    <a:pt x="72" y="626"/>
                  </a:cubicBezTo>
                  <a:cubicBezTo>
                    <a:pt x="59" y="637"/>
                    <a:pt x="47" y="649"/>
                    <a:pt x="46" y="651"/>
                  </a:cubicBezTo>
                  <a:cubicBezTo>
                    <a:pt x="45" y="657"/>
                    <a:pt x="52" y="671"/>
                    <a:pt x="57" y="673"/>
                  </a:cubicBezTo>
                  <a:cubicBezTo>
                    <a:pt x="59" y="674"/>
                    <a:pt x="76" y="672"/>
                    <a:pt x="93" y="668"/>
                  </a:cubicBezTo>
                  <a:cubicBezTo>
                    <a:pt x="110" y="664"/>
                    <a:pt x="126" y="660"/>
                    <a:pt x="128" y="660"/>
                  </a:cubicBezTo>
                  <a:cubicBezTo>
                    <a:pt x="131" y="661"/>
                    <a:pt x="136" y="671"/>
                    <a:pt x="136" y="671"/>
                  </a:cubicBezTo>
                  <a:cubicBezTo>
                    <a:pt x="136" y="671"/>
                    <a:pt x="136" y="671"/>
                    <a:pt x="136" y="671"/>
                  </a:cubicBezTo>
                  <a:cubicBezTo>
                    <a:pt x="136" y="671"/>
                    <a:pt x="143" y="680"/>
                    <a:pt x="143" y="683"/>
                  </a:cubicBezTo>
                  <a:cubicBezTo>
                    <a:pt x="143" y="685"/>
                    <a:pt x="132" y="697"/>
                    <a:pt x="122" y="711"/>
                  </a:cubicBezTo>
                  <a:cubicBezTo>
                    <a:pt x="111" y="724"/>
                    <a:pt x="102" y="739"/>
                    <a:pt x="102" y="741"/>
                  </a:cubicBezTo>
                  <a:cubicBezTo>
                    <a:pt x="102" y="747"/>
                    <a:pt x="112" y="759"/>
                    <a:pt x="117" y="760"/>
                  </a:cubicBezTo>
                  <a:cubicBezTo>
                    <a:pt x="120" y="761"/>
                    <a:pt x="136" y="754"/>
                    <a:pt x="151" y="747"/>
                  </a:cubicBezTo>
                  <a:cubicBezTo>
                    <a:pt x="166" y="739"/>
                    <a:pt x="181" y="731"/>
                    <a:pt x="183" y="731"/>
                  </a:cubicBezTo>
                  <a:cubicBezTo>
                    <a:pt x="187" y="731"/>
                    <a:pt x="194" y="740"/>
                    <a:pt x="194" y="740"/>
                  </a:cubicBezTo>
                  <a:cubicBezTo>
                    <a:pt x="194" y="740"/>
                    <a:pt x="194" y="740"/>
                    <a:pt x="194" y="740"/>
                  </a:cubicBezTo>
                  <a:cubicBezTo>
                    <a:pt x="194" y="740"/>
                    <a:pt x="202" y="747"/>
                    <a:pt x="203" y="750"/>
                  </a:cubicBezTo>
                  <a:cubicBezTo>
                    <a:pt x="203" y="751"/>
                    <a:pt x="196" y="766"/>
                    <a:pt x="189" y="782"/>
                  </a:cubicBezTo>
                  <a:cubicBezTo>
                    <a:pt x="182" y="797"/>
                    <a:pt x="176" y="813"/>
                    <a:pt x="177" y="816"/>
                  </a:cubicBezTo>
                  <a:cubicBezTo>
                    <a:pt x="178" y="822"/>
                    <a:pt x="191" y="831"/>
                    <a:pt x="196" y="831"/>
                  </a:cubicBezTo>
                  <a:cubicBezTo>
                    <a:pt x="199" y="831"/>
                    <a:pt x="213" y="821"/>
                    <a:pt x="226" y="810"/>
                  </a:cubicBezTo>
                  <a:cubicBezTo>
                    <a:pt x="239" y="799"/>
                    <a:pt x="252" y="788"/>
                    <a:pt x="254" y="787"/>
                  </a:cubicBezTo>
                  <a:cubicBezTo>
                    <a:pt x="257" y="787"/>
                    <a:pt x="266" y="793"/>
                    <a:pt x="266" y="793"/>
                  </a:cubicBezTo>
                  <a:cubicBezTo>
                    <a:pt x="266" y="793"/>
                    <a:pt x="266" y="793"/>
                    <a:pt x="266" y="793"/>
                  </a:cubicBezTo>
                  <a:cubicBezTo>
                    <a:pt x="266" y="793"/>
                    <a:pt x="276" y="798"/>
                    <a:pt x="277" y="801"/>
                  </a:cubicBezTo>
                  <a:cubicBezTo>
                    <a:pt x="278" y="803"/>
                    <a:pt x="274" y="819"/>
                    <a:pt x="271" y="835"/>
                  </a:cubicBezTo>
                  <a:cubicBezTo>
                    <a:pt x="268" y="852"/>
                    <a:pt x="265" y="869"/>
                    <a:pt x="267" y="872"/>
                  </a:cubicBezTo>
                  <a:cubicBezTo>
                    <a:pt x="269" y="877"/>
                    <a:pt x="284" y="883"/>
                    <a:pt x="289" y="881"/>
                  </a:cubicBezTo>
                  <a:cubicBezTo>
                    <a:pt x="291" y="881"/>
                    <a:pt x="303" y="868"/>
                    <a:pt x="313" y="854"/>
                  </a:cubicBezTo>
                  <a:cubicBezTo>
                    <a:pt x="324" y="841"/>
                    <a:pt x="333" y="827"/>
                    <a:pt x="335" y="826"/>
                  </a:cubicBezTo>
                  <a:cubicBezTo>
                    <a:pt x="338" y="824"/>
                    <a:pt x="348" y="829"/>
                    <a:pt x="348" y="829"/>
                  </a:cubicBezTo>
                  <a:cubicBezTo>
                    <a:pt x="348" y="829"/>
                    <a:pt x="348" y="829"/>
                    <a:pt x="348" y="829"/>
                  </a:cubicBezTo>
                  <a:cubicBezTo>
                    <a:pt x="348" y="829"/>
                    <a:pt x="359" y="831"/>
                    <a:pt x="361" y="834"/>
                  </a:cubicBezTo>
                  <a:cubicBezTo>
                    <a:pt x="362" y="835"/>
                    <a:pt x="362" y="852"/>
                    <a:pt x="363" y="869"/>
                  </a:cubicBezTo>
                  <a:cubicBezTo>
                    <a:pt x="364" y="886"/>
                    <a:pt x="365" y="903"/>
                    <a:pt x="367" y="905"/>
                  </a:cubicBezTo>
                  <a:cubicBezTo>
                    <a:pt x="371" y="909"/>
                    <a:pt x="386" y="912"/>
                    <a:pt x="391" y="909"/>
                  </a:cubicBezTo>
                  <a:cubicBezTo>
                    <a:pt x="393" y="908"/>
                    <a:pt x="401" y="893"/>
                    <a:pt x="408" y="877"/>
                  </a:cubicBezTo>
                  <a:cubicBezTo>
                    <a:pt x="415" y="862"/>
                    <a:pt x="422" y="846"/>
                    <a:pt x="423" y="845"/>
                  </a:cubicBezTo>
                  <a:cubicBezTo>
                    <a:pt x="426" y="842"/>
                    <a:pt x="436" y="844"/>
                    <a:pt x="436" y="844"/>
                  </a:cubicBezTo>
                  <a:cubicBezTo>
                    <a:pt x="437" y="845"/>
                    <a:pt x="437" y="845"/>
                    <a:pt x="437" y="845"/>
                  </a:cubicBezTo>
                  <a:cubicBezTo>
                    <a:pt x="437" y="845"/>
                    <a:pt x="448" y="844"/>
                    <a:pt x="450" y="846"/>
                  </a:cubicBezTo>
                  <a:cubicBezTo>
                    <a:pt x="451" y="847"/>
                    <a:pt x="455" y="864"/>
                    <a:pt x="460" y="880"/>
                  </a:cubicBezTo>
                  <a:cubicBezTo>
                    <a:pt x="465" y="896"/>
                    <a:pt x="470" y="912"/>
                    <a:pt x="473" y="914"/>
                  </a:cubicBezTo>
                  <a:cubicBezTo>
                    <a:pt x="477" y="917"/>
                    <a:pt x="493" y="916"/>
                    <a:pt x="497" y="913"/>
                  </a:cubicBezTo>
                  <a:cubicBezTo>
                    <a:pt x="499" y="911"/>
                    <a:pt x="503" y="894"/>
                    <a:pt x="506" y="878"/>
                  </a:cubicBezTo>
                  <a:cubicBezTo>
                    <a:pt x="510" y="861"/>
                    <a:pt x="512" y="844"/>
                    <a:pt x="513" y="843"/>
                  </a:cubicBezTo>
                  <a:cubicBezTo>
                    <a:pt x="515" y="840"/>
                    <a:pt x="526" y="839"/>
                    <a:pt x="526" y="839"/>
                  </a:cubicBezTo>
                  <a:cubicBezTo>
                    <a:pt x="526" y="839"/>
                    <a:pt x="526" y="839"/>
                    <a:pt x="526" y="839"/>
                  </a:cubicBezTo>
                  <a:cubicBezTo>
                    <a:pt x="526" y="839"/>
                    <a:pt x="537" y="837"/>
                    <a:pt x="540" y="838"/>
                  </a:cubicBezTo>
                  <a:cubicBezTo>
                    <a:pt x="541" y="839"/>
                    <a:pt x="549" y="854"/>
                    <a:pt x="557" y="868"/>
                  </a:cubicBezTo>
                  <a:cubicBezTo>
                    <a:pt x="565" y="883"/>
                    <a:pt x="575" y="898"/>
                    <a:pt x="577" y="899"/>
                  </a:cubicBezTo>
                  <a:cubicBezTo>
                    <a:pt x="583" y="901"/>
                    <a:pt x="597" y="896"/>
                    <a:pt x="601" y="892"/>
                  </a:cubicBezTo>
                  <a:cubicBezTo>
                    <a:pt x="602" y="890"/>
                    <a:pt x="602" y="873"/>
                    <a:pt x="602" y="855"/>
                  </a:cubicBezTo>
                  <a:cubicBezTo>
                    <a:pt x="601" y="838"/>
                    <a:pt x="600" y="822"/>
                    <a:pt x="600" y="820"/>
                  </a:cubicBezTo>
                  <a:cubicBezTo>
                    <a:pt x="602" y="816"/>
                    <a:pt x="612" y="814"/>
                    <a:pt x="612" y="814"/>
                  </a:cubicBezTo>
                  <a:cubicBezTo>
                    <a:pt x="612" y="814"/>
                    <a:pt x="612" y="814"/>
                    <a:pt x="612" y="814"/>
                  </a:cubicBezTo>
                  <a:cubicBezTo>
                    <a:pt x="612" y="814"/>
                    <a:pt x="622" y="808"/>
                    <a:pt x="625" y="809"/>
                  </a:cubicBezTo>
                  <a:cubicBezTo>
                    <a:pt x="627" y="809"/>
                    <a:pt x="638" y="822"/>
                    <a:pt x="649" y="835"/>
                  </a:cubicBezTo>
                  <a:cubicBezTo>
                    <a:pt x="661" y="847"/>
                    <a:pt x="673" y="859"/>
                    <a:pt x="676" y="860"/>
                  </a:cubicBezTo>
                  <a:cubicBezTo>
                    <a:pt x="681" y="860"/>
                    <a:pt x="695" y="852"/>
                    <a:pt x="697" y="847"/>
                  </a:cubicBezTo>
                  <a:cubicBezTo>
                    <a:pt x="698" y="845"/>
                    <a:pt x="694" y="828"/>
                    <a:pt x="689" y="812"/>
                  </a:cubicBezTo>
                  <a:cubicBezTo>
                    <a:pt x="685" y="795"/>
                    <a:pt x="679" y="779"/>
                    <a:pt x="680" y="778"/>
                  </a:cubicBezTo>
                  <a:cubicBezTo>
                    <a:pt x="680" y="774"/>
                    <a:pt x="690" y="769"/>
                    <a:pt x="690" y="769"/>
                  </a:cubicBezTo>
                  <a:cubicBezTo>
                    <a:pt x="690" y="769"/>
                    <a:pt x="690" y="769"/>
                    <a:pt x="690" y="769"/>
                  </a:cubicBezTo>
                  <a:cubicBezTo>
                    <a:pt x="690" y="769"/>
                    <a:pt x="698" y="761"/>
                    <a:pt x="702" y="761"/>
                  </a:cubicBezTo>
                  <a:cubicBezTo>
                    <a:pt x="703" y="761"/>
                    <a:pt x="717" y="771"/>
                    <a:pt x="731" y="781"/>
                  </a:cubicBezTo>
                  <a:cubicBezTo>
                    <a:pt x="745" y="790"/>
                    <a:pt x="759" y="799"/>
                    <a:pt x="762" y="799"/>
                  </a:cubicBezTo>
                  <a:cubicBezTo>
                    <a:pt x="768" y="798"/>
                    <a:pt x="779" y="787"/>
                    <a:pt x="780" y="782"/>
                  </a:cubicBezTo>
                  <a:cubicBezTo>
                    <a:pt x="780" y="780"/>
                    <a:pt x="773" y="764"/>
                    <a:pt x="765" y="749"/>
                  </a:cubicBezTo>
                  <a:cubicBezTo>
                    <a:pt x="756" y="734"/>
                    <a:pt x="748" y="720"/>
                    <a:pt x="747" y="718"/>
                  </a:cubicBezTo>
                  <a:cubicBezTo>
                    <a:pt x="747" y="714"/>
                    <a:pt x="755" y="707"/>
                    <a:pt x="755" y="707"/>
                  </a:cubicBezTo>
                  <a:cubicBezTo>
                    <a:pt x="755" y="707"/>
                    <a:pt x="755" y="707"/>
                    <a:pt x="755" y="707"/>
                  </a:cubicBezTo>
                  <a:cubicBezTo>
                    <a:pt x="755" y="707"/>
                    <a:pt x="762" y="698"/>
                    <a:pt x="765" y="697"/>
                  </a:cubicBezTo>
                  <a:cubicBezTo>
                    <a:pt x="767" y="697"/>
                    <a:pt x="782" y="703"/>
                    <a:pt x="798" y="709"/>
                  </a:cubicBezTo>
                  <a:cubicBezTo>
                    <a:pt x="813" y="715"/>
                    <a:pt x="830" y="721"/>
                    <a:pt x="833" y="720"/>
                  </a:cubicBezTo>
                  <a:cubicBezTo>
                    <a:pt x="838" y="718"/>
                    <a:pt x="846" y="705"/>
                    <a:pt x="846" y="699"/>
                  </a:cubicBezTo>
                  <a:cubicBezTo>
                    <a:pt x="846" y="697"/>
                    <a:pt x="835" y="683"/>
                    <a:pt x="824" y="671"/>
                  </a:cubicBezTo>
                  <a:cubicBezTo>
                    <a:pt x="812" y="658"/>
                    <a:pt x="800" y="646"/>
                    <a:pt x="800" y="645"/>
                  </a:cubicBezTo>
                  <a:cubicBezTo>
                    <a:pt x="799" y="641"/>
                    <a:pt x="805" y="632"/>
                    <a:pt x="805" y="632"/>
                  </a:cubicBezTo>
                  <a:cubicBezTo>
                    <a:pt x="805" y="632"/>
                    <a:pt x="805" y="632"/>
                    <a:pt x="805" y="632"/>
                  </a:cubicBezTo>
                  <a:cubicBezTo>
                    <a:pt x="805" y="632"/>
                    <a:pt x="809" y="622"/>
                    <a:pt x="812" y="620"/>
                  </a:cubicBezTo>
                  <a:cubicBezTo>
                    <a:pt x="813" y="619"/>
                    <a:pt x="830" y="622"/>
                    <a:pt x="846" y="624"/>
                  </a:cubicBezTo>
                  <a:cubicBezTo>
                    <a:pt x="863" y="627"/>
                    <a:pt x="880" y="628"/>
                    <a:pt x="883" y="626"/>
                  </a:cubicBezTo>
                  <a:cubicBezTo>
                    <a:pt x="888" y="624"/>
                    <a:pt x="893" y="609"/>
                    <a:pt x="891" y="604"/>
                  </a:cubicBezTo>
                  <a:cubicBezTo>
                    <a:pt x="891" y="601"/>
                    <a:pt x="877" y="591"/>
                    <a:pt x="863" y="581"/>
                  </a:cubicBezTo>
                  <a:cubicBezTo>
                    <a:pt x="849" y="571"/>
                    <a:pt x="834" y="563"/>
                    <a:pt x="833" y="561"/>
                  </a:cubicBezTo>
                  <a:cubicBezTo>
                    <a:pt x="831" y="558"/>
                    <a:pt x="835" y="548"/>
                    <a:pt x="835" y="548"/>
                  </a:cubicBezTo>
                  <a:cubicBezTo>
                    <a:pt x="835" y="548"/>
                    <a:pt x="835" y="548"/>
                    <a:pt x="835" y="548"/>
                  </a:cubicBezTo>
                  <a:cubicBezTo>
                    <a:pt x="836" y="548"/>
                    <a:pt x="837" y="537"/>
                    <a:pt x="840" y="535"/>
                  </a:cubicBezTo>
                  <a:cubicBezTo>
                    <a:pt x="841" y="533"/>
                    <a:pt x="857" y="533"/>
                    <a:pt x="874" y="531"/>
                  </a:cubicBezTo>
                  <a:cubicBezTo>
                    <a:pt x="891" y="529"/>
                    <a:pt x="908" y="526"/>
                    <a:pt x="910" y="524"/>
                  </a:cubicBezTo>
                  <a:cubicBezTo>
                    <a:pt x="914" y="520"/>
                    <a:pt x="916" y="505"/>
                    <a:pt x="913" y="500"/>
                  </a:cubicBezTo>
                  <a:cubicBezTo>
                    <a:pt x="912" y="498"/>
                    <a:pt x="896" y="491"/>
                    <a:pt x="880" y="485"/>
                  </a:cubicBezTo>
                  <a:close/>
                </a:path>
              </a:pathLst>
            </a:custGeom>
            <a:gradFill>
              <a:gsLst>
                <a:gs pos="0">
                  <a:schemeClr val="bg1">
                    <a:lumMod val="85000"/>
                  </a:schemeClr>
                </a:gs>
                <a:gs pos="100000">
                  <a:schemeClr val="bg1"/>
                </a:gs>
              </a:gsLst>
              <a:lin ang="0" scaled="0"/>
            </a:grad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endParaRPr>
            </a:p>
          </p:txBody>
        </p:sp>
        <p:grpSp>
          <p:nvGrpSpPr>
            <p:cNvPr id="23" name="Group 22"/>
            <p:cNvGrpSpPr/>
            <p:nvPr/>
          </p:nvGrpSpPr>
          <p:grpSpPr>
            <a:xfrm>
              <a:off x="4484497" y="2014601"/>
              <a:ext cx="1231530" cy="1230770"/>
              <a:chOff x="4484497" y="2014601"/>
              <a:chExt cx="1231530" cy="1230770"/>
            </a:xfrm>
          </p:grpSpPr>
          <p:sp>
            <p:nvSpPr>
              <p:cNvPr id="8" name="Oval 7"/>
              <p:cNvSpPr>
                <a:spLocks noChangeArrowheads="1"/>
              </p:cNvSpPr>
              <p:nvPr/>
            </p:nvSpPr>
            <p:spPr bwMode="auto">
              <a:xfrm rot="16200000">
                <a:off x="4484877" y="2014221"/>
                <a:ext cx="1230770" cy="1231530"/>
              </a:xfrm>
              <a:prstGeom prst="ellipse">
                <a:avLst/>
              </a:prstGeom>
              <a:no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endParaRPr>
              </a:p>
            </p:txBody>
          </p:sp>
          <p:sp>
            <p:nvSpPr>
              <p:cNvPr id="44" name="AutoShape 38"/>
              <p:cNvSpPr/>
              <p:nvPr/>
            </p:nvSpPr>
            <p:spPr bwMode="auto">
              <a:xfrm>
                <a:off x="4901651" y="2426097"/>
                <a:ext cx="415125" cy="418343"/>
              </a:xfrm>
              <a:custGeom>
                <a:avLst/>
                <a:gdLst>
                  <a:gd name="T0" fmla="*/ 16241 w 21600"/>
                  <a:gd name="T1" fmla="*/ 491 h 21600"/>
                  <a:gd name="T2" fmla="*/ 15753 w 21600"/>
                  <a:gd name="T3" fmla="*/ 0 h 21600"/>
                  <a:gd name="T4" fmla="*/ 5847 w 21600"/>
                  <a:gd name="T5" fmla="*/ 0 h 21600"/>
                  <a:gd name="T6" fmla="*/ 5359 w 21600"/>
                  <a:gd name="T7" fmla="*/ 491 h 21600"/>
                  <a:gd name="T8" fmla="*/ 5359 w 21600"/>
                  <a:gd name="T9" fmla="*/ 5400 h 21600"/>
                  <a:gd name="T10" fmla="*/ 16241 w 21600"/>
                  <a:gd name="T11" fmla="*/ 5400 h 21600"/>
                  <a:gd name="T12" fmla="*/ 16241 w 21600"/>
                  <a:gd name="T13" fmla="*/ 491 h 21600"/>
                  <a:gd name="T14" fmla="*/ 16403 w 21600"/>
                  <a:gd name="T15" fmla="*/ 16691 h 21600"/>
                  <a:gd name="T16" fmla="*/ 15916 w 21600"/>
                  <a:gd name="T17" fmla="*/ 16364 h 21600"/>
                  <a:gd name="T18" fmla="*/ 5684 w 21600"/>
                  <a:gd name="T19" fmla="*/ 16364 h 21600"/>
                  <a:gd name="T20" fmla="*/ 5197 w 21600"/>
                  <a:gd name="T21" fmla="*/ 16691 h 21600"/>
                  <a:gd name="T22" fmla="*/ 3573 w 21600"/>
                  <a:gd name="T23" fmla="*/ 21109 h 21600"/>
                  <a:gd name="T24" fmla="*/ 3735 w 21600"/>
                  <a:gd name="T25" fmla="*/ 21436 h 21600"/>
                  <a:gd name="T26" fmla="*/ 4060 w 21600"/>
                  <a:gd name="T27" fmla="*/ 21600 h 21600"/>
                  <a:gd name="T28" fmla="*/ 17540 w 21600"/>
                  <a:gd name="T29" fmla="*/ 21600 h 21600"/>
                  <a:gd name="T30" fmla="*/ 17865 w 21600"/>
                  <a:gd name="T31" fmla="*/ 21436 h 21600"/>
                  <a:gd name="T32" fmla="*/ 18027 w 21600"/>
                  <a:gd name="T33" fmla="*/ 21109 h 21600"/>
                  <a:gd name="T34" fmla="*/ 16403 w 21600"/>
                  <a:gd name="T35" fmla="*/ 16691 h 21600"/>
                  <a:gd name="T36" fmla="*/ 4872 w 21600"/>
                  <a:gd name="T37" fmla="*/ 9164 h 21600"/>
                  <a:gd name="T38" fmla="*/ 4872 w 21600"/>
                  <a:gd name="T39" fmla="*/ 10964 h 21600"/>
                  <a:gd name="T40" fmla="*/ 16565 w 21600"/>
                  <a:gd name="T41" fmla="*/ 10964 h 21600"/>
                  <a:gd name="T42" fmla="*/ 16565 w 21600"/>
                  <a:gd name="T43" fmla="*/ 9164 h 21600"/>
                  <a:gd name="T44" fmla="*/ 15266 w 21600"/>
                  <a:gd name="T45" fmla="*/ 6545 h 21600"/>
                  <a:gd name="T46" fmla="*/ 6334 w 21600"/>
                  <a:gd name="T47" fmla="*/ 6545 h 21600"/>
                  <a:gd name="T48" fmla="*/ 4872 w 21600"/>
                  <a:gd name="T49" fmla="*/ 9164 h 21600"/>
                  <a:gd name="T50" fmla="*/ 10719 w 21600"/>
                  <a:gd name="T51" fmla="*/ 8345 h 21600"/>
                  <a:gd name="T52" fmla="*/ 12505 w 21600"/>
                  <a:gd name="T53" fmla="*/ 9164 h 21600"/>
                  <a:gd name="T54" fmla="*/ 10719 w 21600"/>
                  <a:gd name="T55" fmla="*/ 10145 h 21600"/>
                  <a:gd name="T56" fmla="*/ 9095 w 21600"/>
                  <a:gd name="T57" fmla="*/ 9164 h 21600"/>
                  <a:gd name="T58" fmla="*/ 10719 w 21600"/>
                  <a:gd name="T59" fmla="*/ 8345 h 21600"/>
                  <a:gd name="T60" fmla="*/ 19326 w 21600"/>
                  <a:gd name="T61" fmla="*/ 6545 h 21600"/>
                  <a:gd name="T62" fmla="*/ 16403 w 21600"/>
                  <a:gd name="T63" fmla="*/ 6545 h 21600"/>
                  <a:gd name="T64" fmla="*/ 17540 w 21600"/>
                  <a:gd name="T65" fmla="*/ 8836 h 21600"/>
                  <a:gd name="T66" fmla="*/ 17540 w 21600"/>
                  <a:gd name="T67" fmla="*/ 8836 h 21600"/>
                  <a:gd name="T68" fmla="*/ 17702 w 21600"/>
                  <a:gd name="T69" fmla="*/ 9000 h 21600"/>
                  <a:gd name="T70" fmla="*/ 17702 w 21600"/>
                  <a:gd name="T71" fmla="*/ 11455 h 21600"/>
                  <a:gd name="T72" fmla="*/ 17215 w 21600"/>
                  <a:gd name="T73" fmla="*/ 11945 h 21600"/>
                  <a:gd name="T74" fmla="*/ 4385 w 21600"/>
                  <a:gd name="T75" fmla="*/ 11945 h 21600"/>
                  <a:gd name="T76" fmla="*/ 3898 w 21600"/>
                  <a:gd name="T77" fmla="*/ 11455 h 21600"/>
                  <a:gd name="T78" fmla="*/ 3898 w 21600"/>
                  <a:gd name="T79" fmla="*/ 9000 h 21600"/>
                  <a:gd name="T80" fmla="*/ 4060 w 21600"/>
                  <a:gd name="T81" fmla="*/ 8836 h 21600"/>
                  <a:gd name="T82" fmla="*/ 5197 w 21600"/>
                  <a:gd name="T83" fmla="*/ 6545 h 21600"/>
                  <a:gd name="T84" fmla="*/ 2274 w 21600"/>
                  <a:gd name="T85" fmla="*/ 6545 h 21600"/>
                  <a:gd name="T86" fmla="*/ 0 w 21600"/>
                  <a:gd name="T87" fmla="*/ 8836 h 21600"/>
                  <a:gd name="T88" fmla="*/ 0 w 21600"/>
                  <a:gd name="T89" fmla="*/ 16527 h 21600"/>
                  <a:gd name="T90" fmla="*/ 2274 w 21600"/>
                  <a:gd name="T91" fmla="*/ 18818 h 21600"/>
                  <a:gd name="T92" fmla="*/ 3086 w 21600"/>
                  <a:gd name="T93" fmla="*/ 18818 h 21600"/>
                  <a:gd name="T94" fmla="*/ 4060 w 21600"/>
                  <a:gd name="T95" fmla="*/ 16200 h 21600"/>
                  <a:gd name="T96" fmla="*/ 5684 w 21600"/>
                  <a:gd name="T97" fmla="*/ 15055 h 21600"/>
                  <a:gd name="T98" fmla="*/ 15916 w 21600"/>
                  <a:gd name="T99" fmla="*/ 15055 h 21600"/>
                  <a:gd name="T100" fmla="*/ 17540 w 21600"/>
                  <a:gd name="T101" fmla="*/ 16200 h 21600"/>
                  <a:gd name="T102" fmla="*/ 18514 w 21600"/>
                  <a:gd name="T103" fmla="*/ 18818 h 21600"/>
                  <a:gd name="T104" fmla="*/ 19326 w 21600"/>
                  <a:gd name="T105" fmla="*/ 18818 h 21600"/>
                  <a:gd name="T106" fmla="*/ 21600 w 21600"/>
                  <a:gd name="T107" fmla="*/ 16527 h 21600"/>
                  <a:gd name="T108" fmla="*/ 21600 w 21600"/>
                  <a:gd name="T109" fmla="*/ 8836 h 21600"/>
                  <a:gd name="T110" fmla="*/ 19326 w 21600"/>
                  <a:gd name="T111" fmla="*/ 6545 h 21600"/>
                  <a:gd name="T112" fmla="*/ 19326 w 21600"/>
                  <a:gd name="T113" fmla="*/ 6545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600" h="21600">
                    <a:moveTo>
                      <a:pt x="16241" y="491"/>
                    </a:moveTo>
                    <a:cubicBezTo>
                      <a:pt x="16241" y="164"/>
                      <a:pt x="16078" y="0"/>
                      <a:pt x="15753" y="0"/>
                    </a:cubicBezTo>
                    <a:cubicBezTo>
                      <a:pt x="5847" y="0"/>
                      <a:pt x="5847" y="0"/>
                      <a:pt x="5847" y="0"/>
                    </a:cubicBezTo>
                    <a:cubicBezTo>
                      <a:pt x="5522" y="0"/>
                      <a:pt x="5359" y="164"/>
                      <a:pt x="5359" y="491"/>
                    </a:cubicBezTo>
                    <a:cubicBezTo>
                      <a:pt x="5359" y="5400"/>
                      <a:pt x="5359" y="5400"/>
                      <a:pt x="5359" y="5400"/>
                    </a:cubicBezTo>
                    <a:cubicBezTo>
                      <a:pt x="16241" y="5400"/>
                      <a:pt x="16241" y="5400"/>
                      <a:pt x="16241" y="5400"/>
                    </a:cubicBezTo>
                    <a:lnTo>
                      <a:pt x="16241" y="491"/>
                    </a:lnTo>
                    <a:close/>
                    <a:moveTo>
                      <a:pt x="16403" y="16691"/>
                    </a:moveTo>
                    <a:cubicBezTo>
                      <a:pt x="16241" y="16527"/>
                      <a:pt x="16078" y="16364"/>
                      <a:pt x="15916" y="16364"/>
                    </a:cubicBezTo>
                    <a:cubicBezTo>
                      <a:pt x="5684" y="16364"/>
                      <a:pt x="5684" y="16364"/>
                      <a:pt x="5684" y="16364"/>
                    </a:cubicBezTo>
                    <a:cubicBezTo>
                      <a:pt x="5522" y="16364"/>
                      <a:pt x="5359" y="16527"/>
                      <a:pt x="5197" y="16691"/>
                    </a:cubicBezTo>
                    <a:cubicBezTo>
                      <a:pt x="3573" y="21109"/>
                      <a:pt x="3573" y="21109"/>
                      <a:pt x="3573" y="21109"/>
                    </a:cubicBezTo>
                    <a:cubicBezTo>
                      <a:pt x="3573" y="21273"/>
                      <a:pt x="3573" y="21273"/>
                      <a:pt x="3735" y="21436"/>
                    </a:cubicBezTo>
                    <a:cubicBezTo>
                      <a:pt x="3735" y="21600"/>
                      <a:pt x="3898" y="21600"/>
                      <a:pt x="4060" y="21600"/>
                    </a:cubicBezTo>
                    <a:cubicBezTo>
                      <a:pt x="17540" y="21600"/>
                      <a:pt x="17540" y="21600"/>
                      <a:pt x="17540" y="21600"/>
                    </a:cubicBezTo>
                    <a:cubicBezTo>
                      <a:pt x="17702" y="21600"/>
                      <a:pt x="17865" y="21600"/>
                      <a:pt x="17865" y="21436"/>
                    </a:cubicBezTo>
                    <a:cubicBezTo>
                      <a:pt x="18027" y="21273"/>
                      <a:pt x="18027" y="21273"/>
                      <a:pt x="18027" y="21109"/>
                    </a:cubicBezTo>
                    <a:lnTo>
                      <a:pt x="16403" y="16691"/>
                    </a:lnTo>
                    <a:close/>
                    <a:moveTo>
                      <a:pt x="4872" y="9164"/>
                    </a:moveTo>
                    <a:cubicBezTo>
                      <a:pt x="4872" y="10964"/>
                      <a:pt x="4872" y="10964"/>
                      <a:pt x="4872" y="10964"/>
                    </a:cubicBezTo>
                    <a:cubicBezTo>
                      <a:pt x="16565" y="10964"/>
                      <a:pt x="16565" y="10964"/>
                      <a:pt x="16565" y="10964"/>
                    </a:cubicBezTo>
                    <a:cubicBezTo>
                      <a:pt x="16565" y="9164"/>
                      <a:pt x="16565" y="9164"/>
                      <a:pt x="16565" y="9164"/>
                    </a:cubicBezTo>
                    <a:cubicBezTo>
                      <a:pt x="16565" y="9164"/>
                      <a:pt x="15266" y="6545"/>
                      <a:pt x="15266" y="6545"/>
                    </a:cubicBezTo>
                    <a:cubicBezTo>
                      <a:pt x="6334" y="6545"/>
                      <a:pt x="6334" y="6545"/>
                      <a:pt x="6334" y="6545"/>
                    </a:cubicBezTo>
                    <a:cubicBezTo>
                      <a:pt x="6334" y="6545"/>
                      <a:pt x="4872" y="9164"/>
                      <a:pt x="4872" y="9164"/>
                    </a:cubicBezTo>
                    <a:close/>
                    <a:moveTo>
                      <a:pt x="10719" y="8345"/>
                    </a:moveTo>
                    <a:cubicBezTo>
                      <a:pt x="11693" y="8345"/>
                      <a:pt x="12505" y="8673"/>
                      <a:pt x="12505" y="9164"/>
                    </a:cubicBezTo>
                    <a:cubicBezTo>
                      <a:pt x="12505" y="9655"/>
                      <a:pt x="11693" y="10145"/>
                      <a:pt x="10719" y="10145"/>
                    </a:cubicBezTo>
                    <a:cubicBezTo>
                      <a:pt x="9907" y="10145"/>
                      <a:pt x="9095" y="9655"/>
                      <a:pt x="9095" y="9164"/>
                    </a:cubicBezTo>
                    <a:cubicBezTo>
                      <a:pt x="9095" y="8673"/>
                      <a:pt x="9907" y="8345"/>
                      <a:pt x="10719" y="8345"/>
                    </a:cubicBezTo>
                    <a:close/>
                    <a:moveTo>
                      <a:pt x="19326" y="6545"/>
                    </a:moveTo>
                    <a:cubicBezTo>
                      <a:pt x="16403" y="6545"/>
                      <a:pt x="16403" y="6545"/>
                      <a:pt x="16403" y="6545"/>
                    </a:cubicBezTo>
                    <a:cubicBezTo>
                      <a:pt x="17540" y="8836"/>
                      <a:pt x="17540" y="8836"/>
                      <a:pt x="17540" y="8836"/>
                    </a:cubicBezTo>
                    <a:cubicBezTo>
                      <a:pt x="17540" y="8836"/>
                      <a:pt x="17540" y="8836"/>
                      <a:pt x="17540" y="8836"/>
                    </a:cubicBezTo>
                    <a:cubicBezTo>
                      <a:pt x="17702" y="8836"/>
                      <a:pt x="17702" y="8836"/>
                      <a:pt x="17702" y="9000"/>
                    </a:cubicBezTo>
                    <a:cubicBezTo>
                      <a:pt x="17702" y="9000"/>
                      <a:pt x="17702" y="11455"/>
                      <a:pt x="17702" y="11455"/>
                    </a:cubicBezTo>
                    <a:cubicBezTo>
                      <a:pt x="17702" y="11782"/>
                      <a:pt x="17540" y="11945"/>
                      <a:pt x="17215" y="11945"/>
                    </a:cubicBezTo>
                    <a:cubicBezTo>
                      <a:pt x="4385" y="11945"/>
                      <a:pt x="4385" y="11945"/>
                      <a:pt x="4385" y="11945"/>
                    </a:cubicBezTo>
                    <a:cubicBezTo>
                      <a:pt x="4060" y="11945"/>
                      <a:pt x="3898" y="11782"/>
                      <a:pt x="3898" y="11455"/>
                    </a:cubicBezTo>
                    <a:cubicBezTo>
                      <a:pt x="3898" y="11455"/>
                      <a:pt x="3898" y="9164"/>
                      <a:pt x="3898" y="9000"/>
                    </a:cubicBezTo>
                    <a:cubicBezTo>
                      <a:pt x="3898" y="8836"/>
                      <a:pt x="3898" y="8836"/>
                      <a:pt x="4060" y="8836"/>
                    </a:cubicBezTo>
                    <a:cubicBezTo>
                      <a:pt x="5197" y="6545"/>
                      <a:pt x="5197" y="6545"/>
                      <a:pt x="5197" y="6545"/>
                    </a:cubicBezTo>
                    <a:cubicBezTo>
                      <a:pt x="2274" y="6545"/>
                      <a:pt x="2274" y="6545"/>
                      <a:pt x="2274" y="6545"/>
                    </a:cubicBezTo>
                    <a:cubicBezTo>
                      <a:pt x="974" y="6545"/>
                      <a:pt x="0" y="7691"/>
                      <a:pt x="0" y="8836"/>
                    </a:cubicBezTo>
                    <a:cubicBezTo>
                      <a:pt x="0" y="16527"/>
                      <a:pt x="0" y="16527"/>
                      <a:pt x="0" y="16527"/>
                    </a:cubicBezTo>
                    <a:cubicBezTo>
                      <a:pt x="0" y="17836"/>
                      <a:pt x="974" y="18818"/>
                      <a:pt x="2274" y="18818"/>
                    </a:cubicBezTo>
                    <a:cubicBezTo>
                      <a:pt x="3086" y="18818"/>
                      <a:pt x="3086" y="18818"/>
                      <a:pt x="3086" y="18818"/>
                    </a:cubicBezTo>
                    <a:cubicBezTo>
                      <a:pt x="4060" y="16200"/>
                      <a:pt x="4060" y="16200"/>
                      <a:pt x="4060" y="16200"/>
                    </a:cubicBezTo>
                    <a:cubicBezTo>
                      <a:pt x="4223" y="15545"/>
                      <a:pt x="5035" y="15055"/>
                      <a:pt x="5684" y="15055"/>
                    </a:cubicBezTo>
                    <a:cubicBezTo>
                      <a:pt x="15916" y="15055"/>
                      <a:pt x="15916" y="15055"/>
                      <a:pt x="15916" y="15055"/>
                    </a:cubicBezTo>
                    <a:cubicBezTo>
                      <a:pt x="16565" y="15055"/>
                      <a:pt x="17377" y="15545"/>
                      <a:pt x="17540" y="16200"/>
                    </a:cubicBezTo>
                    <a:cubicBezTo>
                      <a:pt x="18514" y="18818"/>
                      <a:pt x="18514" y="18818"/>
                      <a:pt x="18514" y="18818"/>
                    </a:cubicBezTo>
                    <a:cubicBezTo>
                      <a:pt x="19326" y="18818"/>
                      <a:pt x="19326" y="18818"/>
                      <a:pt x="19326" y="18818"/>
                    </a:cubicBezTo>
                    <a:cubicBezTo>
                      <a:pt x="20626" y="18818"/>
                      <a:pt x="21600" y="17836"/>
                      <a:pt x="21600" y="16527"/>
                    </a:cubicBezTo>
                    <a:cubicBezTo>
                      <a:pt x="21600" y="8836"/>
                      <a:pt x="21600" y="8836"/>
                      <a:pt x="21600" y="8836"/>
                    </a:cubicBezTo>
                    <a:cubicBezTo>
                      <a:pt x="21600" y="7691"/>
                      <a:pt x="20626" y="6545"/>
                      <a:pt x="19326" y="6545"/>
                    </a:cubicBezTo>
                    <a:close/>
                    <a:moveTo>
                      <a:pt x="19326" y="6545"/>
                    </a:moveTo>
                  </a:path>
                </a:pathLst>
              </a:custGeom>
              <a:solidFill>
                <a:schemeClr val="tx2">
                  <a:lumMod val="75000"/>
                </a:schemeClr>
              </a:solidFill>
              <a:ln>
                <a:noFill/>
              </a:ln>
            </p:spPr>
            <p:txBody>
              <a:bodyPr lIns="0" tIns="0" rIns="0" bIns="0"/>
              <a:lstStyle/>
              <a:p>
                <a:endParaRPr lang="en-US">
                  <a:latin typeface="微软雅黑" panose="020B0503020204020204" pitchFamily="34" charset="-122"/>
                  <a:ea typeface="微软雅黑" panose="020B0503020204020204" pitchFamily="34" charset="-122"/>
                </a:endParaRPr>
              </a:p>
            </p:txBody>
          </p:sp>
        </p:grpSp>
      </p:grpSp>
      <p:grpSp>
        <p:nvGrpSpPr>
          <p:cNvPr id="32" name="Group 31"/>
          <p:cNvGrpSpPr/>
          <p:nvPr/>
        </p:nvGrpSpPr>
        <p:grpSpPr>
          <a:xfrm>
            <a:off x="8618853" y="4759488"/>
            <a:ext cx="2389596" cy="203034"/>
            <a:chOff x="8154829" y="4237727"/>
            <a:chExt cx="2389596" cy="203034"/>
          </a:xfrm>
        </p:grpSpPr>
        <p:cxnSp>
          <p:nvCxnSpPr>
            <p:cNvPr id="29" name="Straight Connector 28"/>
            <p:cNvCxnSpPr/>
            <p:nvPr/>
          </p:nvCxnSpPr>
          <p:spPr>
            <a:xfrm>
              <a:off x="8676968" y="4440761"/>
              <a:ext cx="1867457" cy="0"/>
            </a:xfrm>
            <a:prstGeom prst="line">
              <a:avLst/>
            </a:prstGeom>
            <a:ln>
              <a:solidFill>
                <a:schemeClr val="tx1">
                  <a:lumMod val="65000"/>
                  <a:lumOff val="3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154829" y="4237727"/>
              <a:ext cx="522140" cy="203034"/>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38" name="Group 37"/>
          <p:cNvGrpSpPr/>
          <p:nvPr/>
        </p:nvGrpSpPr>
        <p:grpSpPr>
          <a:xfrm>
            <a:off x="6943667" y="2899341"/>
            <a:ext cx="2233807" cy="2233806"/>
            <a:chOff x="6142360" y="3659461"/>
            <a:chExt cx="2233807" cy="2233806"/>
          </a:xfrm>
        </p:grpSpPr>
        <p:sp>
          <p:nvSpPr>
            <p:cNvPr id="9" name="Freeform 8"/>
            <p:cNvSpPr/>
            <p:nvPr/>
          </p:nvSpPr>
          <p:spPr bwMode="auto">
            <a:xfrm flipV="1">
              <a:off x="6142360" y="3659461"/>
              <a:ext cx="2233807" cy="2233806"/>
            </a:xfrm>
            <a:custGeom>
              <a:avLst/>
              <a:gdLst>
                <a:gd name="T0" fmla="*/ 0 w 972"/>
                <a:gd name="T1" fmla="*/ 972 h 972"/>
                <a:gd name="T2" fmla="*/ 0 w 972"/>
                <a:gd name="T3" fmla="*/ 486 h 972"/>
                <a:gd name="T4" fmla="*/ 486 w 972"/>
                <a:gd name="T5" fmla="*/ 0 h 972"/>
                <a:gd name="T6" fmla="*/ 972 w 972"/>
                <a:gd name="T7" fmla="*/ 486 h 972"/>
                <a:gd name="T8" fmla="*/ 486 w 972"/>
                <a:gd name="T9" fmla="*/ 972 h 972"/>
                <a:gd name="T10" fmla="*/ 0 w 972"/>
                <a:gd name="T11" fmla="*/ 972 h 972"/>
              </a:gdLst>
              <a:ahLst/>
              <a:cxnLst>
                <a:cxn ang="0">
                  <a:pos x="T0" y="T1"/>
                </a:cxn>
                <a:cxn ang="0">
                  <a:pos x="T2" y="T3"/>
                </a:cxn>
                <a:cxn ang="0">
                  <a:pos x="T4" y="T5"/>
                </a:cxn>
                <a:cxn ang="0">
                  <a:pos x="T6" y="T7"/>
                </a:cxn>
                <a:cxn ang="0">
                  <a:pos x="T8" y="T9"/>
                </a:cxn>
                <a:cxn ang="0">
                  <a:pos x="T10" y="T11"/>
                </a:cxn>
              </a:cxnLst>
              <a:rect l="0" t="0" r="r" b="b"/>
              <a:pathLst>
                <a:path w="972" h="972">
                  <a:moveTo>
                    <a:pt x="0" y="972"/>
                  </a:moveTo>
                  <a:cubicBezTo>
                    <a:pt x="0" y="486"/>
                    <a:pt x="0" y="486"/>
                    <a:pt x="0" y="486"/>
                  </a:cubicBezTo>
                  <a:cubicBezTo>
                    <a:pt x="0" y="218"/>
                    <a:pt x="218" y="0"/>
                    <a:pt x="486" y="0"/>
                  </a:cubicBezTo>
                  <a:cubicBezTo>
                    <a:pt x="754" y="0"/>
                    <a:pt x="972" y="218"/>
                    <a:pt x="972" y="486"/>
                  </a:cubicBezTo>
                  <a:cubicBezTo>
                    <a:pt x="972" y="754"/>
                    <a:pt x="754" y="972"/>
                    <a:pt x="486" y="972"/>
                  </a:cubicBezTo>
                  <a:lnTo>
                    <a:pt x="0" y="972"/>
                  </a:lnTo>
                  <a:close/>
                </a:path>
              </a:pathLst>
            </a:custGeom>
            <a:solidFill>
              <a:srgbClr val="EA7150"/>
            </a:solidFill>
            <a:ln>
              <a:noFill/>
            </a:ln>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endParaRPr>
            </a:p>
          </p:txBody>
        </p:sp>
        <p:sp>
          <p:nvSpPr>
            <p:cNvPr id="10" name="Freeform 9"/>
            <p:cNvSpPr/>
            <p:nvPr/>
          </p:nvSpPr>
          <p:spPr bwMode="auto">
            <a:xfrm flipV="1">
              <a:off x="6303373" y="3834762"/>
              <a:ext cx="1899456" cy="1902082"/>
            </a:xfrm>
            <a:custGeom>
              <a:avLst/>
              <a:gdLst>
                <a:gd name="T0" fmla="*/ 846 w 916"/>
                <a:gd name="T1" fmla="*/ 458 h 917"/>
                <a:gd name="T2" fmla="*/ 910 w 916"/>
                <a:gd name="T3" fmla="*/ 394 h 917"/>
                <a:gd name="T4" fmla="*/ 835 w 916"/>
                <a:gd name="T5" fmla="*/ 369 h 917"/>
                <a:gd name="T6" fmla="*/ 884 w 916"/>
                <a:gd name="T7" fmla="*/ 292 h 917"/>
                <a:gd name="T8" fmla="*/ 805 w 916"/>
                <a:gd name="T9" fmla="*/ 285 h 917"/>
                <a:gd name="T10" fmla="*/ 834 w 916"/>
                <a:gd name="T11" fmla="*/ 199 h 917"/>
                <a:gd name="T12" fmla="*/ 755 w 916"/>
                <a:gd name="T13" fmla="*/ 210 h 917"/>
                <a:gd name="T14" fmla="*/ 764 w 916"/>
                <a:gd name="T15" fmla="*/ 119 h 917"/>
                <a:gd name="T16" fmla="*/ 690 w 916"/>
                <a:gd name="T17" fmla="*/ 148 h 917"/>
                <a:gd name="T18" fmla="*/ 677 w 916"/>
                <a:gd name="T19" fmla="*/ 58 h 917"/>
                <a:gd name="T20" fmla="*/ 612 w 916"/>
                <a:gd name="T21" fmla="*/ 103 h 917"/>
                <a:gd name="T22" fmla="*/ 579 w 916"/>
                <a:gd name="T23" fmla="*/ 19 h 917"/>
                <a:gd name="T24" fmla="*/ 526 w 916"/>
                <a:gd name="T25" fmla="*/ 77 h 917"/>
                <a:gd name="T26" fmla="*/ 474 w 916"/>
                <a:gd name="T27" fmla="*/ 3 h 917"/>
                <a:gd name="T28" fmla="*/ 436 w 916"/>
                <a:gd name="T29" fmla="*/ 72 h 917"/>
                <a:gd name="T30" fmla="*/ 369 w 916"/>
                <a:gd name="T31" fmla="*/ 12 h 917"/>
                <a:gd name="T32" fmla="*/ 348 w 916"/>
                <a:gd name="T33" fmla="*/ 88 h 917"/>
                <a:gd name="T34" fmla="*/ 268 w 916"/>
                <a:gd name="T35" fmla="*/ 44 h 917"/>
                <a:gd name="T36" fmla="*/ 266 w 916"/>
                <a:gd name="T37" fmla="*/ 123 h 917"/>
                <a:gd name="T38" fmla="*/ 178 w 916"/>
                <a:gd name="T39" fmla="*/ 100 h 917"/>
                <a:gd name="T40" fmla="*/ 194 w 916"/>
                <a:gd name="T41" fmla="*/ 177 h 917"/>
                <a:gd name="T42" fmla="*/ 103 w 916"/>
                <a:gd name="T43" fmla="*/ 174 h 917"/>
                <a:gd name="T44" fmla="*/ 136 w 916"/>
                <a:gd name="T45" fmla="*/ 246 h 917"/>
                <a:gd name="T46" fmla="*/ 47 w 916"/>
                <a:gd name="T47" fmla="*/ 264 h 917"/>
                <a:gd name="T48" fmla="*/ 96 w 916"/>
                <a:gd name="T49" fmla="*/ 326 h 917"/>
                <a:gd name="T50" fmla="*/ 13 w 916"/>
                <a:gd name="T51" fmla="*/ 364 h 917"/>
                <a:gd name="T52" fmla="*/ 75 w 916"/>
                <a:gd name="T53" fmla="*/ 414 h 917"/>
                <a:gd name="T54" fmla="*/ 3 w 916"/>
                <a:gd name="T55" fmla="*/ 470 h 917"/>
                <a:gd name="T56" fmla="*/ 75 w 916"/>
                <a:gd name="T57" fmla="*/ 503 h 917"/>
                <a:gd name="T58" fmla="*/ 18 w 916"/>
                <a:gd name="T59" fmla="*/ 574 h 917"/>
                <a:gd name="T60" fmla="*/ 96 w 916"/>
                <a:gd name="T61" fmla="*/ 591 h 917"/>
                <a:gd name="T62" fmla="*/ 57 w 916"/>
                <a:gd name="T63" fmla="*/ 673 h 917"/>
                <a:gd name="T64" fmla="*/ 136 w 916"/>
                <a:gd name="T65" fmla="*/ 671 h 917"/>
                <a:gd name="T66" fmla="*/ 117 w 916"/>
                <a:gd name="T67" fmla="*/ 760 h 917"/>
                <a:gd name="T68" fmla="*/ 194 w 916"/>
                <a:gd name="T69" fmla="*/ 740 h 917"/>
                <a:gd name="T70" fmla="*/ 196 w 916"/>
                <a:gd name="T71" fmla="*/ 831 h 917"/>
                <a:gd name="T72" fmla="*/ 266 w 916"/>
                <a:gd name="T73" fmla="*/ 793 h 917"/>
                <a:gd name="T74" fmla="*/ 289 w 916"/>
                <a:gd name="T75" fmla="*/ 881 h 917"/>
                <a:gd name="T76" fmla="*/ 348 w 916"/>
                <a:gd name="T77" fmla="*/ 829 h 917"/>
                <a:gd name="T78" fmla="*/ 391 w 916"/>
                <a:gd name="T79" fmla="*/ 909 h 917"/>
                <a:gd name="T80" fmla="*/ 437 w 916"/>
                <a:gd name="T81" fmla="*/ 845 h 917"/>
                <a:gd name="T82" fmla="*/ 497 w 916"/>
                <a:gd name="T83" fmla="*/ 913 h 917"/>
                <a:gd name="T84" fmla="*/ 526 w 916"/>
                <a:gd name="T85" fmla="*/ 839 h 917"/>
                <a:gd name="T86" fmla="*/ 601 w 916"/>
                <a:gd name="T87" fmla="*/ 892 h 917"/>
                <a:gd name="T88" fmla="*/ 612 w 916"/>
                <a:gd name="T89" fmla="*/ 814 h 917"/>
                <a:gd name="T90" fmla="*/ 697 w 916"/>
                <a:gd name="T91" fmla="*/ 847 h 917"/>
                <a:gd name="T92" fmla="*/ 690 w 916"/>
                <a:gd name="T93" fmla="*/ 769 h 917"/>
                <a:gd name="T94" fmla="*/ 780 w 916"/>
                <a:gd name="T95" fmla="*/ 782 h 917"/>
                <a:gd name="T96" fmla="*/ 755 w 916"/>
                <a:gd name="T97" fmla="*/ 707 h 917"/>
                <a:gd name="T98" fmla="*/ 846 w 916"/>
                <a:gd name="T99" fmla="*/ 699 h 917"/>
                <a:gd name="T100" fmla="*/ 805 w 916"/>
                <a:gd name="T101" fmla="*/ 632 h 917"/>
                <a:gd name="T102" fmla="*/ 891 w 916"/>
                <a:gd name="T103" fmla="*/ 604 h 917"/>
                <a:gd name="T104" fmla="*/ 835 w 916"/>
                <a:gd name="T105" fmla="*/ 548 h 917"/>
                <a:gd name="T106" fmla="*/ 913 w 916"/>
                <a:gd name="T107" fmla="*/ 50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16" h="917">
                  <a:moveTo>
                    <a:pt x="880" y="485"/>
                  </a:moveTo>
                  <a:cubicBezTo>
                    <a:pt x="864" y="479"/>
                    <a:pt x="848" y="473"/>
                    <a:pt x="847" y="472"/>
                  </a:cubicBezTo>
                  <a:cubicBezTo>
                    <a:pt x="844" y="469"/>
                    <a:pt x="846" y="459"/>
                    <a:pt x="846" y="459"/>
                  </a:cubicBezTo>
                  <a:cubicBezTo>
                    <a:pt x="846" y="458"/>
                    <a:pt x="846" y="458"/>
                    <a:pt x="846" y="458"/>
                  </a:cubicBezTo>
                  <a:cubicBezTo>
                    <a:pt x="846" y="458"/>
                    <a:pt x="845" y="447"/>
                    <a:pt x="847" y="445"/>
                  </a:cubicBezTo>
                  <a:cubicBezTo>
                    <a:pt x="848" y="443"/>
                    <a:pt x="864" y="439"/>
                    <a:pt x="880" y="433"/>
                  </a:cubicBezTo>
                  <a:cubicBezTo>
                    <a:pt x="896" y="427"/>
                    <a:pt x="912" y="421"/>
                    <a:pt x="913" y="418"/>
                  </a:cubicBezTo>
                  <a:cubicBezTo>
                    <a:pt x="916" y="414"/>
                    <a:pt x="914" y="398"/>
                    <a:pt x="910" y="394"/>
                  </a:cubicBezTo>
                  <a:cubicBezTo>
                    <a:pt x="909" y="392"/>
                    <a:pt x="892" y="389"/>
                    <a:pt x="875" y="387"/>
                  </a:cubicBezTo>
                  <a:cubicBezTo>
                    <a:pt x="858" y="385"/>
                    <a:pt x="841" y="383"/>
                    <a:pt x="840" y="382"/>
                  </a:cubicBezTo>
                  <a:cubicBezTo>
                    <a:pt x="836" y="380"/>
                    <a:pt x="835" y="369"/>
                    <a:pt x="835" y="369"/>
                  </a:cubicBezTo>
                  <a:cubicBezTo>
                    <a:pt x="835" y="369"/>
                    <a:pt x="835" y="369"/>
                    <a:pt x="835" y="369"/>
                  </a:cubicBezTo>
                  <a:cubicBezTo>
                    <a:pt x="835" y="369"/>
                    <a:pt x="832" y="359"/>
                    <a:pt x="833" y="356"/>
                  </a:cubicBezTo>
                  <a:cubicBezTo>
                    <a:pt x="834" y="354"/>
                    <a:pt x="848" y="346"/>
                    <a:pt x="863" y="337"/>
                  </a:cubicBezTo>
                  <a:cubicBezTo>
                    <a:pt x="877" y="328"/>
                    <a:pt x="891" y="317"/>
                    <a:pt x="892" y="315"/>
                  </a:cubicBezTo>
                  <a:cubicBezTo>
                    <a:pt x="894" y="309"/>
                    <a:pt x="888" y="295"/>
                    <a:pt x="884" y="292"/>
                  </a:cubicBezTo>
                  <a:cubicBezTo>
                    <a:pt x="881" y="290"/>
                    <a:pt x="864" y="291"/>
                    <a:pt x="847" y="293"/>
                  </a:cubicBezTo>
                  <a:cubicBezTo>
                    <a:pt x="830" y="295"/>
                    <a:pt x="814" y="297"/>
                    <a:pt x="812" y="296"/>
                  </a:cubicBezTo>
                  <a:cubicBezTo>
                    <a:pt x="808" y="295"/>
                    <a:pt x="805" y="285"/>
                    <a:pt x="805" y="285"/>
                  </a:cubicBezTo>
                  <a:cubicBezTo>
                    <a:pt x="805" y="285"/>
                    <a:pt x="805" y="285"/>
                    <a:pt x="805" y="285"/>
                  </a:cubicBezTo>
                  <a:cubicBezTo>
                    <a:pt x="805" y="285"/>
                    <a:pt x="799" y="275"/>
                    <a:pt x="799" y="272"/>
                  </a:cubicBezTo>
                  <a:cubicBezTo>
                    <a:pt x="800" y="271"/>
                    <a:pt x="812" y="259"/>
                    <a:pt x="824" y="247"/>
                  </a:cubicBezTo>
                  <a:cubicBezTo>
                    <a:pt x="835" y="235"/>
                    <a:pt x="847" y="222"/>
                    <a:pt x="847" y="219"/>
                  </a:cubicBezTo>
                  <a:cubicBezTo>
                    <a:pt x="847" y="213"/>
                    <a:pt x="839" y="200"/>
                    <a:pt x="834" y="199"/>
                  </a:cubicBezTo>
                  <a:cubicBezTo>
                    <a:pt x="831" y="198"/>
                    <a:pt x="815" y="202"/>
                    <a:pt x="798" y="208"/>
                  </a:cubicBezTo>
                  <a:cubicBezTo>
                    <a:pt x="782" y="213"/>
                    <a:pt x="767" y="220"/>
                    <a:pt x="765" y="220"/>
                  </a:cubicBezTo>
                  <a:cubicBezTo>
                    <a:pt x="761" y="219"/>
                    <a:pt x="755" y="210"/>
                    <a:pt x="755" y="210"/>
                  </a:cubicBezTo>
                  <a:cubicBezTo>
                    <a:pt x="755" y="210"/>
                    <a:pt x="755" y="210"/>
                    <a:pt x="755" y="210"/>
                  </a:cubicBezTo>
                  <a:cubicBezTo>
                    <a:pt x="755" y="210"/>
                    <a:pt x="748" y="202"/>
                    <a:pt x="747" y="199"/>
                  </a:cubicBezTo>
                  <a:cubicBezTo>
                    <a:pt x="747" y="197"/>
                    <a:pt x="756" y="183"/>
                    <a:pt x="765" y="169"/>
                  </a:cubicBezTo>
                  <a:cubicBezTo>
                    <a:pt x="774" y="154"/>
                    <a:pt x="782" y="139"/>
                    <a:pt x="781" y="136"/>
                  </a:cubicBezTo>
                  <a:cubicBezTo>
                    <a:pt x="780" y="130"/>
                    <a:pt x="769" y="120"/>
                    <a:pt x="764" y="119"/>
                  </a:cubicBezTo>
                  <a:cubicBezTo>
                    <a:pt x="761" y="119"/>
                    <a:pt x="746" y="127"/>
                    <a:pt x="732" y="136"/>
                  </a:cubicBezTo>
                  <a:cubicBezTo>
                    <a:pt x="717" y="145"/>
                    <a:pt x="703" y="155"/>
                    <a:pt x="701" y="155"/>
                  </a:cubicBezTo>
                  <a:cubicBezTo>
                    <a:pt x="698" y="156"/>
                    <a:pt x="690" y="148"/>
                    <a:pt x="690" y="148"/>
                  </a:cubicBezTo>
                  <a:cubicBezTo>
                    <a:pt x="690" y="148"/>
                    <a:pt x="690" y="148"/>
                    <a:pt x="690" y="148"/>
                  </a:cubicBezTo>
                  <a:cubicBezTo>
                    <a:pt x="690" y="148"/>
                    <a:pt x="681" y="142"/>
                    <a:pt x="680" y="139"/>
                  </a:cubicBezTo>
                  <a:cubicBezTo>
                    <a:pt x="679" y="138"/>
                    <a:pt x="685" y="122"/>
                    <a:pt x="690" y="106"/>
                  </a:cubicBezTo>
                  <a:cubicBezTo>
                    <a:pt x="695" y="90"/>
                    <a:pt x="699" y="73"/>
                    <a:pt x="698" y="70"/>
                  </a:cubicBezTo>
                  <a:cubicBezTo>
                    <a:pt x="696" y="65"/>
                    <a:pt x="683" y="58"/>
                    <a:pt x="677" y="58"/>
                  </a:cubicBezTo>
                  <a:cubicBezTo>
                    <a:pt x="675" y="58"/>
                    <a:pt x="662" y="70"/>
                    <a:pt x="650" y="82"/>
                  </a:cubicBezTo>
                  <a:cubicBezTo>
                    <a:pt x="638" y="94"/>
                    <a:pt x="627" y="107"/>
                    <a:pt x="625" y="108"/>
                  </a:cubicBezTo>
                  <a:cubicBezTo>
                    <a:pt x="622" y="109"/>
                    <a:pt x="612" y="103"/>
                    <a:pt x="612" y="103"/>
                  </a:cubicBezTo>
                  <a:cubicBezTo>
                    <a:pt x="612" y="103"/>
                    <a:pt x="612" y="103"/>
                    <a:pt x="612" y="103"/>
                  </a:cubicBezTo>
                  <a:cubicBezTo>
                    <a:pt x="612" y="103"/>
                    <a:pt x="602" y="100"/>
                    <a:pt x="600" y="97"/>
                  </a:cubicBezTo>
                  <a:cubicBezTo>
                    <a:pt x="599" y="95"/>
                    <a:pt x="601" y="79"/>
                    <a:pt x="602" y="62"/>
                  </a:cubicBezTo>
                  <a:cubicBezTo>
                    <a:pt x="604" y="45"/>
                    <a:pt x="604" y="28"/>
                    <a:pt x="602" y="26"/>
                  </a:cubicBezTo>
                  <a:cubicBezTo>
                    <a:pt x="599" y="21"/>
                    <a:pt x="584" y="17"/>
                    <a:pt x="579" y="19"/>
                  </a:cubicBezTo>
                  <a:cubicBezTo>
                    <a:pt x="577" y="19"/>
                    <a:pt x="567" y="34"/>
                    <a:pt x="558" y="48"/>
                  </a:cubicBezTo>
                  <a:cubicBezTo>
                    <a:pt x="549" y="63"/>
                    <a:pt x="541" y="78"/>
                    <a:pt x="540" y="79"/>
                  </a:cubicBezTo>
                  <a:cubicBezTo>
                    <a:pt x="537" y="81"/>
                    <a:pt x="526" y="78"/>
                    <a:pt x="526" y="78"/>
                  </a:cubicBezTo>
                  <a:cubicBezTo>
                    <a:pt x="526" y="77"/>
                    <a:pt x="526" y="77"/>
                    <a:pt x="526" y="77"/>
                  </a:cubicBezTo>
                  <a:cubicBezTo>
                    <a:pt x="526" y="77"/>
                    <a:pt x="515" y="77"/>
                    <a:pt x="513" y="74"/>
                  </a:cubicBezTo>
                  <a:cubicBezTo>
                    <a:pt x="512" y="73"/>
                    <a:pt x="510" y="56"/>
                    <a:pt x="507" y="40"/>
                  </a:cubicBezTo>
                  <a:cubicBezTo>
                    <a:pt x="504" y="23"/>
                    <a:pt x="501" y="6"/>
                    <a:pt x="499" y="4"/>
                  </a:cubicBezTo>
                  <a:cubicBezTo>
                    <a:pt x="494" y="0"/>
                    <a:pt x="479" y="0"/>
                    <a:pt x="474" y="3"/>
                  </a:cubicBezTo>
                  <a:cubicBezTo>
                    <a:pt x="472" y="4"/>
                    <a:pt x="466" y="20"/>
                    <a:pt x="461" y="37"/>
                  </a:cubicBezTo>
                  <a:cubicBezTo>
                    <a:pt x="456" y="53"/>
                    <a:pt x="451" y="69"/>
                    <a:pt x="450" y="71"/>
                  </a:cubicBezTo>
                  <a:cubicBezTo>
                    <a:pt x="447" y="73"/>
                    <a:pt x="437" y="72"/>
                    <a:pt x="437" y="72"/>
                  </a:cubicBezTo>
                  <a:cubicBezTo>
                    <a:pt x="436" y="72"/>
                    <a:pt x="436" y="72"/>
                    <a:pt x="436" y="72"/>
                  </a:cubicBezTo>
                  <a:cubicBezTo>
                    <a:pt x="436" y="72"/>
                    <a:pt x="426" y="74"/>
                    <a:pt x="423" y="72"/>
                  </a:cubicBezTo>
                  <a:cubicBezTo>
                    <a:pt x="421" y="71"/>
                    <a:pt x="416" y="56"/>
                    <a:pt x="409" y="40"/>
                  </a:cubicBezTo>
                  <a:cubicBezTo>
                    <a:pt x="403" y="24"/>
                    <a:pt x="395" y="9"/>
                    <a:pt x="393" y="7"/>
                  </a:cubicBezTo>
                  <a:cubicBezTo>
                    <a:pt x="388" y="5"/>
                    <a:pt x="373" y="8"/>
                    <a:pt x="369" y="12"/>
                  </a:cubicBezTo>
                  <a:cubicBezTo>
                    <a:pt x="367" y="13"/>
                    <a:pt x="365" y="31"/>
                    <a:pt x="363" y="47"/>
                  </a:cubicBezTo>
                  <a:cubicBezTo>
                    <a:pt x="362" y="65"/>
                    <a:pt x="362" y="81"/>
                    <a:pt x="361" y="83"/>
                  </a:cubicBezTo>
                  <a:cubicBezTo>
                    <a:pt x="359" y="86"/>
                    <a:pt x="348" y="88"/>
                    <a:pt x="348" y="88"/>
                  </a:cubicBezTo>
                  <a:cubicBezTo>
                    <a:pt x="348" y="88"/>
                    <a:pt x="348" y="88"/>
                    <a:pt x="348" y="88"/>
                  </a:cubicBezTo>
                  <a:cubicBezTo>
                    <a:pt x="348" y="88"/>
                    <a:pt x="338" y="92"/>
                    <a:pt x="335" y="91"/>
                  </a:cubicBezTo>
                  <a:cubicBezTo>
                    <a:pt x="333" y="90"/>
                    <a:pt x="324" y="76"/>
                    <a:pt x="314" y="63"/>
                  </a:cubicBezTo>
                  <a:cubicBezTo>
                    <a:pt x="304" y="49"/>
                    <a:pt x="293" y="35"/>
                    <a:pt x="290" y="35"/>
                  </a:cubicBezTo>
                  <a:cubicBezTo>
                    <a:pt x="285" y="33"/>
                    <a:pt x="271" y="40"/>
                    <a:pt x="268" y="44"/>
                  </a:cubicBezTo>
                  <a:cubicBezTo>
                    <a:pt x="267" y="47"/>
                    <a:pt x="269" y="64"/>
                    <a:pt x="271" y="81"/>
                  </a:cubicBezTo>
                  <a:cubicBezTo>
                    <a:pt x="274" y="97"/>
                    <a:pt x="277" y="114"/>
                    <a:pt x="277" y="116"/>
                  </a:cubicBezTo>
                  <a:cubicBezTo>
                    <a:pt x="276" y="119"/>
                    <a:pt x="266" y="123"/>
                    <a:pt x="266" y="123"/>
                  </a:cubicBezTo>
                  <a:cubicBezTo>
                    <a:pt x="266" y="123"/>
                    <a:pt x="266" y="123"/>
                    <a:pt x="266" y="123"/>
                  </a:cubicBezTo>
                  <a:cubicBezTo>
                    <a:pt x="266" y="123"/>
                    <a:pt x="257" y="130"/>
                    <a:pt x="253" y="129"/>
                  </a:cubicBezTo>
                  <a:cubicBezTo>
                    <a:pt x="252" y="129"/>
                    <a:pt x="240" y="118"/>
                    <a:pt x="227" y="107"/>
                  </a:cubicBezTo>
                  <a:cubicBezTo>
                    <a:pt x="214" y="96"/>
                    <a:pt x="200" y="85"/>
                    <a:pt x="197" y="85"/>
                  </a:cubicBezTo>
                  <a:cubicBezTo>
                    <a:pt x="192" y="85"/>
                    <a:pt x="179" y="95"/>
                    <a:pt x="178" y="100"/>
                  </a:cubicBezTo>
                  <a:cubicBezTo>
                    <a:pt x="177" y="102"/>
                    <a:pt x="183" y="118"/>
                    <a:pt x="189" y="134"/>
                  </a:cubicBezTo>
                  <a:cubicBezTo>
                    <a:pt x="196" y="150"/>
                    <a:pt x="203" y="165"/>
                    <a:pt x="203" y="167"/>
                  </a:cubicBezTo>
                  <a:cubicBezTo>
                    <a:pt x="203" y="171"/>
                    <a:pt x="194" y="177"/>
                    <a:pt x="194" y="177"/>
                  </a:cubicBezTo>
                  <a:cubicBezTo>
                    <a:pt x="194" y="177"/>
                    <a:pt x="194" y="177"/>
                    <a:pt x="194" y="177"/>
                  </a:cubicBezTo>
                  <a:cubicBezTo>
                    <a:pt x="194" y="177"/>
                    <a:pt x="186" y="185"/>
                    <a:pt x="183" y="186"/>
                  </a:cubicBezTo>
                  <a:cubicBezTo>
                    <a:pt x="181" y="186"/>
                    <a:pt x="167" y="178"/>
                    <a:pt x="152" y="170"/>
                  </a:cubicBezTo>
                  <a:cubicBezTo>
                    <a:pt x="137" y="162"/>
                    <a:pt x="121" y="155"/>
                    <a:pt x="118" y="156"/>
                  </a:cubicBezTo>
                  <a:cubicBezTo>
                    <a:pt x="113" y="157"/>
                    <a:pt x="103" y="169"/>
                    <a:pt x="103" y="174"/>
                  </a:cubicBezTo>
                  <a:cubicBezTo>
                    <a:pt x="103" y="177"/>
                    <a:pt x="112" y="191"/>
                    <a:pt x="122" y="205"/>
                  </a:cubicBezTo>
                  <a:cubicBezTo>
                    <a:pt x="132" y="219"/>
                    <a:pt x="142" y="232"/>
                    <a:pt x="143" y="234"/>
                  </a:cubicBezTo>
                  <a:cubicBezTo>
                    <a:pt x="143" y="238"/>
                    <a:pt x="136" y="246"/>
                    <a:pt x="136" y="246"/>
                  </a:cubicBezTo>
                  <a:cubicBezTo>
                    <a:pt x="136" y="246"/>
                    <a:pt x="136" y="246"/>
                    <a:pt x="136" y="246"/>
                  </a:cubicBezTo>
                  <a:cubicBezTo>
                    <a:pt x="136" y="246"/>
                    <a:pt x="131" y="256"/>
                    <a:pt x="128" y="257"/>
                  </a:cubicBezTo>
                  <a:cubicBezTo>
                    <a:pt x="126" y="257"/>
                    <a:pt x="110" y="253"/>
                    <a:pt x="94" y="248"/>
                  </a:cubicBezTo>
                  <a:cubicBezTo>
                    <a:pt x="77" y="244"/>
                    <a:pt x="60" y="241"/>
                    <a:pt x="58" y="242"/>
                  </a:cubicBezTo>
                  <a:cubicBezTo>
                    <a:pt x="52" y="245"/>
                    <a:pt x="46" y="259"/>
                    <a:pt x="47" y="264"/>
                  </a:cubicBezTo>
                  <a:cubicBezTo>
                    <a:pt x="47" y="266"/>
                    <a:pt x="60" y="279"/>
                    <a:pt x="72" y="290"/>
                  </a:cubicBezTo>
                  <a:cubicBezTo>
                    <a:pt x="85" y="301"/>
                    <a:pt x="98" y="311"/>
                    <a:pt x="99" y="313"/>
                  </a:cubicBezTo>
                  <a:cubicBezTo>
                    <a:pt x="101" y="317"/>
                    <a:pt x="96" y="326"/>
                    <a:pt x="96" y="326"/>
                  </a:cubicBezTo>
                  <a:cubicBezTo>
                    <a:pt x="96" y="326"/>
                    <a:pt x="96" y="326"/>
                    <a:pt x="96" y="326"/>
                  </a:cubicBezTo>
                  <a:cubicBezTo>
                    <a:pt x="95" y="326"/>
                    <a:pt x="93" y="337"/>
                    <a:pt x="90" y="339"/>
                  </a:cubicBezTo>
                  <a:cubicBezTo>
                    <a:pt x="89" y="340"/>
                    <a:pt x="72" y="339"/>
                    <a:pt x="55" y="338"/>
                  </a:cubicBezTo>
                  <a:cubicBezTo>
                    <a:pt x="38" y="338"/>
                    <a:pt x="21" y="339"/>
                    <a:pt x="19" y="341"/>
                  </a:cubicBezTo>
                  <a:cubicBezTo>
                    <a:pt x="14" y="344"/>
                    <a:pt x="11" y="359"/>
                    <a:pt x="13" y="364"/>
                  </a:cubicBezTo>
                  <a:cubicBezTo>
                    <a:pt x="14" y="367"/>
                    <a:pt x="29" y="376"/>
                    <a:pt x="44" y="383"/>
                  </a:cubicBezTo>
                  <a:cubicBezTo>
                    <a:pt x="59" y="391"/>
                    <a:pt x="74" y="398"/>
                    <a:pt x="76" y="400"/>
                  </a:cubicBezTo>
                  <a:cubicBezTo>
                    <a:pt x="78" y="403"/>
                    <a:pt x="75" y="413"/>
                    <a:pt x="75" y="413"/>
                  </a:cubicBezTo>
                  <a:cubicBezTo>
                    <a:pt x="75" y="414"/>
                    <a:pt x="75" y="414"/>
                    <a:pt x="75" y="414"/>
                  </a:cubicBezTo>
                  <a:cubicBezTo>
                    <a:pt x="75" y="414"/>
                    <a:pt x="75" y="424"/>
                    <a:pt x="72" y="427"/>
                  </a:cubicBezTo>
                  <a:cubicBezTo>
                    <a:pt x="71" y="428"/>
                    <a:pt x="55" y="431"/>
                    <a:pt x="38" y="435"/>
                  </a:cubicBezTo>
                  <a:cubicBezTo>
                    <a:pt x="22" y="439"/>
                    <a:pt x="5" y="443"/>
                    <a:pt x="3" y="445"/>
                  </a:cubicBezTo>
                  <a:cubicBezTo>
                    <a:pt x="0" y="450"/>
                    <a:pt x="0" y="465"/>
                    <a:pt x="3" y="470"/>
                  </a:cubicBezTo>
                  <a:cubicBezTo>
                    <a:pt x="5" y="472"/>
                    <a:pt x="21" y="477"/>
                    <a:pt x="38" y="481"/>
                  </a:cubicBezTo>
                  <a:cubicBezTo>
                    <a:pt x="54" y="485"/>
                    <a:pt x="71" y="489"/>
                    <a:pt x="72" y="490"/>
                  </a:cubicBezTo>
                  <a:cubicBezTo>
                    <a:pt x="75" y="492"/>
                    <a:pt x="75" y="503"/>
                    <a:pt x="75" y="503"/>
                  </a:cubicBezTo>
                  <a:cubicBezTo>
                    <a:pt x="75" y="503"/>
                    <a:pt x="75" y="503"/>
                    <a:pt x="75" y="503"/>
                  </a:cubicBezTo>
                  <a:cubicBezTo>
                    <a:pt x="75" y="503"/>
                    <a:pt x="77" y="514"/>
                    <a:pt x="76" y="517"/>
                  </a:cubicBezTo>
                  <a:cubicBezTo>
                    <a:pt x="75" y="519"/>
                    <a:pt x="59" y="525"/>
                    <a:pt x="44" y="533"/>
                  </a:cubicBezTo>
                  <a:cubicBezTo>
                    <a:pt x="29" y="540"/>
                    <a:pt x="14" y="548"/>
                    <a:pt x="13" y="551"/>
                  </a:cubicBezTo>
                  <a:cubicBezTo>
                    <a:pt x="10" y="556"/>
                    <a:pt x="14" y="571"/>
                    <a:pt x="18" y="574"/>
                  </a:cubicBezTo>
                  <a:cubicBezTo>
                    <a:pt x="20" y="576"/>
                    <a:pt x="37" y="577"/>
                    <a:pt x="54" y="578"/>
                  </a:cubicBezTo>
                  <a:cubicBezTo>
                    <a:pt x="71" y="578"/>
                    <a:pt x="88" y="577"/>
                    <a:pt x="90" y="578"/>
                  </a:cubicBezTo>
                  <a:cubicBezTo>
                    <a:pt x="93" y="580"/>
                    <a:pt x="96" y="591"/>
                    <a:pt x="96" y="591"/>
                  </a:cubicBezTo>
                  <a:cubicBezTo>
                    <a:pt x="96" y="591"/>
                    <a:pt x="96" y="591"/>
                    <a:pt x="96" y="591"/>
                  </a:cubicBezTo>
                  <a:cubicBezTo>
                    <a:pt x="96" y="591"/>
                    <a:pt x="100" y="601"/>
                    <a:pt x="99" y="604"/>
                  </a:cubicBezTo>
                  <a:cubicBezTo>
                    <a:pt x="99" y="606"/>
                    <a:pt x="86" y="615"/>
                    <a:pt x="72" y="626"/>
                  </a:cubicBezTo>
                  <a:cubicBezTo>
                    <a:pt x="59" y="637"/>
                    <a:pt x="47" y="649"/>
                    <a:pt x="46" y="651"/>
                  </a:cubicBezTo>
                  <a:cubicBezTo>
                    <a:pt x="45" y="657"/>
                    <a:pt x="52" y="671"/>
                    <a:pt x="57" y="673"/>
                  </a:cubicBezTo>
                  <a:cubicBezTo>
                    <a:pt x="59" y="674"/>
                    <a:pt x="76" y="672"/>
                    <a:pt x="93" y="668"/>
                  </a:cubicBezTo>
                  <a:cubicBezTo>
                    <a:pt x="110" y="664"/>
                    <a:pt x="126" y="660"/>
                    <a:pt x="128" y="660"/>
                  </a:cubicBezTo>
                  <a:cubicBezTo>
                    <a:pt x="131" y="661"/>
                    <a:pt x="136" y="671"/>
                    <a:pt x="136" y="671"/>
                  </a:cubicBezTo>
                  <a:cubicBezTo>
                    <a:pt x="136" y="671"/>
                    <a:pt x="136" y="671"/>
                    <a:pt x="136" y="671"/>
                  </a:cubicBezTo>
                  <a:cubicBezTo>
                    <a:pt x="136" y="671"/>
                    <a:pt x="143" y="680"/>
                    <a:pt x="143" y="683"/>
                  </a:cubicBezTo>
                  <a:cubicBezTo>
                    <a:pt x="143" y="685"/>
                    <a:pt x="132" y="697"/>
                    <a:pt x="122" y="711"/>
                  </a:cubicBezTo>
                  <a:cubicBezTo>
                    <a:pt x="111" y="724"/>
                    <a:pt x="102" y="739"/>
                    <a:pt x="102" y="741"/>
                  </a:cubicBezTo>
                  <a:cubicBezTo>
                    <a:pt x="102" y="747"/>
                    <a:pt x="112" y="759"/>
                    <a:pt x="117" y="760"/>
                  </a:cubicBezTo>
                  <a:cubicBezTo>
                    <a:pt x="120" y="761"/>
                    <a:pt x="136" y="754"/>
                    <a:pt x="151" y="747"/>
                  </a:cubicBezTo>
                  <a:cubicBezTo>
                    <a:pt x="166" y="739"/>
                    <a:pt x="181" y="731"/>
                    <a:pt x="183" y="731"/>
                  </a:cubicBezTo>
                  <a:cubicBezTo>
                    <a:pt x="187" y="731"/>
                    <a:pt x="194" y="740"/>
                    <a:pt x="194" y="740"/>
                  </a:cubicBezTo>
                  <a:cubicBezTo>
                    <a:pt x="194" y="740"/>
                    <a:pt x="194" y="740"/>
                    <a:pt x="194" y="740"/>
                  </a:cubicBezTo>
                  <a:cubicBezTo>
                    <a:pt x="194" y="740"/>
                    <a:pt x="202" y="747"/>
                    <a:pt x="203" y="750"/>
                  </a:cubicBezTo>
                  <a:cubicBezTo>
                    <a:pt x="203" y="751"/>
                    <a:pt x="196" y="766"/>
                    <a:pt x="189" y="782"/>
                  </a:cubicBezTo>
                  <a:cubicBezTo>
                    <a:pt x="182" y="797"/>
                    <a:pt x="176" y="813"/>
                    <a:pt x="177" y="816"/>
                  </a:cubicBezTo>
                  <a:cubicBezTo>
                    <a:pt x="178" y="822"/>
                    <a:pt x="191" y="831"/>
                    <a:pt x="196" y="831"/>
                  </a:cubicBezTo>
                  <a:cubicBezTo>
                    <a:pt x="199" y="831"/>
                    <a:pt x="213" y="821"/>
                    <a:pt x="226" y="810"/>
                  </a:cubicBezTo>
                  <a:cubicBezTo>
                    <a:pt x="239" y="799"/>
                    <a:pt x="252" y="788"/>
                    <a:pt x="254" y="787"/>
                  </a:cubicBezTo>
                  <a:cubicBezTo>
                    <a:pt x="257" y="787"/>
                    <a:pt x="266" y="793"/>
                    <a:pt x="266" y="793"/>
                  </a:cubicBezTo>
                  <a:cubicBezTo>
                    <a:pt x="266" y="793"/>
                    <a:pt x="266" y="793"/>
                    <a:pt x="266" y="793"/>
                  </a:cubicBezTo>
                  <a:cubicBezTo>
                    <a:pt x="266" y="793"/>
                    <a:pt x="276" y="798"/>
                    <a:pt x="277" y="801"/>
                  </a:cubicBezTo>
                  <a:cubicBezTo>
                    <a:pt x="278" y="803"/>
                    <a:pt x="274" y="819"/>
                    <a:pt x="271" y="835"/>
                  </a:cubicBezTo>
                  <a:cubicBezTo>
                    <a:pt x="268" y="852"/>
                    <a:pt x="265" y="869"/>
                    <a:pt x="267" y="872"/>
                  </a:cubicBezTo>
                  <a:cubicBezTo>
                    <a:pt x="269" y="877"/>
                    <a:pt x="284" y="883"/>
                    <a:pt x="289" y="881"/>
                  </a:cubicBezTo>
                  <a:cubicBezTo>
                    <a:pt x="291" y="881"/>
                    <a:pt x="303" y="868"/>
                    <a:pt x="313" y="854"/>
                  </a:cubicBezTo>
                  <a:cubicBezTo>
                    <a:pt x="324" y="841"/>
                    <a:pt x="333" y="827"/>
                    <a:pt x="335" y="826"/>
                  </a:cubicBezTo>
                  <a:cubicBezTo>
                    <a:pt x="338" y="824"/>
                    <a:pt x="348" y="829"/>
                    <a:pt x="348" y="829"/>
                  </a:cubicBezTo>
                  <a:cubicBezTo>
                    <a:pt x="348" y="829"/>
                    <a:pt x="348" y="829"/>
                    <a:pt x="348" y="829"/>
                  </a:cubicBezTo>
                  <a:cubicBezTo>
                    <a:pt x="348" y="829"/>
                    <a:pt x="359" y="831"/>
                    <a:pt x="361" y="834"/>
                  </a:cubicBezTo>
                  <a:cubicBezTo>
                    <a:pt x="362" y="835"/>
                    <a:pt x="362" y="852"/>
                    <a:pt x="363" y="869"/>
                  </a:cubicBezTo>
                  <a:cubicBezTo>
                    <a:pt x="364" y="886"/>
                    <a:pt x="365" y="903"/>
                    <a:pt x="367" y="905"/>
                  </a:cubicBezTo>
                  <a:cubicBezTo>
                    <a:pt x="371" y="909"/>
                    <a:pt x="386" y="912"/>
                    <a:pt x="391" y="909"/>
                  </a:cubicBezTo>
                  <a:cubicBezTo>
                    <a:pt x="393" y="908"/>
                    <a:pt x="401" y="893"/>
                    <a:pt x="408" y="877"/>
                  </a:cubicBezTo>
                  <a:cubicBezTo>
                    <a:pt x="415" y="862"/>
                    <a:pt x="422" y="846"/>
                    <a:pt x="423" y="845"/>
                  </a:cubicBezTo>
                  <a:cubicBezTo>
                    <a:pt x="426" y="842"/>
                    <a:pt x="436" y="844"/>
                    <a:pt x="436" y="844"/>
                  </a:cubicBezTo>
                  <a:cubicBezTo>
                    <a:pt x="437" y="845"/>
                    <a:pt x="437" y="845"/>
                    <a:pt x="437" y="845"/>
                  </a:cubicBezTo>
                  <a:cubicBezTo>
                    <a:pt x="437" y="845"/>
                    <a:pt x="448" y="844"/>
                    <a:pt x="450" y="846"/>
                  </a:cubicBezTo>
                  <a:cubicBezTo>
                    <a:pt x="451" y="847"/>
                    <a:pt x="455" y="864"/>
                    <a:pt x="460" y="880"/>
                  </a:cubicBezTo>
                  <a:cubicBezTo>
                    <a:pt x="465" y="896"/>
                    <a:pt x="470" y="912"/>
                    <a:pt x="473" y="914"/>
                  </a:cubicBezTo>
                  <a:cubicBezTo>
                    <a:pt x="477" y="917"/>
                    <a:pt x="493" y="916"/>
                    <a:pt x="497" y="913"/>
                  </a:cubicBezTo>
                  <a:cubicBezTo>
                    <a:pt x="499" y="911"/>
                    <a:pt x="503" y="894"/>
                    <a:pt x="506" y="878"/>
                  </a:cubicBezTo>
                  <a:cubicBezTo>
                    <a:pt x="510" y="861"/>
                    <a:pt x="512" y="844"/>
                    <a:pt x="513" y="843"/>
                  </a:cubicBezTo>
                  <a:cubicBezTo>
                    <a:pt x="515" y="840"/>
                    <a:pt x="526" y="839"/>
                    <a:pt x="526" y="839"/>
                  </a:cubicBezTo>
                  <a:cubicBezTo>
                    <a:pt x="526" y="839"/>
                    <a:pt x="526" y="839"/>
                    <a:pt x="526" y="839"/>
                  </a:cubicBezTo>
                  <a:cubicBezTo>
                    <a:pt x="526" y="839"/>
                    <a:pt x="537" y="837"/>
                    <a:pt x="540" y="838"/>
                  </a:cubicBezTo>
                  <a:cubicBezTo>
                    <a:pt x="541" y="839"/>
                    <a:pt x="549" y="854"/>
                    <a:pt x="557" y="868"/>
                  </a:cubicBezTo>
                  <a:cubicBezTo>
                    <a:pt x="565" y="883"/>
                    <a:pt x="575" y="898"/>
                    <a:pt x="577" y="899"/>
                  </a:cubicBezTo>
                  <a:cubicBezTo>
                    <a:pt x="583" y="901"/>
                    <a:pt x="597" y="896"/>
                    <a:pt x="601" y="892"/>
                  </a:cubicBezTo>
                  <a:cubicBezTo>
                    <a:pt x="602" y="890"/>
                    <a:pt x="602" y="873"/>
                    <a:pt x="602" y="855"/>
                  </a:cubicBezTo>
                  <a:cubicBezTo>
                    <a:pt x="601" y="838"/>
                    <a:pt x="600" y="822"/>
                    <a:pt x="600" y="820"/>
                  </a:cubicBezTo>
                  <a:cubicBezTo>
                    <a:pt x="602" y="816"/>
                    <a:pt x="612" y="814"/>
                    <a:pt x="612" y="814"/>
                  </a:cubicBezTo>
                  <a:cubicBezTo>
                    <a:pt x="612" y="814"/>
                    <a:pt x="612" y="814"/>
                    <a:pt x="612" y="814"/>
                  </a:cubicBezTo>
                  <a:cubicBezTo>
                    <a:pt x="612" y="814"/>
                    <a:pt x="622" y="808"/>
                    <a:pt x="625" y="809"/>
                  </a:cubicBezTo>
                  <a:cubicBezTo>
                    <a:pt x="627" y="809"/>
                    <a:pt x="638" y="822"/>
                    <a:pt x="649" y="835"/>
                  </a:cubicBezTo>
                  <a:cubicBezTo>
                    <a:pt x="661" y="847"/>
                    <a:pt x="673" y="859"/>
                    <a:pt x="676" y="860"/>
                  </a:cubicBezTo>
                  <a:cubicBezTo>
                    <a:pt x="681" y="860"/>
                    <a:pt x="695" y="852"/>
                    <a:pt x="697" y="847"/>
                  </a:cubicBezTo>
                  <a:cubicBezTo>
                    <a:pt x="698" y="845"/>
                    <a:pt x="694" y="828"/>
                    <a:pt x="689" y="812"/>
                  </a:cubicBezTo>
                  <a:cubicBezTo>
                    <a:pt x="685" y="795"/>
                    <a:pt x="679" y="779"/>
                    <a:pt x="680" y="778"/>
                  </a:cubicBezTo>
                  <a:cubicBezTo>
                    <a:pt x="680" y="774"/>
                    <a:pt x="690" y="769"/>
                    <a:pt x="690" y="769"/>
                  </a:cubicBezTo>
                  <a:cubicBezTo>
                    <a:pt x="690" y="769"/>
                    <a:pt x="690" y="769"/>
                    <a:pt x="690" y="769"/>
                  </a:cubicBezTo>
                  <a:cubicBezTo>
                    <a:pt x="690" y="769"/>
                    <a:pt x="698" y="761"/>
                    <a:pt x="702" y="761"/>
                  </a:cubicBezTo>
                  <a:cubicBezTo>
                    <a:pt x="703" y="761"/>
                    <a:pt x="717" y="771"/>
                    <a:pt x="731" y="781"/>
                  </a:cubicBezTo>
                  <a:cubicBezTo>
                    <a:pt x="745" y="790"/>
                    <a:pt x="759" y="799"/>
                    <a:pt x="762" y="799"/>
                  </a:cubicBezTo>
                  <a:cubicBezTo>
                    <a:pt x="768" y="798"/>
                    <a:pt x="779" y="787"/>
                    <a:pt x="780" y="782"/>
                  </a:cubicBezTo>
                  <a:cubicBezTo>
                    <a:pt x="780" y="780"/>
                    <a:pt x="773" y="764"/>
                    <a:pt x="765" y="749"/>
                  </a:cubicBezTo>
                  <a:cubicBezTo>
                    <a:pt x="756" y="734"/>
                    <a:pt x="748" y="720"/>
                    <a:pt x="747" y="718"/>
                  </a:cubicBezTo>
                  <a:cubicBezTo>
                    <a:pt x="747" y="714"/>
                    <a:pt x="755" y="707"/>
                    <a:pt x="755" y="707"/>
                  </a:cubicBezTo>
                  <a:cubicBezTo>
                    <a:pt x="755" y="707"/>
                    <a:pt x="755" y="707"/>
                    <a:pt x="755" y="707"/>
                  </a:cubicBezTo>
                  <a:cubicBezTo>
                    <a:pt x="755" y="707"/>
                    <a:pt x="762" y="698"/>
                    <a:pt x="765" y="697"/>
                  </a:cubicBezTo>
                  <a:cubicBezTo>
                    <a:pt x="767" y="697"/>
                    <a:pt x="782" y="703"/>
                    <a:pt x="798" y="709"/>
                  </a:cubicBezTo>
                  <a:cubicBezTo>
                    <a:pt x="813" y="715"/>
                    <a:pt x="830" y="721"/>
                    <a:pt x="833" y="720"/>
                  </a:cubicBezTo>
                  <a:cubicBezTo>
                    <a:pt x="838" y="718"/>
                    <a:pt x="846" y="705"/>
                    <a:pt x="846" y="699"/>
                  </a:cubicBezTo>
                  <a:cubicBezTo>
                    <a:pt x="846" y="697"/>
                    <a:pt x="835" y="683"/>
                    <a:pt x="824" y="671"/>
                  </a:cubicBezTo>
                  <a:cubicBezTo>
                    <a:pt x="812" y="658"/>
                    <a:pt x="800" y="646"/>
                    <a:pt x="800" y="645"/>
                  </a:cubicBezTo>
                  <a:cubicBezTo>
                    <a:pt x="799" y="641"/>
                    <a:pt x="805" y="632"/>
                    <a:pt x="805" y="632"/>
                  </a:cubicBezTo>
                  <a:cubicBezTo>
                    <a:pt x="805" y="632"/>
                    <a:pt x="805" y="632"/>
                    <a:pt x="805" y="632"/>
                  </a:cubicBezTo>
                  <a:cubicBezTo>
                    <a:pt x="805" y="632"/>
                    <a:pt x="809" y="622"/>
                    <a:pt x="812" y="620"/>
                  </a:cubicBezTo>
                  <a:cubicBezTo>
                    <a:pt x="813" y="619"/>
                    <a:pt x="830" y="622"/>
                    <a:pt x="846" y="624"/>
                  </a:cubicBezTo>
                  <a:cubicBezTo>
                    <a:pt x="863" y="627"/>
                    <a:pt x="880" y="628"/>
                    <a:pt x="883" y="626"/>
                  </a:cubicBezTo>
                  <a:cubicBezTo>
                    <a:pt x="888" y="624"/>
                    <a:pt x="893" y="609"/>
                    <a:pt x="891" y="604"/>
                  </a:cubicBezTo>
                  <a:cubicBezTo>
                    <a:pt x="891" y="601"/>
                    <a:pt x="877" y="591"/>
                    <a:pt x="863" y="581"/>
                  </a:cubicBezTo>
                  <a:cubicBezTo>
                    <a:pt x="849" y="571"/>
                    <a:pt x="834" y="563"/>
                    <a:pt x="833" y="561"/>
                  </a:cubicBezTo>
                  <a:cubicBezTo>
                    <a:pt x="831" y="558"/>
                    <a:pt x="835" y="548"/>
                    <a:pt x="835" y="548"/>
                  </a:cubicBezTo>
                  <a:cubicBezTo>
                    <a:pt x="835" y="548"/>
                    <a:pt x="835" y="548"/>
                    <a:pt x="835" y="548"/>
                  </a:cubicBezTo>
                  <a:cubicBezTo>
                    <a:pt x="836" y="548"/>
                    <a:pt x="837" y="537"/>
                    <a:pt x="840" y="535"/>
                  </a:cubicBezTo>
                  <a:cubicBezTo>
                    <a:pt x="841" y="533"/>
                    <a:pt x="857" y="533"/>
                    <a:pt x="874" y="531"/>
                  </a:cubicBezTo>
                  <a:cubicBezTo>
                    <a:pt x="891" y="529"/>
                    <a:pt x="908" y="526"/>
                    <a:pt x="910" y="524"/>
                  </a:cubicBezTo>
                  <a:cubicBezTo>
                    <a:pt x="914" y="520"/>
                    <a:pt x="916" y="505"/>
                    <a:pt x="913" y="500"/>
                  </a:cubicBezTo>
                  <a:cubicBezTo>
                    <a:pt x="912" y="498"/>
                    <a:pt x="896" y="491"/>
                    <a:pt x="880" y="485"/>
                  </a:cubicBezTo>
                  <a:close/>
                </a:path>
              </a:pathLst>
            </a:custGeom>
            <a:gradFill>
              <a:gsLst>
                <a:gs pos="0">
                  <a:schemeClr val="bg1">
                    <a:lumMod val="85000"/>
                  </a:schemeClr>
                </a:gs>
                <a:gs pos="100000">
                  <a:schemeClr val="bg1"/>
                </a:gs>
              </a:gsLst>
              <a:lin ang="0" scaled="0"/>
            </a:grad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endParaRPr>
            </a:p>
          </p:txBody>
        </p:sp>
        <p:sp>
          <p:nvSpPr>
            <p:cNvPr id="57" name="Freeform 56"/>
            <p:cNvSpPr>
              <a:spLocks noChangeAspect="1" noChangeArrowheads="1"/>
            </p:cNvSpPr>
            <p:nvPr/>
          </p:nvSpPr>
          <p:spPr bwMode="auto">
            <a:xfrm>
              <a:off x="7046090" y="4523666"/>
              <a:ext cx="414022" cy="495522"/>
            </a:xfrm>
            <a:custGeom>
              <a:avLst/>
              <a:gdLst>
                <a:gd name="connsiteX0" fmla="*/ 206367 w 449768"/>
                <a:gd name="connsiteY0" fmla="*/ 423375 h 538305"/>
                <a:gd name="connsiteX1" fmla="*/ 208536 w 449768"/>
                <a:gd name="connsiteY1" fmla="*/ 434347 h 538305"/>
                <a:gd name="connsiteX2" fmla="*/ 136133 w 449768"/>
                <a:gd name="connsiteY2" fmla="*/ 527584 h 538305"/>
                <a:gd name="connsiteX3" fmla="*/ 120760 w 449768"/>
                <a:gd name="connsiteY3" fmla="*/ 517169 h 538305"/>
                <a:gd name="connsiteX4" fmla="*/ 192667 w 449768"/>
                <a:gd name="connsiteY4" fmla="*/ 423933 h 538305"/>
                <a:gd name="connsiteX5" fmla="*/ 206367 w 449768"/>
                <a:gd name="connsiteY5" fmla="*/ 423375 h 538305"/>
                <a:gd name="connsiteX6" fmla="*/ 158371 w 449768"/>
                <a:gd name="connsiteY6" fmla="*/ 386315 h 538305"/>
                <a:gd name="connsiteX7" fmla="*/ 160292 w 449768"/>
                <a:gd name="connsiteY7" fmla="*/ 397002 h 538305"/>
                <a:gd name="connsiteX8" fmla="*/ 51725 w 449768"/>
                <a:gd name="connsiteY8" fmla="*/ 536376 h 538305"/>
                <a:gd name="connsiteX9" fmla="*/ 41315 w 449768"/>
                <a:gd name="connsiteY9" fmla="*/ 525997 h 538305"/>
                <a:gd name="connsiteX10" fmla="*/ 144924 w 449768"/>
                <a:gd name="connsiteY10" fmla="*/ 387118 h 538305"/>
                <a:gd name="connsiteX11" fmla="*/ 158371 w 449768"/>
                <a:gd name="connsiteY11" fmla="*/ 386315 h 538305"/>
                <a:gd name="connsiteX12" fmla="*/ 112005 w 449768"/>
                <a:gd name="connsiteY12" fmla="*/ 349971 h 538305"/>
                <a:gd name="connsiteX13" fmla="*/ 113740 w 449768"/>
                <a:gd name="connsiteY13" fmla="*/ 362927 h 538305"/>
                <a:gd name="connsiteX14" fmla="*/ 41338 w 449768"/>
                <a:gd name="connsiteY14" fmla="*/ 455221 h 538305"/>
                <a:gd name="connsiteX15" fmla="*/ 25965 w 449768"/>
                <a:gd name="connsiteY15" fmla="*/ 444857 h 538305"/>
                <a:gd name="connsiteX16" fmla="*/ 98367 w 449768"/>
                <a:gd name="connsiteY16" fmla="*/ 352562 h 538305"/>
                <a:gd name="connsiteX17" fmla="*/ 112005 w 449768"/>
                <a:gd name="connsiteY17" fmla="*/ 349971 h 538305"/>
                <a:gd name="connsiteX18" fmla="*/ 287508 w 449768"/>
                <a:gd name="connsiteY18" fmla="*/ 153269 h 538305"/>
                <a:gd name="connsiteX19" fmla="*/ 261020 w 449768"/>
                <a:gd name="connsiteY19" fmla="*/ 165441 h 538305"/>
                <a:gd name="connsiteX20" fmla="*/ 255548 w 449768"/>
                <a:gd name="connsiteY20" fmla="*/ 175874 h 538305"/>
                <a:gd name="connsiteX21" fmla="*/ 276441 w 449768"/>
                <a:gd name="connsiteY21" fmla="*/ 232511 h 538305"/>
                <a:gd name="connsiteX22" fmla="*/ 328174 w 449768"/>
                <a:gd name="connsiteY22" fmla="*/ 227543 h 538305"/>
                <a:gd name="connsiteX23" fmla="*/ 333645 w 449768"/>
                <a:gd name="connsiteY23" fmla="*/ 217110 h 538305"/>
                <a:gd name="connsiteX24" fmla="*/ 317727 w 449768"/>
                <a:gd name="connsiteY24" fmla="*/ 160472 h 538305"/>
                <a:gd name="connsiteX25" fmla="*/ 287508 w 449768"/>
                <a:gd name="connsiteY25" fmla="*/ 153269 h 538305"/>
                <a:gd name="connsiteX26" fmla="*/ 437111 w 449768"/>
                <a:gd name="connsiteY26" fmla="*/ 0 h 538305"/>
                <a:gd name="connsiteX27" fmla="*/ 442086 w 449768"/>
                <a:gd name="connsiteY27" fmla="*/ 0 h 538305"/>
                <a:gd name="connsiteX28" fmla="*/ 447557 w 449768"/>
                <a:gd name="connsiteY28" fmla="*/ 4968 h 538305"/>
                <a:gd name="connsiteX29" fmla="*/ 447557 w 449768"/>
                <a:gd name="connsiteY29" fmla="*/ 9937 h 538305"/>
                <a:gd name="connsiteX30" fmla="*/ 447557 w 449768"/>
                <a:gd name="connsiteY30" fmla="*/ 20370 h 538305"/>
                <a:gd name="connsiteX31" fmla="*/ 447557 w 449768"/>
                <a:gd name="connsiteY31" fmla="*/ 46204 h 538305"/>
                <a:gd name="connsiteX32" fmla="*/ 442086 w 449768"/>
                <a:gd name="connsiteY32" fmla="*/ 103338 h 538305"/>
                <a:gd name="connsiteX33" fmla="*/ 442086 w 449768"/>
                <a:gd name="connsiteY33" fmla="*/ 113771 h 538305"/>
                <a:gd name="connsiteX34" fmla="*/ 437111 w 449768"/>
                <a:gd name="connsiteY34" fmla="*/ 134141 h 538305"/>
                <a:gd name="connsiteX35" fmla="*/ 421194 w 449768"/>
                <a:gd name="connsiteY35" fmla="*/ 175874 h 538305"/>
                <a:gd name="connsiteX36" fmla="*/ 354040 w 449768"/>
                <a:gd name="connsiteY36" fmla="*/ 289645 h 538305"/>
                <a:gd name="connsiteX37" fmla="*/ 344091 w 449768"/>
                <a:gd name="connsiteY37" fmla="*/ 325913 h 538305"/>
                <a:gd name="connsiteX38" fmla="*/ 276441 w 449768"/>
                <a:gd name="connsiteY38" fmla="*/ 506754 h 538305"/>
                <a:gd name="connsiteX39" fmla="*/ 261020 w 449768"/>
                <a:gd name="connsiteY39" fmla="*/ 496321 h 538305"/>
                <a:gd name="connsiteX40" fmla="*/ 17278 w 449768"/>
                <a:gd name="connsiteY40" fmla="*/ 310511 h 538305"/>
                <a:gd name="connsiteX41" fmla="*/ 1858 w 449768"/>
                <a:gd name="connsiteY41" fmla="*/ 289645 h 538305"/>
                <a:gd name="connsiteX42" fmla="*/ 162528 w 449768"/>
                <a:gd name="connsiteY42" fmla="*/ 186307 h 538305"/>
                <a:gd name="connsiteX43" fmla="*/ 193369 w 449768"/>
                <a:gd name="connsiteY43" fmla="*/ 165441 h 538305"/>
                <a:gd name="connsiteX44" fmla="*/ 312753 w 449768"/>
                <a:gd name="connsiteY44" fmla="*/ 51669 h 538305"/>
                <a:gd name="connsiteX45" fmla="*/ 400799 w 449768"/>
                <a:gd name="connsiteY45" fmla="*/ 9937 h 538305"/>
                <a:gd name="connsiteX46" fmla="*/ 426665 w 449768"/>
                <a:gd name="connsiteY46" fmla="*/ 4968 h 538305"/>
                <a:gd name="connsiteX47" fmla="*/ 437111 w 449768"/>
                <a:gd name="connsiteY47" fmla="*/ 0 h 53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49768" h="538305">
                  <a:moveTo>
                    <a:pt x="206367" y="423375"/>
                  </a:moveTo>
                  <a:cubicBezTo>
                    <a:pt x="209652" y="425297"/>
                    <a:pt x="211016" y="429140"/>
                    <a:pt x="208536" y="434347"/>
                  </a:cubicBezTo>
                  <a:cubicBezTo>
                    <a:pt x="198122" y="460136"/>
                    <a:pt x="172335" y="506754"/>
                    <a:pt x="136133" y="527584"/>
                  </a:cubicBezTo>
                  <a:cubicBezTo>
                    <a:pt x="125719" y="532543"/>
                    <a:pt x="115305" y="527584"/>
                    <a:pt x="120760" y="517169"/>
                  </a:cubicBezTo>
                  <a:cubicBezTo>
                    <a:pt x="130678" y="491380"/>
                    <a:pt x="151507" y="450217"/>
                    <a:pt x="192667" y="423933"/>
                  </a:cubicBezTo>
                  <a:cubicBezTo>
                    <a:pt x="197874" y="421453"/>
                    <a:pt x="203081" y="421453"/>
                    <a:pt x="206367" y="423375"/>
                  </a:cubicBezTo>
                  <a:close/>
                  <a:moveTo>
                    <a:pt x="158371" y="386315"/>
                  </a:moveTo>
                  <a:cubicBezTo>
                    <a:pt x="161532" y="388230"/>
                    <a:pt x="162771" y="392060"/>
                    <a:pt x="160292" y="397002"/>
                  </a:cubicBezTo>
                  <a:cubicBezTo>
                    <a:pt x="144924" y="433081"/>
                    <a:pt x="113693" y="500297"/>
                    <a:pt x="51725" y="536376"/>
                  </a:cubicBezTo>
                  <a:cubicBezTo>
                    <a:pt x="41315" y="541318"/>
                    <a:pt x="36357" y="536376"/>
                    <a:pt x="41315" y="525997"/>
                  </a:cubicBezTo>
                  <a:cubicBezTo>
                    <a:pt x="51725" y="489918"/>
                    <a:pt x="82957" y="422702"/>
                    <a:pt x="144924" y="387118"/>
                  </a:cubicBezTo>
                  <a:cubicBezTo>
                    <a:pt x="150130" y="384399"/>
                    <a:pt x="155211" y="384399"/>
                    <a:pt x="158371" y="386315"/>
                  </a:cubicBezTo>
                  <a:close/>
                  <a:moveTo>
                    <a:pt x="112005" y="349971"/>
                  </a:moveTo>
                  <a:cubicBezTo>
                    <a:pt x="115228" y="352562"/>
                    <a:pt x="116468" y="357744"/>
                    <a:pt x="113740" y="362927"/>
                  </a:cubicBezTo>
                  <a:cubicBezTo>
                    <a:pt x="103326" y="388591"/>
                    <a:pt x="77539" y="429556"/>
                    <a:pt x="41338" y="455221"/>
                  </a:cubicBezTo>
                  <a:cubicBezTo>
                    <a:pt x="25965" y="460157"/>
                    <a:pt x="21006" y="455221"/>
                    <a:pt x="25965" y="444857"/>
                  </a:cubicBezTo>
                  <a:cubicBezTo>
                    <a:pt x="36379" y="419192"/>
                    <a:pt x="57207" y="378227"/>
                    <a:pt x="98367" y="352562"/>
                  </a:cubicBezTo>
                  <a:cubicBezTo>
                    <a:pt x="103574" y="347380"/>
                    <a:pt x="108781" y="347380"/>
                    <a:pt x="112005" y="349971"/>
                  </a:cubicBezTo>
                  <a:close/>
                  <a:moveTo>
                    <a:pt x="287508" y="153269"/>
                  </a:moveTo>
                  <a:cubicBezTo>
                    <a:pt x="277809" y="153890"/>
                    <a:pt x="268730" y="157740"/>
                    <a:pt x="261020" y="165441"/>
                  </a:cubicBezTo>
                  <a:cubicBezTo>
                    <a:pt x="261020" y="170409"/>
                    <a:pt x="261020" y="170409"/>
                    <a:pt x="255548" y="175874"/>
                  </a:cubicBezTo>
                  <a:cubicBezTo>
                    <a:pt x="245600" y="196243"/>
                    <a:pt x="250574" y="222575"/>
                    <a:pt x="276441" y="232511"/>
                  </a:cubicBezTo>
                  <a:cubicBezTo>
                    <a:pt x="291861" y="242944"/>
                    <a:pt x="317727" y="242944"/>
                    <a:pt x="328174" y="227543"/>
                  </a:cubicBezTo>
                  <a:cubicBezTo>
                    <a:pt x="333645" y="222575"/>
                    <a:pt x="333645" y="222575"/>
                    <a:pt x="333645" y="217110"/>
                  </a:cubicBezTo>
                  <a:cubicBezTo>
                    <a:pt x="349066" y="196243"/>
                    <a:pt x="338620" y="170409"/>
                    <a:pt x="317727" y="160472"/>
                  </a:cubicBezTo>
                  <a:cubicBezTo>
                    <a:pt x="307530" y="155256"/>
                    <a:pt x="297208" y="152648"/>
                    <a:pt x="287508" y="153269"/>
                  </a:cubicBezTo>
                  <a:close/>
                  <a:moveTo>
                    <a:pt x="437111" y="0"/>
                  </a:moveTo>
                  <a:lnTo>
                    <a:pt x="442086" y="0"/>
                  </a:lnTo>
                  <a:cubicBezTo>
                    <a:pt x="447557" y="0"/>
                    <a:pt x="452532" y="0"/>
                    <a:pt x="447557" y="4968"/>
                  </a:cubicBezTo>
                  <a:lnTo>
                    <a:pt x="447557" y="9937"/>
                  </a:lnTo>
                  <a:cubicBezTo>
                    <a:pt x="452532" y="15402"/>
                    <a:pt x="447557" y="15402"/>
                    <a:pt x="447557" y="20370"/>
                  </a:cubicBezTo>
                  <a:cubicBezTo>
                    <a:pt x="447557" y="25835"/>
                    <a:pt x="447557" y="36268"/>
                    <a:pt x="447557" y="46204"/>
                  </a:cubicBezTo>
                  <a:cubicBezTo>
                    <a:pt x="447557" y="62102"/>
                    <a:pt x="447557" y="82472"/>
                    <a:pt x="442086" y="103338"/>
                  </a:cubicBezTo>
                  <a:cubicBezTo>
                    <a:pt x="442086" y="108306"/>
                    <a:pt x="442086" y="108306"/>
                    <a:pt x="442086" y="113771"/>
                  </a:cubicBezTo>
                  <a:cubicBezTo>
                    <a:pt x="437111" y="124205"/>
                    <a:pt x="437111" y="129173"/>
                    <a:pt x="437111" y="134141"/>
                  </a:cubicBezTo>
                  <a:cubicBezTo>
                    <a:pt x="431640" y="150039"/>
                    <a:pt x="426665" y="165441"/>
                    <a:pt x="421194" y="175874"/>
                  </a:cubicBezTo>
                  <a:cubicBezTo>
                    <a:pt x="406271" y="212141"/>
                    <a:pt x="385378" y="248409"/>
                    <a:pt x="354040" y="289645"/>
                  </a:cubicBezTo>
                  <a:cubicBezTo>
                    <a:pt x="349066" y="294613"/>
                    <a:pt x="344091" y="315479"/>
                    <a:pt x="344091" y="325913"/>
                  </a:cubicBezTo>
                  <a:cubicBezTo>
                    <a:pt x="354040" y="367148"/>
                    <a:pt x="359512" y="460053"/>
                    <a:pt x="276441" y="506754"/>
                  </a:cubicBezTo>
                  <a:cubicBezTo>
                    <a:pt x="265994" y="517187"/>
                    <a:pt x="255548" y="512219"/>
                    <a:pt x="261020" y="496321"/>
                  </a:cubicBezTo>
                  <a:cubicBezTo>
                    <a:pt x="261020" y="439684"/>
                    <a:pt x="240128" y="305046"/>
                    <a:pt x="17278" y="310511"/>
                  </a:cubicBezTo>
                  <a:cubicBezTo>
                    <a:pt x="1858" y="310511"/>
                    <a:pt x="-3117" y="300078"/>
                    <a:pt x="1858" y="289645"/>
                  </a:cubicBezTo>
                  <a:cubicBezTo>
                    <a:pt x="17278" y="253377"/>
                    <a:pt x="59062" y="180842"/>
                    <a:pt x="162528" y="186307"/>
                  </a:cubicBezTo>
                  <a:cubicBezTo>
                    <a:pt x="172975" y="186307"/>
                    <a:pt x="188395" y="175874"/>
                    <a:pt x="193369" y="165441"/>
                  </a:cubicBezTo>
                  <a:cubicBezTo>
                    <a:pt x="214261" y="139606"/>
                    <a:pt x="250574" y="87937"/>
                    <a:pt x="312753" y="51669"/>
                  </a:cubicBezTo>
                  <a:cubicBezTo>
                    <a:pt x="349066" y="25835"/>
                    <a:pt x="379907" y="15402"/>
                    <a:pt x="400799" y="9937"/>
                  </a:cubicBezTo>
                  <a:cubicBezTo>
                    <a:pt x="416219" y="9937"/>
                    <a:pt x="426665" y="9937"/>
                    <a:pt x="426665" y="4968"/>
                  </a:cubicBezTo>
                  <a:cubicBezTo>
                    <a:pt x="431640" y="4968"/>
                    <a:pt x="431640" y="0"/>
                    <a:pt x="437111" y="0"/>
                  </a:cubicBezTo>
                  <a:close/>
                </a:path>
              </a:pathLst>
            </a:custGeom>
            <a:solidFill>
              <a:srgbClr val="EA7150"/>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nchor="ctr">
              <a:noAutofit/>
            </a:bodyPr>
            <a:lstStyle/>
            <a:p>
              <a:pPr>
                <a:defRPr/>
              </a:pPr>
              <a:endParaRPr lang="en-US" sz="2400" dirty="0">
                <a:latin typeface="微软雅黑" panose="020B0503020204020204" pitchFamily="34" charset="-122"/>
                <a:ea typeface="微软雅黑" panose="020B0503020204020204" pitchFamily="34" charset="-122"/>
              </a:endParaRPr>
            </a:p>
          </p:txBody>
        </p:sp>
      </p:grpSp>
      <p:grpSp>
        <p:nvGrpSpPr>
          <p:cNvPr id="35" name="Group 34"/>
          <p:cNvGrpSpPr/>
          <p:nvPr/>
        </p:nvGrpSpPr>
        <p:grpSpPr>
          <a:xfrm>
            <a:off x="2054876" y="4848475"/>
            <a:ext cx="2113299" cy="316190"/>
            <a:chOff x="2317874" y="4487325"/>
            <a:chExt cx="2113299" cy="316190"/>
          </a:xfrm>
        </p:grpSpPr>
        <p:cxnSp>
          <p:nvCxnSpPr>
            <p:cNvPr id="18" name="Straight Connector 17"/>
            <p:cNvCxnSpPr/>
            <p:nvPr/>
          </p:nvCxnSpPr>
          <p:spPr>
            <a:xfrm flipH="1">
              <a:off x="2317874" y="4803515"/>
              <a:ext cx="1615334" cy="0"/>
            </a:xfrm>
            <a:prstGeom prst="line">
              <a:avLst/>
            </a:prstGeom>
            <a:ln>
              <a:solidFill>
                <a:schemeClr val="tx1">
                  <a:lumMod val="65000"/>
                  <a:lumOff val="3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933207" y="4487325"/>
              <a:ext cx="497966" cy="31619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39" name="Group 38"/>
          <p:cNvGrpSpPr/>
          <p:nvPr/>
        </p:nvGrpSpPr>
        <p:grpSpPr>
          <a:xfrm>
            <a:off x="4200765" y="4083532"/>
            <a:ext cx="1659719" cy="1659718"/>
            <a:chOff x="4418906" y="3659463"/>
            <a:chExt cx="1659719" cy="1659718"/>
          </a:xfrm>
        </p:grpSpPr>
        <p:sp>
          <p:nvSpPr>
            <p:cNvPr id="12" name="Freeform 11"/>
            <p:cNvSpPr/>
            <p:nvPr/>
          </p:nvSpPr>
          <p:spPr bwMode="auto">
            <a:xfrm rot="5400000" flipV="1">
              <a:off x="4418907" y="3659462"/>
              <a:ext cx="1659718" cy="1659719"/>
            </a:xfrm>
            <a:custGeom>
              <a:avLst/>
              <a:gdLst>
                <a:gd name="T0" fmla="*/ 0 w 972"/>
                <a:gd name="T1" fmla="*/ 972 h 972"/>
                <a:gd name="T2" fmla="*/ 0 w 972"/>
                <a:gd name="T3" fmla="*/ 486 h 972"/>
                <a:gd name="T4" fmla="*/ 486 w 972"/>
                <a:gd name="T5" fmla="*/ 0 h 972"/>
                <a:gd name="T6" fmla="*/ 972 w 972"/>
                <a:gd name="T7" fmla="*/ 486 h 972"/>
                <a:gd name="T8" fmla="*/ 486 w 972"/>
                <a:gd name="T9" fmla="*/ 972 h 972"/>
                <a:gd name="T10" fmla="*/ 0 w 972"/>
                <a:gd name="T11" fmla="*/ 972 h 972"/>
              </a:gdLst>
              <a:ahLst/>
              <a:cxnLst>
                <a:cxn ang="0">
                  <a:pos x="T0" y="T1"/>
                </a:cxn>
                <a:cxn ang="0">
                  <a:pos x="T2" y="T3"/>
                </a:cxn>
                <a:cxn ang="0">
                  <a:pos x="T4" y="T5"/>
                </a:cxn>
                <a:cxn ang="0">
                  <a:pos x="T6" y="T7"/>
                </a:cxn>
                <a:cxn ang="0">
                  <a:pos x="T8" y="T9"/>
                </a:cxn>
                <a:cxn ang="0">
                  <a:pos x="T10" y="T11"/>
                </a:cxn>
              </a:cxnLst>
              <a:rect l="0" t="0" r="r" b="b"/>
              <a:pathLst>
                <a:path w="972" h="972">
                  <a:moveTo>
                    <a:pt x="0" y="972"/>
                  </a:moveTo>
                  <a:cubicBezTo>
                    <a:pt x="0" y="486"/>
                    <a:pt x="0" y="486"/>
                    <a:pt x="0" y="486"/>
                  </a:cubicBezTo>
                  <a:cubicBezTo>
                    <a:pt x="0" y="218"/>
                    <a:pt x="218" y="0"/>
                    <a:pt x="486" y="0"/>
                  </a:cubicBezTo>
                  <a:cubicBezTo>
                    <a:pt x="754" y="0"/>
                    <a:pt x="972" y="218"/>
                    <a:pt x="972" y="486"/>
                  </a:cubicBezTo>
                  <a:cubicBezTo>
                    <a:pt x="972" y="754"/>
                    <a:pt x="754" y="972"/>
                    <a:pt x="486" y="972"/>
                  </a:cubicBezTo>
                  <a:lnTo>
                    <a:pt x="0" y="972"/>
                  </a:lnTo>
                  <a:close/>
                </a:path>
              </a:pathLst>
            </a:custGeom>
            <a:solidFill>
              <a:srgbClr val="F9DB7B"/>
            </a:solidFill>
            <a:ln>
              <a:noFill/>
            </a:ln>
          </p:spPr>
          <p:txBody>
            <a:bodyPr vert="horz" wrap="square" lIns="91440" tIns="45720" rIns="91440" bIns="45720" numCol="1" anchor="t" anchorCtr="0" compatLnSpc="1"/>
            <a:lstStyle/>
            <a:p>
              <a:endParaRPr lang="id-ID" dirty="0">
                <a:latin typeface="微软雅黑" panose="020B0503020204020204" pitchFamily="34" charset="-122"/>
                <a:ea typeface="微软雅黑" panose="020B0503020204020204" pitchFamily="34" charset="-122"/>
              </a:endParaRPr>
            </a:p>
          </p:txBody>
        </p:sp>
        <p:sp>
          <p:nvSpPr>
            <p:cNvPr id="13" name="Freeform 12"/>
            <p:cNvSpPr/>
            <p:nvPr/>
          </p:nvSpPr>
          <p:spPr bwMode="auto">
            <a:xfrm rot="5400000" flipV="1">
              <a:off x="4536105" y="3778119"/>
              <a:ext cx="1411295" cy="1413247"/>
            </a:xfrm>
            <a:custGeom>
              <a:avLst/>
              <a:gdLst>
                <a:gd name="T0" fmla="*/ 846 w 916"/>
                <a:gd name="T1" fmla="*/ 458 h 917"/>
                <a:gd name="T2" fmla="*/ 910 w 916"/>
                <a:gd name="T3" fmla="*/ 394 h 917"/>
                <a:gd name="T4" fmla="*/ 835 w 916"/>
                <a:gd name="T5" fmla="*/ 369 h 917"/>
                <a:gd name="T6" fmla="*/ 884 w 916"/>
                <a:gd name="T7" fmla="*/ 292 h 917"/>
                <a:gd name="T8" fmla="*/ 805 w 916"/>
                <a:gd name="T9" fmla="*/ 285 h 917"/>
                <a:gd name="T10" fmla="*/ 834 w 916"/>
                <a:gd name="T11" fmla="*/ 199 h 917"/>
                <a:gd name="T12" fmla="*/ 755 w 916"/>
                <a:gd name="T13" fmla="*/ 210 h 917"/>
                <a:gd name="T14" fmla="*/ 764 w 916"/>
                <a:gd name="T15" fmla="*/ 119 h 917"/>
                <a:gd name="T16" fmla="*/ 690 w 916"/>
                <a:gd name="T17" fmla="*/ 148 h 917"/>
                <a:gd name="T18" fmla="*/ 677 w 916"/>
                <a:gd name="T19" fmla="*/ 58 h 917"/>
                <a:gd name="T20" fmla="*/ 612 w 916"/>
                <a:gd name="T21" fmla="*/ 103 h 917"/>
                <a:gd name="T22" fmla="*/ 579 w 916"/>
                <a:gd name="T23" fmla="*/ 19 h 917"/>
                <a:gd name="T24" fmla="*/ 526 w 916"/>
                <a:gd name="T25" fmla="*/ 77 h 917"/>
                <a:gd name="T26" fmla="*/ 474 w 916"/>
                <a:gd name="T27" fmla="*/ 3 h 917"/>
                <a:gd name="T28" fmla="*/ 436 w 916"/>
                <a:gd name="T29" fmla="*/ 72 h 917"/>
                <a:gd name="T30" fmla="*/ 369 w 916"/>
                <a:gd name="T31" fmla="*/ 12 h 917"/>
                <a:gd name="T32" fmla="*/ 348 w 916"/>
                <a:gd name="T33" fmla="*/ 88 h 917"/>
                <a:gd name="T34" fmla="*/ 268 w 916"/>
                <a:gd name="T35" fmla="*/ 44 h 917"/>
                <a:gd name="T36" fmla="*/ 266 w 916"/>
                <a:gd name="T37" fmla="*/ 123 h 917"/>
                <a:gd name="T38" fmla="*/ 178 w 916"/>
                <a:gd name="T39" fmla="*/ 100 h 917"/>
                <a:gd name="T40" fmla="*/ 194 w 916"/>
                <a:gd name="T41" fmla="*/ 177 h 917"/>
                <a:gd name="T42" fmla="*/ 103 w 916"/>
                <a:gd name="T43" fmla="*/ 174 h 917"/>
                <a:gd name="T44" fmla="*/ 136 w 916"/>
                <a:gd name="T45" fmla="*/ 246 h 917"/>
                <a:gd name="T46" fmla="*/ 47 w 916"/>
                <a:gd name="T47" fmla="*/ 264 h 917"/>
                <a:gd name="T48" fmla="*/ 96 w 916"/>
                <a:gd name="T49" fmla="*/ 326 h 917"/>
                <a:gd name="T50" fmla="*/ 13 w 916"/>
                <a:gd name="T51" fmla="*/ 364 h 917"/>
                <a:gd name="T52" fmla="*/ 75 w 916"/>
                <a:gd name="T53" fmla="*/ 414 h 917"/>
                <a:gd name="T54" fmla="*/ 3 w 916"/>
                <a:gd name="T55" fmla="*/ 470 h 917"/>
                <a:gd name="T56" fmla="*/ 75 w 916"/>
                <a:gd name="T57" fmla="*/ 503 h 917"/>
                <a:gd name="T58" fmla="*/ 18 w 916"/>
                <a:gd name="T59" fmla="*/ 574 h 917"/>
                <a:gd name="T60" fmla="*/ 96 w 916"/>
                <a:gd name="T61" fmla="*/ 591 h 917"/>
                <a:gd name="T62" fmla="*/ 57 w 916"/>
                <a:gd name="T63" fmla="*/ 673 h 917"/>
                <a:gd name="T64" fmla="*/ 136 w 916"/>
                <a:gd name="T65" fmla="*/ 671 h 917"/>
                <a:gd name="T66" fmla="*/ 117 w 916"/>
                <a:gd name="T67" fmla="*/ 760 h 917"/>
                <a:gd name="T68" fmla="*/ 194 w 916"/>
                <a:gd name="T69" fmla="*/ 740 h 917"/>
                <a:gd name="T70" fmla="*/ 196 w 916"/>
                <a:gd name="T71" fmla="*/ 831 h 917"/>
                <a:gd name="T72" fmla="*/ 266 w 916"/>
                <a:gd name="T73" fmla="*/ 793 h 917"/>
                <a:gd name="T74" fmla="*/ 289 w 916"/>
                <a:gd name="T75" fmla="*/ 881 h 917"/>
                <a:gd name="T76" fmla="*/ 348 w 916"/>
                <a:gd name="T77" fmla="*/ 829 h 917"/>
                <a:gd name="T78" fmla="*/ 391 w 916"/>
                <a:gd name="T79" fmla="*/ 909 h 917"/>
                <a:gd name="T80" fmla="*/ 437 w 916"/>
                <a:gd name="T81" fmla="*/ 845 h 917"/>
                <a:gd name="T82" fmla="*/ 497 w 916"/>
                <a:gd name="T83" fmla="*/ 913 h 917"/>
                <a:gd name="T84" fmla="*/ 526 w 916"/>
                <a:gd name="T85" fmla="*/ 839 h 917"/>
                <a:gd name="T86" fmla="*/ 601 w 916"/>
                <a:gd name="T87" fmla="*/ 892 h 917"/>
                <a:gd name="T88" fmla="*/ 612 w 916"/>
                <a:gd name="T89" fmla="*/ 814 h 917"/>
                <a:gd name="T90" fmla="*/ 697 w 916"/>
                <a:gd name="T91" fmla="*/ 847 h 917"/>
                <a:gd name="T92" fmla="*/ 690 w 916"/>
                <a:gd name="T93" fmla="*/ 769 h 917"/>
                <a:gd name="T94" fmla="*/ 780 w 916"/>
                <a:gd name="T95" fmla="*/ 782 h 917"/>
                <a:gd name="T96" fmla="*/ 755 w 916"/>
                <a:gd name="T97" fmla="*/ 707 h 917"/>
                <a:gd name="T98" fmla="*/ 846 w 916"/>
                <a:gd name="T99" fmla="*/ 699 h 917"/>
                <a:gd name="T100" fmla="*/ 805 w 916"/>
                <a:gd name="T101" fmla="*/ 632 h 917"/>
                <a:gd name="T102" fmla="*/ 891 w 916"/>
                <a:gd name="T103" fmla="*/ 604 h 917"/>
                <a:gd name="T104" fmla="*/ 835 w 916"/>
                <a:gd name="T105" fmla="*/ 548 h 917"/>
                <a:gd name="T106" fmla="*/ 913 w 916"/>
                <a:gd name="T107" fmla="*/ 50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16" h="917">
                  <a:moveTo>
                    <a:pt x="880" y="485"/>
                  </a:moveTo>
                  <a:cubicBezTo>
                    <a:pt x="864" y="479"/>
                    <a:pt x="848" y="473"/>
                    <a:pt x="847" y="472"/>
                  </a:cubicBezTo>
                  <a:cubicBezTo>
                    <a:pt x="844" y="469"/>
                    <a:pt x="846" y="459"/>
                    <a:pt x="846" y="459"/>
                  </a:cubicBezTo>
                  <a:cubicBezTo>
                    <a:pt x="846" y="458"/>
                    <a:pt x="846" y="458"/>
                    <a:pt x="846" y="458"/>
                  </a:cubicBezTo>
                  <a:cubicBezTo>
                    <a:pt x="846" y="458"/>
                    <a:pt x="845" y="447"/>
                    <a:pt x="847" y="445"/>
                  </a:cubicBezTo>
                  <a:cubicBezTo>
                    <a:pt x="848" y="443"/>
                    <a:pt x="864" y="439"/>
                    <a:pt x="880" y="433"/>
                  </a:cubicBezTo>
                  <a:cubicBezTo>
                    <a:pt x="896" y="427"/>
                    <a:pt x="912" y="421"/>
                    <a:pt x="913" y="418"/>
                  </a:cubicBezTo>
                  <a:cubicBezTo>
                    <a:pt x="916" y="414"/>
                    <a:pt x="914" y="398"/>
                    <a:pt x="910" y="394"/>
                  </a:cubicBezTo>
                  <a:cubicBezTo>
                    <a:pt x="909" y="392"/>
                    <a:pt x="892" y="389"/>
                    <a:pt x="875" y="387"/>
                  </a:cubicBezTo>
                  <a:cubicBezTo>
                    <a:pt x="858" y="385"/>
                    <a:pt x="841" y="383"/>
                    <a:pt x="840" y="382"/>
                  </a:cubicBezTo>
                  <a:cubicBezTo>
                    <a:pt x="836" y="380"/>
                    <a:pt x="835" y="369"/>
                    <a:pt x="835" y="369"/>
                  </a:cubicBezTo>
                  <a:cubicBezTo>
                    <a:pt x="835" y="369"/>
                    <a:pt x="835" y="369"/>
                    <a:pt x="835" y="369"/>
                  </a:cubicBezTo>
                  <a:cubicBezTo>
                    <a:pt x="835" y="369"/>
                    <a:pt x="832" y="359"/>
                    <a:pt x="833" y="356"/>
                  </a:cubicBezTo>
                  <a:cubicBezTo>
                    <a:pt x="834" y="354"/>
                    <a:pt x="848" y="346"/>
                    <a:pt x="863" y="337"/>
                  </a:cubicBezTo>
                  <a:cubicBezTo>
                    <a:pt x="877" y="328"/>
                    <a:pt x="891" y="317"/>
                    <a:pt x="892" y="315"/>
                  </a:cubicBezTo>
                  <a:cubicBezTo>
                    <a:pt x="894" y="309"/>
                    <a:pt x="888" y="295"/>
                    <a:pt x="884" y="292"/>
                  </a:cubicBezTo>
                  <a:cubicBezTo>
                    <a:pt x="881" y="290"/>
                    <a:pt x="864" y="291"/>
                    <a:pt x="847" y="293"/>
                  </a:cubicBezTo>
                  <a:cubicBezTo>
                    <a:pt x="830" y="295"/>
                    <a:pt x="814" y="297"/>
                    <a:pt x="812" y="296"/>
                  </a:cubicBezTo>
                  <a:cubicBezTo>
                    <a:pt x="808" y="295"/>
                    <a:pt x="805" y="285"/>
                    <a:pt x="805" y="285"/>
                  </a:cubicBezTo>
                  <a:cubicBezTo>
                    <a:pt x="805" y="285"/>
                    <a:pt x="805" y="285"/>
                    <a:pt x="805" y="285"/>
                  </a:cubicBezTo>
                  <a:cubicBezTo>
                    <a:pt x="805" y="285"/>
                    <a:pt x="799" y="275"/>
                    <a:pt x="799" y="272"/>
                  </a:cubicBezTo>
                  <a:cubicBezTo>
                    <a:pt x="800" y="271"/>
                    <a:pt x="812" y="259"/>
                    <a:pt x="824" y="247"/>
                  </a:cubicBezTo>
                  <a:cubicBezTo>
                    <a:pt x="835" y="235"/>
                    <a:pt x="847" y="222"/>
                    <a:pt x="847" y="219"/>
                  </a:cubicBezTo>
                  <a:cubicBezTo>
                    <a:pt x="847" y="213"/>
                    <a:pt x="839" y="200"/>
                    <a:pt x="834" y="199"/>
                  </a:cubicBezTo>
                  <a:cubicBezTo>
                    <a:pt x="831" y="198"/>
                    <a:pt x="815" y="202"/>
                    <a:pt x="798" y="208"/>
                  </a:cubicBezTo>
                  <a:cubicBezTo>
                    <a:pt x="782" y="213"/>
                    <a:pt x="767" y="220"/>
                    <a:pt x="765" y="220"/>
                  </a:cubicBezTo>
                  <a:cubicBezTo>
                    <a:pt x="761" y="219"/>
                    <a:pt x="755" y="210"/>
                    <a:pt x="755" y="210"/>
                  </a:cubicBezTo>
                  <a:cubicBezTo>
                    <a:pt x="755" y="210"/>
                    <a:pt x="755" y="210"/>
                    <a:pt x="755" y="210"/>
                  </a:cubicBezTo>
                  <a:cubicBezTo>
                    <a:pt x="755" y="210"/>
                    <a:pt x="748" y="202"/>
                    <a:pt x="747" y="199"/>
                  </a:cubicBezTo>
                  <a:cubicBezTo>
                    <a:pt x="747" y="197"/>
                    <a:pt x="756" y="183"/>
                    <a:pt x="765" y="169"/>
                  </a:cubicBezTo>
                  <a:cubicBezTo>
                    <a:pt x="774" y="154"/>
                    <a:pt x="782" y="139"/>
                    <a:pt x="781" y="136"/>
                  </a:cubicBezTo>
                  <a:cubicBezTo>
                    <a:pt x="780" y="130"/>
                    <a:pt x="769" y="120"/>
                    <a:pt x="764" y="119"/>
                  </a:cubicBezTo>
                  <a:cubicBezTo>
                    <a:pt x="761" y="119"/>
                    <a:pt x="746" y="127"/>
                    <a:pt x="732" y="136"/>
                  </a:cubicBezTo>
                  <a:cubicBezTo>
                    <a:pt x="717" y="145"/>
                    <a:pt x="703" y="155"/>
                    <a:pt x="701" y="155"/>
                  </a:cubicBezTo>
                  <a:cubicBezTo>
                    <a:pt x="698" y="156"/>
                    <a:pt x="690" y="148"/>
                    <a:pt x="690" y="148"/>
                  </a:cubicBezTo>
                  <a:cubicBezTo>
                    <a:pt x="690" y="148"/>
                    <a:pt x="690" y="148"/>
                    <a:pt x="690" y="148"/>
                  </a:cubicBezTo>
                  <a:cubicBezTo>
                    <a:pt x="690" y="148"/>
                    <a:pt x="681" y="142"/>
                    <a:pt x="680" y="139"/>
                  </a:cubicBezTo>
                  <a:cubicBezTo>
                    <a:pt x="679" y="138"/>
                    <a:pt x="685" y="122"/>
                    <a:pt x="690" y="106"/>
                  </a:cubicBezTo>
                  <a:cubicBezTo>
                    <a:pt x="695" y="90"/>
                    <a:pt x="699" y="73"/>
                    <a:pt x="698" y="70"/>
                  </a:cubicBezTo>
                  <a:cubicBezTo>
                    <a:pt x="696" y="65"/>
                    <a:pt x="683" y="58"/>
                    <a:pt x="677" y="58"/>
                  </a:cubicBezTo>
                  <a:cubicBezTo>
                    <a:pt x="675" y="58"/>
                    <a:pt x="662" y="70"/>
                    <a:pt x="650" y="82"/>
                  </a:cubicBezTo>
                  <a:cubicBezTo>
                    <a:pt x="638" y="94"/>
                    <a:pt x="627" y="107"/>
                    <a:pt x="625" y="108"/>
                  </a:cubicBezTo>
                  <a:cubicBezTo>
                    <a:pt x="622" y="109"/>
                    <a:pt x="612" y="103"/>
                    <a:pt x="612" y="103"/>
                  </a:cubicBezTo>
                  <a:cubicBezTo>
                    <a:pt x="612" y="103"/>
                    <a:pt x="612" y="103"/>
                    <a:pt x="612" y="103"/>
                  </a:cubicBezTo>
                  <a:cubicBezTo>
                    <a:pt x="612" y="103"/>
                    <a:pt x="602" y="100"/>
                    <a:pt x="600" y="97"/>
                  </a:cubicBezTo>
                  <a:cubicBezTo>
                    <a:pt x="599" y="95"/>
                    <a:pt x="601" y="79"/>
                    <a:pt x="602" y="62"/>
                  </a:cubicBezTo>
                  <a:cubicBezTo>
                    <a:pt x="604" y="45"/>
                    <a:pt x="604" y="28"/>
                    <a:pt x="602" y="26"/>
                  </a:cubicBezTo>
                  <a:cubicBezTo>
                    <a:pt x="599" y="21"/>
                    <a:pt x="584" y="17"/>
                    <a:pt x="579" y="19"/>
                  </a:cubicBezTo>
                  <a:cubicBezTo>
                    <a:pt x="577" y="19"/>
                    <a:pt x="567" y="34"/>
                    <a:pt x="558" y="48"/>
                  </a:cubicBezTo>
                  <a:cubicBezTo>
                    <a:pt x="549" y="63"/>
                    <a:pt x="541" y="78"/>
                    <a:pt x="540" y="79"/>
                  </a:cubicBezTo>
                  <a:cubicBezTo>
                    <a:pt x="537" y="81"/>
                    <a:pt x="526" y="78"/>
                    <a:pt x="526" y="78"/>
                  </a:cubicBezTo>
                  <a:cubicBezTo>
                    <a:pt x="526" y="77"/>
                    <a:pt x="526" y="77"/>
                    <a:pt x="526" y="77"/>
                  </a:cubicBezTo>
                  <a:cubicBezTo>
                    <a:pt x="526" y="77"/>
                    <a:pt x="515" y="77"/>
                    <a:pt x="513" y="74"/>
                  </a:cubicBezTo>
                  <a:cubicBezTo>
                    <a:pt x="512" y="73"/>
                    <a:pt x="510" y="56"/>
                    <a:pt x="507" y="40"/>
                  </a:cubicBezTo>
                  <a:cubicBezTo>
                    <a:pt x="504" y="23"/>
                    <a:pt x="501" y="6"/>
                    <a:pt x="499" y="4"/>
                  </a:cubicBezTo>
                  <a:cubicBezTo>
                    <a:pt x="494" y="0"/>
                    <a:pt x="479" y="0"/>
                    <a:pt x="474" y="3"/>
                  </a:cubicBezTo>
                  <a:cubicBezTo>
                    <a:pt x="472" y="4"/>
                    <a:pt x="466" y="20"/>
                    <a:pt x="461" y="37"/>
                  </a:cubicBezTo>
                  <a:cubicBezTo>
                    <a:pt x="456" y="53"/>
                    <a:pt x="451" y="69"/>
                    <a:pt x="450" y="71"/>
                  </a:cubicBezTo>
                  <a:cubicBezTo>
                    <a:pt x="447" y="73"/>
                    <a:pt x="437" y="72"/>
                    <a:pt x="437" y="72"/>
                  </a:cubicBezTo>
                  <a:cubicBezTo>
                    <a:pt x="436" y="72"/>
                    <a:pt x="436" y="72"/>
                    <a:pt x="436" y="72"/>
                  </a:cubicBezTo>
                  <a:cubicBezTo>
                    <a:pt x="436" y="72"/>
                    <a:pt x="426" y="74"/>
                    <a:pt x="423" y="72"/>
                  </a:cubicBezTo>
                  <a:cubicBezTo>
                    <a:pt x="421" y="71"/>
                    <a:pt x="416" y="56"/>
                    <a:pt x="409" y="40"/>
                  </a:cubicBezTo>
                  <a:cubicBezTo>
                    <a:pt x="403" y="24"/>
                    <a:pt x="395" y="9"/>
                    <a:pt x="393" y="7"/>
                  </a:cubicBezTo>
                  <a:cubicBezTo>
                    <a:pt x="388" y="5"/>
                    <a:pt x="373" y="8"/>
                    <a:pt x="369" y="12"/>
                  </a:cubicBezTo>
                  <a:cubicBezTo>
                    <a:pt x="367" y="13"/>
                    <a:pt x="365" y="31"/>
                    <a:pt x="363" y="47"/>
                  </a:cubicBezTo>
                  <a:cubicBezTo>
                    <a:pt x="362" y="65"/>
                    <a:pt x="362" y="81"/>
                    <a:pt x="361" y="83"/>
                  </a:cubicBezTo>
                  <a:cubicBezTo>
                    <a:pt x="359" y="86"/>
                    <a:pt x="348" y="88"/>
                    <a:pt x="348" y="88"/>
                  </a:cubicBezTo>
                  <a:cubicBezTo>
                    <a:pt x="348" y="88"/>
                    <a:pt x="348" y="88"/>
                    <a:pt x="348" y="88"/>
                  </a:cubicBezTo>
                  <a:cubicBezTo>
                    <a:pt x="348" y="88"/>
                    <a:pt x="338" y="92"/>
                    <a:pt x="335" y="91"/>
                  </a:cubicBezTo>
                  <a:cubicBezTo>
                    <a:pt x="333" y="90"/>
                    <a:pt x="324" y="76"/>
                    <a:pt x="314" y="63"/>
                  </a:cubicBezTo>
                  <a:cubicBezTo>
                    <a:pt x="304" y="49"/>
                    <a:pt x="293" y="35"/>
                    <a:pt x="290" y="35"/>
                  </a:cubicBezTo>
                  <a:cubicBezTo>
                    <a:pt x="285" y="33"/>
                    <a:pt x="271" y="40"/>
                    <a:pt x="268" y="44"/>
                  </a:cubicBezTo>
                  <a:cubicBezTo>
                    <a:pt x="267" y="47"/>
                    <a:pt x="269" y="64"/>
                    <a:pt x="271" y="81"/>
                  </a:cubicBezTo>
                  <a:cubicBezTo>
                    <a:pt x="274" y="97"/>
                    <a:pt x="277" y="114"/>
                    <a:pt x="277" y="116"/>
                  </a:cubicBezTo>
                  <a:cubicBezTo>
                    <a:pt x="276" y="119"/>
                    <a:pt x="266" y="123"/>
                    <a:pt x="266" y="123"/>
                  </a:cubicBezTo>
                  <a:cubicBezTo>
                    <a:pt x="266" y="123"/>
                    <a:pt x="266" y="123"/>
                    <a:pt x="266" y="123"/>
                  </a:cubicBezTo>
                  <a:cubicBezTo>
                    <a:pt x="266" y="123"/>
                    <a:pt x="257" y="130"/>
                    <a:pt x="253" y="129"/>
                  </a:cubicBezTo>
                  <a:cubicBezTo>
                    <a:pt x="252" y="129"/>
                    <a:pt x="240" y="118"/>
                    <a:pt x="227" y="107"/>
                  </a:cubicBezTo>
                  <a:cubicBezTo>
                    <a:pt x="214" y="96"/>
                    <a:pt x="200" y="85"/>
                    <a:pt x="197" y="85"/>
                  </a:cubicBezTo>
                  <a:cubicBezTo>
                    <a:pt x="192" y="85"/>
                    <a:pt x="179" y="95"/>
                    <a:pt x="178" y="100"/>
                  </a:cubicBezTo>
                  <a:cubicBezTo>
                    <a:pt x="177" y="102"/>
                    <a:pt x="183" y="118"/>
                    <a:pt x="189" y="134"/>
                  </a:cubicBezTo>
                  <a:cubicBezTo>
                    <a:pt x="196" y="150"/>
                    <a:pt x="203" y="165"/>
                    <a:pt x="203" y="167"/>
                  </a:cubicBezTo>
                  <a:cubicBezTo>
                    <a:pt x="203" y="171"/>
                    <a:pt x="194" y="177"/>
                    <a:pt x="194" y="177"/>
                  </a:cubicBezTo>
                  <a:cubicBezTo>
                    <a:pt x="194" y="177"/>
                    <a:pt x="194" y="177"/>
                    <a:pt x="194" y="177"/>
                  </a:cubicBezTo>
                  <a:cubicBezTo>
                    <a:pt x="194" y="177"/>
                    <a:pt x="186" y="185"/>
                    <a:pt x="183" y="186"/>
                  </a:cubicBezTo>
                  <a:cubicBezTo>
                    <a:pt x="181" y="186"/>
                    <a:pt x="167" y="178"/>
                    <a:pt x="152" y="170"/>
                  </a:cubicBezTo>
                  <a:cubicBezTo>
                    <a:pt x="137" y="162"/>
                    <a:pt x="121" y="155"/>
                    <a:pt x="118" y="156"/>
                  </a:cubicBezTo>
                  <a:cubicBezTo>
                    <a:pt x="113" y="157"/>
                    <a:pt x="103" y="169"/>
                    <a:pt x="103" y="174"/>
                  </a:cubicBezTo>
                  <a:cubicBezTo>
                    <a:pt x="103" y="177"/>
                    <a:pt x="112" y="191"/>
                    <a:pt x="122" y="205"/>
                  </a:cubicBezTo>
                  <a:cubicBezTo>
                    <a:pt x="132" y="219"/>
                    <a:pt x="142" y="232"/>
                    <a:pt x="143" y="234"/>
                  </a:cubicBezTo>
                  <a:cubicBezTo>
                    <a:pt x="143" y="238"/>
                    <a:pt x="136" y="246"/>
                    <a:pt x="136" y="246"/>
                  </a:cubicBezTo>
                  <a:cubicBezTo>
                    <a:pt x="136" y="246"/>
                    <a:pt x="136" y="246"/>
                    <a:pt x="136" y="246"/>
                  </a:cubicBezTo>
                  <a:cubicBezTo>
                    <a:pt x="136" y="246"/>
                    <a:pt x="131" y="256"/>
                    <a:pt x="128" y="257"/>
                  </a:cubicBezTo>
                  <a:cubicBezTo>
                    <a:pt x="126" y="257"/>
                    <a:pt x="110" y="253"/>
                    <a:pt x="94" y="248"/>
                  </a:cubicBezTo>
                  <a:cubicBezTo>
                    <a:pt x="77" y="244"/>
                    <a:pt x="60" y="241"/>
                    <a:pt x="58" y="242"/>
                  </a:cubicBezTo>
                  <a:cubicBezTo>
                    <a:pt x="52" y="245"/>
                    <a:pt x="46" y="259"/>
                    <a:pt x="47" y="264"/>
                  </a:cubicBezTo>
                  <a:cubicBezTo>
                    <a:pt x="47" y="266"/>
                    <a:pt x="60" y="279"/>
                    <a:pt x="72" y="290"/>
                  </a:cubicBezTo>
                  <a:cubicBezTo>
                    <a:pt x="85" y="301"/>
                    <a:pt x="98" y="311"/>
                    <a:pt x="99" y="313"/>
                  </a:cubicBezTo>
                  <a:cubicBezTo>
                    <a:pt x="101" y="317"/>
                    <a:pt x="96" y="326"/>
                    <a:pt x="96" y="326"/>
                  </a:cubicBezTo>
                  <a:cubicBezTo>
                    <a:pt x="96" y="326"/>
                    <a:pt x="96" y="326"/>
                    <a:pt x="96" y="326"/>
                  </a:cubicBezTo>
                  <a:cubicBezTo>
                    <a:pt x="95" y="326"/>
                    <a:pt x="93" y="337"/>
                    <a:pt x="90" y="339"/>
                  </a:cubicBezTo>
                  <a:cubicBezTo>
                    <a:pt x="89" y="340"/>
                    <a:pt x="72" y="339"/>
                    <a:pt x="55" y="338"/>
                  </a:cubicBezTo>
                  <a:cubicBezTo>
                    <a:pt x="38" y="338"/>
                    <a:pt x="21" y="339"/>
                    <a:pt x="19" y="341"/>
                  </a:cubicBezTo>
                  <a:cubicBezTo>
                    <a:pt x="14" y="344"/>
                    <a:pt x="11" y="359"/>
                    <a:pt x="13" y="364"/>
                  </a:cubicBezTo>
                  <a:cubicBezTo>
                    <a:pt x="14" y="367"/>
                    <a:pt x="29" y="376"/>
                    <a:pt x="44" y="383"/>
                  </a:cubicBezTo>
                  <a:cubicBezTo>
                    <a:pt x="59" y="391"/>
                    <a:pt x="74" y="398"/>
                    <a:pt x="76" y="400"/>
                  </a:cubicBezTo>
                  <a:cubicBezTo>
                    <a:pt x="78" y="403"/>
                    <a:pt x="75" y="413"/>
                    <a:pt x="75" y="413"/>
                  </a:cubicBezTo>
                  <a:cubicBezTo>
                    <a:pt x="75" y="414"/>
                    <a:pt x="75" y="414"/>
                    <a:pt x="75" y="414"/>
                  </a:cubicBezTo>
                  <a:cubicBezTo>
                    <a:pt x="75" y="414"/>
                    <a:pt x="75" y="424"/>
                    <a:pt x="72" y="427"/>
                  </a:cubicBezTo>
                  <a:cubicBezTo>
                    <a:pt x="71" y="428"/>
                    <a:pt x="55" y="431"/>
                    <a:pt x="38" y="435"/>
                  </a:cubicBezTo>
                  <a:cubicBezTo>
                    <a:pt x="22" y="439"/>
                    <a:pt x="5" y="443"/>
                    <a:pt x="3" y="445"/>
                  </a:cubicBezTo>
                  <a:cubicBezTo>
                    <a:pt x="0" y="450"/>
                    <a:pt x="0" y="465"/>
                    <a:pt x="3" y="470"/>
                  </a:cubicBezTo>
                  <a:cubicBezTo>
                    <a:pt x="5" y="472"/>
                    <a:pt x="21" y="477"/>
                    <a:pt x="38" y="481"/>
                  </a:cubicBezTo>
                  <a:cubicBezTo>
                    <a:pt x="54" y="485"/>
                    <a:pt x="71" y="489"/>
                    <a:pt x="72" y="490"/>
                  </a:cubicBezTo>
                  <a:cubicBezTo>
                    <a:pt x="75" y="492"/>
                    <a:pt x="75" y="503"/>
                    <a:pt x="75" y="503"/>
                  </a:cubicBezTo>
                  <a:cubicBezTo>
                    <a:pt x="75" y="503"/>
                    <a:pt x="75" y="503"/>
                    <a:pt x="75" y="503"/>
                  </a:cubicBezTo>
                  <a:cubicBezTo>
                    <a:pt x="75" y="503"/>
                    <a:pt x="77" y="514"/>
                    <a:pt x="76" y="517"/>
                  </a:cubicBezTo>
                  <a:cubicBezTo>
                    <a:pt x="75" y="519"/>
                    <a:pt x="59" y="525"/>
                    <a:pt x="44" y="533"/>
                  </a:cubicBezTo>
                  <a:cubicBezTo>
                    <a:pt x="29" y="540"/>
                    <a:pt x="14" y="548"/>
                    <a:pt x="13" y="551"/>
                  </a:cubicBezTo>
                  <a:cubicBezTo>
                    <a:pt x="10" y="556"/>
                    <a:pt x="14" y="571"/>
                    <a:pt x="18" y="574"/>
                  </a:cubicBezTo>
                  <a:cubicBezTo>
                    <a:pt x="20" y="576"/>
                    <a:pt x="37" y="577"/>
                    <a:pt x="54" y="578"/>
                  </a:cubicBezTo>
                  <a:cubicBezTo>
                    <a:pt x="71" y="578"/>
                    <a:pt x="88" y="577"/>
                    <a:pt x="90" y="578"/>
                  </a:cubicBezTo>
                  <a:cubicBezTo>
                    <a:pt x="93" y="580"/>
                    <a:pt x="96" y="591"/>
                    <a:pt x="96" y="591"/>
                  </a:cubicBezTo>
                  <a:cubicBezTo>
                    <a:pt x="96" y="591"/>
                    <a:pt x="96" y="591"/>
                    <a:pt x="96" y="591"/>
                  </a:cubicBezTo>
                  <a:cubicBezTo>
                    <a:pt x="96" y="591"/>
                    <a:pt x="100" y="601"/>
                    <a:pt x="99" y="604"/>
                  </a:cubicBezTo>
                  <a:cubicBezTo>
                    <a:pt x="99" y="606"/>
                    <a:pt x="86" y="615"/>
                    <a:pt x="72" y="626"/>
                  </a:cubicBezTo>
                  <a:cubicBezTo>
                    <a:pt x="59" y="637"/>
                    <a:pt x="47" y="649"/>
                    <a:pt x="46" y="651"/>
                  </a:cubicBezTo>
                  <a:cubicBezTo>
                    <a:pt x="45" y="657"/>
                    <a:pt x="52" y="671"/>
                    <a:pt x="57" y="673"/>
                  </a:cubicBezTo>
                  <a:cubicBezTo>
                    <a:pt x="59" y="674"/>
                    <a:pt x="76" y="672"/>
                    <a:pt x="93" y="668"/>
                  </a:cubicBezTo>
                  <a:cubicBezTo>
                    <a:pt x="110" y="664"/>
                    <a:pt x="126" y="660"/>
                    <a:pt x="128" y="660"/>
                  </a:cubicBezTo>
                  <a:cubicBezTo>
                    <a:pt x="131" y="661"/>
                    <a:pt x="136" y="671"/>
                    <a:pt x="136" y="671"/>
                  </a:cubicBezTo>
                  <a:cubicBezTo>
                    <a:pt x="136" y="671"/>
                    <a:pt x="136" y="671"/>
                    <a:pt x="136" y="671"/>
                  </a:cubicBezTo>
                  <a:cubicBezTo>
                    <a:pt x="136" y="671"/>
                    <a:pt x="143" y="680"/>
                    <a:pt x="143" y="683"/>
                  </a:cubicBezTo>
                  <a:cubicBezTo>
                    <a:pt x="143" y="685"/>
                    <a:pt x="132" y="697"/>
                    <a:pt x="122" y="711"/>
                  </a:cubicBezTo>
                  <a:cubicBezTo>
                    <a:pt x="111" y="724"/>
                    <a:pt x="102" y="739"/>
                    <a:pt x="102" y="741"/>
                  </a:cubicBezTo>
                  <a:cubicBezTo>
                    <a:pt x="102" y="747"/>
                    <a:pt x="112" y="759"/>
                    <a:pt x="117" y="760"/>
                  </a:cubicBezTo>
                  <a:cubicBezTo>
                    <a:pt x="120" y="761"/>
                    <a:pt x="136" y="754"/>
                    <a:pt x="151" y="747"/>
                  </a:cubicBezTo>
                  <a:cubicBezTo>
                    <a:pt x="166" y="739"/>
                    <a:pt x="181" y="731"/>
                    <a:pt x="183" y="731"/>
                  </a:cubicBezTo>
                  <a:cubicBezTo>
                    <a:pt x="187" y="731"/>
                    <a:pt x="194" y="740"/>
                    <a:pt x="194" y="740"/>
                  </a:cubicBezTo>
                  <a:cubicBezTo>
                    <a:pt x="194" y="740"/>
                    <a:pt x="194" y="740"/>
                    <a:pt x="194" y="740"/>
                  </a:cubicBezTo>
                  <a:cubicBezTo>
                    <a:pt x="194" y="740"/>
                    <a:pt x="202" y="747"/>
                    <a:pt x="203" y="750"/>
                  </a:cubicBezTo>
                  <a:cubicBezTo>
                    <a:pt x="203" y="751"/>
                    <a:pt x="196" y="766"/>
                    <a:pt x="189" y="782"/>
                  </a:cubicBezTo>
                  <a:cubicBezTo>
                    <a:pt x="182" y="797"/>
                    <a:pt x="176" y="813"/>
                    <a:pt x="177" y="816"/>
                  </a:cubicBezTo>
                  <a:cubicBezTo>
                    <a:pt x="178" y="822"/>
                    <a:pt x="191" y="831"/>
                    <a:pt x="196" y="831"/>
                  </a:cubicBezTo>
                  <a:cubicBezTo>
                    <a:pt x="199" y="831"/>
                    <a:pt x="213" y="821"/>
                    <a:pt x="226" y="810"/>
                  </a:cubicBezTo>
                  <a:cubicBezTo>
                    <a:pt x="239" y="799"/>
                    <a:pt x="252" y="788"/>
                    <a:pt x="254" y="787"/>
                  </a:cubicBezTo>
                  <a:cubicBezTo>
                    <a:pt x="257" y="787"/>
                    <a:pt x="266" y="793"/>
                    <a:pt x="266" y="793"/>
                  </a:cubicBezTo>
                  <a:cubicBezTo>
                    <a:pt x="266" y="793"/>
                    <a:pt x="266" y="793"/>
                    <a:pt x="266" y="793"/>
                  </a:cubicBezTo>
                  <a:cubicBezTo>
                    <a:pt x="266" y="793"/>
                    <a:pt x="276" y="798"/>
                    <a:pt x="277" y="801"/>
                  </a:cubicBezTo>
                  <a:cubicBezTo>
                    <a:pt x="278" y="803"/>
                    <a:pt x="274" y="819"/>
                    <a:pt x="271" y="835"/>
                  </a:cubicBezTo>
                  <a:cubicBezTo>
                    <a:pt x="268" y="852"/>
                    <a:pt x="265" y="869"/>
                    <a:pt x="267" y="872"/>
                  </a:cubicBezTo>
                  <a:cubicBezTo>
                    <a:pt x="269" y="877"/>
                    <a:pt x="284" y="883"/>
                    <a:pt x="289" y="881"/>
                  </a:cubicBezTo>
                  <a:cubicBezTo>
                    <a:pt x="291" y="881"/>
                    <a:pt x="303" y="868"/>
                    <a:pt x="313" y="854"/>
                  </a:cubicBezTo>
                  <a:cubicBezTo>
                    <a:pt x="324" y="841"/>
                    <a:pt x="333" y="827"/>
                    <a:pt x="335" y="826"/>
                  </a:cubicBezTo>
                  <a:cubicBezTo>
                    <a:pt x="338" y="824"/>
                    <a:pt x="348" y="829"/>
                    <a:pt x="348" y="829"/>
                  </a:cubicBezTo>
                  <a:cubicBezTo>
                    <a:pt x="348" y="829"/>
                    <a:pt x="348" y="829"/>
                    <a:pt x="348" y="829"/>
                  </a:cubicBezTo>
                  <a:cubicBezTo>
                    <a:pt x="348" y="829"/>
                    <a:pt x="359" y="831"/>
                    <a:pt x="361" y="834"/>
                  </a:cubicBezTo>
                  <a:cubicBezTo>
                    <a:pt x="362" y="835"/>
                    <a:pt x="362" y="852"/>
                    <a:pt x="363" y="869"/>
                  </a:cubicBezTo>
                  <a:cubicBezTo>
                    <a:pt x="364" y="886"/>
                    <a:pt x="365" y="903"/>
                    <a:pt x="367" y="905"/>
                  </a:cubicBezTo>
                  <a:cubicBezTo>
                    <a:pt x="371" y="909"/>
                    <a:pt x="386" y="912"/>
                    <a:pt x="391" y="909"/>
                  </a:cubicBezTo>
                  <a:cubicBezTo>
                    <a:pt x="393" y="908"/>
                    <a:pt x="401" y="893"/>
                    <a:pt x="408" y="877"/>
                  </a:cubicBezTo>
                  <a:cubicBezTo>
                    <a:pt x="415" y="862"/>
                    <a:pt x="422" y="846"/>
                    <a:pt x="423" y="845"/>
                  </a:cubicBezTo>
                  <a:cubicBezTo>
                    <a:pt x="426" y="842"/>
                    <a:pt x="436" y="844"/>
                    <a:pt x="436" y="844"/>
                  </a:cubicBezTo>
                  <a:cubicBezTo>
                    <a:pt x="437" y="845"/>
                    <a:pt x="437" y="845"/>
                    <a:pt x="437" y="845"/>
                  </a:cubicBezTo>
                  <a:cubicBezTo>
                    <a:pt x="437" y="845"/>
                    <a:pt x="448" y="844"/>
                    <a:pt x="450" y="846"/>
                  </a:cubicBezTo>
                  <a:cubicBezTo>
                    <a:pt x="451" y="847"/>
                    <a:pt x="455" y="864"/>
                    <a:pt x="460" y="880"/>
                  </a:cubicBezTo>
                  <a:cubicBezTo>
                    <a:pt x="465" y="896"/>
                    <a:pt x="470" y="912"/>
                    <a:pt x="473" y="914"/>
                  </a:cubicBezTo>
                  <a:cubicBezTo>
                    <a:pt x="477" y="917"/>
                    <a:pt x="493" y="916"/>
                    <a:pt x="497" y="913"/>
                  </a:cubicBezTo>
                  <a:cubicBezTo>
                    <a:pt x="499" y="911"/>
                    <a:pt x="503" y="894"/>
                    <a:pt x="506" y="878"/>
                  </a:cubicBezTo>
                  <a:cubicBezTo>
                    <a:pt x="510" y="861"/>
                    <a:pt x="512" y="844"/>
                    <a:pt x="513" y="843"/>
                  </a:cubicBezTo>
                  <a:cubicBezTo>
                    <a:pt x="515" y="840"/>
                    <a:pt x="526" y="839"/>
                    <a:pt x="526" y="839"/>
                  </a:cubicBezTo>
                  <a:cubicBezTo>
                    <a:pt x="526" y="839"/>
                    <a:pt x="526" y="839"/>
                    <a:pt x="526" y="839"/>
                  </a:cubicBezTo>
                  <a:cubicBezTo>
                    <a:pt x="526" y="839"/>
                    <a:pt x="537" y="837"/>
                    <a:pt x="540" y="838"/>
                  </a:cubicBezTo>
                  <a:cubicBezTo>
                    <a:pt x="541" y="839"/>
                    <a:pt x="549" y="854"/>
                    <a:pt x="557" y="868"/>
                  </a:cubicBezTo>
                  <a:cubicBezTo>
                    <a:pt x="565" y="883"/>
                    <a:pt x="575" y="898"/>
                    <a:pt x="577" y="899"/>
                  </a:cubicBezTo>
                  <a:cubicBezTo>
                    <a:pt x="583" y="901"/>
                    <a:pt x="597" y="896"/>
                    <a:pt x="601" y="892"/>
                  </a:cubicBezTo>
                  <a:cubicBezTo>
                    <a:pt x="602" y="890"/>
                    <a:pt x="602" y="873"/>
                    <a:pt x="602" y="855"/>
                  </a:cubicBezTo>
                  <a:cubicBezTo>
                    <a:pt x="601" y="838"/>
                    <a:pt x="600" y="822"/>
                    <a:pt x="600" y="820"/>
                  </a:cubicBezTo>
                  <a:cubicBezTo>
                    <a:pt x="602" y="816"/>
                    <a:pt x="612" y="814"/>
                    <a:pt x="612" y="814"/>
                  </a:cubicBezTo>
                  <a:cubicBezTo>
                    <a:pt x="612" y="814"/>
                    <a:pt x="612" y="814"/>
                    <a:pt x="612" y="814"/>
                  </a:cubicBezTo>
                  <a:cubicBezTo>
                    <a:pt x="612" y="814"/>
                    <a:pt x="622" y="808"/>
                    <a:pt x="625" y="809"/>
                  </a:cubicBezTo>
                  <a:cubicBezTo>
                    <a:pt x="627" y="809"/>
                    <a:pt x="638" y="822"/>
                    <a:pt x="649" y="835"/>
                  </a:cubicBezTo>
                  <a:cubicBezTo>
                    <a:pt x="661" y="847"/>
                    <a:pt x="673" y="859"/>
                    <a:pt x="676" y="860"/>
                  </a:cubicBezTo>
                  <a:cubicBezTo>
                    <a:pt x="681" y="860"/>
                    <a:pt x="695" y="852"/>
                    <a:pt x="697" y="847"/>
                  </a:cubicBezTo>
                  <a:cubicBezTo>
                    <a:pt x="698" y="845"/>
                    <a:pt x="694" y="828"/>
                    <a:pt x="689" y="812"/>
                  </a:cubicBezTo>
                  <a:cubicBezTo>
                    <a:pt x="685" y="795"/>
                    <a:pt x="679" y="779"/>
                    <a:pt x="680" y="778"/>
                  </a:cubicBezTo>
                  <a:cubicBezTo>
                    <a:pt x="680" y="774"/>
                    <a:pt x="690" y="769"/>
                    <a:pt x="690" y="769"/>
                  </a:cubicBezTo>
                  <a:cubicBezTo>
                    <a:pt x="690" y="769"/>
                    <a:pt x="690" y="769"/>
                    <a:pt x="690" y="769"/>
                  </a:cubicBezTo>
                  <a:cubicBezTo>
                    <a:pt x="690" y="769"/>
                    <a:pt x="698" y="761"/>
                    <a:pt x="702" y="761"/>
                  </a:cubicBezTo>
                  <a:cubicBezTo>
                    <a:pt x="703" y="761"/>
                    <a:pt x="717" y="771"/>
                    <a:pt x="731" y="781"/>
                  </a:cubicBezTo>
                  <a:cubicBezTo>
                    <a:pt x="745" y="790"/>
                    <a:pt x="759" y="799"/>
                    <a:pt x="762" y="799"/>
                  </a:cubicBezTo>
                  <a:cubicBezTo>
                    <a:pt x="768" y="798"/>
                    <a:pt x="779" y="787"/>
                    <a:pt x="780" y="782"/>
                  </a:cubicBezTo>
                  <a:cubicBezTo>
                    <a:pt x="780" y="780"/>
                    <a:pt x="773" y="764"/>
                    <a:pt x="765" y="749"/>
                  </a:cubicBezTo>
                  <a:cubicBezTo>
                    <a:pt x="756" y="734"/>
                    <a:pt x="748" y="720"/>
                    <a:pt x="747" y="718"/>
                  </a:cubicBezTo>
                  <a:cubicBezTo>
                    <a:pt x="747" y="714"/>
                    <a:pt x="755" y="707"/>
                    <a:pt x="755" y="707"/>
                  </a:cubicBezTo>
                  <a:cubicBezTo>
                    <a:pt x="755" y="707"/>
                    <a:pt x="755" y="707"/>
                    <a:pt x="755" y="707"/>
                  </a:cubicBezTo>
                  <a:cubicBezTo>
                    <a:pt x="755" y="707"/>
                    <a:pt x="762" y="698"/>
                    <a:pt x="765" y="697"/>
                  </a:cubicBezTo>
                  <a:cubicBezTo>
                    <a:pt x="767" y="697"/>
                    <a:pt x="782" y="703"/>
                    <a:pt x="798" y="709"/>
                  </a:cubicBezTo>
                  <a:cubicBezTo>
                    <a:pt x="813" y="715"/>
                    <a:pt x="830" y="721"/>
                    <a:pt x="833" y="720"/>
                  </a:cubicBezTo>
                  <a:cubicBezTo>
                    <a:pt x="838" y="718"/>
                    <a:pt x="846" y="705"/>
                    <a:pt x="846" y="699"/>
                  </a:cubicBezTo>
                  <a:cubicBezTo>
                    <a:pt x="846" y="697"/>
                    <a:pt x="835" y="683"/>
                    <a:pt x="824" y="671"/>
                  </a:cubicBezTo>
                  <a:cubicBezTo>
                    <a:pt x="812" y="658"/>
                    <a:pt x="800" y="646"/>
                    <a:pt x="800" y="645"/>
                  </a:cubicBezTo>
                  <a:cubicBezTo>
                    <a:pt x="799" y="641"/>
                    <a:pt x="805" y="632"/>
                    <a:pt x="805" y="632"/>
                  </a:cubicBezTo>
                  <a:cubicBezTo>
                    <a:pt x="805" y="632"/>
                    <a:pt x="805" y="632"/>
                    <a:pt x="805" y="632"/>
                  </a:cubicBezTo>
                  <a:cubicBezTo>
                    <a:pt x="805" y="632"/>
                    <a:pt x="809" y="622"/>
                    <a:pt x="812" y="620"/>
                  </a:cubicBezTo>
                  <a:cubicBezTo>
                    <a:pt x="813" y="619"/>
                    <a:pt x="830" y="622"/>
                    <a:pt x="846" y="624"/>
                  </a:cubicBezTo>
                  <a:cubicBezTo>
                    <a:pt x="863" y="627"/>
                    <a:pt x="880" y="628"/>
                    <a:pt x="883" y="626"/>
                  </a:cubicBezTo>
                  <a:cubicBezTo>
                    <a:pt x="888" y="624"/>
                    <a:pt x="893" y="609"/>
                    <a:pt x="891" y="604"/>
                  </a:cubicBezTo>
                  <a:cubicBezTo>
                    <a:pt x="891" y="601"/>
                    <a:pt x="877" y="591"/>
                    <a:pt x="863" y="581"/>
                  </a:cubicBezTo>
                  <a:cubicBezTo>
                    <a:pt x="849" y="571"/>
                    <a:pt x="834" y="563"/>
                    <a:pt x="833" y="561"/>
                  </a:cubicBezTo>
                  <a:cubicBezTo>
                    <a:pt x="831" y="558"/>
                    <a:pt x="835" y="548"/>
                    <a:pt x="835" y="548"/>
                  </a:cubicBezTo>
                  <a:cubicBezTo>
                    <a:pt x="835" y="548"/>
                    <a:pt x="835" y="548"/>
                    <a:pt x="835" y="548"/>
                  </a:cubicBezTo>
                  <a:cubicBezTo>
                    <a:pt x="836" y="548"/>
                    <a:pt x="837" y="537"/>
                    <a:pt x="840" y="535"/>
                  </a:cubicBezTo>
                  <a:cubicBezTo>
                    <a:pt x="841" y="533"/>
                    <a:pt x="857" y="533"/>
                    <a:pt x="874" y="531"/>
                  </a:cubicBezTo>
                  <a:cubicBezTo>
                    <a:pt x="891" y="529"/>
                    <a:pt x="908" y="526"/>
                    <a:pt x="910" y="524"/>
                  </a:cubicBezTo>
                  <a:cubicBezTo>
                    <a:pt x="914" y="520"/>
                    <a:pt x="916" y="505"/>
                    <a:pt x="913" y="500"/>
                  </a:cubicBezTo>
                  <a:cubicBezTo>
                    <a:pt x="912" y="498"/>
                    <a:pt x="896" y="491"/>
                    <a:pt x="880" y="485"/>
                  </a:cubicBezTo>
                  <a:close/>
                </a:path>
              </a:pathLst>
            </a:custGeom>
            <a:gradFill>
              <a:gsLst>
                <a:gs pos="0">
                  <a:schemeClr val="bg1">
                    <a:lumMod val="85000"/>
                  </a:schemeClr>
                </a:gs>
                <a:gs pos="100000">
                  <a:schemeClr val="bg1"/>
                </a:gs>
              </a:gsLst>
              <a:lin ang="0" scaled="0"/>
            </a:gradFill>
            <a:ln>
              <a:noFill/>
            </a:ln>
          </p:spPr>
          <p:txBody>
            <a:bodyPr vert="horz" wrap="square" lIns="91440" tIns="45720" rIns="91440" bIns="45720" numCol="1" anchor="t" anchorCtr="0" compatLnSpc="1"/>
            <a:lstStyle/>
            <a:p>
              <a:endParaRPr lang="id-ID">
                <a:latin typeface="微软雅黑" panose="020B0503020204020204" pitchFamily="34" charset="-122"/>
                <a:ea typeface="微软雅黑" panose="020B0503020204020204" pitchFamily="34" charset="-122"/>
              </a:endParaRPr>
            </a:p>
          </p:txBody>
        </p:sp>
        <p:sp>
          <p:nvSpPr>
            <p:cNvPr id="64" name="AutoShape 91"/>
            <p:cNvSpPr>
              <a:spLocks noChangeAspect="1"/>
            </p:cNvSpPr>
            <p:nvPr/>
          </p:nvSpPr>
          <p:spPr bwMode="auto">
            <a:xfrm>
              <a:off x="5095889" y="4316533"/>
              <a:ext cx="305754" cy="336417"/>
            </a:xfrm>
            <a:custGeom>
              <a:avLst/>
              <a:gdLst>
                <a:gd name="T0" fmla="+- 0 10795 54"/>
                <a:gd name="T1" fmla="*/ T0 w 21483"/>
                <a:gd name="T2" fmla="*/ 10800 h 21600"/>
                <a:gd name="T3" fmla="+- 0 10795 54"/>
                <a:gd name="T4" fmla="*/ T3 w 21483"/>
                <a:gd name="T5" fmla="*/ 10800 h 21600"/>
                <a:gd name="T6" fmla="+- 0 10795 54"/>
                <a:gd name="T7" fmla="*/ T6 w 21483"/>
                <a:gd name="T8" fmla="*/ 10800 h 21600"/>
                <a:gd name="T9" fmla="+- 0 10795 54"/>
                <a:gd name="T10" fmla="*/ T9 w 21483"/>
                <a:gd name="T11" fmla="*/ 10800 h 21600"/>
              </a:gdLst>
              <a:ahLst/>
              <a:cxnLst>
                <a:cxn ang="0">
                  <a:pos x="T1" y="T2"/>
                </a:cxn>
                <a:cxn ang="0">
                  <a:pos x="T4" y="T5"/>
                </a:cxn>
                <a:cxn ang="0">
                  <a:pos x="T7" y="T8"/>
                </a:cxn>
                <a:cxn ang="0">
                  <a:pos x="T10" y="T11"/>
                </a:cxn>
              </a:cxnLst>
              <a:rect l="0" t="0" r="r" b="b"/>
              <a:pathLst>
                <a:path w="21483" h="21600">
                  <a:moveTo>
                    <a:pt x="20490" y="581"/>
                  </a:moveTo>
                  <a:cubicBezTo>
                    <a:pt x="20984" y="1781"/>
                    <a:pt x="21295" y="3048"/>
                    <a:pt x="21421" y="4387"/>
                  </a:cubicBezTo>
                  <a:cubicBezTo>
                    <a:pt x="21545" y="5722"/>
                    <a:pt x="21482" y="7179"/>
                    <a:pt x="21220" y="8744"/>
                  </a:cubicBezTo>
                  <a:cubicBezTo>
                    <a:pt x="20549" y="13134"/>
                    <a:pt x="18385" y="16469"/>
                    <a:pt x="14732" y="18748"/>
                  </a:cubicBezTo>
                  <a:cubicBezTo>
                    <a:pt x="13010" y="19857"/>
                    <a:pt x="11265" y="20408"/>
                    <a:pt x="9505" y="20408"/>
                  </a:cubicBezTo>
                  <a:cubicBezTo>
                    <a:pt x="8354" y="20408"/>
                    <a:pt x="7208" y="20165"/>
                    <a:pt x="6064" y="19682"/>
                  </a:cubicBezTo>
                  <a:cubicBezTo>
                    <a:pt x="5893" y="19609"/>
                    <a:pt x="5725" y="19519"/>
                    <a:pt x="5556" y="19411"/>
                  </a:cubicBezTo>
                  <a:cubicBezTo>
                    <a:pt x="5388" y="19301"/>
                    <a:pt x="5221" y="19191"/>
                    <a:pt x="5058" y="19075"/>
                  </a:cubicBezTo>
                  <a:cubicBezTo>
                    <a:pt x="4840" y="18928"/>
                    <a:pt x="4625" y="18790"/>
                    <a:pt x="4414" y="18660"/>
                  </a:cubicBezTo>
                  <a:cubicBezTo>
                    <a:pt x="4199" y="18527"/>
                    <a:pt x="4017" y="18465"/>
                    <a:pt x="3857" y="18465"/>
                  </a:cubicBezTo>
                  <a:cubicBezTo>
                    <a:pt x="3785" y="18485"/>
                    <a:pt x="3698" y="18561"/>
                    <a:pt x="3598" y="18700"/>
                  </a:cubicBezTo>
                  <a:cubicBezTo>
                    <a:pt x="3497" y="18841"/>
                    <a:pt x="3392" y="18996"/>
                    <a:pt x="3287" y="19174"/>
                  </a:cubicBezTo>
                  <a:cubicBezTo>
                    <a:pt x="3184" y="19349"/>
                    <a:pt x="3085" y="19536"/>
                    <a:pt x="2989" y="19728"/>
                  </a:cubicBezTo>
                  <a:cubicBezTo>
                    <a:pt x="2898" y="19922"/>
                    <a:pt x="2821" y="20072"/>
                    <a:pt x="2760" y="20179"/>
                  </a:cubicBezTo>
                  <a:cubicBezTo>
                    <a:pt x="2655" y="20388"/>
                    <a:pt x="2557" y="20575"/>
                    <a:pt x="2463" y="20741"/>
                  </a:cubicBezTo>
                  <a:cubicBezTo>
                    <a:pt x="2372" y="20908"/>
                    <a:pt x="2285" y="21055"/>
                    <a:pt x="2213" y="21182"/>
                  </a:cubicBezTo>
                  <a:cubicBezTo>
                    <a:pt x="2025" y="21461"/>
                    <a:pt x="1787" y="21599"/>
                    <a:pt x="1494" y="21599"/>
                  </a:cubicBezTo>
                  <a:lnTo>
                    <a:pt x="1450" y="21599"/>
                  </a:lnTo>
                  <a:cubicBezTo>
                    <a:pt x="1235" y="21583"/>
                    <a:pt x="1050" y="21526"/>
                    <a:pt x="895" y="21433"/>
                  </a:cubicBezTo>
                  <a:cubicBezTo>
                    <a:pt x="743" y="21334"/>
                    <a:pt x="617" y="21224"/>
                    <a:pt x="521" y="21097"/>
                  </a:cubicBezTo>
                  <a:cubicBezTo>
                    <a:pt x="425" y="20975"/>
                    <a:pt x="348" y="20846"/>
                    <a:pt x="292" y="20716"/>
                  </a:cubicBezTo>
                  <a:cubicBezTo>
                    <a:pt x="236" y="20586"/>
                    <a:pt x="198" y="20484"/>
                    <a:pt x="184" y="20408"/>
                  </a:cubicBezTo>
                  <a:cubicBezTo>
                    <a:pt x="-17" y="20077"/>
                    <a:pt x="-54" y="19724"/>
                    <a:pt x="74" y="19355"/>
                  </a:cubicBezTo>
                  <a:cubicBezTo>
                    <a:pt x="222" y="18877"/>
                    <a:pt x="430" y="18479"/>
                    <a:pt x="699" y="18152"/>
                  </a:cubicBezTo>
                  <a:cubicBezTo>
                    <a:pt x="970" y="17827"/>
                    <a:pt x="1235" y="17536"/>
                    <a:pt x="1494" y="17276"/>
                  </a:cubicBezTo>
                  <a:cubicBezTo>
                    <a:pt x="1712" y="17068"/>
                    <a:pt x="1901" y="16873"/>
                    <a:pt x="2061" y="16692"/>
                  </a:cubicBezTo>
                  <a:cubicBezTo>
                    <a:pt x="2222" y="16511"/>
                    <a:pt x="2325" y="16319"/>
                    <a:pt x="2367" y="16113"/>
                  </a:cubicBezTo>
                  <a:cubicBezTo>
                    <a:pt x="2383" y="16057"/>
                    <a:pt x="2383" y="16003"/>
                    <a:pt x="2367" y="15949"/>
                  </a:cubicBezTo>
                  <a:cubicBezTo>
                    <a:pt x="2353" y="15899"/>
                    <a:pt x="2318" y="15783"/>
                    <a:pt x="2257" y="15611"/>
                  </a:cubicBezTo>
                  <a:cubicBezTo>
                    <a:pt x="2213" y="15503"/>
                    <a:pt x="2168" y="15379"/>
                    <a:pt x="2128" y="15241"/>
                  </a:cubicBezTo>
                  <a:cubicBezTo>
                    <a:pt x="2086" y="15100"/>
                    <a:pt x="2051" y="14941"/>
                    <a:pt x="2021" y="14761"/>
                  </a:cubicBezTo>
                  <a:cubicBezTo>
                    <a:pt x="1836" y="13321"/>
                    <a:pt x="1883" y="11988"/>
                    <a:pt x="2166" y="10774"/>
                  </a:cubicBezTo>
                  <a:cubicBezTo>
                    <a:pt x="2449" y="9557"/>
                    <a:pt x="2898" y="8464"/>
                    <a:pt x="3509" y="7493"/>
                  </a:cubicBezTo>
                  <a:cubicBezTo>
                    <a:pt x="4122" y="6527"/>
                    <a:pt x="4852" y="5689"/>
                    <a:pt x="5694" y="4986"/>
                  </a:cubicBezTo>
                  <a:cubicBezTo>
                    <a:pt x="6539" y="4283"/>
                    <a:pt x="7416" y="3741"/>
                    <a:pt x="8326" y="3351"/>
                  </a:cubicBezTo>
                  <a:cubicBezTo>
                    <a:pt x="8939" y="3091"/>
                    <a:pt x="9611" y="2939"/>
                    <a:pt x="10336" y="2894"/>
                  </a:cubicBezTo>
                  <a:cubicBezTo>
                    <a:pt x="11066" y="2848"/>
                    <a:pt x="11826" y="2817"/>
                    <a:pt x="12617" y="2798"/>
                  </a:cubicBezTo>
                  <a:cubicBezTo>
                    <a:pt x="13073" y="2798"/>
                    <a:pt x="13546" y="2789"/>
                    <a:pt x="14037" y="2772"/>
                  </a:cubicBezTo>
                  <a:cubicBezTo>
                    <a:pt x="14531" y="2752"/>
                    <a:pt x="15008" y="2704"/>
                    <a:pt x="15469" y="2623"/>
                  </a:cubicBezTo>
                  <a:cubicBezTo>
                    <a:pt x="15926" y="2541"/>
                    <a:pt x="16351" y="2414"/>
                    <a:pt x="16740" y="2239"/>
                  </a:cubicBezTo>
                  <a:cubicBezTo>
                    <a:pt x="17128" y="2064"/>
                    <a:pt x="17446" y="1815"/>
                    <a:pt x="17692" y="1499"/>
                  </a:cubicBezTo>
                  <a:cubicBezTo>
                    <a:pt x="17839" y="1321"/>
                    <a:pt x="17984" y="1135"/>
                    <a:pt x="18125" y="948"/>
                  </a:cubicBezTo>
                  <a:cubicBezTo>
                    <a:pt x="18261" y="756"/>
                    <a:pt x="18403" y="595"/>
                    <a:pt x="18548" y="460"/>
                  </a:cubicBezTo>
                  <a:cubicBezTo>
                    <a:pt x="18696" y="324"/>
                    <a:pt x="18855" y="214"/>
                    <a:pt x="19028" y="129"/>
                  </a:cubicBezTo>
                  <a:cubicBezTo>
                    <a:pt x="19206" y="42"/>
                    <a:pt x="19423" y="0"/>
                    <a:pt x="19688" y="0"/>
                  </a:cubicBezTo>
                  <a:cubicBezTo>
                    <a:pt x="19856" y="0"/>
                    <a:pt x="20015" y="50"/>
                    <a:pt x="20163" y="155"/>
                  </a:cubicBezTo>
                  <a:cubicBezTo>
                    <a:pt x="20308" y="261"/>
                    <a:pt x="20418" y="400"/>
                    <a:pt x="20490" y="581"/>
                  </a:cubicBezTo>
                  <a:moveTo>
                    <a:pt x="15350" y="9977"/>
                  </a:moveTo>
                  <a:cubicBezTo>
                    <a:pt x="15596" y="10017"/>
                    <a:pt x="15811" y="9927"/>
                    <a:pt x="15993" y="9712"/>
                  </a:cubicBezTo>
                  <a:cubicBezTo>
                    <a:pt x="16178" y="9503"/>
                    <a:pt x="16276" y="9249"/>
                    <a:pt x="16291" y="8953"/>
                  </a:cubicBezTo>
                  <a:cubicBezTo>
                    <a:pt x="16305" y="8636"/>
                    <a:pt x="16230" y="8374"/>
                    <a:pt x="16064" y="8159"/>
                  </a:cubicBezTo>
                  <a:cubicBezTo>
                    <a:pt x="15893" y="7947"/>
                    <a:pt x="15680" y="7832"/>
                    <a:pt x="15418" y="7815"/>
                  </a:cubicBezTo>
                  <a:cubicBezTo>
                    <a:pt x="14321" y="7761"/>
                    <a:pt x="13284" y="7834"/>
                    <a:pt x="12315" y="8038"/>
                  </a:cubicBezTo>
                  <a:cubicBezTo>
                    <a:pt x="11344" y="8241"/>
                    <a:pt x="10425" y="8571"/>
                    <a:pt x="9550" y="9032"/>
                  </a:cubicBezTo>
                  <a:cubicBezTo>
                    <a:pt x="8673" y="9492"/>
                    <a:pt x="7842" y="10090"/>
                    <a:pt x="7046" y="10830"/>
                  </a:cubicBezTo>
                  <a:cubicBezTo>
                    <a:pt x="6249" y="11567"/>
                    <a:pt x="5479" y="12465"/>
                    <a:pt x="4732" y="13518"/>
                  </a:cubicBezTo>
                  <a:cubicBezTo>
                    <a:pt x="4562" y="13764"/>
                    <a:pt x="4482" y="14032"/>
                    <a:pt x="4496" y="14323"/>
                  </a:cubicBezTo>
                  <a:cubicBezTo>
                    <a:pt x="4510" y="14617"/>
                    <a:pt x="4620" y="14862"/>
                    <a:pt x="4821" y="15063"/>
                  </a:cubicBezTo>
                  <a:cubicBezTo>
                    <a:pt x="4971" y="15221"/>
                    <a:pt x="5163" y="15311"/>
                    <a:pt x="5392" y="15317"/>
                  </a:cubicBezTo>
                  <a:cubicBezTo>
                    <a:pt x="5668" y="15317"/>
                    <a:pt x="5900" y="15195"/>
                    <a:pt x="6087" y="14953"/>
                  </a:cubicBezTo>
                  <a:cubicBezTo>
                    <a:pt x="6759" y="14035"/>
                    <a:pt x="7435" y="13244"/>
                    <a:pt x="8116" y="12586"/>
                  </a:cubicBezTo>
                  <a:cubicBezTo>
                    <a:pt x="8794" y="11929"/>
                    <a:pt x="9510" y="11401"/>
                    <a:pt x="10259" y="11005"/>
                  </a:cubicBezTo>
                  <a:cubicBezTo>
                    <a:pt x="11010" y="10610"/>
                    <a:pt x="11801" y="10330"/>
                    <a:pt x="12636" y="10167"/>
                  </a:cubicBezTo>
                  <a:cubicBezTo>
                    <a:pt x="13467" y="10003"/>
                    <a:pt x="14372" y="9938"/>
                    <a:pt x="15350" y="9977"/>
                  </a:cubicBezTo>
                </a:path>
              </a:pathLst>
            </a:custGeom>
            <a:solidFill>
              <a:srgbClr val="F9DB7B"/>
            </a:solidFill>
            <a:ln>
              <a:noFill/>
            </a:ln>
            <a:effectLst/>
          </p:spPr>
          <p:txBody>
            <a:bodyPr lIns="101578" tIns="101578" rIns="101578" bIns="101578" anchor="ctr"/>
            <a:lstStyle/>
            <a:p>
              <a:pPr defTabSz="914400">
                <a:defRPr/>
              </a:pPr>
              <a:endParaRPr lang="es-ES" sz="6600">
                <a:solidFill>
                  <a:srgbClr val="44CEB9"/>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Gill Sans" charset="0"/>
                <a:sym typeface="Gill Sans" charset="0"/>
              </a:endParaRPr>
            </a:p>
          </p:txBody>
        </p:sp>
      </p:grpSp>
      <p:sp>
        <p:nvSpPr>
          <p:cNvPr id="24" name="文本框 23">
            <a:extLst>
              <a:ext uri="{FF2B5EF4-FFF2-40B4-BE49-F238E27FC236}">
                <a16:creationId xmlns:a16="http://schemas.microsoft.com/office/drawing/2014/main" id="{A98B74C2-A432-2BEA-9EA6-8845E29C595C}"/>
              </a:ext>
            </a:extLst>
          </p:cNvPr>
          <p:cNvSpPr txBox="1"/>
          <p:nvPr/>
        </p:nvSpPr>
        <p:spPr>
          <a:xfrm>
            <a:off x="6076231" y="3047976"/>
            <a:ext cx="510571" cy="1077218"/>
          </a:xfrm>
          <a:prstGeom prst="rect">
            <a:avLst/>
          </a:prstGeom>
          <a:noFill/>
        </p:spPr>
        <p:txBody>
          <a:bodyPr wrap="square" rtlCol="0">
            <a:spAutoFit/>
          </a:bodyPr>
          <a:lstStyle/>
          <a:p>
            <a:r>
              <a:rPr lang="zh-CN" altLang="en-US" sz="3200" b="1" dirty="0">
                <a:latin typeface="微软雅黑" panose="020B0503020204020204" pitchFamily="34" charset="-122"/>
                <a:ea typeface="微软雅黑" panose="020B0503020204020204" pitchFamily="34" charset="-122"/>
              </a:rPr>
              <a:t>前端</a:t>
            </a:r>
          </a:p>
        </p:txBody>
      </p:sp>
      <p:pic>
        <p:nvPicPr>
          <p:cNvPr id="2" name="Picture 2" descr="C:\Users\Administrator\Desktop\11111.tif">
            <a:extLst>
              <a:ext uri="{FF2B5EF4-FFF2-40B4-BE49-F238E27FC236}">
                <a16:creationId xmlns:a16="http://schemas.microsoft.com/office/drawing/2014/main" id="{C039BD47-F1F6-86CF-9CA6-133E480DF64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占位符 1">
            <a:extLst>
              <a:ext uri="{FF2B5EF4-FFF2-40B4-BE49-F238E27FC236}">
                <a16:creationId xmlns:a16="http://schemas.microsoft.com/office/drawing/2014/main" id="{F991EDF9-E2B2-DCF8-48EC-04435AA6FFC8}"/>
              </a:ext>
            </a:extLst>
          </p:cNvPr>
          <p:cNvSpPr txBox="1">
            <a:spLocks/>
          </p:cNvSpPr>
          <p:nvPr/>
        </p:nvSpPr>
        <p:spPr>
          <a:xfrm>
            <a:off x="4956035" y="137990"/>
            <a:ext cx="2482746" cy="5295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kumimoji="1" lang="zh-CN" altLang="en-US" dirty="0">
                <a:solidFill>
                  <a:srgbClr val="FFFFFF"/>
                </a:solidFill>
                <a:latin typeface="微软雅黑" panose="020B0503020204020204" charset="-122"/>
                <a:ea typeface="微软雅黑" panose="020B0503020204020204" charset="-122"/>
                <a:cs typeface="微软雅黑" panose="020B0503020204020204" charset="-122"/>
              </a:rPr>
              <a:t>前端界面设计</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60" grpId="0"/>
      <p:bldP spid="61" grpId="0"/>
      <p:bldP spid="62" grpId="0"/>
      <p:bldP spid="6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6C4F7AF-82C7-1690-9E8B-8E99BC0C2DAE}"/>
              </a:ext>
            </a:extLst>
          </p:cNvPr>
          <p:cNvGrpSpPr>
            <a:grpSpLocks noChangeAspect="1"/>
          </p:cNvGrpSpPr>
          <p:nvPr/>
        </p:nvGrpSpPr>
        <p:grpSpPr bwMode="auto">
          <a:xfrm>
            <a:off x="2563943" y="1157038"/>
            <a:ext cx="7134936" cy="5348414"/>
            <a:chOff x="1322" y="566"/>
            <a:chExt cx="4477" cy="3356"/>
          </a:xfrm>
          <a:solidFill>
            <a:schemeClr val="bg1">
              <a:lumMod val="75000"/>
            </a:schemeClr>
          </a:solidFill>
        </p:grpSpPr>
        <p:grpSp>
          <p:nvGrpSpPr>
            <p:cNvPr id="6" name="Group 205">
              <a:extLst>
                <a:ext uri="{FF2B5EF4-FFF2-40B4-BE49-F238E27FC236}">
                  <a16:creationId xmlns:a16="http://schemas.microsoft.com/office/drawing/2014/main" id="{065D2FC5-3618-42EB-55E9-4FE2EA1BC868}"/>
                </a:ext>
              </a:extLst>
            </p:cNvPr>
            <p:cNvGrpSpPr/>
            <p:nvPr/>
          </p:nvGrpSpPr>
          <p:grpSpPr bwMode="auto">
            <a:xfrm>
              <a:off x="3433" y="649"/>
              <a:ext cx="2340" cy="2015"/>
              <a:chOff x="3433" y="649"/>
              <a:chExt cx="2340" cy="2015"/>
            </a:xfrm>
            <a:grpFill/>
          </p:grpSpPr>
          <p:sp>
            <p:nvSpPr>
              <p:cNvPr id="790" name="Freeform 5">
                <a:extLst>
                  <a:ext uri="{FF2B5EF4-FFF2-40B4-BE49-F238E27FC236}">
                    <a16:creationId xmlns:a16="http://schemas.microsoft.com/office/drawing/2014/main" id="{F73EA81B-6453-ACE5-CA09-79B068628E8B}"/>
                  </a:ext>
                </a:extLst>
              </p:cNvPr>
              <p:cNvSpPr/>
              <p:nvPr/>
            </p:nvSpPr>
            <p:spPr bwMode="auto">
              <a:xfrm>
                <a:off x="3438" y="698"/>
                <a:ext cx="28" cy="34"/>
              </a:xfrm>
              <a:custGeom>
                <a:avLst/>
                <a:gdLst>
                  <a:gd name="T0" fmla="*/ 3 w 16"/>
                  <a:gd name="T1" fmla="*/ 18 h 19"/>
                  <a:gd name="T2" fmla="*/ 8 w 16"/>
                  <a:gd name="T3" fmla="*/ 9 h 19"/>
                  <a:gd name="T4" fmla="*/ 15 w 16"/>
                  <a:gd name="T5" fmla="*/ 3 h 19"/>
                  <a:gd name="T6" fmla="*/ 13 w 16"/>
                  <a:gd name="T7" fmla="*/ 1 h 19"/>
                  <a:gd name="T8" fmla="*/ 0 w 16"/>
                  <a:gd name="T9" fmla="*/ 16 h 19"/>
                  <a:gd name="T10" fmla="*/ 3 w 16"/>
                  <a:gd name="T11" fmla="*/ 18 h 19"/>
                </a:gdLst>
                <a:ahLst/>
                <a:cxnLst>
                  <a:cxn ang="0">
                    <a:pos x="T0" y="T1"/>
                  </a:cxn>
                  <a:cxn ang="0">
                    <a:pos x="T2" y="T3"/>
                  </a:cxn>
                  <a:cxn ang="0">
                    <a:pos x="T4" y="T5"/>
                  </a:cxn>
                  <a:cxn ang="0">
                    <a:pos x="T6" y="T7"/>
                  </a:cxn>
                  <a:cxn ang="0">
                    <a:pos x="T8" y="T9"/>
                  </a:cxn>
                  <a:cxn ang="0">
                    <a:pos x="T10" y="T11"/>
                  </a:cxn>
                </a:cxnLst>
                <a:rect l="0" t="0" r="r" b="b"/>
                <a:pathLst>
                  <a:path w="16" h="19">
                    <a:moveTo>
                      <a:pt x="3" y="18"/>
                    </a:moveTo>
                    <a:cubicBezTo>
                      <a:pt x="4" y="15"/>
                      <a:pt x="6" y="12"/>
                      <a:pt x="8" y="9"/>
                    </a:cubicBezTo>
                    <a:cubicBezTo>
                      <a:pt x="10" y="7"/>
                      <a:pt x="12" y="5"/>
                      <a:pt x="15" y="3"/>
                    </a:cubicBezTo>
                    <a:cubicBezTo>
                      <a:pt x="16" y="2"/>
                      <a:pt x="15" y="0"/>
                      <a:pt x="13" y="1"/>
                    </a:cubicBezTo>
                    <a:cubicBezTo>
                      <a:pt x="6" y="2"/>
                      <a:pt x="1" y="10"/>
                      <a:pt x="0" y="16"/>
                    </a:cubicBezTo>
                    <a:cubicBezTo>
                      <a:pt x="0" y="18"/>
                      <a:pt x="2" y="19"/>
                      <a:pt x="3"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91" name="Freeform 6">
                <a:extLst>
                  <a:ext uri="{FF2B5EF4-FFF2-40B4-BE49-F238E27FC236}">
                    <a16:creationId xmlns:a16="http://schemas.microsoft.com/office/drawing/2014/main" id="{68CEFE13-B93D-D476-F277-AC0AD2EAC88B}"/>
                  </a:ext>
                </a:extLst>
              </p:cNvPr>
              <p:cNvSpPr/>
              <p:nvPr/>
            </p:nvSpPr>
            <p:spPr bwMode="auto">
              <a:xfrm>
                <a:off x="3433" y="712"/>
                <a:ext cx="49" cy="49"/>
              </a:xfrm>
              <a:custGeom>
                <a:avLst/>
                <a:gdLst>
                  <a:gd name="T0" fmla="*/ 4 w 28"/>
                  <a:gd name="T1" fmla="*/ 27 h 28"/>
                  <a:gd name="T2" fmla="*/ 14 w 28"/>
                  <a:gd name="T3" fmla="*/ 13 h 28"/>
                  <a:gd name="T4" fmla="*/ 27 w 28"/>
                  <a:gd name="T5" fmla="*/ 3 h 28"/>
                  <a:gd name="T6" fmla="*/ 26 w 28"/>
                  <a:gd name="T7" fmla="*/ 1 h 28"/>
                  <a:gd name="T8" fmla="*/ 1 w 28"/>
                  <a:gd name="T9" fmla="*/ 25 h 28"/>
                  <a:gd name="T10" fmla="*/ 4 w 28"/>
                  <a:gd name="T11" fmla="*/ 27 h 28"/>
                </a:gdLst>
                <a:ahLst/>
                <a:cxnLst>
                  <a:cxn ang="0">
                    <a:pos x="T0" y="T1"/>
                  </a:cxn>
                  <a:cxn ang="0">
                    <a:pos x="T2" y="T3"/>
                  </a:cxn>
                  <a:cxn ang="0">
                    <a:pos x="T4" y="T5"/>
                  </a:cxn>
                  <a:cxn ang="0">
                    <a:pos x="T6" y="T7"/>
                  </a:cxn>
                  <a:cxn ang="0">
                    <a:pos x="T8" y="T9"/>
                  </a:cxn>
                  <a:cxn ang="0">
                    <a:pos x="T10" y="T11"/>
                  </a:cxn>
                </a:cxnLst>
                <a:rect l="0" t="0" r="r" b="b"/>
                <a:pathLst>
                  <a:path w="28" h="28">
                    <a:moveTo>
                      <a:pt x="4" y="27"/>
                    </a:moveTo>
                    <a:cubicBezTo>
                      <a:pt x="7" y="22"/>
                      <a:pt x="10" y="17"/>
                      <a:pt x="14" y="13"/>
                    </a:cubicBezTo>
                    <a:cubicBezTo>
                      <a:pt x="18" y="9"/>
                      <a:pt x="23" y="7"/>
                      <a:pt x="27" y="3"/>
                    </a:cubicBezTo>
                    <a:cubicBezTo>
                      <a:pt x="28" y="2"/>
                      <a:pt x="27" y="0"/>
                      <a:pt x="26" y="1"/>
                    </a:cubicBezTo>
                    <a:cubicBezTo>
                      <a:pt x="15" y="4"/>
                      <a:pt x="6" y="15"/>
                      <a:pt x="1" y="25"/>
                    </a:cubicBezTo>
                    <a:cubicBezTo>
                      <a:pt x="0" y="27"/>
                      <a:pt x="3" y="28"/>
                      <a:pt x="4"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92" name="Freeform 7">
                <a:extLst>
                  <a:ext uri="{FF2B5EF4-FFF2-40B4-BE49-F238E27FC236}">
                    <a16:creationId xmlns:a16="http://schemas.microsoft.com/office/drawing/2014/main" id="{2F6A6E99-93CD-E894-69F8-75768F902364}"/>
                  </a:ext>
                </a:extLst>
              </p:cNvPr>
              <p:cNvSpPr/>
              <p:nvPr/>
            </p:nvSpPr>
            <p:spPr bwMode="auto">
              <a:xfrm>
                <a:off x="3445" y="735"/>
                <a:ext cx="44" cy="39"/>
              </a:xfrm>
              <a:custGeom>
                <a:avLst/>
                <a:gdLst>
                  <a:gd name="T0" fmla="*/ 3 w 25"/>
                  <a:gd name="T1" fmla="*/ 21 h 22"/>
                  <a:gd name="T2" fmla="*/ 24 w 25"/>
                  <a:gd name="T3" fmla="*/ 3 h 22"/>
                  <a:gd name="T4" fmla="*/ 23 w 25"/>
                  <a:gd name="T5" fmla="*/ 0 h 22"/>
                  <a:gd name="T6" fmla="*/ 1 w 25"/>
                  <a:gd name="T7" fmla="*/ 19 h 22"/>
                  <a:gd name="T8" fmla="*/ 3 w 25"/>
                  <a:gd name="T9" fmla="*/ 21 h 22"/>
                </a:gdLst>
                <a:ahLst/>
                <a:cxnLst>
                  <a:cxn ang="0">
                    <a:pos x="T0" y="T1"/>
                  </a:cxn>
                  <a:cxn ang="0">
                    <a:pos x="T2" y="T3"/>
                  </a:cxn>
                  <a:cxn ang="0">
                    <a:pos x="T4" y="T5"/>
                  </a:cxn>
                  <a:cxn ang="0">
                    <a:pos x="T6" y="T7"/>
                  </a:cxn>
                  <a:cxn ang="0">
                    <a:pos x="T8" y="T9"/>
                  </a:cxn>
                </a:cxnLst>
                <a:rect l="0" t="0" r="r" b="b"/>
                <a:pathLst>
                  <a:path w="25" h="22">
                    <a:moveTo>
                      <a:pt x="3" y="21"/>
                    </a:moveTo>
                    <a:cubicBezTo>
                      <a:pt x="9" y="13"/>
                      <a:pt x="16" y="8"/>
                      <a:pt x="24" y="3"/>
                    </a:cubicBezTo>
                    <a:cubicBezTo>
                      <a:pt x="25" y="2"/>
                      <a:pt x="24" y="0"/>
                      <a:pt x="23" y="0"/>
                    </a:cubicBezTo>
                    <a:cubicBezTo>
                      <a:pt x="13" y="3"/>
                      <a:pt x="5" y="11"/>
                      <a:pt x="1" y="19"/>
                    </a:cubicBezTo>
                    <a:cubicBezTo>
                      <a:pt x="0" y="21"/>
                      <a:pt x="2" y="22"/>
                      <a:pt x="3"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93" name="Freeform 8">
                <a:extLst>
                  <a:ext uri="{FF2B5EF4-FFF2-40B4-BE49-F238E27FC236}">
                    <a16:creationId xmlns:a16="http://schemas.microsoft.com/office/drawing/2014/main" id="{71717139-4D42-409E-D432-800A07E5ABC0}"/>
                  </a:ext>
                </a:extLst>
              </p:cNvPr>
              <p:cNvSpPr/>
              <p:nvPr/>
            </p:nvSpPr>
            <p:spPr bwMode="auto">
              <a:xfrm>
                <a:off x="3489" y="747"/>
                <a:ext cx="18" cy="25"/>
              </a:xfrm>
              <a:custGeom>
                <a:avLst/>
                <a:gdLst>
                  <a:gd name="T0" fmla="*/ 5 w 10"/>
                  <a:gd name="T1" fmla="*/ 11 h 14"/>
                  <a:gd name="T2" fmla="*/ 9 w 10"/>
                  <a:gd name="T3" fmla="*/ 3 h 14"/>
                  <a:gd name="T4" fmla="*/ 7 w 10"/>
                  <a:gd name="T5" fmla="*/ 1 h 14"/>
                  <a:gd name="T6" fmla="*/ 1 w 10"/>
                  <a:gd name="T7" fmla="*/ 10 h 14"/>
                  <a:gd name="T8" fmla="*/ 5 w 10"/>
                  <a:gd name="T9" fmla="*/ 11 h 14"/>
                </a:gdLst>
                <a:ahLst/>
                <a:cxnLst>
                  <a:cxn ang="0">
                    <a:pos x="T0" y="T1"/>
                  </a:cxn>
                  <a:cxn ang="0">
                    <a:pos x="T2" y="T3"/>
                  </a:cxn>
                  <a:cxn ang="0">
                    <a:pos x="T4" y="T5"/>
                  </a:cxn>
                  <a:cxn ang="0">
                    <a:pos x="T6" y="T7"/>
                  </a:cxn>
                  <a:cxn ang="0">
                    <a:pos x="T8" y="T9"/>
                  </a:cxn>
                </a:cxnLst>
                <a:rect l="0" t="0" r="r" b="b"/>
                <a:pathLst>
                  <a:path w="10" h="14">
                    <a:moveTo>
                      <a:pt x="5" y="11"/>
                    </a:moveTo>
                    <a:cubicBezTo>
                      <a:pt x="6" y="8"/>
                      <a:pt x="8" y="6"/>
                      <a:pt x="9" y="3"/>
                    </a:cubicBezTo>
                    <a:cubicBezTo>
                      <a:pt x="10" y="2"/>
                      <a:pt x="8" y="0"/>
                      <a:pt x="7" y="1"/>
                    </a:cubicBezTo>
                    <a:cubicBezTo>
                      <a:pt x="4" y="3"/>
                      <a:pt x="2" y="7"/>
                      <a:pt x="1" y="10"/>
                    </a:cubicBezTo>
                    <a:cubicBezTo>
                      <a:pt x="0" y="13"/>
                      <a:pt x="4" y="14"/>
                      <a:pt x="5"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94" name="Freeform 9">
                <a:extLst>
                  <a:ext uri="{FF2B5EF4-FFF2-40B4-BE49-F238E27FC236}">
                    <a16:creationId xmlns:a16="http://schemas.microsoft.com/office/drawing/2014/main" id="{C9DF9370-DD89-502E-57B6-7843C0860D03}"/>
                  </a:ext>
                </a:extLst>
              </p:cNvPr>
              <p:cNvSpPr/>
              <p:nvPr/>
            </p:nvSpPr>
            <p:spPr bwMode="auto">
              <a:xfrm>
                <a:off x="3711" y="654"/>
                <a:ext cx="12" cy="63"/>
              </a:xfrm>
              <a:custGeom>
                <a:avLst/>
                <a:gdLst>
                  <a:gd name="T0" fmla="*/ 7 w 7"/>
                  <a:gd name="T1" fmla="*/ 34 h 36"/>
                  <a:gd name="T2" fmla="*/ 6 w 7"/>
                  <a:gd name="T3" fmla="*/ 18 h 36"/>
                  <a:gd name="T4" fmla="*/ 5 w 7"/>
                  <a:gd name="T5" fmla="*/ 3 h 36"/>
                  <a:gd name="T6" fmla="*/ 2 w 7"/>
                  <a:gd name="T7" fmla="*/ 2 h 36"/>
                  <a:gd name="T8" fmla="*/ 4 w 7"/>
                  <a:gd name="T9" fmla="*/ 34 h 36"/>
                  <a:gd name="T10" fmla="*/ 7 w 7"/>
                  <a:gd name="T11" fmla="*/ 34 h 36"/>
                </a:gdLst>
                <a:ahLst/>
                <a:cxnLst>
                  <a:cxn ang="0">
                    <a:pos x="T0" y="T1"/>
                  </a:cxn>
                  <a:cxn ang="0">
                    <a:pos x="T2" y="T3"/>
                  </a:cxn>
                  <a:cxn ang="0">
                    <a:pos x="T4" y="T5"/>
                  </a:cxn>
                  <a:cxn ang="0">
                    <a:pos x="T6" y="T7"/>
                  </a:cxn>
                  <a:cxn ang="0">
                    <a:pos x="T8" y="T9"/>
                  </a:cxn>
                  <a:cxn ang="0">
                    <a:pos x="T10" y="T11"/>
                  </a:cxn>
                </a:cxnLst>
                <a:rect l="0" t="0" r="r" b="b"/>
                <a:pathLst>
                  <a:path w="7" h="36">
                    <a:moveTo>
                      <a:pt x="7" y="34"/>
                    </a:moveTo>
                    <a:cubicBezTo>
                      <a:pt x="7" y="29"/>
                      <a:pt x="6" y="24"/>
                      <a:pt x="6" y="18"/>
                    </a:cubicBezTo>
                    <a:cubicBezTo>
                      <a:pt x="6" y="13"/>
                      <a:pt x="6" y="8"/>
                      <a:pt x="5" y="3"/>
                    </a:cubicBezTo>
                    <a:cubicBezTo>
                      <a:pt x="5" y="1"/>
                      <a:pt x="3" y="0"/>
                      <a:pt x="2" y="2"/>
                    </a:cubicBezTo>
                    <a:cubicBezTo>
                      <a:pt x="0" y="12"/>
                      <a:pt x="1" y="25"/>
                      <a:pt x="4" y="34"/>
                    </a:cubicBezTo>
                    <a:cubicBezTo>
                      <a:pt x="5" y="36"/>
                      <a:pt x="7" y="36"/>
                      <a:pt x="7"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95" name="Freeform 10">
                <a:extLst>
                  <a:ext uri="{FF2B5EF4-FFF2-40B4-BE49-F238E27FC236}">
                    <a16:creationId xmlns:a16="http://schemas.microsoft.com/office/drawing/2014/main" id="{F6E04D8A-F5BF-8791-7BF4-3683219D95D2}"/>
                  </a:ext>
                </a:extLst>
              </p:cNvPr>
              <p:cNvSpPr/>
              <p:nvPr/>
            </p:nvSpPr>
            <p:spPr bwMode="auto">
              <a:xfrm>
                <a:off x="3742" y="658"/>
                <a:ext cx="9" cy="33"/>
              </a:xfrm>
              <a:custGeom>
                <a:avLst/>
                <a:gdLst>
                  <a:gd name="T0" fmla="*/ 5 w 5"/>
                  <a:gd name="T1" fmla="*/ 17 h 19"/>
                  <a:gd name="T2" fmla="*/ 4 w 5"/>
                  <a:gd name="T3" fmla="*/ 9 h 19"/>
                  <a:gd name="T4" fmla="*/ 4 w 5"/>
                  <a:gd name="T5" fmla="*/ 1 h 19"/>
                  <a:gd name="T6" fmla="*/ 1 w 5"/>
                  <a:gd name="T7" fmla="*/ 1 h 19"/>
                  <a:gd name="T8" fmla="*/ 2 w 5"/>
                  <a:gd name="T9" fmla="*/ 17 h 19"/>
                  <a:gd name="T10" fmla="*/ 5 w 5"/>
                  <a:gd name="T11" fmla="*/ 17 h 19"/>
                </a:gdLst>
                <a:ahLst/>
                <a:cxnLst>
                  <a:cxn ang="0">
                    <a:pos x="T0" y="T1"/>
                  </a:cxn>
                  <a:cxn ang="0">
                    <a:pos x="T2" y="T3"/>
                  </a:cxn>
                  <a:cxn ang="0">
                    <a:pos x="T4" y="T5"/>
                  </a:cxn>
                  <a:cxn ang="0">
                    <a:pos x="T6" y="T7"/>
                  </a:cxn>
                  <a:cxn ang="0">
                    <a:pos x="T8" y="T9"/>
                  </a:cxn>
                  <a:cxn ang="0">
                    <a:pos x="T10" y="T11"/>
                  </a:cxn>
                </a:cxnLst>
                <a:rect l="0" t="0" r="r" b="b"/>
                <a:pathLst>
                  <a:path w="5" h="19">
                    <a:moveTo>
                      <a:pt x="5" y="17"/>
                    </a:moveTo>
                    <a:cubicBezTo>
                      <a:pt x="5" y="14"/>
                      <a:pt x="4" y="11"/>
                      <a:pt x="4" y="9"/>
                    </a:cubicBezTo>
                    <a:cubicBezTo>
                      <a:pt x="4" y="6"/>
                      <a:pt x="4" y="4"/>
                      <a:pt x="4" y="1"/>
                    </a:cubicBezTo>
                    <a:cubicBezTo>
                      <a:pt x="4" y="0"/>
                      <a:pt x="2" y="0"/>
                      <a:pt x="1" y="1"/>
                    </a:cubicBezTo>
                    <a:cubicBezTo>
                      <a:pt x="0" y="6"/>
                      <a:pt x="0" y="13"/>
                      <a:pt x="2" y="17"/>
                    </a:cubicBezTo>
                    <a:cubicBezTo>
                      <a:pt x="2" y="19"/>
                      <a:pt x="5" y="19"/>
                      <a:pt x="5"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96" name="Freeform 11">
                <a:extLst>
                  <a:ext uri="{FF2B5EF4-FFF2-40B4-BE49-F238E27FC236}">
                    <a16:creationId xmlns:a16="http://schemas.microsoft.com/office/drawing/2014/main" id="{53981BB0-8FBC-9A5A-2246-A7D1D3695648}"/>
                  </a:ext>
                </a:extLst>
              </p:cNvPr>
              <p:cNvSpPr/>
              <p:nvPr/>
            </p:nvSpPr>
            <p:spPr bwMode="auto">
              <a:xfrm>
                <a:off x="3772" y="652"/>
                <a:ext cx="9" cy="30"/>
              </a:xfrm>
              <a:custGeom>
                <a:avLst/>
                <a:gdLst>
                  <a:gd name="T0" fmla="*/ 4 w 5"/>
                  <a:gd name="T1" fmla="*/ 15 h 17"/>
                  <a:gd name="T2" fmla="*/ 3 w 5"/>
                  <a:gd name="T3" fmla="*/ 2 h 17"/>
                  <a:gd name="T4" fmla="*/ 1 w 5"/>
                  <a:gd name="T5" fmla="*/ 1 h 17"/>
                  <a:gd name="T6" fmla="*/ 2 w 5"/>
                  <a:gd name="T7" fmla="*/ 16 h 17"/>
                  <a:gd name="T8" fmla="*/ 4 w 5"/>
                  <a:gd name="T9" fmla="*/ 15 h 17"/>
                </a:gdLst>
                <a:ahLst/>
                <a:cxnLst>
                  <a:cxn ang="0">
                    <a:pos x="T0" y="T1"/>
                  </a:cxn>
                  <a:cxn ang="0">
                    <a:pos x="T2" y="T3"/>
                  </a:cxn>
                  <a:cxn ang="0">
                    <a:pos x="T4" y="T5"/>
                  </a:cxn>
                  <a:cxn ang="0">
                    <a:pos x="T6" y="T7"/>
                  </a:cxn>
                  <a:cxn ang="0">
                    <a:pos x="T8" y="T9"/>
                  </a:cxn>
                </a:cxnLst>
                <a:rect l="0" t="0" r="r" b="b"/>
                <a:pathLst>
                  <a:path w="5" h="17">
                    <a:moveTo>
                      <a:pt x="4" y="15"/>
                    </a:moveTo>
                    <a:cubicBezTo>
                      <a:pt x="5" y="11"/>
                      <a:pt x="4" y="6"/>
                      <a:pt x="3" y="2"/>
                    </a:cubicBezTo>
                    <a:cubicBezTo>
                      <a:pt x="3" y="0"/>
                      <a:pt x="1" y="0"/>
                      <a:pt x="1" y="1"/>
                    </a:cubicBezTo>
                    <a:cubicBezTo>
                      <a:pt x="0" y="6"/>
                      <a:pt x="0" y="12"/>
                      <a:pt x="2" y="16"/>
                    </a:cubicBezTo>
                    <a:cubicBezTo>
                      <a:pt x="2" y="17"/>
                      <a:pt x="4" y="16"/>
                      <a:pt x="4"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97" name="Freeform 12">
                <a:extLst>
                  <a:ext uri="{FF2B5EF4-FFF2-40B4-BE49-F238E27FC236}">
                    <a16:creationId xmlns:a16="http://schemas.microsoft.com/office/drawing/2014/main" id="{551CDB57-9F53-DBCE-11B2-C600E5E7D4E3}"/>
                  </a:ext>
                </a:extLst>
              </p:cNvPr>
              <p:cNvSpPr/>
              <p:nvPr/>
            </p:nvSpPr>
            <p:spPr bwMode="auto">
              <a:xfrm>
                <a:off x="3802" y="649"/>
                <a:ext cx="9" cy="21"/>
              </a:xfrm>
              <a:custGeom>
                <a:avLst/>
                <a:gdLst>
                  <a:gd name="T0" fmla="*/ 4 w 5"/>
                  <a:gd name="T1" fmla="*/ 10 h 12"/>
                  <a:gd name="T2" fmla="*/ 4 w 5"/>
                  <a:gd name="T3" fmla="*/ 2 h 12"/>
                  <a:gd name="T4" fmla="*/ 1 w 5"/>
                  <a:gd name="T5" fmla="*/ 2 h 12"/>
                  <a:gd name="T6" fmla="*/ 1 w 5"/>
                  <a:gd name="T7" fmla="*/ 10 h 12"/>
                  <a:gd name="T8" fmla="*/ 4 w 5"/>
                  <a:gd name="T9" fmla="*/ 10 h 12"/>
                </a:gdLst>
                <a:ahLst/>
                <a:cxnLst>
                  <a:cxn ang="0">
                    <a:pos x="T0" y="T1"/>
                  </a:cxn>
                  <a:cxn ang="0">
                    <a:pos x="T2" y="T3"/>
                  </a:cxn>
                  <a:cxn ang="0">
                    <a:pos x="T4" y="T5"/>
                  </a:cxn>
                  <a:cxn ang="0">
                    <a:pos x="T6" y="T7"/>
                  </a:cxn>
                  <a:cxn ang="0">
                    <a:pos x="T8" y="T9"/>
                  </a:cxn>
                </a:cxnLst>
                <a:rect l="0" t="0" r="r" b="b"/>
                <a:pathLst>
                  <a:path w="5" h="12">
                    <a:moveTo>
                      <a:pt x="4" y="10"/>
                    </a:moveTo>
                    <a:cubicBezTo>
                      <a:pt x="4" y="7"/>
                      <a:pt x="5" y="4"/>
                      <a:pt x="4" y="2"/>
                    </a:cubicBezTo>
                    <a:cubicBezTo>
                      <a:pt x="4" y="0"/>
                      <a:pt x="2" y="0"/>
                      <a:pt x="1" y="2"/>
                    </a:cubicBezTo>
                    <a:cubicBezTo>
                      <a:pt x="0" y="4"/>
                      <a:pt x="1" y="7"/>
                      <a:pt x="1" y="10"/>
                    </a:cubicBezTo>
                    <a:cubicBezTo>
                      <a:pt x="1" y="12"/>
                      <a:pt x="4" y="12"/>
                      <a:pt x="4"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98" name="Freeform 13">
                <a:extLst>
                  <a:ext uri="{FF2B5EF4-FFF2-40B4-BE49-F238E27FC236}">
                    <a16:creationId xmlns:a16="http://schemas.microsoft.com/office/drawing/2014/main" id="{16726B53-5664-9E42-44C3-BC789F2C6C73}"/>
                  </a:ext>
                </a:extLst>
              </p:cNvPr>
              <p:cNvSpPr/>
              <p:nvPr/>
            </p:nvSpPr>
            <p:spPr bwMode="auto">
              <a:xfrm>
                <a:off x="3676" y="661"/>
                <a:ext cx="12" cy="35"/>
              </a:xfrm>
              <a:custGeom>
                <a:avLst/>
                <a:gdLst>
                  <a:gd name="T0" fmla="*/ 7 w 7"/>
                  <a:gd name="T1" fmla="*/ 18 h 20"/>
                  <a:gd name="T2" fmla="*/ 6 w 7"/>
                  <a:gd name="T3" fmla="*/ 9 h 20"/>
                  <a:gd name="T4" fmla="*/ 5 w 7"/>
                  <a:gd name="T5" fmla="*/ 1 h 20"/>
                  <a:gd name="T6" fmla="*/ 2 w 7"/>
                  <a:gd name="T7" fmla="*/ 1 h 20"/>
                  <a:gd name="T8" fmla="*/ 4 w 7"/>
                  <a:gd name="T9" fmla="*/ 19 h 20"/>
                  <a:gd name="T10" fmla="*/ 7 w 7"/>
                  <a:gd name="T11" fmla="*/ 18 h 20"/>
                </a:gdLst>
                <a:ahLst/>
                <a:cxnLst>
                  <a:cxn ang="0">
                    <a:pos x="T0" y="T1"/>
                  </a:cxn>
                  <a:cxn ang="0">
                    <a:pos x="T2" y="T3"/>
                  </a:cxn>
                  <a:cxn ang="0">
                    <a:pos x="T4" y="T5"/>
                  </a:cxn>
                  <a:cxn ang="0">
                    <a:pos x="T6" y="T7"/>
                  </a:cxn>
                  <a:cxn ang="0">
                    <a:pos x="T8" y="T9"/>
                  </a:cxn>
                  <a:cxn ang="0">
                    <a:pos x="T10" y="T11"/>
                  </a:cxn>
                </a:cxnLst>
                <a:rect l="0" t="0" r="r" b="b"/>
                <a:pathLst>
                  <a:path w="7" h="20">
                    <a:moveTo>
                      <a:pt x="7" y="18"/>
                    </a:moveTo>
                    <a:cubicBezTo>
                      <a:pt x="7" y="15"/>
                      <a:pt x="6" y="12"/>
                      <a:pt x="6" y="9"/>
                    </a:cubicBezTo>
                    <a:cubicBezTo>
                      <a:pt x="6" y="7"/>
                      <a:pt x="6" y="4"/>
                      <a:pt x="5" y="1"/>
                    </a:cubicBezTo>
                    <a:cubicBezTo>
                      <a:pt x="5" y="0"/>
                      <a:pt x="3" y="0"/>
                      <a:pt x="2" y="1"/>
                    </a:cubicBezTo>
                    <a:cubicBezTo>
                      <a:pt x="0" y="6"/>
                      <a:pt x="1" y="14"/>
                      <a:pt x="4" y="19"/>
                    </a:cubicBezTo>
                    <a:cubicBezTo>
                      <a:pt x="5" y="20"/>
                      <a:pt x="7" y="19"/>
                      <a:pt x="7"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99" name="Freeform 14">
                <a:extLst>
                  <a:ext uri="{FF2B5EF4-FFF2-40B4-BE49-F238E27FC236}">
                    <a16:creationId xmlns:a16="http://schemas.microsoft.com/office/drawing/2014/main" id="{6E38B603-5459-56B3-6BB3-86976D72EA91}"/>
                  </a:ext>
                </a:extLst>
              </p:cNvPr>
              <p:cNvSpPr/>
              <p:nvPr/>
            </p:nvSpPr>
            <p:spPr bwMode="auto">
              <a:xfrm>
                <a:off x="3644" y="661"/>
                <a:ext cx="12" cy="23"/>
              </a:xfrm>
              <a:custGeom>
                <a:avLst/>
                <a:gdLst>
                  <a:gd name="T0" fmla="*/ 6 w 7"/>
                  <a:gd name="T1" fmla="*/ 10 h 13"/>
                  <a:gd name="T2" fmla="*/ 5 w 7"/>
                  <a:gd name="T3" fmla="*/ 2 h 13"/>
                  <a:gd name="T4" fmla="*/ 2 w 7"/>
                  <a:gd name="T5" fmla="*/ 1 h 13"/>
                  <a:gd name="T6" fmla="*/ 3 w 7"/>
                  <a:gd name="T7" fmla="*/ 12 h 13"/>
                  <a:gd name="T8" fmla="*/ 6 w 7"/>
                  <a:gd name="T9" fmla="*/ 10 h 13"/>
                </a:gdLst>
                <a:ahLst/>
                <a:cxnLst>
                  <a:cxn ang="0">
                    <a:pos x="T0" y="T1"/>
                  </a:cxn>
                  <a:cxn ang="0">
                    <a:pos x="T2" y="T3"/>
                  </a:cxn>
                  <a:cxn ang="0">
                    <a:pos x="T4" y="T5"/>
                  </a:cxn>
                  <a:cxn ang="0">
                    <a:pos x="T6" y="T7"/>
                  </a:cxn>
                  <a:cxn ang="0">
                    <a:pos x="T8" y="T9"/>
                  </a:cxn>
                </a:cxnLst>
                <a:rect l="0" t="0" r="r" b="b"/>
                <a:pathLst>
                  <a:path w="7" h="13">
                    <a:moveTo>
                      <a:pt x="6" y="10"/>
                    </a:moveTo>
                    <a:cubicBezTo>
                      <a:pt x="5" y="8"/>
                      <a:pt x="5" y="5"/>
                      <a:pt x="5" y="2"/>
                    </a:cubicBezTo>
                    <a:cubicBezTo>
                      <a:pt x="5" y="0"/>
                      <a:pt x="3" y="0"/>
                      <a:pt x="2" y="1"/>
                    </a:cubicBezTo>
                    <a:cubicBezTo>
                      <a:pt x="0" y="4"/>
                      <a:pt x="1" y="9"/>
                      <a:pt x="3" y="12"/>
                    </a:cubicBezTo>
                    <a:cubicBezTo>
                      <a:pt x="4" y="13"/>
                      <a:pt x="7" y="12"/>
                      <a:pt x="6"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00" name="Freeform 15">
                <a:extLst>
                  <a:ext uri="{FF2B5EF4-FFF2-40B4-BE49-F238E27FC236}">
                    <a16:creationId xmlns:a16="http://schemas.microsoft.com/office/drawing/2014/main" id="{54205420-B9C4-5B4F-50AF-9323966862AE}"/>
                  </a:ext>
                </a:extLst>
              </p:cNvPr>
              <p:cNvSpPr/>
              <p:nvPr/>
            </p:nvSpPr>
            <p:spPr bwMode="auto">
              <a:xfrm>
                <a:off x="3612" y="659"/>
                <a:ext cx="9" cy="22"/>
              </a:xfrm>
              <a:custGeom>
                <a:avLst/>
                <a:gdLst>
                  <a:gd name="T0" fmla="*/ 4 w 5"/>
                  <a:gd name="T1" fmla="*/ 9 h 12"/>
                  <a:gd name="T2" fmla="*/ 4 w 5"/>
                  <a:gd name="T3" fmla="*/ 2 h 12"/>
                  <a:gd name="T4" fmla="*/ 1 w 5"/>
                  <a:gd name="T5" fmla="*/ 1 h 12"/>
                  <a:gd name="T6" fmla="*/ 1 w 5"/>
                  <a:gd name="T7" fmla="*/ 10 h 12"/>
                  <a:gd name="T8" fmla="*/ 4 w 5"/>
                  <a:gd name="T9" fmla="*/ 9 h 12"/>
                </a:gdLst>
                <a:ahLst/>
                <a:cxnLst>
                  <a:cxn ang="0">
                    <a:pos x="T0" y="T1"/>
                  </a:cxn>
                  <a:cxn ang="0">
                    <a:pos x="T2" y="T3"/>
                  </a:cxn>
                  <a:cxn ang="0">
                    <a:pos x="T4" y="T5"/>
                  </a:cxn>
                  <a:cxn ang="0">
                    <a:pos x="T6" y="T7"/>
                  </a:cxn>
                  <a:cxn ang="0">
                    <a:pos x="T8" y="T9"/>
                  </a:cxn>
                </a:cxnLst>
                <a:rect l="0" t="0" r="r" b="b"/>
                <a:pathLst>
                  <a:path w="5" h="12">
                    <a:moveTo>
                      <a:pt x="4" y="9"/>
                    </a:moveTo>
                    <a:cubicBezTo>
                      <a:pt x="4" y="6"/>
                      <a:pt x="4" y="4"/>
                      <a:pt x="4" y="2"/>
                    </a:cubicBezTo>
                    <a:cubicBezTo>
                      <a:pt x="4" y="1"/>
                      <a:pt x="2" y="0"/>
                      <a:pt x="1" y="1"/>
                    </a:cubicBezTo>
                    <a:cubicBezTo>
                      <a:pt x="0" y="4"/>
                      <a:pt x="0" y="7"/>
                      <a:pt x="1" y="10"/>
                    </a:cubicBezTo>
                    <a:cubicBezTo>
                      <a:pt x="2" y="12"/>
                      <a:pt x="5" y="10"/>
                      <a:pt x="4"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01" name="Freeform 16">
                <a:extLst>
                  <a:ext uri="{FF2B5EF4-FFF2-40B4-BE49-F238E27FC236}">
                    <a16:creationId xmlns:a16="http://schemas.microsoft.com/office/drawing/2014/main" id="{DAE49B89-F7EB-B740-BAA1-3424A610DF68}"/>
                  </a:ext>
                </a:extLst>
              </p:cNvPr>
              <p:cNvSpPr/>
              <p:nvPr/>
            </p:nvSpPr>
            <p:spPr bwMode="auto">
              <a:xfrm>
                <a:off x="3771" y="665"/>
                <a:ext cx="63" cy="23"/>
              </a:xfrm>
              <a:custGeom>
                <a:avLst/>
                <a:gdLst>
                  <a:gd name="T0" fmla="*/ 2 w 36"/>
                  <a:gd name="T1" fmla="*/ 12 h 13"/>
                  <a:gd name="T2" fmla="*/ 33 w 36"/>
                  <a:gd name="T3" fmla="*/ 10 h 13"/>
                  <a:gd name="T4" fmla="*/ 35 w 36"/>
                  <a:gd name="T5" fmla="*/ 7 h 13"/>
                  <a:gd name="T6" fmla="*/ 1 w 36"/>
                  <a:gd name="T7" fmla="*/ 9 h 13"/>
                  <a:gd name="T8" fmla="*/ 2 w 36"/>
                  <a:gd name="T9" fmla="*/ 12 h 13"/>
                </a:gdLst>
                <a:ahLst/>
                <a:cxnLst>
                  <a:cxn ang="0">
                    <a:pos x="T0" y="T1"/>
                  </a:cxn>
                  <a:cxn ang="0">
                    <a:pos x="T2" y="T3"/>
                  </a:cxn>
                  <a:cxn ang="0">
                    <a:pos x="T4" y="T5"/>
                  </a:cxn>
                  <a:cxn ang="0">
                    <a:pos x="T6" y="T7"/>
                  </a:cxn>
                  <a:cxn ang="0">
                    <a:pos x="T8" y="T9"/>
                  </a:cxn>
                </a:cxnLst>
                <a:rect l="0" t="0" r="r" b="b"/>
                <a:pathLst>
                  <a:path w="36" h="13">
                    <a:moveTo>
                      <a:pt x="2" y="12"/>
                    </a:moveTo>
                    <a:cubicBezTo>
                      <a:pt x="13" y="8"/>
                      <a:pt x="22" y="7"/>
                      <a:pt x="33" y="10"/>
                    </a:cubicBezTo>
                    <a:cubicBezTo>
                      <a:pt x="35" y="10"/>
                      <a:pt x="36" y="8"/>
                      <a:pt x="35" y="7"/>
                    </a:cubicBezTo>
                    <a:cubicBezTo>
                      <a:pt x="25" y="0"/>
                      <a:pt x="11" y="5"/>
                      <a:pt x="1" y="9"/>
                    </a:cubicBezTo>
                    <a:cubicBezTo>
                      <a:pt x="0" y="10"/>
                      <a:pt x="1" y="13"/>
                      <a:pt x="2"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02" name="Freeform 17">
                <a:extLst>
                  <a:ext uri="{FF2B5EF4-FFF2-40B4-BE49-F238E27FC236}">
                    <a16:creationId xmlns:a16="http://schemas.microsoft.com/office/drawing/2014/main" id="{9E2F12F9-E0F9-9956-7D9A-0640FE5A76FB}"/>
                  </a:ext>
                </a:extLst>
              </p:cNvPr>
              <p:cNvSpPr/>
              <p:nvPr/>
            </p:nvSpPr>
            <p:spPr bwMode="auto">
              <a:xfrm>
                <a:off x="3732" y="695"/>
                <a:ext cx="67" cy="22"/>
              </a:xfrm>
              <a:custGeom>
                <a:avLst/>
                <a:gdLst>
                  <a:gd name="T0" fmla="*/ 3 w 38"/>
                  <a:gd name="T1" fmla="*/ 12 h 13"/>
                  <a:gd name="T2" fmla="*/ 37 w 38"/>
                  <a:gd name="T3" fmla="*/ 6 h 13"/>
                  <a:gd name="T4" fmla="*/ 37 w 38"/>
                  <a:gd name="T5" fmla="*/ 3 h 13"/>
                  <a:gd name="T6" fmla="*/ 2 w 38"/>
                  <a:gd name="T7" fmla="*/ 9 h 13"/>
                  <a:gd name="T8" fmla="*/ 3 w 38"/>
                  <a:gd name="T9" fmla="*/ 12 h 13"/>
                </a:gdLst>
                <a:ahLst/>
                <a:cxnLst>
                  <a:cxn ang="0">
                    <a:pos x="T0" y="T1"/>
                  </a:cxn>
                  <a:cxn ang="0">
                    <a:pos x="T2" y="T3"/>
                  </a:cxn>
                  <a:cxn ang="0">
                    <a:pos x="T4" y="T5"/>
                  </a:cxn>
                  <a:cxn ang="0">
                    <a:pos x="T6" y="T7"/>
                  </a:cxn>
                  <a:cxn ang="0">
                    <a:pos x="T8" y="T9"/>
                  </a:cxn>
                </a:cxnLst>
                <a:rect l="0" t="0" r="r" b="b"/>
                <a:pathLst>
                  <a:path w="38" h="13">
                    <a:moveTo>
                      <a:pt x="3" y="12"/>
                    </a:moveTo>
                    <a:cubicBezTo>
                      <a:pt x="14" y="8"/>
                      <a:pt x="25" y="8"/>
                      <a:pt x="37" y="6"/>
                    </a:cubicBezTo>
                    <a:cubicBezTo>
                      <a:pt x="38" y="6"/>
                      <a:pt x="38" y="3"/>
                      <a:pt x="37" y="3"/>
                    </a:cubicBezTo>
                    <a:cubicBezTo>
                      <a:pt x="25" y="0"/>
                      <a:pt x="12" y="4"/>
                      <a:pt x="2" y="9"/>
                    </a:cubicBezTo>
                    <a:cubicBezTo>
                      <a:pt x="0" y="10"/>
                      <a:pt x="2" y="13"/>
                      <a:pt x="3"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03" name="Freeform 18">
                <a:extLst>
                  <a:ext uri="{FF2B5EF4-FFF2-40B4-BE49-F238E27FC236}">
                    <a16:creationId xmlns:a16="http://schemas.microsoft.com/office/drawing/2014/main" id="{444EC1BF-0C3F-4F7F-AF7A-31350387FF40}"/>
                  </a:ext>
                </a:extLst>
              </p:cNvPr>
              <p:cNvSpPr/>
              <p:nvPr/>
            </p:nvSpPr>
            <p:spPr bwMode="auto">
              <a:xfrm>
                <a:off x="3721" y="730"/>
                <a:ext cx="62" cy="26"/>
              </a:xfrm>
              <a:custGeom>
                <a:avLst/>
                <a:gdLst>
                  <a:gd name="T0" fmla="*/ 4 w 35"/>
                  <a:gd name="T1" fmla="*/ 14 h 15"/>
                  <a:gd name="T2" fmla="*/ 34 w 35"/>
                  <a:gd name="T3" fmla="*/ 5 h 15"/>
                  <a:gd name="T4" fmla="*/ 34 w 35"/>
                  <a:gd name="T5" fmla="*/ 1 h 15"/>
                  <a:gd name="T6" fmla="*/ 1 w 35"/>
                  <a:gd name="T7" fmla="*/ 11 h 15"/>
                  <a:gd name="T8" fmla="*/ 4 w 35"/>
                  <a:gd name="T9" fmla="*/ 14 h 15"/>
                </a:gdLst>
                <a:ahLst/>
                <a:cxnLst>
                  <a:cxn ang="0">
                    <a:pos x="T0" y="T1"/>
                  </a:cxn>
                  <a:cxn ang="0">
                    <a:pos x="T2" y="T3"/>
                  </a:cxn>
                  <a:cxn ang="0">
                    <a:pos x="T4" y="T5"/>
                  </a:cxn>
                  <a:cxn ang="0">
                    <a:pos x="T6" y="T7"/>
                  </a:cxn>
                  <a:cxn ang="0">
                    <a:pos x="T8" y="T9"/>
                  </a:cxn>
                </a:cxnLst>
                <a:rect l="0" t="0" r="r" b="b"/>
                <a:pathLst>
                  <a:path w="35" h="15">
                    <a:moveTo>
                      <a:pt x="4" y="14"/>
                    </a:moveTo>
                    <a:cubicBezTo>
                      <a:pt x="13" y="6"/>
                      <a:pt x="23" y="7"/>
                      <a:pt x="34" y="5"/>
                    </a:cubicBezTo>
                    <a:cubicBezTo>
                      <a:pt x="35" y="4"/>
                      <a:pt x="35" y="2"/>
                      <a:pt x="34" y="1"/>
                    </a:cubicBezTo>
                    <a:cubicBezTo>
                      <a:pt x="23" y="0"/>
                      <a:pt x="9" y="2"/>
                      <a:pt x="1" y="11"/>
                    </a:cubicBezTo>
                    <a:cubicBezTo>
                      <a:pt x="0" y="13"/>
                      <a:pt x="2" y="15"/>
                      <a:pt x="4"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04" name="Freeform 19">
                <a:extLst>
                  <a:ext uri="{FF2B5EF4-FFF2-40B4-BE49-F238E27FC236}">
                    <a16:creationId xmlns:a16="http://schemas.microsoft.com/office/drawing/2014/main" id="{0DF51F44-8C50-1B60-75E4-543AD705008D}"/>
                  </a:ext>
                </a:extLst>
              </p:cNvPr>
              <p:cNvSpPr/>
              <p:nvPr/>
            </p:nvSpPr>
            <p:spPr bwMode="auto">
              <a:xfrm>
                <a:off x="3727" y="760"/>
                <a:ext cx="49" cy="40"/>
              </a:xfrm>
              <a:custGeom>
                <a:avLst/>
                <a:gdLst>
                  <a:gd name="T0" fmla="*/ 3 w 28"/>
                  <a:gd name="T1" fmla="*/ 21 h 23"/>
                  <a:gd name="T2" fmla="*/ 27 w 28"/>
                  <a:gd name="T3" fmla="*/ 4 h 23"/>
                  <a:gd name="T4" fmla="*/ 26 w 28"/>
                  <a:gd name="T5" fmla="*/ 0 h 23"/>
                  <a:gd name="T6" fmla="*/ 1 w 28"/>
                  <a:gd name="T7" fmla="*/ 19 h 23"/>
                  <a:gd name="T8" fmla="*/ 3 w 28"/>
                  <a:gd name="T9" fmla="*/ 21 h 23"/>
                </a:gdLst>
                <a:ahLst/>
                <a:cxnLst>
                  <a:cxn ang="0">
                    <a:pos x="T0" y="T1"/>
                  </a:cxn>
                  <a:cxn ang="0">
                    <a:pos x="T2" y="T3"/>
                  </a:cxn>
                  <a:cxn ang="0">
                    <a:pos x="T4" y="T5"/>
                  </a:cxn>
                  <a:cxn ang="0">
                    <a:pos x="T6" y="T7"/>
                  </a:cxn>
                  <a:cxn ang="0">
                    <a:pos x="T8" y="T9"/>
                  </a:cxn>
                </a:cxnLst>
                <a:rect l="0" t="0" r="r" b="b"/>
                <a:pathLst>
                  <a:path w="28" h="23">
                    <a:moveTo>
                      <a:pt x="3" y="21"/>
                    </a:moveTo>
                    <a:cubicBezTo>
                      <a:pt x="10" y="13"/>
                      <a:pt x="18" y="9"/>
                      <a:pt x="27" y="4"/>
                    </a:cubicBezTo>
                    <a:cubicBezTo>
                      <a:pt x="28" y="3"/>
                      <a:pt x="28" y="0"/>
                      <a:pt x="26" y="0"/>
                    </a:cubicBezTo>
                    <a:cubicBezTo>
                      <a:pt x="15" y="2"/>
                      <a:pt x="6" y="10"/>
                      <a:pt x="1" y="19"/>
                    </a:cubicBezTo>
                    <a:cubicBezTo>
                      <a:pt x="0" y="21"/>
                      <a:pt x="2" y="23"/>
                      <a:pt x="3"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05" name="Freeform 20">
                <a:extLst>
                  <a:ext uri="{FF2B5EF4-FFF2-40B4-BE49-F238E27FC236}">
                    <a16:creationId xmlns:a16="http://schemas.microsoft.com/office/drawing/2014/main" id="{13516C85-8251-DED7-FE5E-C33902E496F6}"/>
                  </a:ext>
                </a:extLst>
              </p:cNvPr>
              <p:cNvSpPr/>
              <p:nvPr/>
            </p:nvSpPr>
            <p:spPr bwMode="auto">
              <a:xfrm>
                <a:off x="3734" y="791"/>
                <a:ext cx="52" cy="44"/>
              </a:xfrm>
              <a:custGeom>
                <a:avLst/>
                <a:gdLst>
                  <a:gd name="T0" fmla="*/ 4 w 30"/>
                  <a:gd name="T1" fmla="*/ 24 h 25"/>
                  <a:gd name="T2" fmla="*/ 14 w 30"/>
                  <a:gd name="T3" fmla="*/ 12 h 25"/>
                  <a:gd name="T4" fmla="*/ 28 w 30"/>
                  <a:gd name="T5" fmla="*/ 3 h 25"/>
                  <a:gd name="T6" fmla="*/ 27 w 30"/>
                  <a:gd name="T7" fmla="*/ 0 h 25"/>
                  <a:gd name="T8" fmla="*/ 1 w 30"/>
                  <a:gd name="T9" fmla="*/ 22 h 25"/>
                  <a:gd name="T10" fmla="*/ 4 w 30"/>
                  <a:gd name="T11" fmla="*/ 24 h 25"/>
                </a:gdLst>
                <a:ahLst/>
                <a:cxnLst>
                  <a:cxn ang="0">
                    <a:pos x="T0" y="T1"/>
                  </a:cxn>
                  <a:cxn ang="0">
                    <a:pos x="T2" y="T3"/>
                  </a:cxn>
                  <a:cxn ang="0">
                    <a:pos x="T4" y="T5"/>
                  </a:cxn>
                  <a:cxn ang="0">
                    <a:pos x="T6" y="T7"/>
                  </a:cxn>
                  <a:cxn ang="0">
                    <a:pos x="T8" y="T9"/>
                  </a:cxn>
                  <a:cxn ang="0">
                    <a:pos x="T10" y="T11"/>
                  </a:cxn>
                </a:cxnLst>
                <a:rect l="0" t="0" r="r" b="b"/>
                <a:pathLst>
                  <a:path w="30" h="25">
                    <a:moveTo>
                      <a:pt x="4" y="24"/>
                    </a:moveTo>
                    <a:cubicBezTo>
                      <a:pt x="7" y="20"/>
                      <a:pt x="10" y="15"/>
                      <a:pt x="14" y="12"/>
                    </a:cubicBezTo>
                    <a:cubicBezTo>
                      <a:pt x="18" y="8"/>
                      <a:pt x="23" y="5"/>
                      <a:pt x="28" y="3"/>
                    </a:cubicBezTo>
                    <a:cubicBezTo>
                      <a:pt x="30" y="2"/>
                      <a:pt x="29" y="0"/>
                      <a:pt x="27" y="0"/>
                    </a:cubicBezTo>
                    <a:cubicBezTo>
                      <a:pt x="16" y="2"/>
                      <a:pt x="4" y="11"/>
                      <a:pt x="1" y="22"/>
                    </a:cubicBezTo>
                    <a:cubicBezTo>
                      <a:pt x="0" y="24"/>
                      <a:pt x="2" y="25"/>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06" name="Freeform 21">
                <a:extLst>
                  <a:ext uri="{FF2B5EF4-FFF2-40B4-BE49-F238E27FC236}">
                    <a16:creationId xmlns:a16="http://schemas.microsoft.com/office/drawing/2014/main" id="{22400A8E-DEF1-CABC-722E-C8E648CE460E}"/>
                  </a:ext>
                </a:extLst>
              </p:cNvPr>
              <p:cNvSpPr/>
              <p:nvPr/>
            </p:nvSpPr>
            <p:spPr bwMode="auto">
              <a:xfrm>
                <a:off x="3746" y="821"/>
                <a:ext cx="46" cy="46"/>
              </a:xfrm>
              <a:custGeom>
                <a:avLst/>
                <a:gdLst>
                  <a:gd name="T0" fmla="*/ 4 w 26"/>
                  <a:gd name="T1" fmla="*/ 25 h 26"/>
                  <a:gd name="T2" fmla="*/ 13 w 26"/>
                  <a:gd name="T3" fmla="*/ 13 h 26"/>
                  <a:gd name="T4" fmla="*/ 25 w 26"/>
                  <a:gd name="T5" fmla="*/ 3 h 26"/>
                  <a:gd name="T6" fmla="*/ 24 w 26"/>
                  <a:gd name="T7" fmla="*/ 0 h 26"/>
                  <a:gd name="T8" fmla="*/ 1 w 26"/>
                  <a:gd name="T9" fmla="*/ 23 h 26"/>
                  <a:gd name="T10" fmla="*/ 4 w 26"/>
                  <a:gd name="T11" fmla="*/ 25 h 26"/>
                </a:gdLst>
                <a:ahLst/>
                <a:cxnLst>
                  <a:cxn ang="0">
                    <a:pos x="T0" y="T1"/>
                  </a:cxn>
                  <a:cxn ang="0">
                    <a:pos x="T2" y="T3"/>
                  </a:cxn>
                  <a:cxn ang="0">
                    <a:pos x="T4" y="T5"/>
                  </a:cxn>
                  <a:cxn ang="0">
                    <a:pos x="T6" y="T7"/>
                  </a:cxn>
                  <a:cxn ang="0">
                    <a:pos x="T8" y="T9"/>
                  </a:cxn>
                  <a:cxn ang="0">
                    <a:pos x="T10" y="T11"/>
                  </a:cxn>
                </a:cxnLst>
                <a:rect l="0" t="0" r="r" b="b"/>
                <a:pathLst>
                  <a:path w="26" h="26">
                    <a:moveTo>
                      <a:pt x="4" y="25"/>
                    </a:moveTo>
                    <a:cubicBezTo>
                      <a:pt x="7" y="21"/>
                      <a:pt x="10" y="16"/>
                      <a:pt x="13" y="13"/>
                    </a:cubicBezTo>
                    <a:cubicBezTo>
                      <a:pt x="17" y="9"/>
                      <a:pt x="21" y="6"/>
                      <a:pt x="25" y="3"/>
                    </a:cubicBezTo>
                    <a:cubicBezTo>
                      <a:pt x="26" y="2"/>
                      <a:pt x="25" y="0"/>
                      <a:pt x="24" y="0"/>
                    </a:cubicBezTo>
                    <a:cubicBezTo>
                      <a:pt x="14" y="4"/>
                      <a:pt x="5" y="13"/>
                      <a:pt x="1" y="23"/>
                    </a:cubicBezTo>
                    <a:cubicBezTo>
                      <a:pt x="0" y="24"/>
                      <a:pt x="2" y="26"/>
                      <a:pt x="4"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07" name="Freeform 22">
                <a:extLst>
                  <a:ext uri="{FF2B5EF4-FFF2-40B4-BE49-F238E27FC236}">
                    <a16:creationId xmlns:a16="http://schemas.microsoft.com/office/drawing/2014/main" id="{8CA830B9-66CA-6896-C3B9-5093B460F28B}"/>
                  </a:ext>
                </a:extLst>
              </p:cNvPr>
              <p:cNvSpPr/>
              <p:nvPr/>
            </p:nvSpPr>
            <p:spPr bwMode="auto">
              <a:xfrm>
                <a:off x="3753" y="856"/>
                <a:ext cx="55" cy="23"/>
              </a:xfrm>
              <a:custGeom>
                <a:avLst/>
                <a:gdLst>
                  <a:gd name="T0" fmla="*/ 3 w 31"/>
                  <a:gd name="T1" fmla="*/ 13 h 13"/>
                  <a:gd name="T2" fmla="*/ 29 w 31"/>
                  <a:gd name="T3" fmla="*/ 3 h 13"/>
                  <a:gd name="T4" fmla="*/ 29 w 31"/>
                  <a:gd name="T5" fmla="*/ 0 h 13"/>
                  <a:gd name="T6" fmla="*/ 1 w 31"/>
                  <a:gd name="T7" fmla="*/ 10 h 13"/>
                  <a:gd name="T8" fmla="*/ 3 w 31"/>
                  <a:gd name="T9" fmla="*/ 13 h 13"/>
                </a:gdLst>
                <a:ahLst/>
                <a:cxnLst>
                  <a:cxn ang="0">
                    <a:pos x="T0" y="T1"/>
                  </a:cxn>
                  <a:cxn ang="0">
                    <a:pos x="T2" y="T3"/>
                  </a:cxn>
                  <a:cxn ang="0">
                    <a:pos x="T4" y="T5"/>
                  </a:cxn>
                  <a:cxn ang="0">
                    <a:pos x="T6" y="T7"/>
                  </a:cxn>
                  <a:cxn ang="0">
                    <a:pos x="T8" y="T9"/>
                  </a:cxn>
                </a:cxnLst>
                <a:rect l="0" t="0" r="r" b="b"/>
                <a:pathLst>
                  <a:path w="31" h="13">
                    <a:moveTo>
                      <a:pt x="3" y="13"/>
                    </a:moveTo>
                    <a:cubicBezTo>
                      <a:pt x="11" y="8"/>
                      <a:pt x="20" y="6"/>
                      <a:pt x="29" y="3"/>
                    </a:cubicBezTo>
                    <a:cubicBezTo>
                      <a:pt x="31" y="3"/>
                      <a:pt x="30" y="0"/>
                      <a:pt x="29" y="0"/>
                    </a:cubicBezTo>
                    <a:cubicBezTo>
                      <a:pt x="19" y="0"/>
                      <a:pt x="9" y="4"/>
                      <a:pt x="1" y="10"/>
                    </a:cubicBezTo>
                    <a:cubicBezTo>
                      <a:pt x="0" y="11"/>
                      <a:pt x="1" y="13"/>
                      <a:pt x="3"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08" name="Freeform 23">
                <a:extLst>
                  <a:ext uri="{FF2B5EF4-FFF2-40B4-BE49-F238E27FC236}">
                    <a16:creationId xmlns:a16="http://schemas.microsoft.com/office/drawing/2014/main" id="{35CF5274-A399-F058-0734-B74C84D0FDEE}"/>
                  </a:ext>
                </a:extLst>
              </p:cNvPr>
              <p:cNvSpPr/>
              <p:nvPr/>
            </p:nvSpPr>
            <p:spPr bwMode="auto">
              <a:xfrm>
                <a:off x="3878" y="716"/>
                <a:ext cx="32" cy="72"/>
              </a:xfrm>
              <a:custGeom>
                <a:avLst/>
                <a:gdLst>
                  <a:gd name="T0" fmla="*/ 15 w 18"/>
                  <a:gd name="T1" fmla="*/ 1 h 41"/>
                  <a:gd name="T2" fmla="*/ 1 w 18"/>
                  <a:gd name="T3" fmla="*/ 39 h 41"/>
                  <a:gd name="T4" fmla="*/ 5 w 18"/>
                  <a:gd name="T5" fmla="*/ 39 h 41"/>
                  <a:gd name="T6" fmla="*/ 16 w 18"/>
                  <a:gd name="T7" fmla="*/ 3 h 41"/>
                  <a:gd name="T8" fmla="*/ 15 w 18"/>
                  <a:gd name="T9" fmla="*/ 1 h 41"/>
                </a:gdLst>
                <a:ahLst/>
                <a:cxnLst>
                  <a:cxn ang="0">
                    <a:pos x="T0" y="T1"/>
                  </a:cxn>
                  <a:cxn ang="0">
                    <a:pos x="T2" y="T3"/>
                  </a:cxn>
                  <a:cxn ang="0">
                    <a:pos x="T4" y="T5"/>
                  </a:cxn>
                  <a:cxn ang="0">
                    <a:pos x="T6" y="T7"/>
                  </a:cxn>
                  <a:cxn ang="0">
                    <a:pos x="T8" y="T9"/>
                  </a:cxn>
                </a:cxnLst>
                <a:rect l="0" t="0" r="r" b="b"/>
                <a:pathLst>
                  <a:path w="18" h="41">
                    <a:moveTo>
                      <a:pt x="15" y="1"/>
                    </a:moveTo>
                    <a:cubicBezTo>
                      <a:pt x="2" y="7"/>
                      <a:pt x="0" y="27"/>
                      <a:pt x="1" y="39"/>
                    </a:cubicBezTo>
                    <a:cubicBezTo>
                      <a:pt x="2" y="41"/>
                      <a:pt x="4" y="41"/>
                      <a:pt x="5" y="39"/>
                    </a:cubicBezTo>
                    <a:cubicBezTo>
                      <a:pt x="5" y="28"/>
                      <a:pt x="6" y="11"/>
                      <a:pt x="16" y="3"/>
                    </a:cubicBezTo>
                    <a:cubicBezTo>
                      <a:pt x="18" y="2"/>
                      <a:pt x="17" y="0"/>
                      <a:pt x="15"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09" name="Freeform 24">
                <a:extLst>
                  <a:ext uri="{FF2B5EF4-FFF2-40B4-BE49-F238E27FC236}">
                    <a16:creationId xmlns:a16="http://schemas.microsoft.com/office/drawing/2014/main" id="{A6D5F040-4FFF-0863-3DE7-6762A42C8CA2}"/>
                  </a:ext>
                </a:extLst>
              </p:cNvPr>
              <p:cNvSpPr/>
              <p:nvPr/>
            </p:nvSpPr>
            <p:spPr bwMode="auto">
              <a:xfrm>
                <a:off x="3902" y="705"/>
                <a:ext cx="27" cy="58"/>
              </a:xfrm>
              <a:custGeom>
                <a:avLst/>
                <a:gdLst>
                  <a:gd name="T0" fmla="*/ 12 w 15"/>
                  <a:gd name="T1" fmla="*/ 2 h 33"/>
                  <a:gd name="T2" fmla="*/ 3 w 15"/>
                  <a:gd name="T3" fmla="*/ 31 h 33"/>
                  <a:gd name="T4" fmla="*/ 6 w 15"/>
                  <a:gd name="T5" fmla="*/ 31 h 33"/>
                  <a:gd name="T6" fmla="*/ 14 w 15"/>
                  <a:gd name="T7" fmla="*/ 4 h 33"/>
                  <a:gd name="T8" fmla="*/ 12 w 15"/>
                  <a:gd name="T9" fmla="*/ 2 h 33"/>
                </a:gdLst>
                <a:ahLst/>
                <a:cxnLst>
                  <a:cxn ang="0">
                    <a:pos x="T0" y="T1"/>
                  </a:cxn>
                  <a:cxn ang="0">
                    <a:pos x="T2" y="T3"/>
                  </a:cxn>
                  <a:cxn ang="0">
                    <a:pos x="T4" y="T5"/>
                  </a:cxn>
                  <a:cxn ang="0">
                    <a:pos x="T6" y="T7"/>
                  </a:cxn>
                  <a:cxn ang="0">
                    <a:pos x="T8" y="T9"/>
                  </a:cxn>
                </a:cxnLst>
                <a:rect l="0" t="0" r="r" b="b"/>
                <a:pathLst>
                  <a:path w="15" h="33">
                    <a:moveTo>
                      <a:pt x="12" y="2"/>
                    </a:moveTo>
                    <a:cubicBezTo>
                      <a:pt x="5" y="9"/>
                      <a:pt x="0" y="21"/>
                      <a:pt x="3" y="31"/>
                    </a:cubicBezTo>
                    <a:cubicBezTo>
                      <a:pt x="3" y="33"/>
                      <a:pt x="6" y="32"/>
                      <a:pt x="6" y="31"/>
                    </a:cubicBezTo>
                    <a:cubicBezTo>
                      <a:pt x="6" y="20"/>
                      <a:pt x="7" y="12"/>
                      <a:pt x="14" y="4"/>
                    </a:cubicBezTo>
                    <a:cubicBezTo>
                      <a:pt x="15" y="2"/>
                      <a:pt x="13" y="0"/>
                      <a:pt x="12"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0" name="Freeform 25">
                <a:extLst>
                  <a:ext uri="{FF2B5EF4-FFF2-40B4-BE49-F238E27FC236}">
                    <a16:creationId xmlns:a16="http://schemas.microsoft.com/office/drawing/2014/main" id="{2DCB29FD-0721-C0C8-7521-00E0C8493FFB}"/>
                  </a:ext>
                </a:extLst>
              </p:cNvPr>
              <p:cNvSpPr/>
              <p:nvPr/>
            </p:nvSpPr>
            <p:spPr bwMode="auto">
              <a:xfrm>
                <a:off x="3939" y="700"/>
                <a:ext cx="25" cy="47"/>
              </a:xfrm>
              <a:custGeom>
                <a:avLst/>
                <a:gdLst>
                  <a:gd name="T0" fmla="*/ 11 w 14"/>
                  <a:gd name="T1" fmla="*/ 2 h 27"/>
                  <a:gd name="T2" fmla="*/ 1 w 14"/>
                  <a:gd name="T3" fmla="*/ 25 h 27"/>
                  <a:gd name="T4" fmla="*/ 4 w 14"/>
                  <a:gd name="T5" fmla="*/ 25 h 27"/>
                  <a:gd name="T6" fmla="*/ 13 w 14"/>
                  <a:gd name="T7" fmla="*/ 3 h 27"/>
                  <a:gd name="T8" fmla="*/ 11 w 14"/>
                  <a:gd name="T9" fmla="*/ 2 h 27"/>
                </a:gdLst>
                <a:ahLst/>
                <a:cxnLst>
                  <a:cxn ang="0">
                    <a:pos x="T0" y="T1"/>
                  </a:cxn>
                  <a:cxn ang="0">
                    <a:pos x="T2" y="T3"/>
                  </a:cxn>
                  <a:cxn ang="0">
                    <a:pos x="T4" y="T5"/>
                  </a:cxn>
                  <a:cxn ang="0">
                    <a:pos x="T6" y="T7"/>
                  </a:cxn>
                  <a:cxn ang="0">
                    <a:pos x="T8" y="T9"/>
                  </a:cxn>
                </a:cxnLst>
                <a:rect l="0" t="0" r="r" b="b"/>
                <a:pathLst>
                  <a:path w="14" h="27">
                    <a:moveTo>
                      <a:pt x="11" y="2"/>
                    </a:moveTo>
                    <a:cubicBezTo>
                      <a:pt x="4" y="7"/>
                      <a:pt x="0" y="16"/>
                      <a:pt x="1" y="25"/>
                    </a:cubicBezTo>
                    <a:cubicBezTo>
                      <a:pt x="2" y="27"/>
                      <a:pt x="4" y="26"/>
                      <a:pt x="4" y="25"/>
                    </a:cubicBezTo>
                    <a:cubicBezTo>
                      <a:pt x="5" y="17"/>
                      <a:pt x="7" y="10"/>
                      <a:pt x="13" y="3"/>
                    </a:cubicBezTo>
                    <a:cubicBezTo>
                      <a:pt x="14" y="2"/>
                      <a:pt x="12" y="0"/>
                      <a:pt x="1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1" name="Freeform 26">
                <a:extLst>
                  <a:ext uri="{FF2B5EF4-FFF2-40B4-BE49-F238E27FC236}">
                    <a16:creationId xmlns:a16="http://schemas.microsoft.com/office/drawing/2014/main" id="{ECCA663A-ACD9-EEBC-CE7D-9D223D65266E}"/>
                  </a:ext>
                </a:extLst>
              </p:cNvPr>
              <p:cNvSpPr/>
              <p:nvPr/>
            </p:nvSpPr>
            <p:spPr bwMode="auto">
              <a:xfrm>
                <a:off x="3966" y="700"/>
                <a:ext cx="14" cy="35"/>
              </a:xfrm>
              <a:custGeom>
                <a:avLst/>
                <a:gdLst>
                  <a:gd name="T0" fmla="*/ 5 w 8"/>
                  <a:gd name="T1" fmla="*/ 1 h 20"/>
                  <a:gd name="T2" fmla="*/ 1 w 8"/>
                  <a:gd name="T3" fmla="*/ 18 h 20"/>
                  <a:gd name="T4" fmla="*/ 4 w 8"/>
                  <a:gd name="T5" fmla="*/ 18 h 20"/>
                  <a:gd name="T6" fmla="*/ 7 w 8"/>
                  <a:gd name="T7" fmla="*/ 3 h 20"/>
                  <a:gd name="T8" fmla="*/ 5 w 8"/>
                  <a:gd name="T9" fmla="*/ 1 h 20"/>
                </a:gdLst>
                <a:ahLst/>
                <a:cxnLst>
                  <a:cxn ang="0">
                    <a:pos x="T0" y="T1"/>
                  </a:cxn>
                  <a:cxn ang="0">
                    <a:pos x="T2" y="T3"/>
                  </a:cxn>
                  <a:cxn ang="0">
                    <a:pos x="T4" y="T5"/>
                  </a:cxn>
                  <a:cxn ang="0">
                    <a:pos x="T6" y="T7"/>
                  </a:cxn>
                  <a:cxn ang="0">
                    <a:pos x="T8" y="T9"/>
                  </a:cxn>
                </a:cxnLst>
                <a:rect l="0" t="0" r="r" b="b"/>
                <a:pathLst>
                  <a:path w="8" h="20">
                    <a:moveTo>
                      <a:pt x="5" y="1"/>
                    </a:moveTo>
                    <a:cubicBezTo>
                      <a:pt x="2" y="7"/>
                      <a:pt x="0" y="12"/>
                      <a:pt x="1" y="18"/>
                    </a:cubicBezTo>
                    <a:cubicBezTo>
                      <a:pt x="2" y="20"/>
                      <a:pt x="4" y="19"/>
                      <a:pt x="4" y="18"/>
                    </a:cubicBezTo>
                    <a:cubicBezTo>
                      <a:pt x="5" y="13"/>
                      <a:pt x="5" y="8"/>
                      <a:pt x="7" y="3"/>
                    </a:cubicBezTo>
                    <a:cubicBezTo>
                      <a:pt x="8" y="1"/>
                      <a:pt x="6" y="0"/>
                      <a:pt x="5"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2" name="Freeform 27">
                <a:extLst>
                  <a:ext uri="{FF2B5EF4-FFF2-40B4-BE49-F238E27FC236}">
                    <a16:creationId xmlns:a16="http://schemas.microsoft.com/office/drawing/2014/main" id="{C17BA534-78FF-EF25-EB0E-AFA0BAC41652}"/>
                  </a:ext>
                </a:extLst>
              </p:cNvPr>
              <p:cNvSpPr/>
              <p:nvPr/>
            </p:nvSpPr>
            <p:spPr bwMode="auto">
              <a:xfrm>
                <a:off x="4008" y="700"/>
                <a:ext cx="19" cy="40"/>
              </a:xfrm>
              <a:custGeom>
                <a:avLst/>
                <a:gdLst>
                  <a:gd name="T0" fmla="*/ 7 w 11"/>
                  <a:gd name="T1" fmla="*/ 2 h 23"/>
                  <a:gd name="T2" fmla="*/ 2 w 11"/>
                  <a:gd name="T3" fmla="*/ 21 h 23"/>
                  <a:gd name="T4" fmla="*/ 5 w 11"/>
                  <a:gd name="T5" fmla="*/ 21 h 23"/>
                  <a:gd name="T6" fmla="*/ 7 w 11"/>
                  <a:gd name="T7" fmla="*/ 13 h 23"/>
                  <a:gd name="T8" fmla="*/ 10 w 11"/>
                  <a:gd name="T9" fmla="*/ 4 h 23"/>
                  <a:gd name="T10" fmla="*/ 7 w 11"/>
                  <a:gd name="T11" fmla="*/ 2 h 23"/>
                </a:gdLst>
                <a:ahLst/>
                <a:cxnLst>
                  <a:cxn ang="0">
                    <a:pos x="T0" y="T1"/>
                  </a:cxn>
                  <a:cxn ang="0">
                    <a:pos x="T2" y="T3"/>
                  </a:cxn>
                  <a:cxn ang="0">
                    <a:pos x="T4" y="T5"/>
                  </a:cxn>
                  <a:cxn ang="0">
                    <a:pos x="T6" y="T7"/>
                  </a:cxn>
                  <a:cxn ang="0">
                    <a:pos x="T8" y="T9"/>
                  </a:cxn>
                  <a:cxn ang="0">
                    <a:pos x="T10" y="T11"/>
                  </a:cxn>
                </a:cxnLst>
                <a:rect l="0" t="0" r="r" b="b"/>
                <a:pathLst>
                  <a:path w="11" h="23">
                    <a:moveTo>
                      <a:pt x="7" y="2"/>
                    </a:moveTo>
                    <a:cubicBezTo>
                      <a:pt x="4" y="7"/>
                      <a:pt x="0" y="15"/>
                      <a:pt x="2" y="21"/>
                    </a:cubicBezTo>
                    <a:cubicBezTo>
                      <a:pt x="3" y="23"/>
                      <a:pt x="5" y="23"/>
                      <a:pt x="5" y="21"/>
                    </a:cubicBezTo>
                    <a:cubicBezTo>
                      <a:pt x="6" y="18"/>
                      <a:pt x="6" y="15"/>
                      <a:pt x="7" y="13"/>
                    </a:cubicBezTo>
                    <a:cubicBezTo>
                      <a:pt x="7" y="10"/>
                      <a:pt x="9" y="7"/>
                      <a:pt x="10" y="4"/>
                    </a:cubicBezTo>
                    <a:cubicBezTo>
                      <a:pt x="11" y="2"/>
                      <a:pt x="8" y="0"/>
                      <a:pt x="7"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3" name="Freeform 28">
                <a:extLst>
                  <a:ext uri="{FF2B5EF4-FFF2-40B4-BE49-F238E27FC236}">
                    <a16:creationId xmlns:a16="http://schemas.microsoft.com/office/drawing/2014/main" id="{C425D036-290A-1A86-F321-A30E9033F04E}"/>
                  </a:ext>
                </a:extLst>
              </p:cNvPr>
              <p:cNvSpPr/>
              <p:nvPr/>
            </p:nvSpPr>
            <p:spPr bwMode="auto">
              <a:xfrm>
                <a:off x="3992" y="709"/>
                <a:ext cx="7" cy="17"/>
              </a:xfrm>
              <a:custGeom>
                <a:avLst/>
                <a:gdLst>
                  <a:gd name="T0" fmla="*/ 0 w 4"/>
                  <a:gd name="T1" fmla="*/ 2 h 10"/>
                  <a:gd name="T2" fmla="*/ 1 w 4"/>
                  <a:gd name="T3" fmla="*/ 9 h 10"/>
                  <a:gd name="T4" fmla="*/ 3 w 4"/>
                  <a:gd name="T5" fmla="*/ 9 h 10"/>
                  <a:gd name="T6" fmla="*/ 4 w 4"/>
                  <a:gd name="T7" fmla="*/ 2 h 10"/>
                  <a:gd name="T8" fmla="*/ 0 w 4"/>
                  <a:gd name="T9" fmla="*/ 2 h 10"/>
                </a:gdLst>
                <a:ahLst/>
                <a:cxnLst>
                  <a:cxn ang="0">
                    <a:pos x="T0" y="T1"/>
                  </a:cxn>
                  <a:cxn ang="0">
                    <a:pos x="T2" y="T3"/>
                  </a:cxn>
                  <a:cxn ang="0">
                    <a:pos x="T4" y="T5"/>
                  </a:cxn>
                  <a:cxn ang="0">
                    <a:pos x="T6" y="T7"/>
                  </a:cxn>
                  <a:cxn ang="0">
                    <a:pos x="T8" y="T9"/>
                  </a:cxn>
                </a:cxnLst>
                <a:rect l="0" t="0" r="r" b="b"/>
                <a:pathLst>
                  <a:path w="4" h="10">
                    <a:moveTo>
                      <a:pt x="0" y="2"/>
                    </a:moveTo>
                    <a:cubicBezTo>
                      <a:pt x="0" y="5"/>
                      <a:pt x="0" y="7"/>
                      <a:pt x="1" y="9"/>
                    </a:cubicBezTo>
                    <a:cubicBezTo>
                      <a:pt x="1" y="10"/>
                      <a:pt x="3" y="10"/>
                      <a:pt x="3" y="9"/>
                    </a:cubicBezTo>
                    <a:cubicBezTo>
                      <a:pt x="4" y="7"/>
                      <a:pt x="4" y="5"/>
                      <a:pt x="4" y="2"/>
                    </a:cubicBezTo>
                    <a:cubicBezTo>
                      <a:pt x="4" y="0"/>
                      <a:pt x="0" y="0"/>
                      <a:pt x="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4" name="Freeform 29">
                <a:extLst>
                  <a:ext uri="{FF2B5EF4-FFF2-40B4-BE49-F238E27FC236}">
                    <a16:creationId xmlns:a16="http://schemas.microsoft.com/office/drawing/2014/main" id="{305FAFF4-0EB5-C78F-6A11-78E443BF2015}"/>
                  </a:ext>
                </a:extLst>
              </p:cNvPr>
              <p:cNvSpPr/>
              <p:nvPr/>
            </p:nvSpPr>
            <p:spPr bwMode="auto">
              <a:xfrm>
                <a:off x="4062" y="700"/>
                <a:ext cx="15" cy="24"/>
              </a:xfrm>
              <a:custGeom>
                <a:avLst/>
                <a:gdLst>
                  <a:gd name="T0" fmla="*/ 5 w 8"/>
                  <a:gd name="T1" fmla="*/ 1 h 14"/>
                  <a:gd name="T2" fmla="*/ 0 w 8"/>
                  <a:gd name="T3" fmla="*/ 12 h 14"/>
                  <a:gd name="T4" fmla="*/ 2 w 8"/>
                  <a:gd name="T5" fmla="*/ 13 h 14"/>
                  <a:gd name="T6" fmla="*/ 7 w 8"/>
                  <a:gd name="T7" fmla="*/ 3 h 14"/>
                  <a:gd name="T8" fmla="*/ 5 w 8"/>
                  <a:gd name="T9" fmla="*/ 1 h 14"/>
                </a:gdLst>
                <a:ahLst/>
                <a:cxnLst>
                  <a:cxn ang="0">
                    <a:pos x="T0" y="T1"/>
                  </a:cxn>
                  <a:cxn ang="0">
                    <a:pos x="T2" y="T3"/>
                  </a:cxn>
                  <a:cxn ang="0">
                    <a:pos x="T4" y="T5"/>
                  </a:cxn>
                  <a:cxn ang="0">
                    <a:pos x="T6" y="T7"/>
                  </a:cxn>
                  <a:cxn ang="0">
                    <a:pos x="T8" y="T9"/>
                  </a:cxn>
                </a:cxnLst>
                <a:rect l="0" t="0" r="r" b="b"/>
                <a:pathLst>
                  <a:path w="8" h="14">
                    <a:moveTo>
                      <a:pt x="5" y="1"/>
                    </a:moveTo>
                    <a:cubicBezTo>
                      <a:pt x="2" y="5"/>
                      <a:pt x="0" y="8"/>
                      <a:pt x="0" y="12"/>
                    </a:cubicBezTo>
                    <a:cubicBezTo>
                      <a:pt x="0" y="14"/>
                      <a:pt x="2" y="14"/>
                      <a:pt x="2" y="13"/>
                    </a:cubicBezTo>
                    <a:cubicBezTo>
                      <a:pt x="4" y="10"/>
                      <a:pt x="5" y="6"/>
                      <a:pt x="7" y="3"/>
                    </a:cubicBezTo>
                    <a:cubicBezTo>
                      <a:pt x="8" y="1"/>
                      <a:pt x="6" y="0"/>
                      <a:pt x="5"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5" name="Freeform 30">
                <a:extLst>
                  <a:ext uri="{FF2B5EF4-FFF2-40B4-BE49-F238E27FC236}">
                    <a16:creationId xmlns:a16="http://schemas.microsoft.com/office/drawing/2014/main" id="{4CF5398E-9D4A-4DD6-F6A9-C9CF05D9AB0F}"/>
                  </a:ext>
                </a:extLst>
              </p:cNvPr>
              <p:cNvSpPr/>
              <p:nvPr/>
            </p:nvSpPr>
            <p:spPr bwMode="auto">
              <a:xfrm>
                <a:off x="4043" y="707"/>
                <a:ext cx="12" cy="19"/>
              </a:xfrm>
              <a:custGeom>
                <a:avLst/>
                <a:gdLst>
                  <a:gd name="T0" fmla="*/ 3 w 7"/>
                  <a:gd name="T1" fmla="*/ 2 h 11"/>
                  <a:gd name="T2" fmla="*/ 1 w 7"/>
                  <a:gd name="T3" fmla="*/ 9 h 11"/>
                  <a:gd name="T4" fmla="*/ 4 w 7"/>
                  <a:gd name="T5" fmla="*/ 9 h 11"/>
                  <a:gd name="T6" fmla="*/ 6 w 7"/>
                  <a:gd name="T7" fmla="*/ 5 h 11"/>
                  <a:gd name="T8" fmla="*/ 3 w 7"/>
                  <a:gd name="T9" fmla="*/ 2 h 11"/>
                </a:gdLst>
                <a:ahLst/>
                <a:cxnLst>
                  <a:cxn ang="0">
                    <a:pos x="T0" y="T1"/>
                  </a:cxn>
                  <a:cxn ang="0">
                    <a:pos x="T2" y="T3"/>
                  </a:cxn>
                  <a:cxn ang="0">
                    <a:pos x="T4" y="T5"/>
                  </a:cxn>
                  <a:cxn ang="0">
                    <a:pos x="T6" y="T7"/>
                  </a:cxn>
                  <a:cxn ang="0">
                    <a:pos x="T8" y="T9"/>
                  </a:cxn>
                </a:cxnLst>
                <a:rect l="0" t="0" r="r" b="b"/>
                <a:pathLst>
                  <a:path w="7" h="11">
                    <a:moveTo>
                      <a:pt x="3" y="2"/>
                    </a:moveTo>
                    <a:cubicBezTo>
                      <a:pt x="1" y="4"/>
                      <a:pt x="0" y="7"/>
                      <a:pt x="1" y="9"/>
                    </a:cubicBezTo>
                    <a:cubicBezTo>
                      <a:pt x="1" y="11"/>
                      <a:pt x="3" y="11"/>
                      <a:pt x="4" y="9"/>
                    </a:cubicBezTo>
                    <a:cubicBezTo>
                      <a:pt x="4" y="8"/>
                      <a:pt x="4" y="6"/>
                      <a:pt x="6" y="5"/>
                    </a:cubicBezTo>
                    <a:cubicBezTo>
                      <a:pt x="7" y="3"/>
                      <a:pt x="4" y="0"/>
                      <a:pt x="3"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6" name="Freeform 31">
                <a:extLst>
                  <a:ext uri="{FF2B5EF4-FFF2-40B4-BE49-F238E27FC236}">
                    <a16:creationId xmlns:a16="http://schemas.microsoft.com/office/drawing/2014/main" id="{63F5D30A-8E0D-B141-722E-D2089BE53412}"/>
                  </a:ext>
                </a:extLst>
              </p:cNvPr>
              <p:cNvSpPr/>
              <p:nvPr/>
            </p:nvSpPr>
            <p:spPr bwMode="auto">
              <a:xfrm>
                <a:off x="4099" y="696"/>
                <a:ext cx="13" cy="20"/>
              </a:xfrm>
              <a:custGeom>
                <a:avLst/>
                <a:gdLst>
                  <a:gd name="T0" fmla="*/ 1 w 7"/>
                  <a:gd name="T1" fmla="*/ 4 h 11"/>
                  <a:gd name="T2" fmla="*/ 3 w 7"/>
                  <a:gd name="T3" fmla="*/ 9 h 11"/>
                  <a:gd name="T4" fmla="*/ 6 w 7"/>
                  <a:gd name="T5" fmla="*/ 9 h 11"/>
                  <a:gd name="T6" fmla="*/ 4 w 7"/>
                  <a:gd name="T7" fmla="*/ 2 h 11"/>
                  <a:gd name="T8" fmla="*/ 1 w 7"/>
                  <a:gd name="T9" fmla="*/ 4 h 11"/>
                </a:gdLst>
                <a:ahLst/>
                <a:cxnLst>
                  <a:cxn ang="0">
                    <a:pos x="T0" y="T1"/>
                  </a:cxn>
                  <a:cxn ang="0">
                    <a:pos x="T2" y="T3"/>
                  </a:cxn>
                  <a:cxn ang="0">
                    <a:pos x="T4" y="T5"/>
                  </a:cxn>
                  <a:cxn ang="0">
                    <a:pos x="T6" y="T7"/>
                  </a:cxn>
                  <a:cxn ang="0">
                    <a:pos x="T8" y="T9"/>
                  </a:cxn>
                </a:cxnLst>
                <a:rect l="0" t="0" r="r" b="b"/>
                <a:pathLst>
                  <a:path w="7" h="11">
                    <a:moveTo>
                      <a:pt x="1" y="4"/>
                    </a:moveTo>
                    <a:cubicBezTo>
                      <a:pt x="2" y="6"/>
                      <a:pt x="2" y="7"/>
                      <a:pt x="3" y="9"/>
                    </a:cubicBezTo>
                    <a:cubicBezTo>
                      <a:pt x="3" y="10"/>
                      <a:pt x="5" y="11"/>
                      <a:pt x="6" y="9"/>
                    </a:cubicBezTo>
                    <a:cubicBezTo>
                      <a:pt x="7" y="7"/>
                      <a:pt x="6" y="4"/>
                      <a:pt x="4" y="2"/>
                    </a:cubicBezTo>
                    <a:cubicBezTo>
                      <a:pt x="3" y="0"/>
                      <a:pt x="0" y="2"/>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7" name="Freeform 32">
                <a:extLst>
                  <a:ext uri="{FF2B5EF4-FFF2-40B4-BE49-F238E27FC236}">
                    <a16:creationId xmlns:a16="http://schemas.microsoft.com/office/drawing/2014/main" id="{F06E6133-65CA-A125-66CF-8216FA9F63D0}"/>
                  </a:ext>
                </a:extLst>
              </p:cNvPr>
              <p:cNvSpPr/>
              <p:nvPr/>
            </p:nvSpPr>
            <p:spPr bwMode="auto">
              <a:xfrm>
                <a:off x="4171" y="709"/>
                <a:ext cx="34" cy="31"/>
              </a:xfrm>
              <a:custGeom>
                <a:avLst/>
                <a:gdLst>
                  <a:gd name="T0" fmla="*/ 18 w 19"/>
                  <a:gd name="T1" fmla="*/ 14 h 18"/>
                  <a:gd name="T2" fmla="*/ 9 w 19"/>
                  <a:gd name="T3" fmla="*/ 10 h 18"/>
                  <a:gd name="T4" fmla="*/ 3 w 19"/>
                  <a:gd name="T5" fmla="*/ 2 h 18"/>
                  <a:gd name="T6" fmla="*/ 0 w 19"/>
                  <a:gd name="T7" fmla="*/ 2 h 18"/>
                  <a:gd name="T8" fmla="*/ 17 w 19"/>
                  <a:gd name="T9" fmla="*/ 18 h 18"/>
                  <a:gd name="T10" fmla="*/ 18 w 19"/>
                  <a:gd name="T11" fmla="*/ 14 h 18"/>
                </a:gdLst>
                <a:ahLst/>
                <a:cxnLst>
                  <a:cxn ang="0">
                    <a:pos x="T0" y="T1"/>
                  </a:cxn>
                  <a:cxn ang="0">
                    <a:pos x="T2" y="T3"/>
                  </a:cxn>
                  <a:cxn ang="0">
                    <a:pos x="T4" y="T5"/>
                  </a:cxn>
                  <a:cxn ang="0">
                    <a:pos x="T6" y="T7"/>
                  </a:cxn>
                  <a:cxn ang="0">
                    <a:pos x="T8" y="T9"/>
                  </a:cxn>
                  <a:cxn ang="0">
                    <a:pos x="T10" y="T11"/>
                  </a:cxn>
                </a:cxnLst>
                <a:rect l="0" t="0" r="r" b="b"/>
                <a:pathLst>
                  <a:path w="19" h="18">
                    <a:moveTo>
                      <a:pt x="18" y="14"/>
                    </a:moveTo>
                    <a:cubicBezTo>
                      <a:pt x="14" y="13"/>
                      <a:pt x="11" y="12"/>
                      <a:pt x="9" y="10"/>
                    </a:cubicBezTo>
                    <a:cubicBezTo>
                      <a:pt x="6" y="7"/>
                      <a:pt x="5" y="4"/>
                      <a:pt x="3" y="2"/>
                    </a:cubicBezTo>
                    <a:cubicBezTo>
                      <a:pt x="2" y="0"/>
                      <a:pt x="0" y="1"/>
                      <a:pt x="0" y="2"/>
                    </a:cubicBezTo>
                    <a:cubicBezTo>
                      <a:pt x="0" y="10"/>
                      <a:pt x="9" y="18"/>
                      <a:pt x="17" y="18"/>
                    </a:cubicBezTo>
                    <a:cubicBezTo>
                      <a:pt x="19" y="18"/>
                      <a:pt x="19" y="15"/>
                      <a:pt x="18"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8" name="Freeform 33">
                <a:extLst>
                  <a:ext uri="{FF2B5EF4-FFF2-40B4-BE49-F238E27FC236}">
                    <a16:creationId xmlns:a16="http://schemas.microsoft.com/office/drawing/2014/main" id="{88EA312A-C42D-C447-F8B5-71D55DB99351}"/>
                  </a:ext>
                </a:extLst>
              </p:cNvPr>
              <p:cNvSpPr/>
              <p:nvPr/>
            </p:nvSpPr>
            <p:spPr bwMode="auto">
              <a:xfrm>
                <a:off x="4196" y="703"/>
                <a:ext cx="26" cy="51"/>
              </a:xfrm>
              <a:custGeom>
                <a:avLst/>
                <a:gdLst>
                  <a:gd name="T0" fmla="*/ 14 w 15"/>
                  <a:gd name="T1" fmla="*/ 25 h 29"/>
                  <a:gd name="T2" fmla="*/ 5 w 15"/>
                  <a:gd name="T3" fmla="*/ 2 h 29"/>
                  <a:gd name="T4" fmla="*/ 3 w 15"/>
                  <a:gd name="T5" fmla="*/ 1 h 29"/>
                  <a:gd name="T6" fmla="*/ 11 w 15"/>
                  <a:gd name="T7" fmla="*/ 27 h 29"/>
                  <a:gd name="T8" fmla="*/ 14 w 15"/>
                  <a:gd name="T9" fmla="*/ 25 h 29"/>
                </a:gdLst>
                <a:ahLst/>
                <a:cxnLst>
                  <a:cxn ang="0">
                    <a:pos x="T0" y="T1"/>
                  </a:cxn>
                  <a:cxn ang="0">
                    <a:pos x="T2" y="T3"/>
                  </a:cxn>
                  <a:cxn ang="0">
                    <a:pos x="T4" y="T5"/>
                  </a:cxn>
                  <a:cxn ang="0">
                    <a:pos x="T6" y="T7"/>
                  </a:cxn>
                  <a:cxn ang="0">
                    <a:pos x="T8" y="T9"/>
                  </a:cxn>
                </a:cxnLst>
                <a:rect l="0" t="0" r="r" b="b"/>
                <a:pathLst>
                  <a:path w="15" h="29">
                    <a:moveTo>
                      <a:pt x="14" y="25"/>
                    </a:moveTo>
                    <a:cubicBezTo>
                      <a:pt x="8" y="18"/>
                      <a:pt x="6" y="10"/>
                      <a:pt x="5" y="2"/>
                    </a:cubicBezTo>
                    <a:cubicBezTo>
                      <a:pt x="5" y="0"/>
                      <a:pt x="3" y="0"/>
                      <a:pt x="3" y="1"/>
                    </a:cubicBezTo>
                    <a:cubicBezTo>
                      <a:pt x="0" y="11"/>
                      <a:pt x="4" y="21"/>
                      <a:pt x="11" y="27"/>
                    </a:cubicBezTo>
                    <a:cubicBezTo>
                      <a:pt x="13" y="29"/>
                      <a:pt x="15" y="26"/>
                      <a:pt x="14"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9" name="Freeform 34">
                <a:extLst>
                  <a:ext uri="{FF2B5EF4-FFF2-40B4-BE49-F238E27FC236}">
                    <a16:creationId xmlns:a16="http://schemas.microsoft.com/office/drawing/2014/main" id="{BF472547-7E8D-1095-DB33-037BD670C27E}"/>
                  </a:ext>
                </a:extLst>
              </p:cNvPr>
              <p:cNvSpPr/>
              <p:nvPr/>
            </p:nvSpPr>
            <p:spPr bwMode="auto">
              <a:xfrm>
                <a:off x="4233" y="714"/>
                <a:ext cx="18" cy="51"/>
              </a:xfrm>
              <a:custGeom>
                <a:avLst/>
                <a:gdLst>
                  <a:gd name="T0" fmla="*/ 9 w 10"/>
                  <a:gd name="T1" fmla="*/ 25 h 29"/>
                  <a:gd name="T2" fmla="*/ 6 w 10"/>
                  <a:gd name="T3" fmla="*/ 2 h 29"/>
                  <a:gd name="T4" fmla="*/ 4 w 10"/>
                  <a:gd name="T5" fmla="*/ 1 h 29"/>
                  <a:gd name="T6" fmla="*/ 6 w 10"/>
                  <a:gd name="T7" fmla="*/ 27 h 29"/>
                  <a:gd name="T8" fmla="*/ 9 w 10"/>
                  <a:gd name="T9" fmla="*/ 25 h 29"/>
                </a:gdLst>
                <a:ahLst/>
                <a:cxnLst>
                  <a:cxn ang="0">
                    <a:pos x="T0" y="T1"/>
                  </a:cxn>
                  <a:cxn ang="0">
                    <a:pos x="T2" y="T3"/>
                  </a:cxn>
                  <a:cxn ang="0">
                    <a:pos x="T4" y="T5"/>
                  </a:cxn>
                  <a:cxn ang="0">
                    <a:pos x="T6" y="T7"/>
                  </a:cxn>
                  <a:cxn ang="0">
                    <a:pos x="T8" y="T9"/>
                  </a:cxn>
                </a:cxnLst>
                <a:rect l="0" t="0" r="r" b="b"/>
                <a:pathLst>
                  <a:path w="10" h="29">
                    <a:moveTo>
                      <a:pt x="9" y="25"/>
                    </a:moveTo>
                    <a:cubicBezTo>
                      <a:pt x="6" y="18"/>
                      <a:pt x="6" y="10"/>
                      <a:pt x="6" y="2"/>
                    </a:cubicBezTo>
                    <a:cubicBezTo>
                      <a:pt x="7" y="1"/>
                      <a:pt x="4" y="0"/>
                      <a:pt x="4" y="1"/>
                    </a:cubicBezTo>
                    <a:cubicBezTo>
                      <a:pt x="0" y="10"/>
                      <a:pt x="1" y="19"/>
                      <a:pt x="6" y="27"/>
                    </a:cubicBezTo>
                    <a:cubicBezTo>
                      <a:pt x="8" y="29"/>
                      <a:pt x="10" y="27"/>
                      <a:pt x="9"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20" name="Freeform 35">
                <a:extLst>
                  <a:ext uri="{FF2B5EF4-FFF2-40B4-BE49-F238E27FC236}">
                    <a16:creationId xmlns:a16="http://schemas.microsoft.com/office/drawing/2014/main" id="{69A7070B-4D3F-B737-8E6A-A521213AF1DF}"/>
                  </a:ext>
                </a:extLst>
              </p:cNvPr>
              <p:cNvSpPr/>
              <p:nvPr/>
            </p:nvSpPr>
            <p:spPr bwMode="auto">
              <a:xfrm>
                <a:off x="4268" y="739"/>
                <a:ext cx="11" cy="31"/>
              </a:xfrm>
              <a:custGeom>
                <a:avLst/>
                <a:gdLst>
                  <a:gd name="T0" fmla="*/ 5 w 6"/>
                  <a:gd name="T1" fmla="*/ 16 h 18"/>
                  <a:gd name="T2" fmla="*/ 6 w 6"/>
                  <a:gd name="T3" fmla="*/ 2 h 18"/>
                  <a:gd name="T4" fmla="*/ 3 w 6"/>
                  <a:gd name="T5" fmla="*/ 1 h 18"/>
                  <a:gd name="T6" fmla="*/ 2 w 6"/>
                  <a:gd name="T7" fmla="*/ 16 h 18"/>
                  <a:gd name="T8" fmla="*/ 5 w 6"/>
                  <a:gd name="T9" fmla="*/ 16 h 18"/>
                </a:gdLst>
                <a:ahLst/>
                <a:cxnLst>
                  <a:cxn ang="0">
                    <a:pos x="T0" y="T1"/>
                  </a:cxn>
                  <a:cxn ang="0">
                    <a:pos x="T2" y="T3"/>
                  </a:cxn>
                  <a:cxn ang="0">
                    <a:pos x="T4" y="T5"/>
                  </a:cxn>
                  <a:cxn ang="0">
                    <a:pos x="T6" y="T7"/>
                  </a:cxn>
                  <a:cxn ang="0">
                    <a:pos x="T8" y="T9"/>
                  </a:cxn>
                </a:cxnLst>
                <a:rect l="0" t="0" r="r" b="b"/>
                <a:pathLst>
                  <a:path w="6" h="18">
                    <a:moveTo>
                      <a:pt x="5" y="16"/>
                    </a:moveTo>
                    <a:cubicBezTo>
                      <a:pt x="5" y="11"/>
                      <a:pt x="5" y="6"/>
                      <a:pt x="6" y="2"/>
                    </a:cubicBezTo>
                    <a:cubicBezTo>
                      <a:pt x="6" y="0"/>
                      <a:pt x="4" y="0"/>
                      <a:pt x="3" y="1"/>
                    </a:cubicBezTo>
                    <a:cubicBezTo>
                      <a:pt x="1" y="5"/>
                      <a:pt x="0" y="11"/>
                      <a:pt x="2" y="16"/>
                    </a:cubicBezTo>
                    <a:cubicBezTo>
                      <a:pt x="2" y="18"/>
                      <a:pt x="5" y="18"/>
                      <a:pt x="5"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21" name="Freeform 36">
                <a:extLst>
                  <a:ext uri="{FF2B5EF4-FFF2-40B4-BE49-F238E27FC236}">
                    <a16:creationId xmlns:a16="http://schemas.microsoft.com/office/drawing/2014/main" id="{27F710AD-BBD5-3ACB-5E8A-DE0025507C18}"/>
                  </a:ext>
                </a:extLst>
              </p:cNvPr>
              <p:cNvSpPr/>
              <p:nvPr/>
            </p:nvSpPr>
            <p:spPr bwMode="auto">
              <a:xfrm>
                <a:off x="4293" y="726"/>
                <a:ext cx="23" cy="48"/>
              </a:xfrm>
              <a:custGeom>
                <a:avLst/>
                <a:gdLst>
                  <a:gd name="T0" fmla="*/ 3 w 13"/>
                  <a:gd name="T1" fmla="*/ 26 h 27"/>
                  <a:gd name="T2" fmla="*/ 11 w 13"/>
                  <a:gd name="T3" fmla="*/ 2 h 27"/>
                  <a:gd name="T4" fmla="*/ 8 w 13"/>
                  <a:gd name="T5" fmla="*/ 2 h 27"/>
                  <a:gd name="T6" fmla="*/ 1 w 13"/>
                  <a:gd name="T7" fmla="*/ 24 h 27"/>
                  <a:gd name="T8" fmla="*/ 3 w 13"/>
                  <a:gd name="T9" fmla="*/ 26 h 27"/>
                </a:gdLst>
                <a:ahLst/>
                <a:cxnLst>
                  <a:cxn ang="0">
                    <a:pos x="T0" y="T1"/>
                  </a:cxn>
                  <a:cxn ang="0">
                    <a:pos x="T2" y="T3"/>
                  </a:cxn>
                  <a:cxn ang="0">
                    <a:pos x="T4" y="T5"/>
                  </a:cxn>
                  <a:cxn ang="0">
                    <a:pos x="T6" y="T7"/>
                  </a:cxn>
                  <a:cxn ang="0">
                    <a:pos x="T8" y="T9"/>
                  </a:cxn>
                </a:cxnLst>
                <a:rect l="0" t="0" r="r" b="b"/>
                <a:pathLst>
                  <a:path w="13" h="27">
                    <a:moveTo>
                      <a:pt x="3" y="26"/>
                    </a:moveTo>
                    <a:cubicBezTo>
                      <a:pt x="10" y="20"/>
                      <a:pt x="13" y="10"/>
                      <a:pt x="11" y="2"/>
                    </a:cubicBezTo>
                    <a:cubicBezTo>
                      <a:pt x="10" y="0"/>
                      <a:pt x="8" y="1"/>
                      <a:pt x="8" y="2"/>
                    </a:cubicBezTo>
                    <a:cubicBezTo>
                      <a:pt x="8" y="11"/>
                      <a:pt x="6" y="17"/>
                      <a:pt x="1" y="24"/>
                    </a:cubicBezTo>
                    <a:cubicBezTo>
                      <a:pt x="0" y="26"/>
                      <a:pt x="2" y="27"/>
                      <a:pt x="3"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22" name="Freeform 37">
                <a:extLst>
                  <a:ext uri="{FF2B5EF4-FFF2-40B4-BE49-F238E27FC236}">
                    <a16:creationId xmlns:a16="http://schemas.microsoft.com/office/drawing/2014/main" id="{CA55370C-FD7B-1D8F-F016-9CA34DAC36BD}"/>
                  </a:ext>
                </a:extLst>
              </p:cNvPr>
              <p:cNvSpPr/>
              <p:nvPr/>
            </p:nvSpPr>
            <p:spPr bwMode="auto">
              <a:xfrm>
                <a:off x="4310" y="749"/>
                <a:ext cx="28" cy="26"/>
              </a:xfrm>
              <a:custGeom>
                <a:avLst/>
                <a:gdLst>
                  <a:gd name="T0" fmla="*/ 4 w 16"/>
                  <a:gd name="T1" fmla="*/ 14 h 15"/>
                  <a:gd name="T2" fmla="*/ 16 w 16"/>
                  <a:gd name="T3" fmla="*/ 3 h 15"/>
                  <a:gd name="T4" fmla="*/ 13 w 16"/>
                  <a:gd name="T5" fmla="*/ 2 h 15"/>
                  <a:gd name="T6" fmla="*/ 2 w 16"/>
                  <a:gd name="T7" fmla="*/ 11 h 15"/>
                  <a:gd name="T8" fmla="*/ 4 w 16"/>
                  <a:gd name="T9" fmla="*/ 14 h 15"/>
                </a:gdLst>
                <a:ahLst/>
                <a:cxnLst>
                  <a:cxn ang="0">
                    <a:pos x="T0" y="T1"/>
                  </a:cxn>
                  <a:cxn ang="0">
                    <a:pos x="T2" y="T3"/>
                  </a:cxn>
                  <a:cxn ang="0">
                    <a:pos x="T4" y="T5"/>
                  </a:cxn>
                  <a:cxn ang="0">
                    <a:pos x="T6" y="T7"/>
                  </a:cxn>
                  <a:cxn ang="0">
                    <a:pos x="T8" y="T9"/>
                  </a:cxn>
                </a:cxnLst>
                <a:rect l="0" t="0" r="r" b="b"/>
                <a:pathLst>
                  <a:path w="16" h="15">
                    <a:moveTo>
                      <a:pt x="4" y="14"/>
                    </a:moveTo>
                    <a:cubicBezTo>
                      <a:pt x="9" y="12"/>
                      <a:pt x="13" y="8"/>
                      <a:pt x="16" y="3"/>
                    </a:cubicBezTo>
                    <a:cubicBezTo>
                      <a:pt x="16" y="2"/>
                      <a:pt x="14" y="0"/>
                      <a:pt x="13" y="2"/>
                    </a:cubicBezTo>
                    <a:cubicBezTo>
                      <a:pt x="9" y="5"/>
                      <a:pt x="6" y="9"/>
                      <a:pt x="2" y="11"/>
                    </a:cubicBezTo>
                    <a:cubicBezTo>
                      <a:pt x="0" y="12"/>
                      <a:pt x="2" y="15"/>
                      <a:pt x="4"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23" name="Freeform 38">
                <a:extLst>
                  <a:ext uri="{FF2B5EF4-FFF2-40B4-BE49-F238E27FC236}">
                    <a16:creationId xmlns:a16="http://schemas.microsoft.com/office/drawing/2014/main" id="{12D13F1E-E915-A4A2-E265-91E8AD6FC57C}"/>
                  </a:ext>
                </a:extLst>
              </p:cNvPr>
              <p:cNvSpPr/>
              <p:nvPr/>
            </p:nvSpPr>
            <p:spPr bwMode="auto">
              <a:xfrm>
                <a:off x="4375" y="760"/>
                <a:ext cx="78" cy="17"/>
              </a:xfrm>
              <a:custGeom>
                <a:avLst/>
                <a:gdLst>
                  <a:gd name="T0" fmla="*/ 42 w 44"/>
                  <a:gd name="T1" fmla="*/ 0 h 10"/>
                  <a:gd name="T2" fmla="*/ 2 w 44"/>
                  <a:gd name="T3" fmla="*/ 5 h 10"/>
                  <a:gd name="T4" fmla="*/ 2 w 44"/>
                  <a:gd name="T5" fmla="*/ 8 h 10"/>
                  <a:gd name="T6" fmla="*/ 42 w 44"/>
                  <a:gd name="T7" fmla="*/ 4 h 10"/>
                  <a:gd name="T8" fmla="*/ 42 w 44"/>
                  <a:gd name="T9" fmla="*/ 0 h 10"/>
                </a:gdLst>
                <a:ahLst/>
                <a:cxnLst>
                  <a:cxn ang="0">
                    <a:pos x="T0" y="T1"/>
                  </a:cxn>
                  <a:cxn ang="0">
                    <a:pos x="T2" y="T3"/>
                  </a:cxn>
                  <a:cxn ang="0">
                    <a:pos x="T4" y="T5"/>
                  </a:cxn>
                  <a:cxn ang="0">
                    <a:pos x="T6" y="T7"/>
                  </a:cxn>
                  <a:cxn ang="0">
                    <a:pos x="T8" y="T9"/>
                  </a:cxn>
                </a:cxnLst>
                <a:rect l="0" t="0" r="r" b="b"/>
                <a:pathLst>
                  <a:path w="44" h="10">
                    <a:moveTo>
                      <a:pt x="42" y="0"/>
                    </a:moveTo>
                    <a:cubicBezTo>
                      <a:pt x="29" y="2"/>
                      <a:pt x="15" y="3"/>
                      <a:pt x="2" y="5"/>
                    </a:cubicBezTo>
                    <a:cubicBezTo>
                      <a:pt x="0" y="6"/>
                      <a:pt x="1" y="8"/>
                      <a:pt x="2" y="8"/>
                    </a:cubicBezTo>
                    <a:cubicBezTo>
                      <a:pt x="15" y="10"/>
                      <a:pt x="30" y="7"/>
                      <a:pt x="42" y="4"/>
                    </a:cubicBezTo>
                    <a:cubicBezTo>
                      <a:pt x="44" y="3"/>
                      <a:pt x="44" y="0"/>
                      <a:pt x="4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24" name="Freeform 39">
                <a:extLst>
                  <a:ext uri="{FF2B5EF4-FFF2-40B4-BE49-F238E27FC236}">
                    <a16:creationId xmlns:a16="http://schemas.microsoft.com/office/drawing/2014/main" id="{30CA7F3E-0B49-6473-4177-593FC2658026}"/>
                  </a:ext>
                </a:extLst>
              </p:cNvPr>
              <p:cNvSpPr/>
              <p:nvPr/>
            </p:nvSpPr>
            <p:spPr bwMode="auto">
              <a:xfrm>
                <a:off x="4421" y="770"/>
                <a:ext cx="58" cy="25"/>
              </a:xfrm>
              <a:custGeom>
                <a:avLst/>
                <a:gdLst>
                  <a:gd name="T0" fmla="*/ 30 w 33"/>
                  <a:gd name="T1" fmla="*/ 1 h 14"/>
                  <a:gd name="T2" fmla="*/ 2 w 33"/>
                  <a:gd name="T3" fmla="*/ 10 h 14"/>
                  <a:gd name="T4" fmla="*/ 2 w 33"/>
                  <a:gd name="T5" fmla="*/ 13 h 14"/>
                  <a:gd name="T6" fmla="*/ 32 w 33"/>
                  <a:gd name="T7" fmla="*/ 3 h 14"/>
                  <a:gd name="T8" fmla="*/ 30 w 33"/>
                  <a:gd name="T9" fmla="*/ 1 h 14"/>
                </a:gdLst>
                <a:ahLst/>
                <a:cxnLst>
                  <a:cxn ang="0">
                    <a:pos x="T0" y="T1"/>
                  </a:cxn>
                  <a:cxn ang="0">
                    <a:pos x="T2" y="T3"/>
                  </a:cxn>
                  <a:cxn ang="0">
                    <a:pos x="T4" y="T5"/>
                  </a:cxn>
                  <a:cxn ang="0">
                    <a:pos x="T6" y="T7"/>
                  </a:cxn>
                  <a:cxn ang="0">
                    <a:pos x="T8" y="T9"/>
                  </a:cxn>
                </a:cxnLst>
                <a:rect l="0" t="0" r="r" b="b"/>
                <a:pathLst>
                  <a:path w="33" h="14">
                    <a:moveTo>
                      <a:pt x="30" y="1"/>
                    </a:moveTo>
                    <a:cubicBezTo>
                      <a:pt x="21" y="7"/>
                      <a:pt x="13" y="9"/>
                      <a:pt x="2" y="10"/>
                    </a:cubicBezTo>
                    <a:cubicBezTo>
                      <a:pt x="1" y="10"/>
                      <a:pt x="0" y="13"/>
                      <a:pt x="2" y="13"/>
                    </a:cubicBezTo>
                    <a:cubicBezTo>
                      <a:pt x="13" y="14"/>
                      <a:pt x="24" y="10"/>
                      <a:pt x="32" y="3"/>
                    </a:cubicBezTo>
                    <a:cubicBezTo>
                      <a:pt x="33" y="2"/>
                      <a:pt x="32" y="0"/>
                      <a:pt x="30"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25" name="Freeform 40">
                <a:extLst>
                  <a:ext uri="{FF2B5EF4-FFF2-40B4-BE49-F238E27FC236}">
                    <a16:creationId xmlns:a16="http://schemas.microsoft.com/office/drawing/2014/main" id="{2AF70ACF-1E55-3DEA-FFD4-0876D4568B73}"/>
                  </a:ext>
                </a:extLst>
              </p:cNvPr>
              <p:cNvSpPr/>
              <p:nvPr/>
            </p:nvSpPr>
            <p:spPr bwMode="auto">
              <a:xfrm>
                <a:off x="4477" y="775"/>
                <a:ext cx="37" cy="23"/>
              </a:xfrm>
              <a:custGeom>
                <a:avLst/>
                <a:gdLst>
                  <a:gd name="T0" fmla="*/ 17 w 21"/>
                  <a:gd name="T1" fmla="*/ 2 h 13"/>
                  <a:gd name="T2" fmla="*/ 9 w 21"/>
                  <a:gd name="T3" fmla="*/ 6 h 13"/>
                  <a:gd name="T4" fmla="*/ 1 w 21"/>
                  <a:gd name="T5" fmla="*/ 10 h 13"/>
                  <a:gd name="T6" fmla="*/ 2 w 21"/>
                  <a:gd name="T7" fmla="*/ 13 h 13"/>
                  <a:gd name="T8" fmla="*/ 19 w 21"/>
                  <a:gd name="T9" fmla="*/ 5 h 13"/>
                  <a:gd name="T10" fmla="*/ 17 w 21"/>
                  <a:gd name="T11" fmla="*/ 2 h 13"/>
                </a:gdLst>
                <a:ahLst/>
                <a:cxnLst>
                  <a:cxn ang="0">
                    <a:pos x="T0" y="T1"/>
                  </a:cxn>
                  <a:cxn ang="0">
                    <a:pos x="T2" y="T3"/>
                  </a:cxn>
                  <a:cxn ang="0">
                    <a:pos x="T4" y="T5"/>
                  </a:cxn>
                  <a:cxn ang="0">
                    <a:pos x="T6" y="T7"/>
                  </a:cxn>
                  <a:cxn ang="0">
                    <a:pos x="T8" y="T9"/>
                  </a:cxn>
                  <a:cxn ang="0">
                    <a:pos x="T10" y="T11"/>
                  </a:cxn>
                </a:cxnLst>
                <a:rect l="0" t="0" r="r" b="b"/>
                <a:pathLst>
                  <a:path w="21" h="13">
                    <a:moveTo>
                      <a:pt x="17" y="2"/>
                    </a:moveTo>
                    <a:cubicBezTo>
                      <a:pt x="14" y="3"/>
                      <a:pt x="12" y="5"/>
                      <a:pt x="9" y="6"/>
                    </a:cubicBezTo>
                    <a:cubicBezTo>
                      <a:pt x="6" y="7"/>
                      <a:pt x="3" y="8"/>
                      <a:pt x="1" y="10"/>
                    </a:cubicBezTo>
                    <a:cubicBezTo>
                      <a:pt x="0" y="11"/>
                      <a:pt x="0" y="13"/>
                      <a:pt x="2" y="13"/>
                    </a:cubicBezTo>
                    <a:cubicBezTo>
                      <a:pt x="8" y="12"/>
                      <a:pt x="14" y="8"/>
                      <a:pt x="19" y="5"/>
                    </a:cubicBezTo>
                    <a:cubicBezTo>
                      <a:pt x="21" y="3"/>
                      <a:pt x="19" y="0"/>
                      <a:pt x="17"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26" name="Freeform 41">
                <a:extLst>
                  <a:ext uri="{FF2B5EF4-FFF2-40B4-BE49-F238E27FC236}">
                    <a16:creationId xmlns:a16="http://schemas.microsoft.com/office/drawing/2014/main" id="{CC33860F-FE74-FB9F-9AFD-3C995D7C8ED8}"/>
                  </a:ext>
                </a:extLst>
              </p:cNvPr>
              <p:cNvSpPr/>
              <p:nvPr/>
            </p:nvSpPr>
            <p:spPr bwMode="auto">
              <a:xfrm>
                <a:off x="4379" y="737"/>
                <a:ext cx="40" cy="23"/>
              </a:xfrm>
              <a:custGeom>
                <a:avLst/>
                <a:gdLst>
                  <a:gd name="T0" fmla="*/ 19 w 23"/>
                  <a:gd name="T1" fmla="*/ 1 h 13"/>
                  <a:gd name="T2" fmla="*/ 1 w 23"/>
                  <a:gd name="T3" fmla="*/ 10 h 13"/>
                  <a:gd name="T4" fmla="*/ 3 w 23"/>
                  <a:gd name="T5" fmla="*/ 12 h 13"/>
                  <a:gd name="T6" fmla="*/ 21 w 23"/>
                  <a:gd name="T7" fmla="*/ 4 h 13"/>
                  <a:gd name="T8" fmla="*/ 19 w 23"/>
                  <a:gd name="T9" fmla="*/ 1 h 13"/>
                </a:gdLst>
                <a:ahLst/>
                <a:cxnLst>
                  <a:cxn ang="0">
                    <a:pos x="T0" y="T1"/>
                  </a:cxn>
                  <a:cxn ang="0">
                    <a:pos x="T2" y="T3"/>
                  </a:cxn>
                  <a:cxn ang="0">
                    <a:pos x="T4" y="T5"/>
                  </a:cxn>
                  <a:cxn ang="0">
                    <a:pos x="T6" y="T7"/>
                  </a:cxn>
                  <a:cxn ang="0">
                    <a:pos x="T8" y="T9"/>
                  </a:cxn>
                </a:cxnLst>
                <a:rect l="0" t="0" r="r" b="b"/>
                <a:pathLst>
                  <a:path w="23" h="13">
                    <a:moveTo>
                      <a:pt x="19" y="1"/>
                    </a:moveTo>
                    <a:cubicBezTo>
                      <a:pt x="13" y="4"/>
                      <a:pt x="7" y="6"/>
                      <a:pt x="1" y="10"/>
                    </a:cubicBezTo>
                    <a:cubicBezTo>
                      <a:pt x="0" y="11"/>
                      <a:pt x="1" y="13"/>
                      <a:pt x="3" y="12"/>
                    </a:cubicBezTo>
                    <a:cubicBezTo>
                      <a:pt x="9" y="10"/>
                      <a:pt x="15" y="7"/>
                      <a:pt x="21" y="4"/>
                    </a:cubicBezTo>
                    <a:cubicBezTo>
                      <a:pt x="23" y="3"/>
                      <a:pt x="21" y="0"/>
                      <a:pt x="19"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27" name="Freeform 42">
                <a:extLst>
                  <a:ext uri="{FF2B5EF4-FFF2-40B4-BE49-F238E27FC236}">
                    <a16:creationId xmlns:a16="http://schemas.microsoft.com/office/drawing/2014/main" id="{0C3A023F-A1FC-9DF0-3335-5C0270F77F6B}"/>
                  </a:ext>
                </a:extLst>
              </p:cNvPr>
              <p:cNvSpPr/>
              <p:nvPr/>
            </p:nvSpPr>
            <p:spPr bwMode="auto">
              <a:xfrm>
                <a:off x="4588" y="844"/>
                <a:ext cx="77" cy="49"/>
              </a:xfrm>
              <a:custGeom>
                <a:avLst/>
                <a:gdLst>
                  <a:gd name="T0" fmla="*/ 43 w 44"/>
                  <a:gd name="T1" fmla="*/ 24 h 28"/>
                  <a:gd name="T2" fmla="*/ 2 w 44"/>
                  <a:gd name="T3" fmla="*/ 1 h 28"/>
                  <a:gd name="T4" fmla="*/ 1 w 44"/>
                  <a:gd name="T5" fmla="*/ 4 h 28"/>
                  <a:gd name="T6" fmla="*/ 41 w 44"/>
                  <a:gd name="T7" fmla="*/ 27 h 28"/>
                  <a:gd name="T8" fmla="*/ 43 w 44"/>
                  <a:gd name="T9" fmla="*/ 24 h 28"/>
                </a:gdLst>
                <a:ahLst/>
                <a:cxnLst>
                  <a:cxn ang="0">
                    <a:pos x="T0" y="T1"/>
                  </a:cxn>
                  <a:cxn ang="0">
                    <a:pos x="T2" y="T3"/>
                  </a:cxn>
                  <a:cxn ang="0">
                    <a:pos x="T4" y="T5"/>
                  </a:cxn>
                  <a:cxn ang="0">
                    <a:pos x="T6" y="T7"/>
                  </a:cxn>
                  <a:cxn ang="0">
                    <a:pos x="T8" y="T9"/>
                  </a:cxn>
                </a:cxnLst>
                <a:rect l="0" t="0" r="r" b="b"/>
                <a:pathLst>
                  <a:path w="44" h="28">
                    <a:moveTo>
                      <a:pt x="43" y="24"/>
                    </a:moveTo>
                    <a:cubicBezTo>
                      <a:pt x="29" y="18"/>
                      <a:pt x="18" y="2"/>
                      <a:pt x="2" y="1"/>
                    </a:cubicBezTo>
                    <a:cubicBezTo>
                      <a:pt x="0" y="0"/>
                      <a:pt x="0" y="3"/>
                      <a:pt x="1" y="4"/>
                    </a:cubicBezTo>
                    <a:cubicBezTo>
                      <a:pt x="17" y="8"/>
                      <a:pt x="26" y="22"/>
                      <a:pt x="41" y="27"/>
                    </a:cubicBezTo>
                    <a:cubicBezTo>
                      <a:pt x="43" y="28"/>
                      <a:pt x="44" y="25"/>
                      <a:pt x="43"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28" name="Freeform 43">
                <a:extLst>
                  <a:ext uri="{FF2B5EF4-FFF2-40B4-BE49-F238E27FC236}">
                    <a16:creationId xmlns:a16="http://schemas.microsoft.com/office/drawing/2014/main" id="{F16B8AA4-0517-7500-7C27-2E6EEA2FC0F7}"/>
                  </a:ext>
                </a:extLst>
              </p:cNvPr>
              <p:cNvSpPr/>
              <p:nvPr/>
            </p:nvSpPr>
            <p:spPr bwMode="auto">
              <a:xfrm>
                <a:off x="4476" y="858"/>
                <a:ext cx="29" cy="32"/>
              </a:xfrm>
              <a:custGeom>
                <a:avLst/>
                <a:gdLst>
                  <a:gd name="T0" fmla="*/ 16 w 17"/>
                  <a:gd name="T1" fmla="*/ 14 h 18"/>
                  <a:gd name="T2" fmla="*/ 3 w 17"/>
                  <a:gd name="T3" fmla="*/ 1 h 18"/>
                  <a:gd name="T4" fmla="*/ 1 w 17"/>
                  <a:gd name="T5" fmla="*/ 3 h 18"/>
                  <a:gd name="T6" fmla="*/ 12 w 17"/>
                  <a:gd name="T7" fmla="*/ 16 h 18"/>
                  <a:gd name="T8" fmla="*/ 16 w 17"/>
                  <a:gd name="T9" fmla="*/ 14 h 18"/>
                </a:gdLst>
                <a:ahLst/>
                <a:cxnLst>
                  <a:cxn ang="0">
                    <a:pos x="T0" y="T1"/>
                  </a:cxn>
                  <a:cxn ang="0">
                    <a:pos x="T2" y="T3"/>
                  </a:cxn>
                  <a:cxn ang="0">
                    <a:pos x="T4" y="T5"/>
                  </a:cxn>
                  <a:cxn ang="0">
                    <a:pos x="T6" y="T7"/>
                  </a:cxn>
                  <a:cxn ang="0">
                    <a:pos x="T8" y="T9"/>
                  </a:cxn>
                </a:cxnLst>
                <a:rect l="0" t="0" r="r" b="b"/>
                <a:pathLst>
                  <a:path w="17" h="18">
                    <a:moveTo>
                      <a:pt x="16" y="14"/>
                    </a:moveTo>
                    <a:cubicBezTo>
                      <a:pt x="12" y="9"/>
                      <a:pt x="8" y="4"/>
                      <a:pt x="3" y="1"/>
                    </a:cubicBezTo>
                    <a:cubicBezTo>
                      <a:pt x="1" y="0"/>
                      <a:pt x="0" y="2"/>
                      <a:pt x="1" y="3"/>
                    </a:cubicBezTo>
                    <a:cubicBezTo>
                      <a:pt x="5" y="7"/>
                      <a:pt x="9" y="12"/>
                      <a:pt x="12" y="16"/>
                    </a:cubicBezTo>
                    <a:cubicBezTo>
                      <a:pt x="14" y="18"/>
                      <a:pt x="17" y="17"/>
                      <a:pt x="16"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29" name="Freeform 44">
                <a:extLst>
                  <a:ext uri="{FF2B5EF4-FFF2-40B4-BE49-F238E27FC236}">
                    <a16:creationId xmlns:a16="http://schemas.microsoft.com/office/drawing/2014/main" id="{2474D6CA-857C-D603-B0B4-BBBFB80BA8F3}"/>
                  </a:ext>
                </a:extLst>
              </p:cNvPr>
              <p:cNvSpPr/>
              <p:nvPr/>
            </p:nvSpPr>
            <p:spPr bwMode="auto">
              <a:xfrm>
                <a:off x="4521" y="858"/>
                <a:ext cx="25" cy="27"/>
              </a:xfrm>
              <a:custGeom>
                <a:avLst/>
                <a:gdLst>
                  <a:gd name="T0" fmla="*/ 13 w 14"/>
                  <a:gd name="T1" fmla="*/ 11 h 15"/>
                  <a:gd name="T2" fmla="*/ 4 w 14"/>
                  <a:gd name="T3" fmla="*/ 1 h 15"/>
                  <a:gd name="T4" fmla="*/ 1 w 14"/>
                  <a:gd name="T5" fmla="*/ 3 h 15"/>
                  <a:gd name="T6" fmla="*/ 9 w 14"/>
                  <a:gd name="T7" fmla="*/ 13 h 15"/>
                  <a:gd name="T8" fmla="*/ 13 w 14"/>
                  <a:gd name="T9" fmla="*/ 11 h 15"/>
                </a:gdLst>
                <a:ahLst/>
                <a:cxnLst>
                  <a:cxn ang="0">
                    <a:pos x="T0" y="T1"/>
                  </a:cxn>
                  <a:cxn ang="0">
                    <a:pos x="T2" y="T3"/>
                  </a:cxn>
                  <a:cxn ang="0">
                    <a:pos x="T4" y="T5"/>
                  </a:cxn>
                  <a:cxn ang="0">
                    <a:pos x="T6" y="T7"/>
                  </a:cxn>
                  <a:cxn ang="0">
                    <a:pos x="T8" y="T9"/>
                  </a:cxn>
                </a:cxnLst>
                <a:rect l="0" t="0" r="r" b="b"/>
                <a:pathLst>
                  <a:path w="14" h="15">
                    <a:moveTo>
                      <a:pt x="13" y="11"/>
                    </a:moveTo>
                    <a:cubicBezTo>
                      <a:pt x="10" y="7"/>
                      <a:pt x="8" y="3"/>
                      <a:pt x="4" y="1"/>
                    </a:cubicBezTo>
                    <a:cubicBezTo>
                      <a:pt x="2" y="0"/>
                      <a:pt x="0" y="2"/>
                      <a:pt x="1" y="3"/>
                    </a:cubicBezTo>
                    <a:cubicBezTo>
                      <a:pt x="4" y="7"/>
                      <a:pt x="7" y="9"/>
                      <a:pt x="9" y="13"/>
                    </a:cubicBezTo>
                    <a:cubicBezTo>
                      <a:pt x="11" y="15"/>
                      <a:pt x="14" y="13"/>
                      <a:pt x="13"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0" name="Freeform 45">
                <a:extLst>
                  <a:ext uri="{FF2B5EF4-FFF2-40B4-BE49-F238E27FC236}">
                    <a16:creationId xmlns:a16="http://schemas.microsoft.com/office/drawing/2014/main" id="{EFCC97D1-272A-1B74-5B3C-881FBEEE45CF}"/>
                  </a:ext>
                </a:extLst>
              </p:cNvPr>
              <p:cNvSpPr/>
              <p:nvPr/>
            </p:nvSpPr>
            <p:spPr bwMode="auto">
              <a:xfrm>
                <a:off x="4428" y="876"/>
                <a:ext cx="25" cy="26"/>
              </a:xfrm>
              <a:custGeom>
                <a:avLst/>
                <a:gdLst>
                  <a:gd name="T0" fmla="*/ 13 w 14"/>
                  <a:gd name="T1" fmla="*/ 12 h 15"/>
                  <a:gd name="T2" fmla="*/ 3 w 14"/>
                  <a:gd name="T3" fmla="*/ 1 h 15"/>
                  <a:gd name="T4" fmla="*/ 2 w 14"/>
                  <a:gd name="T5" fmla="*/ 3 h 15"/>
                  <a:gd name="T6" fmla="*/ 10 w 14"/>
                  <a:gd name="T7" fmla="*/ 13 h 15"/>
                  <a:gd name="T8" fmla="*/ 13 w 14"/>
                  <a:gd name="T9" fmla="*/ 12 h 15"/>
                </a:gdLst>
                <a:ahLst/>
                <a:cxnLst>
                  <a:cxn ang="0">
                    <a:pos x="T0" y="T1"/>
                  </a:cxn>
                  <a:cxn ang="0">
                    <a:pos x="T2" y="T3"/>
                  </a:cxn>
                  <a:cxn ang="0">
                    <a:pos x="T4" y="T5"/>
                  </a:cxn>
                  <a:cxn ang="0">
                    <a:pos x="T6" y="T7"/>
                  </a:cxn>
                  <a:cxn ang="0">
                    <a:pos x="T8" y="T9"/>
                  </a:cxn>
                </a:cxnLst>
                <a:rect l="0" t="0" r="r" b="b"/>
                <a:pathLst>
                  <a:path w="14" h="15">
                    <a:moveTo>
                      <a:pt x="13" y="12"/>
                    </a:moveTo>
                    <a:cubicBezTo>
                      <a:pt x="11" y="7"/>
                      <a:pt x="8" y="3"/>
                      <a:pt x="3" y="1"/>
                    </a:cubicBezTo>
                    <a:cubicBezTo>
                      <a:pt x="2" y="0"/>
                      <a:pt x="0" y="2"/>
                      <a:pt x="2" y="3"/>
                    </a:cubicBezTo>
                    <a:cubicBezTo>
                      <a:pt x="5" y="6"/>
                      <a:pt x="8" y="10"/>
                      <a:pt x="10" y="13"/>
                    </a:cubicBezTo>
                    <a:cubicBezTo>
                      <a:pt x="11" y="15"/>
                      <a:pt x="14" y="14"/>
                      <a:pt x="13"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1" name="Freeform 46">
                <a:extLst>
                  <a:ext uri="{FF2B5EF4-FFF2-40B4-BE49-F238E27FC236}">
                    <a16:creationId xmlns:a16="http://schemas.microsoft.com/office/drawing/2014/main" id="{34E51A6F-546B-A7EF-79D9-1E86893671E3}"/>
                  </a:ext>
                </a:extLst>
              </p:cNvPr>
              <p:cNvSpPr/>
              <p:nvPr/>
            </p:nvSpPr>
            <p:spPr bwMode="auto">
              <a:xfrm>
                <a:off x="4374" y="878"/>
                <a:ext cx="24" cy="22"/>
              </a:xfrm>
              <a:custGeom>
                <a:avLst/>
                <a:gdLst>
                  <a:gd name="T0" fmla="*/ 14 w 14"/>
                  <a:gd name="T1" fmla="*/ 11 h 13"/>
                  <a:gd name="T2" fmla="*/ 2 w 14"/>
                  <a:gd name="T3" fmla="*/ 1 h 13"/>
                  <a:gd name="T4" fmla="*/ 2 w 14"/>
                  <a:gd name="T5" fmla="*/ 3 h 13"/>
                  <a:gd name="T6" fmla="*/ 10 w 14"/>
                  <a:gd name="T7" fmla="*/ 12 h 13"/>
                  <a:gd name="T8" fmla="*/ 14 w 14"/>
                  <a:gd name="T9" fmla="*/ 11 h 13"/>
                </a:gdLst>
                <a:ahLst/>
                <a:cxnLst>
                  <a:cxn ang="0">
                    <a:pos x="T0" y="T1"/>
                  </a:cxn>
                  <a:cxn ang="0">
                    <a:pos x="T2" y="T3"/>
                  </a:cxn>
                  <a:cxn ang="0">
                    <a:pos x="T4" y="T5"/>
                  </a:cxn>
                  <a:cxn ang="0">
                    <a:pos x="T6" y="T7"/>
                  </a:cxn>
                  <a:cxn ang="0">
                    <a:pos x="T8" y="T9"/>
                  </a:cxn>
                </a:cxnLst>
                <a:rect l="0" t="0" r="r" b="b"/>
                <a:pathLst>
                  <a:path w="14" h="13">
                    <a:moveTo>
                      <a:pt x="14" y="11"/>
                    </a:moveTo>
                    <a:cubicBezTo>
                      <a:pt x="13" y="5"/>
                      <a:pt x="8" y="1"/>
                      <a:pt x="2" y="1"/>
                    </a:cubicBezTo>
                    <a:cubicBezTo>
                      <a:pt x="1" y="0"/>
                      <a:pt x="0" y="3"/>
                      <a:pt x="2" y="3"/>
                    </a:cubicBezTo>
                    <a:cubicBezTo>
                      <a:pt x="6" y="5"/>
                      <a:pt x="9" y="8"/>
                      <a:pt x="10" y="12"/>
                    </a:cubicBezTo>
                    <a:cubicBezTo>
                      <a:pt x="11" y="13"/>
                      <a:pt x="14" y="12"/>
                      <a:pt x="14"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2" name="Freeform 47">
                <a:extLst>
                  <a:ext uri="{FF2B5EF4-FFF2-40B4-BE49-F238E27FC236}">
                    <a16:creationId xmlns:a16="http://schemas.microsoft.com/office/drawing/2014/main" id="{19554B97-2204-15F4-BA13-43CB46BAE694}"/>
                  </a:ext>
                </a:extLst>
              </p:cNvPr>
              <p:cNvSpPr/>
              <p:nvPr/>
            </p:nvSpPr>
            <p:spPr bwMode="auto">
              <a:xfrm>
                <a:off x="4861" y="1064"/>
                <a:ext cx="21" cy="42"/>
              </a:xfrm>
              <a:custGeom>
                <a:avLst/>
                <a:gdLst>
                  <a:gd name="T0" fmla="*/ 4 w 12"/>
                  <a:gd name="T1" fmla="*/ 22 h 24"/>
                  <a:gd name="T2" fmla="*/ 11 w 12"/>
                  <a:gd name="T3" fmla="*/ 3 h 24"/>
                  <a:gd name="T4" fmla="*/ 9 w 12"/>
                  <a:gd name="T5" fmla="*/ 1 h 24"/>
                  <a:gd name="T6" fmla="*/ 1 w 12"/>
                  <a:gd name="T7" fmla="*/ 21 h 24"/>
                  <a:gd name="T8" fmla="*/ 4 w 12"/>
                  <a:gd name="T9" fmla="*/ 22 h 24"/>
                </a:gdLst>
                <a:ahLst/>
                <a:cxnLst>
                  <a:cxn ang="0">
                    <a:pos x="T0" y="T1"/>
                  </a:cxn>
                  <a:cxn ang="0">
                    <a:pos x="T2" y="T3"/>
                  </a:cxn>
                  <a:cxn ang="0">
                    <a:pos x="T4" y="T5"/>
                  </a:cxn>
                  <a:cxn ang="0">
                    <a:pos x="T6" y="T7"/>
                  </a:cxn>
                  <a:cxn ang="0">
                    <a:pos x="T8" y="T9"/>
                  </a:cxn>
                </a:cxnLst>
                <a:rect l="0" t="0" r="r" b="b"/>
                <a:pathLst>
                  <a:path w="12" h="24">
                    <a:moveTo>
                      <a:pt x="4" y="22"/>
                    </a:moveTo>
                    <a:cubicBezTo>
                      <a:pt x="5" y="15"/>
                      <a:pt x="8" y="9"/>
                      <a:pt x="11" y="3"/>
                    </a:cubicBezTo>
                    <a:cubicBezTo>
                      <a:pt x="12" y="2"/>
                      <a:pt x="10" y="0"/>
                      <a:pt x="9" y="1"/>
                    </a:cubicBezTo>
                    <a:cubicBezTo>
                      <a:pt x="4" y="7"/>
                      <a:pt x="2" y="13"/>
                      <a:pt x="1" y="21"/>
                    </a:cubicBezTo>
                    <a:cubicBezTo>
                      <a:pt x="0" y="23"/>
                      <a:pt x="3" y="24"/>
                      <a:pt x="4"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3" name="Freeform 48">
                <a:extLst>
                  <a:ext uri="{FF2B5EF4-FFF2-40B4-BE49-F238E27FC236}">
                    <a16:creationId xmlns:a16="http://schemas.microsoft.com/office/drawing/2014/main" id="{65941978-B454-CE88-3DDD-137F692022F9}"/>
                  </a:ext>
                </a:extLst>
              </p:cNvPr>
              <p:cNvSpPr/>
              <p:nvPr/>
            </p:nvSpPr>
            <p:spPr bwMode="auto">
              <a:xfrm>
                <a:off x="4843" y="1029"/>
                <a:ext cx="23" cy="42"/>
              </a:xfrm>
              <a:custGeom>
                <a:avLst/>
                <a:gdLst>
                  <a:gd name="T0" fmla="*/ 4 w 13"/>
                  <a:gd name="T1" fmla="*/ 22 h 24"/>
                  <a:gd name="T2" fmla="*/ 12 w 13"/>
                  <a:gd name="T3" fmla="*/ 3 h 24"/>
                  <a:gd name="T4" fmla="*/ 10 w 13"/>
                  <a:gd name="T5" fmla="*/ 1 h 24"/>
                  <a:gd name="T6" fmla="*/ 0 w 13"/>
                  <a:gd name="T7" fmla="*/ 21 h 24"/>
                  <a:gd name="T8" fmla="*/ 4 w 13"/>
                  <a:gd name="T9" fmla="*/ 22 h 24"/>
                </a:gdLst>
                <a:ahLst/>
                <a:cxnLst>
                  <a:cxn ang="0">
                    <a:pos x="T0" y="T1"/>
                  </a:cxn>
                  <a:cxn ang="0">
                    <a:pos x="T2" y="T3"/>
                  </a:cxn>
                  <a:cxn ang="0">
                    <a:pos x="T4" y="T5"/>
                  </a:cxn>
                  <a:cxn ang="0">
                    <a:pos x="T6" y="T7"/>
                  </a:cxn>
                  <a:cxn ang="0">
                    <a:pos x="T8" y="T9"/>
                  </a:cxn>
                </a:cxnLst>
                <a:rect l="0" t="0" r="r" b="b"/>
                <a:pathLst>
                  <a:path w="13" h="24">
                    <a:moveTo>
                      <a:pt x="4" y="22"/>
                    </a:moveTo>
                    <a:cubicBezTo>
                      <a:pt x="6" y="15"/>
                      <a:pt x="10" y="9"/>
                      <a:pt x="12" y="3"/>
                    </a:cubicBezTo>
                    <a:cubicBezTo>
                      <a:pt x="13" y="1"/>
                      <a:pt x="11" y="0"/>
                      <a:pt x="10" y="1"/>
                    </a:cubicBezTo>
                    <a:cubicBezTo>
                      <a:pt x="6" y="7"/>
                      <a:pt x="3" y="14"/>
                      <a:pt x="0" y="21"/>
                    </a:cubicBezTo>
                    <a:cubicBezTo>
                      <a:pt x="0" y="23"/>
                      <a:pt x="3" y="24"/>
                      <a:pt x="4"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4" name="Freeform 49">
                <a:extLst>
                  <a:ext uri="{FF2B5EF4-FFF2-40B4-BE49-F238E27FC236}">
                    <a16:creationId xmlns:a16="http://schemas.microsoft.com/office/drawing/2014/main" id="{A5373CC0-BED3-7CAF-182B-3B1B78F36533}"/>
                  </a:ext>
                </a:extLst>
              </p:cNvPr>
              <p:cNvSpPr/>
              <p:nvPr/>
            </p:nvSpPr>
            <p:spPr bwMode="auto">
              <a:xfrm>
                <a:off x="4815" y="1001"/>
                <a:ext cx="16" cy="38"/>
              </a:xfrm>
              <a:custGeom>
                <a:avLst/>
                <a:gdLst>
                  <a:gd name="T0" fmla="*/ 4 w 9"/>
                  <a:gd name="T1" fmla="*/ 19 h 22"/>
                  <a:gd name="T2" fmla="*/ 9 w 9"/>
                  <a:gd name="T3" fmla="*/ 3 h 22"/>
                  <a:gd name="T4" fmla="*/ 6 w 9"/>
                  <a:gd name="T5" fmla="*/ 2 h 22"/>
                  <a:gd name="T6" fmla="*/ 1 w 9"/>
                  <a:gd name="T7" fmla="*/ 18 h 22"/>
                  <a:gd name="T8" fmla="*/ 4 w 9"/>
                  <a:gd name="T9" fmla="*/ 19 h 22"/>
                </a:gdLst>
                <a:ahLst/>
                <a:cxnLst>
                  <a:cxn ang="0">
                    <a:pos x="T0" y="T1"/>
                  </a:cxn>
                  <a:cxn ang="0">
                    <a:pos x="T2" y="T3"/>
                  </a:cxn>
                  <a:cxn ang="0">
                    <a:pos x="T4" y="T5"/>
                  </a:cxn>
                  <a:cxn ang="0">
                    <a:pos x="T6" y="T7"/>
                  </a:cxn>
                  <a:cxn ang="0">
                    <a:pos x="T8" y="T9"/>
                  </a:cxn>
                </a:cxnLst>
                <a:rect l="0" t="0" r="r" b="b"/>
                <a:pathLst>
                  <a:path w="9" h="22">
                    <a:moveTo>
                      <a:pt x="4" y="19"/>
                    </a:moveTo>
                    <a:cubicBezTo>
                      <a:pt x="6" y="14"/>
                      <a:pt x="8" y="8"/>
                      <a:pt x="9" y="3"/>
                    </a:cubicBezTo>
                    <a:cubicBezTo>
                      <a:pt x="9" y="1"/>
                      <a:pt x="7" y="0"/>
                      <a:pt x="6" y="2"/>
                    </a:cubicBezTo>
                    <a:cubicBezTo>
                      <a:pt x="3" y="7"/>
                      <a:pt x="2" y="13"/>
                      <a:pt x="1" y="18"/>
                    </a:cubicBezTo>
                    <a:cubicBezTo>
                      <a:pt x="0" y="21"/>
                      <a:pt x="3" y="22"/>
                      <a:pt x="4"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5" name="Freeform 50">
                <a:extLst>
                  <a:ext uri="{FF2B5EF4-FFF2-40B4-BE49-F238E27FC236}">
                    <a16:creationId xmlns:a16="http://schemas.microsoft.com/office/drawing/2014/main" id="{8A8152E8-B608-23B2-14FF-1C340C020CBF}"/>
                  </a:ext>
                </a:extLst>
              </p:cNvPr>
              <p:cNvSpPr/>
              <p:nvPr/>
            </p:nvSpPr>
            <p:spPr bwMode="auto">
              <a:xfrm>
                <a:off x="4787" y="972"/>
                <a:ext cx="16" cy="41"/>
              </a:xfrm>
              <a:custGeom>
                <a:avLst/>
                <a:gdLst>
                  <a:gd name="T0" fmla="*/ 3 w 9"/>
                  <a:gd name="T1" fmla="*/ 21 h 23"/>
                  <a:gd name="T2" fmla="*/ 8 w 9"/>
                  <a:gd name="T3" fmla="*/ 3 h 23"/>
                  <a:gd name="T4" fmla="*/ 6 w 9"/>
                  <a:gd name="T5" fmla="*/ 1 h 23"/>
                  <a:gd name="T6" fmla="*/ 0 w 9"/>
                  <a:gd name="T7" fmla="*/ 20 h 23"/>
                  <a:gd name="T8" fmla="*/ 3 w 9"/>
                  <a:gd name="T9" fmla="*/ 21 h 23"/>
                </a:gdLst>
                <a:ahLst/>
                <a:cxnLst>
                  <a:cxn ang="0">
                    <a:pos x="T0" y="T1"/>
                  </a:cxn>
                  <a:cxn ang="0">
                    <a:pos x="T2" y="T3"/>
                  </a:cxn>
                  <a:cxn ang="0">
                    <a:pos x="T4" y="T5"/>
                  </a:cxn>
                  <a:cxn ang="0">
                    <a:pos x="T6" y="T7"/>
                  </a:cxn>
                  <a:cxn ang="0">
                    <a:pos x="T8" y="T9"/>
                  </a:cxn>
                </a:cxnLst>
                <a:rect l="0" t="0" r="r" b="b"/>
                <a:pathLst>
                  <a:path w="9" h="23">
                    <a:moveTo>
                      <a:pt x="3" y="21"/>
                    </a:moveTo>
                    <a:cubicBezTo>
                      <a:pt x="5" y="15"/>
                      <a:pt x="7" y="9"/>
                      <a:pt x="8" y="3"/>
                    </a:cubicBezTo>
                    <a:cubicBezTo>
                      <a:pt x="9" y="1"/>
                      <a:pt x="7" y="0"/>
                      <a:pt x="6" y="1"/>
                    </a:cubicBezTo>
                    <a:cubicBezTo>
                      <a:pt x="2" y="7"/>
                      <a:pt x="1" y="14"/>
                      <a:pt x="0" y="20"/>
                    </a:cubicBezTo>
                    <a:cubicBezTo>
                      <a:pt x="0" y="22"/>
                      <a:pt x="3" y="23"/>
                      <a:pt x="3"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6" name="Freeform 51">
                <a:extLst>
                  <a:ext uri="{FF2B5EF4-FFF2-40B4-BE49-F238E27FC236}">
                    <a16:creationId xmlns:a16="http://schemas.microsoft.com/office/drawing/2014/main" id="{E2B6CDC8-BB5B-5DC4-ADC9-42266B4EB018}"/>
                  </a:ext>
                </a:extLst>
              </p:cNvPr>
              <p:cNvSpPr/>
              <p:nvPr/>
            </p:nvSpPr>
            <p:spPr bwMode="auto">
              <a:xfrm>
                <a:off x="4762" y="943"/>
                <a:ext cx="16" cy="33"/>
              </a:xfrm>
              <a:custGeom>
                <a:avLst/>
                <a:gdLst>
                  <a:gd name="T0" fmla="*/ 4 w 9"/>
                  <a:gd name="T1" fmla="*/ 17 h 19"/>
                  <a:gd name="T2" fmla="*/ 9 w 9"/>
                  <a:gd name="T3" fmla="*/ 2 h 19"/>
                  <a:gd name="T4" fmla="*/ 6 w 9"/>
                  <a:gd name="T5" fmla="*/ 1 h 19"/>
                  <a:gd name="T6" fmla="*/ 1 w 9"/>
                  <a:gd name="T7" fmla="*/ 16 h 19"/>
                  <a:gd name="T8" fmla="*/ 4 w 9"/>
                  <a:gd name="T9" fmla="*/ 17 h 19"/>
                </a:gdLst>
                <a:ahLst/>
                <a:cxnLst>
                  <a:cxn ang="0">
                    <a:pos x="T0" y="T1"/>
                  </a:cxn>
                  <a:cxn ang="0">
                    <a:pos x="T2" y="T3"/>
                  </a:cxn>
                  <a:cxn ang="0">
                    <a:pos x="T4" y="T5"/>
                  </a:cxn>
                  <a:cxn ang="0">
                    <a:pos x="T6" y="T7"/>
                  </a:cxn>
                  <a:cxn ang="0">
                    <a:pos x="T8" y="T9"/>
                  </a:cxn>
                </a:cxnLst>
                <a:rect l="0" t="0" r="r" b="b"/>
                <a:pathLst>
                  <a:path w="9" h="19">
                    <a:moveTo>
                      <a:pt x="4" y="17"/>
                    </a:moveTo>
                    <a:cubicBezTo>
                      <a:pt x="6" y="12"/>
                      <a:pt x="8" y="7"/>
                      <a:pt x="9" y="2"/>
                    </a:cubicBezTo>
                    <a:cubicBezTo>
                      <a:pt x="9" y="1"/>
                      <a:pt x="7" y="0"/>
                      <a:pt x="6" y="1"/>
                    </a:cubicBezTo>
                    <a:cubicBezTo>
                      <a:pt x="4" y="6"/>
                      <a:pt x="2" y="11"/>
                      <a:pt x="1" y="16"/>
                    </a:cubicBezTo>
                    <a:cubicBezTo>
                      <a:pt x="0" y="18"/>
                      <a:pt x="4" y="19"/>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7" name="Freeform 52">
                <a:extLst>
                  <a:ext uri="{FF2B5EF4-FFF2-40B4-BE49-F238E27FC236}">
                    <a16:creationId xmlns:a16="http://schemas.microsoft.com/office/drawing/2014/main" id="{C035A19B-9F58-A0F8-CF62-935C7DA97ECD}"/>
                  </a:ext>
                </a:extLst>
              </p:cNvPr>
              <p:cNvSpPr/>
              <p:nvPr/>
            </p:nvSpPr>
            <p:spPr bwMode="auto">
              <a:xfrm>
                <a:off x="4732" y="914"/>
                <a:ext cx="27" cy="34"/>
              </a:xfrm>
              <a:custGeom>
                <a:avLst/>
                <a:gdLst>
                  <a:gd name="T0" fmla="*/ 5 w 15"/>
                  <a:gd name="T1" fmla="*/ 17 h 19"/>
                  <a:gd name="T2" fmla="*/ 14 w 15"/>
                  <a:gd name="T3" fmla="*/ 4 h 19"/>
                  <a:gd name="T4" fmla="*/ 12 w 15"/>
                  <a:gd name="T5" fmla="*/ 1 h 19"/>
                  <a:gd name="T6" fmla="*/ 1 w 15"/>
                  <a:gd name="T7" fmla="*/ 15 h 19"/>
                  <a:gd name="T8" fmla="*/ 5 w 15"/>
                  <a:gd name="T9" fmla="*/ 17 h 19"/>
                </a:gdLst>
                <a:ahLst/>
                <a:cxnLst>
                  <a:cxn ang="0">
                    <a:pos x="T0" y="T1"/>
                  </a:cxn>
                  <a:cxn ang="0">
                    <a:pos x="T2" y="T3"/>
                  </a:cxn>
                  <a:cxn ang="0">
                    <a:pos x="T4" y="T5"/>
                  </a:cxn>
                  <a:cxn ang="0">
                    <a:pos x="T6" y="T7"/>
                  </a:cxn>
                  <a:cxn ang="0">
                    <a:pos x="T8" y="T9"/>
                  </a:cxn>
                </a:cxnLst>
                <a:rect l="0" t="0" r="r" b="b"/>
                <a:pathLst>
                  <a:path w="15" h="19">
                    <a:moveTo>
                      <a:pt x="5" y="17"/>
                    </a:moveTo>
                    <a:cubicBezTo>
                      <a:pt x="7" y="12"/>
                      <a:pt x="11" y="8"/>
                      <a:pt x="14" y="4"/>
                    </a:cubicBezTo>
                    <a:cubicBezTo>
                      <a:pt x="15" y="2"/>
                      <a:pt x="14" y="0"/>
                      <a:pt x="12" y="1"/>
                    </a:cubicBezTo>
                    <a:cubicBezTo>
                      <a:pt x="7" y="5"/>
                      <a:pt x="4" y="10"/>
                      <a:pt x="1" y="15"/>
                    </a:cubicBezTo>
                    <a:cubicBezTo>
                      <a:pt x="0" y="17"/>
                      <a:pt x="3" y="19"/>
                      <a:pt x="5"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8" name="Freeform 53">
                <a:extLst>
                  <a:ext uri="{FF2B5EF4-FFF2-40B4-BE49-F238E27FC236}">
                    <a16:creationId xmlns:a16="http://schemas.microsoft.com/office/drawing/2014/main" id="{2ACFD287-9E32-0C0C-0AA3-BC3128B8C113}"/>
                  </a:ext>
                </a:extLst>
              </p:cNvPr>
              <p:cNvSpPr/>
              <p:nvPr/>
            </p:nvSpPr>
            <p:spPr bwMode="auto">
              <a:xfrm>
                <a:off x="4887" y="1073"/>
                <a:ext cx="19" cy="33"/>
              </a:xfrm>
              <a:custGeom>
                <a:avLst/>
                <a:gdLst>
                  <a:gd name="T0" fmla="*/ 5 w 11"/>
                  <a:gd name="T1" fmla="*/ 17 h 19"/>
                  <a:gd name="T2" fmla="*/ 11 w 11"/>
                  <a:gd name="T3" fmla="*/ 2 h 19"/>
                  <a:gd name="T4" fmla="*/ 8 w 11"/>
                  <a:gd name="T5" fmla="*/ 1 h 19"/>
                  <a:gd name="T6" fmla="*/ 1 w 11"/>
                  <a:gd name="T7" fmla="*/ 16 h 19"/>
                  <a:gd name="T8" fmla="*/ 5 w 11"/>
                  <a:gd name="T9" fmla="*/ 17 h 19"/>
                </a:gdLst>
                <a:ahLst/>
                <a:cxnLst>
                  <a:cxn ang="0">
                    <a:pos x="T0" y="T1"/>
                  </a:cxn>
                  <a:cxn ang="0">
                    <a:pos x="T2" y="T3"/>
                  </a:cxn>
                  <a:cxn ang="0">
                    <a:pos x="T4" y="T5"/>
                  </a:cxn>
                  <a:cxn ang="0">
                    <a:pos x="T6" y="T7"/>
                  </a:cxn>
                  <a:cxn ang="0">
                    <a:pos x="T8" y="T9"/>
                  </a:cxn>
                </a:cxnLst>
                <a:rect l="0" t="0" r="r" b="b"/>
                <a:pathLst>
                  <a:path w="11" h="19">
                    <a:moveTo>
                      <a:pt x="5" y="17"/>
                    </a:moveTo>
                    <a:cubicBezTo>
                      <a:pt x="7" y="12"/>
                      <a:pt x="9" y="7"/>
                      <a:pt x="11" y="2"/>
                    </a:cubicBezTo>
                    <a:cubicBezTo>
                      <a:pt x="11" y="1"/>
                      <a:pt x="9" y="0"/>
                      <a:pt x="8" y="1"/>
                    </a:cubicBezTo>
                    <a:cubicBezTo>
                      <a:pt x="5" y="6"/>
                      <a:pt x="3" y="11"/>
                      <a:pt x="1" y="16"/>
                    </a:cubicBezTo>
                    <a:cubicBezTo>
                      <a:pt x="0" y="18"/>
                      <a:pt x="4" y="19"/>
                      <a:pt x="5"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9" name="Freeform 54">
                <a:extLst>
                  <a:ext uri="{FF2B5EF4-FFF2-40B4-BE49-F238E27FC236}">
                    <a16:creationId xmlns:a16="http://schemas.microsoft.com/office/drawing/2014/main" id="{B15E7BF2-8079-166F-B447-040FD0F0E7D0}"/>
                  </a:ext>
                </a:extLst>
              </p:cNvPr>
              <p:cNvSpPr/>
              <p:nvPr/>
            </p:nvSpPr>
            <p:spPr bwMode="auto">
              <a:xfrm>
                <a:off x="4920" y="1071"/>
                <a:ext cx="20" cy="33"/>
              </a:xfrm>
              <a:custGeom>
                <a:avLst/>
                <a:gdLst>
                  <a:gd name="T0" fmla="*/ 4 w 11"/>
                  <a:gd name="T1" fmla="*/ 17 h 19"/>
                  <a:gd name="T2" fmla="*/ 10 w 11"/>
                  <a:gd name="T3" fmla="*/ 3 h 19"/>
                  <a:gd name="T4" fmla="*/ 8 w 11"/>
                  <a:gd name="T5" fmla="*/ 1 h 19"/>
                  <a:gd name="T6" fmla="*/ 0 w 11"/>
                  <a:gd name="T7" fmla="*/ 17 h 19"/>
                  <a:gd name="T8" fmla="*/ 4 w 11"/>
                  <a:gd name="T9" fmla="*/ 17 h 19"/>
                </a:gdLst>
                <a:ahLst/>
                <a:cxnLst>
                  <a:cxn ang="0">
                    <a:pos x="T0" y="T1"/>
                  </a:cxn>
                  <a:cxn ang="0">
                    <a:pos x="T2" y="T3"/>
                  </a:cxn>
                  <a:cxn ang="0">
                    <a:pos x="T4" y="T5"/>
                  </a:cxn>
                  <a:cxn ang="0">
                    <a:pos x="T6" y="T7"/>
                  </a:cxn>
                  <a:cxn ang="0">
                    <a:pos x="T8" y="T9"/>
                  </a:cxn>
                </a:cxnLst>
                <a:rect l="0" t="0" r="r" b="b"/>
                <a:pathLst>
                  <a:path w="11" h="19">
                    <a:moveTo>
                      <a:pt x="4" y="17"/>
                    </a:moveTo>
                    <a:cubicBezTo>
                      <a:pt x="4" y="11"/>
                      <a:pt x="6" y="7"/>
                      <a:pt x="10" y="3"/>
                    </a:cubicBezTo>
                    <a:cubicBezTo>
                      <a:pt x="11" y="2"/>
                      <a:pt x="9" y="0"/>
                      <a:pt x="8" y="1"/>
                    </a:cubicBezTo>
                    <a:cubicBezTo>
                      <a:pt x="2" y="4"/>
                      <a:pt x="0" y="10"/>
                      <a:pt x="0" y="17"/>
                    </a:cubicBezTo>
                    <a:cubicBezTo>
                      <a:pt x="0" y="19"/>
                      <a:pt x="4" y="19"/>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40" name="Freeform 55">
                <a:extLst>
                  <a:ext uri="{FF2B5EF4-FFF2-40B4-BE49-F238E27FC236}">
                    <a16:creationId xmlns:a16="http://schemas.microsoft.com/office/drawing/2014/main" id="{CF4E821F-9BF1-F400-87C1-B994D01102F1}"/>
                  </a:ext>
                </a:extLst>
              </p:cNvPr>
              <p:cNvSpPr/>
              <p:nvPr/>
            </p:nvSpPr>
            <p:spPr bwMode="auto">
              <a:xfrm>
                <a:off x="4955" y="1076"/>
                <a:ext cx="16" cy="32"/>
              </a:xfrm>
              <a:custGeom>
                <a:avLst/>
                <a:gdLst>
                  <a:gd name="T0" fmla="*/ 4 w 9"/>
                  <a:gd name="T1" fmla="*/ 15 h 18"/>
                  <a:gd name="T2" fmla="*/ 9 w 9"/>
                  <a:gd name="T3" fmla="*/ 3 h 18"/>
                  <a:gd name="T4" fmla="*/ 6 w 9"/>
                  <a:gd name="T5" fmla="*/ 2 h 18"/>
                  <a:gd name="T6" fmla="*/ 1 w 9"/>
                  <a:gd name="T7" fmla="*/ 13 h 18"/>
                  <a:gd name="T8" fmla="*/ 4 w 9"/>
                  <a:gd name="T9" fmla="*/ 15 h 18"/>
                </a:gdLst>
                <a:ahLst/>
                <a:cxnLst>
                  <a:cxn ang="0">
                    <a:pos x="T0" y="T1"/>
                  </a:cxn>
                  <a:cxn ang="0">
                    <a:pos x="T2" y="T3"/>
                  </a:cxn>
                  <a:cxn ang="0">
                    <a:pos x="T4" y="T5"/>
                  </a:cxn>
                  <a:cxn ang="0">
                    <a:pos x="T6" y="T7"/>
                  </a:cxn>
                  <a:cxn ang="0">
                    <a:pos x="T8" y="T9"/>
                  </a:cxn>
                </a:cxnLst>
                <a:rect l="0" t="0" r="r" b="b"/>
                <a:pathLst>
                  <a:path w="9" h="18">
                    <a:moveTo>
                      <a:pt x="4" y="15"/>
                    </a:moveTo>
                    <a:cubicBezTo>
                      <a:pt x="6" y="11"/>
                      <a:pt x="8" y="8"/>
                      <a:pt x="9" y="3"/>
                    </a:cubicBezTo>
                    <a:cubicBezTo>
                      <a:pt x="9" y="2"/>
                      <a:pt x="7" y="0"/>
                      <a:pt x="6" y="2"/>
                    </a:cubicBezTo>
                    <a:cubicBezTo>
                      <a:pt x="4" y="6"/>
                      <a:pt x="3" y="10"/>
                      <a:pt x="1" y="13"/>
                    </a:cubicBezTo>
                    <a:cubicBezTo>
                      <a:pt x="0" y="16"/>
                      <a:pt x="3" y="18"/>
                      <a:pt x="4"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41" name="Freeform 56">
                <a:extLst>
                  <a:ext uri="{FF2B5EF4-FFF2-40B4-BE49-F238E27FC236}">
                    <a16:creationId xmlns:a16="http://schemas.microsoft.com/office/drawing/2014/main" id="{0E0EC532-2193-5AD2-51F0-B836DEEBE4A7}"/>
                  </a:ext>
                </a:extLst>
              </p:cNvPr>
              <p:cNvSpPr/>
              <p:nvPr/>
            </p:nvSpPr>
            <p:spPr bwMode="auto">
              <a:xfrm>
                <a:off x="4773" y="1108"/>
                <a:ext cx="81" cy="14"/>
              </a:xfrm>
              <a:custGeom>
                <a:avLst/>
                <a:gdLst>
                  <a:gd name="T0" fmla="*/ 44 w 46"/>
                  <a:gd name="T1" fmla="*/ 4 h 8"/>
                  <a:gd name="T2" fmla="*/ 2 w 46"/>
                  <a:gd name="T3" fmla="*/ 4 h 8"/>
                  <a:gd name="T4" fmla="*/ 2 w 46"/>
                  <a:gd name="T5" fmla="*/ 7 h 8"/>
                  <a:gd name="T6" fmla="*/ 43 w 46"/>
                  <a:gd name="T7" fmla="*/ 7 h 8"/>
                  <a:gd name="T8" fmla="*/ 44 w 46"/>
                  <a:gd name="T9" fmla="*/ 4 h 8"/>
                </a:gdLst>
                <a:ahLst/>
                <a:cxnLst>
                  <a:cxn ang="0">
                    <a:pos x="T0" y="T1"/>
                  </a:cxn>
                  <a:cxn ang="0">
                    <a:pos x="T2" y="T3"/>
                  </a:cxn>
                  <a:cxn ang="0">
                    <a:pos x="T4" y="T5"/>
                  </a:cxn>
                  <a:cxn ang="0">
                    <a:pos x="T6" y="T7"/>
                  </a:cxn>
                  <a:cxn ang="0">
                    <a:pos x="T8" y="T9"/>
                  </a:cxn>
                </a:cxnLst>
                <a:rect l="0" t="0" r="r" b="b"/>
                <a:pathLst>
                  <a:path w="46" h="8">
                    <a:moveTo>
                      <a:pt x="44" y="4"/>
                    </a:moveTo>
                    <a:cubicBezTo>
                      <a:pt x="30" y="0"/>
                      <a:pt x="15" y="0"/>
                      <a:pt x="2" y="4"/>
                    </a:cubicBezTo>
                    <a:cubicBezTo>
                      <a:pt x="0" y="5"/>
                      <a:pt x="1" y="8"/>
                      <a:pt x="2" y="7"/>
                    </a:cubicBezTo>
                    <a:cubicBezTo>
                      <a:pt x="16" y="6"/>
                      <a:pt x="29" y="5"/>
                      <a:pt x="43" y="7"/>
                    </a:cubicBezTo>
                    <a:cubicBezTo>
                      <a:pt x="45" y="8"/>
                      <a:pt x="46" y="5"/>
                      <a:pt x="44"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42" name="Freeform 57">
                <a:extLst>
                  <a:ext uri="{FF2B5EF4-FFF2-40B4-BE49-F238E27FC236}">
                    <a16:creationId xmlns:a16="http://schemas.microsoft.com/office/drawing/2014/main" id="{9134679E-C0F3-8C00-CFB9-A57C02DE4AE6}"/>
                  </a:ext>
                </a:extLst>
              </p:cNvPr>
              <p:cNvSpPr/>
              <p:nvPr/>
            </p:nvSpPr>
            <p:spPr bwMode="auto">
              <a:xfrm>
                <a:off x="4783" y="1074"/>
                <a:ext cx="65" cy="22"/>
              </a:xfrm>
              <a:custGeom>
                <a:avLst/>
                <a:gdLst>
                  <a:gd name="T0" fmla="*/ 36 w 37"/>
                  <a:gd name="T1" fmla="*/ 9 h 12"/>
                  <a:gd name="T2" fmla="*/ 3 w 37"/>
                  <a:gd name="T3" fmla="*/ 0 h 12"/>
                  <a:gd name="T4" fmla="*/ 2 w 37"/>
                  <a:gd name="T5" fmla="*/ 3 h 12"/>
                  <a:gd name="T6" fmla="*/ 35 w 37"/>
                  <a:gd name="T7" fmla="*/ 12 h 12"/>
                  <a:gd name="T8" fmla="*/ 36 w 37"/>
                  <a:gd name="T9" fmla="*/ 9 h 12"/>
                </a:gdLst>
                <a:ahLst/>
                <a:cxnLst>
                  <a:cxn ang="0">
                    <a:pos x="T0" y="T1"/>
                  </a:cxn>
                  <a:cxn ang="0">
                    <a:pos x="T2" y="T3"/>
                  </a:cxn>
                  <a:cxn ang="0">
                    <a:pos x="T4" y="T5"/>
                  </a:cxn>
                  <a:cxn ang="0">
                    <a:pos x="T6" y="T7"/>
                  </a:cxn>
                  <a:cxn ang="0">
                    <a:pos x="T8" y="T9"/>
                  </a:cxn>
                </a:cxnLst>
                <a:rect l="0" t="0" r="r" b="b"/>
                <a:pathLst>
                  <a:path w="37" h="12">
                    <a:moveTo>
                      <a:pt x="36" y="9"/>
                    </a:moveTo>
                    <a:cubicBezTo>
                      <a:pt x="26" y="4"/>
                      <a:pt x="14" y="0"/>
                      <a:pt x="3" y="0"/>
                    </a:cubicBezTo>
                    <a:cubicBezTo>
                      <a:pt x="1" y="0"/>
                      <a:pt x="0" y="3"/>
                      <a:pt x="2" y="3"/>
                    </a:cubicBezTo>
                    <a:cubicBezTo>
                      <a:pt x="13" y="5"/>
                      <a:pt x="24" y="8"/>
                      <a:pt x="35" y="12"/>
                    </a:cubicBezTo>
                    <a:cubicBezTo>
                      <a:pt x="36" y="12"/>
                      <a:pt x="37" y="10"/>
                      <a:pt x="36"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43" name="Freeform 58">
                <a:extLst>
                  <a:ext uri="{FF2B5EF4-FFF2-40B4-BE49-F238E27FC236}">
                    <a16:creationId xmlns:a16="http://schemas.microsoft.com/office/drawing/2014/main" id="{B060A16C-8910-00D3-B74B-92CBF434FA28}"/>
                  </a:ext>
                </a:extLst>
              </p:cNvPr>
              <p:cNvSpPr/>
              <p:nvPr/>
            </p:nvSpPr>
            <p:spPr bwMode="auto">
              <a:xfrm>
                <a:off x="4760" y="1034"/>
                <a:ext cx="53" cy="19"/>
              </a:xfrm>
              <a:custGeom>
                <a:avLst/>
                <a:gdLst>
                  <a:gd name="T0" fmla="*/ 29 w 30"/>
                  <a:gd name="T1" fmla="*/ 7 h 11"/>
                  <a:gd name="T2" fmla="*/ 3 w 30"/>
                  <a:gd name="T3" fmla="*/ 1 h 11"/>
                  <a:gd name="T4" fmla="*/ 2 w 30"/>
                  <a:gd name="T5" fmla="*/ 4 h 11"/>
                  <a:gd name="T6" fmla="*/ 27 w 30"/>
                  <a:gd name="T7" fmla="*/ 10 h 11"/>
                  <a:gd name="T8" fmla="*/ 29 w 30"/>
                  <a:gd name="T9" fmla="*/ 7 h 11"/>
                </a:gdLst>
                <a:ahLst/>
                <a:cxnLst>
                  <a:cxn ang="0">
                    <a:pos x="T0" y="T1"/>
                  </a:cxn>
                  <a:cxn ang="0">
                    <a:pos x="T2" y="T3"/>
                  </a:cxn>
                  <a:cxn ang="0">
                    <a:pos x="T4" y="T5"/>
                  </a:cxn>
                  <a:cxn ang="0">
                    <a:pos x="T6" y="T7"/>
                  </a:cxn>
                  <a:cxn ang="0">
                    <a:pos x="T8" y="T9"/>
                  </a:cxn>
                </a:cxnLst>
                <a:rect l="0" t="0" r="r" b="b"/>
                <a:pathLst>
                  <a:path w="30" h="11">
                    <a:moveTo>
                      <a:pt x="29" y="7"/>
                    </a:moveTo>
                    <a:cubicBezTo>
                      <a:pt x="21" y="3"/>
                      <a:pt x="12" y="0"/>
                      <a:pt x="3" y="1"/>
                    </a:cubicBezTo>
                    <a:cubicBezTo>
                      <a:pt x="1" y="1"/>
                      <a:pt x="0" y="4"/>
                      <a:pt x="2" y="4"/>
                    </a:cubicBezTo>
                    <a:cubicBezTo>
                      <a:pt x="11" y="6"/>
                      <a:pt x="19" y="7"/>
                      <a:pt x="27" y="10"/>
                    </a:cubicBezTo>
                    <a:cubicBezTo>
                      <a:pt x="29" y="11"/>
                      <a:pt x="30" y="8"/>
                      <a:pt x="29"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44" name="Freeform 59">
                <a:extLst>
                  <a:ext uri="{FF2B5EF4-FFF2-40B4-BE49-F238E27FC236}">
                    <a16:creationId xmlns:a16="http://schemas.microsoft.com/office/drawing/2014/main" id="{403244F7-1D6D-2F16-4C55-2CF9651EF31E}"/>
                  </a:ext>
                </a:extLst>
              </p:cNvPr>
              <p:cNvSpPr/>
              <p:nvPr/>
            </p:nvSpPr>
            <p:spPr bwMode="auto">
              <a:xfrm>
                <a:off x="4729" y="997"/>
                <a:ext cx="61" cy="21"/>
              </a:xfrm>
              <a:custGeom>
                <a:avLst/>
                <a:gdLst>
                  <a:gd name="T0" fmla="*/ 33 w 35"/>
                  <a:gd name="T1" fmla="*/ 8 h 12"/>
                  <a:gd name="T2" fmla="*/ 1 w 35"/>
                  <a:gd name="T3" fmla="*/ 3 h 12"/>
                  <a:gd name="T4" fmla="*/ 2 w 35"/>
                  <a:gd name="T5" fmla="*/ 6 h 12"/>
                  <a:gd name="T6" fmla="*/ 31 w 35"/>
                  <a:gd name="T7" fmla="*/ 11 h 12"/>
                  <a:gd name="T8" fmla="*/ 33 w 35"/>
                  <a:gd name="T9" fmla="*/ 8 h 12"/>
                </a:gdLst>
                <a:ahLst/>
                <a:cxnLst>
                  <a:cxn ang="0">
                    <a:pos x="T0" y="T1"/>
                  </a:cxn>
                  <a:cxn ang="0">
                    <a:pos x="T2" y="T3"/>
                  </a:cxn>
                  <a:cxn ang="0">
                    <a:pos x="T4" y="T5"/>
                  </a:cxn>
                  <a:cxn ang="0">
                    <a:pos x="T6" y="T7"/>
                  </a:cxn>
                  <a:cxn ang="0">
                    <a:pos x="T8" y="T9"/>
                  </a:cxn>
                </a:cxnLst>
                <a:rect l="0" t="0" r="r" b="b"/>
                <a:pathLst>
                  <a:path w="35" h="12">
                    <a:moveTo>
                      <a:pt x="33" y="8"/>
                    </a:moveTo>
                    <a:cubicBezTo>
                      <a:pt x="24" y="2"/>
                      <a:pt x="12" y="0"/>
                      <a:pt x="1" y="3"/>
                    </a:cubicBezTo>
                    <a:cubicBezTo>
                      <a:pt x="0" y="4"/>
                      <a:pt x="0" y="6"/>
                      <a:pt x="2" y="6"/>
                    </a:cubicBezTo>
                    <a:cubicBezTo>
                      <a:pt x="12" y="5"/>
                      <a:pt x="22" y="7"/>
                      <a:pt x="31" y="11"/>
                    </a:cubicBezTo>
                    <a:cubicBezTo>
                      <a:pt x="33" y="12"/>
                      <a:pt x="35" y="9"/>
                      <a:pt x="33"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45" name="Freeform 60">
                <a:extLst>
                  <a:ext uri="{FF2B5EF4-FFF2-40B4-BE49-F238E27FC236}">
                    <a16:creationId xmlns:a16="http://schemas.microsoft.com/office/drawing/2014/main" id="{5ACD3597-5950-A852-8A21-41C8E53FBB18}"/>
                  </a:ext>
                </a:extLst>
              </p:cNvPr>
              <p:cNvSpPr/>
              <p:nvPr/>
            </p:nvSpPr>
            <p:spPr bwMode="auto">
              <a:xfrm>
                <a:off x="4694" y="951"/>
                <a:ext cx="49" cy="14"/>
              </a:xfrm>
              <a:custGeom>
                <a:avLst/>
                <a:gdLst>
                  <a:gd name="T0" fmla="*/ 26 w 28"/>
                  <a:gd name="T1" fmla="*/ 4 h 8"/>
                  <a:gd name="T2" fmla="*/ 2 w 28"/>
                  <a:gd name="T3" fmla="*/ 2 h 8"/>
                  <a:gd name="T4" fmla="*/ 2 w 28"/>
                  <a:gd name="T5" fmla="*/ 4 h 8"/>
                  <a:gd name="T6" fmla="*/ 25 w 28"/>
                  <a:gd name="T7" fmla="*/ 7 h 8"/>
                  <a:gd name="T8" fmla="*/ 26 w 28"/>
                  <a:gd name="T9" fmla="*/ 4 h 8"/>
                </a:gdLst>
                <a:ahLst/>
                <a:cxnLst>
                  <a:cxn ang="0">
                    <a:pos x="T0" y="T1"/>
                  </a:cxn>
                  <a:cxn ang="0">
                    <a:pos x="T2" y="T3"/>
                  </a:cxn>
                  <a:cxn ang="0">
                    <a:pos x="T4" y="T5"/>
                  </a:cxn>
                  <a:cxn ang="0">
                    <a:pos x="T6" y="T7"/>
                  </a:cxn>
                  <a:cxn ang="0">
                    <a:pos x="T8" y="T9"/>
                  </a:cxn>
                </a:cxnLst>
                <a:rect l="0" t="0" r="r" b="b"/>
                <a:pathLst>
                  <a:path w="28" h="8">
                    <a:moveTo>
                      <a:pt x="26" y="4"/>
                    </a:moveTo>
                    <a:cubicBezTo>
                      <a:pt x="18" y="1"/>
                      <a:pt x="10" y="0"/>
                      <a:pt x="2" y="2"/>
                    </a:cubicBezTo>
                    <a:cubicBezTo>
                      <a:pt x="0" y="2"/>
                      <a:pt x="1" y="4"/>
                      <a:pt x="2" y="4"/>
                    </a:cubicBezTo>
                    <a:cubicBezTo>
                      <a:pt x="10" y="5"/>
                      <a:pt x="17" y="5"/>
                      <a:pt x="25" y="7"/>
                    </a:cubicBezTo>
                    <a:cubicBezTo>
                      <a:pt x="27" y="8"/>
                      <a:pt x="28" y="5"/>
                      <a:pt x="26"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46" name="Freeform 61">
                <a:extLst>
                  <a:ext uri="{FF2B5EF4-FFF2-40B4-BE49-F238E27FC236}">
                    <a16:creationId xmlns:a16="http://schemas.microsoft.com/office/drawing/2014/main" id="{CB301FE3-94D4-452A-49B6-CF9285A6CA33}"/>
                  </a:ext>
                </a:extLst>
              </p:cNvPr>
              <p:cNvSpPr/>
              <p:nvPr/>
            </p:nvSpPr>
            <p:spPr bwMode="auto">
              <a:xfrm>
                <a:off x="4671" y="921"/>
                <a:ext cx="31" cy="13"/>
              </a:xfrm>
              <a:custGeom>
                <a:avLst/>
                <a:gdLst>
                  <a:gd name="T0" fmla="*/ 17 w 18"/>
                  <a:gd name="T1" fmla="*/ 5 h 7"/>
                  <a:gd name="T2" fmla="*/ 14 w 18"/>
                  <a:gd name="T3" fmla="*/ 1 h 7"/>
                  <a:gd name="T4" fmla="*/ 1 w 18"/>
                  <a:gd name="T5" fmla="*/ 3 h 7"/>
                  <a:gd name="T6" fmla="*/ 2 w 18"/>
                  <a:gd name="T7" fmla="*/ 5 h 7"/>
                  <a:gd name="T8" fmla="*/ 9 w 18"/>
                  <a:gd name="T9" fmla="*/ 5 h 7"/>
                  <a:gd name="T10" fmla="*/ 15 w 18"/>
                  <a:gd name="T11" fmla="*/ 5 h 7"/>
                  <a:gd name="T12" fmla="*/ 17 w 18"/>
                  <a:gd name="T13" fmla="*/ 5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17" y="5"/>
                    </a:moveTo>
                    <a:cubicBezTo>
                      <a:pt x="18" y="3"/>
                      <a:pt x="16" y="1"/>
                      <a:pt x="14" y="1"/>
                    </a:cubicBezTo>
                    <a:cubicBezTo>
                      <a:pt x="10" y="0"/>
                      <a:pt x="5" y="1"/>
                      <a:pt x="1" y="3"/>
                    </a:cubicBezTo>
                    <a:cubicBezTo>
                      <a:pt x="0" y="3"/>
                      <a:pt x="0" y="6"/>
                      <a:pt x="2" y="5"/>
                    </a:cubicBezTo>
                    <a:cubicBezTo>
                      <a:pt x="4" y="5"/>
                      <a:pt x="6" y="5"/>
                      <a:pt x="9" y="5"/>
                    </a:cubicBezTo>
                    <a:cubicBezTo>
                      <a:pt x="9" y="5"/>
                      <a:pt x="15" y="5"/>
                      <a:pt x="15" y="5"/>
                    </a:cubicBezTo>
                    <a:cubicBezTo>
                      <a:pt x="14" y="6"/>
                      <a:pt x="17" y="7"/>
                      <a:pt x="17"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47" name="Freeform 62">
                <a:extLst>
                  <a:ext uri="{FF2B5EF4-FFF2-40B4-BE49-F238E27FC236}">
                    <a16:creationId xmlns:a16="http://schemas.microsoft.com/office/drawing/2014/main" id="{3104A0D6-1B8D-E0CB-9DE7-972A017526B0}"/>
                  </a:ext>
                </a:extLst>
              </p:cNvPr>
              <p:cNvSpPr/>
              <p:nvPr/>
            </p:nvSpPr>
            <p:spPr bwMode="auto">
              <a:xfrm>
                <a:off x="4618" y="1229"/>
                <a:ext cx="61" cy="100"/>
              </a:xfrm>
              <a:custGeom>
                <a:avLst/>
                <a:gdLst>
                  <a:gd name="T0" fmla="*/ 3 w 35"/>
                  <a:gd name="T1" fmla="*/ 55 h 57"/>
                  <a:gd name="T2" fmla="*/ 34 w 35"/>
                  <a:gd name="T3" fmla="*/ 4 h 57"/>
                  <a:gd name="T4" fmla="*/ 32 w 35"/>
                  <a:gd name="T5" fmla="*/ 2 h 57"/>
                  <a:gd name="T6" fmla="*/ 0 w 35"/>
                  <a:gd name="T7" fmla="*/ 54 h 57"/>
                  <a:gd name="T8" fmla="*/ 3 w 35"/>
                  <a:gd name="T9" fmla="*/ 55 h 57"/>
                </a:gdLst>
                <a:ahLst/>
                <a:cxnLst>
                  <a:cxn ang="0">
                    <a:pos x="T0" y="T1"/>
                  </a:cxn>
                  <a:cxn ang="0">
                    <a:pos x="T2" y="T3"/>
                  </a:cxn>
                  <a:cxn ang="0">
                    <a:pos x="T4" y="T5"/>
                  </a:cxn>
                  <a:cxn ang="0">
                    <a:pos x="T6" y="T7"/>
                  </a:cxn>
                  <a:cxn ang="0">
                    <a:pos x="T8" y="T9"/>
                  </a:cxn>
                </a:cxnLst>
                <a:rect l="0" t="0" r="r" b="b"/>
                <a:pathLst>
                  <a:path w="35" h="57">
                    <a:moveTo>
                      <a:pt x="3" y="55"/>
                    </a:moveTo>
                    <a:cubicBezTo>
                      <a:pt x="10" y="35"/>
                      <a:pt x="21" y="20"/>
                      <a:pt x="34" y="4"/>
                    </a:cubicBezTo>
                    <a:cubicBezTo>
                      <a:pt x="35" y="3"/>
                      <a:pt x="34" y="0"/>
                      <a:pt x="32" y="2"/>
                    </a:cubicBezTo>
                    <a:cubicBezTo>
                      <a:pt x="16" y="13"/>
                      <a:pt x="4" y="34"/>
                      <a:pt x="0" y="54"/>
                    </a:cubicBezTo>
                    <a:cubicBezTo>
                      <a:pt x="0" y="56"/>
                      <a:pt x="3" y="57"/>
                      <a:pt x="3" y="5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48" name="Freeform 63">
                <a:extLst>
                  <a:ext uri="{FF2B5EF4-FFF2-40B4-BE49-F238E27FC236}">
                    <a16:creationId xmlns:a16="http://schemas.microsoft.com/office/drawing/2014/main" id="{80459970-0112-3D3A-A961-1BB71EC6B086}"/>
                  </a:ext>
                </a:extLst>
              </p:cNvPr>
              <p:cNvSpPr/>
              <p:nvPr/>
            </p:nvSpPr>
            <p:spPr bwMode="auto">
              <a:xfrm>
                <a:off x="4600" y="1240"/>
                <a:ext cx="36" cy="74"/>
              </a:xfrm>
              <a:custGeom>
                <a:avLst/>
                <a:gdLst>
                  <a:gd name="T0" fmla="*/ 4 w 20"/>
                  <a:gd name="T1" fmla="*/ 40 h 42"/>
                  <a:gd name="T2" fmla="*/ 9 w 20"/>
                  <a:gd name="T3" fmla="*/ 19 h 42"/>
                  <a:gd name="T4" fmla="*/ 19 w 20"/>
                  <a:gd name="T5" fmla="*/ 3 h 42"/>
                  <a:gd name="T6" fmla="*/ 17 w 20"/>
                  <a:gd name="T7" fmla="*/ 1 h 42"/>
                  <a:gd name="T8" fmla="*/ 1 w 20"/>
                  <a:gd name="T9" fmla="*/ 40 h 42"/>
                  <a:gd name="T10" fmla="*/ 4 w 20"/>
                  <a:gd name="T11" fmla="*/ 40 h 42"/>
                </a:gdLst>
                <a:ahLst/>
                <a:cxnLst>
                  <a:cxn ang="0">
                    <a:pos x="T0" y="T1"/>
                  </a:cxn>
                  <a:cxn ang="0">
                    <a:pos x="T2" y="T3"/>
                  </a:cxn>
                  <a:cxn ang="0">
                    <a:pos x="T4" y="T5"/>
                  </a:cxn>
                  <a:cxn ang="0">
                    <a:pos x="T6" y="T7"/>
                  </a:cxn>
                  <a:cxn ang="0">
                    <a:pos x="T8" y="T9"/>
                  </a:cxn>
                  <a:cxn ang="0">
                    <a:pos x="T10" y="T11"/>
                  </a:cxn>
                </a:cxnLst>
                <a:rect l="0" t="0" r="r" b="b"/>
                <a:pathLst>
                  <a:path w="20" h="42">
                    <a:moveTo>
                      <a:pt x="4" y="40"/>
                    </a:moveTo>
                    <a:cubicBezTo>
                      <a:pt x="5" y="33"/>
                      <a:pt x="6" y="25"/>
                      <a:pt x="9" y="19"/>
                    </a:cubicBezTo>
                    <a:cubicBezTo>
                      <a:pt x="12" y="13"/>
                      <a:pt x="16" y="8"/>
                      <a:pt x="19" y="3"/>
                    </a:cubicBezTo>
                    <a:cubicBezTo>
                      <a:pt x="20" y="2"/>
                      <a:pt x="18" y="0"/>
                      <a:pt x="17" y="1"/>
                    </a:cubicBezTo>
                    <a:cubicBezTo>
                      <a:pt x="5" y="9"/>
                      <a:pt x="0" y="26"/>
                      <a:pt x="1" y="40"/>
                    </a:cubicBezTo>
                    <a:cubicBezTo>
                      <a:pt x="1" y="42"/>
                      <a:pt x="4" y="42"/>
                      <a:pt x="4" y="4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49" name="Freeform 64">
                <a:extLst>
                  <a:ext uri="{FF2B5EF4-FFF2-40B4-BE49-F238E27FC236}">
                    <a16:creationId xmlns:a16="http://schemas.microsoft.com/office/drawing/2014/main" id="{05280FE6-FFA0-BF3D-E1C0-56BE54DD81C7}"/>
                  </a:ext>
                </a:extLst>
              </p:cNvPr>
              <p:cNvSpPr/>
              <p:nvPr/>
            </p:nvSpPr>
            <p:spPr bwMode="auto">
              <a:xfrm>
                <a:off x="4583" y="1224"/>
                <a:ext cx="35" cy="67"/>
              </a:xfrm>
              <a:custGeom>
                <a:avLst/>
                <a:gdLst>
                  <a:gd name="T0" fmla="*/ 4 w 20"/>
                  <a:gd name="T1" fmla="*/ 35 h 38"/>
                  <a:gd name="T2" fmla="*/ 19 w 20"/>
                  <a:gd name="T3" fmla="*/ 4 h 38"/>
                  <a:gd name="T4" fmla="*/ 16 w 20"/>
                  <a:gd name="T5" fmla="*/ 2 h 38"/>
                  <a:gd name="T6" fmla="*/ 5 w 20"/>
                  <a:gd name="T7" fmla="*/ 19 h 38"/>
                  <a:gd name="T8" fmla="*/ 0 w 20"/>
                  <a:gd name="T9" fmla="*/ 35 h 38"/>
                  <a:gd name="T10" fmla="*/ 4 w 20"/>
                  <a:gd name="T11" fmla="*/ 35 h 38"/>
                </a:gdLst>
                <a:ahLst/>
                <a:cxnLst>
                  <a:cxn ang="0">
                    <a:pos x="T0" y="T1"/>
                  </a:cxn>
                  <a:cxn ang="0">
                    <a:pos x="T2" y="T3"/>
                  </a:cxn>
                  <a:cxn ang="0">
                    <a:pos x="T4" y="T5"/>
                  </a:cxn>
                  <a:cxn ang="0">
                    <a:pos x="T6" y="T7"/>
                  </a:cxn>
                  <a:cxn ang="0">
                    <a:pos x="T8" y="T9"/>
                  </a:cxn>
                  <a:cxn ang="0">
                    <a:pos x="T10" y="T11"/>
                  </a:cxn>
                </a:cxnLst>
                <a:rect l="0" t="0" r="r" b="b"/>
                <a:pathLst>
                  <a:path w="20" h="38">
                    <a:moveTo>
                      <a:pt x="4" y="35"/>
                    </a:moveTo>
                    <a:cubicBezTo>
                      <a:pt x="5" y="24"/>
                      <a:pt x="15" y="14"/>
                      <a:pt x="19" y="4"/>
                    </a:cubicBezTo>
                    <a:cubicBezTo>
                      <a:pt x="20" y="2"/>
                      <a:pt x="18" y="0"/>
                      <a:pt x="16" y="2"/>
                    </a:cubicBezTo>
                    <a:cubicBezTo>
                      <a:pt x="12" y="7"/>
                      <a:pt x="9" y="13"/>
                      <a:pt x="5" y="19"/>
                    </a:cubicBezTo>
                    <a:cubicBezTo>
                      <a:pt x="3" y="24"/>
                      <a:pt x="0" y="29"/>
                      <a:pt x="0" y="35"/>
                    </a:cubicBezTo>
                    <a:cubicBezTo>
                      <a:pt x="0" y="38"/>
                      <a:pt x="4" y="38"/>
                      <a:pt x="4" y="3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50" name="Freeform 65">
                <a:extLst>
                  <a:ext uri="{FF2B5EF4-FFF2-40B4-BE49-F238E27FC236}">
                    <a16:creationId xmlns:a16="http://schemas.microsoft.com/office/drawing/2014/main" id="{A7D3330B-D1D0-BF9F-01A1-2593BB22A544}"/>
                  </a:ext>
                </a:extLst>
              </p:cNvPr>
              <p:cNvSpPr/>
              <p:nvPr/>
            </p:nvSpPr>
            <p:spPr bwMode="auto">
              <a:xfrm>
                <a:off x="4563" y="1206"/>
                <a:ext cx="36" cy="55"/>
              </a:xfrm>
              <a:custGeom>
                <a:avLst/>
                <a:gdLst>
                  <a:gd name="T0" fmla="*/ 4 w 20"/>
                  <a:gd name="T1" fmla="*/ 29 h 31"/>
                  <a:gd name="T2" fmla="*/ 11 w 20"/>
                  <a:gd name="T3" fmla="*/ 15 h 31"/>
                  <a:gd name="T4" fmla="*/ 19 w 20"/>
                  <a:gd name="T5" fmla="*/ 3 h 31"/>
                  <a:gd name="T6" fmla="*/ 17 w 20"/>
                  <a:gd name="T7" fmla="*/ 1 h 31"/>
                  <a:gd name="T8" fmla="*/ 1 w 20"/>
                  <a:gd name="T9" fmla="*/ 28 h 31"/>
                  <a:gd name="T10" fmla="*/ 4 w 20"/>
                  <a:gd name="T11" fmla="*/ 29 h 31"/>
                </a:gdLst>
                <a:ahLst/>
                <a:cxnLst>
                  <a:cxn ang="0">
                    <a:pos x="T0" y="T1"/>
                  </a:cxn>
                  <a:cxn ang="0">
                    <a:pos x="T2" y="T3"/>
                  </a:cxn>
                  <a:cxn ang="0">
                    <a:pos x="T4" y="T5"/>
                  </a:cxn>
                  <a:cxn ang="0">
                    <a:pos x="T6" y="T7"/>
                  </a:cxn>
                  <a:cxn ang="0">
                    <a:pos x="T8" y="T9"/>
                  </a:cxn>
                  <a:cxn ang="0">
                    <a:pos x="T10" y="T11"/>
                  </a:cxn>
                </a:cxnLst>
                <a:rect l="0" t="0" r="r" b="b"/>
                <a:pathLst>
                  <a:path w="20" h="31">
                    <a:moveTo>
                      <a:pt x="4" y="29"/>
                    </a:moveTo>
                    <a:cubicBezTo>
                      <a:pt x="6" y="25"/>
                      <a:pt x="8" y="20"/>
                      <a:pt x="11" y="15"/>
                    </a:cubicBezTo>
                    <a:cubicBezTo>
                      <a:pt x="13" y="11"/>
                      <a:pt x="17" y="7"/>
                      <a:pt x="19" y="3"/>
                    </a:cubicBezTo>
                    <a:cubicBezTo>
                      <a:pt x="20" y="2"/>
                      <a:pt x="19" y="0"/>
                      <a:pt x="17" y="1"/>
                    </a:cubicBezTo>
                    <a:cubicBezTo>
                      <a:pt x="9" y="7"/>
                      <a:pt x="3" y="18"/>
                      <a:pt x="1" y="28"/>
                    </a:cubicBezTo>
                    <a:cubicBezTo>
                      <a:pt x="0" y="30"/>
                      <a:pt x="3" y="31"/>
                      <a:pt x="4"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51" name="Freeform 66">
                <a:extLst>
                  <a:ext uri="{FF2B5EF4-FFF2-40B4-BE49-F238E27FC236}">
                    <a16:creationId xmlns:a16="http://schemas.microsoft.com/office/drawing/2014/main" id="{8BDD469D-4290-AB4D-0FA9-FEC7E880FCC2}"/>
                  </a:ext>
                </a:extLst>
              </p:cNvPr>
              <p:cNvSpPr/>
              <p:nvPr/>
            </p:nvSpPr>
            <p:spPr bwMode="auto">
              <a:xfrm>
                <a:off x="4549" y="1175"/>
                <a:ext cx="48" cy="56"/>
              </a:xfrm>
              <a:custGeom>
                <a:avLst/>
                <a:gdLst>
                  <a:gd name="T0" fmla="*/ 4 w 27"/>
                  <a:gd name="T1" fmla="*/ 31 h 32"/>
                  <a:gd name="T2" fmla="*/ 13 w 27"/>
                  <a:gd name="T3" fmla="*/ 15 h 32"/>
                  <a:gd name="T4" fmla="*/ 25 w 27"/>
                  <a:gd name="T5" fmla="*/ 4 h 32"/>
                  <a:gd name="T6" fmla="*/ 23 w 27"/>
                  <a:gd name="T7" fmla="*/ 1 h 32"/>
                  <a:gd name="T8" fmla="*/ 1 w 27"/>
                  <a:gd name="T9" fmla="*/ 29 h 32"/>
                  <a:gd name="T10" fmla="*/ 4 w 27"/>
                  <a:gd name="T11" fmla="*/ 31 h 32"/>
                </a:gdLst>
                <a:ahLst/>
                <a:cxnLst>
                  <a:cxn ang="0">
                    <a:pos x="T0" y="T1"/>
                  </a:cxn>
                  <a:cxn ang="0">
                    <a:pos x="T2" y="T3"/>
                  </a:cxn>
                  <a:cxn ang="0">
                    <a:pos x="T4" y="T5"/>
                  </a:cxn>
                  <a:cxn ang="0">
                    <a:pos x="T6" y="T7"/>
                  </a:cxn>
                  <a:cxn ang="0">
                    <a:pos x="T8" y="T9"/>
                  </a:cxn>
                  <a:cxn ang="0">
                    <a:pos x="T10" y="T11"/>
                  </a:cxn>
                </a:cxnLst>
                <a:rect l="0" t="0" r="r" b="b"/>
                <a:pathLst>
                  <a:path w="27" h="32">
                    <a:moveTo>
                      <a:pt x="4" y="31"/>
                    </a:moveTo>
                    <a:cubicBezTo>
                      <a:pt x="6" y="25"/>
                      <a:pt x="9" y="20"/>
                      <a:pt x="13" y="15"/>
                    </a:cubicBezTo>
                    <a:cubicBezTo>
                      <a:pt x="17" y="11"/>
                      <a:pt x="21" y="8"/>
                      <a:pt x="25" y="4"/>
                    </a:cubicBezTo>
                    <a:cubicBezTo>
                      <a:pt x="27" y="2"/>
                      <a:pt x="25" y="0"/>
                      <a:pt x="23" y="1"/>
                    </a:cubicBezTo>
                    <a:cubicBezTo>
                      <a:pt x="12" y="6"/>
                      <a:pt x="4" y="18"/>
                      <a:pt x="1" y="29"/>
                    </a:cubicBezTo>
                    <a:cubicBezTo>
                      <a:pt x="0" y="31"/>
                      <a:pt x="3" y="32"/>
                      <a:pt x="4"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52" name="Freeform 67">
                <a:extLst>
                  <a:ext uri="{FF2B5EF4-FFF2-40B4-BE49-F238E27FC236}">
                    <a16:creationId xmlns:a16="http://schemas.microsoft.com/office/drawing/2014/main" id="{B0AFCD35-CE33-2919-5877-18146E8F15C4}"/>
                  </a:ext>
                </a:extLst>
              </p:cNvPr>
              <p:cNvSpPr/>
              <p:nvPr/>
            </p:nvSpPr>
            <p:spPr bwMode="auto">
              <a:xfrm>
                <a:off x="4546" y="1150"/>
                <a:ext cx="61" cy="44"/>
              </a:xfrm>
              <a:custGeom>
                <a:avLst/>
                <a:gdLst>
                  <a:gd name="T0" fmla="*/ 4 w 35"/>
                  <a:gd name="T1" fmla="*/ 24 h 25"/>
                  <a:gd name="T2" fmla="*/ 33 w 35"/>
                  <a:gd name="T3" fmla="*/ 4 h 25"/>
                  <a:gd name="T4" fmla="*/ 32 w 35"/>
                  <a:gd name="T5" fmla="*/ 1 h 25"/>
                  <a:gd name="T6" fmla="*/ 1 w 35"/>
                  <a:gd name="T7" fmla="*/ 21 h 25"/>
                  <a:gd name="T8" fmla="*/ 4 w 35"/>
                  <a:gd name="T9" fmla="*/ 24 h 25"/>
                </a:gdLst>
                <a:ahLst/>
                <a:cxnLst>
                  <a:cxn ang="0">
                    <a:pos x="T0" y="T1"/>
                  </a:cxn>
                  <a:cxn ang="0">
                    <a:pos x="T2" y="T3"/>
                  </a:cxn>
                  <a:cxn ang="0">
                    <a:pos x="T4" y="T5"/>
                  </a:cxn>
                  <a:cxn ang="0">
                    <a:pos x="T6" y="T7"/>
                  </a:cxn>
                  <a:cxn ang="0">
                    <a:pos x="T8" y="T9"/>
                  </a:cxn>
                </a:cxnLst>
                <a:rect l="0" t="0" r="r" b="b"/>
                <a:pathLst>
                  <a:path w="35" h="25">
                    <a:moveTo>
                      <a:pt x="4" y="24"/>
                    </a:moveTo>
                    <a:cubicBezTo>
                      <a:pt x="12" y="15"/>
                      <a:pt x="22" y="9"/>
                      <a:pt x="33" y="4"/>
                    </a:cubicBezTo>
                    <a:cubicBezTo>
                      <a:pt x="35" y="3"/>
                      <a:pt x="34" y="0"/>
                      <a:pt x="32" y="1"/>
                    </a:cubicBezTo>
                    <a:cubicBezTo>
                      <a:pt x="20" y="5"/>
                      <a:pt x="10" y="12"/>
                      <a:pt x="1" y="21"/>
                    </a:cubicBezTo>
                    <a:cubicBezTo>
                      <a:pt x="0" y="23"/>
                      <a:pt x="2" y="25"/>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53" name="Freeform 68">
                <a:extLst>
                  <a:ext uri="{FF2B5EF4-FFF2-40B4-BE49-F238E27FC236}">
                    <a16:creationId xmlns:a16="http://schemas.microsoft.com/office/drawing/2014/main" id="{B91F97A8-F800-4D2B-AB4A-ACBEEF3BF6FB}"/>
                  </a:ext>
                </a:extLst>
              </p:cNvPr>
              <p:cNvSpPr/>
              <p:nvPr/>
            </p:nvSpPr>
            <p:spPr bwMode="auto">
              <a:xfrm>
                <a:off x="4576" y="1129"/>
                <a:ext cx="49" cy="23"/>
              </a:xfrm>
              <a:custGeom>
                <a:avLst/>
                <a:gdLst>
                  <a:gd name="T0" fmla="*/ 3 w 28"/>
                  <a:gd name="T1" fmla="*/ 12 h 13"/>
                  <a:gd name="T2" fmla="*/ 27 w 28"/>
                  <a:gd name="T3" fmla="*/ 3 h 13"/>
                  <a:gd name="T4" fmla="*/ 26 w 28"/>
                  <a:gd name="T5" fmla="*/ 1 h 13"/>
                  <a:gd name="T6" fmla="*/ 2 w 28"/>
                  <a:gd name="T7" fmla="*/ 9 h 13"/>
                  <a:gd name="T8" fmla="*/ 3 w 28"/>
                  <a:gd name="T9" fmla="*/ 12 h 13"/>
                </a:gdLst>
                <a:ahLst/>
                <a:cxnLst>
                  <a:cxn ang="0">
                    <a:pos x="T0" y="T1"/>
                  </a:cxn>
                  <a:cxn ang="0">
                    <a:pos x="T2" y="T3"/>
                  </a:cxn>
                  <a:cxn ang="0">
                    <a:pos x="T4" y="T5"/>
                  </a:cxn>
                  <a:cxn ang="0">
                    <a:pos x="T6" y="T7"/>
                  </a:cxn>
                  <a:cxn ang="0">
                    <a:pos x="T8" y="T9"/>
                  </a:cxn>
                </a:cxnLst>
                <a:rect l="0" t="0" r="r" b="b"/>
                <a:pathLst>
                  <a:path w="28" h="13">
                    <a:moveTo>
                      <a:pt x="3" y="12"/>
                    </a:moveTo>
                    <a:cubicBezTo>
                      <a:pt x="11" y="10"/>
                      <a:pt x="19" y="7"/>
                      <a:pt x="27" y="3"/>
                    </a:cubicBezTo>
                    <a:cubicBezTo>
                      <a:pt x="28" y="2"/>
                      <a:pt x="27" y="0"/>
                      <a:pt x="26" y="1"/>
                    </a:cubicBezTo>
                    <a:cubicBezTo>
                      <a:pt x="18" y="3"/>
                      <a:pt x="10" y="6"/>
                      <a:pt x="2" y="9"/>
                    </a:cubicBezTo>
                    <a:cubicBezTo>
                      <a:pt x="0" y="10"/>
                      <a:pt x="1" y="13"/>
                      <a:pt x="3"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54" name="Freeform 69">
                <a:extLst>
                  <a:ext uri="{FF2B5EF4-FFF2-40B4-BE49-F238E27FC236}">
                    <a16:creationId xmlns:a16="http://schemas.microsoft.com/office/drawing/2014/main" id="{58580D17-BA1D-B066-43B1-34AC400838DD}"/>
                  </a:ext>
                </a:extLst>
              </p:cNvPr>
              <p:cNvSpPr/>
              <p:nvPr/>
            </p:nvSpPr>
            <p:spPr bwMode="auto">
              <a:xfrm>
                <a:off x="4620" y="1113"/>
                <a:ext cx="45" cy="14"/>
              </a:xfrm>
              <a:custGeom>
                <a:avLst/>
                <a:gdLst>
                  <a:gd name="T0" fmla="*/ 2 w 26"/>
                  <a:gd name="T1" fmla="*/ 4 h 8"/>
                  <a:gd name="T2" fmla="*/ 23 w 26"/>
                  <a:gd name="T3" fmla="*/ 8 h 8"/>
                  <a:gd name="T4" fmla="*/ 24 w 26"/>
                  <a:gd name="T5" fmla="*/ 5 h 8"/>
                  <a:gd name="T6" fmla="*/ 2 w 26"/>
                  <a:gd name="T7" fmla="*/ 1 h 8"/>
                  <a:gd name="T8" fmla="*/ 2 w 26"/>
                  <a:gd name="T9" fmla="*/ 4 h 8"/>
                </a:gdLst>
                <a:ahLst/>
                <a:cxnLst>
                  <a:cxn ang="0">
                    <a:pos x="T0" y="T1"/>
                  </a:cxn>
                  <a:cxn ang="0">
                    <a:pos x="T2" y="T3"/>
                  </a:cxn>
                  <a:cxn ang="0">
                    <a:pos x="T4" y="T5"/>
                  </a:cxn>
                  <a:cxn ang="0">
                    <a:pos x="T6" y="T7"/>
                  </a:cxn>
                  <a:cxn ang="0">
                    <a:pos x="T8" y="T9"/>
                  </a:cxn>
                </a:cxnLst>
                <a:rect l="0" t="0" r="r" b="b"/>
                <a:pathLst>
                  <a:path w="26" h="8">
                    <a:moveTo>
                      <a:pt x="2" y="4"/>
                    </a:moveTo>
                    <a:cubicBezTo>
                      <a:pt x="10" y="4"/>
                      <a:pt x="16" y="6"/>
                      <a:pt x="23" y="8"/>
                    </a:cubicBezTo>
                    <a:cubicBezTo>
                      <a:pt x="25" y="8"/>
                      <a:pt x="26" y="6"/>
                      <a:pt x="24" y="5"/>
                    </a:cubicBezTo>
                    <a:cubicBezTo>
                      <a:pt x="18" y="1"/>
                      <a:pt x="10" y="0"/>
                      <a:pt x="2" y="1"/>
                    </a:cubicBezTo>
                    <a:cubicBezTo>
                      <a:pt x="0" y="1"/>
                      <a:pt x="0" y="4"/>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55" name="Freeform 70">
                <a:extLst>
                  <a:ext uri="{FF2B5EF4-FFF2-40B4-BE49-F238E27FC236}">
                    <a16:creationId xmlns:a16="http://schemas.microsoft.com/office/drawing/2014/main" id="{E82B60D6-B050-84D1-51C0-46E4E36100B7}"/>
                  </a:ext>
                </a:extLst>
              </p:cNvPr>
              <p:cNvSpPr/>
              <p:nvPr/>
            </p:nvSpPr>
            <p:spPr bwMode="auto">
              <a:xfrm>
                <a:off x="4644" y="1268"/>
                <a:ext cx="41" cy="56"/>
              </a:xfrm>
              <a:custGeom>
                <a:avLst/>
                <a:gdLst>
                  <a:gd name="T0" fmla="*/ 4 w 23"/>
                  <a:gd name="T1" fmla="*/ 30 h 32"/>
                  <a:gd name="T2" fmla="*/ 22 w 23"/>
                  <a:gd name="T3" fmla="*/ 3 h 32"/>
                  <a:gd name="T4" fmla="*/ 19 w 23"/>
                  <a:gd name="T5" fmla="*/ 1 h 32"/>
                  <a:gd name="T6" fmla="*/ 1 w 23"/>
                  <a:gd name="T7" fmla="*/ 29 h 32"/>
                  <a:gd name="T8" fmla="*/ 4 w 23"/>
                  <a:gd name="T9" fmla="*/ 30 h 32"/>
                </a:gdLst>
                <a:ahLst/>
                <a:cxnLst>
                  <a:cxn ang="0">
                    <a:pos x="T0" y="T1"/>
                  </a:cxn>
                  <a:cxn ang="0">
                    <a:pos x="T2" y="T3"/>
                  </a:cxn>
                  <a:cxn ang="0">
                    <a:pos x="T4" y="T5"/>
                  </a:cxn>
                  <a:cxn ang="0">
                    <a:pos x="T6" y="T7"/>
                  </a:cxn>
                  <a:cxn ang="0">
                    <a:pos x="T8" y="T9"/>
                  </a:cxn>
                </a:cxnLst>
                <a:rect l="0" t="0" r="r" b="b"/>
                <a:pathLst>
                  <a:path w="23" h="32">
                    <a:moveTo>
                      <a:pt x="4" y="30"/>
                    </a:moveTo>
                    <a:cubicBezTo>
                      <a:pt x="9" y="21"/>
                      <a:pt x="15" y="12"/>
                      <a:pt x="22" y="3"/>
                    </a:cubicBezTo>
                    <a:cubicBezTo>
                      <a:pt x="23" y="1"/>
                      <a:pt x="21" y="0"/>
                      <a:pt x="19" y="1"/>
                    </a:cubicBezTo>
                    <a:cubicBezTo>
                      <a:pt x="11" y="9"/>
                      <a:pt x="6" y="19"/>
                      <a:pt x="1" y="29"/>
                    </a:cubicBezTo>
                    <a:cubicBezTo>
                      <a:pt x="0" y="31"/>
                      <a:pt x="3" y="32"/>
                      <a:pt x="4"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56" name="Freeform 71">
                <a:extLst>
                  <a:ext uri="{FF2B5EF4-FFF2-40B4-BE49-F238E27FC236}">
                    <a16:creationId xmlns:a16="http://schemas.microsoft.com/office/drawing/2014/main" id="{C28E8990-4044-CE24-52A2-93B2C1C55EED}"/>
                  </a:ext>
                </a:extLst>
              </p:cNvPr>
              <p:cNvSpPr/>
              <p:nvPr/>
            </p:nvSpPr>
            <p:spPr bwMode="auto">
              <a:xfrm>
                <a:off x="4692" y="1261"/>
                <a:ext cx="33" cy="56"/>
              </a:xfrm>
              <a:custGeom>
                <a:avLst/>
                <a:gdLst>
                  <a:gd name="T0" fmla="*/ 3 w 19"/>
                  <a:gd name="T1" fmla="*/ 31 h 32"/>
                  <a:gd name="T2" fmla="*/ 18 w 19"/>
                  <a:gd name="T3" fmla="*/ 3 h 32"/>
                  <a:gd name="T4" fmla="*/ 15 w 19"/>
                  <a:gd name="T5" fmla="*/ 1 h 32"/>
                  <a:gd name="T6" fmla="*/ 0 w 19"/>
                  <a:gd name="T7" fmla="*/ 30 h 32"/>
                  <a:gd name="T8" fmla="*/ 3 w 19"/>
                  <a:gd name="T9" fmla="*/ 31 h 32"/>
                </a:gdLst>
                <a:ahLst/>
                <a:cxnLst>
                  <a:cxn ang="0">
                    <a:pos x="T0" y="T1"/>
                  </a:cxn>
                  <a:cxn ang="0">
                    <a:pos x="T2" y="T3"/>
                  </a:cxn>
                  <a:cxn ang="0">
                    <a:pos x="T4" y="T5"/>
                  </a:cxn>
                  <a:cxn ang="0">
                    <a:pos x="T6" y="T7"/>
                  </a:cxn>
                  <a:cxn ang="0">
                    <a:pos x="T8" y="T9"/>
                  </a:cxn>
                </a:cxnLst>
                <a:rect l="0" t="0" r="r" b="b"/>
                <a:pathLst>
                  <a:path w="19" h="32">
                    <a:moveTo>
                      <a:pt x="3" y="31"/>
                    </a:moveTo>
                    <a:cubicBezTo>
                      <a:pt x="8" y="22"/>
                      <a:pt x="14" y="12"/>
                      <a:pt x="18" y="3"/>
                    </a:cubicBezTo>
                    <a:cubicBezTo>
                      <a:pt x="19" y="1"/>
                      <a:pt x="16" y="0"/>
                      <a:pt x="15" y="1"/>
                    </a:cubicBezTo>
                    <a:cubicBezTo>
                      <a:pt x="9" y="9"/>
                      <a:pt x="4" y="20"/>
                      <a:pt x="0" y="30"/>
                    </a:cubicBezTo>
                    <a:cubicBezTo>
                      <a:pt x="0" y="31"/>
                      <a:pt x="2" y="32"/>
                      <a:pt x="3"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57" name="Freeform 72">
                <a:extLst>
                  <a:ext uri="{FF2B5EF4-FFF2-40B4-BE49-F238E27FC236}">
                    <a16:creationId xmlns:a16="http://schemas.microsoft.com/office/drawing/2014/main" id="{DF96B9BB-EE48-4DAF-7D93-DA65C3DA94E6}"/>
                  </a:ext>
                </a:extLst>
              </p:cNvPr>
              <p:cNvSpPr/>
              <p:nvPr/>
            </p:nvSpPr>
            <p:spPr bwMode="auto">
              <a:xfrm>
                <a:off x="4723" y="1271"/>
                <a:ext cx="29" cy="43"/>
              </a:xfrm>
              <a:custGeom>
                <a:avLst/>
                <a:gdLst>
                  <a:gd name="T0" fmla="*/ 5 w 16"/>
                  <a:gd name="T1" fmla="*/ 22 h 24"/>
                  <a:gd name="T2" fmla="*/ 10 w 16"/>
                  <a:gd name="T3" fmla="*/ 12 h 24"/>
                  <a:gd name="T4" fmla="*/ 15 w 16"/>
                  <a:gd name="T5" fmla="*/ 4 h 24"/>
                  <a:gd name="T6" fmla="*/ 13 w 16"/>
                  <a:gd name="T7" fmla="*/ 1 h 24"/>
                  <a:gd name="T8" fmla="*/ 1 w 16"/>
                  <a:gd name="T9" fmla="*/ 21 h 24"/>
                  <a:gd name="T10" fmla="*/ 5 w 16"/>
                  <a:gd name="T11" fmla="*/ 22 h 24"/>
                </a:gdLst>
                <a:ahLst/>
                <a:cxnLst>
                  <a:cxn ang="0">
                    <a:pos x="T0" y="T1"/>
                  </a:cxn>
                  <a:cxn ang="0">
                    <a:pos x="T2" y="T3"/>
                  </a:cxn>
                  <a:cxn ang="0">
                    <a:pos x="T4" y="T5"/>
                  </a:cxn>
                  <a:cxn ang="0">
                    <a:pos x="T6" y="T7"/>
                  </a:cxn>
                  <a:cxn ang="0">
                    <a:pos x="T8" y="T9"/>
                  </a:cxn>
                  <a:cxn ang="0">
                    <a:pos x="T10" y="T11"/>
                  </a:cxn>
                </a:cxnLst>
                <a:rect l="0" t="0" r="r" b="b"/>
                <a:pathLst>
                  <a:path w="16" h="24">
                    <a:moveTo>
                      <a:pt x="5" y="22"/>
                    </a:moveTo>
                    <a:cubicBezTo>
                      <a:pt x="6" y="18"/>
                      <a:pt x="8" y="15"/>
                      <a:pt x="10" y="12"/>
                    </a:cubicBezTo>
                    <a:cubicBezTo>
                      <a:pt x="12" y="9"/>
                      <a:pt x="14" y="7"/>
                      <a:pt x="15" y="4"/>
                    </a:cubicBezTo>
                    <a:cubicBezTo>
                      <a:pt x="16" y="2"/>
                      <a:pt x="14" y="0"/>
                      <a:pt x="13" y="1"/>
                    </a:cubicBezTo>
                    <a:cubicBezTo>
                      <a:pt x="7" y="6"/>
                      <a:pt x="3" y="14"/>
                      <a:pt x="1" y="21"/>
                    </a:cubicBezTo>
                    <a:cubicBezTo>
                      <a:pt x="0" y="23"/>
                      <a:pt x="4" y="24"/>
                      <a:pt x="5"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58" name="Freeform 73">
                <a:extLst>
                  <a:ext uri="{FF2B5EF4-FFF2-40B4-BE49-F238E27FC236}">
                    <a16:creationId xmlns:a16="http://schemas.microsoft.com/office/drawing/2014/main" id="{D3894C6C-1A54-A6A3-19A7-6A81C22D921B}"/>
                  </a:ext>
                </a:extLst>
              </p:cNvPr>
              <p:cNvSpPr/>
              <p:nvPr/>
            </p:nvSpPr>
            <p:spPr bwMode="auto">
              <a:xfrm>
                <a:off x="4750" y="1270"/>
                <a:ext cx="35" cy="51"/>
              </a:xfrm>
              <a:custGeom>
                <a:avLst/>
                <a:gdLst>
                  <a:gd name="T0" fmla="*/ 5 w 20"/>
                  <a:gd name="T1" fmla="*/ 27 h 29"/>
                  <a:gd name="T2" fmla="*/ 19 w 20"/>
                  <a:gd name="T3" fmla="*/ 4 h 29"/>
                  <a:gd name="T4" fmla="*/ 17 w 20"/>
                  <a:gd name="T5" fmla="*/ 2 h 29"/>
                  <a:gd name="T6" fmla="*/ 1 w 20"/>
                  <a:gd name="T7" fmla="*/ 26 h 29"/>
                  <a:gd name="T8" fmla="*/ 5 w 20"/>
                  <a:gd name="T9" fmla="*/ 27 h 29"/>
                </a:gdLst>
                <a:ahLst/>
                <a:cxnLst>
                  <a:cxn ang="0">
                    <a:pos x="T0" y="T1"/>
                  </a:cxn>
                  <a:cxn ang="0">
                    <a:pos x="T2" y="T3"/>
                  </a:cxn>
                  <a:cxn ang="0">
                    <a:pos x="T4" y="T5"/>
                  </a:cxn>
                  <a:cxn ang="0">
                    <a:pos x="T6" y="T7"/>
                  </a:cxn>
                  <a:cxn ang="0">
                    <a:pos x="T8" y="T9"/>
                  </a:cxn>
                </a:cxnLst>
                <a:rect l="0" t="0" r="r" b="b"/>
                <a:pathLst>
                  <a:path w="20" h="29">
                    <a:moveTo>
                      <a:pt x="5" y="27"/>
                    </a:moveTo>
                    <a:cubicBezTo>
                      <a:pt x="9" y="19"/>
                      <a:pt x="14" y="12"/>
                      <a:pt x="19" y="4"/>
                    </a:cubicBezTo>
                    <a:cubicBezTo>
                      <a:pt x="20" y="2"/>
                      <a:pt x="18" y="0"/>
                      <a:pt x="17" y="2"/>
                    </a:cubicBezTo>
                    <a:cubicBezTo>
                      <a:pt x="10" y="8"/>
                      <a:pt x="5" y="17"/>
                      <a:pt x="1" y="26"/>
                    </a:cubicBezTo>
                    <a:cubicBezTo>
                      <a:pt x="0" y="28"/>
                      <a:pt x="4" y="29"/>
                      <a:pt x="5"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59" name="Freeform 74">
                <a:extLst>
                  <a:ext uri="{FF2B5EF4-FFF2-40B4-BE49-F238E27FC236}">
                    <a16:creationId xmlns:a16="http://schemas.microsoft.com/office/drawing/2014/main" id="{EEC1B164-7B68-84A8-47A8-7DB522C39E36}"/>
                  </a:ext>
                </a:extLst>
              </p:cNvPr>
              <p:cNvSpPr/>
              <p:nvPr/>
            </p:nvSpPr>
            <p:spPr bwMode="auto">
              <a:xfrm>
                <a:off x="4780" y="1280"/>
                <a:ext cx="42" cy="62"/>
              </a:xfrm>
              <a:custGeom>
                <a:avLst/>
                <a:gdLst>
                  <a:gd name="T0" fmla="*/ 4 w 24"/>
                  <a:gd name="T1" fmla="*/ 33 h 35"/>
                  <a:gd name="T2" fmla="*/ 23 w 24"/>
                  <a:gd name="T3" fmla="*/ 3 h 35"/>
                  <a:gd name="T4" fmla="*/ 20 w 24"/>
                  <a:gd name="T5" fmla="*/ 1 h 35"/>
                  <a:gd name="T6" fmla="*/ 1 w 24"/>
                  <a:gd name="T7" fmla="*/ 31 h 35"/>
                  <a:gd name="T8" fmla="*/ 4 w 24"/>
                  <a:gd name="T9" fmla="*/ 33 h 35"/>
                </a:gdLst>
                <a:ahLst/>
                <a:cxnLst>
                  <a:cxn ang="0">
                    <a:pos x="T0" y="T1"/>
                  </a:cxn>
                  <a:cxn ang="0">
                    <a:pos x="T2" y="T3"/>
                  </a:cxn>
                  <a:cxn ang="0">
                    <a:pos x="T4" y="T5"/>
                  </a:cxn>
                  <a:cxn ang="0">
                    <a:pos x="T6" y="T7"/>
                  </a:cxn>
                  <a:cxn ang="0">
                    <a:pos x="T8" y="T9"/>
                  </a:cxn>
                </a:cxnLst>
                <a:rect l="0" t="0" r="r" b="b"/>
                <a:pathLst>
                  <a:path w="24" h="35">
                    <a:moveTo>
                      <a:pt x="4" y="33"/>
                    </a:moveTo>
                    <a:cubicBezTo>
                      <a:pt x="10" y="23"/>
                      <a:pt x="17" y="13"/>
                      <a:pt x="23" y="3"/>
                    </a:cubicBezTo>
                    <a:cubicBezTo>
                      <a:pt x="24" y="1"/>
                      <a:pt x="22" y="0"/>
                      <a:pt x="20" y="1"/>
                    </a:cubicBezTo>
                    <a:cubicBezTo>
                      <a:pt x="12" y="9"/>
                      <a:pt x="6" y="20"/>
                      <a:pt x="1" y="31"/>
                    </a:cubicBezTo>
                    <a:cubicBezTo>
                      <a:pt x="0" y="33"/>
                      <a:pt x="3" y="35"/>
                      <a:pt x="4"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0" name="Freeform 75">
                <a:extLst>
                  <a:ext uri="{FF2B5EF4-FFF2-40B4-BE49-F238E27FC236}">
                    <a16:creationId xmlns:a16="http://schemas.microsoft.com/office/drawing/2014/main" id="{CEC5A9FE-F9A6-ACE9-55B3-C0A2F1F43B1A}"/>
                  </a:ext>
                </a:extLst>
              </p:cNvPr>
              <p:cNvSpPr/>
              <p:nvPr/>
            </p:nvSpPr>
            <p:spPr bwMode="auto">
              <a:xfrm>
                <a:off x="4806" y="1319"/>
                <a:ext cx="21" cy="39"/>
              </a:xfrm>
              <a:custGeom>
                <a:avLst/>
                <a:gdLst>
                  <a:gd name="T0" fmla="*/ 4 w 12"/>
                  <a:gd name="T1" fmla="*/ 20 h 22"/>
                  <a:gd name="T2" fmla="*/ 12 w 12"/>
                  <a:gd name="T3" fmla="*/ 2 h 22"/>
                  <a:gd name="T4" fmla="*/ 9 w 12"/>
                  <a:gd name="T5" fmla="*/ 1 h 22"/>
                  <a:gd name="T6" fmla="*/ 1 w 12"/>
                  <a:gd name="T7" fmla="*/ 19 h 22"/>
                  <a:gd name="T8" fmla="*/ 4 w 12"/>
                  <a:gd name="T9" fmla="*/ 20 h 22"/>
                </a:gdLst>
                <a:ahLst/>
                <a:cxnLst>
                  <a:cxn ang="0">
                    <a:pos x="T0" y="T1"/>
                  </a:cxn>
                  <a:cxn ang="0">
                    <a:pos x="T2" y="T3"/>
                  </a:cxn>
                  <a:cxn ang="0">
                    <a:pos x="T4" y="T5"/>
                  </a:cxn>
                  <a:cxn ang="0">
                    <a:pos x="T6" y="T7"/>
                  </a:cxn>
                  <a:cxn ang="0">
                    <a:pos x="T8" y="T9"/>
                  </a:cxn>
                </a:cxnLst>
                <a:rect l="0" t="0" r="r" b="b"/>
                <a:pathLst>
                  <a:path w="12" h="22">
                    <a:moveTo>
                      <a:pt x="4" y="20"/>
                    </a:moveTo>
                    <a:cubicBezTo>
                      <a:pt x="6" y="13"/>
                      <a:pt x="9" y="8"/>
                      <a:pt x="12" y="2"/>
                    </a:cubicBezTo>
                    <a:cubicBezTo>
                      <a:pt x="12" y="1"/>
                      <a:pt x="10" y="0"/>
                      <a:pt x="9" y="1"/>
                    </a:cubicBezTo>
                    <a:cubicBezTo>
                      <a:pt x="4" y="5"/>
                      <a:pt x="2" y="13"/>
                      <a:pt x="1" y="19"/>
                    </a:cubicBezTo>
                    <a:cubicBezTo>
                      <a:pt x="0" y="21"/>
                      <a:pt x="4" y="22"/>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1" name="Freeform 76">
                <a:extLst>
                  <a:ext uri="{FF2B5EF4-FFF2-40B4-BE49-F238E27FC236}">
                    <a16:creationId xmlns:a16="http://schemas.microsoft.com/office/drawing/2014/main" id="{96ABF1FF-B1C6-C116-BC24-539EF1BB06C1}"/>
                  </a:ext>
                </a:extLst>
              </p:cNvPr>
              <p:cNvSpPr/>
              <p:nvPr/>
            </p:nvSpPr>
            <p:spPr bwMode="auto">
              <a:xfrm>
                <a:off x="4806" y="1134"/>
                <a:ext cx="33" cy="65"/>
              </a:xfrm>
              <a:custGeom>
                <a:avLst/>
                <a:gdLst>
                  <a:gd name="T0" fmla="*/ 15 w 19"/>
                  <a:gd name="T1" fmla="*/ 2 h 37"/>
                  <a:gd name="T2" fmla="*/ 0 w 19"/>
                  <a:gd name="T3" fmla="*/ 35 h 37"/>
                  <a:gd name="T4" fmla="*/ 3 w 19"/>
                  <a:gd name="T5" fmla="*/ 35 h 37"/>
                  <a:gd name="T6" fmla="*/ 17 w 19"/>
                  <a:gd name="T7" fmla="*/ 4 h 37"/>
                  <a:gd name="T8" fmla="*/ 15 w 19"/>
                  <a:gd name="T9" fmla="*/ 2 h 37"/>
                </a:gdLst>
                <a:ahLst/>
                <a:cxnLst>
                  <a:cxn ang="0">
                    <a:pos x="T0" y="T1"/>
                  </a:cxn>
                  <a:cxn ang="0">
                    <a:pos x="T2" y="T3"/>
                  </a:cxn>
                  <a:cxn ang="0">
                    <a:pos x="T4" y="T5"/>
                  </a:cxn>
                  <a:cxn ang="0">
                    <a:pos x="T6" y="T7"/>
                  </a:cxn>
                  <a:cxn ang="0">
                    <a:pos x="T8" y="T9"/>
                  </a:cxn>
                </a:cxnLst>
                <a:rect l="0" t="0" r="r" b="b"/>
                <a:pathLst>
                  <a:path w="19" h="37">
                    <a:moveTo>
                      <a:pt x="15" y="2"/>
                    </a:moveTo>
                    <a:cubicBezTo>
                      <a:pt x="7" y="11"/>
                      <a:pt x="1" y="23"/>
                      <a:pt x="0" y="35"/>
                    </a:cubicBezTo>
                    <a:cubicBezTo>
                      <a:pt x="0" y="37"/>
                      <a:pt x="3" y="37"/>
                      <a:pt x="3" y="35"/>
                    </a:cubicBezTo>
                    <a:cubicBezTo>
                      <a:pt x="7" y="24"/>
                      <a:pt x="11" y="14"/>
                      <a:pt x="17" y="4"/>
                    </a:cubicBezTo>
                    <a:cubicBezTo>
                      <a:pt x="19" y="3"/>
                      <a:pt x="16" y="0"/>
                      <a:pt x="15"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2" name="Freeform 77">
                <a:extLst>
                  <a:ext uri="{FF2B5EF4-FFF2-40B4-BE49-F238E27FC236}">
                    <a16:creationId xmlns:a16="http://schemas.microsoft.com/office/drawing/2014/main" id="{CBF93200-A871-1E9D-2592-A172ACBE2A56}"/>
                  </a:ext>
                </a:extLst>
              </p:cNvPr>
              <p:cNvSpPr/>
              <p:nvPr/>
            </p:nvSpPr>
            <p:spPr bwMode="auto">
              <a:xfrm>
                <a:off x="4774" y="1178"/>
                <a:ext cx="23" cy="67"/>
              </a:xfrm>
              <a:custGeom>
                <a:avLst/>
                <a:gdLst>
                  <a:gd name="T0" fmla="*/ 9 w 13"/>
                  <a:gd name="T1" fmla="*/ 1 h 38"/>
                  <a:gd name="T2" fmla="*/ 1 w 13"/>
                  <a:gd name="T3" fmla="*/ 37 h 38"/>
                  <a:gd name="T4" fmla="*/ 4 w 13"/>
                  <a:gd name="T5" fmla="*/ 37 h 38"/>
                  <a:gd name="T6" fmla="*/ 12 w 13"/>
                  <a:gd name="T7" fmla="*/ 3 h 38"/>
                  <a:gd name="T8" fmla="*/ 9 w 13"/>
                  <a:gd name="T9" fmla="*/ 1 h 38"/>
                </a:gdLst>
                <a:ahLst/>
                <a:cxnLst>
                  <a:cxn ang="0">
                    <a:pos x="T0" y="T1"/>
                  </a:cxn>
                  <a:cxn ang="0">
                    <a:pos x="T2" y="T3"/>
                  </a:cxn>
                  <a:cxn ang="0">
                    <a:pos x="T4" y="T5"/>
                  </a:cxn>
                  <a:cxn ang="0">
                    <a:pos x="T6" y="T7"/>
                  </a:cxn>
                  <a:cxn ang="0">
                    <a:pos x="T8" y="T9"/>
                  </a:cxn>
                </a:cxnLst>
                <a:rect l="0" t="0" r="r" b="b"/>
                <a:pathLst>
                  <a:path w="13" h="38">
                    <a:moveTo>
                      <a:pt x="9" y="1"/>
                    </a:moveTo>
                    <a:cubicBezTo>
                      <a:pt x="4" y="12"/>
                      <a:pt x="0" y="25"/>
                      <a:pt x="1" y="37"/>
                    </a:cubicBezTo>
                    <a:cubicBezTo>
                      <a:pt x="2" y="38"/>
                      <a:pt x="4" y="38"/>
                      <a:pt x="4" y="37"/>
                    </a:cubicBezTo>
                    <a:cubicBezTo>
                      <a:pt x="6" y="25"/>
                      <a:pt x="7" y="14"/>
                      <a:pt x="12" y="3"/>
                    </a:cubicBezTo>
                    <a:cubicBezTo>
                      <a:pt x="13" y="1"/>
                      <a:pt x="10" y="0"/>
                      <a:pt x="9"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3" name="Freeform 78">
                <a:extLst>
                  <a:ext uri="{FF2B5EF4-FFF2-40B4-BE49-F238E27FC236}">
                    <a16:creationId xmlns:a16="http://schemas.microsoft.com/office/drawing/2014/main" id="{882B783E-4A1E-9CE0-1FBC-4BD9FBBF5D77}"/>
                  </a:ext>
                </a:extLst>
              </p:cNvPr>
              <p:cNvSpPr/>
              <p:nvPr/>
            </p:nvSpPr>
            <p:spPr bwMode="auto">
              <a:xfrm>
                <a:off x="4746" y="1191"/>
                <a:ext cx="42" cy="72"/>
              </a:xfrm>
              <a:custGeom>
                <a:avLst/>
                <a:gdLst>
                  <a:gd name="T0" fmla="*/ 21 w 24"/>
                  <a:gd name="T1" fmla="*/ 1 h 41"/>
                  <a:gd name="T2" fmla="*/ 0 w 24"/>
                  <a:gd name="T3" fmla="*/ 38 h 41"/>
                  <a:gd name="T4" fmla="*/ 3 w 24"/>
                  <a:gd name="T5" fmla="*/ 39 h 41"/>
                  <a:gd name="T6" fmla="*/ 23 w 24"/>
                  <a:gd name="T7" fmla="*/ 3 h 41"/>
                  <a:gd name="T8" fmla="*/ 21 w 24"/>
                  <a:gd name="T9" fmla="*/ 1 h 41"/>
                </a:gdLst>
                <a:ahLst/>
                <a:cxnLst>
                  <a:cxn ang="0">
                    <a:pos x="T0" y="T1"/>
                  </a:cxn>
                  <a:cxn ang="0">
                    <a:pos x="T2" y="T3"/>
                  </a:cxn>
                  <a:cxn ang="0">
                    <a:pos x="T4" y="T5"/>
                  </a:cxn>
                  <a:cxn ang="0">
                    <a:pos x="T6" y="T7"/>
                  </a:cxn>
                  <a:cxn ang="0">
                    <a:pos x="T8" y="T9"/>
                  </a:cxn>
                </a:cxnLst>
                <a:rect l="0" t="0" r="r" b="b"/>
                <a:pathLst>
                  <a:path w="24" h="41">
                    <a:moveTo>
                      <a:pt x="21" y="1"/>
                    </a:moveTo>
                    <a:cubicBezTo>
                      <a:pt x="10" y="10"/>
                      <a:pt x="3" y="24"/>
                      <a:pt x="0" y="38"/>
                    </a:cubicBezTo>
                    <a:cubicBezTo>
                      <a:pt x="0" y="39"/>
                      <a:pt x="2" y="41"/>
                      <a:pt x="3" y="39"/>
                    </a:cubicBezTo>
                    <a:cubicBezTo>
                      <a:pt x="9" y="26"/>
                      <a:pt x="15" y="15"/>
                      <a:pt x="23" y="3"/>
                    </a:cubicBezTo>
                    <a:cubicBezTo>
                      <a:pt x="24" y="1"/>
                      <a:pt x="22" y="0"/>
                      <a:pt x="21"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4" name="Freeform 79">
                <a:extLst>
                  <a:ext uri="{FF2B5EF4-FFF2-40B4-BE49-F238E27FC236}">
                    <a16:creationId xmlns:a16="http://schemas.microsoft.com/office/drawing/2014/main" id="{48BA6CB5-D7BF-F3B3-694D-27E6EDB9E79C}"/>
                  </a:ext>
                </a:extLst>
              </p:cNvPr>
              <p:cNvSpPr/>
              <p:nvPr/>
            </p:nvSpPr>
            <p:spPr bwMode="auto">
              <a:xfrm>
                <a:off x="4838" y="1118"/>
                <a:ext cx="19" cy="73"/>
              </a:xfrm>
              <a:custGeom>
                <a:avLst/>
                <a:gdLst>
                  <a:gd name="T0" fmla="*/ 6 w 11"/>
                  <a:gd name="T1" fmla="*/ 2 h 41"/>
                  <a:gd name="T2" fmla="*/ 1 w 11"/>
                  <a:gd name="T3" fmla="*/ 39 h 41"/>
                  <a:gd name="T4" fmla="*/ 4 w 11"/>
                  <a:gd name="T5" fmla="*/ 39 h 41"/>
                  <a:gd name="T6" fmla="*/ 10 w 11"/>
                  <a:gd name="T7" fmla="*/ 3 h 41"/>
                  <a:gd name="T8" fmla="*/ 6 w 11"/>
                  <a:gd name="T9" fmla="*/ 2 h 41"/>
                </a:gdLst>
                <a:ahLst/>
                <a:cxnLst>
                  <a:cxn ang="0">
                    <a:pos x="T0" y="T1"/>
                  </a:cxn>
                  <a:cxn ang="0">
                    <a:pos x="T2" y="T3"/>
                  </a:cxn>
                  <a:cxn ang="0">
                    <a:pos x="T4" y="T5"/>
                  </a:cxn>
                  <a:cxn ang="0">
                    <a:pos x="T6" y="T7"/>
                  </a:cxn>
                  <a:cxn ang="0">
                    <a:pos x="T8" y="T9"/>
                  </a:cxn>
                </a:cxnLst>
                <a:rect l="0" t="0" r="r" b="b"/>
                <a:pathLst>
                  <a:path w="11" h="41">
                    <a:moveTo>
                      <a:pt x="6" y="2"/>
                    </a:moveTo>
                    <a:cubicBezTo>
                      <a:pt x="2" y="14"/>
                      <a:pt x="0" y="26"/>
                      <a:pt x="1" y="39"/>
                    </a:cubicBezTo>
                    <a:cubicBezTo>
                      <a:pt x="1" y="40"/>
                      <a:pt x="4" y="41"/>
                      <a:pt x="4" y="39"/>
                    </a:cubicBezTo>
                    <a:cubicBezTo>
                      <a:pt x="6" y="27"/>
                      <a:pt x="7" y="15"/>
                      <a:pt x="10" y="3"/>
                    </a:cubicBezTo>
                    <a:cubicBezTo>
                      <a:pt x="11" y="1"/>
                      <a:pt x="7" y="0"/>
                      <a:pt x="6"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5" name="Freeform 80">
                <a:extLst>
                  <a:ext uri="{FF2B5EF4-FFF2-40B4-BE49-F238E27FC236}">
                    <a16:creationId xmlns:a16="http://schemas.microsoft.com/office/drawing/2014/main" id="{4827314C-4AB4-DFFE-6B06-F79C8D8BF99D}"/>
                  </a:ext>
                </a:extLst>
              </p:cNvPr>
              <p:cNvSpPr/>
              <p:nvPr/>
            </p:nvSpPr>
            <p:spPr bwMode="auto">
              <a:xfrm>
                <a:off x="4866" y="1115"/>
                <a:ext cx="16" cy="49"/>
              </a:xfrm>
              <a:custGeom>
                <a:avLst/>
                <a:gdLst>
                  <a:gd name="T0" fmla="*/ 5 w 9"/>
                  <a:gd name="T1" fmla="*/ 2 h 28"/>
                  <a:gd name="T2" fmla="*/ 0 w 9"/>
                  <a:gd name="T3" fmla="*/ 26 h 28"/>
                  <a:gd name="T4" fmla="*/ 3 w 9"/>
                  <a:gd name="T5" fmla="*/ 27 h 28"/>
                  <a:gd name="T6" fmla="*/ 8 w 9"/>
                  <a:gd name="T7" fmla="*/ 3 h 28"/>
                  <a:gd name="T8" fmla="*/ 5 w 9"/>
                  <a:gd name="T9" fmla="*/ 2 h 28"/>
                </a:gdLst>
                <a:ahLst/>
                <a:cxnLst>
                  <a:cxn ang="0">
                    <a:pos x="T0" y="T1"/>
                  </a:cxn>
                  <a:cxn ang="0">
                    <a:pos x="T2" y="T3"/>
                  </a:cxn>
                  <a:cxn ang="0">
                    <a:pos x="T4" y="T5"/>
                  </a:cxn>
                  <a:cxn ang="0">
                    <a:pos x="T6" y="T7"/>
                  </a:cxn>
                  <a:cxn ang="0">
                    <a:pos x="T8" y="T9"/>
                  </a:cxn>
                </a:cxnLst>
                <a:rect l="0" t="0" r="r" b="b"/>
                <a:pathLst>
                  <a:path w="9" h="28">
                    <a:moveTo>
                      <a:pt x="5" y="2"/>
                    </a:moveTo>
                    <a:cubicBezTo>
                      <a:pt x="2" y="10"/>
                      <a:pt x="0" y="18"/>
                      <a:pt x="0" y="26"/>
                    </a:cubicBezTo>
                    <a:cubicBezTo>
                      <a:pt x="0" y="28"/>
                      <a:pt x="3" y="28"/>
                      <a:pt x="3" y="27"/>
                    </a:cubicBezTo>
                    <a:cubicBezTo>
                      <a:pt x="5" y="19"/>
                      <a:pt x="6" y="11"/>
                      <a:pt x="8" y="3"/>
                    </a:cubicBezTo>
                    <a:cubicBezTo>
                      <a:pt x="9" y="1"/>
                      <a:pt x="6" y="0"/>
                      <a:pt x="5"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6" name="Freeform 81">
                <a:extLst>
                  <a:ext uri="{FF2B5EF4-FFF2-40B4-BE49-F238E27FC236}">
                    <a16:creationId xmlns:a16="http://schemas.microsoft.com/office/drawing/2014/main" id="{955F85D5-46D6-6034-E238-E443CE316111}"/>
                  </a:ext>
                </a:extLst>
              </p:cNvPr>
              <p:cNvSpPr/>
              <p:nvPr/>
            </p:nvSpPr>
            <p:spPr bwMode="auto">
              <a:xfrm>
                <a:off x="4892" y="1106"/>
                <a:ext cx="14" cy="46"/>
              </a:xfrm>
              <a:custGeom>
                <a:avLst/>
                <a:gdLst>
                  <a:gd name="T0" fmla="*/ 3 w 8"/>
                  <a:gd name="T1" fmla="*/ 2 h 26"/>
                  <a:gd name="T2" fmla="*/ 1 w 8"/>
                  <a:gd name="T3" fmla="*/ 24 h 26"/>
                  <a:gd name="T4" fmla="*/ 4 w 8"/>
                  <a:gd name="T5" fmla="*/ 24 h 26"/>
                  <a:gd name="T6" fmla="*/ 7 w 8"/>
                  <a:gd name="T7" fmla="*/ 3 h 26"/>
                  <a:gd name="T8" fmla="*/ 3 w 8"/>
                  <a:gd name="T9" fmla="*/ 2 h 26"/>
                </a:gdLst>
                <a:ahLst/>
                <a:cxnLst>
                  <a:cxn ang="0">
                    <a:pos x="T0" y="T1"/>
                  </a:cxn>
                  <a:cxn ang="0">
                    <a:pos x="T2" y="T3"/>
                  </a:cxn>
                  <a:cxn ang="0">
                    <a:pos x="T4" y="T5"/>
                  </a:cxn>
                  <a:cxn ang="0">
                    <a:pos x="T6" y="T7"/>
                  </a:cxn>
                  <a:cxn ang="0">
                    <a:pos x="T8" y="T9"/>
                  </a:cxn>
                </a:cxnLst>
                <a:rect l="0" t="0" r="r" b="b"/>
                <a:pathLst>
                  <a:path w="8" h="26">
                    <a:moveTo>
                      <a:pt x="3" y="2"/>
                    </a:moveTo>
                    <a:cubicBezTo>
                      <a:pt x="1" y="9"/>
                      <a:pt x="0" y="17"/>
                      <a:pt x="1" y="24"/>
                    </a:cubicBezTo>
                    <a:cubicBezTo>
                      <a:pt x="1" y="25"/>
                      <a:pt x="4" y="26"/>
                      <a:pt x="4" y="24"/>
                    </a:cubicBezTo>
                    <a:cubicBezTo>
                      <a:pt x="6" y="17"/>
                      <a:pt x="6" y="10"/>
                      <a:pt x="7" y="3"/>
                    </a:cubicBezTo>
                    <a:cubicBezTo>
                      <a:pt x="8" y="1"/>
                      <a:pt x="4" y="0"/>
                      <a:pt x="3"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7" name="Freeform 82">
                <a:extLst>
                  <a:ext uri="{FF2B5EF4-FFF2-40B4-BE49-F238E27FC236}">
                    <a16:creationId xmlns:a16="http://schemas.microsoft.com/office/drawing/2014/main" id="{4038FE4E-95BC-FB8A-1AA0-9A726FEDA24B}"/>
                  </a:ext>
                </a:extLst>
              </p:cNvPr>
              <p:cNvSpPr/>
              <p:nvPr/>
            </p:nvSpPr>
            <p:spPr bwMode="auto">
              <a:xfrm>
                <a:off x="4919" y="1115"/>
                <a:ext cx="14" cy="26"/>
              </a:xfrm>
              <a:custGeom>
                <a:avLst/>
                <a:gdLst>
                  <a:gd name="T0" fmla="*/ 3 w 8"/>
                  <a:gd name="T1" fmla="*/ 2 h 15"/>
                  <a:gd name="T2" fmla="*/ 2 w 8"/>
                  <a:gd name="T3" fmla="*/ 13 h 15"/>
                  <a:gd name="T4" fmla="*/ 5 w 8"/>
                  <a:gd name="T5" fmla="*/ 13 h 15"/>
                  <a:gd name="T6" fmla="*/ 7 w 8"/>
                  <a:gd name="T7" fmla="*/ 4 h 15"/>
                  <a:gd name="T8" fmla="*/ 3 w 8"/>
                  <a:gd name="T9" fmla="*/ 2 h 15"/>
                </a:gdLst>
                <a:ahLst/>
                <a:cxnLst>
                  <a:cxn ang="0">
                    <a:pos x="T0" y="T1"/>
                  </a:cxn>
                  <a:cxn ang="0">
                    <a:pos x="T2" y="T3"/>
                  </a:cxn>
                  <a:cxn ang="0">
                    <a:pos x="T4" y="T5"/>
                  </a:cxn>
                  <a:cxn ang="0">
                    <a:pos x="T6" y="T7"/>
                  </a:cxn>
                  <a:cxn ang="0">
                    <a:pos x="T8" y="T9"/>
                  </a:cxn>
                </a:cxnLst>
                <a:rect l="0" t="0" r="r" b="b"/>
                <a:pathLst>
                  <a:path w="8" h="15">
                    <a:moveTo>
                      <a:pt x="3" y="2"/>
                    </a:moveTo>
                    <a:cubicBezTo>
                      <a:pt x="1" y="5"/>
                      <a:pt x="0" y="9"/>
                      <a:pt x="2" y="13"/>
                    </a:cubicBezTo>
                    <a:cubicBezTo>
                      <a:pt x="2" y="15"/>
                      <a:pt x="4" y="15"/>
                      <a:pt x="5" y="13"/>
                    </a:cubicBezTo>
                    <a:cubicBezTo>
                      <a:pt x="5" y="10"/>
                      <a:pt x="5" y="7"/>
                      <a:pt x="7" y="4"/>
                    </a:cubicBezTo>
                    <a:cubicBezTo>
                      <a:pt x="8" y="2"/>
                      <a:pt x="5" y="0"/>
                      <a:pt x="3"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8" name="Freeform 83">
                <a:extLst>
                  <a:ext uri="{FF2B5EF4-FFF2-40B4-BE49-F238E27FC236}">
                    <a16:creationId xmlns:a16="http://schemas.microsoft.com/office/drawing/2014/main" id="{B7C4F4CE-3C46-70AB-4B86-9F0042D16C8F}"/>
                  </a:ext>
                </a:extLst>
              </p:cNvPr>
              <p:cNvSpPr/>
              <p:nvPr/>
            </p:nvSpPr>
            <p:spPr bwMode="auto">
              <a:xfrm>
                <a:off x="4941" y="1113"/>
                <a:ext cx="14" cy="30"/>
              </a:xfrm>
              <a:custGeom>
                <a:avLst/>
                <a:gdLst>
                  <a:gd name="T0" fmla="*/ 4 w 8"/>
                  <a:gd name="T1" fmla="*/ 2 h 17"/>
                  <a:gd name="T2" fmla="*/ 1 w 8"/>
                  <a:gd name="T3" fmla="*/ 15 h 17"/>
                  <a:gd name="T4" fmla="*/ 3 w 8"/>
                  <a:gd name="T5" fmla="*/ 15 h 17"/>
                  <a:gd name="T6" fmla="*/ 7 w 8"/>
                  <a:gd name="T7" fmla="*/ 4 h 17"/>
                  <a:gd name="T8" fmla="*/ 4 w 8"/>
                  <a:gd name="T9" fmla="*/ 2 h 17"/>
                </a:gdLst>
                <a:ahLst/>
                <a:cxnLst>
                  <a:cxn ang="0">
                    <a:pos x="T0" y="T1"/>
                  </a:cxn>
                  <a:cxn ang="0">
                    <a:pos x="T2" y="T3"/>
                  </a:cxn>
                  <a:cxn ang="0">
                    <a:pos x="T4" y="T5"/>
                  </a:cxn>
                  <a:cxn ang="0">
                    <a:pos x="T6" y="T7"/>
                  </a:cxn>
                  <a:cxn ang="0">
                    <a:pos x="T8" y="T9"/>
                  </a:cxn>
                </a:cxnLst>
                <a:rect l="0" t="0" r="r" b="b"/>
                <a:pathLst>
                  <a:path w="8" h="17">
                    <a:moveTo>
                      <a:pt x="4" y="2"/>
                    </a:moveTo>
                    <a:cubicBezTo>
                      <a:pt x="2" y="6"/>
                      <a:pt x="0" y="10"/>
                      <a:pt x="1" y="15"/>
                    </a:cubicBezTo>
                    <a:cubicBezTo>
                      <a:pt x="1" y="16"/>
                      <a:pt x="3" y="17"/>
                      <a:pt x="3" y="15"/>
                    </a:cubicBezTo>
                    <a:cubicBezTo>
                      <a:pt x="5" y="11"/>
                      <a:pt x="6" y="8"/>
                      <a:pt x="7" y="4"/>
                    </a:cubicBezTo>
                    <a:cubicBezTo>
                      <a:pt x="8" y="2"/>
                      <a:pt x="5" y="0"/>
                      <a:pt x="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9" name="Freeform 84">
                <a:extLst>
                  <a:ext uri="{FF2B5EF4-FFF2-40B4-BE49-F238E27FC236}">
                    <a16:creationId xmlns:a16="http://schemas.microsoft.com/office/drawing/2014/main" id="{46FDA13E-C033-9C64-A90F-C643E0587B40}"/>
                  </a:ext>
                </a:extLst>
              </p:cNvPr>
              <p:cNvSpPr/>
              <p:nvPr/>
            </p:nvSpPr>
            <p:spPr bwMode="auto">
              <a:xfrm>
                <a:off x="4963" y="1117"/>
                <a:ext cx="14" cy="24"/>
              </a:xfrm>
              <a:custGeom>
                <a:avLst/>
                <a:gdLst>
                  <a:gd name="T0" fmla="*/ 4 w 8"/>
                  <a:gd name="T1" fmla="*/ 2 h 14"/>
                  <a:gd name="T2" fmla="*/ 0 w 8"/>
                  <a:gd name="T3" fmla="*/ 12 h 14"/>
                  <a:gd name="T4" fmla="*/ 3 w 8"/>
                  <a:gd name="T5" fmla="*/ 13 h 14"/>
                  <a:gd name="T6" fmla="*/ 8 w 8"/>
                  <a:gd name="T7" fmla="*/ 3 h 14"/>
                  <a:gd name="T8" fmla="*/ 4 w 8"/>
                  <a:gd name="T9" fmla="*/ 2 h 14"/>
                </a:gdLst>
                <a:ahLst/>
                <a:cxnLst>
                  <a:cxn ang="0">
                    <a:pos x="T0" y="T1"/>
                  </a:cxn>
                  <a:cxn ang="0">
                    <a:pos x="T2" y="T3"/>
                  </a:cxn>
                  <a:cxn ang="0">
                    <a:pos x="T4" y="T5"/>
                  </a:cxn>
                  <a:cxn ang="0">
                    <a:pos x="T6" y="T7"/>
                  </a:cxn>
                  <a:cxn ang="0">
                    <a:pos x="T8" y="T9"/>
                  </a:cxn>
                </a:cxnLst>
                <a:rect l="0" t="0" r="r" b="b"/>
                <a:pathLst>
                  <a:path w="8" h="14">
                    <a:moveTo>
                      <a:pt x="4" y="2"/>
                    </a:moveTo>
                    <a:cubicBezTo>
                      <a:pt x="3" y="5"/>
                      <a:pt x="1" y="8"/>
                      <a:pt x="0" y="12"/>
                    </a:cubicBezTo>
                    <a:cubicBezTo>
                      <a:pt x="0" y="13"/>
                      <a:pt x="2" y="14"/>
                      <a:pt x="3" y="13"/>
                    </a:cubicBezTo>
                    <a:cubicBezTo>
                      <a:pt x="6" y="10"/>
                      <a:pt x="7" y="6"/>
                      <a:pt x="8" y="3"/>
                    </a:cubicBezTo>
                    <a:cubicBezTo>
                      <a:pt x="8" y="1"/>
                      <a:pt x="5" y="0"/>
                      <a:pt x="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0" name="Freeform 85">
                <a:extLst>
                  <a:ext uri="{FF2B5EF4-FFF2-40B4-BE49-F238E27FC236}">
                    <a16:creationId xmlns:a16="http://schemas.microsoft.com/office/drawing/2014/main" id="{C984E260-64F9-D040-59FE-C6462BAEFB12}"/>
                  </a:ext>
                </a:extLst>
              </p:cNvPr>
              <p:cNvSpPr/>
              <p:nvPr/>
            </p:nvSpPr>
            <p:spPr bwMode="auto">
              <a:xfrm>
                <a:off x="4984" y="1125"/>
                <a:ext cx="14" cy="27"/>
              </a:xfrm>
              <a:custGeom>
                <a:avLst/>
                <a:gdLst>
                  <a:gd name="T0" fmla="*/ 4 w 8"/>
                  <a:gd name="T1" fmla="*/ 2 h 15"/>
                  <a:gd name="T2" fmla="*/ 0 w 8"/>
                  <a:gd name="T3" fmla="*/ 12 h 15"/>
                  <a:gd name="T4" fmla="*/ 3 w 8"/>
                  <a:gd name="T5" fmla="*/ 13 h 15"/>
                  <a:gd name="T6" fmla="*/ 8 w 8"/>
                  <a:gd name="T7" fmla="*/ 3 h 15"/>
                  <a:gd name="T8" fmla="*/ 4 w 8"/>
                  <a:gd name="T9" fmla="*/ 2 h 15"/>
                </a:gdLst>
                <a:ahLst/>
                <a:cxnLst>
                  <a:cxn ang="0">
                    <a:pos x="T0" y="T1"/>
                  </a:cxn>
                  <a:cxn ang="0">
                    <a:pos x="T2" y="T3"/>
                  </a:cxn>
                  <a:cxn ang="0">
                    <a:pos x="T4" y="T5"/>
                  </a:cxn>
                  <a:cxn ang="0">
                    <a:pos x="T6" y="T7"/>
                  </a:cxn>
                  <a:cxn ang="0">
                    <a:pos x="T8" y="T9"/>
                  </a:cxn>
                </a:cxnLst>
                <a:rect l="0" t="0" r="r" b="b"/>
                <a:pathLst>
                  <a:path w="8" h="15">
                    <a:moveTo>
                      <a:pt x="4" y="2"/>
                    </a:moveTo>
                    <a:cubicBezTo>
                      <a:pt x="2" y="5"/>
                      <a:pt x="1" y="9"/>
                      <a:pt x="0" y="12"/>
                    </a:cubicBezTo>
                    <a:cubicBezTo>
                      <a:pt x="0" y="14"/>
                      <a:pt x="2" y="15"/>
                      <a:pt x="3" y="13"/>
                    </a:cubicBezTo>
                    <a:cubicBezTo>
                      <a:pt x="5" y="10"/>
                      <a:pt x="6" y="7"/>
                      <a:pt x="8" y="3"/>
                    </a:cubicBezTo>
                    <a:cubicBezTo>
                      <a:pt x="8" y="1"/>
                      <a:pt x="5" y="0"/>
                      <a:pt x="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1" name="Freeform 86">
                <a:extLst>
                  <a:ext uri="{FF2B5EF4-FFF2-40B4-BE49-F238E27FC236}">
                    <a16:creationId xmlns:a16="http://schemas.microsoft.com/office/drawing/2014/main" id="{2CF8A944-988C-7ABD-37E7-082E4FA35395}"/>
                  </a:ext>
                </a:extLst>
              </p:cNvPr>
              <p:cNvSpPr/>
              <p:nvPr/>
            </p:nvSpPr>
            <p:spPr bwMode="auto">
              <a:xfrm>
                <a:off x="5006" y="1129"/>
                <a:ext cx="13" cy="23"/>
              </a:xfrm>
              <a:custGeom>
                <a:avLst/>
                <a:gdLst>
                  <a:gd name="T0" fmla="*/ 4 w 7"/>
                  <a:gd name="T1" fmla="*/ 2 h 13"/>
                  <a:gd name="T2" fmla="*/ 1 w 7"/>
                  <a:gd name="T3" fmla="*/ 12 h 13"/>
                  <a:gd name="T4" fmla="*/ 4 w 7"/>
                  <a:gd name="T5" fmla="*/ 12 h 13"/>
                  <a:gd name="T6" fmla="*/ 5 w 7"/>
                  <a:gd name="T7" fmla="*/ 8 h 13"/>
                  <a:gd name="T8" fmla="*/ 7 w 7"/>
                  <a:gd name="T9" fmla="*/ 4 h 13"/>
                  <a:gd name="T10" fmla="*/ 4 w 7"/>
                  <a:gd name="T11" fmla="*/ 2 h 13"/>
                </a:gdLst>
                <a:ahLst/>
                <a:cxnLst>
                  <a:cxn ang="0">
                    <a:pos x="T0" y="T1"/>
                  </a:cxn>
                  <a:cxn ang="0">
                    <a:pos x="T2" y="T3"/>
                  </a:cxn>
                  <a:cxn ang="0">
                    <a:pos x="T4" y="T5"/>
                  </a:cxn>
                  <a:cxn ang="0">
                    <a:pos x="T6" y="T7"/>
                  </a:cxn>
                  <a:cxn ang="0">
                    <a:pos x="T8" y="T9"/>
                  </a:cxn>
                  <a:cxn ang="0">
                    <a:pos x="T10" y="T11"/>
                  </a:cxn>
                </a:cxnLst>
                <a:rect l="0" t="0" r="r" b="b"/>
                <a:pathLst>
                  <a:path w="7" h="13">
                    <a:moveTo>
                      <a:pt x="4" y="2"/>
                    </a:moveTo>
                    <a:cubicBezTo>
                      <a:pt x="2" y="5"/>
                      <a:pt x="0" y="9"/>
                      <a:pt x="1" y="12"/>
                    </a:cubicBezTo>
                    <a:cubicBezTo>
                      <a:pt x="2" y="13"/>
                      <a:pt x="3" y="13"/>
                      <a:pt x="4" y="12"/>
                    </a:cubicBezTo>
                    <a:cubicBezTo>
                      <a:pt x="5" y="11"/>
                      <a:pt x="5" y="10"/>
                      <a:pt x="5" y="8"/>
                    </a:cubicBezTo>
                    <a:cubicBezTo>
                      <a:pt x="5" y="7"/>
                      <a:pt x="6" y="6"/>
                      <a:pt x="7" y="4"/>
                    </a:cubicBezTo>
                    <a:cubicBezTo>
                      <a:pt x="7" y="3"/>
                      <a:pt x="5" y="0"/>
                      <a:pt x="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2" name="Freeform 87">
                <a:extLst>
                  <a:ext uri="{FF2B5EF4-FFF2-40B4-BE49-F238E27FC236}">
                    <a16:creationId xmlns:a16="http://schemas.microsoft.com/office/drawing/2014/main" id="{7E219202-6E24-16F2-B6EB-7FEDA58DF55A}"/>
                  </a:ext>
                </a:extLst>
              </p:cNvPr>
              <p:cNvSpPr/>
              <p:nvPr/>
            </p:nvSpPr>
            <p:spPr bwMode="auto">
              <a:xfrm>
                <a:off x="5029" y="1150"/>
                <a:ext cx="14" cy="18"/>
              </a:xfrm>
              <a:custGeom>
                <a:avLst/>
                <a:gdLst>
                  <a:gd name="T0" fmla="*/ 4 w 8"/>
                  <a:gd name="T1" fmla="*/ 2 h 10"/>
                  <a:gd name="T2" fmla="*/ 0 w 8"/>
                  <a:gd name="T3" fmla="*/ 7 h 10"/>
                  <a:gd name="T4" fmla="*/ 3 w 8"/>
                  <a:gd name="T5" fmla="*/ 9 h 10"/>
                  <a:gd name="T6" fmla="*/ 7 w 8"/>
                  <a:gd name="T7" fmla="*/ 4 h 10"/>
                  <a:gd name="T8" fmla="*/ 4 w 8"/>
                  <a:gd name="T9" fmla="*/ 2 h 10"/>
                </a:gdLst>
                <a:ahLst/>
                <a:cxnLst>
                  <a:cxn ang="0">
                    <a:pos x="T0" y="T1"/>
                  </a:cxn>
                  <a:cxn ang="0">
                    <a:pos x="T2" y="T3"/>
                  </a:cxn>
                  <a:cxn ang="0">
                    <a:pos x="T4" y="T5"/>
                  </a:cxn>
                  <a:cxn ang="0">
                    <a:pos x="T6" y="T7"/>
                  </a:cxn>
                  <a:cxn ang="0">
                    <a:pos x="T8" y="T9"/>
                  </a:cxn>
                </a:cxnLst>
                <a:rect l="0" t="0" r="r" b="b"/>
                <a:pathLst>
                  <a:path w="8" h="10">
                    <a:moveTo>
                      <a:pt x="4" y="2"/>
                    </a:moveTo>
                    <a:cubicBezTo>
                      <a:pt x="3" y="3"/>
                      <a:pt x="1" y="5"/>
                      <a:pt x="0" y="7"/>
                    </a:cubicBezTo>
                    <a:cubicBezTo>
                      <a:pt x="0" y="9"/>
                      <a:pt x="2" y="10"/>
                      <a:pt x="3" y="9"/>
                    </a:cubicBezTo>
                    <a:cubicBezTo>
                      <a:pt x="5" y="7"/>
                      <a:pt x="6" y="6"/>
                      <a:pt x="7" y="4"/>
                    </a:cubicBezTo>
                    <a:cubicBezTo>
                      <a:pt x="8" y="2"/>
                      <a:pt x="5" y="0"/>
                      <a:pt x="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3" name="Freeform 88">
                <a:extLst>
                  <a:ext uri="{FF2B5EF4-FFF2-40B4-BE49-F238E27FC236}">
                    <a16:creationId xmlns:a16="http://schemas.microsoft.com/office/drawing/2014/main" id="{E9287406-E484-29CE-EC58-31A71F0EA3A2}"/>
                  </a:ext>
                </a:extLst>
              </p:cNvPr>
              <p:cNvSpPr/>
              <p:nvPr/>
            </p:nvSpPr>
            <p:spPr bwMode="auto">
              <a:xfrm>
                <a:off x="5052" y="1169"/>
                <a:ext cx="11" cy="16"/>
              </a:xfrm>
              <a:custGeom>
                <a:avLst/>
                <a:gdLst>
                  <a:gd name="T0" fmla="*/ 1 w 6"/>
                  <a:gd name="T1" fmla="*/ 3 h 9"/>
                  <a:gd name="T2" fmla="*/ 0 w 6"/>
                  <a:gd name="T3" fmla="*/ 7 h 9"/>
                  <a:gd name="T4" fmla="*/ 3 w 6"/>
                  <a:gd name="T5" fmla="*/ 8 h 9"/>
                  <a:gd name="T6" fmla="*/ 5 w 6"/>
                  <a:gd name="T7" fmla="*/ 4 h 9"/>
                  <a:gd name="T8" fmla="*/ 1 w 6"/>
                  <a:gd name="T9" fmla="*/ 3 h 9"/>
                </a:gdLst>
                <a:ahLst/>
                <a:cxnLst>
                  <a:cxn ang="0">
                    <a:pos x="T0" y="T1"/>
                  </a:cxn>
                  <a:cxn ang="0">
                    <a:pos x="T2" y="T3"/>
                  </a:cxn>
                  <a:cxn ang="0">
                    <a:pos x="T4" y="T5"/>
                  </a:cxn>
                  <a:cxn ang="0">
                    <a:pos x="T6" y="T7"/>
                  </a:cxn>
                  <a:cxn ang="0">
                    <a:pos x="T8" y="T9"/>
                  </a:cxn>
                </a:cxnLst>
                <a:rect l="0" t="0" r="r" b="b"/>
                <a:pathLst>
                  <a:path w="6" h="9">
                    <a:moveTo>
                      <a:pt x="1" y="3"/>
                    </a:moveTo>
                    <a:cubicBezTo>
                      <a:pt x="1" y="4"/>
                      <a:pt x="0" y="5"/>
                      <a:pt x="0" y="7"/>
                    </a:cubicBezTo>
                    <a:cubicBezTo>
                      <a:pt x="0" y="8"/>
                      <a:pt x="2" y="9"/>
                      <a:pt x="3" y="8"/>
                    </a:cubicBezTo>
                    <a:cubicBezTo>
                      <a:pt x="4" y="7"/>
                      <a:pt x="4" y="6"/>
                      <a:pt x="5" y="4"/>
                    </a:cubicBezTo>
                    <a:cubicBezTo>
                      <a:pt x="6" y="2"/>
                      <a:pt x="2" y="0"/>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4" name="Freeform 89">
                <a:extLst>
                  <a:ext uri="{FF2B5EF4-FFF2-40B4-BE49-F238E27FC236}">
                    <a16:creationId xmlns:a16="http://schemas.microsoft.com/office/drawing/2014/main" id="{60E7FF09-097D-0D2F-DBD0-32AC6B3C1240}"/>
                  </a:ext>
                </a:extLst>
              </p:cNvPr>
              <p:cNvSpPr/>
              <p:nvPr/>
            </p:nvSpPr>
            <p:spPr bwMode="auto">
              <a:xfrm>
                <a:off x="5075" y="1187"/>
                <a:ext cx="12" cy="16"/>
              </a:xfrm>
              <a:custGeom>
                <a:avLst/>
                <a:gdLst>
                  <a:gd name="T0" fmla="*/ 2 w 7"/>
                  <a:gd name="T1" fmla="*/ 3 h 9"/>
                  <a:gd name="T2" fmla="*/ 1 w 7"/>
                  <a:gd name="T3" fmla="*/ 6 h 9"/>
                  <a:gd name="T4" fmla="*/ 3 w 7"/>
                  <a:gd name="T5" fmla="*/ 8 h 9"/>
                  <a:gd name="T6" fmla="*/ 5 w 7"/>
                  <a:gd name="T7" fmla="*/ 5 h 9"/>
                  <a:gd name="T8" fmla="*/ 2 w 7"/>
                  <a:gd name="T9" fmla="*/ 3 h 9"/>
                </a:gdLst>
                <a:ahLst/>
                <a:cxnLst>
                  <a:cxn ang="0">
                    <a:pos x="T0" y="T1"/>
                  </a:cxn>
                  <a:cxn ang="0">
                    <a:pos x="T2" y="T3"/>
                  </a:cxn>
                  <a:cxn ang="0">
                    <a:pos x="T4" y="T5"/>
                  </a:cxn>
                  <a:cxn ang="0">
                    <a:pos x="T6" y="T7"/>
                  </a:cxn>
                  <a:cxn ang="0">
                    <a:pos x="T8" y="T9"/>
                  </a:cxn>
                </a:cxnLst>
                <a:rect l="0" t="0" r="r" b="b"/>
                <a:pathLst>
                  <a:path w="7" h="9">
                    <a:moveTo>
                      <a:pt x="2" y="3"/>
                    </a:moveTo>
                    <a:cubicBezTo>
                      <a:pt x="1" y="4"/>
                      <a:pt x="1" y="5"/>
                      <a:pt x="1" y="6"/>
                    </a:cubicBezTo>
                    <a:cubicBezTo>
                      <a:pt x="0" y="8"/>
                      <a:pt x="2" y="9"/>
                      <a:pt x="3" y="8"/>
                    </a:cubicBezTo>
                    <a:cubicBezTo>
                      <a:pt x="4" y="7"/>
                      <a:pt x="5" y="6"/>
                      <a:pt x="5" y="5"/>
                    </a:cubicBezTo>
                    <a:cubicBezTo>
                      <a:pt x="7" y="3"/>
                      <a:pt x="3" y="0"/>
                      <a:pt x="2"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5" name="Freeform 90">
                <a:extLst>
                  <a:ext uri="{FF2B5EF4-FFF2-40B4-BE49-F238E27FC236}">
                    <a16:creationId xmlns:a16="http://schemas.microsoft.com/office/drawing/2014/main" id="{D8C650B1-BBFE-333A-6F39-3B1FCAE0AD3F}"/>
                  </a:ext>
                </a:extLst>
              </p:cNvPr>
              <p:cNvSpPr/>
              <p:nvPr/>
            </p:nvSpPr>
            <p:spPr bwMode="auto">
              <a:xfrm>
                <a:off x="4924" y="1495"/>
                <a:ext cx="28" cy="12"/>
              </a:xfrm>
              <a:custGeom>
                <a:avLst/>
                <a:gdLst>
                  <a:gd name="T0" fmla="*/ 2 w 16"/>
                  <a:gd name="T1" fmla="*/ 4 h 7"/>
                  <a:gd name="T2" fmla="*/ 15 w 16"/>
                  <a:gd name="T3" fmla="*/ 6 h 7"/>
                  <a:gd name="T4" fmla="*/ 15 w 16"/>
                  <a:gd name="T5" fmla="*/ 3 h 7"/>
                  <a:gd name="T6" fmla="*/ 9 w 16"/>
                  <a:gd name="T7" fmla="*/ 2 h 7"/>
                  <a:gd name="T8" fmla="*/ 3 w 16"/>
                  <a:gd name="T9" fmla="*/ 1 h 7"/>
                  <a:gd name="T10" fmla="*/ 2 w 16"/>
                  <a:gd name="T11" fmla="*/ 4 h 7"/>
                </a:gdLst>
                <a:ahLst/>
                <a:cxnLst>
                  <a:cxn ang="0">
                    <a:pos x="T0" y="T1"/>
                  </a:cxn>
                  <a:cxn ang="0">
                    <a:pos x="T2" y="T3"/>
                  </a:cxn>
                  <a:cxn ang="0">
                    <a:pos x="T4" y="T5"/>
                  </a:cxn>
                  <a:cxn ang="0">
                    <a:pos x="T6" y="T7"/>
                  </a:cxn>
                  <a:cxn ang="0">
                    <a:pos x="T8" y="T9"/>
                  </a:cxn>
                  <a:cxn ang="0">
                    <a:pos x="T10" y="T11"/>
                  </a:cxn>
                </a:cxnLst>
                <a:rect l="0" t="0" r="r" b="b"/>
                <a:pathLst>
                  <a:path w="16" h="7">
                    <a:moveTo>
                      <a:pt x="2" y="4"/>
                    </a:moveTo>
                    <a:cubicBezTo>
                      <a:pt x="5" y="5"/>
                      <a:pt x="11" y="7"/>
                      <a:pt x="15" y="6"/>
                    </a:cubicBezTo>
                    <a:cubicBezTo>
                      <a:pt x="16" y="6"/>
                      <a:pt x="16" y="3"/>
                      <a:pt x="15" y="3"/>
                    </a:cubicBezTo>
                    <a:cubicBezTo>
                      <a:pt x="13" y="2"/>
                      <a:pt x="11" y="2"/>
                      <a:pt x="9" y="2"/>
                    </a:cubicBezTo>
                    <a:cubicBezTo>
                      <a:pt x="7" y="2"/>
                      <a:pt x="5" y="1"/>
                      <a:pt x="3" y="1"/>
                    </a:cubicBezTo>
                    <a:cubicBezTo>
                      <a:pt x="1"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6" name="Freeform 91">
                <a:extLst>
                  <a:ext uri="{FF2B5EF4-FFF2-40B4-BE49-F238E27FC236}">
                    <a16:creationId xmlns:a16="http://schemas.microsoft.com/office/drawing/2014/main" id="{893BE70D-BEC2-1585-B103-581B9290F669}"/>
                  </a:ext>
                </a:extLst>
              </p:cNvPr>
              <p:cNvSpPr/>
              <p:nvPr/>
            </p:nvSpPr>
            <p:spPr bwMode="auto">
              <a:xfrm>
                <a:off x="4933" y="1514"/>
                <a:ext cx="40" cy="18"/>
              </a:xfrm>
              <a:custGeom>
                <a:avLst/>
                <a:gdLst>
                  <a:gd name="T0" fmla="*/ 1 w 23"/>
                  <a:gd name="T1" fmla="*/ 4 h 10"/>
                  <a:gd name="T2" fmla="*/ 21 w 23"/>
                  <a:gd name="T3" fmla="*/ 8 h 10"/>
                  <a:gd name="T4" fmla="*/ 21 w 23"/>
                  <a:gd name="T5" fmla="*/ 5 h 10"/>
                  <a:gd name="T6" fmla="*/ 12 w 23"/>
                  <a:gd name="T7" fmla="*/ 3 h 10"/>
                  <a:gd name="T8" fmla="*/ 3 w 23"/>
                  <a:gd name="T9" fmla="*/ 1 h 10"/>
                  <a:gd name="T10" fmla="*/ 1 w 23"/>
                  <a:gd name="T11" fmla="*/ 4 h 10"/>
                </a:gdLst>
                <a:ahLst/>
                <a:cxnLst>
                  <a:cxn ang="0">
                    <a:pos x="T0" y="T1"/>
                  </a:cxn>
                  <a:cxn ang="0">
                    <a:pos x="T2" y="T3"/>
                  </a:cxn>
                  <a:cxn ang="0">
                    <a:pos x="T4" y="T5"/>
                  </a:cxn>
                  <a:cxn ang="0">
                    <a:pos x="T6" y="T7"/>
                  </a:cxn>
                  <a:cxn ang="0">
                    <a:pos x="T8" y="T9"/>
                  </a:cxn>
                  <a:cxn ang="0">
                    <a:pos x="T10" y="T11"/>
                  </a:cxn>
                </a:cxnLst>
                <a:rect l="0" t="0" r="r" b="b"/>
                <a:pathLst>
                  <a:path w="23" h="10">
                    <a:moveTo>
                      <a:pt x="1" y="4"/>
                    </a:moveTo>
                    <a:cubicBezTo>
                      <a:pt x="7" y="7"/>
                      <a:pt x="15" y="10"/>
                      <a:pt x="21" y="8"/>
                    </a:cubicBezTo>
                    <a:cubicBezTo>
                      <a:pt x="23" y="7"/>
                      <a:pt x="22" y="5"/>
                      <a:pt x="21" y="5"/>
                    </a:cubicBezTo>
                    <a:cubicBezTo>
                      <a:pt x="18" y="4"/>
                      <a:pt x="15" y="4"/>
                      <a:pt x="12" y="3"/>
                    </a:cubicBezTo>
                    <a:cubicBezTo>
                      <a:pt x="9" y="3"/>
                      <a:pt x="6" y="2"/>
                      <a:pt x="3" y="1"/>
                    </a:cubicBezTo>
                    <a:cubicBezTo>
                      <a:pt x="1" y="0"/>
                      <a:pt x="0" y="3"/>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7" name="Freeform 92">
                <a:extLst>
                  <a:ext uri="{FF2B5EF4-FFF2-40B4-BE49-F238E27FC236}">
                    <a16:creationId xmlns:a16="http://schemas.microsoft.com/office/drawing/2014/main" id="{31482501-1A18-A008-A7DB-D58A26E582AA}"/>
                  </a:ext>
                </a:extLst>
              </p:cNvPr>
              <p:cNvSpPr/>
              <p:nvPr/>
            </p:nvSpPr>
            <p:spPr bwMode="auto">
              <a:xfrm>
                <a:off x="4947" y="1539"/>
                <a:ext cx="47" cy="21"/>
              </a:xfrm>
              <a:custGeom>
                <a:avLst/>
                <a:gdLst>
                  <a:gd name="T0" fmla="*/ 2 w 27"/>
                  <a:gd name="T1" fmla="*/ 4 h 12"/>
                  <a:gd name="T2" fmla="*/ 25 w 27"/>
                  <a:gd name="T3" fmla="*/ 12 h 12"/>
                  <a:gd name="T4" fmla="*/ 25 w 27"/>
                  <a:gd name="T5" fmla="*/ 9 h 12"/>
                  <a:gd name="T6" fmla="*/ 4 w 27"/>
                  <a:gd name="T7" fmla="*/ 1 h 12"/>
                  <a:gd name="T8" fmla="*/ 2 w 27"/>
                  <a:gd name="T9" fmla="*/ 4 h 12"/>
                </a:gdLst>
                <a:ahLst/>
                <a:cxnLst>
                  <a:cxn ang="0">
                    <a:pos x="T0" y="T1"/>
                  </a:cxn>
                  <a:cxn ang="0">
                    <a:pos x="T2" y="T3"/>
                  </a:cxn>
                  <a:cxn ang="0">
                    <a:pos x="T4" y="T5"/>
                  </a:cxn>
                  <a:cxn ang="0">
                    <a:pos x="T6" y="T7"/>
                  </a:cxn>
                  <a:cxn ang="0">
                    <a:pos x="T8" y="T9"/>
                  </a:cxn>
                </a:cxnLst>
                <a:rect l="0" t="0" r="r" b="b"/>
                <a:pathLst>
                  <a:path w="27" h="12">
                    <a:moveTo>
                      <a:pt x="2" y="4"/>
                    </a:moveTo>
                    <a:cubicBezTo>
                      <a:pt x="9" y="8"/>
                      <a:pt x="17" y="12"/>
                      <a:pt x="25" y="12"/>
                    </a:cubicBezTo>
                    <a:cubicBezTo>
                      <a:pt x="26" y="12"/>
                      <a:pt x="27" y="10"/>
                      <a:pt x="25" y="9"/>
                    </a:cubicBezTo>
                    <a:cubicBezTo>
                      <a:pt x="18" y="6"/>
                      <a:pt x="11" y="5"/>
                      <a:pt x="4" y="1"/>
                    </a:cubicBezTo>
                    <a:cubicBezTo>
                      <a:pt x="2"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8" name="Freeform 93">
                <a:extLst>
                  <a:ext uri="{FF2B5EF4-FFF2-40B4-BE49-F238E27FC236}">
                    <a16:creationId xmlns:a16="http://schemas.microsoft.com/office/drawing/2014/main" id="{AB0F112B-BF7B-FCDC-E96C-96B10A006B7D}"/>
                  </a:ext>
                </a:extLst>
              </p:cNvPr>
              <p:cNvSpPr/>
              <p:nvPr/>
            </p:nvSpPr>
            <p:spPr bwMode="auto">
              <a:xfrm>
                <a:off x="4961" y="1565"/>
                <a:ext cx="58" cy="23"/>
              </a:xfrm>
              <a:custGeom>
                <a:avLst/>
                <a:gdLst>
                  <a:gd name="T0" fmla="*/ 2 w 33"/>
                  <a:gd name="T1" fmla="*/ 4 h 13"/>
                  <a:gd name="T2" fmla="*/ 31 w 33"/>
                  <a:gd name="T3" fmla="*/ 13 h 13"/>
                  <a:gd name="T4" fmla="*/ 31 w 33"/>
                  <a:gd name="T5" fmla="*/ 10 h 13"/>
                  <a:gd name="T6" fmla="*/ 4 w 33"/>
                  <a:gd name="T7" fmla="*/ 1 h 13"/>
                  <a:gd name="T8" fmla="*/ 2 w 33"/>
                  <a:gd name="T9" fmla="*/ 4 h 13"/>
                </a:gdLst>
                <a:ahLst/>
                <a:cxnLst>
                  <a:cxn ang="0">
                    <a:pos x="T0" y="T1"/>
                  </a:cxn>
                  <a:cxn ang="0">
                    <a:pos x="T2" y="T3"/>
                  </a:cxn>
                  <a:cxn ang="0">
                    <a:pos x="T4" y="T5"/>
                  </a:cxn>
                  <a:cxn ang="0">
                    <a:pos x="T6" y="T7"/>
                  </a:cxn>
                  <a:cxn ang="0">
                    <a:pos x="T8" y="T9"/>
                  </a:cxn>
                </a:cxnLst>
                <a:rect l="0" t="0" r="r" b="b"/>
                <a:pathLst>
                  <a:path w="33" h="13">
                    <a:moveTo>
                      <a:pt x="2" y="4"/>
                    </a:moveTo>
                    <a:cubicBezTo>
                      <a:pt x="11" y="9"/>
                      <a:pt x="21" y="13"/>
                      <a:pt x="31" y="13"/>
                    </a:cubicBezTo>
                    <a:cubicBezTo>
                      <a:pt x="32" y="13"/>
                      <a:pt x="33" y="10"/>
                      <a:pt x="31" y="10"/>
                    </a:cubicBezTo>
                    <a:cubicBezTo>
                      <a:pt x="22" y="8"/>
                      <a:pt x="13" y="6"/>
                      <a:pt x="4" y="1"/>
                    </a:cubicBezTo>
                    <a:cubicBezTo>
                      <a:pt x="2"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9" name="Freeform 94">
                <a:extLst>
                  <a:ext uri="{FF2B5EF4-FFF2-40B4-BE49-F238E27FC236}">
                    <a16:creationId xmlns:a16="http://schemas.microsoft.com/office/drawing/2014/main" id="{213D2E3A-1C9E-27A5-6A17-FADBBFC51DB9}"/>
                  </a:ext>
                </a:extLst>
              </p:cNvPr>
              <p:cNvSpPr/>
              <p:nvPr/>
            </p:nvSpPr>
            <p:spPr bwMode="auto">
              <a:xfrm>
                <a:off x="4963" y="1581"/>
                <a:ext cx="63" cy="39"/>
              </a:xfrm>
              <a:custGeom>
                <a:avLst/>
                <a:gdLst>
                  <a:gd name="T0" fmla="*/ 2 w 36"/>
                  <a:gd name="T1" fmla="*/ 4 h 22"/>
                  <a:gd name="T2" fmla="*/ 33 w 36"/>
                  <a:gd name="T3" fmla="*/ 22 h 22"/>
                  <a:gd name="T4" fmla="*/ 34 w 36"/>
                  <a:gd name="T5" fmla="*/ 19 h 22"/>
                  <a:gd name="T6" fmla="*/ 4 w 36"/>
                  <a:gd name="T7" fmla="*/ 1 h 22"/>
                  <a:gd name="T8" fmla="*/ 2 w 36"/>
                  <a:gd name="T9" fmla="*/ 4 h 22"/>
                </a:gdLst>
                <a:ahLst/>
                <a:cxnLst>
                  <a:cxn ang="0">
                    <a:pos x="T0" y="T1"/>
                  </a:cxn>
                  <a:cxn ang="0">
                    <a:pos x="T2" y="T3"/>
                  </a:cxn>
                  <a:cxn ang="0">
                    <a:pos x="T4" y="T5"/>
                  </a:cxn>
                  <a:cxn ang="0">
                    <a:pos x="T6" y="T7"/>
                  </a:cxn>
                  <a:cxn ang="0">
                    <a:pos x="T8" y="T9"/>
                  </a:cxn>
                </a:cxnLst>
                <a:rect l="0" t="0" r="r" b="b"/>
                <a:pathLst>
                  <a:path w="36" h="22">
                    <a:moveTo>
                      <a:pt x="2" y="4"/>
                    </a:moveTo>
                    <a:cubicBezTo>
                      <a:pt x="11" y="11"/>
                      <a:pt x="22" y="18"/>
                      <a:pt x="33" y="22"/>
                    </a:cubicBezTo>
                    <a:cubicBezTo>
                      <a:pt x="35" y="22"/>
                      <a:pt x="36" y="20"/>
                      <a:pt x="34" y="19"/>
                    </a:cubicBezTo>
                    <a:cubicBezTo>
                      <a:pt x="24" y="13"/>
                      <a:pt x="13" y="8"/>
                      <a:pt x="4" y="1"/>
                    </a:cubicBezTo>
                    <a:cubicBezTo>
                      <a:pt x="2"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80" name="Freeform 95">
                <a:extLst>
                  <a:ext uri="{FF2B5EF4-FFF2-40B4-BE49-F238E27FC236}">
                    <a16:creationId xmlns:a16="http://schemas.microsoft.com/office/drawing/2014/main" id="{76637E7E-DD7A-2BFE-C63A-90A54FE23B11}"/>
                  </a:ext>
                </a:extLst>
              </p:cNvPr>
              <p:cNvSpPr/>
              <p:nvPr/>
            </p:nvSpPr>
            <p:spPr bwMode="auto">
              <a:xfrm>
                <a:off x="5117" y="1250"/>
                <a:ext cx="44" cy="58"/>
              </a:xfrm>
              <a:custGeom>
                <a:avLst/>
                <a:gdLst>
                  <a:gd name="T0" fmla="*/ 24 w 25"/>
                  <a:gd name="T1" fmla="*/ 30 h 33"/>
                  <a:gd name="T2" fmla="*/ 3 w 25"/>
                  <a:gd name="T3" fmla="*/ 1 h 33"/>
                  <a:gd name="T4" fmla="*/ 1 w 25"/>
                  <a:gd name="T5" fmla="*/ 3 h 33"/>
                  <a:gd name="T6" fmla="*/ 12 w 25"/>
                  <a:gd name="T7" fmla="*/ 17 h 33"/>
                  <a:gd name="T8" fmla="*/ 21 w 25"/>
                  <a:gd name="T9" fmla="*/ 32 h 33"/>
                  <a:gd name="T10" fmla="*/ 24 w 25"/>
                  <a:gd name="T11" fmla="*/ 30 h 33"/>
                </a:gdLst>
                <a:ahLst/>
                <a:cxnLst>
                  <a:cxn ang="0">
                    <a:pos x="T0" y="T1"/>
                  </a:cxn>
                  <a:cxn ang="0">
                    <a:pos x="T2" y="T3"/>
                  </a:cxn>
                  <a:cxn ang="0">
                    <a:pos x="T4" y="T5"/>
                  </a:cxn>
                  <a:cxn ang="0">
                    <a:pos x="T6" y="T7"/>
                  </a:cxn>
                  <a:cxn ang="0">
                    <a:pos x="T8" y="T9"/>
                  </a:cxn>
                  <a:cxn ang="0">
                    <a:pos x="T10" y="T11"/>
                  </a:cxn>
                </a:cxnLst>
                <a:rect l="0" t="0" r="r" b="b"/>
                <a:pathLst>
                  <a:path w="25" h="33">
                    <a:moveTo>
                      <a:pt x="24" y="30"/>
                    </a:moveTo>
                    <a:cubicBezTo>
                      <a:pt x="21" y="20"/>
                      <a:pt x="13" y="7"/>
                      <a:pt x="3" y="1"/>
                    </a:cubicBezTo>
                    <a:cubicBezTo>
                      <a:pt x="2" y="0"/>
                      <a:pt x="0" y="2"/>
                      <a:pt x="1" y="3"/>
                    </a:cubicBezTo>
                    <a:cubicBezTo>
                      <a:pt x="4" y="8"/>
                      <a:pt x="8" y="12"/>
                      <a:pt x="12" y="17"/>
                    </a:cubicBezTo>
                    <a:cubicBezTo>
                      <a:pt x="15" y="22"/>
                      <a:pt x="18" y="27"/>
                      <a:pt x="21" y="32"/>
                    </a:cubicBezTo>
                    <a:cubicBezTo>
                      <a:pt x="22" y="33"/>
                      <a:pt x="25" y="32"/>
                      <a:pt x="24"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81" name="Freeform 96">
                <a:extLst>
                  <a:ext uri="{FF2B5EF4-FFF2-40B4-BE49-F238E27FC236}">
                    <a16:creationId xmlns:a16="http://schemas.microsoft.com/office/drawing/2014/main" id="{FCAD3622-E98F-4629-3F8E-4D18B1A36FA3}"/>
                  </a:ext>
                </a:extLst>
              </p:cNvPr>
              <p:cNvSpPr/>
              <p:nvPr/>
            </p:nvSpPr>
            <p:spPr bwMode="auto">
              <a:xfrm>
                <a:off x="5131" y="1231"/>
                <a:ext cx="46" cy="60"/>
              </a:xfrm>
              <a:custGeom>
                <a:avLst/>
                <a:gdLst>
                  <a:gd name="T0" fmla="*/ 25 w 26"/>
                  <a:gd name="T1" fmla="*/ 31 h 34"/>
                  <a:gd name="T2" fmla="*/ 3 w 26"/>
                  <a:gd name="T3" fmla="*/ 1 h 34"/>
                  <a:gd name="T4" fmla="*/ 1 w 26"/>
                  <a:gd name="T5" fmla="*/ 3 h 34"/>
                  <a:gd name="T6" fmla="*/ 12 w 26"/>
                  <a:gd name="T7" fmla="*/ 17 h 34"/>
                  <a:gd name="T8" fmla="*/ 22 w 26"/>
                  <a:gd name="T9" fmla="*/ 32 h 34"/>
                  <a:gd name="T10" fmla="*/ 25 w 26"/>
                  <a:gd name="T11" fmla="*/ 31 h 34"/>
                </a:gdLst>
                <a:ahLst/>
                <a:cxnLst>
                  <a:cxn ang="0">
                    <a:pos x="T0" y="T1"/>
                  </a:cxn>
                  <a:cxn ang="0">
                    <a:pos x="T2" y="T3"/>
                  </a:cxn>
                  <a:cxn ang="0">
                    <a:pos x="T4" y="T5"/>
                  </a:cxn>
                  <a:cxn ang="0">
                    <a:pos x="T6" y="T7"/>
                  </a:cxn>
                  <a:cxn ang="0">
                    <a:pos x="T8" y="T9"/>
                  </a:cxn>
                  <a:cxn ang="0">
                    <a:pos x="T10" y="T11"/>
                  </a:cxn>
                </a:cxnLst>
                <a:rect l="0" t="0" r="r" b="b"/>
                <a:pathLst>
                  <a:path w="26" h="34">
                    <a:moveTo>
                      <a:pt x="25" y="31"/>
                    </a:moveTo>
                    <a:cubicBezTo>
                      <a:pt x="20" y="20"/>
                      <a:pt x="12" y="7"/>
                      <a:pt x="3" y="1"/>
                    </a:cubicBezTo>
                    <a:cubicBezTo>
                      <a:pt x="1" y="0"/>
                      <a:pt x="0" y="1"/>
                      <a:pt x="1" y="3"/>
                    </a:cubicBezTo>
                    <a:cubicBezTo>
                      <a:pt x="4" y="8"/>
                      <a:pt x="8" y="12"/>
                      <a:pt x="12" y="17"/>
                    </a:cubicBezTo>
                    <a:cubicBezTo>
                      <a:pt x="15" y="22"/>
                      <a:pt x="18" y="27"/>
                      <a:pt x="22" y="32"/>
                    </a:cubicBezTo>
                    <a:cubicBezTo>
                      <a:pt x="23" y="34"/>
                      <a:pt x="26" y="33"/>
                      <a:pt x="25"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82" name="Freeform 97">
                <a:extLst>
                  <a:ext uri="{FF2B5EF4-FFF2-40B4-BE49-F238E27FC236}">
                    <a16:creationId xmlns:a16="http://schemas.microsoft.com/office/drawing/2014/main" id="{889D8A4E-BB0D-B4F3-4BCD-B2CB1D08EE9F}"/>
                  </a:ext>
                </a:extLst>
              </p:cNvPr>
              <p:cNvSpPr/>
              <p:nvPr/>
            </p:nvSpPr>
            <p:spPr bwMode="auto">
              <a:xfrm>
                <a:off x="5158" y="1231"/>
                <a:ext cx="35" cy="51"/>
              </a:xfrm>
              <a:custGeom>
                <a:avLst/>
                <a:gdLst>
                  <a:gd name="T0" fmla="*/ 19 w 20"/>
                  <a:gd name="T1" fmla="*/ 27 h 29"/>
                  <a:gd name="T2" fmla="*/ 12 w 20"/>
                  <a:gd name="T3" fmla="*/ 13 h 29"/>
                  <a:gd name="T4" fmla="*/ 3 w 20"/>
                  <a:gd name="T5" fmla="*/ 1 h 29"/>
                  <a:gd name="T6" fmla="*/ 0 w 20"/>
                  <a:gd name="T7" fmla="*/ 3 h 29"/>
                  <a:gd name="T8" fmla="*/ 8 w 20"/>
                  <a:gd name="T9" fmla="*/ 15 h 29"/>
                  <a:gd name="T10" fmla="*/ 16 w 20"/>
                  <a:gd name="T11" fmla="*/ 28 h 29"/>
                  <a:gd name="T12" fmla="*/ 19 w 20"/>
                  <a:gd name="T13" fmla="*/ 27 h 29"/>
                </a:gdLst>
                <a:ahLst/>
                <a:cxnLst>
                  <a:cxn ang="0">
                    <a:pos x="T0" y="T1"/>
                  </a:cxn>
                  <a:cxn ang="0">
                    <a:pos x="T2" y="T3"/>
                  </a:cxn>
                  <a:cxn ang="0">
                    <a:pos x="T4" y="T5"/>
                  </a:cxn>
                  <a:cxn ang="0">
                    <a:pos x="T6" y="T7"/>
                  </a:cxn>
                  <a:cxn ang="0">
                    <a:pos x="T8" y="T9"/>
                  </a:cxn>
                  <a:cxn ang="0">
                    <a:pos x="T10" y="T11"/>
                  </a:cxn>
                  <a:cxn ang="0">
                    <a:pos x="T12" y="T13"/>
                  </a:cxn>
                </a:cxnLst>
                <a:rect l="0" t="0" r="r" b="b"/>
                <a:pathLst>
                  <a:path w="20" h="29">
                    <a:moveTo>
                      <a:pt x="19" y="27"/>
                    </a:moveTo>
                    <a:cubicBezTo>
                      <a:pt x="17" y="22"/>
                      <a:pt x="15" y="17"/>
                      <a:pt x="12" y="13"/>
                    </a:cubicBezTo>
                    <a:cubicBezTo>
                      <a:pt x="9" y="8"/>
                      <a:pt x="7" y="4"/>
                      <a:pt x="3" y="1"/>
                    </a:cubicBezTo>
                    <a:cubicBezTo>
                      <a:pt x="2" y="0"/>
                      <a:pt x="0" y="1"/>
                      <a:pt x="0" y="3"/>
                    </a:cubicBezTo>
                    <a:cubicBezTo>
                      <a:pt x="2" y="7"/>
                      <a:pt x="5" y="11"/>
                      <a:pt x="8" y="15"/>
                    </a:cubicBezTo>
                    <a:cubicBezTo>
                      <a:pt x="10" y="19"/>
                      <a:pt x="13" y="24"/>
                      <a:pt x="16" y="28"/>
                    </a:cubicBezTo>
                    <a:cubicBezTo>
                      <a:pt x="17" y="29"/>
                      <a:pt x="20" y="29"/>
                      <a:pt x="19"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83" name="Freeform 98">
                <a:extLst>
                  <a:ext uri="{FF2B5EF4-FFF2-40B4-BE49-F238E27FC236}">
                    <a16:creationId xmlns:a16="http://schemas.microsoft.com/office/drawing/2014/main" id="{08E15B05-23D0-A8A8-EA31-3CEA5D817441}"/>
                  </a:ext>
                </a:extLst>
              </p:cNvPr>
              <p:cNvSpPr/>
              <p:nvPr/>
            </p:nvSpPr>
            <p:spPr bwMode="auto">
              <a:xfrm>
                <a:off x="5182" y="1224"/>
                <a:ext cx="30" cy="47"/>
              </a:xfrm>
              <a:custGeom>
                <a:avLst/>
                <a:gdLst>
                  <a:gd name="T0" fmla="*/ 16 w 17"/>
                  <a:gd name="T1" fmla="*/ 24 h 27"/>
                  <a:gd name="T2" fmla="*/ 3 w 17"/>
                  <a:gd name="T3" fmla="*/ 0 h 27"/>
                  <a:gd name="T4" fmla="*/ 1 w 17"/>
                  <a:gd name="T5" fmla="*/ 2 h 27"/>
                  <a:gd name="T6" fmla="*/ 7 w 17"/>
                  <a:gd name="T7" fmla="*/ 13 h 27"/>
                  <a:gd name="T8" fmla="*/ 13 w 17"/>
                  <a:gd name="T9" fmla="*/ 25 h 27"/>
                  <a:gd name="T10" fmla="*/ 16 w 17"/>
                  <a:gd name="T11" fmla="*/ 24 h 27"/>
                </a:gdLst>
                <a:ahLst/>
                <a:cxnLst>
                  <a:cxn ang="0">
                    <a:pos x="T0" y="T1"/>
                  </a:cxn>
                  <a:cxn ang="0">
                    <a:pos x="T2" y="T3"/>
                  </a:cxn>
                  <a:cxn ang="0">
                    <a:pos x="T4" y="T5"/>
                  </a:cxn>
                  <a:cxn ang="0">
                    <a:pos x="T6" y="T7"/>
                  </a:cxn>
                  <a:cxn ang="0">
                    <a:pos x="T8" y="T9"/>
                  </a:cxn>
                  <a:cxn ang="0">
                    <a:pos x="T10" y="T11"/>
                  </a:cxn>
                </a:cxnLst>
                <a:rect l="0" t="0" r="r" b="b"/>
                <a:pathLst>
                  <a:path w="17" h="27">
                    <a:moveTo>
                      <a:pt x="16" y="24"/>
                    </a:moveTo>
                    <a:cubicBezTo>
                      <a:pt x="14" y="16"/>
                      <a:pt x="10" y="6"/>
                      <a:pt x="3" y="0"/>
                    </a:cubicBezTo>
                    <a:cubicBezTo>
                      <a:pt x="1" y="0"/>
                      <a:pt x="0" y="1"/>
                      <a:pt x="1" y="2"/>
                    </a:cubicBezTo>
                    <a:cubicBezTo>
                      <a:pt x="3" y="6"/>
                      <a:pt x="5" y="9"/>
                      <a:pt x="7" y="13"/>
                    </a:cubicBezTo>
                    <a:cubicBezTo>
                      <a:pt x="10" y="17"/>
                      <a:pt x="11" y="21"/>
                      <a:pt x="13" y="25"/>
                    </a:cubicBezTo>
                    <a:cubicBezTo>
                      <a:pt x="14" y="27"/>
                      <a:pt x="17" y="26"/>
                      <a:pt x="16"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84" name="Freeform 99">
                <a:extLst>
                  <a:ext uri="{FF2B5EF4-FFF2-40B4-BE49-F238E27FC236}">
                    <a16:creationId xmlns:a16="http://schemas.microsoft.com/office/drawing/2014/main" id="{7F9B109D-8957-DCA4-6378-84FB318F1073}"/>
                  </a:ext>
                </a:extLst>
              </p:cNvPr>
              <p:cNvSpPr/>
              <p:nvPr/>
            </p:nvSpPr>
            <p:spPr bwMode="auto">
              <a:xfrm>
                <a:off x="5207" y="1226"/>
                <a:ext cx="28" cy="44"/>
              </a:xfrm>
              <a:custGeom>
                <a:avLst/>
                <a:gdLst>
                  <a:gd name="T0" fmla="*/ 15 w 16"/>
                  <a:gd name="T1" fmla="*/ 22 h 25"/>
                  <a:gd name="T2" fmla="*/ 3 w 16"/>
                  <a:gd name="T3" fmla="*/ 1 h 25"/>
                  <a:gd name="T4" fmla="*/ 1 w 16"/>
                  <a:gd name="T5" fmla="*/ 3 h 25"/>
                  <a:gd name="T6" fmla="*/ 6 w 16"/>
                  <a:gd name="T7" fmla="*/ 12 h 25"/>
                  <a:gd name="T8" fmla="*/ 12 w 16"/>
                  <a:gd name="T9" fmla="*/ 23 h 25"/>
                  <a:gd name="T10" fmla="*/ 15 w 16"/>
                  <a:gd name="T11" fmla="*/ 22 h 25"/>
                </a:gdLst>
                <a:ahLst/>
                <a:cxnLst>
                  <a:cxn ang="0">
                    <a:pos x="T0" y="T1"/>
                  </a:cxn>
                  <a:cxn ang="0">
                    <a:pos x="T2" y="T3"/>
                  </a:cxn>
                  <a:cxn ang="0">
                    <a:pos x="T4" y="T5"/>
                  </a:cxn>
                  <a:cxn ang="0">
                    <a:pos x="T6" y="T7"/>
                  </a:cxn>
                  <a:cxn ang="0">
                    <a:pos x="T8" y="T9"/>
                  </a:cxn>
                  <a:cxn ang="0">
                    <a:pos x="T10" y="T11"/>
                  </a:cxn>
                </a:cxnLst>
                <a:rect l="0" t="0" r="r" b="b"/>
                <a:pathLst>
                  <a:path w="16" h="25">
                    <a:moveTo>
                      <a:pt x="15" y="22"/>
                    </a:moveTo>
                    <a:cubicBezTo>
                      <a:pt x="13" y="15"/>
                      <a:pt x="9" y="5"/>
                      <a:pt x="3" y="1"/>
                    </a:cubicBezTo>
                    <a:cubicBezTo>
                      <a:pt x="2" y="0"/>
                      <a:pt x="0" y="1"/>
                      <a:pt x="1" y="3"/>
                    </a:cubicBezTo>
                    <a:cubicBezTo>
                      <a:pt x="2" y="6"/>
                      <a:pt x="4" y="9"/>
                      <a:pt x="6" y="12"/>
                    </a:cubicBezTo>
                    <a:cubicBezTo>
                      <a:pt x="8" y="16"/>
                      <a:pt x="10" y="20"/>
                      <a:pt x="12" y="23"/>
                    </a:cubicBezTo>
                    <a:cubicBezTo>
                      <a:pt x="13" y="25"/>
                      <a:pt x="16" y="24"/>
                      <a:pt x="15"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85" name="Freeform 100">
                <a:extLst>
                  <a:ext uri="{FF2B5EF4-FFF2-40B4-BE49-F238E27FC236}">
                    <a16:creationId xmlns:a16="http://schemas.microsoft.com/office/drawing/2014/main" id="{FA2D34EE-9915-F3D7-3261-934D72946CDE}"/>
                  </a:ext>
                </a:extLst>
              </p:cNvPr>
              <p:cNvSpPr/>
              <p:nvPr/>
            </p:nvSpPr>
            <p:spPr bwMode="auto">
              <a:xfrm>
                <a:off x="5224" y="1233"/>
                <a:ext cx="22" cy="30"/>
              </a:xfrm>
              <a:custGeom>
                <a:avLst/>
                <a:gdLst>
                  <a:gd name="T0" fmla="*/ 11 w 12"/>
                  <a:gd name="T1" fmla="*/ 13 h 17"/>
                  <a:gd name="T2" fmla="*/ 3 w 12"/>
                  <a:gd name="T3" fmla="*/ 1 h 17"/>
                  <a:gd name="T4" fmla="*/ 0 w 12"/>
                  <a:gd name="T5" fmla="*/ 2 h 17"/>
                  <a:gd name="T6" fmla="*/ 8 w 12"/>
                  <a:gd name="T7" fmla="*/ 15 h 17"/>
                  <a:gd name="T8" fmla="*/ 11 w 12"/>
                  <a:gd name="T9" fmla="*/ 13 h 17"/>
                </a:gdLst>
                <a:ahLst/>
                <a:cxnLst>
                  <a:cxn ang="0">
                    <a:pos x="T0" y="T1"/>
                  </a:cxn>
                  <a:cxn ang="0">
                    <a:pos x="T2" y="T3"/>
                  </a:cxn>
                  <a:cxn ang="0">
                    <a:pos x="T4" y="T5"/>
                  </a:cxn>
                  <a:cxn ang="0">
                    <a:pos x="T6" y="T7"/>
                  </a:cxn>
                  <a:cxn ang="0">
                    <a:pos x="T8" y="T9"/>
                  </a:cxn>
                </a:cxnLst>
                <a:rect l="0" t="0" r="r" b="b"/>
                <a:pathLst>
                  <a:path w="12" h="17">
                    <a:moveTo>
                      <a:pt x="11" y="13"/>
                    </a:moveTo>
                    <a:cubicBezTo>
                      <a:pt x="9" y="9"/>
                      <a:pt x="6" y="4"/>
                      <a:pt x="3" y="1"/>
                    </a:cubicBezTo>
                    <a:cubicBezTo>
                      <a:pt x="2" y="0"/>
                      <a:pt x="0" y="1"/>
                      <a:pt x="0" y="2"/>
                    </a:cubicBezTo>
                    <a:cubicBezTo>
                      <a:pt x="2" y="7"/>
                      <a:pt x="5" y="11"/>
                      <a:pt x="8" y="15"/>
                    </a:cubicBezTo>
                    <a:cubicBezTo>
                      <a:pt x="9" y="17"/>
                      <a:pt x="12" y="15"/>
                      <a:pt x="11"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86" name="Freeform 101">
                <a:extLst>
                  <a:ext uri="{FF2B5EF4-FFF2-40B4-BE49-F238E27FC236}">
                    <a16:creationId xmlns:a16="http://schemas.microsoft.com/office/drawing/2014/main" id="{8BD4C473-7872-4A14-0583-1558AEC2FBFB}"/>
                  </a:ext>
                </a:extLst>
              </p:cNvPr>
              <p:cNvSpPr/>
              <p:nvPr/>
            </p:nvSpPr>
            <p:spPr bwMode="auto">
              <a:xfrm>
                <a:off x="5112" y="1286"/>
                <a:ext cx="39" cy="45"/>
              </a:xfrm>
              <a:custGeom>
                <a:avLst/>
                <a:gdLst>
                  <a:gd name="T0" fmla="*/ 21 w 22"/>
                  <a:gd name="T1" fmla="*/ 22 h 26"/>
                  <a:gd name="T2" fmla="*/ 3 w 22"/>
                  <a:gd name="T3" fmla="*/ 1 h 26"/>
                  <a:gd name="T4" fmla="*/ 1 w 22"/>
                  <a:gd name="T5" fmla="*/ 3 h 26"/>
                  <a:gd name="T6" fmla="*/ 18 w 22"/>
                  <a:gd name="T7" fmla="*/ 24 h 26"/>
                  <a:gd name="T8" fmla="*/ 21 w 22"/>
                  <a:gd name="T9" fmla="*/ 22 h 26"/>
                </a:gdLst>
                <a:ahLst/>
                <a:cxnLst>
                  <a:cxn ang="0">
                    <a:pos x="T0" y="T1"/>
                  </a:cxn>
                  <a:cxn ang="0">
                    <a:pos x="T2" y="T3"/>
                  </a:cxn>
                  <a:cxn ang="0">
                    <a:pos x="T4" y="T5"/>
                  </a:cxn>
                  <a:cxn ang="0">
                    <a:pos x="T6" y="T7"/>
                  </a:cxn>
                  <a:cxn ang="0">
                    <a:pos x="T8" y="T9"/>
                  </a:cxn>
                </a:cxnLst>
                <a:rect l="0" t="0" r="r" b="b"/>
                <a:pathLst>
                  <a:path w="22" h="26">
                    <a:moveTo>
                      <a:pt x="21" y="22"/>
                    </a:moveTo>
                    <a:cubicBezTo>
                      <a:pt x="16" y="15"/>
                      <a:pt x="10" y="6"/>
                      <a:pt x="3" y="1"/>
                    </a:cubicBezTo>
                    <a:cubicBezTo>
                      <a:pt x="2" y="0"/>
                      <a:pt x="0" y="2"/>
                      <a:pt x="1" y="3"/>
                    </a:cubicBezTo>
                    <a:cubicBezTo>
                      <a:pt x="6" y="11"/>
                      <a:pt x="12" y="18"/>
                      <a:pt x="18" y="24"/>
                    </a:cubicBezTo>
                    <a:cubicBezTo>
                      <a:pt x="19" y="26"/>
                      <a:pt x="22" y="24"/>
                      <a:pt x="21"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87" name="Freeform 102">
                <a:extLst>
                  <a:ext uri="{FF2B5EF4-FFF2-40B4-BE49-F238E27FC236}">
                    <a16:creationId xmlns:a16="http://schemas.microsoft.com/office/drawing/2014/main" id="{8FC88D44-CE63-F18A-5F37-88CEA9EB546B}"/>
                  </a:ext>
                </a:extLst>
              </p:cNvPr>
              <p:cNvSpPr/>
              <p:nvPr/>
            </p:nvSpPr>
            <p:spPr bwMode="auto">
              <a:xfrm>
                <a:off x="5119" y="1315"/>
                <a:ext cx="33" cy="34"/>
              </a:xfrm>
              <a:custGeom>
                <a:avLst/>
                <a:gdLst>
                  <a:gd name="T0" fmla="*/ 18 w 19"/>
                  <a:gd name="T1" fmla="*/ 15 h 19"/>
                  <a:gd name="T2" fmla="*/ 10 w 19"/>
                  <a:gd name="T3" fmla="*/ 8 h 19"/>
                  <a:gd name="T4" fmla="*/ 3 w 19"/>
                  <a:gd name="T5" fmla="*/ 1 h 19"/>
                  <a:gd name="T6" fmla="*/ 0 w 19"/>
                  <a:gd name="T7" fmla="*/ 3 h 19"/>
                  <a:gd name="T8" fmla="*/ 7 w 19"/>
                  <a:gd name="T9" fmla="*/ 11 h 19"/>
                  <a:gd name="T10" fmla="*/ 16 w 19"/>
                  <a:gd name="T11" fmla="*/ 18 h 19"/>
                  <a:gd name="T12" fmla="*/ 18 w 19"/>
                  <a:gd name="T13" fmla="*/ 15 h 19"/>
                </a:gdLst>
                <a:ahLst/>
                <a:cxnLst>
                  <a:cxn ang="0">
                    <a:pos x="T0" y="T1"/>
                  </a:cxn>
                  <a:cxn ang="0">
                    <a:pos x="T2" y="T3"/>
                  </a:cxn>
                  <a:cxn ang="0">
                    <a:pos x="T4" y="T5"/>
                  </a:cxn>
                  <a:cxn ang="0">
                    <a:pos x="T6" y="T7"/>
                  </a:cxn>
                  <a:cxn ang="0">
                    <a:pos x="T8" y="T9"/>
                  </a:cxn>
                  <a:cxn ang="0">
                    <a:pos x="T10" y="T11"/>
                  </a:cxn>
                  <a:cxn ang="0">
                    <a:pos x="T12" y="T13"/>
                  </a:cxn>
                </a:cxnLst>
                <a:rect l="0" t="0" r="r" b="b"/>
                <a:pathLst>
                  <a:path w="19" h="19">
                    <a:moveTo>
                      <a:pt x="18" y="15"/>
                    </a:moveTo>
                    <a:cubicBezTo>
                      <a:pt x="15" y="13"/>
                      <a:pt x="12" y="10"/>
                      <a:pt x="10" y="8"/>
                    </a:cubicBezTo>
                    <a:cubicBezTo>
                      <a:pt x="8" y="6"/>
                      <a:pt x="6" y="3"/>
                      <a:pt x="3" y="1"/>
                    </a:cubicBezTo>
                    <a:cubicBezTo>
                      <a:pt x="2" y="0"/>
                      <a:pt x="0" y="2"/>
                      <a:pt x="0" y="3"/>
                    </a:cubicBezTo>
                    <a:cubicBezTo>
                      <a:pt x="2" y="6"/>
                      <a:pt x="5" y="9"/>
                      <a:pt x="7" y="11"/>
                    </a:cubicBezTo>
                    <a:cubicBezTo>
                      <a:pt x="10" y="13"/>
                      <a:pt x="13" y="16"/>
                      <a:pt x="16" y="18"/>
                    </a:cubicBezTo>
                    <a:cubicBezTo>
                      <a:pt x="18" y="19"/>
                      <a:pt x="19" y="16"/>
                      <a:pt x="18"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88" name="Freeform 103">
                <a:extLst>
                  <a:ext uri="{FF2B5EF4-FFF2-40B4-BE49-F238E27FC236}">
                    <a16:creationId xmlns:a16="http://schemas.microsoft.com/office/drawing/2014/main" id="{97098626-D910-A738-2811-9F7DC8065D16}"/>
                  </a:ext>
                </a:extLst>
              </p:cNvPr>
              <p:cNvSpPr/>
              <p:nvPr/>
            </p:nvSpPr>
            <p:spPr bwMode="auto">
              <a:xfrm>
                <a:off x="5247" y="1389"/>
                <a:ext cx="34" cy="60"/>
              </a:xfrm>
              <a:custGeom>
                <a:avLst/>
                <a:gdLst>
                  <a:gd name="T0" fmla="*/ 19 w 19"/>
                  <a:gd name="T1" fmla="*/ 32 h 34"/>
                  <a:gd name="T2" fmla="*/ 3 w 19"/>
                  <a:gd name="T3" fmla="*/ 1 h 34"/>
                  <a:gd name="T4" fmla="*/ 1 w 19"/>
                  <a:gd name="T5" fmla="*/ 3 h 34"/>
                  <a:gd name="T6" fmla="*/ 16 w 19"/>
                  <a:gd name="T7" fmla="*/ 33 h 34"/>
                  <a:gd name="T8" fmla="*/ 19 w 19"/>
                  <a:gd name="T9" fmla="*/ 32 h 34"/>
                </a:gdLst>
                <a:ahLst/>
                <a:cxnLst>
                  <a:cxn ang="0">
                    <a:pos x="T0" y="T1"/>
                  </a:cxn>
                  <a:cxn ang="0">
                    <a:pos x="T2" y="T3"/>
                  </a:cxn>
                  <a:cxn ang="0">
                    <a:pos x="T4" y="T5"/>
                  </a:cxn>
                  <a:cxn ang="0">
                    <a:pos x="T6" y="T7"/>
                  </a:cxn>
                  <a:cxn ang="0">
                    <a:pos x="T8" y="T9"/>
                  </a:cxn>
                </a:cxnLst>
                <a:rect l="0" t="0" r="r" b="b"/>
                <a:pathLst>
                  <a:path w="19" h="34">
                    <a:moveTo>
                      <a:pt x="19" y="32"/>
                    </a:moveTo>
                    <a:cubicBezTo>
                      <a:pt x="15" y="21"/>
                      <a:pt x="9" y="11"/>
                      <a:pt x="3" y="1"/>
                    </a:cubicBezTo>
                    <a:cubicBezTo>
                      <a:pt x="2" y="0"/>
                      <a:pt x="0" y="1"/>
                      <a:pt x="1" y="3"/>
                    </a:cubicBezTo>
                    <a:cubicBezTo>
                      <a:pt x="6" y="13"/>
                      <a:pt x="11" y="23"/>
                      <a:pt x="16" y="33"/>
                    </a:cubicBezTo>
                    <a:cubicBezTo>
                      <a:pt x="17" y="34"/>
                      <a:pt x="19" y="33"/>
                      <a:pt x="19"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89" name="Freeform 104">
                <a:extLst>
                  <a:ext uri="{FF2B5EF4-FFF2-40B4-BE49-F238E27FC236}">
                    <a16:creationId xmlns:a16="http://schemas.microsoft.com/office/drawing/2014/main" id="{DDDC9271-2999-79E4-F745-05CEE7D60FA4}"/>
                  </a:ext>
                </a:extLst>
              </p:cNvPr>
              <p:cNvSpPr/>
              <p:nvPr/>
            </p:nvSpPr>
            <p:spPr bwMode="auto">
              <a:xfrm>
                <a:off x="5223" y="1384"/>
                <a:ext cx="23" cy="46"/>
              </a:xfrm>
              <a:custGeom>
                <a:avLst/>
                <a:gdLst>
                  <a:gd name="T0" fmla="*/ 12 w 13"/>
                  <a:gd name="T1" fmla="*/ 23 h 26"/>
                  <a:gd name="T2" fmla="*/ 3 w 13"/>
                  <a:gd name="T3" fmla="*/ 1 h 26"/>
                  <a:gd name="T4" fmla="*/ 0 w 13"/>
                  <a:gd name="T5" fmla="*/ 2 h 26"/>
                  <a:gd name="T6" fmla="*/ 9 w 13"/>
                  <a:gd name="T7" fmla="*/ 25 h 26"/>
                  <a:gd name="T8" fmla="*/ 12 w 13"/>
                  <a:gd name="T9" fmla="*/ 23 h 26"/>
                </a:gdLst>
                <a:ahLst/>
                <a:cxnLst>
                  <a:cxn ang="0">
                    <a:pos x="T0" y="T1"/>
                  </a:cxn>
                  <a:cxn ang="0">
                    <a:pos x="T2" y="T3"/>
                  </a:cxn>
                  <a:cxn ang="0">
                    <a:pos x="T4" y="T5"/>
                  </a:cxn>
                  <a:cxn ang="0">
                    <a:pos x="T6" y="T7"/>
                  </a:cxn>
                  <a:cxn ang="0">
                    <a:pos x="T8" y="T9"/>
                  </a:cxn>
                </a:cxnLst>
                <a:rect l="0" t="0" r="r" b="b"/>
                <a:pathLst>
                  <a:path w="13" h="26">
                    <a:moveTo>
                      <a:pt x="12" y="23"/>
                    </a:moveTo>
                    <a:cubicBezTo>
                      <a:pt x="8" y="16"/>
                      <a:pt x="5" y="9"/>
                      <a:pt x="3" y="1"/>
                    </a:cubicBezTo>
                    <a:cubicBezTo>
                      <a:pt x="2" y="0"/>
                      <a:pt x="0" y="0"/>
                      <a:pt x="0" y="2"/>
                    </a:cubicBezTo>
                    <a:cubicBezTo>
                      <a:pt x="1" y="10"/>
                      <a:pt x="4" y="18"/>
                      <a:pt x="9" y="25"/>
                    </a:cubicBezTo>
                    <a:cubicBezTo>
                      <a:pt x="10" y="26"/>
                      <a:pt x="13" y="24"/>
                      <a:pt x="12"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0" name="Freeform 105">
                <a:extLst>
                  <a:ext uri="{FF2B5EF4-FFF2-40B4-BE49-F238E27FC236}">
                    <a16:creationId xmlns:a16="http://schemas.microsoft.com/office/drawing/2014/main" id="{06387A7F-775E-C829-B019-EFAFF1BC66FE}"/>
                  </a:ext>
                </a:extLst>
              </p:cNvPr>
              <p:cNvSpPr/>
              <p:nvPr/>
            </p:nvSpPr>
            <p:spPr bwMode="auto">
              <a:xfrm>
                <a:off x="5261" y="1377"/>
                <a:ext cx="20" cy="37"/>
              </a:xfrm>
              <a:custGeom>
                <a:avLst/>
                <a:gdLst>
                  <a:gd name="T0" fmla="*/ 10 w 11"/>
                  <a:gd name="T1" fmla="*/ 18 h 21"/>
                  <a:gd name="T2" fmla="*/ 4 w 11"/>
                  <a:gd name="T3" fmla="*/ 1 h 21"/>
                  <a:gd name="T4" fmla="*/ 1 w 11"/>
                  <a:gd name="T5" fmla="*/ 2 h 21"/>
                  <a:gd name="T6" fmla="*/ 7 w 11"/>
                  <a:gd name="T7" fmla="*/ 19 h 21"/>
                  <a:gd name="T8" fmla="*/ 10 w 11"/>
                  <a:gd name="T9" fmla="*/ 18 h 21"/>
                </a:gdLst>
                <a:ahLst/>
                <a:cxnLst>
                  <a:cxn ang="0">
                    <a:pos x="T0" y="T1"/>
                  </a:cxn>
                  <a:cxn ang="0">
                    <a:pos x="T2" y="T3"/>
                  </a:cxn>
                  <a:cxn ang="0">
                    <a:pos x="T4" y="T5"/>
                  </a:cxn>
                  <a:cxn ang="0">
                    <a:pos x="T6" y="T7"/>
                  </a:cxn>
                  <a:cxn ang="0">
                    <a:pos x="T8" y="T9"/>
                  </a:cxn>
                </a:cxnLst>
                <a:rect l="0" t="0" r="r" b="b"/>
                <a:pathLst>
                  <a:path w="11" h="21">
                    <a:moveTo>
                      <a:pt x="10" y="18"/>
                    </a:moveTo>
                    <a:cubicBezTo>
                      <a:pt x="8" y="13"/>
                      <a:pt x="6" y="7"/>
                      <a:pt x="4" y="1"/>
                    </a:cubicBezTo>
                    <a:cubicBezTo>
                      <a:pt x="3" y="0"/>
                      <a:pt x="0" y="0"/>
                      <a:pt x="1" y="2"/>
                    </a:cubicBezTo>
                    <a:cubicBezTo>
                      <a:pt x="3" y="8"/>
                      <a:pt x="5" y="14"/>
                      <a:pt x="7" y="19"/>
                    </a:cubicBezTo>
                    <a:cubicBezTo>
                      <a:pt x="8" y="21"/>
                      <a:pt x="11" y="20"/>
                      <a:pt x="10"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1" name="Freeform 106">
                <a:extLst>
                  <a:ext uri="{FF2B5EF4-FFF2-40B4-BE49-F238E27FC236}">
                    <a16:creationId xmlns:a16="http://schemas.microsoft.com/office/drawing/2014/main" id="{F5127816-41C6-AF86-0E8C-A422122DD901}"/>
                  </a:ext>
                </a:extLst>
              </p:cNvPr>
              <p:cNvSpPr/>
              <p:nvPr/>
            </p:nvSpPr>
            <p:spPr bwMode="auto">
              <a:xfrm>
                <a:off x="5441" y="1660"/>
                <a:ext cx="51" cy="32"/>
              </a:xfrm>
              <a:custGeom>
                <a:avLst/>
                <a:gdLst>
                  <a:gd name="T0" fmla="*/ 1 w 29"/>
                  <a:gd name="T1" fmla="*/ 4 h 18"/>
                  <a:gd name="T2" fmla="*/ 14 w 29"/>
                  <a:gd name="T3" fmla="*/ 11 h 18"/>
                  <a:gd name="T4" fmla="*/ 27 w 29"/>
                  <a:gd name="T5" fmla="*/ 17 h 18"/>
                  <a:gd name="T6" fmla="*/ 28 w 29"/>
                  <a:gd name="T7" fmla="*/ 15 h 18"/>
                  <a:gd name="T8" fmla="*/ 16 w 29"/>
                  <a:gd name="T9" fmla="*/ 7 h 18"/>
                  <a:gd name="T10" fmla="*/ 2 w 29"/>
                  <a:gd name="T11" fmla="*/ 1 h 18"/>
                  <a:gd name="T12" fmla="*/ 1 w 29"/>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29" h="18">
                    <a:moveTo>
                      <a:pt x="1" y="4"/>
                    </a:moveTo>
                    <a:cubicBezTo>
                      <a:pt x="5" y="7"/>
                      <a:pt x="10" y="9"/>
                      <a:pt x="14" y="11"/>
                    </a:cubicBezTo>
                    <a:cubicBezTo>
                      <a:pt x="18" y="14"/>
                      <a:pt x="22" y="16"/>
                      <a:pt x="27" y="17"/>
                    </a:cubicBezTo>
                    <a:cubicBezTo>
                      <a:pt x="28" y="18"/>
                      <a:pt x="29" y="16"/>
                      <a:pt x="28" y="15"/>
                    </a:cubicBezTo>
                    <a:cubicBezTo>
                      <a:pt x="25" y="11"/>
                      <a:pt x="20" y="9"/>
                      <a:pt x="16" y="7"/>
                    </a:cubicBezTo>
                    <a:cubicBezTo>
                      <a:pt x="11" y="5"/>
                      <a:pt x="7" y="3"/>
                      <a:pt x="2" y="1"/>
                    </a:cubicBezTo>
                    <a:cubicBezTo>
                      <a:pt x="1" y="0"/>
                      <a:pt x="0" y="3"/>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2" name="Freeform 107">
                <a:extLst>
                  <a:ext uri="{FF2B5EF4-FFF2-40B4-BE49-F238E27FC236}">
                    <a16:creationId xmlns:a16="http://schemas.microsoft.com/office/drawing/2014/main" id="{2DFC155E-8585-DB56-DE16-254026795887}"/>
                  </a:ext>
                </a:extLst>
              </p:cNvPr>
              <p:cNvSpPr/>
              <p:nvPr/>
            </p:nvSpPr>
            <p:spPr bwMode="auto">
              <a:xfrm>
                <a:off x="5427" y="1630"/>
                <a:ext cx="54" cy="27"/>
              </a:xfrm>
              <a:custGeom>
                <a:avLst/>
                <a:gdLst>
                  <a:gd name="T0" fmla="*/ 1 w 31"/>
                  <a:gd name="T1" fmla="*/ 4 h 15"/>
                  <a:gd name="T2" fmla="*/ 29 w 31"/>
                  <a:gd name="T3" fmla="*/ 13 h 15"/>
                  <a:gd name="T4" fmla="*/ 29 w 31"/>
                  <a:gd name="T5" fmla="*/ 10 h 15"/>
                  <a:gd name="T6" fmla="*/ 16 w 31"/>
                  <a:gd name="T7" fmla="*/ 8 h 15"/>
                  <a:gd name="T8" fmla="*/ 3 w 31"/>
                  <a:gd name="T9" fmla="*/ 1 h 15"/>
                  <a:gd name="T10" fmla="*/ 1 w 31"/>
                  <a:gd name="T11" fmla="*/ 4 h 15"/>
                </a:gdLst>
                <a:ahLst/>
                <a:cxnLst>
                  <a:cxn ang="0">
                    <a:pos x="T0" y="T1"/>
                  </a:cxn>
                  <a:cxn ang="0">
                    <a:pos x="T2" y="T3"/>
                  </a:cxn>
                  <a:cxn ang="0">
                    <a:pos x="T4" y="T5"/>
                  </a:cxn>
                  <a:cxn ang="0">
                    <a:pos x="T6" y="T7"/>
                  </a:cxn>
                  <a:cxn ang="0">
                    <a:pos x="T8" y="T9"/>
                  </a:cxn>
                  <a:cxn ang="0">
                    <a:pos x="T10" y="T11"/>
                  </a:cxn>
                </a:cxnLst>
                <a:rect l="0" t="0" r="r" b="b"/>
                <a:pathLst>
                  <a:path w="31" h="15">
                    <a:moveTo>
                      <a:pt x="1" y="4"/>
                    </a:moveTo>
                    <a:cubicBezTo>
                      <a:pt x="8" y="10"/>
                      <a:pt x="19" y="15"/>
                      <a:pt x="29" y="13"/>
                    </a:cubicBezTo>
                    <a:cubicBezTo>
                      <a:pt x="31" y="12"/>
                      <a:pt x="31" y="10"/>
                      <a:pt x="29" y="10"/>
                    </a:cubicBezTo>
                    <a:cubicBezTo>
                      <a:pt x="25" y="9"/>
                      <a:pt x="20" y="9"/>
                      <a:pt x="16" y="8"/>
                    </a:cubicBezTo>
                    <a:cubicBezTo>
                      <a:pt x="11" y="6"/>
                      <a:pt x="7" y="4"/>
                      <a:pt x="3" y="1"/>
                    </a:cubicBezTo>
                    <a:cubicBezTo>
                      <a:pt x="2" y="0"/>
                      <a:pt x="0" y="2"/>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3" name="Freeform 108">
                <a:extLst>
                  <a:ext uri="{FF2B5EF4-FFF2-40B4-BE49-F238E27FC236}">
                    <a16:creationId xmlns:a16="http://schemas.microsoft.com/office/drawing/2014/main" id="{0036B8BA-684C-F1E3-2087-FC76021EFE33}"/>
                  </a:ext>
                </a:extLst>
              </p:cNvPr>
              <p:cNvSpPr/>
              <p:nvPr/>
            </p:nvSpPr>
            <p:spPr bwMode="auto">
              <a:xfrm>
                <a:off x="5421" y="1607"/>
                <a:ext cx="39" cy="25"/>
              </a:xfrm>
              <a:custGeom>
                <a:avLst/>
                <a:gdLst>
                  <a:gd name="T0" fmla="*/ 1 w 22"/>
                  <a:gd name="T1" fmla="*/ 4 h 14"/>
                  <a:gd name="T2" fmla="*/ 20 w 22"/>
                  <a:gd name="T3" fmla="*/ 13 h 14"/>
                  <a:gd name="T4" fmla="*/ 21 w 22"/>
                  <a:gd name="T5" fmla="*/ 10 h 14"/>
                  <a:gd name="T6" fmla="*/ 12 w 22"/>
                  <a:gd name="T7" fmla="*/ 7 h 14"/>
                  <a:gd name="T8" fmla="*/ 3 w 22"/>
                  <a:gd name="T9" fmla="*/ 2 h 14"/>
                  <a:gd name="T10" fmla="*/ 1 w 22"/>
                  <a:gd name="T11" fmla="*/ 4 h 14"/>
                </a:gdLst>
                <a:ahLst/>
                <a:cxnLst>
                  <a:cxn ang="0">
                    <a:pos x="T0" y="T1"/>
                  </a:cxn>
                  <a:cxn ang="0">
                    <a:pos x="T2" y="T3"/>
                  </a:cxn>
                  <a:cxn ang="0">
                    <a:pos x="T4" y="T5"/>
                  </a:cxn>
                  <a:cxn ang="0">
                    <a:pos x="T6" y="T7"/>
                  </a:cxn>
                  <a:cxn ang="0">
                    <a:pos x="T8" y="T9"/>
                  </a:cxn>
                  <a:cxn ang="0">
                    <a:pos x="T10" y="T11"/>
                  </a:cxn>
                </a:cxnLst>
                <a:rect l="0" t="0" r="r" b="b"/>
                <a:pathLst>
                  <a:path w="22" h="14">
                    <a:moveTo>
                      <a:pt x="1" y="4"/>
                    </a:moveTo>
                    <a:cubicBezTo>
                      <a:pt x="6" y="9"/>
                      <a:pt x="13" y="14"/>
                      <a:pt x="20" y="13"/>
                    </a:cubicBezTo>
                    <a:cubicBezTo>
                      <a:pt x="22" y="13"/>
                      <a:pt x="22" y="11"/>
                      <a:pt x="21" y="10"/>
                    </a:cubicBezTo>
                    <a:cubicBezTo>
                      <a:pt x="18" y="9"/>
                      <a:pt x="15" y="9"/>
                      <a:pt x="12" y="7"/>
                    </a:cubicBezTo>
                    <a:cubicBezTo>
                      <a:pt x="9" y="6"/>
                      <a:pt x="6" y="4"/>
                      <a:pt x="3" y="2"/>
                    </a:cubicBezTo>
                    <a:cubicBezTo>
                      <a:pt x="2" y="0"/>
                      <a:pt x="0" y="2"/>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4" name="Freeform 109">
                <a:extLst>
                  <a:ext uri="{FF2B5EF4-FFF2-40B4-BE49-F238E27FC236}">
                    <a16:creationId xmlns:a16="http://schemas.microsoft.com/office/drawing/2014/main" id="{D53B03FF-0F34-EFCC-50C4-59F925094584}"/>
                  </a:ext>
                </a:extLst>
              </p:cNvPr>
              <p:cNvSpPr/>
              <p:nvPr/>
            </p:nvSpPr>
            <p:spPr bwMode="auto">
              <a:xfrm>
                <a:off x="5409" y="1592"/>
                <a:ext cx="40" cy="15"/>
              </a:xfrm>
              <a:custGeom>
                <a:avLst/>
                <a:gdLst>
                  <a:gd name="T0" fmla="*/ 2 w 23"/>
                  <a:gd name="T1" fmla="*/ 4 h 9"/>
                  <a:gd name="T2" fmla="*/ 21 w 23"/>
                  <a:gd name="T3" fmla="*/ 9 h 9"/>
                  <a:gd name="T4" fmla="*/ 21 w 23"/>
                  <a:gd name="T5" fmla="*/ 6 h 9"/>
                  <a:gd name="T6" fmla="*/ 3 w 23"/>
                  <a:gd name="T7" fmla="*/ 1 h 9"/>
                  <a:gd name="T8" fmla="*/ 2 w 23"/>
                  <a:gd name="T9" fmla="*/ 4 h 9"/>
                </a:gdLst>
                <a:ahLst/>
                <a:cxnLst>
                  <a:cxn ang="0">
                    <a:pos x="T0" y="T1"/>
                  </a:cxn>
                  <a:cxn ang="0">
                    <a:pos x="T2" y="T3"/>
                  </a:cxn>
                  <a:cxn ang="0">
                    <a:pos x="T4" y="T5"/>
                  </a:cxn>
                  <a:cxn ang="0">
                    <a:pos x="T6" y="T7"/>
                  </a:cxn>
                  <a:cxn ang="0">
                    <a:pos x="T8" y="T9"/>
                  </a:cxn>
                </a:cxnLst>
                <a:rect l="0" t="0" r="r" b="b"/>
                <a:pathLst>
                  <a:path w="23" h="9">
                    <a:moveTo>
                      <a:pt x="2" y="4"/>
                    </a:moveTo>
                    <a:cubicBezTo>
                      <a:pt x="8" y="6"/>
                      <a:pt x="14" y="8"/>
                      <a:pt x="21" y="9"/>
                    </a:cubicBezTo>
                    <a:cubicBezTo>
                      <a:pt x="22" y="9"/>
                      <a:pt x="23" y="6"/>
                      <a:pt x="21" y="6"/>
                    </a:cubicBezTo>
                    <a:cubicBezTo>
                      <a:pt x="16" y="3"/>
                      <a:pt x="9" y="2"/>
                      <a:pt x="3" y="1"/>
                    </a:cubicBezTo>
                    <a:cubicBezTo>
                      <a:pt x="1"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5" name="Freeform 110">
                <a:extLst>
                  <a:ext uri="{FF2B5EF4-FFF2-40B4-BE49-F238E27FC236}">
                    <a16:creationId xmlns:a16="http://schemas.microsoft.com/office/drawing/2014/main" id="{389DDE82-EA28-C98F-5CF6-5EDCE578D917}"/>
                  </a:ext>
                </a:extLst>
              </p:cNvPr>
              <p:cNvSpPr/>
              <p:nvPr/>
            </p:nvSpPr>
            <p:spPr bwMode="auto">
              <a:xfrm>
                <a:off x="5522" y="1799"/>
                <a:ext cx="73" cy="63"/>
              </a:xfrm>
              <a:custGeom>
                <a:avLst/>
                <a:gdLst>
                  <a:gd name="T0" fmla="*/ 41 w 42"/>
                  <a:gd name="T1" fmla="*/ 33 h 36"/>
                  <a:gd name="T2" fmla="*/ 3 w 42"/>
                  <a:gd name="T3" fmla="*/ 0 h 36"/>
                  <a:gd name="T4" fmla="*/ 1 w 42"/>
                  <a:gd name="T5" fmla="*/ 3 h 36"/>
                  <a:gd name="T6" fmla="*/ 21 w 42"/>
                  <a:gd name="T7" fmla="*/ 18 h 36"/>
                  <a:gd name="T8" fmla="*/ 39 w 42"/>
                  <a:gd name="T9" fmla="*/ 35 h 36"/>
                  <a:gd name="T10" fmla="*/ 41 w 42"/>
                  <a:gd name="T11" fmla="*/ 33 h 36"/>
                </a:gdLst>
                <a:ahLst/>
                <a:cxnLst>
                  <a:cxn ang="0">
                    <a:pos x="T0" y="T1"/>
                  </a:cxn>
                  <a:cxn ang="0">
                    <a:pos x="T2" y="T3"/>
                  </a:cxn>
                  <a:cxn ang="0">
                    <a:pos x="T4" y="T5"/>
                  </a:cxn>
                  <a:cxn ang="0">
                    <a:pos x="T6" y="T7"/>
                  </a:cxn>
                  <a:cxn ang="0">
                    <a:pos x="T8" y="T9"/>
                  </a:cxn>
                  <a:cxn ang="0">
                    <a:pos x="T10" y="T11"/>
                  </a:cxn>
                </a:cxnLst>
                <a:rect l="0" t="0" r="r" b="b"/>
                <a:pathLst>
                  <a:path w="42" h="36">
                    <a:moveTo>
                      <a:pt x="41" y="33"/>
                    </a:moveTo>
                    <a:cubicBezTo>
                      <a:pt x="32" y="20"/>
                      <a:pt x="18" y="7"/>
                      <a:pt x="3" y="0"/>
                    </a:cubicBezTo>
                    <a:cubicBezTo>
                      <a:pt x="2" y="0"/>
                      <a:pt x="0" y="2"/>
                      <a:pt x="1" y="3"/>
                    </a:cubicBezTo>
                    <a:cubicBezTo>
                      <a:pt x="8" y="8"/>
                      <a:pt x="15" y="12"/>
                      <a:pt x="21" y="18"/>
                    </a:cubicBezTo>
                    <a:cubicBezTo>
                      <a:pt x="27" y="23"/>
                      <a:pt x="33" y="29"/>
                      <a:pt x="39" y="35"/>
                    </a:cubicBezTo>
                    <a:cubicBezTo>
                      <a:pt x="40" y="36"/>
                      <a:pt x="42" y="34"/>
                      <a:pt x="41"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6" name="Freeform 111">
                <a:extLst>
                  <a:ext uri="{FF2B5EF4-FFF2-40B4-BE49-F238E27FC236}">
                    <a16:creationId xmlns:a16="http://schemas.microsoft.com/office/drawing/2014/main" id="{17693B4D-EA7B-09D3-ED37-EB88674DFEEE}"/>
                  </a:ext>
                </a:extLst>
              </p:cNvPr>
              <p:cNvSpPr/>
              <p:nvPr/>
            </p:nvSpPr>
            <p:spPr bwMode="auto">
              <a:xfrm>
                <a:off x="5527" y="1767"/>
                <a:ext cx="61" cy="55"/>
              </a:xfrm>
              <a:custGeom>
                <a:avLst/>
                <a:gdLst>
                  <a:gd name="T0" fmla="*/ 34 w 35"/>
                  <a:gd name="T1" fmla="*/ 28 h 31"/>
                  <a:gd name="T2" fmla="*/ 20 w 35"/>
                  <a:gd name="T3" fmla="*/ 12 h 31"/>
                  <a:gd name="T4" fmla="*/ 2 w 35"/>
                  <a:gd name="T5" fmla="*/ 0 h 31"/>
                  <a:gd name="T6" fmla="*/ 1 w 35"/>
                  <a:gd name="T7" fmla="*/ 3 h 31"/>
                  <a:gd name="T8" fmla="*/ 17 w 35"/>
                  <a:gd name="T9" fmla="*/ 15 h 31"/>
                  <a:gd name="T10" fmla="*/ 32 w 35"/>
                  <a:gd name="T11" fmla="*/ 30 h 31"/>
                  <a:gd name="T12" fmla="*/ 34 w 35"/>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35" h="31">
                    <a:moveTo>
                      <a:pt x="34" y="28"/>
                    </a:moveTo>
                    <a:cubicBezTo>
                      <a:pt x="30" y="22"/>
                      <a:pt x="25" y="16"/>
                      <a:pt x="20" y="12"/>
                    </a:cubicBezTo>
                    <a:cubicBezTo>
                      <a:pt x="15" y="7"/>
                      <a:pt x="9" y="2"/>
                      <a:pt x="2" y="0"/>
                    </a:cubicBezTo>
                    <a:cubicBezTo>
                      <a:pt x="1" y="0"/>
                      <a:pt x="0" y="2"/>
                      <a:pt x="1" y="3"/>
                    </a:cubicBezTo>
                    <a:cubicBezTo>
                      <a:pt x="6" y="8"/>
                      <a:pt x="12" y="11"/>
                      <a:pt x="17" y="15"/>
                    </a:cubicBezTo>
                    <a:cubicBezTo>
                      <a:pt x="23" y="20"/>
                      <a:pt x="27" y="25"/>
                      <a:pt x="32" y="30"/>
                    </a:cubicBezTo>
                    <a:cubicBezTo>
                      <a:pt x="33" y="31"/>
                      <a:pt x="35" y="30"/>
                      <a:pt x="3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7" name="Freeform 112">
                <a:extLst>
                  <a:ext uri="{FF2B5EF4-FFF2-40B4-BE49-F238E27FC236}">
                    <a16:creationId xmlns:a16="http://schemas.microsoft.com/office/drawing/2014/main" id="{34DF13DC-BB34-1FA4-41AC-750D911E0419}"/>
                  </a:ext>
                </a:extLst>
              </p:cNvPr>
              <p:cNvSpPr/>
              <p:nvPr/>
            </p:nvSpPr>
            <p:spPr bwMode="auto">
              <a:xfrm>
                <a:off x="5522" y="1734"/>
                <a:ext cx="54" cy="37"/>
              </a:xfrm>
              <a:custGeom>
                <a:avLst/>
                <a:gdLst>
                  <a:gd name="T0" fmla="*/ 29 w 31"/>
                  <a:gd name="T1" fmla="*/ 17 h 21"/>
                  <a:gd name="T2" fmla="*/ 15 w 31"/>
                  <a:gd name="T3" fmla="*/ 8 h 21"/>
                  <a:gd name="T4" fmla="*/ 2 w 31"/>
                  <a:gd name="T5" fmla="*/ 1 h 21"/>
                  <a:gd name="T6" fmla="*/ 1 w 31"/>
                  <a:gd name="T7" fmla="*/ 3 h 21"/>
                  <a:gd name="T8" fmla="*/ 13 w 31"/>
                  <a:gd name="T9" fmla="*/ 11 h 21"/>
                  <a:gd name="T10" fmla="*/ 27 w 31"/>
                  <a:gd name="T11" fmla="*/ 20 h 21"/>
                  <a:gd name="T12" fmla="*/ 29 w 31"/>
                  <a:gd name="T13" fmla="*/ 17 h 21"/>
                </a:gdLst>
                <a:ahLst/>
                <a:cxnLst>
                  <a:cxn ang="0">
                    <a:pos x="T0" y="T1"/>
                  </a:cxn>
                  <a:cxn ang="0">
                    <a:pos x="T2" y="T3"/>
                  </a:cxn>
                  <a:cxn ang="0">
                    <a:pos x="T4" y="T5"/>
                  </a:cxn>
                  <a:cxn ang="0">
                    <a:pos x="T6" y="T7"/>
                  </a:cxn>
                  <a:cxn ang="0">
                    <a:pos x="T8" y="T9"/>
                  </a:cxn>
                  <a:cxn ang="0">
                    <a:pos x="T10" y="T11"/>
                  </a:cxn>
                  <a:cxn ang="0">
                    <a:pos x="T12" y="T13"/>
                  </a:cxn>
                </a:cxnLst>
                <a:rect l="0" t="0" r="r" b="b"/>
                <a:pathLst>
                  <a:path w="31" h="21">
                    <a:moveTo>
                      <a:pt x="29" y="17"/>
                    </a:moveTo>
                    <a:cubicBezTo>
                      <a:pt x="24" y="14"/>
                      <a:pt x="20" y="11"/>
                      <a:pt x="15" y="8"/>
                    </a:cubicBezTo>
                    <a:cubicBezTo>
                      <a:pt x="11" y="5"/>
                      <a:pt x="7" y="2"/>
                      <a:pt x="2" y="1"/>
                    </a:cubicBezTo>
                    <a:cubicBezTo>
                      <a:pt x="1" y="0"/>
                      <a:pt x="0" y="2"/>
                      <a:pt x="1" y="3"/>
                    </a:cubicBezTo>
                    <a:cubicBezTo>
                      <a:pt x="4" y="6"/>
                      <a:pt x="9" y="9"/>
                      <a:pt x="13" y="11"/>
                    </a:cubicBezTo>
                    <a:cubicBezTo>
                      <a:pt x="18" y="14"/>
                      <a:pt x="22" y="17"/>
                      <a:pt x="27" y="20"/>
                    </a:cubicBezTo>
                    <a:cubicBezTo>
                      <a:pt x="29" y="21"/>
                      <a:pt x="31" y="18"/>
                      <a:pt x="29"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8" name="Freeform 113">
                <a:extLst>
                  <a:ext uri="{FF2B5EF4-FFF2-40B4-BE49-F238E27FC236}">
                    <a16:creationId xmlns:a16="http://schemas.microsoft.com/office/drawing/2014/main" id="{E4AB01E4-3BED-673A-55BC-9E203CF1090E}"/>
                  </a:ext>
                </a:extLst>
              </p:cNvPr>
              <p:cNvSpPr/>
              <p:nvPr/>
            </p:nvSpPr>
            <p:spPr bwMode="auto">
              <a:xfrm>
                <a:off x="5513" y="1704"/>
                <a:ext cx="40" cy="28"/>
              </a:xfrm>
              <a:custGeom>
                <a:avLst/>
                <a:gdLst>
                  <a:gd name="T0" fmla="*/ 21 w 23"/>
                  <a:gd name="T1" fmla="*/ 11 h 16"/>
                  <a:gd name="T2" fmla="*/ 12 w 23"/>
                  <a:gd name="T3" fmla="*/ 5 h 16"/>
                  <a:gd name="T4" fmla="*/ 3 w 23"/>
                  <a:gd name="T5" fmla="*/ 0 h 16"/>
                  <a:gd name="T6" fmla="*/ 1 w 23"/>
                  <a:gd name="T7" fmla="*/ 3 h 16"/>
                  <a:gd name="T8" fmla="*/ 10 w 23"/>
                  <a:gd name="T9" fmla="*/ 9 h 16"/>
                  <a:gd name="T10" fmla="*/ 20 w 23"/>
                  <a:gd name="T11" fmla="*/ 14 h 16"/>
                  <a:gd name="T12" fmla="*/ 21 w 23"/>
                  <a:gd name="T13" fmla="*/ 11 h 16"/>
                </a:gdLst>
                <a:ahLst/>
                <a:cxnLst>
                  <a:cxn ang="0">
                    <a:pos x="T0" y="T1"/>
                  </a:cxn>
                  <a:cxn ang="0">
                    <a:pos x="T2" y="T3"/>
                  </a:cxn>
                  <a:cxn ang="0">
                    <a:pos x="T4" y="T5"/>
                  </a:cxn>
                  <a:cxn ang="0">
                    <a:pos x="T6" y="T7"/>
                  </a:cxn>
                  <a:cxn ang="0">
                    <a:pos x="T8" y="T9"/>
                  </a:cxn>
                  <a:cxn ang="0">
                    <a:pos x="T10" y="T11"/>
                  </a:cxn>
                  <a:cxn ang="0">
                    <a:pos x="T12" y="T13"/>
                  </a:cxn>
                </a:cxnLst>
                <a:rect l="0" t="0" r="r" b="b"/>
                <a:pathLst>
                  <a:path w="23" h="16">
                    <a:moveTo>
                      <a:pt x="21" y="11"/>
                    </a:moveTo>
                    <a:cubicBezTo>
                      <a:pt x="18" y="9"/>
                      <a:pt x="15" y="7"/>
                      <a:pt x="12" y="5"/>
                    </a:cubicBezTo>
                    <a:cubicBezTo>
                      <a:pt x="9" y="3"/>
                      <a:pt x="6" y="1"/>
                      <a:pt x="3" y="0"/>
                    </a:cubicBezTo>
                    <a:cubicBezTo>
                      <a:pt x="1" y="0"/>
                      <a:pt x="0" y="2"/>
                      <a:pt x="1" y="3"/>
                    </a:cubicBezTo>
                    <a:cubicBezTo>
                      <a:pt x="4" y="6"/>
                      <a:pt x="7" y="7"/>
                      <a:pt x="10" y="9"/>
                    </a:cubicBezTo>
                    <a:cubicBezTo>
                      <a:pt x="13" y="11"/>
                      <a:pt x="16" y="13"/>
                      <a:pt x="20" y="14"/>
                    </a:cubicBezTo>
                    <a:cubicBezTo>
                      <a:pt x="22" y="16"/>
                      <a:pt x="23" y="12"/>
                      <a:pt x="21"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9" name="Freeform 114">
                <a:extLst>
                  <a:ext uri="{FF2B5EF4-FFF2-40B4-BE49-F238E27FC236}">
                    <a16:creationId xmlns:a16="http://schemas.microsoft.com/office/drawing/2014/main" id="{738CBA30-3BD2-E68F-0193-DC3DCB9D64B5}"/>
                  </a:ext>
                </a:extLst>
              </p:cNvPr>
              <p:cNvSpPr/>
              <p:nvPr/>
            </p:nvSpPr>
            <p:spPr bwMode="auto">
              <a:xfrm>
                <a:off x="5513" y="1671"/>
                <a:ext cx="35" cy="26"/>
              </a:xfrm>
              <a:custGeom>
                <a:avLst/>
                <a:gdLst>
                  <a:gd name="T0" fmla="*/ 18 w 20"/>
                  <a:gd name="T1" fmla="*/ 11 h 15"/>
                  <a:gd name="T2" fmla="*/ 3 w 20"/>
                  <a:gd name="T3" fmla="*/ 1 h 15"/>
                  <a:gd name="T4" fmla="*/ 1 w 20"/>
                  <a:gd name="T5" fmla="*/ 3 h 15"/>
                  <a:gd name="T6" fmla="*/ 16 w 20"/>
                  <a:gd name="T7" fmla="*/ 14 h 15"/>
                  <a:gd name="T8" fmla="*/ 18 w 20"/>
                  <a:gd name="T9" fmla="*/ 11 h 15"/>
                </a:gdLst>
                <a:ahLst/>
                <a:cxnLst>
                  <a:cxn ang="0">
                    <a:pos x="T0" y="T1"/>
                  </a:cxn>
                  <a:cxn ang="0">
                    <a:pos x="T2" y="T3"/>
                  </a:cxn>
                  <a:cxn ang="0">
                    <a:pos x="T4" y="T5"/>
                  </a:cxn>
                  <a:cxn ang="0">
                    <a:pos x="T6" y="T7"/>
                  </a:cxn>
                  <a:cxn ang="0">
                    <a:pos x="T8" y="T9"/>
                  </a:cxn>
                </a:cxnLst>
                <a:rect l="0" t="0" r="r" b="b"/>
                <a:pathLst>
                  <a:path w="20" h="15">
                    <a:moveTo>
                      <a:pt x="18" y="11"/>
                    </a:moveTo>
                    <a:cubicBezTo>
                      <a:pt x="13" y="7"/>
                      <a:pt x="8" y="4"/>
                      <a:pt x="3" y="1"/>
                    </a:cubicBezTo>
                    <a:cubicBezTo>
                      <a:pt x="2" y="0"/>
                      <a:pt x="0" y="2"/>
                      <a:pt x="1" y="3"/>
                    </a:cubicBezTo>
                    <a:cubicBezTo>
                      <a:pt x="5" y="8"/>
                      <a:pt x="10" y="11"/>
                      <a:pt x="16" y="14"/>
                    </a:cubicBezTo>
                    <a:cubicBezTo>
                      <a:pt x="18" y="15"/>
                      <a:pt x="20" y="12"/>
                      <a:pt x="18"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0" name="Freeform 115">
                <a:extLst>
                  <a:ext uri="{FF2B5EF4-FFF2-40B4-BE49-F238E27FC236}">
                    <a16:creationId xmlns:a16="http://schemas.microsoft.com/office/drawing/2014/main" id="{60D92655-60DF-52EE-8161-99076CF97E6F}"/>
                  </a:ext>
                </a:extLst>
              </p:cNvPr>
              <p:cNvSpPr/>
              <p:nvPr/>
            </p:nvSpPr>
            <p:spPr bwMode="auto">
              <a:xfrm>
                <a:off x="5513" y="1634"/>
                <a:ext cx="26" cy="21"/>
              </a:xfrm>
              <a:custGeom>
                <a:avLst/>
                <a:gdLst>
                  <a:gd name="T0" fmla="*/ 14 w 15"/>
                  <a:gd name="T1" fmla="*/ 9 h 12"/>
                  <a:gd name="T2" fmla="*/ 3 w 15"/>
                  <a:gd name="T3" fmla="*/ 0 h 12"/>
                  <a:gd name="T4" fmla="*/ 1 w 15"/>
                  <a:gd name="T5" fmla="*/ 3 h 12"/>
                  <a:gd name="T6" fmla="*/ 12 w 15"/>
                  <a:gd name="T7" fmla="*/ 11 h 12"/>
                  <a:gd name="T8" fmla="*/ 14 w 15"/>
                  <a:gd name="T9" fmla="*/ 9 h 12"/>
                </a:gdLst>
                <a:ahLst/>
                <a:cxnLst>
                  <a:cxn ang="0">
                    <a:pos x="T0" y="T1"/>
                  </a:cxn>
                  <a:cxn ang="0">
                    <a:pos x="T2" y="T3"/>
                  </a:cxn>
                  <a:cxn ang="0">
                    <a:pos x="T4" y="T5"/>
                  </a:cxn>
                  <a:cxn ang="0">
                    <a:pos x="T6" y="T7"/>
                  </a:cxn>
                  <a:cxn ang="0">
                    <a:pos x="T8" y="T9"/>
                  </a:cxn>
                </a:cxnLst>
                <a:rect l="0" t="0" r="r" b="b"/>
                <a:pathLst>
                  <a:path w="15" h="12">
                    <a:moveTo>
                      <a:pt x="14" y="9"/>
                    </a:moveTo>
                    <a:cubicBezTo>
                      <a:pt x="10" y="6"/>
                      <a:pt x="7" y="3"/>
                      <a:pt x="3" y="0"/>
                    </a:cubicBezTo>
                    <a:cubicBezTo>
                      <a:pt x="2" y="0"/>
                      <a:pt x="0" y="2"/>
                      <a:pt x="1" y="3"/>
                    </a:cubicBezTo>
                    <a:cubicBezTo>
                      <a:pt x="5" y="6"/>
                      <a:pt x="8" y="9"/>
                      <a:pt x="12" y="11"/>
                    </a:cubicBezTo>
                    <a:cubicBezTo>
                      <a:pt x="13" y="12"/>
                      <a:pt x="15" y="10"/>
                      <a:pt x="14"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1" name="Freeform 116">
                <a:extLst>
                  <a:ext uri="{FF2B5EF4-FFF2-40B4-BE49-F238E27FC236}">
                    <a16:creationId xmlns:a16="http://schemas.microsoft.com/office/drawing/2014/main" id="{5136E6F9-842B-6F29-AB6B-F587DFAE9408}"/>
                  </a:ext>
                </a:extLst>
              </p:cNvPr>
              <p:cNvSpPr/>
              <p:nvPr/>
            </p:nvSpPr>
            <p:spPr bwMode="auto">
              <a:xfrm>
                <a:off x="5478" y="1815"/>
                <a:ext cx="44" cy="33"/>
              </a:xfrm>
              <a:custGeom>
                <a:avLst/>
                <a:gdLst>
                  <a:gd name="T0" fmla="*/ 23 w 25"/>
                  <a:gd name="T1" fmla="*/ 16 h 19"/>
                  <a:gd name="T2" fmla="*/ 13 w 25"/>
                  <a:gd name="T3" fmla="*/ 8 h 19"/>
                  <a:gd name="T4" fmla="*/ 3 w 25"/>
                  <a:gd name="T5" fmla="*/ 1 h 19"/>
                  <a:gd name="T6" fmla="*/ 1 w 25"/>
                  <a:gd name="T7" fmla="*/ 3 h 19"/>
                  <a:gd name="T8" fmla="*/ 21 w 25"/>
                  <a:gd name="T9" fmla="*/ 19 h 19"/>
                  <a:gd name="T10" fmla="*/ 23 w 25"/>
                  <a:gd name="T11" fmla="*/ 16 h 19"/>
                </a:gdLst>
                <a:ahLst/>
                <a:cxnLst>
                  <a:cxn ang="0">
                    <a:pos x="T0" y="T1"/>
                  </a:cxn>
                  <a:cxn ang="0">
                    <a:pos x="T2" y="T3"/>
                  </a:cxn>
                  <a:cxn ang="0">
                    <a:pos x="T4" y="T5"/>
                  </a:cxn>
                  <a:cxn ang="0">
                    <a:pos x="T6" y="T7"/>
                  </a:cxn>
                  <a:cxn ang="0">
                    <a:pos x="T8" y="T9"/>
                  </a:cxn>
                  <a:cxn ang="0">
                    <a:pos x="T10" y="T11"/>
                  </a:cxn>
                </a:cxnLst>
                <a:rect l="0" t="0" r="r" b="b"/>
                <a:pathLst>
                  <a:path w="25" h="19">
                    <a:moveTo>
                      <a:pt x="23" y="16"/>
                    </a:moveTo>
                    <a:cubicBezTo>
                      <a:pt x="20" y="13"/>
                      <a:pt x="16" y="11"/>
                      <a:pt x="13" y="8"/>
                    </a:cubicBezTo>
                    <a:cubicBezTo>
                      <a:pt x="9" y="6"/>
                      <a:pt x="6" y="3"/>
                      <a:pt x="3" y="1"/>
                    </a:cubicBezTo>
                    <a:cubicBezTo>
                      <a:pt x="1" y="0"/>
                      <a:pt x="0" y="2"/>
                      <a:pt x="1" y="3"/>
                    </a:cubicBezTo>
                    <a:cubicBezTo>
                      <a:pt x="6" y="10"/>
                      <a:pt x="14" y="15"/>
                      <a:pt x="21" y="19"/>
                    </a:cubicBezTo>
                    <a:cubicBezTo>
                      <a:pt x="23" y="19"/>
                      <a:pt x="25" y="17"/>
                      <a:pt x="23"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2" name="Freeform 117">
                <a:extLst>
                  <a:ext uri="{FF2B5EF4-FFF2-40B4-BE49-F238E27FC236}">
                    <a16:creationId xmlns:a16="http://schemas.microsoft.com/office/drawing/2014/main" id="{AE077F54-B8FB-DC9C-4607-DBEBD1D4700F}"/>
                  </a:ext>
                </a:extLst>
              </p:cNvPr>
              <p:cNvSpPr/>
              <p:nvPr/>
            </p:nvSpPr>
            <p:spPr bwMode="auto">
              <a:xfrm>
                <a:off x="5418" y="1521"/>
                <a:ext cx="89" cy="30"/>
              </a:xfrm>
              <a:custGeom>
                <a:avLst/>
                <a:gdLst>
                  <a:gd name="T0" fmla="*/ 49 w 51"/>
                  <a:gd name="T1" fmla="*/ 13 h 17"/>
                  <a:gd name="T2" fmla="*/ 1 w 51"/>
                  <a:gd name="T3" fmla="*/ 5 h 17"/>
                  <a:gd name="T4" fmla="*/ 2 w 51"/>
                  <a:gd name="T5" fmla="*/ 8 h 17"/>
                  <a:gd name="T6" fmla="*/ 48 w 51"/>
                  <a:gd name="T7" fmla="*/ 16 h 17"/>
                  <a:gd name="T8" fmla="*/ 49 w 51"/>
                  <a:gd name="T9" fmla="*/ 13 h 17"/>
                </a:gdLst>
                <a:ahLst/>
                <a:cxnLst>
                  <a:cxn ang="0">
                    <a:pos x="T0" y="T1"/>
                  </a:cxn>
                  <a:cxn ang="0">
                    <a:pos x="T2" y="T3"/>
                  </a:cxn>
                  <a:cxn ang="0">
                    <a:pos x="T4" y="T5"/>
                  </a:cxn>
                  <a:cxn ang="0">
                    <a:pos x="T6" y="T7"/>
                  </a:cxn>
                  <a:cxn ang="0">
                    <a:pos x="T8" y="T9"/>
                  </a:cxn>
                </a:cxnLst>
                <a:rect l="0" t="0" r="r" b="b"/>
                <a:pathLst>
                  <a:path w="51" h="17">
                    <a:moveTo>
                      <a:pt x="49" y="13"/>
                    </a:moveTo>
                    <a:cubicBezTo>
                      <a:pt x="36" y="4"/>
                      <a:pt x="17" y="0"/>
                      <a:pt x="1" y="5"/>
                    </a:cubicBezTo>
                    <a:cubicBezTo>
                      <a:pt x="0" y="6"/>
                      <a:pt x="0" y="8"/>
                      <a:pt x="2" y="8"/>
                    </a:cubicBezTo>
                    <a:cubicBezTo>
                      <a:pt x="18" y="8"/>
                      <a:pt x="32" y="10"/>
                      <a:pt x="48" y="16"/>
                    </a:cubicBezTo>
                    <a:cubicBezTo>
                      <a:pt x="50" y="17"/>
                      <a:pt x="51" y="14"/>
                      <a:pt x="49"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3" name="Freeform 118">
                <a:extLst>
                  <a:ext uri="{FF2B5EF4-FFF2-40B4-BE49-F238E27FC236}">
                    <a16:creationId xmlns:a16="http://schemas.microsoft.com/office/drawing/2014/main" id="{1145A8D3-E06C-7F72-122F-E62832E37111}"/>
                  </a:ext>
                </a:extLst>
              </p:cNvPr>
              <p:cNvSpPr/>
              <p:nvPr/>
            </p:nvSpPr>
            <p:spPr bwMode="auto">
              <a:xfrm>
                <a:off x="5395" y="1502"/>
                <a:ext cx="70" cy="19"/>
              </a:xfrm>
              <a:custGeom>
                <a:avLst/>
                <a:gdLst>
                  <a:gd name="T0" fmla="*/ 38 w 40"/>
                  <a:gd name="T1" fmla="*/ 6 h 11"/>
                  <a:gd name="T2" fmla="*/ 2 w 40"/>
                  <a:gd name="T3" fmla="*/ 8 h 11"/>
                  <a:gd name="T4" fmla="*/ 4 w 40"/>
                  <a:gd name="T5" fmla="*/ 10 h 11"/>
                  <a:gd name="T6" fmla="*/ 36 w 40"/>
                  <a:gd name="T7" fmla="*/ 9 h 11"/>
                  <a:gd name="T8" fmla="*/ 38 w 40"/>
                  <a:gd name="T9" fmla="*/ 6 h 11"/>
                </a:gdLst>
                <a:ahLst/>
                <a:cxnLst>
                  <a:cxn ang="0">
                    <a:pos x="T0" y="T1"/>
                  </a:cxn>
                  <a:cxn ang="0">
                    <a:pos x="T2" y="T3"/>
                  </a:cxn>
                  <a:cxn ang="0">
                    <a:pos x="T4" y="T5"/>
                  </a:cxn>
                  <a:cxn ang="0">
                    <a:pos x="T6" y="T7"/>
                  </a:cxn>
                  <a:cxn ang="0">
                    <a:pos x="T8" y="T9"/>
                  </a:cxn>
                </a:cxnLst>
                <a:rect l="0" t="0" r="r" b="b"/>
                <a:pathLst>
                  <a:path w="40" h="11">
                    <a:moveTo>
                      <a:pt x="38" y="6"/>
                    </a:moveTo>
                    <a:cubicBezTo>
                      <a:pt x="27" y="0"/>
                      <a:pt x="12" y="0"/>
                      <a:pt x="2" y="8"/>
                    </a:cubicBezTo>
                    <a:cubicBezTo>
                      <a:pt x="0" y="9"/>
                      <a:pt x="2" y="11"/>
                      <a:pt x="4" y="10"/>
                    </a:cubicBezTo>
                    <a:cubicBezTo>
                      <a:pt x="14" y="5"/>
                      <a:pt x="25" y="4"/>
                      <a:pt x="36" y="9"/>
                    </a:cubicBezTo>
                    <a:cubicBezTo>
                      <a:pt x="38" y="10"/>
                      <a:pt x="40" y="7"/>
                      <a:pt x="38"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4" name="Freeform 119">
                <a:extLst>
                  <a:ext uri="{FF2B5EF4-FFF2-40B4-BE49-F238E27FC236}">
                    <a16:creationId xmlns:a16="http://schemas.microsoft.com/office/drawing/2014/main" id="{407CAE56-9E0E-1E66-FF0E-D5C3406182D6}"/>
                  </a:ext>
                </a:extLst>
              </p:cNvPr>
              <p:cNvSpPr/>
              <p:nvPr/>
            </p:nvSpPr>
            <p:spPr bwMode="auto">
              <a:xfrm>
                <a:off x="5367" y="1488"/>
                <a:ext cx="67" cy="16"/>
              </a:xfrm>
              <a:custGeom>
                <a:avLst/>
                <a:gdLst>
                  <a:gd name="T0" fmla="*/ 37 w 38"/>
                  <a:gd name="T1" fmla="*/ 2 h 9"/>
                  <a:gd name="T2" fmla="*/ 2 w 38"/>
                  <a:gd name="T3" fmla="*/ 6 h 9"/>
                  <a:gd name="T4" fmla="*/ 3 w 38"/>
                  <a:gd name="T5" fmla="*/ 9 h 9"/>
                  <a:gd name="T6" fmla="*/ 36 w 38"/>
                  <a:gd name="T7" fmla="*/ 6 h 9"/>
                  <a:gd name="T8" fmla="*/ 37 w 38"/>
                  <a:gd name="T9" fmla="*/ 2 h 9"/>
                </a:gdLst>
                <a:ahLst/>
                <a:cxnLst>
                  <a:cxn ang="0">
                    <a:pos x="T0" y="T1"/>
                  </a:cxn>
                  <a:cxn ang="0">
                    <a:pos x="T2" y="T3"/>
                  </a:cxn>
                  <a:cxn ang="0">
                    <a:pos x="T4" y="T5"/>
                  </a:cxn>
                  <a:cxn ang="0">
                    <a:pos x="T6" y="T7"/>
                  </a:cxn>
                  <a:cxn ang="0">
                    <a:pos x="T8" y="T9"/>
                  </a:cxn>
                </a:cxnLst>
                <a:rect l="0" t="0" r="r" b="b"/>
                <a:pathLst>
                  <a:path w="38" h="9">
                    <a:moveTo>
                      <a:pt x="37" y="2"/>
                    </a:moveTo>
                    <a:cubicBezTo>
                      <a:pt x="25" y="0"/>
                      <a:pt x="13" y="1"/>
                      <a:pt x="2" y="6"/>
                    </a:cubicBezTo>
                    <a:cubicBezTo>
                      <a:pt x="0" y="7"/>
                      <a:pt x="2" y="9"/>
                      <a:pt x="3" y="9"/>
                    </a:cubicBezTo>
                    <a:cubicBezTo>
                      <a:pt x="14" y="7"/>
                      <a:pt x="25" y="4"/>
                      <a:pt x="36" y="6"/>
                    </a:cubicBezTo>
                    <a:cubicBezTo>
                      <a:pt x="38" y="6"/>
                      <a:pt x="38" y="3"/>
                      <a:pt x="37"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5" name="Freeform 120">
                <a:extLst>
                  <a:ext uri="{FF2B5EF4-FFF2-40B4-BE49-F238E27FC236}">
                    <a16:creationId xmlns:a16="http://schemas.microsoft.com/office/drawing/2014/main" id="{7062BCE6-06D5-3BF9-CFE5-7F0BD4C0DA23}"/>
                  </a:ext>
                </a:extLst>
              </p:cNvPr>
              <p:cNvSpPr/>
              <p:nvPr/>
            </p:nvSpPr>
            <p:spPr bwMode="auto">
              <a:xfrm>
                <a:off x="5237" y="1776"/>
                <a:ext cx="119" cy="97"/>
              </a:xfrm>
              <a:custGeom>
                <a:avLst/>
                <a:gdLst>
                  <a:gd name="T0" fmla="*/ 3 w 68"/>
                  <a:gd name="T1" fmla="*/ 54 h 55"/>
                  <a:gd name="T2" fmla="*/ 67 w 68"/>
                  <a:gd name="T3" fmla="*/ 4 h 55"/>
                  <a:gd name="T4" fmla="*/ 64 w 68"/>
                  <a:gd name="T5" fmla="*/ 2 h 55"/>
                  <a:gd name="T6" fmla="*/ 38 w 68"/>
                  <a:gd name="T7" fmla="*/ 30 h 55"/>
                  <a:gd name="T8" fmla="*/ 2 w 68"/>
                  <a:gd name="T9" fmla="*/ 52 h 55"/>
                  <a:gd name="T10" fmla="*/ 3 w 68"/>
                  <a:gd name="T11" fmla="*/ 54 h 55"/>
                </a:gdLst>
                <a:ahLst/>
                <a:cxnLst>
                  <a:cxn ang="0">
                    <a:pos x="T0" y="T1"/>
                  </a:cxn>
                  <a:cxn ang="0">
                    <a:pos x="T2" y="T3"/>
                  </a:cxn>
                  <a:cxn ang="0">
                    <a:pos x="T4" y="T5"/>
                  </a:cxn>
                  <a:cxn ang="0">
                    <a:pos x="T6" y="T7"/>
                  </a:cxn>
                  <a:cxn ang="0">
                    <a:pos x="T8" y="T9"/>
                  </a:cxn>
                  <a:cxn ang="0">
                    <a:pos x="T10" y="T11"/>
                  </a:cxn>
                </a:cxnLst>
                <a:rect l="0" t="0" r="r" b="b"/>
                <a:pathLst>
                  <a:path w="68" h="55">
                    <a:moveTo>
                      <a:pt x="3" y="54"/>
                    </a:moveTo>
                    <a:cubicBezTo>
                      <a:pt x="28" y="46"/>
                      <a:pt x="55" y="28"/>
                      <a:pt x="67" y="4"/>
                    </a:cubicBezTo>
                    <a:cubicBezTo>
                      <a:pt x="68" y="2"/>
                      <a:pt x="66" y="0"/>
                      <a:pt x="64" y="2"/>
                    </a:cubicBezTo>
                    <a:cubicBezTo>
                      <a:pt x="56" y="12"/>
                      <a:pt x="48" y="22"/>
                      <a:pt x="38" y="30"/>
                    </a:cubicBezTo>
                    <a:cubicBezTo>
                      <a:pt x="27" y="39"/>
                      <a:pt x="15" y="46"/>
                      <a:pt x="2" y="52"/>
                    </a:cubicBezTo>
                    <a:cubicBezTo>
                      <a:pt x="0" y="52"/>
                      <a:pt x="1" y="55"/>
                      <a:pt x="3" y="5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6" name="Freeform 121">
                <a:extLst>
                  <a:ext uri="{FF2B5EF4-FFF2-40B4-BE49-F238E27FC236}">
                    <a16:creationId xmlns:a16="http://schemas.microsoft.com/office/drawing/2014/main" id="{C09029B5-D27E-8267-B5C3-6E33EA4E102A}"/>
                  </a:ext>
                </a:extLst>
              </p:cNvPr>
              <p:cNvSpPr/>
              <p:nvPr/>
            </p:nvSpPr>
            <p:spPr bwMode="auto">
              <a:xfrm>
                <a:off x="5260" y="1753"/>
                <a:ext cx="80" cy="94"/>
              </a:xfrm>
              <a:custGeom>
                <a:avLst/>
                <a:gdLst>
                  <a:gd name="T0" fmla="*/ 4 w 46"/>
                  <a:gd name="T1" fmla="*/ 51 h 53"/>
                  <a:gd name="T2" fmla="*/ 34 w 46"/>
                  <a:gd name="T3" fmla="*/ 25 h 53"/>
                  <a:gd name="T4" fmla="*/ 45 w 46"/>
                  <a:gd name="T5" fmla="*/ 2 h 53"/>
                  <a:gd name="T6" fmla="*/ 42 w 46"/>
                  <a:gd name="T7" fmla="*/ 2 h 53"/>
                  <a:gd name="T8" fmla="*/ 1 w 46"/>
                  <a:gd name="T9" fmla="*/ 49 h 53"/>
                  <a:gd name="T10" fmla="*/ 4 w 46"/>
                  <a:gd name="T11" fmla="*/ 51 h 53"/>
                </a:gdLst>
                <a:ahLst/>
                <a:cxnLst>
                  <a:cxn ang="0">
                    <a:pos x="T0" y="T1"/>
                  </a:cxn>
                  <a:cxn ang="0">
                    <a:pos x="T2" y="T3"/>
                  </a:cxn>
                  <a:cxn ang="0">
                    <a:pos x="T4" y="T5"/>
                  </a:cxn>
                  <a:cxn ang="0">
                    <a:pos x="T6" y="T7"/>
                  </a:cxn>
                  <a:cxn ang="0">
                    <a:pos x="T8" y="T9"/>
                  </a:cxn>
                  <a:cxn ang="0">
                    <a:pos x="T10" y="T11"/>
                  </a:cxn>
                </a:cxnLst>
                <a:rect l="0" t="0" r="r" b="b"/>
                <a:pathLst>
                  <a:path w="46" h="53">
                    <a:moveTo>
                      <a:pt x="4" y="51"/>
                    </a:moveTo>
                    <a:cubicBezTo>
                      <a:pt x="14" y="43"/>
                      <a:pt x="25" y="35"/>
                      <a:pt x="34" y="25"/>
                    </a:cubicBezTo>
                    <a:cubicBezTo>
                      <a:pt x="40" y="19"/>
                      <a:pt x="46" y="11"/>
                      <a:pt x="45" y="2"/>
                    </a:cubicBezTo>
                    <a:cubicBezTo>
                      <a:pt x="45" y="0"/>
                      <a:pt x="43" y="0"/>
                      <a:pt x="42" y="2"/>
                    </a:cubicBezTo>
                    <a:cubicBezTo>
                      <a:pt x="37" y="22"/>
                      <a:pt x="16" y="35"/>
                      <a:pt x="1" y="49"/>
                    </a:cubicBezTo>
                    <a:cubicBezTo>
                      <a:pt x="0" y="51"/>
                      <a:pt x="2" y="53"/>
                      <a:pt x="4" y="5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7" name="Freeform 122">
                <a:extLst>
                  <a:ext uri="{FF2B5EF4-FFF2-40B4-BE49-F238E27FC236}">
                    <a16:creationId xmlns:a16="http://schemas.microsoft.com/office/drawing/2014/main" id="{FC76C58E-6492-AF5D-4CD2-0A3602AB37EB}"/>
                  </a:ext>
                </a:extLst>
              </p:cNvPr>
              <p:cNvSpPr/>
              <p:nvPr/>
            </p:nvSpPr>
            <p:spPr bwMode="auto">
              <a:xfrm>
                <a:off x="5277" y="1732"/>
                <a:ext cx="48" cy="58"/>
              </a:xfrm>
              <a:custGeom>
                <a:avLst/>
                <a:gdLst>
                  <a:gd name="T0" fmla="*/ 4 w 27"/>
                  <a:gd name="T1" fmla="*/ 31 h 33"/>
                  <a:gd name="T2" fmla="*/ 26 w 27"/>
                  <a:gd name="T3" fmla="*/ 3 h 33"/>
                  <a:gd name="T4" fmla="*/ 23 w 27"/>
                  <a:gd name="T5" fmla="*/ 1 h 33"/>
                  <a:gd name="T6" fmla="*/ 14 w 27"/>
                  <a:gd name="T7" fmla="*/ 14 h 33"/>
                  <a:gd name="T8" fmla="*/ 2 w 27"/>
                  <a:gd name="T9" fmla="*/ 29 h 33"/>
                  <a:gd name="T10" fmla="*/ 4 w 27"/>
                  <a:gd name="T11" fmla="*/ 31 h 33"/>
                </a:gdLst>
                <a:ahLst/>
                <a:cxnLst>
                  <a:cxn ang="0">
                    <a:pos x="T0" y="T1"/>
                  </a:cxn>
                  <a:cxn ang="0">
                    <a:pos x="T2" y="T3"/>
                  </a:cxn>
                  <a:cxn ang="0">
                    <a:pos x="T4" y="T5"/>
                  </a:cxn>
                  <a:cxn ang="0">
                    <a:pos x="T6" y="T7"/>
                  </a:cxn>
                  <a:cxn ang="0">
                    <a:pos x="T8" y="T9"/>
                  </a:cxn>
                  <a:cxn ang="0">
                    <a:pos x="T10" y="T11"/>
                  </a:cxn>
                </a:cxnLst>
                <a:rect l="0" t="0" r="r" b="b"/>
                <a:pathLst>
                  <a:path w="27" h="33">
                    <a:moveTo>
                      <a:pt x="4" y="31"/>
                    </a:moveTo>
                    <a:cubicBezTo>
                      <a:pt x="12" y="23"/>
                      <a:pt x="21" y="13"/>
                      <a:pt x="26" y="3"/>
                    </a:cubicBezTo>
                    <a:cubicBezTo>
                      <a:pt x="27" y="1"/>
                      <a:pt x="24" y="0"/>
                      <a:pt x="23" y="1"/>
                    </a:cubicBezTo>
                    <a:cubicBezTo>
                      <a:pt x="20" y="5"/>
                      <a:pt x="17" y="10"/>
                      <a:pt x="14" y="14"/>
                    </a:cubicBezTo>
                    <a:cubicBezTo>
                      <a:pt x="10" y="19"/>
                      <a:pt x="6" y="24"/>
                      <a:pt x="2" y="29"/>
                    </a:cubicBezTo>
                    <a:cubicBezTo>
                      <a:pt x="0" y="30"/>
                      <a:pt x="3" y="33"/>
                      <a:pt x="4"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8" name="Freeform 123">
                <a:extLst>
                  <a:ext uri="{FF2B5EF4-FFF2-40B4-BE49-F238E27FC236}">
                    <a16:creationId xmlns:a16="http://schemas.microsoft.com/office/drawing/2014/main" id="{020C36E0-19BF-81A5-4E9B-BD1502FDA5CD}"/>
                  </a:ext>
                </a:extLst>
              </p:cNvPr>
              <p:cNvSpPr/>
              <p:nvPr/>
            </p:nvSpPr>
            <p:spPr bwMode="auto">
              <a:xfrm>
                <a:off x="5289" y="1704"/>
                <a:ext cx="22" cy="35"/>
              </a:xfrm>
              <a:custGeom>
                <a:avLst/>
                <a:gdLst>
                  <a:gd name="T0" fmla="*/ 4 w 12"/>
                  <a:gd name="T1" fmla="*/ 18 h 20"/>
                  <a:gd name="T2" fmla="*/ 11 w 12"/>
                  <a:gd name="T3" fmla="*/ 3 h 20"/>
                  <a:gd name="T4" fmla="*/ 9 w 12"/>
                  <a:gd name="T5" fmla="*/ 2 h 20"/>
                  <a:gd name="T6" fmla="*/ 1 w 12"/>
                  <a:gd name="T7" fmla="*/ 16 h 20"/>
                  <a:gd name="T8" fmla="*/ 4 w 12"/>
                  <a:gd name="T9" fmla="*/ 18 h 20"/>
                </a:gdLst>
                <a:ahLst/>
                <a:cxnLst>
                  <a:cxn ang="0">
                    <a:pos x="T0" y="T1"/>
                  </a:cxn>
                  <a:cxn ang="0">
                    <a:pos x="T2" y="T3"/>
                  </a:cxn>
                  <a:cxn ang="0">
                    <a:pos x="T4" y="T5"/>
                  </a:cxn>
                  <a:cxn ang="0">
                    <a:pos x="T6" y="T7"/>
                  </a:cxn>
                  <a:cxn ang="0">
                    <a:pos x="T8" y="T9"/>
                  </a:cxn>
                </a:cxnLst>
                <a:rect l="0" t="0" r="r" b="b"/>
                <a:pathLst>
                  <a:path w="12" h="20">
                    <a:moveTo>
                      <a:pt x="4" y="18"/>
                    </a:moveTo>
                    <a:cubicBezTo>
                      <a:pt x="7" y="13"/>
                      <a:pt x="9" y="8"/>
                      <a:pt x="11" y="3"/>
                    </a:cubicBezTo>
                    <a:cubicBezTo>
                      <a:pt x="12" y="1"/>
                      <a:pt x="9" y="0"/>
                      <a:pt x="9" y="2"/>
                    </a:cubicBezTo>
                    <a:cubicBezTo>
                      <a:pt x="6" y="6"/>
                      <a:pt x="3" y="11"/>
                      <a:pt x="1" y="16"/>
                    </a:cubicBezTo>
                    <a:cubicBezTo>
                      <a:pt x="0" y="19"/>
                      <a:pt x="3" y="20"/>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9" name="Freeform 124">
                <a:extLst>
                  <a:ext uri="{FF2B5EF4-FFF2-40B4-BE49-F238E27FC236}">
                    <a16:creationId xmlns:a16="http://schemas.microsoft.com/office/drawing/2014/main" id="{16D3B74A-51DE-B037-5FF4-D9863968A93E}"/>
                  </a:ext>
                </a:extLst>
              </p:cNvPr>
              <p:cNvSpPr/>
              <p:nvPr/>
            </p:nvSpPr>
            <p:spPr bwMode="auto">
              <a:xfrm>
                <a:off x="5291" y="1806"/>
                <a:ext cx="86" cy="72"/>
              </a:xfrm>
              <a:custGeom>
                <a:avLst/>
                <a:gdLst>
                  <a:gd name="T0" fmla="*/ 3 w 49"/>
                  <a:gd name="T1" fmla="*/ 41 h 41"/>
                  <a:gd name="T2" fmla="*/ 26 w 49"/>
                  <a:gd name="T3" fmla="*/ 27 h 41"/>
                  <a:gd name="T4" fmla="*/ 48 w 49"/>
                  <a:gd name="T5" fmla="*/ 3 h 41"/>
                  <a:gd name="T6" fmla="*/ 46 w 49"/>
                  <a:gd name="T7" fmla="*/ 1 h 41"/>
                  <a:gd name="T8" fmla="*/ 2 w 49"/>
                  <a:gd name="T9" fmla="*/ 38 h 41"/>
                  <a:gd name="T10" fmla="*/ 3 w 49"/>
                  <a:gd name="T11" fmla="*/ 41 h 41"/>
                </a:gdLst>
                <a:ahLst/>
                <a:cxnLst>
                  <a:cxn ang="0">
                    <a:pos x="T0" y="T1"/>
                  </a:cxn>
                  <a:cxn ang="0">
                    <a:pos x="T2" y="T3"/>
                  </a:cxn>
                  <a:cxn ang="0">
                    <a:pos x="T4" y="T5"/>
                  </a:cxn>
                  <a:cxn ang="0">
                    <a:pos x="T6" y="T7"/>
                  </a:cxn>
                  <a:cxn ang="0">
                    <a:pos x="T8" y="T9"/>
                  </a:cxn>
                  <a:cxn ang="0">
                    <a:pos x="T10" y="T11"/>
                  </a:cxn>
                </a:cxnLst>
                <a:rect l="0" t="0" r="r" b="b"/>
                <a:pathLst>
                  <a:path w="49" h="41">
                    <a:moveTo>
                      <a:pt x="3" y="41"/>
                    </a:moveTo>
                    <a:cubicBezTo>
                      <a:pt x="12" y="40"/>
                      <a:pt x="19" y="33"/>
                      <a:pt x="26" y="27"/>
                    </a:cubicBezTo>
                    <a:cubicBezTo>
                      <a:pt x="34" y="20"/>
                      <a:pt x="42" y="12"/>
                      <a:pt x="48" y="3"/>
                    </a:cubicBezTo>
                    <a:cubicBezTo>
                      <a:pt x="49" y="2"/>
                      <a:pt x="47" y="0"/>
                      <a:pt x="46" y="1"/>
                    </a:cubicBezTo>
                    <a:cubicBezTo>
                      <a:pt x="32" y="13"/>
                      <a:pt x="20" y="31"/>
                      <a:pt x="2" y="38"/>
                    </a:cubicBezTo>
                    <a:cubicBezTo>
                      <a:pt x="0" y="39"/>
                      <a:pt x="1" y="41"/>
                      <a:pt x="3" y="4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0" name="Freeform 125">
                <a:extLst>
                  <a:ext uri="{FF2B5EF4-FFF2-40B4-BE49-F238E27FC236}">
                    <a16:creationId xmlns:a16="http://schemas.microsoft.com/office/drawing/2014/main" id="{2F978B95-D0EA-216B-91B2-BDE22EE0012E}"/>
                  </a:ext>
                </a:extLst>
              </p:cNvPr>
              <p:cNvSpPr/>
              <p:nvPr/>
            </p:nvSpPr>
            <p:spPr bwMode="auto">
              <a:xfrm>
                <a:off x="5328" y="1847"/>
                <a:ext cx="63" cy="49"/>
              </a:xfrm>
              <a:custGeom>
                <a:avLst/>
                <a:gdLst>
                  <a:gd name="T0" fmla="*/ 3 w 36"/>
                  <a:gd name="T1" fmla="*/ 28 h 28"/>
                  <a:gd name="T2" fmla="*/ 35 w 36"/>
                  <a:gd name="T3" fmla="*/ 3 h 28"/>
                  <a:gd name="T4" fmla="*/ 32 w 36"/>
                  <a:gd name="T5" fmla="*/ 1 h 28"/>
                  <a:gd name="T6" fmla="*/ 2 w 36"/>
                  <a:gd name="T7" fmla="*/ 25 h 28"/>
                  <a:gd name="T8" fmla="*/ 3 w 36"/>
                  <a:gd name="T9" fmla="*/ 28 h 28"/>
                </a:gdLst>
                <a:ahLst/>
                <a:cxnLst>
                  <a:cxn ang="0">
                    <a:pos x="T0" y="T1"/>
                  </a:cxn>
                  <a:cxn ang="0">
                    <a:pos x="T2" y="T3"/>
                  </a:cxn>
                  <a:cxn ang="0">
                    <a:pos x="T4" y="T5"/>
                  </a:cxn>
                  <a:cxn ang="0">
                    <a:pos x="T6" y="T7"/>
                  </a:cxn>
                  <a:cxn ang="0">
                    <a:pos x="T8" y="T9"/>
                  </a:cxn>
                </a:cxnLst>
                <a:rect l="0" t="0" r="r" b="b"/>
                <a:pathLst>
                  <a:path w="36" h="28">
                    <a:moveTo>
                      <a:pt x="3" y="28"/>
                    </a:moveTo>
                    <a:cubicBezTo>
                      <a:pt x="16" y="24"/>
                      <a:pt x="29" y="15"/>
                      <a:pt x="35" y="3"/>
                    </a:cubicBezTo>
                    <a:cubicBezTo>
                      <a:pt x="36" y="1"/>
                      <a:pt x="34" y="0"/>
                      <a:pt x="32" y="1"/>
                    </a:cubicBezTo>
                    <a:cubicBezTo>
                      <a:pt x="23" y="10"/>
                      <a:pt x="14" y="19"/>
                      <a:pt x="2" y="25"/>
                    </a:cubicBezTo>
                    <a:cubicBezTo>
                      <a:pt x="0" y="26"/>
                      <a:pt x="1" y="28"/>
                      <a:pt x="3"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1" name="Freeform 126">
                <a:extLst>
                  <a:ext uri="{FF2B5EF4-FFF2-40B4-BE49-F238E27FC236}">
                    <a16:creationId xmlns:a16="http://schemas.microsoft.com/office/drawing/2014/main" id="{243A9F09-10B1-925F-7EDC-A7B71FA3B2C0}"/>
                  </a:ext>
                </a:extLst>
              </p:cNvPr>
              <p:cNvSpPr/>
              <p:nvPr/>
            </p:nvSpPr>
            <p:spPr bwMode="auto">
              <a:xfrm>
                <a:off x="5358" y="1883"/>
                <a:ext cx="42" cy="32"/>
              </a:xfrm>
              <a:custGeom>
                <a:avLst/>
                <a:gdLst>
                  <a:gd name="T0" fmla="*/ 4 w 24"/>
                  <a:gd name="T1" fmla="*/ 18 h 18"/>
                  <a:gd name="T2" fmla="*/ 23 w 24"/>
                  <a:gd name="T3" fmla="*/ 4 h 18"/>
                  <a:gd name="T4" fmla="*/ 21 w 24"/>
                  <a:gd name="T5" fmla="*/ 2 h 18"/>
                  <a:gd name="T6" fmla="*/ 2 w 24"/>
                  <a:gd name="T7" fmla="*/ 15 h 18"/>
                  <a:gd name="T8" fmla="*/ 4 w 24"/>
                  <a:gd name="T9" fmla="*/ 18 h 18"/>
                </a:gdLst>
                <a:ahLst/>
                <a:cxnLst>
                  <a:cxn ang="0">
                    <a:pos x="T0" y="T1"/>
                  </a:cxn>
                  <a:cxn ang="0">
                    <a:pos x="T2" y="T3"/>
                  </a:cxn>
                  <a:cxn ang="0">
                    <a:pos x="T4" y="T5"/>
                  </a:cxn>
                  <a:cxn ang="0">
                    <a:pos x="T6" y="T7"/>
                  </a:cxn>
                  <a:cxn ang="0">
                    <a:pos x="T8" y="T9"/>
                  </a:cxn>
                </a:cxnLst>
                <a:rect l="0" t="0" r="r" b="b"/>
                <a:pathLst>
                  <a:path w="24" h="18">
                    <a:moveTo>
                      <a:pt x="4" y="18"/>
                    </a:moveTo>
                    <a:cubicBezTo>
                      <a:pt x="11" y="14"/>
                      <a:pt x="18" y="10"/>
                      <a:pt x="23" y="4"/>
                    </a:cubicBezTo>
                    <a:cubicBezTo>
                      <a:pt x="24" y="3"/>
                      <a:pt x="23" y="0"/>
                      <a:pt x="21" y="2"/>
                    </a:cubicBezTo>
                    <a:cubicBezTo>
                      <a:pt x="15" y="6"/>
                      <a:pt x="9" y="11"/>
                      <a:pt x="2" y="15"/>
                    </a:cubicBezTo>
                    <a:cubicBezTo>
                      <a:pt x="0" y="16"/>
                      <a:pt x="1" y="18"/>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2" name="Freeform 127">
                <a:extLst>
                  <a:ext uri="{FF2B5EF4-FFF2-40B4-BE49-F238E27FC236}">
                    <a16:creationId xmlns:a16="http://schemas.microsoft.com/office/drawing/2014/main" id="{91CD5E71-0225-3CD4-3609-F0B823C0D3BC}"/>
                  </a:ext>
                </a:extLst>
              </p:cNvPr>
              <p:cNvSpPr/>
              <p:nvPr/>
            </p:nvSpPr>
            <p:spPr bwMode="auto">
              <a:xfrm>
                <a:off x="5381" y="1917"/>
                <a:ext cx="42" cy="30"/>
              </a:xfrm>
              <a:custGeom>
                <a:avLst/>
                <a:gdLst>
                  <a:gd name="T0" fmla="*/ 3 w 24"/>
                  <a:gd name="T1" fmla="*/ 16 h 17"/>
                  <a:gd name="T2" fmla="*/ 23 w 24"/>
                  <a:gd name="T3" fmla="*/ 3 h 17"/>
                  <a:gd name="T4" fmla="*/ 21 w 24"/>
                  <a:gd name="T5" fmla="*/ 1 h 17"/>
                  <a:gd name="T6" fmla="*/ 2 w 24"/>
                  <a:gd name="T7" fmla="*/ 12 h 17"/>
                  <a:gd name="T8" fmla="*/ 3 w 24"/>
                  <a:gd name="T9" fmla="*/ 16 h 17"/>
                </a:gdLst>
                <a:ahLst/>
                <a:cxnLst>
                  <a:cxn ang="0">
                    <a:pos x="T0" y="T1"/>
                  </a:cxn>
                  <a:cxn ang="0">
                    <a:pos x="T2" y="T3"/>
                  </a:cxn>
                  <a:cxn ang="0">
                    <a:pos x="T4" y="T5"/>
                  </a:cxn>
                  <a:cxn ang="0">
                    <a:pos x="T6" y="T7"/>
                  </a:cxn>
                  <a:cxn ang="0">
                    <a:pos x="T8" y="T9"/>
                  </a:cxn>
                </a:cxnLst>
                <a:rect l="0" t="0" r="r" b="b"/>
                <a:pathLst>
                  <a:path w="24" h="17">
                    <a:moveTo>
                      <a:pt x="3" y="16"/>
                    </a:moveTo>
                    <a:cubicBezTo>
                      <a:pt x="11" y="14"/>
                      <a:pt x="19" y="10"/>
                      <a:pt x="23" y="3"/>
                    </a:cubicBezTo>
                    <a:cubicBezTo>
                      <a:pt x="24" y="1"/>
                      <a:pt x="22" y="0"/>
                      <a:pt x="21" y="1"/>
                    </a:cubicBezTo>
                    <a:cubicBezTo>
                      <a:pt x="15" y="5"/>
                      <a:pt x="9" y="10"/>
                      <a:pt x="2" y="12"/>
                    </a:cubicBezTo>
                    <a:cubicBezTo>
                      <a:pt x="0" y="13"/>
                      <a:pt x="1" y="17"/>
                      <a:pt x="3"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3" name="Freeform 128">
                <a:extLst>
                  <a:ext uri="{FF2B5EF4-FFF2-40B4-BE49-F238E27FC236}">
                    <a16:creationId xmlns:a16="http://schemas.microsoft.com/office/drawing/2014/main" id="{AD81D955-2FF7-DFF9-62C3-BDFD986C5DAD}"/>
                  </a:ext>
                </a:extLst>
              </p:cNvPr>
              <p:cNvSpPr/>
              <p:nvPr/>
            </p:nvSpPr>
            <p:spPr bwMode="auto">
              <a:xfrm>
                <a:off x="5402" y="1964"/>
                <a:ext cx="49" cy="23"/>
              </a:xfrm>
              <a:custGeom>
                <a:avLst/>
                <a:gdLst>
                  <a:gd name="T0" fmla="*/ 2 w 28"/>
                  <a:gd name="T1" fmla="*/ 13 h 13"/>
                  <a:gd name="T2" fmla="*/ 27 w 28"/>
                  <a:gd name="T3" fmla="*/ 3 h 13"/>
                  <a:gd name="T4" fmla="*/ 24 w 28"/>
                  <a:gd name="T5" fmla="*/ 0 h 13"/>
                  <a:gd name="T6" fmla="*/ 2 w 28"/>
                  <a:gd name="T7" fmla="*/ 9 h 13"/>
                  <a:gd name="T8" fmla="*/ 2 w 28"/>
                  <a:gd name="T9" fmla="*/ 13 h 13"/>
                </a:gdLst>
                <a:ahLst/>
                <a:cxnLst>
                  <a:cxn ang="0">
                    <a:pos x="T0" y="T1"/>
                  </a:cxn>
                  <a:cxn ang="0">
                    <a:pos x="T2" y="T3"/>
                  </a:cxn>
                  <a:cxn ang="0">
                    <a:pos x="T4" y="T5"/>
                  </a:cxn>
                  <a:cxn ang="0">
                    <a:pos x="T6" y="T7"/>
                  </a:cxn>
                  <a:cxn ang="0">
                    <a:pos x="T8" y="T9"/>
                  </a:cxn>
                </a:cxnLst>
                <a:rect l="0" t="0" r="r" b="b"/>
                <a:pathLst>
                  <a:path w="28" h="13">
                    <a:moveTo>
                      <a:pt x="2" y="13"/>
                    </a:moveTo>
                    <a:cubicBezTo>
                      <a:pt x="11" y="13"/>
                      <a:pt x="21" y="10"/>
                      <a:pt x="27" y="3"/>
                    </a:cubicBezTo>
                    <a:cubicBezTo>
                      <a:pt x="28" y="1"/>
                      <a:pt x="26" y="0"/>
                      <a:pt x="24" y="0"/>
                    </a:cubicBezTo>
                    <a:cubicBezTo>
                      <a:pt x="17" y="4"/>
                      <a:pt x="11" y="8"/>
                      <a:pt x="2" y="9"/>
                    </a:cubicBezTo>
                    <a:cubicBezTo>
                      <a:pt x="0" y="10"/>
                      <a:pt x="0" y="13"/>
                      <a:pt x="2"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4" name="Freeform 129">
                <a:extLst>
                  <a:ext uri="{FF2B5EF4-FFF2-40B4-BE49-F238E27FC236}">
                    <a16:creationId xmlns:a16="http://schemas.microsoft.com/office/drawing/2014/main" id="{EF64AC72-4E1F-3E49-CF0A-25AC20F25C02}"/>
                  </a:ext>
                </a:extLst>
              </p:cNvPr>
              <p:cNvSpPr/>
              <p:nvPr/>
            </p:nvSpPr>
            <p:spPr bwMode="auto">
              <a:xfrm>
                <a:off x="5418" y="2001"/>
                <a:ext cx="33" cy="27"/>
              </a:xfrm>
              <a:custGeom>
                <a:avLst/>
                <a:gdLst>
                  <a:gd name="T0" fmla="*/ 3 w 19"/>
                  <a:gd name="T1" fmla="*/ 14 h 15"/>
                  <a:gd name="T2" fmla="*/ 18 w 19"/>
                  <a:gd name="T3" fmla="*/ 4 h 15"/>
                  <a:gd name="T4" fmla="*/ 16 w 19"/>
                  <a:gd name="T5" fmla="*/ 1 h 15"/>
                  <a:gd name="T6" fmla="*/ 9 w 19"/>
                  <a:gd name="T7" fmla="*/ 7 h 15"/>
                  <a:gd name="T8" fmla="*/ 2 w 19"/>
                  <a:gd name="T9" fmla="*/ 11 h 15"/>
                  <a:gd name="T10" fmla="*/ 3 w 19"/>
                  <a:gd name="T11" fmla="*/ 14 h 15"/>
                </a:gdLst>
                <a:ahLst/>
                <a:cxnLst>
                  <a:cxn ang="0">
                    <a:pos x="T0" y="T1"/>
                  </a:cxn>
                  <a:cxn ang="0">
                    <a:pos x="T2" y="T3"/>
                  </a:cxn>
                  <a:cxn ang="0">
                    <a:pos x="T4" y="T5"/>
                  </a:cxn>
                  <a:cxn ang="0">
                    <a:pos x="T6" y="T7"/>
                  </a:cxn>
                  <a:cxn ang="0">
                    <a:pos x="T8" y="T9"/>
                  </a:cxn>
                  <a:cxn ang="0">
                    <a:pos x="T10" y="T11"/>
                  </a:cxn>
                </a:cxnLst>
                <a:rect l="0" t="0" r="r" b="b"/>
                <a:pathLst>
                  <a:path w="19" h="15">
                    <a:moveTo>
                      <a:pt x="3" y="14"/>
                    </a:moveTo>
                    <a:cubicBezTo>
                      <a:pt x="9" y="12"/>
                      <a:pt x="15" y="9"/>
                      <a:pt x="18" y="4"/>
                    </a:cubicBezTo>
                    <a:cubicBezTo>
                      <a:pt x="19" y="2"/>
                      <a:pt x="17" y="0"/>
                      <a:pt x="16" y="1"/>
                    </a:cubicBezTo>
                    <a:cubicBezTo>
                      <a:pt x="14" y="3"/>
                      <a:pt x="12" y="5"/>
                      <a:pt x="9" y="7"/>
                    </a:cubicBezTo>
                    <a:cubicBezTo>
                      <a:pt x="7" y="8"/>
                      <a:pt x="5" y="10"/>
                      <a:pt x="2" y="11"/>
                    </a:cubicBezTo>
                    <a:cubicBezTo>
                      <a:pt x="0" y="12"/>
                      <a:pt x="1" y="15"/>
                      <a:pt x="3"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5" name="Freeform 130">
                <a:extLst>
                  <a:ext uri="{FF2B5EF4-FFF2-40B4-BE49-F238E27FC236}">
                    <a16:creationId xmlns:a16="http://schemas.microsoft.com/office/drawing/2014/main" id="{807AE8FC-A2E8-1B6A-FECA-6EDF11116C34}"/>
                  </a:ext>
                </a:extLst>
              </p:cNvPr>
              <p:cNvSpPr/>
              <p:nvPr/>
            </p:nvSpPr>
            <p:spPr bwMode="auto">
              <a:xfrm>
                <a:off x="5428" y="2033"/>
                <a:ext cx="39" cy="28"/>
              </a:xfrm>
              <a:custGeom>
                <a:avLst/>
                <a:gdLst>
                  <a:gd name="T0" fmla="*/ 3 w 22"/>
                  <a:gd name="T1" fmla="*/ 16 h 16"/>
                  <a:gd name="T2" fmla="*/ 21 w 22"/>
                  <a:gd name="T3" fmla="*/ 4 h 16"/>
                  <a:gd name="T4" fmla="*/ 18 w 22"/>
                  <a:gd name="T5" fmla="*/ 2 h 16"/>
                  <a:gd name="T6" fmla="*/ 2 w 22"/>
                  <a:gd name="T7" fmla="*/ 12 h 16"/>
                  <a:gd name="T8" fmla="*/ 3 w 22"/>
                  <a:gd name="T9" fmla="*/ 16 h 16"/>
                </a:gdLst>
                <a:ahLst/>
                <a:cxnLst>
                  <a:cxn ang="0">
                    <a:pos x="T0" y="T1"/>
                  </a:cxn>
                  <a:cxn ang="0">
                    <a:pos x="T2" y="T3"/>
                  </a:cxn>
                  <a:cxn ang="0">
                    <a:pos x="T4" y="T5"/>
                  </a:cxn>
                  <a:cxn ang="0">
                    <a:pos x="T6" y="T7"/>
                  </a:cxn>
                  <a:cxn ang="0">
                    <a:pos x="T8" y="T9"/>
                  </a:cxn>
                </a:cxnLst>
                <a:rect l="0" t="0" r="r" b="b"/>
                <a:pathLst>
                  <a:path w="22" h="16">
                    <a:moveTo>
                      <a:pt x="3" y="16"/>
                    </a:moveTo>
                    <a:cubicBezTo>
                      <a:pt x="10" y="14"/>
                      <a:pt x="17" y="10"/>
                      <a:pt x="21" y="4"/>
                    </a:cubicBezTo>
                    <a:cubicBezTo>
                      <a:pt x="22" y="2"/>
                      <a:pt x="19" y="0"/>
                      <a:pt x="18" y="2"/>
                    </a:cubicBezTo>
                    <a:cubicBezTo>
                      <a:pt x="13" y="6"/>
                      <a:pt x="8" y="10"/>
                      <a:pt x="2" y="12"/>
                    </a:cubicBezTo>
                    <a:cubicBezTo>
                      <a:pt x="0" y="13"/>
                      <a:pt x="0" y="16"/>
                      <a:pt x="3"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6" name="Freeform 131">
                <a:extLst>
                  <a:ext uri="{FF2B5EF4-FFF2-40B4-BE49-F238E27FC236}">
                    <a16:creationId xmlns:a16="http://schemas.microsoft.com/office/drawing/2014/main" id="{A31ED78B-A27D-8E38-C876-C7084334BEA0}"/>
                  </a:ext>
                </a:extLst>
              </p:cNvPr>
              <p:cNvSpPr/>
              <p:nvPr/>
            </p:nvSpPr>
            <p:spPr bwMode="auto">
              <a:xfrm>
                <a:off x="5439" y="2066"/>
                <a:ext cx="37" cy="29"/>
              </a:xfrm>
              <a:custGeom>
                <a:avLst/>
                <a:gdLst>
                  <a:gd name="T0" fmla="*/ 3 w 21"/>
                  <a:gd name="T1" fmla="*/ 16 h 16"/>
                  <a:gd name="T2" fmla="*/ 20 w 21"/>
                  <a:gd name="T3" fmla="*/ 3 h 16"/>
                  <a:gd name="T4" fmla="*/ 17 w 21"/>
                  <a:gd name="T5" fmla="*/ 1 h 16"/>
                  <a:gd name="T6" fmla="*/ 2 w 21"/>
                  <a:gd name="T7" fmla="*/ 12 h 16"/>
                  <a:gd name="T8" fmla="*/ 3 w 21"/>
                  <a:gd name="T9" fmla="*/ 16 h 16"/>
                </a:gdLst>
                <a:ahLst/>
                <a:cxnLst>
                  <a:cxn ang="0">
                    <a:pos x="T0" y="T1"/>
                  </a:cxn>
                  <a:cxn ang="0">
                    <a:pos x="T2" y="T3"/>
                  </a:cxn>
                  <a:cxn ang="0">
                    <a:pos x="T4" y="T5"/>
                  </a:cxn>
                  <a:cxn ang="0">
                    <a:pos x="T6" y="T7"/>
                  </a:cxn>
                  <a:cxn ang="0">
                    <a:pos x="T8" y="T9"/>
                  </a:cxn>
                </a:cxnLst>
                <a:rect l="0" t="0" r="r" b="b"/>
                <a:pathLst>
                  <a:path w="21" h="16">
                    <a:moveTo>
                      <a:pt x="3" y="16"/>
                    </a:moveTo>
                    <a:cubicBezTo>
                      <a:pt x="10" y="13"/>
                      <a:pt x="17" y="9"/>
                      <a:pt x="20" y="3"/>
                    </a:cubicBezTo>
                    <a:cubicBezTo>
                      <a:pt x="21" y="1"/>
                      <a:pt x="19" y="0"/>
                      <a:pt x="17" y="1"/>
                    </a:cubicBezTo>
                    <a:cubicBezTo>
                      <a:pt x="13" y="5"/>
                      <a:pt x="8" y="10"/>
                      <a:pt x="2" y="12"/>
                    </a:cubicBezTo>
                    <a:cubicBezTo>
                      <a:pt x="0" y="13"/>
                      <a:pt x="1" y="16"/>
                      <a:pt x="3"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7" name="Freeform 132">
                <a:extLst>
                  <a:ext uri="{FF2B5EF4-FFF2-40B4-BE49-F238E27FC236}">
                    <a16:creationId xmlns:a16="http://schemas.microsoft.com/office/drawing/2014/main" id="{CD81F7F5-DA47-042F-1BA9-F88567A9B55A}"/>
                  </a:ext>
                </a:extLst>
              </p:cNvPr>
              <p:cNvSpPr/>
              <p:nvPr/>
            </p:nvSpPr>
            <p:spPr bwMode="auto">
              <a:xfrm>
                <a:off x="5455" y="2095"/>
                <a:ext cx="37" cy="36"/>
              </a:xfrm>
              <a:custGeom>
                <a:avLst/>
                <a:gdLst>
                  <a:gd name="T0" fmla="*/ 4 w 21"/>
                  <a:gd name="T1" fmla="*/ 20 h 21"/>
                  <a:gd name="T2" fmla="*/ 20 w 21"/>
                  <a:gd name="T3" fmla="*/ 3 h 21"/>
                  <a:gd name="T4" fmla="*/ 18 w 21"/>
                  <a:gd name="T5" fmla="*/ 2 h 21"/>
                  <a:gd name="T6" fmla="*/ 2 w 21"/>
                  <a:gd name="T7" fmla="*/ 17 h 21"/>
                  <a:gd name="T8" fmla="*/ 4 w 21"/>
                  <a:gd name="T9" fmla="*/ 20 h 21"/>
                </a:gdLst>
                <a:ahLst/>
                <a:cxnLst>
                  <a:cxn ang="0">
                    <a:pos x="T0" y="T1"/>
                  </a:cxn>
                  <a:cxn ang="0">
                    <a:pos x="T2" y="T3"/>
                  </a:cxn>
                  <a:cxn ang="0">
                    <a:pos x="T4" y="T5"/>
                  </a:cxn>
                  <a:cxn ang="0">
                    <a:pos x="T6" y="T7"/>
                  </a:cxn>
                  <a:cxn ang="0">
                    <a:pos x="T8" y="T9"/>
                  </a:cxn>
                </a:cxnLst>
                <a:rect l="0" t="0" r="r" b="b"/>
                <a:pathLst>
                  <a:path w="21" h="21">
                    <a:moveTo>
                      <a:pt x="4" y="20"/>
                    </a:moveTo>
                    <a:cubicBezTo>
                      <a:pt x="11" y="17"/>
                      <a:pt x="18" y="11"/>
                      <a:pt x="20" y="3"/>
                    </a:cubicBezTo>
                    <a:cubicBezTo>
                      <a:pt x="21" y="2"/>
                      <a:pt x="19" y="0"/>
                      <a:pt x="18" y="2"/>
                    </a:cubicBezTo>
                    <a:cubicBezTo>
                      <a:pt x="13" y="7"/>
                      <a:pt x="9" y="13"/>
                      <a:pt x="2" y="17"/>
                    </a:cubicBezTo>
                    <a:cubicBezTo>
                      <a:pt x="0" y="18"/>
                      <a:pt x="2" y="21"/>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8" name="Freeform 133">
                <a:extLst>
                  <a:ext uri="{FF2B5EF4-FFF2-40B4-BE49-F238E27FC236}">
                    <a16:creationId xmlns:a16="http://schemas.microsoft.com/office/drawing/2014/main" id="{9C842465-7DDA-11F8-6DBB-EAB7503F23D8}"/>
                  </a:ext>
                </a:extLst>
              </p:cNvPr>
              <p:cNvSpPr/>
              <p:nvPr/>
            </p:nvSpPr>
            <p:spPr bwMode="auto">
              <a:xfrm>
                <a:off x="5460" y="2110"/>
                <a:ext cx="51" cy="51"/>
              </a:xfrm>
              <a:custGeom>
                <a:avLst/>
                <a:gdLst>
                  <a:gd name="T0" fmla="*/ 5 w 29"/>
                  <a:gd name="T1" fmla="*/ 27 h 29"/>
                  <a:gd name="T2" fmla="*/ 28 w 29"/>
                  <a:gd name="T3" fmla="*/ 3 h 29"/>
                  <a:gd name="T4" fmla="*/ 26 w 29"/>
                  <a:gd name="T5" fmla="*/ 1 h 29"/>
                  <a:gd name="T6" fmla="*/ 2 w 29"/>
                  <a:gd name="T7" fmla="*/ 24 h 29"/>
                  <a:gd name="T8" fmla="*/ 5 w 29"/>
                  <a:gd name="T9" fmla="*/ 27 h 29"/>
                </a:gdLst>
                <a:ahLst/>
                <a:cxnLst>
                  <a:cxn ang="0">
                    <a:pos x="T0" y="T1"/>
                  </a:cxn>
                  <a:cxn ang="0">
                    <a:pos x="T2" y="T3"/>
                  </a:cxn>
                  <a:cxn ang="0">
                    <a:pos x="T4" y="T5"/>
                  </a:cxn>
                  <a:cxn ang="0">
                    <a:pos x="T6" y="T7"/>
                  </a:cxn>
                  <a:cxn ang="0">
                    <a:pos x="T8" y="T9"/>
                  </a:cxn>
                </a:cxnLst>
                <a:rect l="0" t="0" r="r" b="b"/>
                <a:pathLst>
                  <a:path w="29" h="29">
                    <a:moveTo>
                      <a:pt x="5" y="27"/>
                    </a:moveTo>
                    <a:cubicBezTo>
                      <a:pt x="13" y="20"/>
                      <a:pt x="22" y="13"/>
                      <a:pt x="28" y="3"/>
                    </a:cubicBezTo>
                    <a:cubicBezTo>
                      <a:pt x="29" y="2"/>
                      <a:pt x="27" y="0"/>
                      <a:pt x="26" y="1"/>
                    </a:cubicBezTo>
                    <a:cubicBezTo>
                      <a:pt x="18" y="9"/>
                      <a:pt x="10" y="17"/>
                      <a:pt x="2" y="24"/>
                    </a:cubicBezTo>
                    <a:cubicBezTo>
                      <a:pt x="0" y="26"/>
                      <a:pt x="3" y="29"/>
                      <a:pt x="5"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9" name="Freeform 134">
                <a:extLst>
                  <a:ext uri="{FF2B5EF4-FFF2-40B4-BE49-F238E27FC236}">
                    <a16:creationId xmlns:a16="http://schemas.microsoft.com/office/drawing/2014/main" id="{4DF2D4A3-5E1E-4B92-91DF-54EB9305F0B8}"/>
                  </a:ext>
                </a:extLst>
              </p:cNvPr>
              <p:cNvSpPr/>
              <p:nvPr/>
            </p:nvSpPr>
            <p:spPr bwMode="auto">
              <a:xfrm>
                <a:off x="5486" y="2137"/>
                <a:ext cx="44" cy="38"/>
              </a:xfrm>
              <a:custGeom>
                <a:avLst/>
                <a:gdLst>
                  <a:gd name="T0" fmla="*/ 3 w 25"/>
                  <a:gd name="T1" fmla="*/ 21 h 22"/>
                  <a:gd name="T2" fmla="*/ 24 w 25"/>
                  <a:gd name="T3" fmla="*/ 3 h 22"/>
                  <a:gd name="T4" fmla="*/ 21 w 25"/>
                  <a:gd name="T5" fmla="*/ 1 h 22"/>
                  <a:gd name="T6" fmla="*/ 1 w 25"/>
                  <a:gd name="T7" fmla="*/ 18 h 22"/>
                  <a:gd name="T8" fmla="*/ 3 w 25"/>
                  <a:gd name="T9" fmla="*/ 21 h 22"/>
                </a:gdLst>
                <a:ahLst/>
                <a:cxnLst>
                  <a:cxn ang="0">
                    <a:pos x="T0" y="T1"/>
                  </a:cxn>
                  <a:cxn ang="0">
                    <a:pos x="T2" y="T3"/>
                  </a:cxn>
                  <a:cxn ang="0">
                    <a:pos x="T4" y="T5"/>
                  </a:cxn>
                  <a:cxn ang="0">
                    <a:pos x="T6" y="T7"/>
                  </a:cxn>
                  <a:cxn ang="0">
                    <a:pos x="T8" y="T9"/>
                  </a:cxn>
                </a:cxnLst>
                <a:rect l="0" t="0" r="r" b="b"/>
                <a:pathLst>
                  <a:path w="25" h="22">
                    <a:moveTo>
                      <a:pt x="3" y="21"/>
                    </a:moveTo>
                    <a:cubicBezTo>
                      <a:pt x="11" y="17"/>
                      <a:pt x="19" y="11"/>
                      <a:pt x="24" y="3"/>
                    </a:cubicBezTo>
                    <a:cubicBezTo>
                      <a:pt x="25" y="2"/>
                      <a:pt x="23" y="0"/>
                      <a:pt x="21" y="1"/>
                    </a:cubicBezTo>
                    <a:cubicBezTo>
                      <a:pt x="15" y="7"/>
                      <a:pt x="9" y="13"/>
                      <a:pt x="1" y="18"/>
                    </a:cubicBezTo>
                    <a:cubicBezTo>
                      <a:pt x="0" y="19"/>
                      <a:pt x="1" y="22"/>
                      <a:pt x="3"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0" name="Freeform 135">
                <a:extLst>
                  <a:ext uri="{FF2B5EF4-FFF2-40B4-BE49-F238E27FC236}">
                    <a16:creationId xmlns:a16="http://schemas.microsoft.com/office/drawing/2014/main" id="{89972E2A-2D8C-C32E-E44E-B2ACBE6993EC}"/>
                  </a:ext>
                </a:extLst>
              </p:cNvPr>
              <p:cNvSpPr/>
              <p:nvPr/>
            </p:nvSpPr>
            <p:spPr bwMode="auto">
              <a:xfrm>
                <a:off x="5513" y="2151"/>
                <a:ext cx="45" cy="37"/>
              </a:xfrm>
              <a:custGeom>
                <a:avLst/>
                <a:gdLst>
                  <a:gd name="T0" fmla="*/ 4 w 26"/>
                  <a:gd name="T1" fmla="*/ 20 h 21"/>
                  <a:gd name="T2" fmla="*/ 25 w 26"/>
                  <a:gd name="T3" fmla="*/ 3 h 21"/>
                  <a:gd name="T4" fmla="*/ 23 w 26"/>
                  <a:gd name="T5" fmla="*/ 1 h 21"/>
                  <a:gd name="T6" fmla="*/ 2 w 26"/>
                  <a:gd name="T7" fmla="*/ 16 h 21"/>
                  <a:gd name="T8" fmla="*/ 4 w 26"/>
                  <a:gd name="T9" fmla="*/ 20 h 21"/>
                </a:gdLst>
                <a:ahLst/>
                <a:cxnLst>
                  <a:cxn ang="0">
                    <a:pos x="T0" y="T1"/>
                  </a:cxn>
                  <a:cxn ang="0">
                    <a:pos x="T2" y="T3"/>
                  </a:cxn>
                  <a:cxn ang="0">
                    <a:pos x="T4" y="T5"/>
                  </a:cxn>
                  <a:cxn ang="0">
                    <a:pos x="T6" y="T7"/>
                  </a:cxn>
                  <a:cxn ang="0">
                    <a:pos x="T8" y="T9"/>
                  </a:cxn>
                </a:cxnLst>
                <a:rect l="0" t="0" r="r" b="b"/>
                <a:pathLst>
                  <a:path w="26" h="21">
                    <a:moveTo>
                      <a:pt x="4" y="20"/>
                    </a:moveTo>
                    <a:cubicBezTo>
                      <a:pt x="12" y="15"/>
                      <a:pt x="20" y="10"/>
                      <a:pt x="25" y="3"/>
                    </a:cubicBezTo>
                    <a:cubicBezTo>
                      <a:pt x="26" y="1"/>
                      <a:pt x="24" y="0"/>
                      <a:pt x="23" y="1"/>
                    </a:cubicBezTo>
                    <a:cubicBezTo>
                      <a:pt x="16" y="5"/>
                      <a:pt x="10" y="12"/>
                      <a:pt x="2" y="16"/>
                    </a:cubicBezTo>
                    <a:cubicBezTo>
                      <a:pt x="0" y="18"/>
                      <a:pt x="2" y="21"/>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1" name="Freeform 136">
                <a:extLst>
                  <a:ext uri="{FF2B5EF4-FFF2-40B4-BE49-F238E27FC236}">
                    <a16:creationId xmlns:a16="http://schemas.microsoft.com/office/drawing/2014/main" id="{C4622194-0F2A-7524-DA8D-A0A59D585D41}"/>
                  </a:ext>
                </a:extLst>
              </p:cNvPr>
              <p:cNvSpPr/>
              <p:nvPr/>
            </p:nvSpPr>
            <p:spPr bwMode="auto">
              <a:xfrm>
                <a:off x="5546" y="2163"/>
                <a:ext cx="41" cy="39"/>
              </a:xfrm>
              <a:custGeom>
                <a:avLst/>
                <a:gdLst>
                  <a:gd name="T0" fmla="*/ 4 w 23"/>
                  <a:gd name="T1" fmla="*/ 21 h 22"/>
                  <a:gd name="T2" fmla="*/ 22 w 23"/>
                  <a:gd name="T3" fmla="*/ 3 h 22"/>
                  <a:gd name="T4" fmla="*/ 19 w 23"/>
                  <a:gd name="T5" fmla="*/ 1 h 22"/>
                  <a:gd name="T6" fmla="*/ 2 w 23"/>
                  <a:gd name="T7" fmla="*/ 18 h 22"/>
                  <a:gd name="T8" fmla="*/ 4 w 23"/>
                  <a:gd name="T9" fmla="*/ 21 h 22"/>
                </a:gdLst>
                <a:ahLst/>
                <a:cxnLst>
                  <a:cxn ang="0">
                    <a:pos x="T0" y="T1"/>
                  </a:cxn>
                  <a:cxn ang="0">
                    <a:pos x="T2" y="T3"/>
                  </a:cxn>
                  <a:cxn ang="0">
                    <a:pos x="T4" y="T5"/>
                  </a:cxn>
                  <a:cxn ang="0">
                    <a:pos x="T6" y="T7"/>
                  </a:cxn>
                  <a:cxn ang="0">
                    <a:pos x="T8" y="T9"/>
                  </a:cxn>
                </a:cxnLst>
                <a:rect l="0" t="0" r="r" b="b"/>
                <a:pathLst>
                  <a:path w="23" h="22">
                    <a:moveTo>
                      <a:pt x="4" y="21"/>
                    </a:moveTo>
                    <a:cubicBezTo>
                      <a:pt x="11" y="16"/>
                      <a:pt x="18" y="11"/>
                      <a:pt x="22" y="3"/>
                    </a:cubicBezTo>
                    <a:cubicBezTo>
                      <a:pt x="23" y="2"/>
                      <a:pt x="21" y="0"/>
                      <a:pt x="19" y="1"/>
                    </a:cubicBezTo>
                    <a:cubicBezTo>
                      <a:pt x="14" y="7"/>
                      <a:pt x="9" y="13"/>
                      <a:pt x="2" y="18"/>
                    </a:cubicBezTo>
                    <a:cubicBezTo>
                      <a:pt x="0" y="19"/>
                      <a:pt x="3" y="22"/>
                      <a:pt x="4"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2" name="Freeform 137">
                <a:extLst>
                  <a:ext uri="{FF2B5EF4-FFF2-40B4-BE49-F238E27FC236}">
                    <a16:creationId xmlns:a16="http://schemas.microsoft.com/office/drawing/2014/main" id="{4344FD08-7B88-2DBB-8C1E-4904A530446E}"/>
                  </a:ext>
                </a:extLst>
              </p:cNvPr>
              <p:cNvSpPr/>
              <p:nvPr/>
            </p:nvSpPr>
            <p:spPr bwMode="auto">
              <a:xfrm>
                <a:off x="5574" y="2195"/>
                <a:ext cx="32" cy="30"/>
              </a:xfrm>
              <a:custGeom>
                <a:avLst/>
                <a:gdLst>
                  <a:gd name="T0" fmla="*/ 3 w 18"/>
                  <a:gd name="T1" fmla="*/ 16 h 17"/>
                  <a:gd name="T2" fmla="*/ 18 w 18"/>
                  <a:gd name="T3" fmla="*/ 3 h 17"/>
                  <a:gd name="T4" fmla="*/ 15 w 18"/>
                  <a:gd name="T5" fmla="*/ 1 h 17"/>
                  <a:gd name="T6" fmla="*/ 2 w 18"/>
                  <a:gd name="T7" fmla="*/ 13 h 17"/>
                  <a:gd name="T8" fmla="*/ 3 w 18"/>
                  <a:gd name="T9" fmla="*/ 16 h 17"/>
                </a:gdLst>
                <a:ahLst/>
                <a:cxnLst>
                  <a:cxn ang="0">
                    <a:pos x="T0" y="T1"/>
                  </a:cxn>
                  <a:cxn ang="0">
                    <a:pos x="T2" y="T3"/>
                  </a:cxn>
                  <a:cxn ang="0">
                    <a:pos x="T4" y="T5"/>
                  </a:cxn>
                  <a:cxn ang="0">
                    <a:pos x="T6" y="T7"/>
                  </a:cxn>
                  <a:cxn ang="0">
                    <a:pos x="T8" y="T9"/>
                  </a:cxn>
                </a:cxnLst>
                <a:rect l="0" t="0" r="r" b="b"/>
                <a:pathLst>
                  <a:path w="18" h="17">
                    <a:moveTo>
                      <a:pt x="3" y="16"/>
                    </a:moveTo>
                    <a:cubicBezTo>
                      <a:pt x="9" y="14"/>
                      <a:pt x="15" y="9"/>
                      <a:pt x="18" y="3"/>
                    </a:cubicBezTo>
                    <a:cubicBezTo>
                      <a:pt x="18" y="1"/>
                      <a:pt x="16" y="0"/>
                      <a:pt x="15" y="1"/>
                    </a:cubicBezTo>
                    <a:cubicBezTo>
                      <a:pt x="11" y="6"/>
                      <a:pt x="7" y="10"/>
                      <a:pt x="2" y="13"/>
                    </a:cubicBezTo>
                    <a:cubicBezTo>
                      <a:pt x="0" y="14"/>
                      <a:pt x="1" y="17"/>
                      <a:pt x="3"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3" name="Freeform 138">
                <a:extLst>
                  <a:ext uri="{FF2B5EF4-FFF2-40B4-BE49-F238E27FC236}">
                    <a16:creationId xmlns:a16="http://schemas.microsoft.com/office/drawing/2014/main" id="{9165260D-B444-576F-6A05-5286F17733B6}"/>
                  </a:ext>
                </a:extLst>
              </p:cNvPr>
              <p:cNvSpPr/>
              <p:nvPr/>
            </p:nvSpPr>
            <p:spPr bwMode="auto">
              <a:xfrm>
                <a:off x="5601" y="2204"/>
                <a:ext cx="38" cy="44"/>
              </a:xfrm>
              <a:custGeom>
                <a:avLst/>
                <a:gdLst>
                  <a:gd name="T0" fmla="*/ 5 w 22"/>
                  <a:gd name="T1" fmla="*/ 24 h 25"/>
                  <a:gd name="T2" fmla="*/ 22 w 22"/>
                  <a:gd name="T3" fmla="*/ 4 h 25"/>
                  <a:gd name="T4" fmla="*/ 19 w 22"/>
                  <a:gd name="T5" fmla="*/ 2 h 25"/>
                  <a:gd name="T6" fmla="*/ 2 w 22"/>
                  <a:gd name="T7" fmla="*/ 21 h 25"/>
                  <a:gd name="T8" fmla="*/ 5 w 22"/>
                  <a:gd name="T9" fmla="*/ 24 h 25"/>
                </a:gdLst>
                <a:ahLst/>
                <a:cxnLst>
                  <a:cxn ang="0">
                    <a:pos x="T0" y="T1"/>
                  </a:cxn>
                  <a:cxn ang="0">
                    <a:pos x="T2" y="T3"/>
                  </a:cxn>
                  <a:cxn ang="0">
                    <a:pos x="T4" y="T5"/>
                  </a:cxn>
                  <a:cxn ang="0">
                    <a:pos x="T6" y="T7"/>
                  </a:cxn>
                  <a:cxn ang="0">
                    <a:pos x="T8" y="T9"/>
                  </a:cxn>
                </a:cxnLst>
                <a:rect l="0" t="0" r="r" b="b"/>
                <a:pathLst>
                  <a:path w="22" h="25">
                    <a:moveTo>
                      <a:pt x="5" y="24"/>
                    </a:moveTo>
                    <a:cubicBezTo>
                      <a:pt x="12" y="18"/>
                      <a:pt x="18" y="12"/>
                      <a:pt x="22" y="4"/>
                    </a:cubicBezTo>
                    <a:cubicBezTo>
                      <a:pt x="22" y="2"/>
                      <a:pt x="21" y="0"/>
                      <a:pt x="19" y="2"/>
                    </a:cubicBezTo>
                    <a:cubicBezTo>
                      <a:pt x="13" y="8"/>
                      <a:pt x="8" y="15"/>
                      <a:pt x="2" y="21"/>
                    </a:cubicBezTo>
                    <a:cubicBezTo>
                      <a:pt x="0" y="23"/>
                      <a:pt x="3" y="25"/>
                      <a:pt x="5"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4" name="Freeform 139">
                <a:extLst>
                  <a:ext uri="{FF2B5EF4-FFF2-40B4-BE49-F238E27FC236}">
                    <a16:creationId xmlns:a16="http://schemas.microsoft.com/office/drawing/2014/main" id="{6EFDBCEA-EA16-4DC5-C7E8-93F4823CC930}"/>
                  </a:ext>
                </a:extLst>
              </p:cNvPr>
              <p:cNvSpPr/>
              <p:nvPr/>
            </p:nvSpPr>
            <p:spPr bwMode="auto">
              <a:xfrm>
                <a:off x="5634" y="2242"/>
                <a:ext cx="37" cy="32"/>
              </a:xfrm>
              <a:custGeom>
                <a:avLst/>
                <a:gdLst>
                  <a:gd name="T0" fmla="*/ 4 w 21"/>
                  <a:gd name="T1" fmla="*/ 17 h 18"/>
                  <a:gd name="T2" fmla="*/ 20 w 21"/>
                  <a:gd name="T3" fmla="*/ 3 h 18"/>
                  <a:gd name="T4" fmla="*/ 18 w 21"/>
                  <a:gd name="T5" fmla="*/ 1 h 18"/>
                  <a:gd name="T6" fmla="*/ 1 w 21"/>
                  <a:gd name="T7" fmla="*/ 14 h 18"/>
                  <a:gd name="T8" fmla="*/ 4 w 21"/>
                  <a:gd name="T9" fmla="*/ 17 h 18"/>
                </a:gdLst>
                <a:ahLst/>
                <a:cxnLst>
                  <a:cxn ang="0">
                    <a:pos x="T0" y="T1"/>
                  </a:cxn>
                  <a:cxn ang="0">
                    <a:pos x="T2" y="T3"/>
                  </a:cxn>
                  <a:cxn ang="0">
                    <a:pos x="T4" y="T5"/>
                  </a:cxn>
                  <a:cxn ang="0">
                    <a:pos x="T6" y="T7"/>
                  </a:cxn>
                  <a:cxn ang="0">
                    <a:pos x="T8" y="T9"/>
                  </a:cxn>
                </a:cxnLst>
                <a:rect l="0" t="0" r="r" b="b"/>
                <a:pathLst>
                  <a:path w="21" h="18">
                    <a:moveTo>
                      <a:pt x="4" y="17"/>
                    </a:moveTo>
                    <a:cubicBezTo>
                      <a:pt x="9" y="13"/>
                      <a:pt x="15" y="8"/>
                      <a:pt x="20" y="3"/>
                    </a:cubicBezTo>
                    <a:cubicBezTo>
                      <a:pt x="21" y="1"/>
                      <a:pt x="19" y="0"/>
                      <a:pt x="18" y="1"/>
                    </a:cubicBezTo>
                    <a:cubicBezTo>
                      <a:pt x="11" y="4"/>
                      <a:pt x="6" y="9"/>
                      <a:pt x="1" y="14"/>
                    </a:cubicBezTo>
                    <a:cubicBezTo>
                      <a:pt x="0" y="15"/>
                      <a:pt x="2" y="18"/>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5" name="Freeform 140">
                <a:extLst>
                  <a:ext uri="{FF2B5EF4-FFF2-40B4-BE49-F238E27FC236}">
                    <a16:creationId xmlns:a16="http://schemas.microsoft.com/office/drawing/2014/main" id="{0D8886A0-0C30-C41C-794F-BDD676AADCAF}"/>
                  </a:ext>
                </a:extLst>
              </p:cNvPr>
              <p:cNvSpPr/>
              <p:nvPr/>
            </p:nvSpPr>
            <p:spPr bwMode="auto">
              <a:xfrm>
                <a:off x="5657" y="2270"/>
                <a:ext cx="25" cy="30"/>
              </a:xfrm>
              <a:custGeom>
                <a:avLst/>
                <a:gdLst>
                  <a:gd name="T0" fmla="*/ 4 w 14"/>
                  <a:gd name="T1" fmla="*/ 16 h 17"/>
                  <a:gd name="T2" fmla="*/ 13 w 14"/>
                  <a:gd name="T3" fmla="*/ 3 h 17"/>
                  <a:gd name="T4" fmla="*/ 11 w 14"/>
                  <a:gd name="T5" fmla="*/ 1 h 17"/>
                  <a:gd name="T6" fmla="*/ 1 w 14"/>
                  <a:gd name="T7" fmla="*/ 13 h 17"/>
                  <a:gd name="T8" fmla="*/ 4 w 14"/>
                  <a:gd name="T9" fmla="*/ 16 h 17"/>
                </a:gdLst>
                <a:ahLst/>
                <a:cxnLst>
                  <a:cxn ang="0">
                    <a:pos x="T0" y="T1"/>
                  </a:cxn>
                  <a:cxn ang="0">
                    <a:pos x="T2" y="T3"/>
                  </a:cxn>
                  <a:cxn ang="0">
                    <a:pos x="T4" y="T5"/>
                  </a:cxn>
                  <a:cxn ang="0">
                    <a:pos x="T6" y="T7"/>
                  </a:cxn>
                  <a:cxn ang="0">
                    <a:pos x="T8" y="T9"/>
                  </a:cxn>
                </a:cxnLst>
                <a:rect l="0" t="0" r="r" b="b"/>
                <a:pathLst>
                  <a:path w="14" h="17">
                    <a:moveTo>
                      <a:pt x="4" y="16"/>
                    </a:moveTo>
                    <a:cubicBezTo>
                      <a:pt x="7" y="12"/>
                      <a:pt x="11" y="8"/>
                      <a:pt x="13" y="3"/>
                    </a:cubicBezTo>
                    <a:cubicBezTo>
                      <a:pt x="14" y="1"/>
                      <a:pt x="12" y="0"/>
                      <a:pt x="11" y="1"/>
                    </a:cubicBezTo>
                    <a:cubicBezTo>
                      <a:pt x="7" y="4"/>
                      <a:pt x="4" y="9"/>
                      <a:pt x="1" y="13"/>
                    </a:cubicBezTo>
                    <a:cubicBezTo>
                      <a:pt x="0" y="15"/>
                      <a:pt x="3" y="17"/>
                      <a:pt x="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6" name="Freeform 141">
                <a:extLst>
                  <a:ext uri="{FF2B5EF4-FFF2-40B4-BE49-F238E27FC236}">
                    <a16:creationId xmlns:a16="http://schemas.microsoft.com/office/drawing/2014/main" id="{ECC75634-6212-42DF-DB05-9BE3E58A1DF7}"/>
                  </a:ext>
                </a:extLst>
              </p:cNvPr>
              <p:cNvSpPr/>
              <p:nvPr/>
            </p:nvSpPr>
            <p:spPr bwMode="auto">
              <a:xfrm>
                <a:off x="5673" y="2290"/>
                <a:ext cx="21" cy="24"/>
              </a:xfrm>
              <a:custGeom>
                <a:avLst/>
                <a:gdLst>
                  <a:gd name="T0" fmla="*/ 4 w 12"/>
                  <a:gd name="T1" fmla="*/ 13 h 14"/>
                  <a:gd name="T2" fmla="*/ 12 w 12"/>
                  <a:gd name="T3" fmla="*/ 2 h 14"/>
                  <a:gd name="T4" fmla="*/ 9 w 12"/>
                  <a:gd name="T5" fmla="*/ 1 h 14"/>
                  <a:gd name="T6" fmla="*/ 6 w 12"/>
                  <a:gd name="T7" fmla="*/ 5 h 14"/>
                  <a:gd name="T8" fmla="*/ 2 w 12"/>
                  <a:gd name="T9" fmla="*/ 10 h 14"/>
                  <a:gd name="T10" fmla="*/ 4 w 12"/>
                  <a:gd name="T11" fmla="*/ 13 h 14"/>
                </a:gdLst>
                <a:ahLst/>
                <a:cxnLst>
                  <a:cxn ang="0">
                    <a:pos x="T0" y="T1"/>
                  </a:cxn>
                  <a:cxn ang="0">
                    <a:pos x="T2" y="T3"/>
                  </a:cxn>
                  <a:cxn ang="0">
                    <a:pos x="T4" y="T5"/>
                  </a:cxn>
                  <a:cxn ang="0">
                    <a:pos x="T6" y="T7"/>
                  </a:cxn>
                  <a:cxn ang="0">
                    <a:pos x="T8" y="T9"/>
                  </a:cxn>
                  <a:cxn ang="0">
                    <a:pos x="T10" y="T11"/>
                  </a:cxn>
                </a:cxnLst>
                <a:rect l="0" t="0" r="r" b="b"/>
                <a:pathLst>
                  <a:path w="12" h="14">
                    <a:moveTo>
                      <a:pt x="4" y="13"/>
                    </a:moveTo>
                    <a:cubicBezTo>
                      <a:pt x="7" y="10"/>
                      <a:pt x="11" y="7"/>
                      <a:pt x="12" y="2"/>
                    </a:cubicBezTo>
                    <a:cubicBezTo>
                      <a:pt x="12" y="0"/>
                      <a:pt x="10" y="0"/>
                      <a:pt x="9" y="1"/>
                    </a:cubicBezTo>
                    <a:cubicBezTo>
                      <a:pt x="8" y="2"/>
                      <a:pt x="7" y="4"/>
                      <a:pt x="6" y="5"/>
                    </a:cubicBezTo>
                    <a:cubicBezTo>
                      <a:pt x="4" y="7"/>
                      <a:pt x="3" y="9"/>
                      <a:pt x="2" y="10"/>
                    </a:cubicBezTo>
                    <a:cubicBezTo>
                      <a:pt x="0" y="12"/>
                      <a:pt x="2" y="14"/>
                      <a:pt x="4"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7" name="Freeform 142">
                <a:extLst>
                  <a:ext uri="{FF2B5EF4-FFF2-40B4-BE49-F238E27FC236}">
                    <a16:creationId xmlns:a16="http://schemas.microsoft.com/office/drawing/2014/main" id="{181FBDA5-D79C-F67E-D465-F96C250887A2}"/>
                  </a:ext>
                </a:extLst>
              </p:cNvPr>
              <p:cNvSpPr/>
              <p:nvPr/>
            </p:nvSpPr>
            <p:spPr bwMode="auto">
              <a:xfrm>
                <a:off x="5682" y="2323"/>
                <a:ext cx="24" cy="21"/>
              </a:xfrm>
              <a:custGeom>
                <a:avLst/>
                <a:gdLst>
                  <a:gd name="T0" fmla="*/ 4 w 14"/>
                  <a:gd name="T1" fmla="*/ 11 h 12"/>
                  <a:gd name="T2" fmla="*/ 13 w 14"/>
                  <a:gd name="T3" fmla="*/ 3 h 12"/>
                  <a:gd name="T4" fmla="*/ 11 w 14"/>
                  <a:gd name="T5" fmla="*/ 0 h 12"/>
                  <a:gd name="T6" fmla="*/ 2 w 14"/>
                  <a:gd name="T7" fmla="*/ 8 h 12"/>
                  <a:gd name="T8" fmla="*/ 4 w 14"/>
                  <a:gd name="T9" fmla="*/ 11 h 12"/>
                </a:gdLst>
                <a:ahLst/>
                <a:cxnLst>
                  <a:cxn ang="0">
                    <a:pos x="T0" y="T1"/>
                  </a:cxn>
                  <a:cxn ang="0">
                    <a:pos x="T2" y="T3"/>
                  </a:cxn>
                  <a:cxn ang="0">
                    <a:pos x="T4" y="T5"/>
                  </a:cxn>
                  <a:cxn ang="0">
                    <a:pos x="T6" y="T7"/>
                  </a:cxn>
                  <a:cxn ang="0">
                    <a:pos x="T8" y="T9"/>
                  </a:cxn>
                </a:cxnLst>
                <a:rect l="0" t="0" r="r" b="b"/>
                <a:pathLst>
                  <a:path w="14" h="12">
                    <a:moveTo>
                      <a:pt x="4" y="11"/>
                    </a:moveTo>
                    <a:cubicBezTo>
                      <a:pt x="7" y="8"/>
                      <a:pt x="11" y="6"/>
                      <a:pt x="13" y="3"/>
                    </a:cubicBezTo>
                    <a:cubicBezTo>
                      <a:pt x="14" y="1"/>
                      <a:pt x="12" y="0"/>
                      <a:pt x="11" y="0"/>
                    </a:cubicBezTo>
                    <a:cubicBezTo>
                      <a:pt x="7" y="2"/>
                      <a:pt x="5" y="6"/>
                      <a:pt x="2" y="8"/>
                    </a:cubicBezTo>
                    <a:cubicBezTo>
                      <a:pt x="0" y="10"/>
                      <a:pt x="3" y="12"/>
                      <a:pt x="4"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8" name="Freeform 143">
                <a:extLst>
                  <a:ext uri="{FF2B5EF4-FFF2-40B4-BE49-F238E27FC236}">
                    <a16:creationId xmlns:a16="http://schemas.microsoft.com/office/drawing/2014/main" id="{D02EAC1E-813E-6F5B-BC7A-9DFF99238256}"/>
                  </a:ext>
                </a:extLst>
              </p:cNvPr>
              <p:cNvSpPr/>
              <p:nvPr/>
            </p:nvSpPr>
            <p:spPr bwMode="auto">
              <a:xfrm>
                <a:off x="5689" y="2334"/>
                <a:ext cx="58" cy="28"/>
              </a:xfrm>
              <a:custGeom>
                <a:avLst/>
                <a:gdLst>
                  <a:gd name="T0" fmla="*/ 2 w 33"/>
                  <a:gd name="T1" fmla="*/ 15 h 16"/>
                  <a:gd name="T2" fmla="*/ 32 w 33"/>
                  <a:gd name="T3" fmla="*/ 3 h 16"/>
                  <a:gd name="T4" fmla="*/ 29 w 33"/>
                  <a:gd name="T5" fmla="*/ 1 h 16"/>
                  <a:gd name="T6" fmla="*/ 2 w 33"/>
                  <a:gd name="T7" fmla="*/ 11 h 16"/>
                  <a:gd name="T8" fmla="*/ 2 w 33"/>
                  <a:gd name="T9" fmla="*/ 15 h 16"/>
                </a:gdLst>
                <a:ahLst/>
                <a:cxnLst>
                  <a:cxn ang="0">
                    <a:pos x="T0" y="T1"/>
                  </a:cxn>
                  <a:cxn ang="0">
                    <a:pos x="T2" y="T3"/>
                  </a:cxn>
                  <a:cxn ang="0">
                    <a:pos x="T4" y="T5"/>
                  </a:cxn>
                  <a:cxn ang="0">
                    <a:pos x="T6" y="T7"/>
                  </a:cxn>
                  <a:cxn ang="0">
                    <a:pos x="T8" y="T9"/>
                  </a:cxn>
                </a:cxnLst>
                <a:rect l="0" t="0" r="r" b="b"/>
                <a:pathLst>
                  <a:path w="33" h="16">
                    <a:moveTo>
                      <a:pt x="2" y="15"/>
                    </a:moveTo>
                    <a:cubicBezTo>
                      <a:pt x="13" y="16"/>
                      <a:pt x="26" y="13"/>
                      <a:pt x="32" y="3"/>
                    </a:cubicBezTo>
                    <a:cubicBezTo>
                      <a:pt x="33" y="2"/>
                      <a:pt x="31" y="0"/>
                      <a:pt x="29" y="1"/>
                    </a:cubicBezTo>
                    <a:cubicBezTo>
                      <a:pt x="21" y="7"/>
                      <a:pt x="13" y="12"/>
                      <a:pt x="2" y="11"/>
                    </a:cubicBezTo>
                    <a:cubicBezTo>
                      <a:pt x="0" y="11"/>
                      <a:pt x="0" y="14"/>
                      <a:pt x="2"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9" name="Freeform 144">
                <a:extLst>
                  <a:ext uri="{FF2B5EF4-FFF2-40B4-BE49-F238E27FC236}">
                    <a16:creationId xmlns:a16="http://schemas.microsoft.com/office/drawing/2014/main" id="{EB64F951-0FAD-034C-040F-9C1E4CA4B4A1}"/>
                  </a:ext>
                </a:extLst>
              </p:cNvPr>
              <p:cNvSpPr/>
              <p:nvPr/>
            </p:nvSpPr>
            <p:spPr bwMode="auto">
              <a:xfrm>
                <a:off x="5701" y="2374"/>
                <a:ext cx="40" cy="16"/>
              </a:xfrm>
              <a:custGeom>
                <a:avLst/>
                <a:gdLst>
                  <a:gd name="T0" fmla="*/ 2 w 23"/>
                  <a:gd name="T1" fmla="*/ 8 h 9"/>
                  <a:gd name="T2" fmla="*/ 22 w 23"/>
                  <a:gd name="T3" fmla="*/ 3 h 9"/>
                  <a:gd name="T4" fmla="*/ 21 w 23"/>
                  <a:gd name="T5" fmla="*/ 0 h 9"/>
                  <a:gd name="T6" fmla="*/ 3 w 23"/>
                  <a:gd name="T7" fmla="*/ 4 h 9"/>
                  <a:gd name="T8" fmla="*/ 2 w 23"/>
                  <a:gd name="T9" fmla="*/ 8 h 9"/>
                </a:gdLst>
                <a:ahLst/>
                <a:cxnLst>
                  <a:cxn ang="0">
                    <a:pos x="T0" y="T1"/>
                  </a:cxn>
                  <a:cxn ang="0">
                    <a:pos x="T2" y="T3"/>
                  </a:cxn>
                  <a:cxn ang="0">
                    <a:pos x="T4" y="T5"/>
                  </a:cxn>
                  <a:cxn ang="0">
                    <a:pos x="T6" y="T7"/>
                  </a:cxn>
                  <a:cxn ang="0">
                    <a:pos x="T8" y="T9"/>
                  </a:cxn>
                </a:cxnLst>
                <a:rect l="0" t="0" r="r" b="b"/>
                <a:pathLst>
                  <a:path w="23" h="9">
                    <a:moveTo>
                      <a:pt x="2" y="8"/>
                    </a:moveTo>
                    <a:cubicBezTo>
                      <a:pt x="9" y="9"/>
                      <a:pt x="17" y="8"/>
                      <a:pt x="22" y="3"/>
                    </a:cubicBezTo>
                    <a:cubicBezTo>
                      <a:pt x="23" y="2"/>
                      <a:pt x="22" y="0"/>
                      <a:pt x="21" y="0"/>
                    </a:cubicBezTo>
                    <a:cubicBezTo>
                      <a:pt x="15" y="2"/>
                      <a:pt x="9" y="5"/>
                      <a:pt x="3" y="4"/>
                    </a:cubicBezTo>
                    <a:cubicBezTo>
                      <a:pt x="1" y="4"/>
                      <a:pt x="0" y="7"/>
                      <a:pt x="2"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0" name="Freeform 145">
                <a:extLst>
                  <a:ext uri="{FF2B5EF4-FFF2-40B4-BE49-F238E27FC236}">
                    <a16:creationId xmlns:a16="http://schemas.microsoft.com/office/drawing/2014/main" id="{62EFB51C-F839-F627-75DA-5386943C56B4}"/>
                  </a:ext>
                </a:extLst>
              </p:cNvPr>
              <p:cNvSpPr/>
              <p:nvPr/>
            </p:nvSpPr>
            <p:spPr bwMode="auto">
              <a:xfrm>
                <a:off x="5694" y="2409"/>
                <a:ext cx="35" cy="21"/>
              </a:xfrm>
              <a:custGeom>
                <a:avLst/>
                <a:gdLst>
                  <a:gd name="T0" fmla="*/ 3 w 20"/>
                  <a:gd name="T1" fmla="*/ 12 h 12"/>
                  <a:gd name="T2" fmla="*/ 19 w 20"/>
                  <a:gd name="T3" fmla="*/ 3 h 12"/>
                  <a:gd name="T4" fmla="*/ 17 w 20"/>
                  <a:gd name="T5" fmla="*/ 1 h 12"/>
                  <a:gd name="T6" fmla="*/ 2 w 20"/>
                  <a:gd name="T7" fmla="*/ 8 h 12"/>
                  <a:gd name="T8" fmla="*/ 3 w 20"/>
                  <a:gd name="T9" fmla="*/ 12 h 12"/>
                </a:gdLst>
                <a:ahLst/>
                <a:cxnLst>
                  <a:cxn ang="0">
                    <a:pos x="T0" y="T1"/>
                  </a:cxn>
                  <a:cxn ang="0">
                    <a:pos x="T2" y="T3"/>
                  </a:cxn>
                  <a:cxn ang="0">
                    <a:pos x="T4" y="T5"/>
                  </a:cxn>
                  <a:cxn ang="0">
                    <a:pos x="T6" y="T7"/>
                  </a:cxn>
                  <a:cxn ang="0">
                    <a:pos x="T8" y="T9"/>
                  </a:cxn>
                </a:cxnLst>
                <a:rect l="0" t="0" r="r" b="b"/>
                <a:pathLst>
                  <a:path w="20" h="12">
                    <a:moveTo>
                      <a:pt x="3" y="12"/>
                    </a:moveTo>
                    <a:cubicBezTo>
                      <a:pt x="9" y="11"/>
                      <a:pt x="15" y="8"/>
                      <a:pt x="19" y="3"/>
                    </a:cubicBezTo>
                    <a:cubicBezTo>
                      <a:pt x="20" y="2"/>
                      <a:pt x="18" y="0"/>
                      <a:pt x="17" y="1"/>
                    </a:cubicBezTo>
                    <a:cubicBezTo>
                      <a:pt x="12" y="4"/>
                      <a:pt x="8" y="7"/>
                      <a:pt x="2" y="8"/>
                    </a:cubicBezTo>
                    <a:cubicBezTo>
                      <a:pt x="0" y="8"/>
                      <a:pt x="0" y="12"/>
                      <a:pt x="3"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1" name="Freeform 146">
                <a:extLst>
                  <a:ext uri="{FF2B5EF4-FFF2-40B4-BE49-F238E27FC236}">
                    <a16:creationId xmlns:a16="http://schemas.microsoft.com/office/drawing/2014/main" id="{614BADB0-FE07-5E9F-6D21-03A60C6E8EE6}"/>
                  </a:ext>
                </a:extLst>
              </p:cNvPr>
              <p:cNvSpPr/>
              <p:nvPr/>
            </p:nvSpPr>
            <p:spPr bwMode="auto">
              <a:xfrm>
                <a:off x="5690" y="2452"/>
                <a:ext cx="18" cy="8"/>
              </a:xfrm>
              <a:custGeom>
                <a:avLst/>
                <a:gdLst>
                  <a:gd name="T0" fmla="*/ 2 w 10"/>
                  <a:gd name="T1" fmla="*/ 4 h 5"/>
                  <a:gd name="T2" fmla="*/ 9 w 10"/>
                  <a:gd name="T3" fmla="*/ 3 h 5"/>
                  <a:gd name="T4" fmla="*/ 8 w 10"/>
                  <a:gd name="T5" fmla="*/ 0 h 5"/>
                  <a:gd name="T6" fmla="*/ 3 w 10"/>
                  <a:gd name="T7" fmla="*/ 1 h 5"/>
                  <a:gd name="T8" fmla="*/ 2 w 10"/>
                  <a:gd name="T9" fmla="*/ 4 h 5"/>
                </a:gdLst>
                <a:ahLst/>
                <a:cxnLst>
                  <a:cxn ang="0">
                    <a:pos x="T0" y="T1"/>
                  </a:cxn>
                  <a:cxn ang="0">
                    <a:pos x="T2" y="T3"/>
                  </a:cxn>
                  <a:cxn ang="0">
                    <a:pos x="T4" y="T5"/>
                  </a:cxn>
                  <a:cxn ang="0">
                    <a:pos x="T6" y="T7"/>
                  </a:cxn>
                  <a:cxn ang="0">
                    <a:pos x="T8" y="T9"/>
                  </a:cxn>
                </a:cxnLst>
                <a:rect l="0" t="0" r="r" b="b"/>
                <a:pathLst>
                  <a:path w="10" h="5">
                    <a:moveTo>
                      <a:pt x="2" y="4"/>
                    </a:moveTo>
                    <a:cubicBezTo>
                      <a:pt x="4" y="5"/>
                      <a:pt x="7" y="5"/>
                      <a:pt x="9" y="3"/>
                    </a:cubicBezTo>
                    <a:cubicBezTo>
                      <a:pt x="10" y="2"/>
                      <a:pt x="9" y="0"/>
                      <a:pt x="8" y="0"/>
                    </a:cubicBezTo>
                    <a:cubicBezTo>
                      <a:pt x="6" y="1"/>
                      <a:pt x="4" y="1"/>
                      <a:pt x="3" y="1"/>
                    </a:cubicBezTo>
                    <a:cubicBezTo>
                      <a:pt x="0" y="1"/>
                      <a:pt x="0" y="4"/>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2" name="Freeform 147">
                <a:extLst>
                  <a:ext uri="{FF2B5EF4-FFF2-40B4-BE49-F238E27FC236}">
                    <a16:creationId xmlns:a16="http://schemas.microsoft.com/office/drawing/2014/main" id="{11961046-7757-3E6F-BCE1-89D7802F713D}"/>
                  </a:ext>
                </a:extLst>
              </p:cNvPr>
              <p:cNvSpPr/>
              <p:nvPr/>
            </p:nvSpPr>
            <p:spPr bwMode="auto">
              <a:xfrm>
                <a:off x="5692" y="2478"/>
                <a:ext cx="14" cy="9"/>
              </a:xfrm>
              <a:custGeom>
                <a:avLst/>
                <a:gdLst>
                  <a:gd name="T0" fmla="*/ 3 w 8"/>
                  <a:gd name="T1" fmla="*/ 4 h 5"/>
                  <a:gd name="T2" fmla="*/ 7 w 8"/>
                  <a:gd name="T3" fmla="*/ 4 h 5"/>
                  <a:gd name="T4" fmla="*/ 7 w 8"/>
                  <a:gd name="T5" fmla="*/ 1 h 5"/>
                  <a:gd name="T6" fmla="*/ 3 w 8"/>
                  <a:gd name="T7" fmla="*/ 1 h 5"/>
                  <a:gd name="T8" fmla="*/ 3 w 8"/>
                  <a:gd name="T9" fmla="*/ 4 h 5"/>
                </a:gdLst>
                <a:ahLst/>
                <a:cxnLst>
                  <a:cxn ang="0">
                    <a:pos x="T0" y="T1"/>
                  </a:cxn>
                  <a:cxn ang="0">
                    <a:pos x="T2" y="T3"/>
                  </a:cxn>
                  <a:cxn ang="0">
                    <a:pos x="T4" y="T5"/>
                  </a:cxn>
                  <a:cxn ang="0">
                    <a:pos x="T6" y="T7"/>
                  </a:cxn>
                  <a:cxn ang="0">
                    <a:pos x="T8" y="T9"/>
                  </a:cxn>
                </a:cxnLst>
                <a:rect l="0" t="0" r="r" b="b"/>
                <a:pathLst>
                  <a:path w="8" h="5">
                    <a:moveTo>
                      <a:pt x="3" y="4"/>
                    </a:moveTo>
                    <a:cubicBezTo>
                      <a:pt x="4" y="5"/>
                      <a:pt x="5" y="5"/>
                      <a:pt x="7" y="4"/>
                    </a:cubicBezTo>
                    <a:cubicBezTo>
                      <a:pt x="8" y="3"/>
                      <a:pt x="8" y="2"/>
                      <a:pt x="7" y="1"/>
                    </a:cubicBezTo>
                    <a:cubicBezTo>
                      <a:pt x="5" y="0"/>
                      <a:pt x="4" y="0"/>
                      <a:pt x="3" y="1"/>
                    </a:cubicBezTo>
                    <a:cubicBezTo>
                      <a:pt x="0" y="1"/>
                      <a:pt x="0" y="4"/>
                      <a:pt x="3"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3" name="Freeform 148">
                <a:extLst>
                  <a:ext uri="{FF2B5EF4-FFF2-40B4-BE49-F238E27FC236}">
                    <a16:creationId xmlns:a16="http://schemas.microsoft.com/office/drawing/2014/main" id="{0507AA0A-05B8-613A-AD0E-59248B5C278B}"/>
                  </a:ext>
                </a:extLst>
              </p:cNvPr>
              <p:cNvSpPr/>
              <p:nvPr/>
            </p:nvSpPr>
            <p:spPr bwMode="auto">
              <a:xfrm>
                <a:off x="5725" y="2205"/>
                <a:ext cx="48" cy="39"/>
              </a:xfrm>
              <a:custGeom>
                <a:avLst/>
                <a:gdLst>
                  <a:gd name="T0" fmla="*/ 23 w 27"/>
                  <a:gd name="T1" fmla="*/ 2 h 22"/>
                  <a:gd name="T2" fmla="*/ 2 w 27"/>
                  <a:gd name="T3" fmla="*/ 19 h 22"/>
                  <a:gd name="T4" fmla="*/ 3 w 27"/>
                  <a:gd name="T5" fmla="*/ 22 h 22"/>
                  <a:gd name="T6" fmla="*/ 26 w 27"/>
                  <a:gd name="T7" fmla="*/ 4 h 22"/>
                  <a:gd name="T8" fmla="*/ 23 w 27"/>
                  <a:gd name="T9" fmla="*/ 2 h 22"/>
                </a:gdLst>
                <a:ahLst/>
                <a:cxnLst>
                  <a:cxn ang="0">
                    <a:pos x="T0" y="T1"/>
                  </a:cxn>
                  <a:cxn ang="0">
                    <a:pos x="T2" y="T3"/>
                  </a:cxn>
                  <a:cxn ang="0">
                    <a:pos x="T4" y="T5"/>
                  </a:cxn>
                  <a:cxn ang="0">
                    <a:pos x="T6" y="T7"/>
                  </a:cxn>
                  <a:cxn ang="0">
                    <a:pos x="T8" y="T9"/>
                  </a:cxn>
                </a:cxnLst>
                <a:rect l="0" t="0" r="r" b="b"/>
                <a:pathLst>
                  <a:path w="27" h="22">
                    <a:moveTo>
                      <a:pt x="23" y="2"/>
                    </a:moveTo>
                    <a:cubicBezTo>
                      <a:pt x="17" y="10"/>
                      <a:pt x="10" y="14"/>
                      <a:pt x="2" y="19"/>
                    </a:cubicBezTo>
                    <a:cubicBezTo>
                      <a:pt x="0" y="20"/>
                      <a:pt x="2" y="22"/>
                      <a:pt x="3" y="22"/>
                    </a:cubicBezTo>
                    <a:cubicBezTo>
                      <a:pt x="13" y="20"/>
                      <a:pt x="21" y="12"/>
                      <a:pt x="26" y="4"/>
                    </a:cubicBezTo>
                    <a:cubicBezTo>
                      <a:pt x="27" y="2"/>
                      <a:pt x="24" y="0"/>
                      <a:pt x="23"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4" name="Freeform 149">
                <a:extLst>
                  <a:ext uri="{FF2B5EF4-FFF2-40B4-BE49-F238E27FC236}">
                    <a16:creationId xmlns:a16="http://schemas.microsoft.com/office/drawing/2014/main" id="{DAC5BD98-AB0F-A77A-B583-851EC58E155B}"/>
                  </a:ext>
                </a:extLst>
              </p:cNvPr>
              <p:cNvSpPr/>
              <p:nvPr/>
            </p:nvSpPr>
            <p:spPr bwMode="auto">
              <a:xfrm>
                <a:off x="5713" y="2168"/>
                <a:ext cx="44" cy="29"/>
              </a:xfrm>
              <a:custGeom>
                <a:avLst/>
                <a:gdLst>
                  <a:gd name="T0" fmla="*/ 22 w 25"/>
                  <a:gd name="T1" fmla="*/ 2 h 16"/>
                  <a:gd name="T2" fmla="*/ 2 w 25"/>
                  <a:gd name="T3" fmla="*/ 12 h 16"/>
                  <a:gd name="T4" fmla="*/ 2 w 25"/>
                  <a:gd name="T5" fmla="*/ 15 h 16"/>
                  <a:gd name="T6" fmla="*/ 24 w 25"/>
                  <a:gd name="T7" fmla="*/ 4 h 16"/>
                  <a:gd name="T8" fmla="*/ 22 w 25"/>
                  <a:gd name="T9" fmla="*/ 2 h 16"/>
                </a:gdLst>
                <a:ahLst/>
                <a:cxnLst>
                  <a:cxn ang="0">
                    <a:pos x="T0" y="T1"/>
                  </a:cxn>
                  <a:cxn ang="0">
                    <a:pos x="T2" y="T3"/>
                  </a:cxn>
                  <a:cxn ang="0">
                    <a:pos x="T4" y="T5"/>
                  </a:cxn>
                  <a:cxn ang="0">
                    <a:pos x="T6" y="T7"/>
                  </a:cxn>
                  <a:cxn ang="0">
                    <a:pos x="T8" y="T9"/>
                  </a:cxn>
                </a:cxnLst>
                <a:rect l="0" t="0" r="r" b="b"/>
                <a:pathLst>
                  <a:path w="25" h="16">
                    <a:moveTo>
                      <a:pt x="22" y="2"/>
                    </a:moveTo>
                    <a:cubicBezTo>
                      <a:pt x="16" y="7"/>
                      <a:pt x="9" y="9"/>
                      <a:pt x="2" y="12"/>
                    </a:cubicBezTo>
                    <a:cubicBezTo>
                      <a:pt x="0" y="13"/>
                      <a:pt x="0" y="15"/>
                      <a:pt x="2" y="15"/>
                    </a:cubicBezTo>
                    <a:cubicBezTo>
                      <a:pt x="11" y="16"/>
                      <a:pt x="19" y="10"/>
                      <a:pt x="24" y="4"/>
                    </a:cubicBezTo>
                    <a:cubicBezTo>
                      <a:pt x="25" y="2"/>
                      <a:pt x="23" y="0"/>
                      <a:pt x="22"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5" name="Freeform 150">
                <a:extLst>
                  <a:ext uri="{FF2B5EF4-FFF2-40B4-BE49-F238E27FC236}">
                    <a16:creationId xmlns:a16="http://schemas.microsoft.com/office/drawing/2014/main" id="{BD08CE26-DDB5-1DDE-FC5C-D2677800B56A}"/>
                  </a:ext>
                </a:extLst>
              </p:cNvPr>
              <p:cNvSpPr/>
              <p:nvPr/>
            </p:nvSpPr>
            <p:spPr bwMode="auto">
              <a:xfrm>
                <a:off x="5687" y="2138"/>
                <a:ext cx="47" cy="29"/>
              </a:xfrm>
              <a:custGeom>
                <a:avLst/>
                <a:gdLst>
                  <a:gd name="T0" fmla="*/ 22 w 27"/>
                  <a:gd name="T1" fmla="*/ 1 h 16"/>
                  <a:gd name="T2" fmla="*/ 2 w 27"/>
                  <a:gd name="T3" fmla="*/ 13 h 16"/>
                  <a:gd name="T4" fmla="*/ 3 w 27"/>
                  <a:gd name="T5" fmla="*/ 16 h 16"/>
                  <a:gd name="T6" fmla="*/ 25 w 27"/>
                  <a:gd name="T7" fmla="*/ 4 h 16"/>
                  <a:gd name="T8" fmla="*/ 22 w 27"/>
                  <a:gd name="T9" fmla="*/ 1 h 16"/>
                </a:gdLst>
                <a:ahLst/>
                <a:cxnLst>
                  <a:cxn ang="0">
                    <a:pos x="T0" y="T1"/>
                  </a:cxn>
                  <a:cxn ang="0">
                    <a:pos x="T2" y="T3"/>
                  </a:cxn>
                  <a:cxn ang="0">
                    <a:pos x="T4" y="T5"/>
                  </a:cxn>
                  <a:cxn ang="0">
                    <a:pos x="T6" y="T7"/>
                  </a:cxn>
                  <a:cxn ang="0">
                    <a:pos x="T8" y="T9"/>
                  </a:cxn>
                </a:cxnLst>
                <a:rect l="0" t="0" r="r" b="b"/>
                <a:pathLst>
                  <a:path w="27" h="16">
                    <a:moveTo>
                      <a:pt x="22" y="1"/>
                    </a:moveTo>
                    <a:cubicBezTo>
                      <a:pt x="16" y="6"/>
                      <a:pt x="9" y="9"/>
                      <a:pt x="2" y="13"/>
                    </a:cubicBezTo>
                    <a:cubicBezTo>
                      <a:pt x="0" y="14"/>
                      <a:pt x="1" y="16"/>
                      <a:pt x="3" y="16"/>
                    </a:cubicBezTo>
                    <a:cubicBezTo>
                      <a:pt x="11" y="15"/>
                      <a:pt x="19" y="10"/>
                      <a:pt x="25" y="4"/>
                    </a:cubicBezTo>
                    <a:cubicBezTo>
                      <a:pt x="27" y="2"/>
                      <a:pt x="24" y="0"/>
                      <a:pt x="22"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6" name="Freeform 151">
                <a:extLst>
                  <a:ext uri="{FF2B5EF4-FFF2-40B4-BE49-F238E27FC236}">
                    <a16:creationId xmlns:a16="http://schemas.microsoft.com/office/drawing/2014/main" id="{5953FDE1-CA0F-977B-CE0A-001AD70CD639}"/>
                  </a:ext>
                </a:extLst>
              </p:cNvPr>
              <p:cNvSpPr/>
              <p:nvPr/>
            </p:nvSpPr>
            <p:spPr bwMode="auto">
              <a:xfrm>
                <a:off x="5667" y="2112"/>
                <a:ext cx="48" cy="35"/>
              </a:xfrm>
              <a:custGeom>
                <a:avLst/>
                <a:gdLst>
                  <a:gd name="T0" fmla="*/ 23 w 27"/>
                  <a:gd name="T1" fmla="*/ 2 h 20"/>
                  <a:gd name="T2" fmla="*/ 1 w 27"/>
                  <a:gd name="T3" fmla="*/ 15 h 20"/>
                  <a:gd name="T4" fmla="*/ 1 w 27"/>
                  <a:gd name="T5" fmla="*/ 18 h 20"/>
                  <a:gd name="T6" fmla="*/ 26 w 27"/>
                  <a:gd name="T7" fmla="*/ 4 h 20"/>
                  <a:gd name="T8" fmla="*/ 23 w 27"/>
                  <a:gd name="T9" fmla="*/ 2 h 20"/>
                </a:gdLst>
                <a:ahLst/>
                <a:cxnLst>
                  <a:cxn ang="0">
                    <a:pos x="T0" y="T1"/>
                  </a:cxn>
                  <a:cxn ang="0">
                    <a:pos x="T2" y="T3"/>
                  </a:cxn>
                  <a:cxn ang="0">
                    <a:pos x="T4" y="T5"/>
                  </a:cxn>
                  <a:cxn ang="0">
                    <a:pos x="T6" y="T7"/>
                  </a:cxn>
                  <a:cxn ang="0">
                    <a:pos x="T8" y="T9"/>
                  </a:cxn>
                </a:cxnLst>
                <a:rect l="0" t="0" r="r" b="b"/>
                <a:pathLst>
                  <a:path w="27" h="20">
                    <a:moveTo>
                      <a:pt x="23" y="2"/>
                    </a:moveTo>
                    <a:cubicBezTo>
                      <a:pt x="18" y="10"/>
                      <a:pt x="10" y="13"/>
                      <a:pt x="1" y="15"/>
                    </a:cubicBezTo>
                    <a:cubicBezTo>
                      <a:pt x="0" y="15"/>
                      <a:pt x="0" y="17"/>
                      <a:pt x="1" y="18"/>
                    </a:cubicBezTo>
                    <a:cubicBezTo>
                      <a:pt x="11" y="20"/>
                      <a:pt x="22" y="13"/>
                      <a:pt x="26" y="4"/>
                    </a:cubicBezTo>
                    <a:cubicBezTo>
                      <a:pt x="27" y="2"/>
                      <a:pt x="24" y="0"/>
                      <a:pt x="23"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7" name="Freeform 152">
                <a:extLst>
                  <a:ext uri="{FF2B5EF4-FFF2-40B4-BE49-F238E27FC236}">
                    <a16:creationId xmlns:a16="http://schemas.microsoft.com/office/drawing/2014/main" id="{F47A5175-DA4C-469B-D215-4D680BEF1DD4}"/>
                  </a:ext>
                </a:extLst>
              </p:cNvPr>
              <p:cNvSpPr/>
              <p:nvPr/>
            </p:nvSpPr>
            <p:spPr bwMode="auto">
              <a:xfrm>
                <a:off x="5638" y="2072"/>
                <a:ext cx="65" cy="28"/>
              </a:xfrm>
              <a:custGeom>
                <a:avLst/>
                <a:gdLst>
                  <a:gd name="T0" fmla="*/ 34 w 37"/>
                  <a:gd name="T1" fmla="*/ 1 h 16"/>
                  <a:gd name="T2" fmla="*/ 17 w 37"/>
                  <a:gd name="T3" fmla="*/ 7 h 16"/>
                  <a:gd name="T4" fmla="*/ 2 w 37"/>
                  <a:gd name="T5" fmla="*/ 12 h 16"/>
                  <a:gd name="T6" fmla="*/ 3 w 37"/>
                  <a:gd name="T7" fmla="*/ 15 h 16"/>
                  <a:gd name="T8" fmla="*/ 36 w 37"/>
                  <a:gd name="T9" fmla="*/ 5 h 16"/>
                  <a:gd name="T10" fmla="*/ 34 w 37"/>
                  <a:gd name="T11" fmla="*/ 1 h 16"/>
                </a:gdLst>
                <a:ahLst/>
                <a:cxnLst>
                  <a:cxn ang="0">
                    <a:pos x="T0" y="T1"/>
                  </a:cxn>
                  <a:cxn ang="0">
                    <a:pos x="T2" y="T3"/>
                  </a:cxn>
                  <a:cxn ang="0">
                    <a:pos x="T4" y="T5"/>
                  </a:cxn>
                  <a:cxn ang="0">
                    <a:pos x="T6" y="T7"/>
                  </a:cxn>
                  <a:cxn ang="0">
                    <a:pos x="T8" y="T9"/>
                  </a:cxn>
                  <a:cxn ang="0">
                    <a:pos x="T10" y="T11"/>
                  </a:cxn>
                </a:cxnLst>
                <a:rect l="0" t="0" r="r" b="b"/>
                <a:pathLst>
                  <a:path w="37" h="16">
                    <a:moveTo>
                      <a:pt x="34" y="1"/>
                    </a:moveTo>
                    <a:cubicBezTo>
                      <a:pt x="28" y="3"/>
                      <a:pt x="23" y="6"/>
                      <a:pt x="17" y="7"/>
                    </a:cubicBezTo>
                    <a:cubicBezTo>
                      <a:pt x="12" y="9"/>
                      <a:pt x="7" y="10"/>
                      <a:pt x="2" y="12"/>
                    </a:cubicBezTo>
                    <a:cubicBezTo>
                      <a:pt x="0" y="13"/>
                      <a:pt x="1" y="15"/>
                      <a:pt x="3" y="15"/>
                    </a:cubicBezTo>
                    <a:cubicBezTo>
                      <a:pt x="13" y="16"/>
                      <a:pt x="27" y="10"/>
                      <a:pt x="36" y="5"/>
                    </a:cubicBezTo>
                    <a:cubicBezTo>
                      <a:pt x="37" y="4"/>
                      <a:pt x="36" y="0"/>
                      <a:pt x="34"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8" name="Freeform 153">
                <a:extLst>
                  <a:ext uri="{FF2B5EF4-FFF2-40B4-BE49-F238E27FC236}">
                    <a16:creationId xmlns:a16="http://schemas.microsoft.com/office/drawing/2014/main" id="{5BC10211-0EFA-33EC-EB09-4F4FC2AB39B9}"/>
                  </a:ext>
                </a:extLst>
              </p:cNvPr>
              <p:cNvSpPr/>
              <p:nvPr/>
            </p:nvSpPr>
            <p:spPr bwMode="auto">
              <a:xfrm>
                <a:off x="5604" y="2045"/>
                <a:ext cx="95" cy="32"/>
              </a:xfrm>
              <a:custGeom>
                <a:avLst/>
                <a:gdLst>
                  <a:gd name="T0" fmla="*/ 51 w 54"/>
                  <a:gd name="T1" fmla="*/ 2 h 18"/>
                  <a:gd name="T2" fmla="*/ 3 w 54"/>
                  <a:gd name="T3" fmla="*/ 8 h 18"/>
                  <a:gd name="T4" fmla="*/ 1 w 54"/>
                  <a:gd name="T5" fmla="*/ 11 h 18"/>
                  <a:gd name="T6" fmla="*/ 52 w 54"/>
                  <a:gd name="T7" fmla="*/ 5 h 18"/>
                  <a:gd name="T8" fmla="*/ 51 w 54"/>
                  <a:gd name="T9" fmla="*/ 2 h 18"/>
                </a:gdLst>
                <a:ahLst/>
                <a:cxnLst>
                  <a:cxn ang="0">
                    <a:pos x="T0" y="T1"/>
                  </a:cxn>
                  <a:cxn ang="0">
                    <a:pos x="T2" y="T3"/>
                  </a:cxn>
                  <a:cxn ang="0">
                    <a:pos x="T4" y="T5"/>
                  </a:cxn>
                  <a:cxn ang="0">
                    <a:pos x="T6" y="T7"/>
                  </a:cxn>
                  <a:cxn ang="0">
                    <a:pos x="T8" y="T9"/>
                  </a:cxn>
                </a:cxnLst>
                <a:rect l="0" t="0" r="r" b="b"/>
                <a:pathLst>
                  <a:path w="54" h="18">
                    <a:moveTo>
                      <a:pt x="51" y="2"/>
                    </a:moveTo>
                    <a:cubicBezTo>
                      <a:pt x="35" y="10"/>
                      <a:pt x="20" y="11"/>
                      <a:pt x="3" y="8"/>
                    </a:cubicBezTo>
                    <a:cubicBezTo>
                      <a:pt x="1" y="7"/>
                      <a:pt x="0" y="10"/>
                      <a:pt x="1" y="11"/>
                    </a:cubicBezTo>
                    <a:cubicBezTo>
                      <a:pt x="18" y="18"/>
                      <a:pt x="38" y="14"/>
                      <a:pt x="52" y="5"/>
                    </a:cubicBezTo>
                    <a:cubicBezTo>
                      <a:pt x="54" y="4"/>
                      <a:pt x="53" y="0"/>
                      <a:pt x="5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9" name="Freeform 154">
                <a:extLst>
                  <a:ext uri="{FF2B5EF4-FFF2-40B4-BE49-F238E27FC236}">
                    <a16:creationId xmlns:a16="http://schemas.microsoft.com/office/drawing/2014/main" id="{C8B85EB9-0829-D938-8398-8208DE40E014}"/>
                  </a:ext>
                </a:extLst>
              </p:cNvPr>
              <p:cNvSpPr/>
              <p:nvPr/>
            </p:nvSpPr>
            <p:spPr bwMode="auto">
              <a:xfrm>
                <a:off x="5592" y="2010"/>
                <a:ext cx="104" cy="30"/>
              </a:xfrm>
              <a:custGeom>
                <a:avLst/>
                <a:gdLst>
                  <a:gd name="T0" fmla="*/ 56 w 59"/>
                  <a:gd name="T1" fmla="*/ 0 h 17"/>
                  <a:gd name="T2" fmla="*/ 2 w 59"/>
                  <a:gd name="T3" fmla="*/ 11 h 17"/>
                  <a:gd name="T4" fmla="*/ 2 w 59"/>
                  <a:gd name="T5" fmla="*/ 14 h 17"/>
                  <a:gd name="T6" fmla="*/ 57 w 59"/>
                  <a:gd name="T7" fmla="*/ 3 h 17"/>
                  <a:gd name="T8" fmla="*/ 56 w 59"/>
                  <a:gd name="T9" fmla="*/ 0 h 17"/>
                </a:gdLst>
                <a:ahLst/>
                <a:cxnLst>
                  <a:cxn ang="0">
                    <a:pos x="T0" y="T1"/>
                  </a:cxn>
                  <a:cxn ang="0">
                    <a:pos x="T2" y="T3"/>
                  </a:cxn>
                  <a:cxn ang="0">
                    <a:pos x="T4" y="T5"/>
                  </a:cxn>
                  <a:cxn ang="0">
                    <a:pos x="T6" y="T7"/>
                  </a:cxn>
                  <a:cxn ang="0">
                    <a:pos x="T8" y="T9"/>
                  </a:cxn>
                </a:cxnLst>
                <a:rect l="0" t="0" r="r" b="b"/>
                <a:pathLst>
                  <a:path w="59" h="17">
                    <a:moveTo>
                      <a:pt x="56" y="0"/>
                    </a:moveTo>
                    <a:cubicBezTo>
                      <a:pt x="38" y="6"/>
                      <a:pt x="20" y="9"/>
                      <a:pt x="2" y="11"/>
                    </a:cubicBezTo>
                    <a:cubicBezTo>
                      <a:pt x="0" y="12"/>
                      <a:pt x="0" y="14"/>
                      <a:pt x="2" y="14"/>
                    </a:cubicBezTo>
                    <a:cubicBezTo>
                      <a:pt x="20" y="17"/>
                      <a:pt x="41" y="12"/>
                      <a:pt x="57" y="3"/>
                    </a:cubicBezTo>
                    <a:cubicBezTo>
                      <a:pt x="59" y="3"/>
                      <a:pt x="58" y="0"/>
                      <a:pt x="5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0" name="Freeform 155">
                <a:extLst>
                  <a:ext uri="{FF2B5EF4-FFF2-40B4-BE49-F238E27FC236}">
                    <a16:creationId xmlns:a16="http://schemas.microsoft.com/office/drawing/2014/main" id="{A87E0CAB-E7F6-45BE-BFF0-449657A6EACD}"/>
                  </a:ext>
                </a:extLst>
              </p:cNvPr>
              <p:cNvSpPr/>
              <p:nvPr/>
            </p:nvSpPr>
            <p:spPr bwMode="auto">
              <a:xfrm>
                <a:off x="5629" y="1978"/>
                <a:ext cx="67" cy="25"/>
              </a:xfrm>
              <a:custGeom>
                <a:avLst/>
                <a:gdLst>
                  <a:gd name="T0" fmla="*/ 35 w 38"/>
                  <a:gd name="T1" fmla="*/ 1 h 14"/>
                  <a:gd name="T2" fmla="*/ 3 w 38"/>
                  <a:gd name="T3" fmla="*/ 6 h 14"/>
                  <a:gd name="T4" fmla="*/ 2 w 38"/>
                  <a:gd name="T5" fmla="*/ 9 h 14"/>
                  <a:gd name="T6" fmla="*/ 37 w 38"/>
                  <a:gd name="T7" fmla="*/ 3 h 14"/>
                  <a:gd name="T8" fmla="*/ 35 w 38"/>
                  <a:gd name="T9" fmla="*/ 1 h 14"/>
                </a:gdLst>
                <a:ahLst/>
                <a:cxnLst>
                  <a:cxn ang="0">
                    <a:pos x="T0" y="T1"/>
                  </a:cxn>
                  <a:cxn ang="0">
                    <a:pos x="T2" y="T3"/>
                  </a:cxn>
                  <a:cxn ang="0">
                    <a:pos x="T4" y="T5"/>
                  </a:cxn>
                  <a:cxn ang="0">
                    <a:pos x="T6" y="T7"/>
                  </a:cxn>
                  <a:cxn ang="0">
                    <a:pos x="T8" y="T9"/>
                  </a:cxn>
                </a:cxnLst>
                <a:rect l="0" t="0" r="r" b="b"/>
                <a:pathLst>
                  <a:path w="38" h="14">
                    <a:moveTo>
                      <a:pt x="35" y="1"/>
                    </a:moveTo>
                    <a:cubicBezTo>
                      <a:pt x="24" y="6"/>
                      <a:pt x="15" y="7"/>
                      <a:pt x="3" y="6"/>
                    </a:cubicBezTo>
                    <a:cubicBezTo>
                      <a:pt x="1" y="6"/>
                      <a:pt x="0" y="8"/>
                      <a:pt x="2" y="9"/>
                    </a:cubicBezTo>
                    <a:cubicBezTo>
                      <a:pt x="13" y="14"/>
                      <a:pt x="28" y="12"/>
                      <a:pt x="37" y="3"/>
                    </a:cubicBezTo>
                    <a:cubicBezTo>
                      <a:pt x="38" y="2"/>
                      <a:pt x="36" y="0"/>
                      <a:pt x="35"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1" name="Freeform 156">
                <a:extLst>
                  <a:ext uri="{FF2B5EF4-FFF2-40B4-BE49-F238E27FC236}">
                    <a16:creationId xmlns:a16="http://schemas.microsoft.com/office/drawing/2014/main" id="{85A73189-92D1-CF46-7F3D-087554974402}"/>
                  </a:ext>
                </a:extLst>
              </p:cNvPr>
              <p:cNvSpPr/>
              <p:nvPr/>
            </p:nvSpPr>
            <p:spPr bwMode="auto">
              <a:xfrm>
                <a:off x="5631" y="1943"/>
                <a:ext cx="56" cy="27"/>
              </a:xfrm>
              <a:custGeom>
                <a:avLst/>
                <a:gdLst>
                  <a:gd name="T0" fmla="*/ 28 w 32"/>
                  <a:gd name="T1" fmla="*/ 1 h 15"/>
                  <a:gd name="T2" fmla="*/ 15 w 32"/>
                  <a:gd name="T3" fmla="*/ 7 h 15"/>
                  <a:gd name="T4" fmla="*/ 2 w 32"/>
                  <a:gd name="T5" fmla="*/ 10 h 15"/>
                  <a:gd name="T6" fmla="*/ 2 w 32"/>
                  <a:gd name="T7" fmla="*/ 13 h 15"/>
                  <a:gd name="T8" fmla="*/ 30 w 32"/>
                  <a:gd name="T9" fmla="*/ 4 h 15"/>
                  <a:gd name="T10" fmla="*/ 28 w 32"/>
                  <a:gd name="T11" fmla="*/ 1 h 15"/>
                </a:gdLst>
                <a:ahLst/>
                <a:cxnLst>
                  <a:cxn ang="0">
                    <a:pos x="T0" y="T1"/>
                  </a:cxn>
                  <a:cxn ang="0">
                    <a:pos x="T2" y="T3"/>
                  </a:cxn>
                  <a:cxn ang="0">
                    <a:pos x="T4" y="T5"/>
                  </a:cxn>
                  <a:cxn ang="0">
                    <a:pos x="T6" y="T7"/>
                  </a:cxn>
                  <a:cxn ang="0">
                    <a:pos x="T8" y="T9"/>
                  </a:cxn>
                  <a:cxn ang="0">
                    <a:pos x="T10" y="T11"/>
                  </a:cxn>
                </a:cxnLst>
                <a:rect l="0" t="0" r="r" b="b"/>
                <a:pathLst>
                  <a:path w="32" h="15">
                    <a:moveTo>
                      <a:pt x="28" y="1"/>
                    </a:moveTo>
                    <a:cubicBezTo>
                      <a:pt x="24" y="3"/>
                      <a:pt x="19" y="5"/>
                      <a:pt x="15" y="7"/>
                    </a:cubicBezTo>
                    <a:cubicBezTo>
                      <a:pt x="11" y="8"/>
                      <a:pt x="6" y="9"/>
                      <a:pt x="2" y="10"/>
                    </a:cubicBezTo>
                    <a:cubicBezTo>
                      <a:pt x="1" y="10"/>
                      <a:pt x="0" y="13"/>
                      <a:pt x="2" y="13"/>
                    </a:cubicBezTo>
                    <a:cubicBezTo>
                      <a:pt x="12" y="15"/>
                      <a:pt x="23" y="10"/>
                      <a:pt x="30" y="4"/>
                    </a:cubicBezTo>
                    <a:cubicBezTo>
                      <a:pt x="32" y="3"/>
                      <a:pt x="30" y="0"/>
                      <a:pt x="28"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2" name="Freeform 157">
                <a:extLst>
                  <a:ext uri="{FF2B5EF4-FFF2-40B4-BE49-F238E27FC236}">
                    <a16:creationId xmlns:a16="http://schemas.microsoft.com/office/drawing/2014/main" id="{C0A42302-486F-AFE8-755D-6555B39E60F1}"/>
                  </a:ext>
                </a:extLst>
              </p:cNvPr>
              <p:cNvSpPr/>
              <p:nvPr/>
            </p:nvSpPr>
            <p:spPr bwMode="auto">
              <a:xfrm>
                <a:off x="5618" y="1912"/>
                <a:ext cx="49" cy="26"/>
              </a:xfrm>
              <a:custGeom>
                <a:avLst/>
                <a:gdLst>
                  <a:gd name="T0" fmla="*/ 24 w 28"/>
                  <a:gd name="T1" fmla="*/ 2 h 15"/>
                  <a:gd name="T2" fmla="*/ 2 w 28"/>
                  <a:gd name="T3" fmla="*/ 12 h 15"/>
                  <a:gd name="T4" fmla="*/ 2 w 28"/>
                  <a:gd name="T5" fmla="*/ 15 h 15"/>
                  <a:gd name="T6" fmla="*/ 26 w 28"/>
                  <a:gd name="T7" fmla="*/ 5 h 15"/>
                  <a:gd name="T8" fmla="*/ 24 w 28"/>
                  <a:gd name="T9" fmla="*/ 2 h 15"/>
                </a:gdLst>
                <a:ahLst/>
                <a:cxnLst>
                  <a:cxn ang="0">
                    <a:pos x="T0" y="T1"/>
                  </a:cxn>
                  <a:cxn ang="0">
                    <a:pos x="T2" y="T3"/>
                  </a:cxn>
                  <a:cxn ang="0">
                    <a:pos x="T4" y="T5"/>
                  </a:cxn>
                  <a:cxn ang="0">
                    <a:pos x="T6" y="T7"/>
                  </a:cxn>
                  <a:cxn ang="0">
                    <a:pos x="T8" y="T9"/>
                  </a:cxn>
                </a:cxnLst>
                <a:rect l="0" t="0" r="r" b="b"/>
                <a:pathLst>
                  <a:path w="28" h="15">
                    <a:moveTo>
                      <a:pt x="24" y="2"/>
                    </a:moveTo>
                    <a:cubicBezTo>
                      <a:pt x="17" y="6"/>
                      <a:pt x="9" y="9"/>
                      <a:pt x="2" y="12"/>
                    </a:cubicBezTo>
                    <a:cubicBezTo>
                      <a:pt x="0" y="13"/>
                      <a:pt x="0" y="15"/>
                      <a:pt x="2" y="15"/>
                    </a:cubicBezTo>
                    <a:cubicBezTo>
                      <a:pt x="11" y="15"/>
                      <a:pt x="20" y="10"/>
                      <a:pt x="26" y="5"/>
                    </a:cubicBezTo>
                    <a:cubicBezTo>
                      <a:pt x="28" y="3"/>
                      <a:pt x="26" y="0"/>
                      <a:pt x="2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3" name="Freeform 158">
                <a:extLst>
                  <a:ext uri="{FF2B5EF4-FFF2-40B4-BE49-F238E27FC236}">
                    <a16:creationId xmlns:a16="http://schemas.microsoft.com/office/drawing/2014/main" id="{E5328A6D-3EEF-A86E-ECFB-AD0A488AD9EA}"/>
                  </a:ext>
                </a:extLst>
              </p:cNvPr>
              <p:cNvSpPr/>
              <p:nvPr/>
            </p:nvSpPr>
            <p:spPr bwMode="auto">
              <a:xfrm>
                <a:off x="5597" y="1889"/>
                <a:ext cx="37" cy="28"/>
              </a:xfrm>
              <a:custGeom>
                <a:avLst/>
                <a:gdLst>
                  <a:gd name="T0" fmla="*/ 17 w 21"/>
                  <a:gd name="T1" fmla="*/ 1 h 16"/>
                  <a:gd name="T2" fmla="*/ 1 w 21"/>
                  <a:gd name="T3" fmla="*/ 13 h 16"/>
                  <a:gd name="T4" fmla="*/ 3 w 21"/>
                  <a:gd name="T5" fmla="*/ 16 h 16"/>
                  <a:gd name="T6" fmla="*/ 19 w 21"/>
                  <a:gd name="T7" fmla="*/ 4 h 16"/>
                  <a:gd name="T8" fmla="*/ 17 w 21"/>
                  <a:gd name="T9" fmla="*/ 1 h 16"/>
                </a:gdLst>
                <a:ahLst/>
                <a:cxnLst>
                  <a:cxn ang="0">
                    <a:pos x="T0" y="T1"/>
                  </a:cxn>
                  <a:cxn ang="0">
                    <a:pos x="T2" y="T3"/>
                  </a:cxn>
                  <a:cxn ang="0">
                    <a:pos x="T4" y="T5"/>
                  </a:cxn>
                  <a:cxn ang="0">
                    <a:pos x="T6" y="T7"/>
                  </a:cxn>
                  <a:cxn ang="0">
                    <a:pos x="T8" y="T9"/>
                  </a:cxn>
                </a:cxnLst>
                <a:rect l="0" t="0" r="r" b="b"/>
                <a:pathLst>
                  <a:path w="21" h="16">
                    <a:moveTo>
                      <a:pt x="17" y="1"/>
                    </a:moveTo>
                    <a:cubicBezTo>
                      <a:pt x="12" y="6"/>
                      <a:pt x="7" y="9"/>
                      <a:pt x="1" y="13"/>
                    </a:cubicBezTo>
                    <a:cubicBezTo>
                      <a:pt x="0" y="14"/>
                      <a:pt x="1" y="16"/>
                      <a:pt x="3" y="16"/>
                    </a:cubicBezTo>
                    <a:cubicBezTo>
                      <a:pt x="9" y="14"/>
                      <a:pt x="15" y="9"/>
                      <a:pt x="19" y="4"/>
                    </a:cubicBezTo>
                    <a:cubicBezTo>
                      <a:pt x="21" y="2"/>
                      <a:pt x="19" y="0"/>
                      <a:pt x="17"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4" name="Freeform 159">
                <a:extLst>
                  <a:ext uri="{FF2B5EF4-FFF2-40B4-BE49-F238E27FC236}">
                    <a16:creationId xmlns:a16="http://schemas.microsoft.com/office/drawing/2014/main" id="{9BE983D3-7BCF-A3CE-C9AC-5DFCDDCAA662}"/>
                  </a:ext>
                </a:extLst>
              </p:cNvPr>
              <p:cNvSpPr/>
              <p:nvPr/>
            </p:nvSpPr>
            <p:spPr bwMode="auto">
              <a:xfrm>
                <a:off x="5564" y="1855"/>
                <a:ext cx="44" cy="30"/>
              </a:xfrm>
              <a:custGeom>
                <a:avLst/>
                <a:gdLst>
                  <a:gd name="T0" fmla="*/ 21 w 25"/>
                  <a:gd name="T1" fmla="*/ 2 h 17"/>
                  <a:gd name="T2" fmla="*/ 2 w 25"/>
                  <a:gd name="T3" fmla="*/ 14 h 17"/>
                  <a:gd name="T4" fmla="*/ 3 w 25"/>
                  <a:gd name="T5" fmla="*/ 16 h 17"/>
                  <a:gd name="T6" fmla="*/ 23 w 25"/>
                  <a:gd name="T7" fmla="*/ 5 h 17"/>
                  <a:gd name="T8" fmla="*/ 21 w 25"/>
                  <a:gd name="T9" fmla="*/ 2 h 17"/>
                </a:gdLst>
                <a:ahLst/>
                <a:cxnLst>
                  <a:cxn ang="0">
                    <a:pos x="T0" y="T1"/>
                  </a:cxn>
                  <a:cxn ang="0">
                    <a:pos x="T2" y="T3"/>
                  </a:cxn>
                  <a:cxn ang="0">
                    <a:pos x="T4" y="T5"/>
                  </a:cxn>
                  <a:cxn ang="0">
                    <a:pos x="T6" y="T7"/>
                  </a:cxn>
                  <a:cxn ang="0">
                    <a:pos x="T8" y="T9"/>
                  </a:cxn>
                </a:cxnLst>
                <a:rect l="0" t="0" r="r" b="b"/>
                <a:pathLst>
                  <a:path w="25" h="17">
                    <a:moveTo>
                      <a:pt x="21" y="2"/>
                    </a:moveTo>
                    <a:cubicBezTo>
                      <a:pt x="15" y="7"/>
                      <a:pt x="9" y="11"/>
                      <a:pt x="2" y="14"/>
                    </a:cubicBezTo>
                    <a:cubicBezTo>
                      <a:pt x="0" y="14"/>
                      <a:pt x="1" y="17"/>
                      <a:pt x="3" y="16"/>
                    </a:cubicBezTo>
                    <a:cubicBezTo>
                      <a:pt x="11" y="15"/>
                      <a:pt x="17" y="10"/>
                      <a:pt x="23" y="5"/>
                    </a:cubicBezTo>
                    <a:cubicBezTo>
                      <a:pt x="25" y="3"/>
                      <a:pt x="22" y="0"/>
                      <a:pt x="2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5" name="Freeform 160">
                <a:extLst>
                  <a:ext uri="{FF2B5EF4-FFF2-40B4-BE49-F238E27FC236}">
                    <a16:creationId xmlns:a16="http://schemas.microsoft.com/office/drawing/2014/main" id="{A3947F44-E680-38C4-4697-FF791E73C9A4}"/>
                  </a:ext>
                </a:extLst>
              </p:cNvPr>
              <p:cNvSpPr/>
              <p:nvPr/>
            </p:nvSpPr>
            <p:spPr bwMode="auto">
              <a:xfrm>
                <a:off x="5527" y="1847"/>
                <a:ext cx="47" cy="28"/>
              </a:xfrm>
              <a:custGeom>
                <a:avLst/>
                <a:gdLst>
                  <a:gd name="T0" fmla="*/ 23 w 27"/>
                  <a:gd name="T1" fmla="*/ 1 h 16"/>
                  <a:gd name="T2" fmla="*/ 1 w 27"/>
                  <a:gd name="T3" fmla="*/ 13 h 16"/>
                  <a:gd name="T4" fmla="*/ 2 w 27"/>
                  <a:gd name="T5" fmla="*/ 16 h 16"/>
                  <a:gd name="T6" fmla="*/ 25 w 27"/>
                  <a:gd name="T7" fmla="*/ 4 h 16"/>
                  <a:gd name="T8" fmla="*/ 23 w 27"/>
                  <a:gd name="T9" fmla="*/ 1 h 16"/>
                </a:gdLst>
                <a:ahLst/>
                <a:cxnLst>
                  <a:cxn ang="0">
                    <a:pos x="T0" y="T1"/>
                  </a:cxn>
                  <a:cxn ang="0">
                    <a:pos x="T2" y="T3"/>
                  </a:cxn>
                  <a:cxn ang="0">
                    <a:pos x="T4" y="T5"/>
                  </a:cxn>
                  <a:cxn ang="0">
                    <a:pos x="T6" y="T7"/>
                  </a:cxn>
                  <a:cxn ang="0">
                    <a:pos x="T8" y="T9"/>
                  </a:cxn>
                </a:cxnLst>
                <a:rect l="0" t="0" r="r" b="b"/>
                <a:pathLst>
                  <a:path w="27" h="16">
                    <a:moveTo>
                      <a:pt x="23" y="1"/>
                    </a:moveTo>
                    <a:cubicBezTo>
                      <a:pt x="16" y="5"/>
                      <a:pt x="8" y="8"/>
                      <a:pt x="1" y="13"/>
                    </a:cubicBezTo>
                    <a:cubicBezTo>
                      <a:pt x="0" y="14"/>
                      <a:pt x="0" y="16"/>
                      <a:pt x="2" y="16"/>
                    </a:cubicBezTo>
                    <a:cubicBezTo>
                      <a:pt x="10" y="13"/>
                      <a:pt x="18" y="8"/>
                      <a:pt x="25" y="4"/>
                    </a:cubicBezTo>
                    <a:cubicBezTo>
                      <a:pt x="27" y="3"/>
                      <a:pt x="25" y="0"/>
                      <a:pt x="23"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6" name="Freeform 161">
                <a:extLst>
                  <a:ext uri="{FF2B5EF4-FFF2-40B4-BE49-F238E27FC236}">
                    <a16:creationId xmlns:a16="http://schemas.microsoft.com/office/drawing/2014/main" id="{E181E0C8-BC75-BD5A-4855-DD5FC53574C3}"/>
                  </a:ext>
                </a:extLst>
              </p:cNvPr>
              <p:cNvSpPr/>
              <p:nvPr/>
            </p:nvSpPr>
            <p:spPr bwMode="auto">
              <a:xfrm>
                <a:off x="5488" y="1847"/>
                <a:ext cx="42" cy="22"/>
              </a:xfrm>
              <a:custGeom>
                <a:avLst/>
                <a:gdLst>
                  <a:gd name="T0" fmla="*/ 21 w 24"/>
                  <a:gd name="T1" fmla="*/ 0 h 13"/>
                  <a:gd name="T2" fmla="*/ 2 w 24"/>
                  <a:gd name="T3" fmla="*/ 9 h 13"/>
                  <a:gd name="T4" fmla="*/ 3 w 24"/>
                  <a:gd name="T5" fmla="*/ 12 h 13"/>
                  <a:gd name="T6" fmla="*/ 22 w 24"/>
                  <a:gd name="T7" fmla="*/ 4 h 13"/>
                  <a:gd name="T8" fmla="*/ 21 w 24"/>
                  <a:gd name="T9" fmla="*/ 0 h 13"/>
                </a:gdLst>
                <a:ahLst/>
                <a:cxnLst>
                  <a:cxn ang="0">
                    <a:pos x="T0" y="T1"/>
                  </a:cxn>
                  <a:cxn ang="0">
                    <a:pos x="T2" y="T3"/>
                  </a:cxn>
                  <a:cxn ang="0">
                    <a:pos x="T4" y="T5"/>
                  </a:cxn>
                  <a:cxn ang="0">
                    <a:pos x="T6" y="T7"/>
                  </a:cxn>
                  <a:cxn ang="0">
                    <a:pos x="T8" y="T9"/>
                  </a:cxn>
                </a:cxnLst>
                <a:rect l="0" t="0" r="r" b="b"/>
                <a:pathLst>
                  <a:path w="24" h="13">
                    <a:moveTo>
                      <a:pt x="21" y="0"/>
                    </a:moveTo>
                    <a:cubicBezTo>
                      <a:pt x="15" y="3"/>
                      <a:pt x="7" y="6"/>
                      <a:pt x="2" y="9"/>
                    </a:cubicBezTo>
                    <a:cubicBezTo>
                      <a:pt x="0" y="10"/>
                      <a:pt x="1" y="13"/>
                      <a:pt x="3" y="12"/>
                    </a:cubicBezTo>
                    <a:cubicBezTo>
                      <a:pt x="10" y="10"/>
                      <a:pt x="16" y="7"/>
                      <a:pt x="22" y="4"/>
                    </a:cubicBezTo>
                    <a:cubicBezTo>
                      <a:pt x="24" y="3"/>
                      <a:pt x="23" y="0"/>
                      <a:pt x="2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7" name="Freeform 162">
                <a:extLst>
                  <a:ext uri="{FF2B5EF4-FFF2-40B4-BE49-F238E27FC236}">
                    <a16:creationId xmlns:a16="http://schemas.microsoft.com/office/drawing/2014/main" id="{8AEB48D3-2A25-0B3A-FC62-698487557929}"/>
                  </a:ext>
                </a:extLst>
              </p:cNvPr>
              <p:cNvSpPr/>
              <p:nvPr/>
            </p:nvSpPr>
            <p:spPr bwMode="auto">
              <a:xfrm>
                <a:off x="5701" y="2573"/>
                <a:ext cx="24" cy="21"/>
              </a:xfrm>
              <a:custGeom>
                <a:avLst/>
                <a:gdLst>
                  <a:gd name="T0" fmla="*/ 1 w 14"/>
                  <a:gd name="T1" fmla="*/ 3 h 12"/>
                  <a:gd name="T2" fmla="*/ 13 w 14"/>
                  <a:gd name="T3" fmla="*/ 8 h 12"/>
                  <a:gd name="T4" fmla="*/ 12 w 14"/>
                  <a:gd name="T5" fmla="*/ 5 h 12"/>
                  <a:gd name="T6" fmla="*/ 8 w 14"/>
                  <a:gd name="T7" fmla="*/ 5 h 12"/>
                  <a:gd name="T8" fmla="*/ 4 w 14"/>
                  <a:gd name="T9" fmla="*/ 2 h 12"/>
                  <a:gd name="T10" fmla="*/ 1 w 14"/>
                  <a:gd name="T11" fmla="*/ 3 h 12"/>
                </a:gdLst>
                <a:ahLst/>
                <a:cxnLst>
                  <a:cxn ang="0">
                    <a:pos x="T0" y="T1"/>
                  </a:cxn>
                  <a:cxn ang="0">
                    <a:pos x="T2" y="T3"/>
                  </a:cxn>
                  <a:cxn ang="0">
                    <a:pos x="T4" y="T5"/>
                  </a:cxn>
                  <a:cxn ang="0">
                    <a:pos x="T6" y="T7"/>
                  </a:cxn>
                  <a:cxn ang="0">
                    <a:pos x="T8" y="T9"/>
                  </a:cxn>
                  <a:cxn ang="0">
                    <a:pos x="T10" y="T11"/>
                  </a:cxn>
                </a:cxnLst>
                <a:rect l="0" t="0" r="r" b="b"/>
                <a:pathLst>
                  <a:path w="14" h="12">
                    <a:moveTo>
                      <a:pt x="1" y="3"/>
                    </a:moveTo>
                    <a:cubicBezTo>
                      <a:pt x="2" y="8"/>
                      <a:pt x="9" y="12"/>
                      <a:pt x="13" y="8"/>
                    </a:cubicBezTo>
                    <a:cubicBezTo>
                      <a:pt x="14" y="7"/>
                      <a:pt x="13" y="6"/>
                      <a:pt x="12" y="5"/>
                    </a:cubicBezTo>
                    <a:cubicBezTo>
                      <a:pt x="11" y="5"/>
                      <a:pt x="9" y="5"/>
                      <a:pt x="8" y="5"/>
                    </a:cubicBezTo>
                    <a:cubicBezTo>
                      <a:pt x="6" y="4"/>
                      <a:pt x="5" y="3"/>
                      <a:pt x="4" y="2"/>
                    </a:cubicBezTo>
                    <a:cubicBezTo>
                      <a:pt x="3" y="0"/>
                      <a:pt x="0" y="1"/>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8" name="Freeform 163">
                <a:extLst>
                  <a:ext uri="{FF2B5EF4-FFF2-40B4-BE49-F238E27FC236}">
                    <a16:creationId xmlns:a16="http://schemas.microsoft.com/office/drawing/2014/main" id="{0C1C4F48-3016-F195-F260-D8F60A91673C}"/>
                  </a:ext>
                </a:extLst>
              </p:cNvPr>
              <p:cNvSpPr/>
              <p:nvPr/>
            </p:nvSpPr>
            <p:spPr bwMode="auto">
              <a:xfrm>
                <a:off x="5685" y="2592"/>
                <a:ext cx="39" cy="25"/>
              </a:xfrm>
              <a:custGeom>
                <a:avLst/>
                <a:gdLst>
                  <a:gd name="T0" fmla="*/ 3 w 22"/>
                  <a:gd name="T1" fmla="*/ 4 h 14"/>
                  <a:gd name="T2" fmla="*/ 19 w 22"/>
                  <a:gd name="T3" fmla="*/ 14 h 14"/>
                  <a:gd name="T4" fmla="*/ 21 w 22"/>
                  <a:gd name="T5" fmla="*/ 11 h 14"/>
                  <a:gd name="T6" fmla="*/ 4 w 22"/>
                  <a:gd name="T7" fmla="*/ 1 h 14"/>
                  <a:gd name="T8" fmla="*/ 3 w 22"/>
                  <a:gd name="T9" fmla="*/ 4 h 14"/>
                </a:gdLst>
                <a:ahLst/>
                <a:cxnLst>
                  <a:cxn ang="0">
                    <a:pos x="T0" y="T1"/>
                  </a:cxn>
                  <a:cxn ang="0">
                    <a:pos x="T2" y="T3"/>
                  </a:cxn>
                  <a:cxn ang="0">
                    <a:pos x="T4" y="T5"/>
                  </a:cxn>
                  <a:cxn ang="0">
                    <a:pos x="T6" y="T7"/>
                  </a:cxn>
                  <a:cxn ang="0">
                    <a:pos x="T8" y="T9"/>
                  </a:cxn>
                </a:cxnLst>
                <a:rect l="0" t="0" r="r" b="b"/>
                <a:pathLst>
                  <a:path w="22" h="14">
                    <a:moveTo>
                      <a:pt x="3" y="4"/>
                    </a:moveTo>
                    <a:cubicBezTo>
                      <a:pt x="8" y="7"/>
                      <a:pt x="13" y="11"/>
                      <a:pt x="19" y="14"/>
                    </a:cubicBezTo>
                    <a:cubicBezTo>
                      <a:pt x="20" y="14"/>
                      <a:pt x="22" y="12"/>
                      <a:pt x="21" y="11"/>
                    </a:cubicBezTo>
                    <a:cubicBezTo>
                      <a:pt x="16" y="7"/>
                      <a:pt x="10" y="4"/>
                      <a:pt x="4" y="1"/>
                    </a:cubicBezTo>
                    <a:cubicBezTo>
                      <a:pt x="2" y="0"/>
                      <a:pt x="0" y="3"/>
                      <a:pt x="3"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9" name="Freeform 164">
                <a:extLst>
                  <a:ext uri="{FF2B5EF4-FFF2-40B4-BE49-F238E27FC236}">
                    <a16:creationId xmlns:a16="http://schemas.microsoft.com/office/drawing/2014/main" id="{D8764505-CC9E-53DA-574B-A14DA76754F7}"/>
                  </a:ext>
                </a:extLst>
              </p:cNvPr>
              <p:cNvSpPr/>
              <p:nvPr/>
            </p:nvSpPr>
            <p:spPr bwMode="auto">
              <a:xfrm>
                <a:off x="5680" y="2619"/>
                <a:ext cx="37" cy="22"/>
              </a:xfrm>
              <a:custGeom>
                <a:avLst/>
                <a:gdLst>
                  <a:gd name="T0" fmla="*/ 2 w 21"/>
                  <a:gd name="T1" fmla="*/ 4 h 13"/>
                  <a:gd name="T2" fmla="*/ 10 w 21"/>
                  <a:gd name="T3" fmla="*/ 9 h 13"/>
                  <a:gd name="T4" fmla="*/ 19 w 21"/>
                  <a:gd name="T5" fmla="*/ 13 h 13"/>
                  <a:gd name="T6" fmla="*/ 20 w 21"/>
                  <a:gd name="T7" fmla="*/ 10 h 13"/>
                  <a:gd name="T8" fmla="*/ 13 w 21"/>
                  <a:gd name="T9" fmla="*/ 6 h 13"/>
                  <a:gd name="T10" fmla="*/ 4 w 21"/>
                  <a:gd name="T11" fmla="*/ 1 h 13"/>
                  <a:gd name="T12" fmla="*/ 2 w 21"/>
                  <a:gd name="T13" fmla="*/ 4 h 13"/>
                </a:gdLst>
                <a:ahLst/>
                <a:cxnLst>
                  <a:cxn ang="0">
                    <a:pos x="T0" y="T1"/>
                  </a:cxn>
                  <a:cxn ang="0">
                    <a:pos x="T2" y="T3"/>
                  </a:cxn>
                  <a:cxn ang="0">
                    <a:pos x="T4" y="T5"/>
                  </a:cxn>
                  <a:cxn ang="0">
                    <a:pos x="T6" y="T7"/>
                  </a:cxn>
                  <a:cxn ang="0">
                    <a:pos x="T8" y="T9"/>
                  </a:cxn>
                  <a:cxn ang="0">
                    <a:pos x="T10" y="T11"/>
                  </a:cxn>
                  <a:cxn ang="0">
                    <a:pos x="T12" y="T13"/>
                  </a:cxn>
                </a:cxnLst>
                <a:rect l="0" t="0" r="r" b="b"/>
                <a:pathLst>
                  <a:path w="21" h="13">
                    <a:moveTo>
                      <a:pt x="2" y="4"/>
                    </a:moveTo>
                    <a:cubicBezTo>
                      <a:pt x="5" y="6"/>
                      <a:pt x="7" y="8"/>
                      <a:pt x="10" y="9"/>
                    </a:cubicBezTo>
                    <a:cubicBezTo>
                      <a:pt x="13" y="11"/>
                      <a:pt x="16" y="13"/>
                      <a:pt x="19" y="13"/>
                    </a:cubicBezTo>
                    <a:cubicBezTo>
                      <a:pt x="20" y="13"/>
                      <a:pt x="21" y="11"/>
                      <a:pt x="20" y="10"/>
                    </a:cubicBezTo>
                    <a:cubicBezTo>
                      <a:pt x="18" y="8"/>
                      <a:pt x="15" y="7"/>
                      <a:pt x="13" y="6"/>
                    </a:cubicBezTo>
                    <a:cubicBezTo>
                      <a:pt x="10" y="4"/>
                      <a:pt x="7" y="2"/>
                      <a:pt x="4" y="1"/>
                    </a:cubicBezTo>
                    <a:cubicBezTo>
                      <a:pt x="3" y="0"/>
                      <a:pt x="0" y="2"/>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0" name="Freeform 165">
                <a:extLst>
                  <a:ext uri="{FF2B5EF4-FFF2-40B4-BE49-F238E27FC236}">
                    <a16:creationId xmlns:a16="http://schemas.microsoft.com/office/drawing/2014/main" id="{AA87B868-81DD-B5D1-BD1B-6136518C0113}"/>
                  </a:ext>
                </a:extLst>
              </p:cNvPr>
              <p:cNvSpPr/>
              <p:nvPr/>
            </p:nvSpPr>
            <p:spPr bwMode="auto">
              <a:xfrm>
                <a:off x="5483" y="2466"/>
                <a:ext cx="68" cy="37"/>
              </a:xfrm>
              <a:custGeom>
                <a:avLst/>
                <a:gdLst>
                  <a:gd name="T0" fmla="*/ 2 w 39"/>
                  <a:gd name="T1" fmla="*/ 20 h 21"/>
                  <a:gd name="T2" fmla="*/ 38 w 39"/>
                  <a:gd name="T3" fmla="*/ 4 h 21"/>
                  <a:gd name="T4" fmla="*/ 36 w 39"/>
                  <a:gd name="T5" fmla="*/ 2 h 21"/>
                  <a:gd name="T6" fmla="*/ 2 w 39"/>
                  <a:gd name="T7" fmla="*/ 16 h 21"/>
                  <a:gd name="T8" fmla="*/ 2 w 39"/>
                  <a:gd name="T9" fmla="*/ 20 h 21"/>
                </a:gdLst>
                <a:ahLst/>
                <a:cxnLst>
                  <a:cxn ang="0">
                    <a:pos x="T0" y="T1"/>
                  </a:cxn>
                  <a:cxn ang="0">
                    <a:pos x="T2" y="T3"/>
                  </a:cxn>
                  <a:cxn ang="0">
                    <a:pos x="T4" y="T5"/>
                  </a:cxn>
                  <a:cxn ang="0">
                    <a:pos x="T6" y="T7"/>
                  </a:cxn>
                  <a:cxn ang="0">
                    <a:pos x="T8" y="T9"/>
                  </a:cxn>
                </a:cxnLst>
                <a:rect l="0" t="0" r="r" b="b"/>
                <a:pathLst>
                  <a:path w="39" h="21">
                    <a:moveTo>
                      <a:pt x="2" y="20"/>
                    </a:moveTo>
                    <a:cubicBezTo>
                      <a:pt x="15" y="21"/>
                      <a:pt x="32" y="16"/>
                      <a:pt x="38" y="4"/>
                    </a:cubicBezTo>
                    <a:cubicBezTo>
                      <a:pt x="39" y="2"/>
                      <a:pt x="37" y="0"/>
                      <a:pt x="36" y="2"/>
                    </a:cubicBezTo>
                    <a:cubicBezTo>
                      <a:pt x="25" y="10"/>
                      <a:pt x="16" y="17"/>
                      <a:pt x="2" y="16"/>
                    </a:cubicBezTo>
                    <a:cubicBezTo>
                      <a:pt x="0" y="16"/>
                      <a:pt x="0" y="20"/>
                      <a:pt x="2"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1" name="Freeform 166">
                <a:extLst>
                  <a:ext uri="{FF2B5EF4-FFF2-40B4-BE49-F238E27FC236}">
                    <a16:creationId xmlns:a16="http://schemas.microsoft.com/office/drawing/2014/main" id="{9058356E-38A9-3AC2-2F76-6AAF87AB5E18}"/>
                  </a:ext>
                </a:extLst>
              </p:cNvPr>
              <p:cNvSpPr/>
              <p:nvPr/>
            </p:nvSpPr>
            <p:spPr bwMode="auto">
              <a:xfrm>
                <a:off x="5483" y="2443"/>
                <a:ext cx="65" cy="35"/>
              </a:xfrm>
              <a:custGeom>
                <a:avLst/>
                <a:gdLst>
                  <a:gd name="T0" fmla="*/ 2 w 37"/>
                  <a:gd name="T1" fmla="*/ 20 h 20"/>
                  <a:gd name="T2" fmla="*/ 25 w 37"/>
                  <a:gd name="T3" fmla="*/ 14 h 20"/>
                  <a:gd name="T4" fmla="*/ 36 w 37"/>
                  <a:gd name="T5" fmla="*/ 2 h 20"/>
                  <a:gd name="T6" fmla="*/ 33 w 37"/>
                  <a:gd name="T7" fmla="*/ 1 h 20"/>
                  <a:gd name="T8" fmla="*/ 2 w 37"/>
                  <a:gd name="T9" fmla="*/ 16 h 20"/>
                  <a:gd name="T10" fmla="*/ 2 w 37"/>
                  <a:gd name="T11" fmla="*/ 20 h 20"/>
                </a:gdLst>
                <a:ahLst/>
                <a:cxnLst>
                  <a:cxn ang="0">
                    <a:pos x="T0" y="T1"/>
                  </a:cxn>
                  <a:cxn ang="0">
                    <a:pos x="T2" y="T3"/>
                  </a:cxn>
                  <a:cxn ang="0">
                    <a:pos x="T4" y="T5"/>
                  </a:cxn>
                  <a:cxn ang="0">
                    <a:pos x="T6" y="T7"/>
                  </a:cxn>
                  <a:cxn ang="0">
                    <a:pos x="T8" y="T9"/>
                  </a:cxn>
                  <a:cxn ang="0">
                    <a:pos x="T10" y="T11"/>
                  </a:cxn>
                </a:cxnLst>
                <a:rect l="0" t="0" r="r" b="b"/>
                <a:pathLst>
                  <a:path w="37" h="20">
                    <a:moveTo>
                      <a:pt x="2" y="20"/>
                    </a:moveTo>
                    <a:cubicBezTo>
                      <a:pt x="10" y="19"/>
                      <a:pt x="17" y="17"/>
                      <a:pt x="25" y="14"/>
                    </a:cubicBezTo>
                    <a:cubicBezTo>
                      <a:pt x="29" y="12"/>
                      <a:pt x="37" y="8"/>
                      <a:pt x="36" y="2"/>
                    </a:cubicBezTo>
                    <a:cubicBezTo>
                      <a:pt x="36" y="1"/>
                      <a:pt x="34" y="0"/>
                      <a:pt x="33" y="1"/>
                    </a:cubicBezTo>
                    <a:cubicBezTo>
                      <a:pt x="28" y="11"/>
                      <a:pt x="11" y="14"/>
                      <a:pt x="2" y="16"/>
                    </a:cubicBezTo>
                    <a:cubicBezTo>
                      <a:pt x="0" y="17"/>
                      <a:pt x="0" y="20"/>
                      <a:pt x="2"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2" name="Freeform 167">
                <a:extLst>
                  <a:ext uri="{FF2B5EF4-FFF2-40B4-BE49-F238E27FC236}">
                    <a16:creationId xmlns:a16="http://schemas.microsoft.com/office/drawing/2014/main" id="{E1751787-F5B3-1F75-3D73-BB4911E939AD}"/>
                  </a:ext>
                </a:extLst>
              </p:cNvPr>
              <p:cNvSpPr/>
              <p:nvPr/>
            </p:nvSpPr>
            <p:spPr bwMode="auto">
              <a:xfrm>
                <a:off x="5492" y="2423"/>
                <a:ext cx="40" cy="23"/>
              </a:xfrm>
              <a:custGeom>
                <a:avLst/>
                <a:gdLst>
                  <a:gd name="T0" fmla="*/ 3 w 23"/>
                  <a:gd name="T1" fmla="*/ 13 h 13"/>
                  <a:gd name="T2" fmla="*/ 22 w 23"/>
                  <a:gd name="T3" fmla="*/ 3 h 13"/>
                  <a:gd name="T4" fmla="*/ 20 w 23"/>
                  <a:gd name="T5" fmla="*/ 1 h 13"/>
                  <a:gd name="T6" fmla="*/ 12 w 23"/>
                  <a:gd name="T7" fmla="*/ 6 h 13"/>
                  <a:gd name="T8" fmla="*/ 2 w 23"/>
                  <a:gd name="T9" fmla="*/ 9 h 13"/>
                  <a:gd name="T10" fmla="*/ 3 w 23"/>
                  <a:gd name="T11" fmla="*/ 13 h 13"/>
                </a:gdLst>
                <a:ahLst/>
                <a:cxnLst>
                  <a:cxn ang="0">
                    <a:pos x="T0" y="T1"/>
                  </a:cxn>
                  <a:cxn ang="0">
                    <a:pos x="T2" y="T3"/>
                  </a:cxn>
                  <a:cxn ang="0">
                    <a:pos x="T4" y="T5"/>
                  </a:cxn>
                  <a:cxn ang="0">
                    <a:pos x="T6" y="T7"/>
                  </a:cxn>
                  <a:cxn ang="0">
                    <a:pos x="T8" y="T9"/>
                  </a:cxn>
                  <a:cxn ang="0">
                    <a:pos x="T10" y="T11"/>
                  </a:cxn>
                </a:cxnLst>
                <a:rect l="0" t="0" r="r" b="b"/>
                <a:pathLst>
                  <a:path w="23" h="13">
                    <a:moveTo>
                      <a:pt x="3" y="13"/>
                    </a:moveTo>
                    <a:cubicBezTo>
                      <a:pt x="10" y="13"/>
                      <a:pt x="19" y="9"/>
                      <a:pt x="22" y="3"/>
                    </a:cubicBezTo>
                    <a:cubicBezTo>
                      <a:pt x="23" y="1"/>
                      <a:pt x="22" y="0"/>
                      <a:pt x="20" y="1"/>
                    </a:cubicBezTo>
                    <a:cubicBezTo>
                      <a:pt x="17" y="2"/>
                      <a:pt x="15" y="4"/>
                      <a:pt x="12" y="6"/>
                    </a:cubicBezTo>
                    <a:cubicBezTo>
                      <a:pt x="9" y="8"/>
                      <a:pt x="5" y="9"/>
                      <a:pt x="2" y="9"/>
                    </a:cubicBezTo>
                    <a:cubicBezTo>
                      <a:pt x="0" y="10"/>
                      <a:pt x="0" y="13"/>
                      <a:pt x="3"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3" name="Freeform 168">
                <a:extLst>
                  <a:ext uri="{FF2B5EF4-FFF2-40B4-BE49-F238E27FC236}">
                    <a16:creationId xmlns:a16="http://schemas.microsoft.com/office/drawing/2014/main" id="{EAC2F913-7253-1239-1150-FD3F252D0A5B}"/>
                  </a:ext>
                </a:extLst>
              </p:cNvPr>
              <p:cNvSpPr/>
              <p:nvPr/>
            </p:nvSpPr>
            <p:spPr bwMode="auto">
              <a:xfrm>
                <a:off x="5488" y="2399"/>
                <a:ext cx="42" cy="30"/>
              </a:xfrm>
              <a:custGeom>
                <a:avLst/>
                <a:gdLst>
                  <a:gd name="T0" fmla="*/ 3 w 24"/>
                  <a:gd name="T1" fmla="*/ 16 h 17"/>
                  <a:gd name="T2" fmla="*/ 23 w 24"/>
                  <a:gd name="T3" fmla="*/ 4 h 17"/>
                  <a:gd name="T4" fmla="*/ 20 w 24"/>
                  <a:gd name="T5" fmla="*/ 2 h 17"/>
                  <a:gd name="T6" fmla="*/ 12 w 24"/>
                  <a:gd name="T7" fmla="*/ 8 h 17"/>
                  <a:gd name="T8" fmla="*/ 2 w 24"/>
                  <a:gd name="T9" fmla="*/ 13 h 17"/>
                  <a:gd name="T10" fmla="*/ 3 w 24"/>
                  <a:gd name="T11" fmla="*/ 16 h 17"/>
                </a:gdLst>
                <a:ahLst/>
                <a:cxnLst>
                  <a:cxn ang="0">
                    <a:pos x="T0" y="T1"/>
                  </a:cxn>
                  <a:cxn ang="0">
                    <a:pos x="T2" y="T3"/>
                  </a:cxn>
                  <a:cxn ang="0">
                    <a:pos x="T4" y="T5"/>
                  </a:cxn>
                  <a:cxn ang="0">
                    <a:pos x="T6" y="T7"/>
                  </a:cxn>
                  <a:cxn ang="0">
                    <a:pos x="T8" y="T9"/>
                  </a:cxn>
                  <a:cxn ang="0">
                    <a:pos x="T10" y="T11"/>
                  </a:cxn>
                </a:cxnLst>
                <a:rect l="0" t="0" r="r" b="b"/>
                <a:pathLst>
                  <a:path w="24" h="17">
                    <a:moveTo>
                      <a:pt x="3" y="16"/>
                    </a:moveTo>
                    <a:cubicBezTo>
                      <a:pt x="10" y="15"/>
                      <a:pt x="19" y="11"/>
                      <a:pt x="23" y="4"/>
                    </a:cubicBezTo>
                    <a:cubicBezTo>
                      <a:pt x="24" y="2"/>
                      <a:pt x="22" y="0"/>
                      <a:pt x="20" y="2"/>
                    </a:cubicBezTo>
                    <a:cubicBezTo>
                      <a:pt x="18" y="4"/>
                      <a:pt x="15" y="6"/>
                      <a:pt x="12" y="8"/>
                    </a:cubicBezTo>
                    <a:cubicBezTo>
                      <a:pt x="9" y="10"/>
                      <a:pt x="5" y="12"/>
                      <a:pt x="2" y="13"/>
                    </a:cubicBezTo>
                    <a:cubicBezTo>
                      <a:pt x="0" y="13"/>
                      <a:pt x="1" y="17"/>
                      <a:pt x="3"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4" name="Freeform 169">
                <a:extLst>
                  <a:ext uri="{FF2B5EF4-FFF2-40B4-BE49-F238E27FC236}">
                    <a16:creationId xmlns:a16="http://schemas.microsoft.com/office/drawing/2014/main" id="{39504062-3480-DB85-DEAF-F4C930B8884A}"/>
                  </a:ext>
                </a:extLst>
              </p:cNvPr>
              <p:cNvSpPr/>
              <p:nvPr/>
            </p:nvSpPr>
            <p:spPr bwMode="auto">
              <a:xfrm>
                <a:off x="5483" y="2376"/>
                <a:ext cx="32" cy="25"/>
              </a:xfrm>
              <a:custGeom>
                <a:avLst/>
                <a:gdLst>
                  <a:gd name="T0" fmla="*/ 4 w 18"/>
                  <a:gd name="T1" fmla="*/ 13 h 14"/>
                  <a:gd name="T2" fmla="*/ 18 w 18"/>
                  <a:gd name="T3" fmla="*/ 3 h 14"/>
                  <a:gd name="T4" fmla="*/ 15 w 18"/>
                  <a:gd name="T5" fmla="*/ 1 h 14"/>
                  <a:gd name="T6" fmla="*/ 3 w 18"/>
                  <a:gd name="T7" fmla="*/ 9 h 14"/>
                  <a:gd name="T8" fmla="*/ 4 w 18"/>
                  <a:gd name="T9" fmla="*/ 13 h 14"/>
                </a:gdLst>
                <a:ahLst/>
                <a:cxnLst>
                  <a:cxn ang="0">
                    <a:pos x="T0" y="T1"/>
                  </a:cxn>
                  <a:cxn ang="0">
                    <a:pos x="T2" y="T3"/>
                  </a:cxn>
                  <a:cxn ang="0">
                    <a:pos x="T4" y="T5"/>
                  </a:cxn>
                  <a:cxn ang="0">
                    <a:pos x="T6" y="T7"/>
                  </a:cxn>
                  <a:cxn ang="0">
                    <a:pos x="T8" y="T9"/>
                  </a:cxn>
                </a:cxnLst>
                <a:rect l="0" t="0" r="r" b="b"/>
                <a:pathLst>
                  <a:path w="18" h="14">
                    <a:moveTo>
                      <a:pt x="4" y="13"/>
                    </a:moveTo>
                    <a:cubicBezTo>
                      <a:pt x="10" y="12"/>
                      <a:pt x="16" y="9"/>
                      <a:pt x="18" y="3"/>
                    </a:cubicBezTo>
                    <a:cubicBezTo>
                      <a:pt x="18" y="1"/>
                      <a:pt x="17" y="0"/>
                      <a:pt x="15" y="1"/>
                    </a:cubicBezTo>
                    <a:cubicBezTo>
                      <a:pt x="12" y="5"/>
                      <a:pt x="8" y="8"/>
                      <a:pt x="3" y="9"/>
                    </a:cubicBezTo>
                    <a:cubicBezTo>
                      <a:pt x="0" y="10"/>
                      <a:pt x="1" y="14"/>
                      <a:pt x="4"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5" name="Freeform 170">
                <a:extLst>
                  <a:ext uri="{FF2B5EF4-FFF2-40B4-BE49-F238E27FC236}">
                    <a16:creationId xmlns:a16="http://schemas.microsoft.com/office/drawing/2014/main" id="{516E5BED-9A48-A3CB-3CD4-5620023E30E7}"/>
                  </a:ext>
                </a:extLst>
              </p:cNvPr>
              <p:cNvSpPr/>
              <p:nvPr/>
            </p:nvSpPr>
            <p:spPr bwMode="auto">
              <a:xfrm>
                <a:off x="5471" y="2355"/>
                <a:ext cx="29" cy="21"/>
              </a:xfrm>
              <a:custGeom>
                <a:avLst/>
                <a:gdLst>
                  <a:gd name="T0" fmla="*/ 3 w 17"/>
                  <a:gd name="T1" fmla="*/ 11 h 12"/>
                  <a:gd name="T2" fmla="*/ 11 w 17"/>
                  <a:gd name="T3" fmla="*/ 8 h 12"/>
                  <a:gd name="T4" fmla="*/ 16 w 17"/>
                  <a:gd name="T5" fmla="*/ 3 h 12"/>
                  <a:gd name="T6" fmla="*/ 14 w 17"/>
                  <a:gd name="T7" fmla="*/ 1 h 12"/>
                  <a:gd name="T8" fmla="*/ 9 w 17"/>
                  <a:gd name="T9" fmla="*/ 5 h 12"/>
                  <a:gd name="T10" fmla="*/ 2 w 17"/>
                  <a:gd name="T11" fmla="*/ 8 h 12"/>
                  <a:gd name="T12" fmla="*/ 3 w 17"/>
                  <a:gd name="T13" fmla="*/ 11 h 12"/>
                </a:gdLst>
                <a:ahLst/>
                <a:cxnLst>
                  <a:cxn ang="0">
                    <a:pos x="T0" y="T1"/>
                  </a:cxn>
                  <a:cxn ang="0">
                    <a:pos x="T2" y="T3"/>
                  </a:cxn>
                  <a:cxn ang="0">
                    <a:pos x="T4" y="T5"/>
                  </a:cxn>
                  <a:cxn ang="0">
                    <a:pos x="T6" y="T7"/>
                  </a:cxn>
                  <a:cxn ang="0">
                    <a:pos x="T8" y="T9"/>
                  </a:cxn>
                  <a:cxn ang="0">
                    <a:pos x="T10" y="T11"/>
                  </a:cxn>
                  <a:cxn ang="0">
                    <a:pos x="T12" y="T13"/>
                  </a:cxn>
                </a:cxnLst>
                <a:rect l="0" t="0" r="r" b="b"/>
                <a:pathLst>
                  <a:path w="17" h="12">
                    <a:moveTo>
                      <a:pt x="3" y="11"/>
                    </a:moveTo>
                    <a:cubicBezTo>
                      <a:pt x="6" y="11"/>
                      <a:pt x="9" y="10"/>
                      <a:pt x="11" y="8"/>
                    </a:cubicBezTo>
                    <a:cubicBezTo>
                      <a:pt x="13" y="7"/>
                      <a:pt x="16" y="5"/>
                      <a:pt x="16" y="3"/>
                    </a:cubicBezTo>
                    <a:cubicBezTo>
                      <a:pt x="17" y="2"/>
                      <a:pt x="15" y="0"/>
                      <a:pt x="14" y="1"/>
                    </a:cubicBezTo>
                    <a:cubicBezTo>
                      <a:pt x="12" y="2"/>
                      <a:pt x="11" y="3"/>
                      <a:pt x="9" y="5"/>
                    </a:cubicBezTo>
                    <a:cubicBezTo>
                      <a:pt x="7" y="6"/>
                      <a:pt x="5" y="7"/>
                      <a:pt x="2" y="8"/>
                    </a:cubicBezTo>
                    <a:cubicBezTo>
                      <a:pt x="0" y="8"/>
                      <a:pt x="1" y="12"/>
                      <a:pt x="3"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6" name="Freeform 171">
                <a:extLst>
                  <a:ext uri="{FF2B5EF4-FFF2-40B4-BE49-F238E27FC236}">
                    <a16:creationId xmlns:a16="http://schemas.microsoft.com/office/drawing/2014/main" id="{C27AEC4F-3541-270A-C85F-D706FB02909C}"/>
                  </a:ext>
                </a:extLst>
              </p:cNvPr>
              <p:cNvSpPr/>
              <p:nvPr/>
            </p:nvSpPr>
            <p:spPr bwMode="auto">
              <a:xfrm>
                <a:off x="5453" y="2341"/>
                <a:ext cx="21" cy="16"/>
              </a:xfrm>
              <a:custGeom>
                <a:avLst/>
                <a:gdLst>
                  <a:gd name="T0" fmla="*/ 4 w 12"/>
                  <a:gd name="T1" fmla="*/ 9 h 9"/>
                  <a:gd name="T2" fmla="*/ 12 w 12"/>
                  <a:gd name="T3" fmla="*/ 2 h 9"/>
                  <a:gd name="T4" fmla="*/ 10 w 12"/>
                  <a:gd name="T5" fmla="*/ 0 h 9"/>
                  <a:gd name="T6" fmla="*/ 7 w 12"/>
                  <a:gd name="T7" fmla="*/ 3 h 9"/>
                  <a:gd name="T8" fmla="*/ 3 w 12"/>
                  <a:gd name="T9" fmla="*/ 5 h 9"/>
                  <a:gd name="T10" fmla="*/ 4 w 12"/>
                  <a:gd name="T11" fmla="*/ 9 h 9"/>
                </a:gdLst>
                <a:ahLst/>
                <a:cxnLst>
                  <a:cxn ang="0">
                    <a:pos x="T0" y="T1"/>
                  </a:cxn>
                  <a:cxn ang="0">
                    <a:pos x="T2" y="T3"/>
                  </a:cxn>
                  <a:cxn ang="0">
                    <a:pos x="T4" y="T5"/>
                  </a:cxn>
                  <a:cxn ang="0">
                    <a:pos x="T6" y="T7"/>
                  </a:cxn>
                  <a:cxn ang="0">
                    <a:pos x="T8" y="T9"/>
                  </a:cxn>
                  <a:cxn ang="0">
                    <a:pos x="T10" y="T11"/>
                  </a:cxn>
                </a:cxnLst>
                <a:rect l="0" t="0" r="r" b="b"/>
                <a:pathLst>
                  <a:path w="12" h="9">
                    <a:moveTo>
                      <a:pt x="4" y="9"/>
                    </a:moveTo>
                    <a:cubicBezTo>
                      <a:pt x="7" y="8"/>
                      <a:pt x="12" y="6"/>
                      <a:pt x="12" y="2"/>
                    </a:cubicBezTo>
                    <a:cubicBezTo>
                      <a:pt x="12" y="1"/>
                      <a:pt x="11" y="0"/>
                      <a:pt x="10" y="0"/>
                    </a:cubicBezTo>
                    <a:cubicBezTo>
                      <a:pt x="9" y="1"/>
                      <a:pt x="8" y="2"/>
                      <a:pt x="7" y="3"/>
                    </a:cubicBezTo>
                    <a:cubicBezTo>
                      <a:pt x="6" y="4"/>
                      <a:pt x="4" y="5"/>
                      <a:pt x="3" y="5"/>
                    </a:cubicBezTo>
                    <a:cubicBezTo>
                      <a:pt x="0" y="6"/>
                      <a:pt x="1" y="9"/>
                      <a:pt x="4"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7" name="Freeform 172">
                <a:extLst>
                  <a:ext uri="{FF2B5EF4-FFF2-40B4-BE49-F238E27FC236}">
                    <a16:creationId xmlns:a16="http://schemas.microsoft.com/office/drawing/2014/main" id="{FC2AC44E-B626-789E-E38A-DFB3A004D745}"/>
                  </a:ext>
                </a:extLst>
              </p:cNvPr>
              <p:cNvSpPr/>
              <p:nvPr/>
            </p:nvSpPr>
            <p:spPr bwMode="auto">
              <a:xfrm>
                <a:off x="5523" y="2531"/>
                <a:ext cx="6" cy="3"/>
              </a:xfrm>
              <a:custGeom>
                <a:avLst/>
                <a:gdLst>
                  <a:gd name="T0" fmla="*/ 2 w 3"/>
                  <a:gd name="T1" fmla="*/ 2 h 2"/>
                  <a:gd name="T2" fmla="*/ 2 w 3"/>
                  <a:gd name="T3" fmla="*/ 0 h 2"/>
                  <a:gd name="T4" fmla="*/ 2 w 3"/>
                  <a:gd name="T5" fmla="*/ 2 h 2"/>
                </a:gdLst>
                <a:ahLst/>
                <a:cxnLst>
                  <a:cxn ang="0">
                    <a:pos x="T0" y="T1"/>
                  </a:cxn>
                  <a:cxn ang="0">
                    <a:pos x="T2" y="T3"/>
                  </a:cxn>
                  <a:cxn ang="0">
                    <a:pos x="T4" y="T5"/>
                  </a:cxn>
                </a:cxnLst>
                <a:rect l="0" t="0" r="r" b="b"/>
                <a:pathLst>
                  <a:path w="3" h="2">
                    <a:moveTo>
                      <a:pt x="2" y="2"/>
                    </a:moveTo>
                    <a:cubicBezTo>
                      <a:pt x="3" y="2"/>
                      <a:pt x="3" y="0"/>
                      <a:pt x="2" y="0"/>
                    </a:cubicBezTo>
                    <a:cubicBezTo>
                      <a:pt x="0" y="0"/>
                      <a:pt x="0" y="2"/>
                      <a:pt x="2"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8" name="Freeform 173">
                <a:extLst>
                  <a:ext uri="{FF2B5EF4-FFF2-40B4-BE49-F238E27FC236}">
                    <a16:creationId xmlns:a16="http://schemas.microsoft.com/office/drawing/2014/main" id="{35ABDFA6-DB1E-6D7D-610B-5FE5314BCB32}"/>
                  </a:ext>
                </a:extLst>
              </p:cNvPr>
              <p:cNvSpPr/>
              <p:nvPr/>
            </p:nvSpPr>
            <p:spPr bwMode="auto">
              <a:xfrm>
                <a:off x="5502" y="2495"/>
                <a:ext cx="62" cy="25"/>
              </a:xfrm>
              <a:custGeom>
                <a:avLst/>
                <a:gdLst>
                  <a:gd name="T0" fmla="*/ 2 w 35"/>
                  <a:gd name="T1" fmla="*/ 14 h 14"/>
                  <a:gd name="T2" fmla="*/ 33 w 35"/>
                  <a:gd name="T3" fmla="*/ 3 h 14"/>
                  <a:gd name="T4" fmla="*/ 32 w 35"/>
                  <a:gd name="T5" fmla="*/ 0 h 14"/>
                  <a:gd name="T6" fmla="*/ 2 w 35"/>
                  <a:gd name="T7" fmla="*/ 11 h 14"/>
                  <a:gd name="T8" fmla="*/ 2 w 35"/>
                  <a:gd name="T9" fmla="*/ 14 h 14"/>
                </a:gdLst>
                <a:ahLst/>
                <a:cxnLst>
                  <a:cxn ang="0">
                    <a:pos x="T0" y="T1"/>
                  </a:cxn>
                  <a:cxn ang="0">
                    <a:pos x="T2" y="T3"/>
                  </a:cxn>
                  <a:cxn ang="0">
                    <a:pos x="T4" y="T5"/>
                  </a:cxn>
                  <a:cxn ang="0">
                    <a:pos x="T6" y="T7"/>
                  </a:cxn>
                  <a:cxn ang="0">
                    <a:pos x="T8" y="T9"/>
                  </a:cxn>
                </a:cxnLst>
                <a:rect l="0" t="0" r="r" b="b"/>
                <a:pathLst>
                  <a:path w="35" h="14">
                    <a:moveTo>
                      <a:pt x="2" y="14"/>
                    </a:moveTo>
                    <a:cubicBezTo>
                      <a:pt x="13" y="12"/>
                      <a:pt x="25" y="9"/>
                      <a:pt x="33" y="3"/>
                    </a:cubicBezTo>
                    <a:cubicBezTo>
                      <a:pt x="35" y="2"/>
                      <a:pt x="34" y="0"/>
                      <a:pt x="32" y="0"/>
                    </a:cubicBezTo>
                    <a:cubicBezTo>
                      <a:pt x="22" y="2"/>
                      <a:pt x="11" y="7"/>
                      <a:pt x="2" y="11"/>
                    </a:cubicBezTo>
                    <a:cubicBezTo>
                      <a:pt x="0" y="11"/>
                      <a:pt x="0" y="14"/>
                      <a:pt x="2"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9" name="Freeform 174">
                <a:extLst>
                  <a:ext uri="{FF2B5EF4-FFF2-40B4-BE49-F238E27FC236}">
                    <a16:creationId xmlns:a16="http://schemas.microsoft.com/office/drawing/2014/main" id="{4C579DC8-71E8-E4E9-E9DF-963F099BD8E6}"/>
                  </a:ext>
                </a:extLst>
              </p:cNvPr>
              <p:cNvSpPr/>
              <p:nvPr/>
            </p:nvSpPr>
            <p:spPr bwMode="auto">
              <a:xfrm>
                <a:off x="5536" y="2518"/>
                <a:ext cx="37" cy="21"/>
              </a:xfrm>
              <a:custGeom>
                <a:avLst/>
                <a:gdLst>
                  <a:gd name="T0" fmla="*/ 4 w 21"/>
                  <a:gd name="T1" fmla="*/ 11 h 12"/>
                  <a:gd name="T2" fmla="*/ 19 w 21"/>
                  <a:gd name="T3" fmla="*/ 3 h 12"/>
                  <a:gd name="T4" fmla="*/ 19 w 21"/>
                  <a:gd name="T5" fmla="*/ 0 h 12"/>
                  <a:gd name="T6" fmla="*/ 2 w 21"/>
                  <a:gd name="T7" fmla="*/ 8 h 12"/>
                  <a:gd name="T8" fmla="*/ 4 w 21"/>
                  <a:gd name="T9" fmla="*/ 11 h 12"/>
                </a:gdLst>
                <a:ahLst/>
                <a:cxnLst>
                  <a:cxn ang="0">
                    <a:pos x="T0" y="T1"/>
                  </a:cxn>
                  <a:cxn ang="0">
                    <a:pos x="T2" y="T3"/>
                  </a:cxn>
                  <a:cxn ang="0">
                    <a:pos x="T4" y="T5"/>
                  </a:cxn>
                  <a:cxn ang="0">
                    <a:pos x="T6" y="T7"/>
                  </a:cxn>
                  <a:cxn ang="0">
                    <a:pos x="T8" y="T9"/>
                  </a:cxn>
                </a:cxnLst>
                <a:rect l="0" t="0" r="r" b="b"/>
                <a:pathLst>
                  <a:path w="21" h="12">
                    <a:moveTo>
                      <a:pt x="4" y="11"/>
                    </a:moveTo>
                    <a:cubicBezTo>
                      <a:pt x="9" y="7"/>
                      <a:pt x="14" y="5"/>
                      <a:pt x="19" y="3"/>
                    </a:cubicBezTo>
                    <a:cubicBezTo>
                      <a:pt x="21" y="2"/>
                      <a:pt x="21" y="0"/>
                      <a:pt x="19" y="0"/>
                    </a:cubicBezTo>
                    <a:cubicBezTo>
                      <a:pt x="13" y="0"/>
                      <a:pt x="6" y="4"/>
                      <a:pt x="2" y="8"/>
                    </a:cubicBezTo>
                    <a:cubicBezTo>
                      <a:pt x="0" y="10"/>
                      <a:pt x="3" y="12"/>
                      <a:pt x="4"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0" name="Freeform 175">
                <a:extLst>
                  <a:ext uri="{FF2B5EF4-FFF2-40B4-BE49-F238E27FC236}">
                    <a16:creationId xmlns:a16="http://schemas.microsoft.com/office/drawing/2014/main" id="{F2B04475-DD34-17A2-94D1-C52C5171FE67}"/>
                  </a:ext>
                </a:extLst>
              </p:cNvPr>
              <p:cNvSpPr/>
              <p:nvPr/>
            </p:nvSpPr>
            <p:spPr bwMode="auto">
              <a:xfrm>
                <a:off x="5553" y="2541"/>
                <a:ext cx="28" cy="20"/>
              </a:xfrm>
              <a:custGeom>
                <a:avLst/>
                <a:gdLst>
                  <a:gd name="T0" fmla="*/ 4 w 16"/>
                  <a:gd name="T1" fmla="*/ 9 h 11"/>
                  <a:gd name="T2" fmla="*/ 15 w 16"/>
                  <a:gd name="T3" fmla="*/ 3 h 11"/>
                  <a:gd name="T4" fmla="*/ 14 w 16"/>
                  <a:gd name="T5" fmla="*/ 0 h 11"/>
                  <a:gd name="T6" fmla="*/ 1 w 16"/>
                  <a:gd name="T7" fmla="*/ 7 h 11"/>
                  <a:gd name="T8" fmla="*/ 4 w 16"/>
                  <a:gd name="T9" fmla="*/ 9 h 11"/>
                </a:gdLst>
                <a:ahLst/>
                <a:cxnLst>
                  <a:cxn ang="0">
                    <a:pos x="T0" y="T1"/>
                  </a:cxn>
                  <a:cxn ang="0">
                    <a:pos x="T2" y="T3"/>
                  </a:cxn>
                  <a:cxn ang="0">
                    <a:pos x="T4" y="T5"/>
                  </a:cxn>
                  <a:cxn ang="0">
                    <a:pos x="T6" y="T7"/>
                  </a:cxn>
                  <a:cxn ang="0">
                    <a:pos x="T8" y="T9"/>
                  </a:cxn>
                </a:cxnLst>
                <a:rect l="0" t="0" r="r" b="b"/>
                <a:pathLst>
                  <a:path w="16" h="11">
                    <a:moveTo>
                      <a:pt x="4" y="9"/>
                    </a:moveTo>
                    <a:cubicBezTo>
                      <a:pt x="7" y="6"/>
                      <a:pt x="11" y="5"/>
                      <a:pt x="15" y="3"/>
                    </a:cubicBezTo>
                    <a:cubicBezTo>
                      <a:pt x="16" y="2"/>
                      <a:pt x="16" y="0"/>
                      <a:pt x="14" y="0"/>
                    </a:cubicBezTo>
                    <a:cubicBezTo>
                      <a:pt x="9" y="0"/>
                      <a:pt x="5" y="3"/>
                      <a:pt x="1" y="7"/>
                    </a:cubicBezTo>
                    <a:cubicBezTo>
                      <a:pt x="0" y="8"/>
                      <a:pt x="2" y="11"/>
                      <a:pt x="4"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1" name="Freeform 176">
                <a:extLst>
                  <a:ext uri="{FF2B5EF4-FFF2-40B4-BE49-F238E27FC236}">
                    <a16:creationId xmlns:a16="http://schemas.microsoft.com/office/drawing/2014/main" id="{949E5F84-E983-99E3-0C31-4C602F462071}"/>
                  </a:ext>
                </a:extLst>
              </p:cNvPr>
              <p:cNvSpPr/>
              <p:nvPr/>
            </p:nvSpPr>
            <p:spPr bwMode="auto">
              <a:xfrm>
                <a:off x="5571" y="2575"/>
                <a:ext cx="21" cy="15"/>
              </a:xfrm>
              <a:custGeom>
                <a:avLst/>
                <a:gdLst>
                  <a:gd name="T0" fmla="*/ 4 w 12"/>
                  <a:gd name="T1" fmla="*/ 8 h 9"/>
                  <a:gd name="T2" fmla="*/ 11 w 12"/>
                  <a:gd name="T3" fmla="*/ 3 h 9"/>
                  <a:gd name="T4" fmla="*/ 9 w 12"/>
                  <a:gd name="T5" fmla="*/ 0 h 9"/>
                  <a:gd name="T6" fmla="*/ 2 w 12"/>
                  <a:gd name="T7" fmla="*/ 4 h 9"/>
                  <a:gd name="T8" fmla="*/ 4 w 12"/>
                  <a:gd name="T9" fmla="*/ 8 h 9"/>
                </a:gdLst>
                <a:ahLst/>
                <a:cxnLst>
                  <a:cxn ang="0">
                    <a:pos x="T0" y="T1"/>
                  </a:cxn>
                  <a:cxn ang="0">
                    <a:pos x="T2" y="T3"/>
                  </a:cxn>
                  <a:cxn ang="0">
                    <a:pos x="T4" y="T5"/>
                  </a:cxn>
                  <a:cxn ang="0">
                    <a:pos x="T6" y="T7"/>
                  </a:cxn>
                  <a:cxn ang="0">
                    <a:pos x="T8" y="T9"/>
                  </a:cxn>
                </a:cxnLst>
                <a:rect l="0" t="0" r="r" b="b"/>
                <a:pathLst>
                  <a:path w="12" h="9">
                    <a:moveTo>
                      <a:pt x="4" y="8"/>
                    </a:moveTo>
                    <a:cubicBezTo>
                      <a:pt x="7" y="6"/>
                      <a:pt x="10" y="5"/>
                      <a:pt x="11" y="3"/>
                    </a:cubicBezTo>
                    <a:cubicBezTo>
                      <a:pt x="12" y="1"/>
                      <a:pt x="11" y="0"/>
                      <a:pt x="9" y="0"/>
                    </a:cubicBezTo>
                    <a:cubicBezTo>
                      <a:pt x="7" y="1"/>
                      <a:pt x="4" y="3"/>
                      <a:pt x="2" y="4"/>
                    </a:cubicBezTo>
                    <a:cubicBezTo>
                      <a:pt x="0" y="6"/>
                      <a:pt x="2" y="9"/>
                      <a:pt x="4"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2" name="Freeform 177">
                <a:extLst>
                  <a:ext uri="{FF2B5EF4-FFF2-40B4-BE49-F238E27FC236}">
                    <a16:creationId xmlns:a16="http://schemas.microsoft.com/office/drawing/2014/main" id="{B6117AB5-D20E-EC1E-B1CF-9F0273C8129C}"/>
                  </a:ext>
                </a:extLst>
              </p:cNvPr>
              <p:cNvSpPr/>
              <p:nvPr/>
            </p:nvSpPr>
            <p:spPr bwMode="auto">
              <a:xfrm>
                <a:off x="5585" y="2613"/>
                <a:ext cx="19" cy="14"/>
              </a:xfrm>
              <a:custGeom>
                <a:avLst/>
                <a:gdLst>
                  <a:gd name="T0" fmla="*/ 4 w 11"/>
                  <a:gd name="T1" fmla="*/ 7 h 8"/>
                  <a:gd name="T2" fmla="*/ 10 w 11"/>
                  <a:gd name="T3" fmla="*/ 3 h 8"/>
                  <a:gd name="T4" fmla="*/ 9 w 11"/>
                  <a:gd name="T5" fmla="*/ 0 h 8"/>
                  <a:gd name="T6" fmla="*/ 2 w 11"/>
                  <a:gd name="T7" fmla="*/ 4 h 8"/>
                  <a:gd name="T8" fmla="*/ 4 w 11"/>
                  <a:gd name="T9" fmla="*/ 7 h 8"/>
                </a:gdLst>
                <a:ahLst/>
                <a:cxnLst>
                  <a:cxn ang="0">
                    <a:pos x="T0" y="T1"/>
                  </a:cxn>
                  <a:cxn ang="0">
                    <a:pos x="T2" y="T3"/>
                  </a:cxn>
                  <a:cxn ang="0">
                    <a:pos x="T4" y="T5"/>
                  </a:cxn>
                  <a:cxn ang="0">
                    <a:pos x="T6" y="T7"/>
                  </a:cxn>
                  <a:cxn ang="0">
                    <a:pos x="T8" y="T9"/>
                  </a:cxn>
                </a:cxnLst>
                <a:rect l="0" t="0" r="r" b="b"/>
                <a:pathLst>
                  <a:path w="11" h="8">
                    <a:moveTo>
                      <a:pt x="4" y="7"/>
                    </a:moveTo>
                    <a:cubicBezTo>
                      <a:pt x="6" y="6"/>
                      <a:pt x="9" y="5"/>
                      <a:pt x="10" y="3"/>
                    </a:cubicBezTo>
                    <a:cubicBezTo>
                      <a:pt x="11" y="2"/>
                      <a:pt x="10" y="0"/>
                      <a:pt x="9" y="0"/>
                    </a:cubicBezTo>
                    <a:cubicBezTo>
                      <a:pt x="6" y="1"/>
                      <a:pt x="4" y="2"/>
                      <a:pt x="2" y="4"/>
                    </a:cubicBezTo>
                    <a:cubicBezTo>
                      <a:pt x="0" y="5"/>
                      <a:pt x="2" y="8"/>
                      <a:pt x="4"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3" name="Freeform 178">
                <a:extLst>
                  <a:ext uri="{FF2B5EF4-FFF2-40B4-BE49-F238E27FC236}">
                    <a16:creationId xmlns:a16="http://schemas.microsoft.com/office/drawing/2014/main" id="{B3F19C1A-A93F-7A87-F094-FCAAC5B55CEF}"/>
                  </a:ext>
                </a:extLst>
              </p:cNvPr>
              <p:cNvSpPr/>
              <p:nvPr/>
            </p:nvSpPr>
            <p:spPr bwMode="auto">
              <a:xfrm>
                <a:off x="5655" y="2439"/>
                <a:ext cx="34" cy="30"/>
              </a:xfrm>
              <a:custGeom>
                <a:avLst/>
                <a:gdLst>
                  <a:gd name="T0" fmla="*/ 19 w 19"/>
                  <a:gd name="T1" fmla="*/ 15 h 17"/>
                  <a:gd name="T2" fmla="*/ 3 w 19"/>
                  <a:gd name="T3" fmla="*/ 0 h 17"/>
                  <a:gd name="T4" fmla="*/ 2 w 19"/>
                  <a:gd name="T5" fmla="*/ 3 h 17"/>
                  <a:gd name="T6" fmla="*/ 16 w 19"/>
                  <a:gd name="T7" fmla="*/ 16 h 17"/>
                  <a:gd name="T8" fmla="*/ 19 w 19"/>
                  <a:gd name="T9" fmla="*/ 15 h 17"/>
                </a:gdLst>
                <a:ahLst/>
                <a:cxnLst>
                  <a:cxn ang="0">
                    <a:pos x="T0" y="T1"/>
                  </a:cxn>
                  <a:cxn ang="0">
                    <a:pos x="T2" y="T3"/>
                  </a:cxn>
                  <a:cxn ang="0">
                    <a:pos x="T4" y="T5"/>
                  </a:cxn>
                  <a:cxn ang="0">
                    <a:pos x="T6" y="T7"/>
                  </a:cxn>
                  <a:cxn ang="0">
                    <a:pos x="T8" y="T9"/>
                  </a:cxn>
                </a:cxnLst>
                <a:rect l="0" t="0" r="r" b="b"/>
                <a:pathLst>
                  <a:path w="19" h="17">
                    <a:moveTo>
                      <a:pt x="19" y="15"/>
                    </a:moveTo>
                    <a:cubicBezTo>
                      <a:pt x="16" y="8"/>
                      <a:pt x="10" y="2"/>
                      <a:pt x="3" y="0"/>
                    </a:cubicBezTo>
                    <a:cubicBezTo>
                      <a:pt x="1" y="0"/>
                      <a:pt x="0" y="2"/>
                      <a:pt x="2" y="3"/>
                    </a:cubicBezTo>
                    <a:cubicBezTo>
                      <a:pt x="7" y="7"/>
                      <a:pt x="12" y="10"/>
                      <a:pt x="16" y="16"/>
                    </a:cubicBezTo>
                    <a:cubicBezTo>
                      <a:pt x="17" y="17"/>
                      <a:pt x="19" y="16"/>
                      <a:pt x="19"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4" name="Freeform 179">
                <a:extLst>
                  <a:ext uri="{FF2B5EF4-FFF2-40B4-BE49-F238E27FC236}">
                    <a16:creationId xmlns:a16="http://schemas.microsoft.com/office/drawing/2014/main" id="{52C1B9F7-3DFE-7A8F-C793-8F24D59C6B54}"/>
                  </a:ext>
                </a:extLst>
              </p:cNvPr>
              <p:cNvSpPr/>
              <p:nvPr/>
            </p:nvSpPr>
            <p:spPr bwMode="auto">
              <a:xfrm>
                <a:off x="5645" y="2406"/>
                <a:ext cx="44" cy="35"/>
              </a:xfrm>
              <a:custGeom>
                <a:avLst/>
                <a:gdLst>
                  <a:gd name="T0" fmla="*/ 24 w 25"/>
                  <a:gd name="T1" fmla="*/ 17 h 20"/>
                  <a:gd name="T2" fmla="*/ 1 w 25"/>
                  <a:gd name="T3" fmla="*/ 2 h 20"/>
                  <a:gd name="T4" fmla="*/ 1 w 25"/>
                  <a:gd name="T5" fmla="*/ 5 h 20"/>
                  <a:gd name="T6" fmla="*/ 12 w 25"/>
                  <a:gd name="T7" fmla="*/ 9 h 20"/>
                  <a:gd name="T8" fmla="*/ 21 w 25"/>
                  <a:gd name="T9" fmla="*/ 19 h 20"/>
                  <a:gd name="T10" fmla="*/ 24 w 25"/>
                  <a:gd name="T11" fmla="*/ 17 h 20"/>
                </a:gdLst>
                <a:ahLst/>
                <a:cxnLst>
                  <a:cxn ang="0">
                    <a:pos x="T0" y="T1"/>
                  </a:cxn>
                  <a:cxn ang="0">
                    <a:pos x="T2" y="T3"/>
                  </a:cxn>
                  <a:cxn ang="0">
                    <a:pos x="T4" y="T5"/>
                  </a:cxn>
                  <a:cxn ang="0">
                    <a:pos x="T6" y="T7"/>
                  </a:cxn>
                  <a:cxn ang="0">
                    <a:pos x="T8" y="T9"/>
                  </a:cxn>
                  <a:cxn ang="0">
                    <a:pos x="T10" y="T11"/>
                  </a:cxn>
                </a:cxnLst>
                <a:rect l="0" t="0" r="r" b="b"/>
                <a:pathLst>
                  <a:path w="25" h="20">
                    <a:moveTo>
                      <a:pt x="24" y="17"/>
                    </a:moveTo>
                    <a:cubicBezTo>
                      <a:pt x="20" y="9"/>
                      <a:pt x="11" y="0"/>
                      <a:pt x="1" y="2"/>
                    </a:cubicBezTo>
                    <a:cubicBezTo>
                      <a:pt x="0" y="3"/>
                      <a:pt x="0" y="5"/>
                      <a:pt x="1" y="5"/>
                    </a:cubicBezTo>
                    <a:cubicBezTo>
                      <a:pt x="5" y="7"/>
                      <a:pt x="8" y="7"/>
                      <a:pt x="12" y="9"/>
                    </a:cubicBezTo>
                    <a:cubicBezTo>
                      <a:pt x="16" y="12"/>
                      <a:pt x="19" y="15"/>
                      <a:pt x="21" y="19"/>
                    </a:cubicBezTo>
                    <a:cubicBezTo>
                      <a:pt x="22" y="20"/>
                      <a:pt x="25" y="19"/>
                      <a:pt x="2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5" name="Freeform 180">
                <a:extLst>
                  <a:ext uri="{FF2B5EF4-FFF2-40B4-BE49-F238E27FC236}">
                    <a16:creationId xmlns:a16="http://schemas.microsoft.com/office/drawing/2014/main" id="{4EFAA54C-50D2-AA5D-93C4-9E900C2CA76E}"/>
                  </a:ext>
                </a:extLst>
              </p:cNvPr>
              <p:cNvSpPr/>
              <p:nvPr/>
            </p:nvSpPr>
            <p:spPr bwMode="auto">
              <a:xfrm>
                <a:off x="5639" y="2372"/>
                <a:ext cx="51" cy="32"/>
              </a:xfrm>
              <a:custGeom>
                <a:avLst/>
                <a:gdLst>
                  <a:gd name="T0" fmla="*/ 28 w 29"/>
                  <a:gd name="T1" fmla="*/ 14 h 18"/>
                  <a:gd name="T2" fmla="*/ 2 w 29"/>
                  <a:gd name="T3" fmla="*/ 0 h 18"/>
                  <a:gd name="T4" fmla="*/ 1 w 29"/>
                  <a:gd name="T5" fmla="*/ 3 h 18"/>
                  <a:gd name="T6" fmla="*/ 14 w 29"/>
                  <a:gd name="T7" fmla="*/ 9 h 18"/>
                  <a:gd name="T8" fmla="*/ 26 w 29"/>
                  <a:gd name="T9" fmla="*/ 17 h 18"/>
                  <a:gd name="T10" fmla="*/ 28 w 29"/>
                  <a:gd name="T11" fmla="*/ 14 h 18"/>
                </a:gdLst>
                <a:ahLst/>
                <a:cxnLst>
                  <a:cxn ang="0">
                    <a:pos x="T0" y="T1"/>
                  </a:cxn>
                  <a:cxn ang="0">
                    <a:pos x="T2" y="T3"/>
                  </a:cxn>
                  <a:cxn ang="0">
                    <a:pos x="T4" y="T5"/>
                  </a:cxn>
                  <a:cxn ang="0">
                    <a:pos x="T6" y="T7"/>
                  </a:cxn>
                  <a:cxn ang="0">
                    <a:pos x="T8" y="T9"/>
                  </a:cxn>
                  <a:cxn ang="0">
                    <a:pos x="T10" y="T11"/>
                  </a:cxn>
                </a:cxnLst>
                <a:rect l="0" t="0" r="r" b="b"/>
                <a:pathLst>
                  <a:path w="29" h="18">
                    <a:moveTo>
                      <a:pt x="28" y="14"/>
                    </a:moveTo>
                    <a:cubicBezTo>
                      <a:pt x="21" y="8"/>
                      <a:pt x="11" y="0"/>
                      <a:pt x="2" y="0"/>
                    </a:cubicBezTo>
                    <a:cubicBezTo>
                      <a:pt x="0" y="0"/>
                      <a:pt x="0" y="2"/>
                      <a:pt x="1" y="3"/>
                    </a:cubicBezTo>
                    <a:cubicBezTo>
                      <a:pt x="5" y="6"/>
                      <a:pt x="10" y="7"/>
                      <a:pt x="14" y="9"/>
                    </a:cubicBezTo>
                    <a:cubicBezTo>
                      <a:pt x="18" y="11"/>
                      <a:pt x="22" y="14"/>
                      <a:pt x="26" y="17"/>
                    </a:cubicBezTo>
                    <a:cubicBezTo>
                      <a:pt x="27" y="18"/>
                      <a:pt x="29" y="15"/>
                      <a:pt x="28"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6" name="Freeform 181">
                <a:extLst>
                  <a:ext uri="{FF2B5EF4-FFF2-40B4-BE49-F238E27FC236}">
                    <a16:creationId xmlns:a16="http://schemas.microsoft.com/office/drawing/2014/main" id="{C727DADE-4587-CA57-430F-F9CCA818E519}"/>
                  </a:ext>
                </a:extLst>
              </p:cNvPr>
              <p:cNvSpPr/>
              <p:nvPr/>
            </p:nvSpPr>
            <p:spPr bwMode="auto">
              <a:xfrm>
                <a:off x="5631" y="2341"/>
                <a:ext cx="56" cy="35"/>
              </a:xfrm>
              <a:custGeom>
                <a:avLst/>
                <a:gdLst>
                  <a:gd name="T0" fmla="*/ 30 w 32"/>
                  <a:gd name="T1" fmla="*/ 16 h 20"/>
                  <a:gd name="T2" fmla="*/ 2 w 32"/>
                  <a:gd name="T3" fmla="*/ 0 h 20"/>
                  <a:gd name="T4" fmla="*/ 2 w 32"/>
                  <a:gd name="T5" fmla="*/ 3 h 20"/>
                  <a:gd name="T6" fmla="*/ 15 w 32"/>
                  <a:gd name="T7" fmla="*/ 9 h 20"/>
                  <a:gd name="T8" fmla="*/ 28 w 32"/>
                  <a:gd name="T9" fmla="*/ 19 h 20"/>
                  <a:gd name="T10" fmla="*/ 30 w 32"/>
                  <a:gd name="T11" fmla="*/ 16 h 20"/>
                </a:gdLst>
                <a:ahLst/>
                <a:cxnLst>
                  <a:cxn ang="0">
                    <a:pos x="T0" y="T1"/>
                  </a:cxn>
                  <a:cxn ang="0">
                    <a:pos x="T2" y="T3"/>
                  </a:cxn>
                  <a:cxn ang="0">
                    <a:pos x="T4" y="T5"/>
                  </a:cxn>
                  <a:cxn ang="0">
                    <a:pos x="T6" y="T7"/>
                  </a:cxn>
                  <a:cxn ang="0">
                    <a:pos x="T8" y="T9"/>
                  </a:cxn>
                  <a:cxn ang="0">
                    <a:pos x="T10" y="T11"/>
                  </a:cxn>
                </a:cxnLst>
                <a:rect l="0" t="0" r="r" b="b"/>
                <a:pathLst>
                  <a:path w="32" h="20">
                    <a:moveTo>
                      <a:pt x="30" y="16"/>
                    </a:moveTo>
                    <a:cubicBezTo>
                      <a:pt x="24" y="9"/>
                      <a:pt x="13" y="0"/>
                      <a:pt x="2" y="0"/>
                    </a:cubicBezTo>
                    <a:cubicBezTo>
                      <a:pt x="1" y="0"/>
                      <a:pt x="0" y="2"/>
                      <a:pt x="2" y="3"/>
                    </a:cubicBezTo>
                    <a:cubicBezTo>
                      <a:pt x="6" y="6"/>
                      <a:pt x="11" y="7"/>
                      <a:pt x="15" y="9"/>
                    </a:cubicBezTo>
                    <a:cubicBezTo>
                      <a:pt x="20" y="12"/>
                      <a:pt x="24" y="15"/>
                      <a:pt x="28" y="19"/>
                    </a:cubicBezTo>
                    <a:cubicBezTo>
                      <a:pt x="30" y="20"/>
                      <a:pt x="32" y="18"/>
                      <a:pt x="30"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7" name="Freeform 182">
                <a:extLst>
                  <a:ext uri="{FF2B5EF4-FFF2-40B4-BE49-F238E27FC236}">
                    <a16:creationId xmlns:a16="http://schemas.microsoft.com/office/drawing/2014/main" id="{90918149-4637-187F-03F8-1A6AE14B2EAF}"/>
                  </a:ext>
                </a:extLst>
              </p:cNvPr>
              <p:cNvSpPr/>
              <p:nvPr/>
            </p:nvSpPr>
            <p:spPr bwMode="auto">
              <a:xfrm>
                <a:off x="5609" y="2302"/>
                <a:ext cx="55" cy="32"/>
              </a:xfrm>
              <a:custGeom>
                <a:avLst/>
                <a:gdLst>
                  <a:gd name="T0" fmla="*/ 30 w 31"/>
                  <a:gd name="T1" fmla="*/ 15 h 18"/>
                  <a:gd name="T2" fmla="*/ 1 w 31"/>
                  <a:gd name="T3" fmla="*/ 4 h 18"/>
                  <a:gd name="T4" fmla="*/ 1 w 31"/>
                  <a:gd name="T5" fmla="*/ 7 h 18"/>
                  <a:gd name="T6" fmla="*/ 14 w 31"/>
                  <a:gd name="T7" fmla="*/ 9 h 18"/>
                  <a:gd name="T8" fmla="*/ 28 w 31"/>
                  <a:gd name="T9" fmla="*/ 17 h 18"/>
                  <a:gd name="T10" fmla="*/ 30 w 31"/>
                  <a:gd name="T11" fmla="*/ 15 h 18"/>
                </a:gdLst>
                <a:ahLst/>
                <a:cxnLst>
                  <a:cxn ang="0">
                    <a:pos x="T0" y="T1"/>
                  </a:cxn>
                  <a:cxn ang="0">
                    <a:pos x="T2" y="T3"/>
                  </a:cxn>
                  <a:cxn ang="0">
                    <a:pos x="T4" y="T5"/>
                  </a:cxn>
                  <a:cxn ang="0">
                    <a:pos x="T6" y="T7"/>
                  </a:cxn>
                  <a:cxn ang="0">
                    <a:pos x="T8" y="T9"/>
                  </a:cxn>
                  <a:cxn ang="0">
                    <a:pos x="T10" y="T11"/>
                  </a:cxn>
                </a:cxnLst>
                <a:rect l="0" t="0" r="r" b="b"/>
                <a:pathLst>
                  <a:path w="31" h="18">
                    <a:moveTo>
                      <a:pt x="30" y="15"/>
                    </a:moveTo>
                    <a:cubicBezTo>
                      <a:pt x="24" y="8"/>
                      <a:pt x="11" y="0"/>
                      <a:pt x="1" y="4"/>
                    </a:cubicBezTo>
                    <a:cubicBezTo>
                      <a:pt x="0" y="5"/>
                      <a:pt x="0" y="7"/>
                      <a:pt x="1" y="7"/>
                    </a:cubicBezTo>
                    <a:cubicBezTo>
                      <a:pt x="6" y="8"/>
                      <a:pt x="10" y="8"/>
                      <a:pt x="14" y="9"/>
                    </a:cubicBezTo>
                    <a:cubicBezTo>
                      <a:pt x="20" y="11"/>
                      <a:pt x="24" y="13"/>
                      <a:pt x="28" y="17"/>
                    </a:cubicBezTo>
                    <a:cubicBezTo>
                      <a:pt x="30" y="18"/>
                      <a:pt x="31" y="16"/>
                      <a:pt x="30"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8" name="Freeform 183">
                <a:extLst>
                  <a:ext uri="{FF2B5EF4-FFF2-40B4-BE49-F238E27FC236}">
                    <a16:creationId xmlns:a16="http://schemas.microsoft.com/office/drawing/2014/main" id="{466725DD-8155-B5E6-182C-7BF1CCED420C}"/>
                  </a:ext>
                </a:extLst>
              </p:cNvPr>
              <p:cNvSpPr/>
              <p:nvPr/>
            </p:nvSpPr>
            <p:spPr bwMode="auto">
              <a:xfrm>
                <a:off x="5585" y="2276"/>
                <a:ext cx="58" cy="24"/>
              </a:xfrm>
              <a:custGeom>
                <a:avLst/>
                <a:gdLst>
                  <a:gd name="T0" fmla="*/ 31 w 33"/>
                  <a:gd name="T1" fmla="*/ 10 h 14"/>
                  <a:gd name="T2" fmla="*/ 2 w 33"/>
                  <a:gd name="T3" fmla="*/ 5 h 14"/>
                  <a:gd name="T4" fmla="*/ 3 w 33"/>
                  <a:gd name="T5" fmla="*/ 8 h 14"/>
                  <a:gd name="T6" fmla="*/ 29 w 33"/>
                  <a:gd name="T7" fmla="*/ 13 h 14"/>
                  <a:gd name="T8" fmla="*/ 31 w 33"/>
                  <a:gd name="T9" fmla="*/ 10 h 14"/>
                </a:gdLst>
                <a:ahLst/>
                <a:cxnLst>
                  <a:cxn ang="0">
                    <a:pos x="T0" y="T1"/>
                  </a:cxn>
                  <a:cxn ang="0">
                    <a:pos x="T2" y="T3"/>
                  </a:cxn>
                  <a:cxn ang="0">
                    <a:pos x="T4" y="T5"/>
                  </a:cxn>
                  <a:cxn ang="0">
                    <a:pos x="T6" y="T7"/>
                  </a:cxn>
                  <a:cxn ang="0">
                    <a:pos x="T8" y="T9"/>
                  </a:cxn>
                </a:cxnLst>
                <a:rect l="0" t="0" r="r" b="b"/>
                <a:pathLst>
                  <a:path w="33" h="14">
                    <a:moveTo>
                      <a:pt x="31" y="10"/>
                    </a:moveTo>
                    <a:cubicBezTo>
                      <a:pt x="24" y="3"/>
                      <a:pt x="12" y="0"/>
                      <a:pt x="2" y="5"/>
                    </a:cubicBezTo>
                    <a:cubicBezTo>
                      <a:pt x="0" y="6"/>
                      <a:pt x="1" y="8"/>
                      <a:pt x="3" y="8"/>
                    </a:cubicBezTo>
                    <a:cubicBezTo>
                      <a:pt x="13" y="6"/>
                      <a:pt x="21" y="7"/>
                      <a:pt x="29" y="13"/>
                    </a:cubicBezTo>
                    <a:cubicBezTo>
                      <a:pt x="31" y="14"/>
                      <a:pt x="33" y="11"/>
                      <a:pt x="31"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9" name="Freeform 184">
                <a:extLst>
                  <a:ext uri="{FF2B5EF4-FFF2-40B4-BE49-F238E27FC236}">
                    <a16:creationId xmlns:a16="http://schemas.microsoft.com/office/drawing/2014/main" id="{7E5ECABF-9FE3-DD63-B2F0-A9AA3E80EE7E}"/>
                  </a:ext>
                </a:extLst>
              </p:cNvPr>
              <p:cNvSpPr/>
              <p:nvPr/>
            </p:nvSpPr>
            <p:spPr bwMode="auto">
              <a:xfrm>
                <a:off x="5657" y="2474"/>
                <a:ext cx="28" cy="13"/>
              </a:xfrm>
              <a:custGeom>
                <a:avLst/>
                <a:gdLst>
                  <a:gd name="T0" fmla="*/ 14 w 16"/>
                  <a:gd name="T1" fmla="*/ 3 h 7"/>
                  <a:gd name="T2" fmla="*/ 2 w 16"/>
                  <a:gd name="T3" fmla="*/ 1 h 7"/>
                  <a:gd name="T4" fmla="*/ 2 w 16"/>
                  <a:gd name="T5" fmla="*/ 4 h 7"/>
                  <a:gd name="T6" fmla="*/ 14 w 16"/>
                  <a:gd name="T7" fmla="*/ 7 h 7"/>
                  <a:gd name="T8" fmla="*/ 14 w 16"/>
                  <a:gd name="T9" fmla="*/ 3 h 7"/>
                </a:gdLst>
                <a:ahLst/>
                <a:cxnLst>
                  <a:cxn ang="0">
                    <a:pos x="T0" y="T1"/>
                  </a:cxn>
                  <a:cxn ang="0">
                    <a:pos x="T2" y="T3"/>
                  </a:cxn>
                  <a:cxn ang="0">
                    <a:pos x="T4" y="T5"/>
                  </a:cxn>
                  <a:cxn ang="0">
                    <a:pos x="T6" y="T7"/>
                  </a:cxn>
                  <a:cxn ang="0">
                    <a:pos x="T8" y="T9"/>
                  </a:cxn>
                </a:cxnLst>
                <a:rect l="0" t="0" r="r" b="b"/>
                <a:pathLst>
                  <a:path w="16" h="7">
                    <a:moveTo>
                      <a:pt x="14" y="3"/>
                    </a:moveTo>
                    <a:cubicBezTo>
                      <a:pt x="11" y="2"/>
                      <a:pt x="6" y="0"/>
                      <a:pt x="2" y="1"/>
                    </a:cubicBezTo>
                    <a:cubicBezTo>
                      <a:pt x="1" y="1"/>
                      <a:pt x="0" y="3"/>
                      <a:pt x="2" y="4"/>
                    </a:cubicBezTo>
                    <a:cubicBezTo>
                      <a:pt x="5" y="6"/>
                      <a:pt x="10" y="6"/>
                      <a:pt x="14" y="7"/>
                    </a:cubicBezTo>
                    <a:cubicBezTo>
                      <a:pt x="16" y="7"/>
                      <a:pt x="16" y="4"/>
                      <a:pt x="14"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0" name="Freeform 185">
                <a:extLst>
                  <a:ext uri="{FF2B5EF4-FFF2-40B4-BE49-F238E27FC236}">
                    <a16:creationId xmlns:a16="http://schemas.microsoft.com/office/drawing/2014/main" id="{42AF69D8-2214-5DD4-CA72-8B5F88AA7B74}"/>
                  </a:ext>
                </a:extLst>
              </p:cNvPr>
              <p:cNvSpPr/>
              <p:nvPr/>
            </p:nvSpPr>
            <p:spPr bwMode="auto">
              <a:xfrm>
                <a:off x="5659" y="2510"/>
                <a:ext cx="31" cy="12"/>
              </a:xfrm>
              <a:custGeom>
                <a:avLst/>
                <a:gdLst>
                  <a:gd name="T0" fmla="*/ 16 w 18"/>
                  <a:gd name="T1" fmla="*/ 3 h 7"/>
                  <a:gd name="T2" fmla="*/ 2 w 18"/>
                  <a:gd name="T3" fmla="*/ 3 h 7"/>
                  <a:gd name="T4" fmla="*/ 2 w 18"/>
                  <a:gd name="T5" fmla="*/ 6 h 7"/>
                  <a:gd name="T6" fmla="*/ 15 w 18"/>
                  <a:gd name="T7" fmla="*/ 6 h 7"/>
                  <a:gd name="T8" fmla="*/ 16 w 18"/>
                  <a:gd name="T9" fmla="*/ 3 h 7"/>
                </a:gdLst>
                <a:ahLst/>
                <a:cxnLst>
                  <a:cxn ang="0">
                    <a:pos x="T0" y="T1"/>
                  </a:cxn>
                  <a:cxn ang="0">
                    <a:pos x="T2" y="T3"/>
                  </a:cxn>
                  <a:cxn ang="0">
                    <a:pos x="T4" y="T5"/>
                  </a:cxn>
                  <a:cxn ang="0">
                    <a:pos x="T6" y="T7"/>
                  </a:cxn>
                  <a:cxn ang="0">
                    <a:pos x="T8" y="T9"/>
                  </a:cxn>
                </a:cxnLst>
                <a:rect l="0" t="0" r="r" b="b"/>
                <a:pathLst>
                  <a:path w="18" h="7">
                    <a:moveTo>
                      <a:pt x="16" y="3"/>
                    </a:moveTo>
                    <a:cubicBezTo>
                      <a:pt x="12" y="1"/>
                      <a:pt x="6" y="0"/>
                      <a:pt x="2" y="3"/>
                    </a:cubicBezTo>
                    <a:cubicBezTo>
                      <a:pt x="0" y="4"/>
                      <a:pt x="1" y="7"/>
                      <a:pt x="2" y="6"/>
                    </a:cubicBezTo>
                    <a:cubicBezTo>
                      <a:pt x="7" y="6"/>
                      <a:pt x="10" y="5"/>
                      <a:pt x="15" y="6"/>
                    </a:cubicBezTo>
                    <a:cubicBezTo>
                      <a:pt x="16" y="7"/>
                      <a:pt x="18" y="4"/>
                      <a:pt x="16"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1" name="Freeform 186">
                <a:extLst>
                  <a:ext uri="{FF2B5EF4-FFF2-40B4-BE49-F238E27FC236}">
                    <a16:creationId xmlns:a16="http://schemas.microsoft.com/office/drawing/2014/main" id="{396627F7-6DC2-ABE2-F304-4BCFBDE2447D}"/>
                  </a:ext>
                </a:extLst>
              </p:cNvPr>
              <p:cNvSpPr/>
              <p:nvPr/>
            </p:nvSpPr>
            <p:spPr bwMode="auto">
              <a:xfrm>
                <a:off x="5676" y="2539"/>
                <a:ext cx="23" cy="11"/>
              </a:xfrm>
              <a:custGeom>
                <a:avLst/>
                <a:gdLst>
                  <a:gd name="T0" fmla="*/ 10 w 13"/>
                  <a:gd name="T1" fmla="*/ 1 h 6"/>
                  <a:gd name="T2" fmla="*/ 1 w 13"/>
                  <a:gd name="T3" fmla="*/ 2 h 6"/>
                  <a:gd name="T4" fmla="*/ 2 w 13"/>
                  <a:gd name="T5" fmla="*/ 5 h 6"/>
                  <a:gd name="T6" fmla="*/ 9 w 13"/>
                  <a:gd name="T7" fmla="*/ 5 h 6"/>
                  <a:gd name="T8" fmla="*/ 10 w 13"/>
                  <a:gd name="T9" fmla="*/ 1 h 6"/>
                </a:gdLst>
                <a:ahLst/>
                <a:cxnLst>
                  <a:cxn ang="0">
                    <a:pos x="T0" y="T1"/>
                  </a:cxn>
                  <a:cxn ang="0">
                    <a:pos x="T2" y="T3"/>
                  </a:cxn>
                  <a:cxn ang="0">
                    <a:pos x="T4" y="T5"/>
                  </a:cxn>
                  <a:cxn ang="0">
                    <a:pos x="T6" y="T7"/>
                  </a:cxn>
                  <a:cxn ang="0">
                    <a:pos x="T8" y="T9"/>
                  </a:cxn>
                </a:cxnLst>
                <a:rect l="0" t="0" r="r" b="b"/>
                <a:pathLst>
                  <a:path w="13" h="6">
                    <a:moveTo>
                      <a:pt x="10" y="1"/>
                    </a:moveTo>
                    <a:cubicBezTo>
                      <a:pt x="7" y="0"/>
                      <a:pt x="4" y="0"/>
                      <a:pt x="1" y="2"/>
                    </a:cubicBezTo>
                    <a:cubicBezTo>
                      <a:pt x="0" y="3"/>
                      <a:pt x="1" y="6"/>
                      <a:pt x="2" y="5"/>
                    </a:cubicBezTo>
                    <a:cubicBezTo>
                      <a:pt x="4" y="5"/>
                      <a:pt x="7" y="4"/>
                      <a:pt x="9" y="5"/>
                    </a:cubicBezTo>
                    <a:cubicBezTo>
                      <a:pt x="11" y="5"/>
                      <a:pt x="13" y="1"/>
                      <a:pt x="10"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2" name="Freeform 187">
                <a:extLst>
                  <a:ext uri="{FF2B5EF4-FFF2-40B4-BE49-F238E27FC236}">
                    <a16:creationId xmlns:a16="http://schemas.microsoft.com/office/drawing/2014/main" id="{9075AB54-A972-2311-134A-55D843B6F571}"/>
                  </a:ext>
                </a:extLst>
              </p:cNvPr>
              <p:cNvSpPr/>
              <p:nvPr/>
            </p:nvSpPr>
            <p:spPr bwMode="auto">
              <a:xfrm>
                <a:off x="5682" y="2568"/>
                <a:ext cx="22" cy="7"/>
              </a:xfrm>
              <a:custGeom>
                <a:avLst/>
                <a:gdLst>
                  <a:gd name="T0" fmla="*/ 11 w 13"/>
                  <a:gd name="T1" fmla="*/ 0 h 4"/>
                  <a:gd name="T2" fmla="*/ 2 w 13"/>
                  <a:gd name="T3" fmla="*/ 0 h 4"/>
                  <a:gd name="T4" fmla="*/ 2 w 13"/>
                  <a:gd name="T5" fmla="*/ 3 h 4"/>
                  <a:gd name="T6" fmla="*/ 11 w 13"/>
                  <a:gd name="T7" fmla="*/ 3 h 4"/>
                  <a:gd name="T8" fmla="*/ 11 w 13"/>
                  <a:gd name="T9" fmla="*/ 0 h 4"/>
                </a:gdLst>
                <a:ahLst/>
                <a:cxnLst>
                  <a:cxn ang="0">
                    <a:pos x="T0" y="T1"/>
                  </a:cxn>
                  <a:cxn ang="0">
                    <a:pos x="T2" y="T3"/>
                  </a:cxn>
                  <a:cxn ang="0">
                    <a:pos x="T4" y="T5"/>
                  </a:cxn>
                  <a:cxn ang="0">
                    <a:pos x="T6" y="T7"/>
                  </a:cxn>
                  <a:cxn ang="0">
                    <a:pos x="T8" y="T9"/>
                  </a:cxn>
                </a:cxnLst>
                <a:rect l="0" t="0" r="r" b="b"/>
                <a:pathLst>
                  <a:path w="13" h="4">
                    <a:moveTo>
                      <a:pt x="11" y="0"/>
                    </a:moveTo>
                    <a:cubicBezTo>
                      <a:pt x="8" y="0"/>
                      <a:pt x="5" y="0"/>
                      <a:pt x="2" y="0"/>
                    </a:cubicBezTo>
                    <a:cubicBezTo>
                      <a:pt x="0" y="1"/>
                      <a:pt x="0" y="3"/>
                      <a:pt x="2" y="3"/>
                    </a:cubicBezTo>
                    <a:cubicBezTo>
                      <a:pt x="5" y="4"/>
                      <a:pt x="8" y="3"/>
                      <a:pt x="11" y="3"/>
                    </a:cubicBezTo>
                    <a:cubicBezTo>
                      <a:pt x="13" y="3"/>
                      <a:pt x="13" y="0"/>
                      <a:pt x="1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3" name="Freeform 188">
                <a:extLst>
                  <a:ext uri="{FF2B5EF4-FFF2-40B4-BE49-F238E27FC236}">
                    <a16:creationId xmlns:a16="http://schemas.microsoft.com/office/drawing/2014/main" id="{5472A9FE-DCFD-39CB-07DD-3A0FD48E8292}"/>
                  </a:ext>
                </a:extLst>
              </p:cNvPr>
              <p:cNvSpPr/>
              <p:nvPr/>
            </p:nvSpPr>
            <p:spPr bwMode="auto">
              <a:xfrm>
                <a:off x="5564" y="2248"/>
                <a:ext cx="47" cy="15"/>
              </a:xfrm>
              <a:custGeom>
                <a:avLst/>
                <a:gdLst>
                  <a:gd name="T0" fmla="*/ 25 w 27"/>
                  <a:gd name="T1" fmla="*/ 5 h 9"/>
                  <a:gd name="T2" fmla="*/ 2 w 27"/>
                  <a:gd name="T3" fmla="*/ 3 h 9"/>
                  <a:gd name="T4" fmla="*/ 2 w 27"/>
                  <a:gd name="T5" fmla="*/ 6 h 9"/>
                  <a:gd name="T6" fmla="*/ 24 w 27"/>
                  <a:gd name="T7" fmla="*/ 8 h 9"/>
                  <a:gd name="T8" fmla="*/ 25 w 27"/>
                  <a:gd name="T9" fmla="*/ 5 h 9"/>
                </a:gdLst>
                <a:ahLst/>
                <a:cxnLst>
                  <a:cxn ang="0">
                    <a:pos x="T0" y="T1"/>
                  </a:cxn>
                  <a:cxn ang="0">
                    <a:pos x="T2" y="T3"/>
                  </a:cxn>
                  <a:cxn ang="0">
                    <a:pos x="T4" y="T5"/>
                  </a:cxn>
                  <a:cxn ang="0">
                    <a:pos x="T6" y="T7"/>
                  </a:cxn>
                  <a:cxn ang="0">
                    <a:pos x="T8" y="T9"/>
                  </a:cxn>
                </a:cxnLst>
                <a:rect l="0" t="0" r="r" b="b"/>
                <a:pathLst>
                  <a:path w="27" h="9">
                    <a:moveTo>
                      <a:pt x="25" y="5"/>
                    </a:moveTo>
                    <a:cubicBezTo>
                      <a:pt x="18" y="2"/>
                      <a:pt x="9" y="0"/>
                      <a:pt x="2" y="3"/>
                    </a:cubicBezTo>
                    <a:cubicBezTo>
                      <a:pt x="0" y="3"/>
                      <a:pt x="0" y="6"/>
                      <a:pt x="2" y="6"/>
                    </a:cubicBezTo>
                    <a:cubicBezTo>
                      <a:pt x="9" y="5"/>
                      <a:pt x="17" y="5"/>
                      <a:pt x="24" y="8"/>
                    </a:cubicBezTo>
                    <a:cubicBezTo>
                      <a:pt x="25" y="9"/>
                      <a:pt x="27" y="6"/>
                      <a:pt x="25"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4" name="Freeform 189">
                <a:extLst>
                  <a:ext uri="{FF2B5EF4-FFF2-40B4-BE49-F238E27FC236}">
                    <a16:creationId xmlns:a16="http://schemas.microsoft.com/office/drawing/2014/main" id="{178FA2D7-A839-0814-1955-AB2CA1CF5AC3}"/>
                  </a:ext>
                </a:extLst>
              </p:cNvPr>
              <p:cNvSpPr/>
              <p:nvPr/>
            </p:nvSpPr>
            <p:spPr bwMode="auto">
              <a:xfrm>
                <a:off x="5534" y="2209"/>
                <a:ext cx="26" cy="10"/>
              </a:xfrm>
              <a:custGeom>
                <a:avLst/>
                <a:gdLst>
                  <a:gd name="T0" fmla="*/ 13 w 15"/>
                  <a:gd name="T1" fmla="*/ 0 h 6"/>
                  <a:gd name="T2" fmla="*/ 1 w 15"/>
                  <a:gd name="T3" fmla="*/ 3 h 6"/>
                  <a:gd name="T4" fmla="*/ 2 w 15"/>
                  <a:gd name="T5" fmla="*/ 6 h 6"/>
                  <a:gd name="T6" fmla="*/ 13 w 15"/>
                  <a:gd name="T7" fmla="*/ 4 h 6"/>
                  <a:gd name="T8" fmla="*/ 13 w 15"/>
                  <a:gd name="T9" fmla="*/ 0 h 6"/>
                </a:gdLst>
                <a:ahLst/>
                <a:cxnLst>
                  <a:cxn ang="0">
                    <a:pos x="T0" y="T1"/>
                  </a:cxn>
                  <a:cxn ang="0">
                    <a:pos x="T2" y="T3"/>
                  </a:cxn>
                  <a:cxn ang="0">
                    <a:pos x="T4" y="T5"/>
                  </a:cxn>
                  <a:cxn ang="0">
                    <a:pos x="T6" y="T7"/>
                  </a:cxn>
                  <a:cxn ang="0">
                    <a:pos x="T8" y="T9"/>
                  </a:cxn>
                </a:cxnLst>
                <a:rect l="0" t="0" r="r" b="b"/>
                <a:pathLst>
                  <a:path w="15" h="6">
                    <a:moveTo>
                      <a:pt x="13" y="0"/>
                    </a:moveTo>
                    <a:cubicBezTo>
                      <a:pt x="9" y="0"/>
                      <a:pt x="5" y="1"/>
                      <a:pt x="1" y="3"/>
                    </a:cubicBezTo>
                    <a:cubicBezTo>
                      <a:pt x="0" y="4"/>
                      <a:pt x="1" y="6"/>
                      <a:pt x="2" y="6"/>
                    </a:cubicBezTo>
                    <a:cubicBezTo>
                      <a:pt x="6" y="4"/>
                      <a:pt x="9" y="4"/>
                      <a:pt x="13" y="4"/>
                    </a:cubicBezTo>
                    <a:cubicBezTo>
                      <a:pt x="15" y="4"/>
                      <a:pt x="15" y="0"/>
                      <a:pt x="13"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5" name="Freeform 190">
                <a:extLst>
                  <a:ext uri="{FF2B5EF4-FFF2-40B4-BE49-F238E27FC236}">
                    <a16:creationId xmlns:a16="http://schemas.microsoft.com/office/drawing/2014/main" id="{DC9A1B81-8A7E-8AB8-2D0C-8C5DACB09AE7}"/>
                  </a:ext>
                </a:extLst>
              </p:cNvPr>
              <p:cNvSpPr/>
              <p:nvPr/>
            </p:nvSpPr>
            <p:spPr bwMode="auto">
              <a:xfrm>
                <a:off x="5272" y="2263"/>
                <a:ext cx="74" cy="34"/>
              </a:xfrm>
              <a:custGeom>
                <a:avLst/>
                <a:gdLst>
                  <a:gd name="T0" fmla="*/ 3 w 42"/>
                  <a:gd name="T1" fmla="*/ 18 h 19"/>
                  <a:gd name="T2" fmla="*/ 41 w 42"/>
                  <a:gd name="T3" fmla="*/ 3 h 19"/>
                  <a:gd name="T4" fmla="*/ 40 w 42"/>
                  <a:gd name="T5" fmla="*/ 0 h 19"/>
                  <a:gd name="T6" fmla="*/ 2 w 42"/>
                  <a:gd name="T7" fmla="*/ 15 h 19"/>
                  <a:gd name="T8" fmla="*/ 3 w 42"/>
                  <a:gd name="T9" fmla="*/ 18 h 19"/>
                </a:gdLst>
                <a:ahLst/>
                <a:cxnLst>
                  <a:cxn ang="0">
                    <a:pos x="T0" y="T1"/>
                  </a:cxn>
                  <a:cxn ang="0">
                    <a:pos x="T2" y="T3"/>
                  </a:cxn>
                  <a:cxn ang="0">
                    <a:pos x="T4" y="T5"/>
                  </a:cxn>
                  <a:cxn ang="0">
                    <a:pos x="T6" y="T7"/>
                  </a:cxn>
                  <a:cxn ang="0">
                    <a:pos x="T8" y="T9"/>
                  </a:cxn>
                </a:cxnLst>
                <a:rect l="0" t="0" r="r" b="b"/>
                <a:pathLst>
                  <a:path w="42" h="19">
                    <a:moveTo>
                      <a:pt x="3" y="18"/>
                    </a:moveTo>
                    <a:cubicBezTo>
                      <a:pt x="15" y="11"/>
                      <a:pt x="27" y="7"/>
                      <a:pt x="41" y="3"/>
                    </a:cubicBezTo>
                    <a:cubicBezTo>
                      <a:pt x="42" y="2"/>
                      <a:pt x="42" y="0"/>
                      <a:pt x="40" y="0"/>
                    </a:cubicBezTo>
                    <a:cubicBezTo>
                      <a:pt x="26" y="1"/>
                      <a:pt x="13" y="7"/>
                      <a:pt x="2" y="15"/>
                    </a:cubicBezTo>
                    <a:cubicBezTo>
                      <a:pt x="0" y="16"/>
                      <a:pt x="2" y="19"/>
                      <a:pt x="3"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6" name="Freeform 191">
                <a:extLst>
                  <a:ext uri="{FF2B5EF4-FFF2-40B4-BE49-F238E27FC236}">
                    <a16:creationId xmlns:a16="http://schemas.microsoft.com/office/drawing/2014/main" id="{46967978-0D31-6FFA-080A-70EC16D0406F}"/>
                  </a:ext>
                </a:extLst>
              </p:cNvPr>
              <p:cNvSpPr/>
              <p:nvPr/>
            </p:nvSpPr>
            <p:spPr bwMode="auto">
              <a:xfrm>
                <a:off x="5275" y="2242"/>
                <a:ext cx="62" cy="28"/>
              </a:xfrm>
              <a:custGeom>
                <a:avLst/>
                <a:gdLst>
                  <a:gd name="T0" fmla="*/ 4 w 35"/>
                  <a:gd name="T1" fmla="*/ 15 h 16"/>
                  <a:gd name="T2" fmla="*/ 33 w 35"/>
                  <a:gd name="T3" fmla="*/ 4 h 16"/>
                  <a:gd name="T4" fmla="*/ 32 w 35"/>
                  <a:gd name="T5" fmla="*/ 1 h 16"/>
                  <a:gd name="T6" fmla="*/ 2 w 35"/>
                  <a:gd name="T7" fmla="*/ 12 h 16"/>
                  <a:gd name="T8" fmla="*/ 4 w 35"/>
                  <a:gd name="T9" fmla="*/ 15 h 16"/>
                </a:gdLst>
                <a:ahLst/>
                <a:cxnLst>
                  <a:cxn ang="0">
                    <a:pos x="T0" y="T1"/>
                  </a:cxn>
                  <a:cxn ang="0">
                    <a:pos x="T2" y="T3"/>
                  </a:cxn>
                  <a:cxn ang="0">
                    <a:pos x="T4" y="T5"/>
                  </a:cxn>
                  <a:cxn ang="0">
                    <a:pos x="T6" y="T7"/>
                  </a:cxn>
                  <a:cxn ang="0">
                    <a:pos x="T8" y="T9"/>
                  </a:cxn>
                </a:cxnLst>
                <a:rect l="0" t="0" r="r" b="b"/>
                <a:pathLst>
                  <a:path w="35" h="16">
                    <a:moveTo>
                      <a:pt x="4" y="15"/>
                    </a:moveTo>
                    <a:cubicBezTo>
                      <a:pt x="13" y="11"/>
                      <a:pt x="23" y="8"/>
                      <a:pt x="33" y="4"/>
                    </a:cubicBezTo>
                    <a:cubicBezTo>
                      <a:pt x="35" y="3"/>
                      <a:pt x="34" y="0"/>
                      <a:pt x="32" y="1"/>
                    </a:cubicBezTo>
                    <a:cubicBezTo>
                      <a:pt x="22" y="2"/>
                      <a:pt x="11" y="7"/>
                      <a:pt x="2" y="12"/>
                    </a:cubicBezTo>
                    <a:cubicBezTo>
                      <a:pt x="0" y="13"/>
                      <a:pt x="2" y="16"/>
                      <a:pt x="4"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7" name="Freeform 192">
                <a:extLst>
                  <a:ext uri="{FF2B5EF4-FFF2-40B4-BE49-F238E27FC236}">
                    <a16:creationId xmlns:a16="http://schemas.microsoft.com/office/drawing/2014/main" id="{272A1124-D466-B9E5-521C-C6810A317833}"/>
                  </a:ext>
                </a:extLst>
              </p:cNvPr>
              <p:cNvSpPr/>
              <p:nvPr/>
            </p:nvSpPr>
            <p:spPr bwMode="auto">
              <a:xfrm>
                <a:off x="5272" y="2225"/>
                <a:ext cx="51" cy="24"/>
              </a:xfrm>
              <a:custGeom>
                <a:avLst/>
                <a:gdLst>
                  <a:gd name="T0" fmla="*/ 3 w 29"/>
                  <a:gd name="T1" fmla="*/ 13 h 14"/>
                  <a:gd name="T2" fmla="*/ 15 w 29"/>
                  <a:gd name="T3" fmla="*/ 6 h 14"/>
                  <a:gd name="T4" fmla="*/ 27 w 29"/>
                  <a:gd name="T5" fmla="*/ 3 h 14"/>
                  <a:gd name="T6" fmla="*/ 26 w 29"/>
                  <a:gd name="T7" fmla="*/ 0 h 14"/>
                  <a:gd name="T8" fmla="*/ 1 w 29"/>
                  <a:gd name="T9" fmla="*/ 10 h 14"/>
                  <a:gd name="T10" fmla="*/ 3 w 29"/>
                  <a:gd name="T11" fmla="*/ 13 h 14"/>
                </a:gdLst>
                <a:ahLst/>
                <a:cxnLst>
                  <a:cxn ang="0">
                    <a:pos x="T0" y="T1"/>
                  </a:cxn>
                  <a:cxn ang="0">
                    <a:pos x="T2" y="T3"/>
                  </a:cxn>
                  <a:cxn ang="0">
                    <a:pos x="T4" y="T5"/>
                  </a:cxn>
                  <a:cxn ang="0">
                    <a:pos x="T6" y="T7"/>
                  </a:cxn>
                  <a:cxn ang="0">
                    <a:pos x="T8" y="T9"/>
                  </a:cxn>
                  <a:cxn ang="0">
                    <a:pos x="T10" y="T11"/>
                  </a:cxn>
                </a:cxnLst>
                <a:rect l="0" t="0" r="r" b="b"/>
                <a:pathLst>
                  <a:path w="29" h="14">
                    <a:moveTo>
                      <a:pt x="3" y="13"/>
                    </a:moveTo>
                    <a:cubicBezTo>
                      <a:pt x="7" y="10"/>
                      <a:pt x="10" y="8"/>
                      <a:pt x="15" y="6"/>
                    </a:cubicBezTo>
                    <a:cubicBezTo>
                      <a:pt x="19" y="5"/>
                      <a:pt x="23" y="4"/>
                      <a:pt x="27" y="3"/>
                    </a:cubicBezTo>
                    <a:cubicBezTo>
                      <a:pt x="29" y="3"/>
                      <a:pt x="28" y="0"/>
                      <a:pt x="26" y="0"/>
                    </a:cubicBezTo>
                    <a:cubicBezTo>
                      <a:pt x="17" y="0"/>
                      <a:pt x="7" y="3"/>
                      <a:pt x="1" y="10"/>
                    </a:cubicBezTo>
                    <a:cubicBezTo>
                      <a:pt x="0" y="12"/>
                      <a:pt x="1" y="14"/>
                      <a:pt x="3"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8" name="Freeform 193">
                <a:extLst>
                  <a:ext uri="{FF2B5EF4-FFF2-40B4-BE49-F238E27FC236}">
                    <a16:creationId xmlns:a16="http://schemas.microsoft.com/office/drawing/2014/main" id="{4421F070-2215-713D-58F7-358C9BBC3DA8}"/>
                  </a:ext>
                </a:extLst>
              </p:cNvPr>
              <p:cNvSpPr/>
              <p:nvPr/>
            </p:nvSpPr>
            <p:spPr bwMode="auto">
              <a:xfrm>
                <a:off x="5319" y="2267"/>
                <a:ext cx="46" cy="26"/>
              </a:xfrm>
              <a:custGeom>
                <a:avLst/>
                <a:gdLst>
                  <a:gd name="T0" fmla="*/ 3 w 26"/>
                  <a:gd name="T1" fmla="*/ 14 h 15"/>
                  <a:gd name="T2" fmla="*/ 25 w 26"/>
                  <a:gd name="T3" fmla="*/ 3 h 15"/>
                  <a:gd name="T4" fmla="*/ 23 w 26"/>
                  <a:gd name="T5" fmla="*/ 1 h 15"/>
                  <a:gd name="T6" fmla="*/ 1 w 26"/>
                  <a:gd name="T7" fmla="*/ 11 h 15"/>
                  <a:gd name="T8" fmla="*/ 3 w 26"/>
                  <a:gd name="T9" fmla="*/ 14 h 15"/>
                </a:gdLst>
                <a:ahLst/>
                <a:cxnLst>
                  <a:cxn ang="0">
                    <a:pos x="T0" y="T1"/>
                  </a:cxn>
                  <a:cxn ang="0">
                    <a:pos x="T2" y="T3"/>
                  </a:cxn>
                  <a:cxn ang="0">
                    <a:pos x="T4" y="T5"/>
                  </a:cxn>
                  <a:cxn ang="0">
                    <a:pos x="T6" y="T7"/>
                  </a:cxn>
                  <a:cxn ang="0">
                    <a:pos x="T8" y="T9"/>
                  </a:cxn>
                </a:cxnLst>
                <a:rect l="0" t="0" r="r" b="b"/>
                <a:pathLst>
                  <a:path w="26" h="15">
                    <a:moveTo>
                      <a:pt x="3" y="14"/>
                    </a:moveTo>
                    <a:cubicBezTo>
                      <a:pt x="10" y="10"/>
                      <a:pt x="18" y="7"/>
                      <a:pt x="25" y="3"/>
                    </a:cubicBezTo>
                    <a:cubicBezTo>
                      <a:pt x="26" y="3"/>
                      <a:pt x="25" y="0"/>
                      <a:pt x="23" y="1"/>
                    </a:cubicBezTo>
                    <a:cubicBezTo>
                      <a:pt x="16" y="2"/>
                      <a:pt x="8" y="7"/>
                      <a:pt x="1" y="11"/>
                    </a:cubicBezTo>
                    <a:cubicBezTo>
                      <a:pt x="0" y="12"/>
                      <a:pt x="1" y="15"/>
                      <a:pt x="3"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9" name="Freeform 194">
                <a:extLst>
                  <a:ext uri="{FF2B5EF4-FFF2-40B4-BE49-F238E27FC236}">
                    <a16:creationId xmlns:a16="http://schemas.microsoft.com/office/drawing/2014/main" id="{F8E72E62-CCC7-8D6A-E9DD-BEC87E5F9A93}"/>
                  </a:ext>
                </a:extLst>
              </p:cNvPr>
              <p:cNvSpPr/>
              <p:nvPr/>
            </p:nvSpPr>
            <p:spPr bwMode="auto">
              <a:xfrm>
                <a:off x="5351" y="2283"/>
                <a:ext cx="26" cy="14"/>
              </a:xfrm>
              <a:custGeom>
                <a:avLst/>
                <a:gdLst>
                  <a:gd name="T0" fmla="*/ 3 w 15"/>
                  <a:gd name="T1" fmla="*/ 7 h 8"/>
                  <a:gd name="T2" fmla="*/ 14 w 15"/>
                  <a:gd name="T3" fmla="*/ 3 h 8"/>
                  <a:gd name="T4" fmla="*/ 13 w 15"/>
                  <a:gd name="T5" fmla="*/ 0 h 8"/>
                  <a:gd name="T6" fmla="*/ 2 w 15"/>
                  <a:gd name="T7" fmla="*/ 4 h 8"/>
                  <a:gd name="T8" fmla="*/ 3 w 15"/>
                  <a:gd name="T9" fmla="*/ 7 h 8"/>
                </a:gdLst>
                <a:ahLst/>
                <a:cxnLst>
                  <a:cxn ang="0">
                    <a:pos x="T0" y="T1"/>
                  </a:cxn>
                  <a:cxn ang="0">
                    <a:pos x="T2" y="T3"/>
                  </a:cxn>
                  <a:cxn ang="0">
                    <a:pos x="T4" y="T5"/>
                  </a:cxn>
                  <a:cxn ang="0">
                    <a:pos x="T6" y="T7"/>
                  </a:cxn>
                  <a:cxn ang="0">
                    <a:pos x="T8" y="T9"/>
                  </a:cxn>
                </a:cxnLst>
                <a:rect l="0" t="0" r="r" b="b"/>
                <a:pathLst>
                  <a:path w="15" h="8">
                    <a:moveTo>
                      <a:pt x="3" y="7"/>
                    </a:moveTo>
                    <a:cubicBezTo>
                      <a:pt x="7" y="6"/>
                      <a:pt x="11" y="5"/>
                      <a:pt x="14" y="3"/>
                    </a:cubicBezTo>
                    <a:cubicBezTo>
                      <a:pt x="15" y="2"/>
                      <a:pt x="14" y="0"/>
                      <a:pt x="13" y="0"/>
                    </a:cubicBezTo>
                    <a:cubicBezTo>
                      <a:pt x="9" y="1"/>
                      <a:pt x="5" y="3"/>
                      <a:pt x="2" y="4"/>
                    </a:cubicBezTo>
                    <a:cubicBezTo>
                      <a:pt x="0" y="5"/>
                      <a:pt x="1" y="8"/>
                      <a:pt x="3"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0" name="Freeform 195">
                <a:extLst>
                  <a:ext uri="{FF2B5EF4-FFF2-40B4-BE49-F238E27FC236}">
                    <a16:creationId xmlns:a16="http://schemas.microsoft.com/office/drawing/2014/main" id="{6D1CD4FD-4F9C-3DC4-EAA6-141266B4B857}"/>
                  </a:ext>
                </a:extLst>
              </p:cNvPr>
              <p:cNvSpPr/>
              <p:nvPr/>
            </p:nvSpPr>
            <p:spPr bwMode="auto">
              <a:xfrm>
                <a:off x="5377" y="2293"/>
                <a:ext cx="18" cy="14"/>
              </a:xfrm>
              <a:custGeom>
                <a:avLst/>
                <a:gdLst>
                  <a:gd name="T0" fmla="*/ 5 w 10"/>
                  <a:gd name="T1" fmla="*/ 6 h 8"/>
                  <a:gd name="T2" fmla="*/ 9 w 10"/>
                  <a:gd name="T3" fmla="*/ 3 h 8"/>
                  <a:gd name="T4" fmla="*/ 7 w 10"/>
                  <a:gd name="T5" fmla="*/ 1 h 8"/>
                  <a:gd name="T6" fmla="*/ 3 w 10"/>
                  <a:gd name="T7" fmla="*/ 4 h 8"/>
                  <a:gd name="T8" fmla="*/ 5 w 10"/>
                  <a:gd name="T9" fmla="*/ 6 h 8"/>
                </a:gdLst>
                <a:ahLst/>
                <a:cxnLst>
                  <a:cxn ang="0">
                    <a:pos x="T0" y="T1"/>
                  </a:cxn>
                  <a:cxn ang="0">
                    <a:pos x="T2" y="T3"/>
                  </a:cxn>
                  <a:cxn ang="0">
                    <a:pos x="T4" y="T5"/>
                  </a:cxn>
                  <a:cxn ang="0">
                    <a:pos x="T6" y="T7"/>
                  </a:cxn>
                  <a:cxn ang="0">
                    <a:pos x="T8" y="T9"/>
                  </a:cxn>
                </a:cxnLst>
                <a:rect l="0" t="0" r="r" b="b"/>
                <a:pathLst>
                  <a:path w="10" h="8">
                    <a:moveTo>
                      <a:pt x="5" y="6"/>
                    </a:moveTo>
                    <a:cubicBezTo>
                      <a:pt x="6" y="5"/>
                      <a:pt x="8" y="4"/>
                      <a:pt x="9" y="3"/>
                    </a:cubicBezTo>
                    <a:cubicBezTo>
                      <a:pt x="10" y="2"/>
                      <a:pt x="8" y="0"/>
                      <a:pt x="7" y="1"/>
                    </a:cubicBezTo>
                    <a:cubicBezTo>
                      <a:pt x="5" y="2"/>
                      <a:pt x="4" y="3"/>
                      <a:pt x="3" y="4"/>
                    </a:cubicBezTo>
                    <a:cubicBezTo>
                      <a:pt x="0" y="5"/>
                      <a:pt x="3" y="8"/>
                      <a:pt x="5"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1" name="Freeform 196">
                <a:extLst>
                  <a:ext uri="{FF2B5EF4-FFF2-40B4-BE49-F238E27FC236}">
                    <a16:creationId xmlns:a16="http://schemas.microsoft.com/office/drawing/2014/main" id="{E8C86CA0-0739-B57C-A88D-7F401972B6F2}"/>
                  </a:ext>
                </a:extLst>
              </p:cNvPr>
              <p:cNvSpPr/>
              <p:nvPr/>
            </p:nvSpPr>
            <p:spPr bwMode="auto">
              <a:xfrm>
                <a:off x="5330" y="2488"/>
                <a:ext cx="21" cy="46"/>
              </a:xfrm>
              <a:custGeom>
                <a:avLst/>
                <a:gdLst>
                  <a:gd name="T0" fmla="*/ 7 w 12"/>
                  <a:gd name="T1" fmla="*/ 2 h 26"/>
                  <a:gd name="T2" fmla="*/ 1 w 12"/>
                  <a:gd name="T3" fmla="*/ 25 h 26"/>
                  <a:gd name="T4" fmla="*/ 5 w 12"/>
                  <a:gd name="T5" fmla="*/ 25 h 26"/>
                  <a:gd name="T6" fmla="*/ 11 w 12"/>
                  <a:gd name="T7" fmla="*/ 4 h 26"/>
                  <a:gd name="T8" fmla="*/ 7 w 12"/>
                  <a:gd name="T9" fmla="*/ 2 h 26"/>
                </a:gdLst>
                <a:ahLst/>
                <a:cxnLst>
                  <a:cxn ang="0">
                    <a:pos x="T0" y="T1"/>
                  </a:cxn>
                  <a:cxn ang="0">
                    <a:pos x="T2" y="T3"/>
                  </a:cxn>
                  <a:cxn ang="0">
                    <a:pos x="T4" y="T5"/>
                  </a:cxn>
                  <a:cxn ang="0">
                    <a:pos x="T6" y="T7"/>
                  </a:cxn>
                  <a:cxn ang="0">
                    <a:pos x="T8" y="T9"/>
                  </a:cxn>
                </a:cxnLst>
                <a:rect l="0" t="0" r="r" b="b"/>
                <a:pathLst>
                  <a:path w="12" h="26">
                    <a:moveTo>
                      <a:pt x="7" y="2"/>
                    </a:moveTo>
                    <a:cubicBezTo>
                      <a:pt x="3" y="8"/>
                      <a:pt x="0" y="17"/>
                      <a:pt x="1" y="25"/>
                    </a:cubicBezTo>
                    <a:cubicBezTo>
                      <a:pt x="2" y="26"/>
                      <a:pt x="4" y="26"/>
                      <a:pt x="5" y="25"/>
                    </a:cubicBezTo>
                    <a:cubicBezTo>
                      <a:pt x="6" y="17"/>
                      <a:pt x="7" y="11"/>
                      <a:pt x="11" y="4"/>
                    </a:cubicBezTo>
                    <a:cubicBezTo>
                      <a:pt x="12" y="2"/>
                      <a:pt x="9" y="0"/>
                      <a:pt x="7"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2" name="Freeform 197">
                <a:extLst>
                  <a:ext uri="{FF2B5EF4-FFF2-40B4-BE49-F238E27FC236}">
                    <a16:creationId xmlns:a16="http://schemas.microsoft.com/office/drawing/2014/main" id="{BAABEE94-EACC-B36C-2C8E-8D143254A2A3}"/>
                  </a:ext>
                </a:extLst>
              </p:cNvPr>
              <p:cNvSpPr/>
              <p:nvPr/>
            </p:nvSpPr>
            <p:spPr bwMode="auto">
              <a:xfrm>
                <a:off x="5340" y="2522"/>
                <a:ext cx="16" cy="35"/>
              </a:xfrm>
              <a:custGeom>
                <a:avLst/>
                <a:gdLst>
                  <a:gd name="T0" fmla="*/ 5 w 9"/>
                  <a:gd name="T1" fmla="*/ 1 h 20"/>
                  <a:gd name="T2" fmla="*/ 2 w 9"/>
                  <a:gd name="T3" fmla="*/ 18 h 20"/>
                  <a:gd name="T4" fmla="*/ 5 w 9"/>
                  <a:gd name="T5" fmla="*/ 18 h 20"/>
                  <a:gd name="T6" fmla="*/ 6 w 9"/>
                  <a:gd name="T7" fmla="*/ 10 h 20"/>
                  <a:gd name="T8" fmla="*/ 8 w 9"/>
                  <a:gd name="T9" fmla="*/ 3 h 20"/>
                  <a:gd name="T10" fmla="*/ 5 w 9"/>
                  <a:gd name="T11" fmla="*/ 1 h 20"/>
                </a:gdLst>
                <a:ahLst/>
                <a:cxnLst>
                  <a:cxn ang="0">
                    <a:pos x="T0" y="T1"/>
                  </a:cxn>
                  <a:cxn ang="0">
                    <a:pos x="T2" y="T3"/>
                  </a:cxn>
                  <a:cxn ang="0">
                    <a:pos x="T4" y="T5"/>
                  </a:cxn>
                  <a:cxn ang="0">
                    <a:pos x="T6" y="T7"/>
                  </a:cxn>
                  <a:cxn ang="0">
                    <a:pos x="T8" y="T9"/>
                  </a:cxn>
                  <a:cxn ang="0">
                    <a:pos x="T10" y="T11"/>
                  </a:cxn>
                </a:cxnLst>
                <a:rect l="0" t="0" r="r" b="b"/>
                <a:pathLst>
                  <a:path w="9" h="20">
                    <a:moveTo>
                      <a:pt x="5" y="1"/>
                    </a:moveTo>
                    <a:cubicBezTo>
                      <a:pt x="2" y="6"/>
                      <a:pt x="0" y="13"/>
                      <a:pt x="2" y="18"/>
                    </a:cubicBezTo>
                    <a:cubicBezTo>
                      <a:pt x="2" y="20"/>
                      <a:pt x="4" y="20"/>
                      <a:pt x="5" y="18"/>
                    </a:cubicBezTo>
                    <a:cubicBezTo>
                      <a:pt x="5" y="16"/>
                      <a:pt x="5" y="13"/>
                      <a:pt x="6" y="10"/>
                    </a:cubicBezTo>
                    <a:cubicBezTo>
                      <a:pt x="7" y="8"/>
                      <a:pt x="7" y="5"/>
                      <a:pt x="8" y="3"/>
                    </a:cubicBezTo>
                    <a:cubicBezTo>
                      <a:pt x="9" y="1"/>
                      <a:pt x="6" y="0"/>
                      <a:pt x="5"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3" name="Freeform 198">
                <a:extLst>
                  <a:ext uri="{FF2B5EF4-FFF2-40B4-BE49-F238E27FC236}">
                    <a16:creationId xmlns:a16="http://schemas.microsoft.com/office/drawing/2014/main" id="{95B23F3A-3F73-F233-AAE0-9B44E5ABFDFF}"/>
                  </a:ext>
                </a:extLst>
              </p:cNvPr>
              <p:cNvSpPr/>
              <p:nvPr/>
            </p:nvSpPr>
            <p:spPr bwMode="auto">
              <a:xfrm>
                <a:off x="5353" y="2543"/>
                <a:ext cx="14" cy="35"/>
              </a:xfrm>
              <a:custGeom>
                <a:avLst/>
                <a:gdLst>
                  <a:gd name="T0" fmla="*/ 4 w 8"/>
                  <a:gd name="T1" fmla="*/ 2 h 20"/>
                  <a:gd name="T2" fmla="*/ 1 w 8"/>
                  <a:gd name="T3" fmla="*/ 18 h 20"/>
                  <a:gd name="T4" fmla="*/ 4 w 8"/>
                  <a:gd name="T5" fmla="*/ 18 h 20"/>
                  <a:gd name="T6" fmla="*/ 7 w 8"/>
                  <a:gd name="T7" fmla="*/ 4 h 20"/>
                  <a:gd name="T8" fmla="*/ 4 w 8"/>
                  <a:gd name="T9" fmla="*/ 2 h 20"/>
                </a:gdLst>
                <a:ahLst/>
                <a:cxnLst>
                  <a:cxn ang="0">
                    <a:pos x="T0" y="T1"/>
                  </a:cxn>
                  <a:cxn ang="0">
                    <a:pos x="T2" y="T3"/>
                  </a:cxn>
                  <a:cxn ang="0">
                    <a:pos x="T4" y="T5"/>
                  </a:cxn>
                  <a:cxn ang="0">
                    <a:pos x="T6" y="T7"/>
                  </a:cxn>
                  <a:cxn ang="0">
                    <a:pos x="T8" y="T9"/>
                  </a:cxn>
                </a:cxnLst>
                <a:rect l="0" t="0" r="r" b="b"/>
                <a:pathLst>
                  <a:path w="8" h="20">
                    <a:moveTo>
                      <a:pt x="4" y="2"/>
                    </a:moveTo>
                    <a:cubicBezTo>
                      <a:pt x="2" y="7"/>
                      <a:pt x="0" y="13"/>
                      <a:pt x="1" y="18"/>
                    </a:cubicBezTo>
                    <a:cubicBezTo>
                      <a:pt x="1" y="20"/>
                      <a:pt x="4" y="20"/>
                      <a:pt x="4" y="18"/>
                    </a:cubicBezTo>
                    <a:cubicBezTo>
                      <a:pt x="5" y="13"/>
                      <a:pt x="5" y="8"/>
                      <a:pt x="7" y="4"/>
                    </a:cubicBezTo>
                    <a:cubicBezTo>
                      <a:pt x="8" y="2"/>
                      <a:pt x="5" y="0"/>
                      <a:pt x="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4" name="Freeform 199">
                <a:extLst>
                  <a:ext uri="{FF2B5EF4-FFF2-40B4-BE49-F238E27FC236}">
                    <a16:creationId xmlns:a16="http://schemas.microsoft.com/office/drawing/2014/main" id="{071660E7-9022-1B76-50C7-00F3882D1AEC}"/>
                  </a:ext>
                </a:extLst>
              </p:cNvPr>
              <p:cNvSpPr/>
              <p:nvPr/>
            </p:nvSpPr>
            <p:spPr bwMode="auto">
              <a:xfrm>
                <a:off x="5363" y="2575"/>
                <a:ext cx="16" cy="37"/>
              </a:xfrm>
              <a:custGeom>
                <a:avLst/>
                <a:gdLst>
                  <a:gd name="T0" fmla="*/ 4 w 9"/>
                  <a:gd name="T1" fmla="*/ 2 h 21"/>
                  <a:gd name="T2" fmla="*/ 3 w 9"/>
                  <a:gd name="T3" fmla="*/ 20 h 21"/>
                  <a:gd name="T4" fmla="*/ 6 w 9"/>
                  <a:gd name="T5" fmla="*/ 19 h 21"/>
                  <a:gd name="T6" fmla="*/ 8 w 9"/>
                  <a:gd name="T7" fmla="*/ 3 h 21"/>
                  <a:gd name="T8" fmla="*/ 4 w 9"/>
                  <a:gd name="T9" fmla="*/ 2 h 21"/>
                </a:gdLst>
                <a:ahLst/>
                <a:cxnLst>
                  <a:cxn ang="0">
                    <a:pos x="T0" y="T1"/>
                  </a:cxn>
                  <a:cxn ang="0">
                    <a:pos x="T2" y="T3"/>
                  </a:cxn>
                  <a:cxn ang="0">
                    <a:pos x="T4" y="T5"/>
                  </a:cxn>
                  <a:cxn ang="0">
                    <a:pos x="T6" y="T7"/>
                  </a:cxn>
                  <a:cxn ang="0">
                    <a:pos x="T8" y="T9"/>
                  </a:cxn>
                </a:cxnLst>
                <a:rect l="0" t="0" r="r" b="b"/>
                <a:pathLst>
                  <a:path w="9" h="21">
                    <a:moveTo>
                      <a:pt x="4" y="2"/>
                    </a:moveTo>
                    <a:cubicBezTo>
                      <a:pt x="2" y="7"/>
                      <a:pt x="0" y="14"/>
                      <a:pt x="3" y="20"/>
                    </a:cubicBezTo>
                    <a:cubicBezTo>
                      <a:pt x="4" y="21"/>
                      <a:pt x="6" y="20"/>
                      <a:pt x="6" y="19"/>
                    </a:cubicBezTo>
                    <a:cubicBezTo>
                      <a:pt x="6" y="14"/>
                      <a:pt x="6" y="9"/>
                      <a:pt x="8" y="3"/>
                    </a:cubicBezTo>
                    <a:cubicBezTo>
                      <a:pt x="9" y="1"/>
                      <a:pt x="5" y="0"/>
                      <a:pt x="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5" name="Freeform 200">
                <a:extLst>
                  <a:ext uri="{FF2B5EF4-FFF2-40B4-BE49-F238E27FC236}">
                    <a16:creationId xmlns:a16="http://schemas.microsoft.com/office/drawing/2014/main" id="{8B6CE188-5754-4645-C51F-A70694AB007F}"/>
                  </a:ext>
                </a:extLst>
              </p:cNvPr>
              <p:cNvSpPr/>
              <p:nvPr/>
            </p:nvSpPr>
            <p:spPr bwMode="auto">
              <a:xfrm>
                <a:off x="5376" y="2601"/>
                <a:ext cx="14" cy="39"/>
              </a:xfrm>
              <a:custGeom>
                <a:avLst/>
                <a:gdLst>
                  <a:gd name="T0" fmla="*/ 4 w 8"/>
                  <a:gd name="T1" fmla="*/ 2 h 22"/>
                  <a:gd name="T2" fmla="*/ 0 w 8"/>
                  <a:gd name="T3" fmla="*/ 20 h 22"/>
                  <a:gd name="T4" fmla="*/ 3 w 8"/>
                  <a:gd name="T5" fmla="*/ 21 h 22"/>
                  <a:gd name="T6" fmla="*/ 7 w 8"/>
                  <a:gd name="T7" fmla="*/ 3 h 22"/>
                  <a:gd name="T8" fmla="*/ 4 w 8"/>
                  <a:gd name="T9" fmla="*/ 2 h 22"/>
                </a:gdLst>
                <a:ahLst/>
                <a:cxnLst>
                  <a:cxn ang="0">
                    <a:pos x="T0" y="T1"/>
                  </a:cxn>
                  <a:cxn ang="0">
                    <a:pos x="T2" y="T3"/>
                  </a:cxn>
                  <a:cxn ang="0">
                    <a:pos x="T4" y="T5"/>
                  </a:cxn>
                  <a:cxn ang="0">
                    <a:pos x="T6" y="T7"/>
                  </a:cxn>
                  <a:cxn ang="0">
                    <a:pos x="T8" y="T9"/>
                  </a:cxn>
                </a:cxnLst>
                <a:rect l="0" t="0" r="r" b="b"/>
                <a:pathLst>
                  <a:path w="8" h="22">
                    <a:moveTo>
                      <a:pt x="4" y="2"/>
                    </a:moveTo>
                    <a:cubicBezTo>
                      <a:pt x="2" y="8"/>
                      <a:pt x="0" y="14"/>
                      <a:pt x="0" y="20"/>
                    </a:cubicBezTo>
                    <a:cubicBezTo>
                      <a:pt x="0" y="21"/>
                      <a:pt x="2" y="22"/>
                      <a:pt x="3" y="21"/>
                    </a:cubicBezTo>
                    <a:cubicBezTo>
                      <a:pt x="5" y="15"/>
                      <a:pt x="6" y="9"/>
                      <a:pt x="7" y="3"/>
                    </a:cubicBezTo>
                    <a:cubicBezTo>
                      <a:pt x="8" y="1"/>
                      <a:pt x="4" y="0"/>
                      <a:pt x="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6" name="Freeform 201">
                <a:extLst>
                  <a:ext uri="{FF2B5EF4-FFF2-40B4-BE49-F238E27FC236}">
                    <a16:creationId xmlns:a16="http://schemas.microsoft.com/office/drawing/2014/main" id="{BF326AF6-43B2-CF87-BF4B-7B4365C730E1}"/>
                  </a:ext>
                </a:extLst>
              </p:cNvPr>
              <p:cNvSpPr/>
              <p:nvPr/>
            </p:nvSpPr>
            <p:spPr bwMode="auto">
              <a:xfrm>
                <a:off x="5370" y="2529"/>
                <a:ext cx="37" cy="25"/>
              </a:xfrm>
              <a:custGeom>
                <a:avLst/>
                <a:gdLst>
                  <a:gd name="T0" fmla="*/ 1 w 21"/>
                  <a:gd name="T1" fmla="*/ 4 h 14"/>
                  <a:gd name="T2" fmla="*/ 18 w 21"/>
                  <a:gd name="T3" fmla="*/ 13 h 14"/>
                  <a:gd name="T4" fmla="*/ 20 w 21"/>
                  <a:gd name="T5" fmla="*/ 11 h 14"/>
                  <a:gd name="T6" fmla="*/ 3 w 21"/>
                  <a:gd name="T7" fmla="*/ 1 h 14"/>
                  <a:gd name="T8" fmla="*/ 1 w 21"/>
                  <a:gd name="T9" fmla="*/ 4 h 14"/>
                </a:gdLst>
                <a:ahLst/>
                <a:cxnLst>
                  <a:cxn ang="0">
                    <a:pos x="T0" y="T1"/>
                  </a:cxn>
                  <a:cxn ang="0">
                    <a:pos x="T2" y="T3"/>
                  </a:cxn>
                  <a:cxn ang="0">
                    <a:pos x="T4" y="T5"/>
                  </a:cxn>
                  <a:cxn ang="0">
                    <a:pos x="T6" y="T7"/>
                  </a:cxn>
                  <a:cxn ang="0">
                    <a:pos x="T8" y="T9"/>
                  </a:cxn>
                </a:cxnLst>
                <a:rect l="0" t="0" r="r" b="b"/>
                <a:pathLst>
                  <a:path w="21" h="14">
                    <a:moveTo>
                      <a:pt x="1" y="4"/>
                    </a:moveTo>
                    <a:cubicBezTo>
                      <a:pt x="7" y="6"/>
                      <a:pt x="12" y="10"/>
                      <a:pt x="18" y="13"/>
                    </a:cubicBezTo>
                    <a:cubicBezTo>
                      <a:pt x="19" y="14"/>
                      <a:pt x="21" y="12"/>
                      <a:pt x="20" y="11"/>
                    </a:cubicBezTo>
                    <a:cubicBezTo>
                      <a:pt x="16" y="5"/>
                      <a:pt x="9" y="2"/>
                      <a:pt x="3" y="1"/>
                    </a:cubicBezTo>
                    <a:cubicBezTo>
                      <a:pt x="1" y="0"/>
                      <a:pt x="0" y="3"/>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7" name="Freeform 202">
                <a:extLst>
                  <a:ext uri="{FF2B5EF4-FFF2-40B4-BE49-F238E27FC236}">
                    <a16:creationId xmlns:a16="http://schemas.microsoft.com/office/drawing/2014/main" id="{E0B84DB1-BD33-4983-1AE2-A0D693B6087F}"/>
                  </a:ext>
                </a:extLst>
              </p:cNvPr>
              <p:cNvSpPr/>
              <p:nvPr/>
            </p:nvSpPr>
            <p:spPr bwMode="auto">
              <a:xfrm>
                <a:off x="5367" y="2546"/>
                <a:ext cx="28" cy="29"/>
              </a:xfrm>
              <a:custGeom>
                <a:avLst/>
                <a:gdLst>
                  <a:gd name="T0" fmla="*/ 2 w 16"/>
                  <a:gd name="T1" fmla="*/ 4 h 16"/>
                  <a:gd name="T2" fmla="*/ 8 w 16"/>
                  <a:gd name="T3" fmla="*/ 9 h 16"/>
                  <a:gd name="T4" fmla="*/ 13 w 16"/>
                  <a:gd name="T5" fmla="*/ 15 h 16"/>
                  <a:gd name="T6" fmla="*/ 15 w 16"/>
                  <a:gd name="T7" fmla="*/ 13 h 16"/>
                  <a:gd name="T8" fmla="*/ 4 w 16"/>
                  <a:gd name="T9" fmla="*/ 2 h 16"/>
                  <a:gd name="T10" fmla="*/ 2 w 16"/>
                  <a:gd name="T11" fmla="*/ 4 h 16"/>
                </a:gdLst>
                <a:ahLst/>
                <a:cxnLst>
                  <a:cxn ang="0">
                    <a:pos x="T0" y="T1"/>
                  </a:cxn>
                  <a:cxn ang="0">
                    <a:pos x="T2" y="T3"/>
                  </a:cxn>
                  <a:cxn ang="0">
                    <a:pos x="T4" y="T5"/>
                  </a:cxn>
                  <a:cxn ang="0">
                    <a:pos x="T6" y="T7"/>
                  </a:cxn>
                  <a:cxn ang="0">
                    <a:pos x="T8" y="T9"/>
                  </a:cxn>
                  <a:cxn ang="0">
                    <a:pos x="T10" y="T11"/>
                  </a:cxn>
                </a:cxnLst>
                <a:rect l="0" t="0" r="r" b="b"/>
                <a:pathLst>
                  <a:path w="16" h="16">
                    <a:moveTo>
                      <a:pt x="2" y="4"/>
                    </a:moveTo>
                    <a:cubicBezTo>
                      <a:pt x="4" y="6"/>
                      <a:pt x="6" y="7"/>
                      <a:pt x="8" y="9"/>
                    </a:cubicBezTo>
                    <a:cubicBezTo>
                      <a:pt x="9" y="11"/>
                      <a:pt x="11" y="13"/>
                      <a:pt x="13" y="15"/>
                    </a:cubicBezTo>
                    <a:cubicBezTo>
                      <a:pt x="14" y="16"/>
                      <a:pt x="16" y="15"/>
                      <a:pt x="15" y="13"/>
                    </a:cubicBezTo>
                    <a:cubicBezTo>
                      <a:pt x="13" y="8"/>
                      <a:pt x="8" y="4"/>
                      <a:pt x="4" y="2"/>
                    </a:cubicBezTo>
                    <a:cubicBezTo>
                      <a:pt x="2"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8" name="Freeform 203">
                <a:extLst>
                  <a:ext uri="{FF2B5EF4-FFF2-40B4-BE49-F238E27FC236}">
                    <a16:creationId xmlns:a16="http://schemas.microsoft.com/office/drawing/2014/main" id="{21122DF3-993B-0862-BA06-64F450865E66}"/>
                  </a:ext>
                </a:extLst>
              </p:cNvPr>
              <p:cNvSpPr/>
              <p:nvPr/>
            </p:nvSpPr>
            <p:spPr bwMode="auto">
              <a:xfrm>
                <a:off x="5379" y="2578"/>
                <a:ext cx="25" cy="39"/>
              </a:xfrm>
              <a:custGeom>
                <a:avLst/>
                <a:gdLst>
                  <a:gd name="T0" fmla="*/ 1 w 14"/>
                  <a:gd name="T1" fmla="*/ 4 h 22"/>
                  <a:gd name="T2" fmla="*/ 11 w 14"/>
                  <a:gd name="T3" fmla="*/ 21 h 22"/>
                  <a:gd name="T4" fmla="*/ 14 w 14"/>
                  <a:gd name="T5" fmla="*/ 20 h 22"/>
                  <a:gd name="T6" fmla="*/ 4 w 14"/>
                  <a:gd name="T7" fmla="*/ 2 h 22"/>
                  <a:gd name="T8" fmla="*/ 1 w 14"/>
                  <a:gd name="T9" fmla="*/ 4 h 22"/>
                </a:gdLst>
                <a:ahLst/>
                <a:cxnLst>
                  <a:cxn ang="0">
                    <a:pos x="T0" y="T1"/>
                  </a:cxn>
                  <a:cxn ang="0">
                    <a:pos x="T2" y="T3"/>
                  </a:cxn>
                  <a:cxn ang="0">
                    <a:pos x="T4" y="T5"/>
                  </a:cxn>
                  <a:cxn ang="0">
                    <a:pos x="T6" y="T7"/>
                  </a:cxn>
                  <a:cxn ang="0">
                    <a:pos x="T8" y="T9"/>
                  </a:cxn>
                </a:cxnLst>
                <a:rect l="0" t="0" r="r" b="b"/>
                <a:pathLst>
                  <a:path w="14" h="22">
                    <a:moveTo>
                      <a:pt x="1" y="4"/>
                    </a:moveTo>
                    <a:cubicBezTo>
                      <a:pt x="4" y="10"/>
                      <a:pt x="7" y="16"/>
                      <a:pt x="11" y="21"/>
                    </a:cubicBezTo>
                    <a:cubicBezTo>
                      <a:pt x="12" y="22"/>
                      <a:pt x="14" y="21"/>
                      <a:pt x="14" y="20"/>
                    </a:cubicBezTo>
                    <a:cubicBezTo>
                      <a:pt x="12" y="13"/>
                      <a:pt x="8" y="8"/>
                      <a:pt x="4" y="2"/>
                    </a:cubicBezTo>
                    <a:cubicBezTo>
                      <a:pt x="3" y="0"/>
                      <a:pt x="0" y="2"/>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9" name="Freeform 204">
                <a:extLst>
                  <a:ext uri="{FF2B5EF4-FFF2-40B4-BE49-F238E27FC236}">
                    <a16:creationId xmlns:a16="http://schemas.microsoft.com/office/drawing/2014/main" id="{77D80BFC-7035-BE59-50C4-BC8CC102C231}"/>
                  </a:ext>
                </a:extLst>
              </p:cNvPr>
              <p:cNvSpPr/>
              <p:nvPr/>
            </p:nvSpPr>
            <p:spPr bwMode="auto">
              <a:xfrm>
                <a:off x="5384" y="2617"/>
                <a:ext cx="16" cy="47"/>
              </a:xfrm>
              <a:custGeom>
                <a:avLst/>
                <a:gdLst>
                  <a:gd name="T0" fmla="*/ 1 w 9"/>
                  <a:gd name="T1" fmla="*/ 3 h 27"/>
                  <a:gd name="T2" fmla="*/ 6 w 9"/>
                  <a:gd name="T3" fmla="*/ 25 h 27"/>
                  <a:gd name="T4" fmla="*/ 9 w 9"/>
                  <a:gd name="T5" fmla="*/ 25 h 27"/>
                  <a:gd name="T6" fmla="*/ 4 w 9"/>
                  <a:gd name="T7" fmla="*/ 2 h 27"/>
                  <a:gd name="T8" fmla="*/ 1 w 9"/>
                  <a:gd name="T9" fmla="*/ 3 h 27"/>
                </a:gdLst>
                <a:ahLst/>
                <a:cxnLst>
                  <a:cxn ang="0">
                    <a:pos x="T0" y="T1"/>
                  </a:cxn>
                  <a:cxn ang="0">
                    <a:pos x="T2" y="T3"/>
                  </a:cxn>
                  <a:cxn ang="0">
                    <a:pos x="T4" y="T5"/>
                  </a:cxn>
                  <a:cxn ang="0">
                    <a:pos x="T6" y="T7"/>
                  </a:cxn>
                  <a:cxn ang="0">
                    <a:pos x="T8" y="T9"/>
                  </a:cxn>
                </a:cxnLst>
                <a:rect l="0" t="0" r="r" b="b"/>
                <a:pathLst>
                  <a:path w="9" h="27">
                    <a:moveTo>
                      <a:pt x="1" y="3"/>
                    </a:moveTo>
                    <a:cubicBezTo>
                      <a:pt x="3" y="10"/>
                      <a:pt x="4" y="18"/>
                      <a:pt x="6" y="25"/>
                    </a:cubicBezTo>
                    <a:cubicBezTo>
                      <a:pt x="6" y="27"/>
                      <a:pt x="9" y="26"/>
                      <a:pt x="9" y="25"/>
                    </a:cubicBezTo>
                    <a:cubicBezTo>
                      <a:pt x="9" y="17"/>
                      <a:pt x="7" y="9"/>
                      <a:pt x="4" y="2"/>
                    </a:cubicBezTo>
                    <a:cubicBezTo>
                      <a:pt x="3" y="0"/>
                      <a:pt x="0" y="1"/>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grpSp>
        <p:grpSp>
          <p:nvGrpSpPr>
            <p:cNvPr id="11" name="Group 406">
              <a:extLst>
                <a:ext uri="{FF2B5EF4-FFF2-40B4-BE49-F238E27FC236}">
                  <a16:creationId xmlns:a16="http://schemas.microsoft.com/office/drawing/2014/main" id="{34D605CF-0C51-2E7E-1873-D3A78C6FF21D}"/>
                </a:ext>
              </a:extLst>
            </p:cNvPr>
            <p:cNvGrpSpPr/>
            <p:nvPr/>
          </p:nvGrpSpPr>
          <p:grpSpPr bwMode="auto">
            <a:xfrm>
              <a:off x="1420" y="930"/>
              <a:ext cx="4209" cy="2343"/>
              <a:chOff x="1420" y="930"/>
              <a:chExt cx="4209" cy="2343"/>
            </a:xfrm>
            <a:grpFill/>
          </p:grpSpPr>
          <p:sp>
            <p:nvSpPr>
              <p:cNvPr id="590" name="Freeform 206">
                <a:extLst>
                  <a:ext uri="{FF2B5EF4-FFF2-40B4-BE49-F238E27FC236}">
                    <a16:creationId xmlns:a16="http://schemas.microsoft.com/office/drawing/2014/main" id="{6CF14541-C6B6-D079-4D84-CACA54B2B172}"/>
                  </a:ext>
                </a:extLst>
              </p:cNvPr>
              <p:cNvSpPr/>
              <p:nvPr/>
            </p:nvSpPr>
            <p:spPr bwMode="auto">
              <a:xfrm>
                <a:off x="5374" y="2652"/>
                <a:ext cx="16" cy="53"/>
              </a:xfrm>
              <a:custGeom>
                <a:avLst/>
                <a:gdLst>
                  <a:gd name="T0" fmla="*/ 0 w 9"/>
                  <a:gd name="T1" fmla="*/ 3 h 30"/>
                  <a:gd name="T2" fmla="*/ 3 w 9"/>
                  <a:gd name="T3" fmla="*/ 28 h 30"/>
                  <a:gd name="T4" fmla="*/ 6 w 9"/>
                  <a:gd name="T5" fmla="*/ 29 h 30"/>
                  <a:gd name="T6" fmla="*/ 4 w 9"/>
                  <a:gd name="T7" fmla="*/ 2 h 30"/>
                  <a:gd name="T8" fmla="*/ 0 w 9"/>
                  <a:gd name="T9" fmla="*/ 3 h 30"/>
                </a:gdLst>
                <a:ahLst/>
                <a:cxnLst>
                  <a:cxn ang="0">
                    <a:pos x="T0" y="T1"/>
                  </a:cxn>
                  <a:cxn ang="0">
                    <a:pos x="T2" y="T3"/>
                  </a:cxn>
                  <a:cxn ang="0">
                    <a:pos x="T4" y="T5"/>
                  </a:cxn>
                  <a:cxn ang="0">
                    <a:pos x="T6" y="T7"/>
                  </a:cxn>
                  <a:cxn ang="0">
                    <a:pos x="T8" y="T9"/>
                  </a:cxn>
                </a:cxnLst>
                <a:rect l="0" t="0" r="r" b="b"/>
                <a:pathLst>
                  <a:path w="9" h="30">
                    <a:moveTo>
                      <a:pt x="0" y="3"/>
                    </a:moveTo>
                    <a:cubicBezTo>
                      <a:pt x="3" y="11"/>
                      <a:pt x="4" y="20"/>
                      <a:pt x="3" y="28"/>
                    </a:cubicBezTo>
                    <a:cubicBezTo>
                      <a:pt x="3" y="30"/>
                      <a:pt x="6" y="30"/>
                      <a:pt x="6" y="29"/>
                    </a:cubicBezTo>
                    <a:cubicBezTo>
                      <a:pt x="9" y="20"/>
                      <a:pt x="7" y="11"/>
                      <a:pt x="4" y="2"/>
                    </a:cubicBezTo>
                    <a:cubicBezTo>
                      <a:pt x="3" y="0"/>
                      <a:pt x="0" y="1"/>
                      <a:pt x="0"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91" name="Freeform 207">
                <a:extLst>
                  <a:ext uri="{FF2B5EF4-FFF2-40B4-BE49-F238E27FC236}">
                    <a16:creationId xmlns:a16="http://schemas.microsoft.com/office/drawing/2014/main" id="{1901957E-63EE-87D5-6E3B-971E7BF44881}"/>
                  </a:ext>
                </a:extLst>
              </p:cNvPr>
              <p:cNvSpPr/>
              <p:nvPr/>
            </p:nvSpPr>
            <p:spPr bwMode="auto">
              <a:xfrm>
                <a:off x="5594" y="2698"/>
                <a:ext cx="35" cy="24"/>
              </a:xfrm>
              <a:custGeom>
                <a:avLst/>
                <a:gdLst>
                  <a:gd name="T0" fmla="*/ 2 w 20"/>
                  <a:gd name="T1" fmla="*/ 4 h 14"/>
                  <a:gd name="T2" fmla="*/ 18 w 20"/>
                  <a:gd name="T3" fmla="*/ 14 h 14"/>
                  <a:gd name="T4" fmla="*/ 19 w 20"/>
                  <a:gd name="T5" fmla="*/ 11 h 14"/>
                  <a:gd name="T6" fmla="*/ 12 w 20"/>
                  <a:gd name="T7" fmla="*/ 6 h 14"/>
                  <a:gd name="T8" fmla="*/ 4 w 20"/>
                  <a:gd name="T9" fmla="*/ 1 h 14"/>
                  <a:gd name="T10" fmla="*/ 2 w 20"/>
                  <a:gd name="T11" fmla="*/ 4 h 14"/>
                </a:gdLst>
                <a:ahLst/>
                <a:cxnLst>
                  <a:cxn ang="0">
                    <a:pos x="T0" y="T1"/>
                  </a:cxn>
                  <a:cxn ang="0">
                    <a:pos x="T2" y="T3"/>
                  </a:cxn>
                  <a:cxn ang="0">
                    <a:pos x="T4" y="T5"/>
                  </a:cxn>
                  <a:cxn ang="0">
                    <a:pos x="T6" y="T7"/>
                  </a:cxn>
                  <a:cxn ang="0">
                    <a:pos x="T8" y="T9"/>
                  </a:cxn>
                  <a:cxn ang="0">
                    <a:pos x="T10" y="T11"/>
                  </a:cxn>
                </a:cxnLst>
                <a:rect l="0" t="0" r="r" b="b"/>
                <a:pathLst>
                  <a:path w="20" h="14">
                    <a:moveTo>
                      <a:pt x="2" y="4"/>
                    </a:moveTo>
                    <a:cubicBezTo>
                      <a:pt x="6" y="8"/>
                      <a:pt x="12" y="13"/>
                      <a:pt x="18" y="14"/>
                    </a:cubicBezTo>
                    <a:cubicBezTo>
                      <a:pt x="20" y="14"/>
                      <a:pt x="20" y="12"/>
                      <a:pt x="19" y="11"/>
                    </a:cubicBezTo>
                    <a:cubicBezTo>
                      <a:pt x="17" y="9"/>
                      <a:pt x="14" y="8"/>
                      <a:pt x="12" y="6"/>
                    </a:cubicBezTo>
                    <a:cubicBezTo>
                      <a:pt x="9" y="5"/>
                      <a:pt x="7" y="3"/>
                      <a:pt x="4" y="1"/>
                    </a:cubicBezTo>
                    <a:cubicBezTo>
                      <a:pt x="3" y="0"/>
                      <a:pt x="0" y="2"/>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92" name="Freeform 208">
                <a:extLst>
                  <a:ext uri="{FF2B5EF4-FFF2-40B4-BE49-F238E27FC236}">
                    <a16:creationId xmlns:a16="http://schemas.microsoft.com/office/drawing/2014/main" id="{1754FBBA-FA34-92D3-2C80-C1951313A142}"/>
                  </a:ext>
                </a:extLst>
              </p:cNvPr>
              <p:cNvSpPr/>
              <p:nvPr/>
            </p:nvSpPr>
            <p:spPr bwMode="auto">
              <a:xfrm>
                <a:off x="5587" y="2675"/>
                <a:ext cx="37" cy="17"/>
              </a:xfrm>
              <a:custGeom>
                <a:avLst/>
                <a:gdLst>
                  <a:gd name="T0" fmla="*/ 2 w 21"/>
                  <a:gd name="T1" fmla="*/ 4 h 10"/>
                  <a:gd name="T2" fmla="*/ 19 w 21"/>
                  <a:gd name="T3" fmla="*/ 8 h 10"/>
                  <a:gd name="T4" fmla="*/ 19 w 21"/>
                  <a:gd name="T5" fmla="*/ 5 h 10"/>
                  <a:gd name="T6" fmla="*/ 4 w 21"/>
                  <a:gd name="T7" fmla="*/ 1 h 10"/>
                  <a:gd name="T8" fmla="*/ 2 w 21"/>
                  <a:gd name="T9" fmla="*/ 4 h 10"/>
                </a:gdLst>
                <a:ahLst/>
                <a:cxnLst>
                  <a:cxn ang="0">
                    <a:pos x="T0" y="T1"/>
                  </a:cxn>
                  <a:cxn ang="0">
                    <a:pos x="T2" y="T3"/>
                  </a:cxn>
                  <a:cxn ang="0">
                    <a:pos x="T4" y="T5"/>
                  </a:cxn>
                  <a:cxn ang="0">
                    <a:pos x="T6" y="T7"/>
                  </a:cxn>
                  <a:cxn ang="0">
                    <a:pos x="T8" y="T9"/>
                  </a:cxn>
                </a:cxnLst>
                <a:rect l="0" t="0" r="r" b="b"/>
                <a:pathLst>
                  <a:path w="21" h="10">
                    <a:moveTo>
                      <a:pt x="2" y="4"/>
                    </a:moveTo>
                    <a:cubicBezTo>
                      <a:pt x="7" y="7"/>
                      <a:pt x="13" y="10"/>
                      <a:pt x="19" y="8"/>
                    </a:cubicBezTo>
                    <a:cubicBezTo>
                      <a:pt x="21" y="8"/>
                      <a:pt x="21" y="6"/>
                      <a:pt x="19" y="5"/>
                    </a:cubicBezTo>
                    <a:cubicBezTo>
                      <a:pt x="14" y="4"/>
                      <a:pt x="9" y="4"/>
                      <a:pt x="4" y="1"/>
                    </a:cubicBezTo>
                    <a:cubicBezTo>
                      <a:pt x="2" y="0"/>
                      <a:pt x="0" y="2"/>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93" name="Freeform 209">
                <a:extLst>
                  <a:ext uri="{FF2B5EF4-FFF2-40B4-BE49-F238E27FC236}">
                    <a16:creationId xmlns:a16="http://schemas.microsoft.com/office/drawing/2014/main" id="{00A8D4B0-D94A-DBC8-6E74-AF4E630BAF98}"/>
                  </a:ext>
                </a:extLst>
              </p:cNvPr>
              <p:cNvSpPr/>
              <p:nvPr/>
            </p:nvSpPr>
            <p:spPr bwMode="auto">
              <a:xfrm>
                <a:off x="5592" y="2654"/>
                <a:ext cx="19" cy="19"/>
              </a:xfrm>
              <a:custGeom>
                <a:avLst/>
                <a:gdLst>
                  <a:gd name="T0" fmla="*/ 1 w 11"/>
                  <a:gd name="T1" fmla="*/ 4 h 11"/>
                  <a:gd name="T2" fmla="*/ 10 w 11"/>
                  <a:gd name="T3" fmla="*/ 10 h 11"/>
                  <a:gd name="T4" fmla="*/ 11 w 11"/>
                  <a:gd name="T5" fmla="*/ 8 h 11"/>
                  <a:gd name="T6" fmla="*/ 8 w 11"/>
                  <a:gd name="T7" fmla="*/ 5 h 11"/>
                  <a:gd name="T8" fmla="*/ 4 w 11"/>
                  <a:gd name="T9" fmla="*/ 1 h 11"/>
                  <a:gd name="T10" fmla="*/ 1 w 11"/>
                  <a:gd name="T11" fmla="*/ 4 h 11"/>
                </a:gdLst>
                <a:ahLst/>
                <a:cxnLst>
                  <a:cxn ang="0">
                    <a:pos x="T0" y="T1"/>
                  </a:cxn>
                  <a:cxn ang="0">
                    <a:pos x="T2" y="T3"/>
                  </a:cxn>
                  <a:cxn ang="0">
                    <a:pos x="T4" y="T5"/>
                  </a:cxn>
                  <a:cxn ang="0">
                    <a:pos x="T6" y="T7"/>
                  </a:cxn>
                  <a:cxn ang="0">
                    <a:pos x="T8" y="T9"/>
                  </a:cxn>
                  <a:cxn ang="0">
                    <a:pos x="T10" y="T11"/>
                  </a:cxn>
                </a:cxnLst>
                <a:rect l="0" t="0" r="r" b="b"/>
                <a:pathLst>
                  <a:path w="11" h="11">
                    <a:moveTo>
                      <a:pt x="1" y="4"/>
                    </a:moveTo>
                    <a:cubicBezTo>
                      <a:pt x="3" y="6"/>
                      <a:pt x="7" y="11"/>
                      <a:pt x="10" y="10"/>
                    </a:cubicBezTo>
                    <a:cubicBezTo>
                      <a:pt x="11" y="9"/>
                      <a:pt x="11" y="9"/>
                      <a:pt x="11" y="8"/>
                    </a:cubicBezTo>
                    <a:cubicBezTo>
                      <a:pt x="11" y="6"/>
                      <a:pt x="9" y="6"/>
                      <a:pt x="8" y="5"/>
                    </a:cubicBezTo>
                    <a:cubicBezTo>
                      <a:pt x="7" y="4"/>
                      <a:pt x="6" y="3"/>
                      <a:pt x="4" y="1"/>
                    </a:cubicBezTo>
                    <a:cubicBezTo>
                      <a:pt x="3" y="0"/>
                      <a:pt x="0" y="2"/>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94" name="Freeform 210">
                <a:extLst>
                  <a:ext uri="{FF2B5EF4-FFF2-40B4-BE49-F238E27FC236}">
                    <a16:creationId xmlns:a16="http://schemas.microsoft.com/office/drawing/2014/main" id="{1991768A-2272-45B5-991A-31FE091B2D85}"/>
                  </a:ext>
                </a:extLst>
              </p:cNvPr>
              <p:cNvSpPr/>
              <p:nvPr/>
            </p:nvSpPr>
            <p:spPr bwMode="auto">
              <a:xfrm>
                <a:off x="5594" y="2641"/>
                <a:ext cx="19" cy="7"/>
              </a:xfrm>
              <a:custGeom>
                <a:avLst/>
                <a:gdLst>
                  <a:gd name="T0" fmla="*/ 2 w 11"/>
                  <a:gd name="T1" fmla="*/ 4 h 4"/>
                  <a:gd name="T2" fmla="*/ 10 w 11"/>
                  <a:gd name="T3" fmla="*/ 4 h 4"/>
                  <a:gd name="T4" fmla="*/ 10 w 11"/>
                  <a:gd name="T5" fmla="*/ 1 h 4"/>
                  <a:gd name="T6" fmla="*/ 2 w 11"/>
                  <a:gd name="T7" fmla="*/ 0 h 4"/>
                  <a:gd name="T8" fmla="*/ 2 w 11"/>
                  <a:gd name="T9" fmla="*/ 4 h 4"/>
                </a:gdLst>
                <a:ahLst/>
                <a:cxnLst>
                  <a:cxn ang="0">
                    <a:pos x="T0" y="T1"/>
                  </a:cxn>
                  <a:cxn ang="0">
                    <a:pos x="T2" y="T3"/>
                  </a:cxn>
                  <a:cxn ang="0">
                    <a:pos x="T4" y="T5"/>
                  </a:cxn>
                  <a:cxn ang="0">
                    <a:pos x="T6" y="T7"/>
                  </a:cxn>
                  <a:cxn ang="0">
                    <a:pos x="T8" y="T9"/>
                  </a:cxn>
                </a:cxnLst>
                <a:rect l="0" t="0" r="r" b="b"/>
                <a:pathLst>
                  <a:path w="11" h="4">
                    <a:moveTo>
                      <a:pt x="2" y="4"/>
                    </a:moveTo>
                    <a:cubicBezTo>
                      <a:pt x="5" y="4"/>
                      <a:pt x="7" y="4"/>
                      <a:pt x="10" y="4"/>
                    </a:cubicBezTo>
                    <a:cubicBezTo>
                      <a:pt x="11" y="3"/>
                      <a:pt x="11" y="1"/>
                      <a:pt x="10" y="1"/>
                    </a:cubicBezTo>
                    <a:cubicBezTo>
                      <a:pt x="7" y="0"/>
                      <a:pt x="5" y="0"/>
                      <a:pt x="2" y="0"/>
                    </a:cubicBezTo>
                    <a:cubicBezTo>
                      <a:pt x="0" y="0"/>
                      <a:pt x="0" y="4"/>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95" name="Freeform 211">
                <a:extLst>
                  <a:ext uri="{FF2B5EF4-FFF2-40B4-BE49-F238E27FC236}">
                    <a16:creationId xmlns:a16="http://schemas.microsoft.com/office/drawing/2014/main" id="{5E8BEC67-C7BD-6D69-4B8F-AFB4FB3E308E}"/>
                  </a:ext>
                </a:extLst>
              </p:cNvPr>
              <p:cNvSpPr/>
              <p:nvPr/>
            </p:nvSpPr>
            <p:spPr bwMode="auto">
              <a:xfrm>
                <a:off x="5523" y="2708"/>
                <a:ext cx="42" cy="83"/>
              </a:xfrm>
              <a:custGeom>
                <a:avLst/>
                <a:gdLst>
                  <a:gd name="T0" fmla="*/ 24 w 24"/>
                  <a:gd name="T1" fmla="*/ 45 h 47"/>
                  <a:gd name="T2" fmla="*/ 3 w 24"/>
                  <a:gd name="T3" fmla="*/ 1 h 47"/>
                  <a:gd name="T4" fmla="*/ 1 w 24"/>
                  <a:gd name="T5" fmla="*/ 3 h 47"/>
                  <a:gd name="T6" fmla="*/ 13 w 24"/>
                  <a:gd name="T7" fmla="*/ 22 h 47"/>
                  <a:gd name="T8" fmla="*/ 21 w 24"/>
                  <a:gd name="T9" fmla="*/ 46 h 47"/>
                  <a:gd name="T10" fmla="*/ 24 w 24"/>
                  <a:gd name="T11" fmla="*/ 45 h 47"/>
                </a:gdLst>
                <a:ahLst/>
                <a:cxnLst>
                  <a:cxn ang="0">
                    <a:pos x="T0" y="T1"/>
                  </a:cxn>
                  <a:cxn ang="0">
                    <a:pos x="T2" y="T3"/>
                  </a:cxn>
                  <a:cxn ang="0">
                    <a:pos x="T4" y="T5"/>
                  </a:cxn>
                  <a:cxn ang="0">
                    <a:pos x="T6" y="T7"/>
                  </a:cxn>
                  <a:cxn ang="0">
                    <a:pos x="T8" y="T9"/>
                  </a:cxn>
                  <a:cxn ang="0">
                    <a:pos x="T10" y="T11"/>
                  </a:cxn>
                </a:cxnLst>
                <a:rect l="0" t="0" r="r" b="b"/>
                <a:pathLst>
                  <a:path w="24" h="47">
                    <a:moveTo>
                      <a:pt x="24" y="45"/>
                    </a:moveTo>
                    <a:cubicBezTo>
                      <a:pt x="24" y="30"/>
                      <a:pt x="16" y="10"/>
                      <a:pt x="3" y="1"/>
                    </a:cubicBezTo>
                    <a:cubicBezTo>
                      <a:pt x="2" y="0"/>
                      <a:pt x="0" y="1"/>
                      <a:pt x="1" y="3"/>
                    </a:cubicBezTo>
                    <a:cubicBezTo>
                      <a:pt x="5" y="9"/>
                      <a:pt x="10" y="15"/>
                      <a:pt x="13" y="22"/>
                    </a:cubicBezTo>
                    <a:cubicBezTo>
                      <a:pt x="17" y="30"/>
                      <a:pt x="19" y="37"/>
                      <a:pt x="21" y="46"/>
                    </a:cubicBezTo>
                    <a:cubicBezTo>
                      <a:pt x="21" y="47"/>
                      <a:pt x="24" y="47"/>
                      <a:pt x="24" y="4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96" name="Freeform 212">
                <a:extLst>
                  <a:ext uri="{FF2B5EF4-FFF2-40B4-BE49-F238E27FC236}">
                    <a16:creationId xmlns:a16="http://schemas.microsoft.com/office/drawing/2014/main" id="{F622B5A1-1105-9752-9B13-A9BE4E6BFC0A}"/>
                  </a:ext>
                </a:extLst>
              </p:cNvPr>
              <p:cNvSpPr/>
              <p:nvPr/>
            </p:nvSpPr>
            <p:spPr bwMode="auto">
              <a:xfrm>
                <a:off x="5565" y="2736"/>
                <a:ext cx="16" cy="67"/>
              </a:xfrm>
              <a:custGeom>
                <a:avLst/>
                <a:gdLst>
                  <a:gd name="T0" fmla="*/ 7 w 9"/>
                  <a:gd name="T1" fmla="*/ 36 h 38"/>
                  <a:gd name="T2" fmla="*/ 4 w 9"/>
                  <a:gd name="T3" fmla="*/ 2 h 38"/>
                  <a:gd name="T4" fmla="*/ 1 w 9"/>
                  <a:gd name="T5" fmla="*/ 3 h 38"/>
                  <a:gd name="T6" fmla="*/ 4 w 9"/>
                  <a:gd name="T7" fmla="*/ 36 h 38"/>
                  <a:gd name="T8" fmla="*/ 7 w 9"/>
                  <a:gd name="T9" fmla="*/ 36 h 38"/>
                </a:gdLst>
                <a:ahLst/>
                <a:cxnLst>
                  <a:cxn ang="0">
                    <a:pos x="T0" y="T1"/>
                  </a:cxn>
                  <a:cxn ang="0">
                    <a:pos x="T2" y="T3"/>
                  </a:cxn>
                  <a:cxn ang="0">
                    <a:pos x="T4" y="T5"/>
                  </a:cxn>
                  <a:cxn ang="0">
                    <a:pos x="T6" y="T7"/>
                  </a:cxn>
                  <a:cxn ang="0">
                    <a:pos x="T8" y="T9"/>
                  </a:cxn>
                </a:cxnLst>
                <a:rect l="0" t="0" r="r" b="b"/>
                <a:pathLst>
                  <a:path w="9" h="38">
                    <a:moveTo>
                      <a:pt x="7" y="36"/>
                    </a:moveTo>
                    <a:cubicBezTo>
                      <a:pt x="9" y="25"/>
                      <a:pt x="9" y="12"/>
                      <a:pt x="4" y="2"/>
                    </a:cubicBezTo>
                    <a:cubicBezTo>
                      <a:pt x="3" y="0"/>
                      <a:pt x="0" y="1"/>
                      <a:pt x="1" y="3"/>
                    </a:cubicBezTo>
                    <a:cubicBezTo>
                      <a:pt x="3" y="14"/>
                      <a:pt x="5" y="24"/>
                      <a:pt x="4" y="36"/>
                    </a:cubicBezTo>
                    <a:cubicBezTo>
                      <a:pt x="4" y="38"/>
                      <a:pt x="7" y="38"/>
                      <a:pt x="7" y="3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97" name="Freeform 213">
                <a:extLst>
                  <a:ext uri="{FF2B5EF4-FFF2-40B4-BE49-F238E27FC236}">
                    <a16:creationId xmlns:a16="http://schemas.microsoft.com/office/drawing/2014/main" id="{93BA2815-51C6-B078-AFC2-FD870F9689BF}"/>
                  </a:ext>
                </a:extLst>
              </p:cNvPr>
              <p:cNvSpPr/>
              <p:nvPr/>
            </p:nvSpPr>
            <p:spPr bwMode="auto">
              <a:xfrm>
                <a:off x="5587" y="2754"/>
                <a:ext cx="15" cy="53"/>
              </a:xfrm>
              <a:custGeom>
                <a:avLst/>
                <a:gdLst>
                  <a:gd name="T0" fmla="*/ 4 w 9"/>
                  <a:gd name="T1" fmla="*/ 28 h 30"/>
                  <a:gd name="T2" fmla="*/ 4 w 9"/>
                  <a:gd name="T3" fmla="*/ 1 h 30"/>
                  <a:gd name="T4" fmla="*/ 2 w 9"/>
                  <a:gd name="T5" fmla="*/ 3 h 30"/>
                  <a:gd name="T6" fmla="*/ 1 w 9"/>
                  <a:gd name="T7" fmla="*/ 27 h 30"/>
                  <a:gd name="T8" fmla="*/ 4 w 9"/>
                  <a:gd name="T9" fmla="*/ 28 h 30"/>
                </a:gdLst>
                <a:ahLst/>
                <a:cxnLst>
                  <a:cxn ang="0">
                    <a:pos x="T0" y="T1"/>
                  </a:cxn>
                  <a:cxn ang="0">
                    <a:pos x="T2" y="T3"/>
                  </a:cxn>
                  <a:cxn ang="0">
                    <a:pos x="T4" y="T5"/>
                  </a:cxn>
                  <a:cxn ang="0">
                    <a:pos x="T6" y="T7"/>
                  </a:cxn>
                  <a:cxn ang="0">
                    <a:pos x="T8" y="T9"/>
                  </a:cxn>
                </a:cxnLst>
                <a:rect l="0" t="0" r="r" b="b"/>
                <a:pathLst>
                  <a:path w="9" h="30">
                    <a:moveTo>
                      <a:pt x="4" y="28"/>
                    </a:moveTo>
                    <a:cubicBezTo>
                      <a:pt x="9" y="20"/>
                      <a:pt x="9" y="9"/>
                      <a:pt x="4" y="1"/>
                    </a:cubicBezTo>
                    <a:cubicBezTo>
                      <a:pt x="4" y="0"/>
                      <a:pt x="1" y="1"/>
                      <a:pt x="2" y="3"/>
                    </a:cubicBezTo>
                    <a:cubicBezTo>
                      <a:pt x="4" y="11"/>
                      <a:pt x="3" y="18"/>
                      <a:pt x="1" y="27"/>
                    </a:cubicBezTo>
                    <a:cubicBezTo>
                      <a:pt x="0" y="28"/>
                      <a:pt x="3" y="30"/>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98" name="Freeform 214">
                <a:extLst>
                  <a:ext uri="{FF2B5EF4-FFF2-40B4-BE49-F238E27FC236}">
                    <a16:creationId xmlns:a16="http://schemas.microsoft.com/office/drawing/2014/main" id="{071FD304-2F89-12D7-5E43-0CA546F4A81C}"/>
                  </a:ext>
                </a:extLst>
              </p:cNvPr>
              <p:cNvSpPr/>
              <p:nvPr/>
            </p:nvSpPr>
            <p:spPr bwMode="auto">
              <a:xfrm>
                <a:off x="5474" y="2791"/>
                <a:ext cx="79" cy="23"/>
              </a:xfrm>
              <a:custGeom>
                <a:avLst/>
                <a:gdLst>
                  <a:gd name="T0" fmla="*/ 42 w 45"/>
                  <a:gd name="T1" fmla="*/ 0 h 13"/>
                  <a:gd name="T2" fmla="*/ 2 w 45"/>
                  <a:gd name="T3" fmla="*/ 5 h 13"/>
                  <a:gd name="T4" fmla="*/ 1 w 45"/>
                  <a:gd name="T5" fmla="*/ 8 h 13"/>
                  <a:gd name="T6" fmla="*/ 43 w 45"/>
                  <a:gd name="T7" fmla="*/ 3 h 13"/>
                  <a:gd name="T8" fmla="*/ 42 w 45"/>
                  <a:gd name="T9" fmla="*/ 0 h 13"/>
                </a:gdLst>
                <a:ahLst/>
                <a:cxnLst>
                  <a:cxn ang="0">
                    <a:pos x="T0" y="T1"/>
                  </a:cxn>
                  <a:cxn ang="0">
                    <a:pos x="T2" y="T3"/>
                  </a:cxn>
                  <a:cxn ang="0">
                    <a:pos x="T4" y="T5"/>
                  </a:cxn>
                  <a:cxn ang="0">
                    <a:pos x="T6" y="T7"/>
                  </a:cxn>
                  <a:cxn ang="0">
                    <a:pos x="T8" y="T9"/>
                  </a:cxn>
                </a:cxnLst>
                <a:rect l="0" t="0" r="r" b="b"/>
                <a:pathLst>
                  <a:path w="45" h="13">
                    <a:moveTo>
                      <a:pt x="42" y="0"/>
                    </a:moveTo>
                    <a:cubicBezTo>
                      <a:pt x="28" y="5"/>
                      <a:pt x="17" y="6"/>
                      <a:pt x="2" y="5"/>
                    </a:cubicBezTo>
                    <a:cubicBezTo>
                      <a:pt x="0" y="5"/>
                      <a:pt x="0" y="8"/>
                      <a:pt x="1" y="8"/>
                    </a:cubicBezTo>
                    <a:cubicBezTo>
                      <a:pt x="15" y="13"/>
                      <a:pt x="32" y="11"/>
                      <a:pt x="43" y="3"/>
                    </a:cubicBezTo>
                    <a:cubicBezTo>
                      <a:pt x="45" y="2"/>
                      <a:pt x="44" y="0"/>
                      <a:pt x="4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99" name="Freeform 215">
                <a:extLst>
                  <a:ext uri="{FF2B5EF4-FFF2-40B4-BE49-F238E27FC236}">
                    <a16:creationId xmlns:a16="http://schemas.microsoft.com/office/drawing/2014/main" id="{8E5BE666-50D9-647E-3953-D3EEF1FB18FB}"/>
                  </a:ext>
                </a:extLst>
              </p:cNvPr>
              <p:cNvSpPr/>
              <p:nvPr/>
            </p:nvSpPr>
            <p:spPr bwMode="auto">
              <a:xfrm>
                <a:off x="5515" y="2796"/>
                <a:ext cx="49" cy="28"/>
              </a:xfrm>
              <a:custGeom>
                <a:avLst/>
                <a:gdLst>
                  <a:gd name="T0" fmla="*/ 24 w 28"/>
                  <a:gd name="T1" fmla="*/ 2 h 16"/>
                  <a:gd name="T2" fmla="*/ 12 w 28"/>
                  <a:gd name="T3" fmla="*/ 8 h 16"/>
                  <a:gd name="T4" fmla="*/ 2 w 28"/>
                  <a:gd name="T5" fmla="*/ 11 h 16"/>
                  <a:gd name="T6" fmla="*/ 2 w 28"/>
                  <a:gd name="T7" fmla="*/ 14 h 16"/>
                  <a:gd name="T8" fmla="*/ 26 w 28"/>
                  <a:gd name="T9" fmla="*/ 4 h 16"/>
                  <a:gd name="T10" fmla="*/ 24 w 28"/>
                  <a:gd name="T11" fmla="*/ 2 h 16"/>
                </a:gdLst>
                <a:ahLst/>
                <a:cxnLst>
                  <a:cxn ang="0">
                    <a:pos x="T0" y="T1"/>
                  </a:cxn>
                  <a:cxn ang="0">
                    <a:pos x="T2" y="T3"/>
                  </a:cxn>
                  <a:cxn ang="0">
                    <a:pos x="T4" y="T5"/>
                  </a:cxn>
                  <a:cxn ang="0">
                    <a:pos x="T6" y="T7"/>
                  </a:cxn>
                  <a:cxn ang="0">
                    <a:pos x="T8" y="T9"/>
                  </a:cxn>
                  <a:cxn ang="0">
                    <a:pos x="T10" y="T11"/>
                  </a:cxn>
                </a:cxnLst>
                <a:rect l="0" t="0" r="r" b="b"/>
                <a:pathLst>
                  <a:path w="28" h="16">
                    <a:moveTo>
                      <a:pt x="24" y="2"/>
                    </a:moveTo>
                    <a:cubicBezTo>
                      <a:pt x="20" y="4"/>
                      <a:pt x="17" y="7"/>
                      <a:pt x="12" y="8"/>
                    </a:cubicBezTo>
                    <a:cubicBezTo>
                      <a:pt x="9" y="9"/>
                      <a:pt x="5" y="10"/>
                      <a:pt x="2" y="11"/>
                    </a:cubicBezTo>
                    <a:cubicBezTo>
                      <a:pt x="1" y="11"/>
                      <a:pt x="0" y="13"/>
                      <a:pt x="2" y="14"/>
                    </a:cubicBezTo>
                    <a:cubicBezTo>
                      <a:pt x="10" y="16"/>
                      <a:pt x="20" y="10"/>
                      <a:pt x="26" y="4"/>
                    </a:cubicBezTo>
                    <a:cubicBezTo>
                      <a:pt x="28" y="2"/>
                      <a:pt x="25" y="0"/>
                      <a:pt x="2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0" name="Freeform 216">
                <a:extLst>
                  <a:ext uri="{FF2B5EF4-FFF2-40B4-BE49-F238E27FC236}">
                    <a16:creationId xmlns:a16="http://schemas.microsoft.com/office/drawing/2014/main" id="{63F0E7D9-3B90-74C9-839E-BFD3C8C04BEB}"/>
                  </a:ext>
                </a:extLst>
              </p:cNvPr>
              <p:cNvSpPr/>
              <p:nvPr/>
            </p:nvSpPr>
            <p:spPr bwMode="auto">
              <a:xfrm>
                <a:off x="5543" y="2805"/>
                <a:ext cx="42" cy="33"/>
              </a:xfrm>
              <a:custGeom>
                <a:avLst/>
                <a:gdLst>
                  <a:gd name="T0" fmla="*/ 20 w 24"/>
                  <a:gd name="T1" fmla="*/ 2 h 19"/>
                  <a:gd name="T2" fmla="*/ 2 w 24"/>
                  <a:gd name="T3" fmla="*/ 15 h 19"/>
                  <a:gd name="T4" fmla="*/ 2 w 24"/>
                  <a:gd name="T5" fmla="*/ 19 h 19"/>
                  <a:gd name="T6" fmla="*/ 23 w 24"/>
                  <a:gd name="T7" fmla="*/ 4 h 19"/>
                  <a:gd name="T8" fmla="*/ 20 w 24"/>
                  <a:gd name="T9" fmla="*/ 2 h 19"/>
                </a:gdLst>
                <a:ahLst/>
                <a:cxnLst>
                  <a:cxn ang="0">
                    <a:pos x="T0" y="T1"/>
                  </a:cxn>
                  <a:cxn ang="0">
                    <a:pos x="T2" y="T3"/>
                  </a:cxn>
                  <a:cxn ang="0">
                    <a:pos x="T4" y="T5"/>
                  </a:cxn>
                  <a:cxn ang="0">
                    <a:pos x="T6" y="T7"/>
                  </a:cxn>
                  <a:cxn ang="0">
                    <a:pos x="T8" y="T9"/>
                  </a:cxn>
                </a:cxnLst>
                <a:rect l="0" t="0" r="r" b="b"/>
                <a:pathLst>
                  <a:path w="24" h="19">
                    <a:moveTo>
                      <a:pt x="20" y="2"/>
                    </a:moveTo>
                    <a:cubicBezTo>
                      <a:pt x="16" y="9"/>
                      <a:pt x="9" y="12"/>
                      <a:pt x="2" y="15"/>
                    </a:cubicBezTo>
                    <a:cubicBezTo>
                      <a:pt x="0" y="16"/>
                      <a:pt x="0" y="19"/>
                      <a:pt x="2" y="19"/>
                    </a:cubicBezTo>
                    <a:cubicBezTo>
                      <a:pt x="11" y="19"/>
                      <a:pt x="20" y="12"/>
                      <a:pt x="23" y="4"/>
                    </a:cubicBezTo>
                    <a:cubicBezTo>
                      <a:pt x="24" y="2"/>
                      <a:pt x="21" y="0"/>
                      <a:pt x="2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1" name="Freeform 217">
                <a:extLst>
                  <a:ext uri="{FF2B5EF4-FFF2-40B4-BE49-F238E27FC236}">
                    <a16:creationId xmlns:a16="http://schemas.microsoft.com/office/drawing/2014/main" id="{B1AB5C51-C993-C60B-1B14-672966D0C4A8}"/>
                  </a:ext>
                </a:extLst>
              </p:cNvPr>
              <p:cNvSpPr/>
              <p:nvPr/>
            </p:nvSpPr>
            <p:spPr bwMode="auto">
              <a:xfrm>
                <a:off x="5507" y="2775"/>
                <a:ext cx="44" cy="19"/>
              </a:xfrm>
              <a:custGeom>
                <a:avLst/>
                <a:gdLst>
                  <a:gd name="T0" fmla="*/ 23 w 25"/>
                  <a:gd name="T1" fmla="*/ 5 h 11"/>
                  <a:gd name="T2" fmla="*/ 3 w 25"/>
                  <a:gd name="T3" fmla="*/ 1 h 11"/>
                  <a:gd name="T4" fmla="*/ 1 w 25"/>
                  <a:gd name="T5" fmla="*/ 3 h 11"/>
                  <a:gd name="T6" fmla="*/ 24 w 25"/>
                  <a:gd name="T7" fmla="*/ 8 h 11"/>
                  <a:gd name="T8" fmla="*/ 23 w 25"/>
                  <a:gd name="T9" fmla="*/ 5 h 11"/>
                </a:gdLst>
                <a:ahLst/>
                <a:cxnLst>
                  <a:cxn ang="0">
                    <a:pos x="T0" y="T1"/>
                  </a:cxn>
                  <a:cxn ang="0">
                    <a:pos x="T2" y="T3"/>
                  </a:cxn>
                  <a:cxn ang="0">
                    <a:pos x="T4" y="T5"/>
                  </a:cxn>
                  <a:cxn ang="0">
                    <a:pos x="T6" y="T7"/>
                  </a:cxn>
                  <a:cxn ang="0">
                    <a:pos x="T8" y="T9"/>
                  </a:cxn>
                </a:cxnLst>
                <a:rect l="0" t="0" r="r" b="b"/>
                <a:pathLst>
                  <a:path w="25" h="11">
                    <a:moveTo>
                      <a:pt x="23" y="5"/>
                    </a:moveTo>
                    <a:cubicBezTo>
                      <a:pt x="16" y="6"/>
                      <a:pt x="9" y="5"/>
                      <a:pt x="3" y="1"/>
                    </a:cubicBezTo>
                    <a:cubicBezTo>
                      <a:pt x="1" y="0"/>
                      <a:pt x="0" y="2"/>
                      <a:pt x="1" y="3"/>
                    </a:cubicBezTo>
                    <a:cubicBezTo>
                      <a:pt x="6" y="9"/>
                      <a:pt x="16" y="11"/>
                      <a:pt x="24" y="8"/>
                    </a:cubicBezTo>
                    <a:cubicBezTo>
                      <a:pt x="25" y="8"/>
                      <a:pt x="25" y="5"/>
                      <a:pt x="23"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2" name="Freeform 218">
                <a:extLst>
                  <a:ext uri="{FF2B5EF4-FFF2-40B4-BE49-F238E27FC236}">
                    <a16:creationId xmlns:a16="http://schemas.microsoft.com/office/drawing/2014/main" id="{FB84CEF2-9BC4-8609-AF69-D0FEECFE548E}"/>
                  </a:ext>
                </a:extLst>
              </p:cNvPr>
              <p:cNvSpPr/>
              <p:nvPr/>
            </p:nvSpPr>
            <p:spPr bwMode="auto">
              <a:xfrm>
                <a:off x="5502" y="2722"/>
                <a:ext cx="46" cy="64"/>
              </a:xfrm>
              <a:custGeom>
                <a:avLst/>
                <a:gdLst>
                  <a:gd name="T0" fmla="*/ 25 w 26"/>
                  <a:gd name="T1" fmla="*/ 32 h 36"/>
                  <a:gd name="T2" fmla="*/ 4 w 26"/>
                  <a:gd name="T3" fmla="*/ 1 h 36"/>
                  <a:gd name="T4" fmla="*/ 2 w 26"/>
                  <a:gd name="T5" fmla="*/ 3 h 36"/>
                  <a:gd name="T6" fmla="*/ 22 w 26"/>
                  <a:gd name="T7" fmla="*/ 34 h 36"/>
                  <a:gd name="T8" fmla="*/ 25 w 26"/>
                  <a:gd name="T9" fmla="*/ 32 h 36"/>
                </a:gdLst>
                <a:ahLst/>
                <a:cxnLst>
                  <a:cxn ang="0">
                    <a:pos x="T0" y="T1"/>
                  </a:cxn>
                  <a:cxn ang="0">
                    <a:pos x="T2" y="T3"/>
                  </a:cxn>
                  <a:cxn ang="0">
                    <a:pos x="T4" y="T5"/>
                  </a:cxn>
                  <a:cxn ang="0">
                    <a:pos x="T6" y="T7"/>
                  </a:cxn>
                  <a:cxn ang="0">
                    <a:pos x="T8" y="T9"/>
                  </a:cxn>
                </a:cxnLst>
                <a:rect l="0" t="0" r="r" b="b"/>
                <a:pathLst>
                  <a:path w="26" h="36">
                    <a:moveTo>
                      <a:pt x="25" y="32"/>
                    </a:moveTo>
                    <a:cubicBezTo>
                      <a:pt x="20" y="21"/>
                      <a:pt x="13" y="10"/>
                      <a:pt x="4" y="1"/>
                    </a:cubicBezTo>
                    <a:cubicBezTo>
                      <a:pt x="2" y="0"/>
                      <a:pt x="0" y="2"/>
                      <a:pt x="2" y="3"/>
                    </a:cubicBezTo>
                    <a:cubicBezTo>
                      <a:pt x="9" y="13"/>
                      <a:pt x="16" y="23"/>
                      <a:pt x="22" y="34"/>
                    </a:cubicBezTo>
                    <a:cubicBezTo>
                      <a:pt x="23" y="36"/>
                      <a:pt x="26" y="34"/>
                      <a:pt x="25"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3" name="Freeform 219">
                <a:extLst>
                  <a:ext uri="{FF2B5EF4-FFF2-40B4-BE49-F238E27FC236}">
                    <a16:creationId xmlns:a16="http://schemas.microsoft.com/office/drawing/2014/main" id="{F2121061-BA5B-998A-1A46-4BDC4F6C7CAC}"/>
                  </a:ext>
                </a:extLst>
              </p:cNvPr>
              <p:cNvSpPr/>
              <p:nvPr/>
            </p:nvSpPr>
            <p:spPr bwMode="auto">
              <a:xfrm>
                <a:off x="5465" y="2849"/>
                <a:ext cx="74" cy="56"/>
              </a:xfrm>
              <a:custGeom>
                <a:avLst/>
                <a:gdLst>
                  <a:gd name="T0" fmla="*/ 40 w 42"/>
                  <a:gd name="T1" fmla="*/ 29 h 32"/>
                  <a:gd name="T2" fmla="*/ 4 w 42"/>
                  <a:gd name="T3" fmla="*/ 2 h 32"/>
                  <a:gd name="T4" fmla="*/ 1 w 42"/>
                  <a:gd name="T5" fmla="*/ 3 h 32"/>
                  <a:gd name="T6" fmla="*/ 40 w 42"/>
                  <a:gd name="T7" fmla="*/ 32 h 32"/>
                  <a:gd name="T8" fmla="*/ 40 w 42"/>
                  <a:gd name="T9" fmla="*/ 29 h 32"/>
                </a:gdLst>
                <a:ahLst/>
                <a:cxnLst>
                  <a:cxn ang="0">
                    <a:pos x="T0" y="T1"/>
                  </a:cxn>
                  <a:cxn ang="0">
                    <a:pos x="T2" y="T3"/>
                  </a:cxn>
                  <a:cxn ang="0">
                    <a:pos x="T4" y="T5"/>
                  </a:cxn>
                  <a:cxn ang="0">
                    <a:pos x="T6" y="T7"/>
                  </a:cxn>
                  <a:cxn ang="0">
                    <a:pos x="T8" y="T9"/>
                  </a:cxn>
                </a:cxnLst>
                <a:rect l="0" t="0" r="r" b="b"/>
                <a:pathLst>
                  <a:path w="42" h="32">
                    <a:moveTo>
                      <a:pt x="40" y="29"/>
                    </a:moveTo>
                    <a:cubicBezTo>
                      <a:pt x="24" y="26"/>
                      <a:pt x="11" y="16"/>
                      <a:pt x="4" y="2"/>
                    </a:cubicBezTo>
                    <a:cubicBezTo>
                      <a:pt x="3" y="0"/>
                      <a:pt x="0" y="1"/>
                      <a:pt x="1" y="3"/>
                    </a:cubicBezTo>
                    <a:cubicBezTo>
                      <a:pt x="6" y="20"/>
                      <a:pt x="22" y="31"/>
                      <a:pt x="40" y="32"/>
                    </a:cubicBezTo>
                    <a:cubicBezTo>
                      <a:pt x="42" y="32"/>
                      <a:pt x="42" y="29"/>
                      <a:pt x="40"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4" name="Freeform 220">
                <a:extLst>
                  <a:ext uri="{FF2B5EF4-FFF2-40B4-BE49-F238E27FC236}">
                    <a16:creationId xmlns:a16="http://schemas.microsoft.com/office/drawing/2014/main" id="{E35D37E5-DED6-A9B5-56A4-C8B6D99350BE}"/>
                  </a:ext>
                </a:extLst>
              </p:cNvPr>
              <p:cNvSpPr/>
              <p:nvPr/>
            </p:nvSpPr>
            <p:spPr bwMode="auto">
              <a:xfrm>
                <a:off x="5413" y="2853"/>
                <a:ext cx="63" cy="63"/>
              </a:xfrm>
              <a:custGeom>
                <a:avLst/>
                <a:gdLst>
                  <a:gd name="T0" fmla="*/ 34 w 36"/>
                  <a:gd name="T1" fmla="*/ 31 h 36"/>
                  <a:gd name="T2" fmla="*/ 3 w 36"/>
                  <a:gd name="T3" fmla="*/ 1 h 36"/>
                  <a:gd name="T4" fmla="*/ 0 w 36"/>
                  <a:gd name="T5" fmla="*/ 3 h 36"/>
                  <a:gd name="T6" fmla="*/ 32 w 36"/>
                  <a:gd name="T7" fmla="*/ 34 h 36"/>
                  <a:gd name="T8" fmla="*/ 34 w 36"/>
                  <a:gd name="T9" fmla="*/ 31 h 36"/>
                </a:gdLst>
                <a:ahLst/>
                <a:cxnLst>
                  <a:cxn ang="0">
                    <a:pos x="T0" y="T1"/>
                  </a:cxn>
                  <a:cxn ang="0">
                    <a:pos x="T2" y="T3"/>
                  </a:cxn>
                  <a:cxn ang="0">
                    <a:pos x="T4" y="T5"/>
                  </a:cxn>
                  <a:cxn ang="0">
                    <a:pos x="T6" y="T7"/>
                  </a:cxn>
                  <a:cxn ang="0">
                    <a:pos x="T8" y="T9"/>
                  </a:cxn>
                </a:cxnLst>
                <a:rect l="0" t="0" r="r" b="b"/>
                <a:pathLst>
                  <a:path w="36" h="36">
                    <a:moveTo>
                      <a:pt x="34" y="31"/>
                    </a:moveTo>
                    <a:cubicBezTo>
                      <a:pt x="21" y="23"/>
                      <a:pt x="13" y="12"/>
                      <a:pt x="3" y="1"/>
                    </a:cubicBezTo>
                    <a:cubicBezTo>
                      <a:pt x="2" y="0"/>
                      <a:pt x="0" y="2"/>
                      <a:pt x="0" y="3"/>
                    </a:cubicBezTo>
                    <a:cubicBezTo>
                      <a:pt x="7" y="17"/>
                      <a:pt x="20" y="27"/>
                      <a:pt x="32" y="34"/>
                    </a:cubicBezTo>
                    <a:cubicBezTo>
                      <a:pt x="34" y="36"/>
                      <a:pt x="36" y="32"/>
                      <a:pt x="34"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5" name="Freeform 221">
                <a:extLst>
                  <a:ext uri="{FF2B5EF4-FFF2-40B4-BE49-F238E27FC236}">
                    <a16:creationId xmlns:a16="http://schemas.microsoft.com/office/drawing/2014/main" id="{E926A3EF-CA15-7A3E-A7A6-E360117ACB54}"/>
                  </a:ext>
                </a:extLst>
              </p:cNvPr>
              <p:cNvSpPr/>
              <p:nvPr/>
            </p:nvSpPr>
            <p:spPr bwMode="auto">
              <a:xfrm>
                <a:off x="5363" y="2851"/>
                <a:ext cx="50" cy="65"/>
              </a:xfrm>
              <a:custGeom>
                <a:avLst/>
                <a:gdLst>
                  <a:gd name="T0" fmla="*/ 26 w 28"/>
                  <a:gd name="T1" fmla="*/ 32 h 37"/>
                  <a:gd name="T2" fmla="*/ 3 w 28"/>
                  <a:gd name="T3" fmla="*/ 2 h 37"/>
                  <a:gd name="T4" fmla="*/ 0 w 28"/>
                  <a:gd name="T5" fmla="*/ 3 h 37"/>
                  <a:gd name="T6" fmla="*/ 23 w 28"/>
                  <a:gd name="T7" fmla="*/ 35 h 37"/>
                  <a:gd name="T8" fmla="*/ 26 w 28"/>
                  <a:gd name="T9" fmla="*/ 32 h 37"/>
                </a:gdLst>
                <a:ahLst/>
                <a:cxnLst>
                  <a:cxn ang="0">
                    <a:pos x="T0" y="T1"/>
                  </a:cxn>
                  <a:cxn ang="0">
                    <a:pos x="T2" y="T3"/>
                  </a:cxn>
                  <a:cxn ang="0">
                    <a:pos x="T4" y="T5"/>
                  </a:cxn>
                  <a:cxn ang="0">
                    <a:pos x="T6" y="T7"/>
                  </a:cxn>
                  <a:cxn ang="0">
                    <a:pos x="T8" y="T9"/>
                  </a:cxn>
                </a:cxnLst>
                <a:rect l="0" t="0" r="r" b="b"/>
                <a:pathLst>
                  <a:path w="28" h="37">
                    <a:moveTo>
                      <a:pt x="26" y="32"/>
                    </a:moveTo>
                    <a:cubicBezTo>
                      <a:pt x="16" y="24"/>
                      <a:pt x="9" y="13"/>
                      <a:pt x="3" y="2"/>
                    </a:cubicBezTo>
                    <a:cubicBezTo>
                      <a:pt x="2" y="0"/>
                      <a:pt x="0" y="1"/>
                      <a:pt x="0" y="3"/>
                    </a:cubicBezTo>
                    <a:cubicBezTo>
                      <a:pt x="3" y="16"/>
                      <a:pt x="13" y="27"/>
                      <a:pt x="23" y="35"/>
                    </a:cubicBezTo>
                    <a:cubicBezTo>
                      <a:pt x="25" y="37"/>
                      <a:pt x="28" y="34"/>
                      <a:pt x="26"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6" name="Freeform 222">
                <a:extLst>
                  <a:ext uri="{FF2B5EF4-FFF2-40B4-BE49-F238E27FC236}">
                    <a16:creationId xmlns:a16="http://schemas.microsoft.com/office/drawing/2014/main" id="{83F75E8F-6DDB-AF45-A7D7-82A9389A6D34}"/>
                  </a:ext>
                </a:extLst>
              </p:cNvPr>
              <p:cNvSpPr/>
              <p:nvPr/>
            </p:nvSpPr>
            <p:spPr bwMode="auto">
              <a:xfrm>
                <a:off x="5312" y="2842"/>
                <a:ext cx="46" cy="67"/>
              </a:xfrm>
              <a:custGeom>
                <a:avLst/>
                <a:gdLst>
                  <a:gd name="T0" fmla="*/ 25 w 26"/>
                  <a:gd name="T1" fmla="*/ 34 h 38"/>
                  <a:gd name="T2" fmla="*/ 3 w 26"/>
                  <a:gd name="T3" fmla="*/ 1 h 38"/>
                  <a:gd name="T4" fmla="*/ 0 w 26"/>
                  <a:gd name="T5" fmla="*/ 3 h 38"/>
                  <a:gd name="T6" fmla="*/ 22 w 26"/>
                  <a:gd name="T7" fmla="*/ 37 h 38"/>
                  <a:gd name="T8" fmla="*/ 25 w 26"/>
                  <a:gd name="T9" fmla="*/ 34 h 38"/>
                </a:gdLst>
                <a:ahLst/>
                <a:cxnLst>
                  <a:cxn ang="0">
                    <a:pos x="T0" y="T1"/>
                  </a:cxn>
                  <a:cxn ang="0">
                    <a:pos x="T2" y="T3"/>
                  </a:cxn>
                  <a:cxn ang="0">
                    <a:pos x="T4" y="T5"/>
                  </a:cxn>
                  <a:cxn ang="0">
                    <a:pos x="T6" y="T7"/>
                  </a:cxn>
                  <a:cxn ang="0">
                    <a:pos x="T8" y="T9"/>
                  </a:cxn>
                </a:cxnLst>
                <a:rect l="0" t="0" r="r" b="b"/>
                <a:pathLst>
                  <a:path w="26" h="38">
                    <a:moveTo>
                      <a:pt x="25" y="34"/>
                    </a:moveTo>
                    <a:cubicBezTo>
                      <a:pt x="16" y="24"/>
                      <a:pt x="10" y="13"/>
                      <a:pt x="3" y="1"/>
                    </a:cubicBezTo>
                    <a:cubicBezTo>
                      <a:pt x="2" y="0"/>
                      <a:pt x="0" y="1"/>
                      <a:pt x="0" y="3"/>
                    </a:cubicBezTo>
                    <a:cubicBezTo>
                      <a:pt x="5" y="15"/>
                      <a:pt x="13" y="27"/>
                      <a:pt x="22" y="37"/>
                    </a:cubicBezTo>
                    <a:cubicBezTo>
                      <a:pt x="24" y="38"/>
                      <a:pt x="26" y="36"/>
                      <a:pt x="25"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7" name="Freeform 223">
                <a:extLst>
                  <a:ext uri="{FF2B5EF4-FFF2-40B4-BE49-F238E27FC236}">
                    <a16:creationId xmlns:a16="http://schemas.microsoft.com/office/drawing/2014/main" id="{576BAD89-30AF-75B9-4D2D-D255228EBA23}"/>
                  </a:ext>
                </a:extLst>
              </p:cNvPr>
              <p:cNvSpPr/>
              <p:nvPr/>
            </p:nvSpPr>
            <p:spPr bwMode="auto">
              <a:xfrm>
                <a:off x="5254" y="2812"/>
                <a:ext cx="41" cy="72"/>
              </a:xfrm>
              <a:custGeom>
                <a:avLst/>
                <a:gdLst>
                  <a:gd name="T0" fmla="*/ 22 w 23"/>
                  <a:gd name="T1" fmla="*/ 38 h 41"/>
                  <a:gd name="T2" fmla="*/ 3 w 23"/>
                  <a:gd name="T3" fmla="*/ 1 h 41"/>
                  <a:gd name="T4" fmla="*/ 0 w 23"/>
                  <a:gd name="T5" fmla="*/ 2 h 41"/>
                  <a:gd name="T6" fmla="*/ 19 w 23"/>
                  <a:gd name="T7" fmla="*/ 40 h 41"/>
                  <a:gd name="T8" fmla="*/ 22 w 23"/>
                  <a:gd name="T9" fmla="*/ 38 h 41"/>
                </a:gdLst>
                <a:ahLst/>
                <a:cxnLst>
                  <a:cxn ang="0">
                    <a:pos x="T0" y="T1"/>
                  </a:cxn>
                  <a:cxn ang="0">
                    <a:pos x="T2" y="T3"/>
                  </a:cxn>
                  <a:cxn ang="0">
                    <a:pos x="T4" y="T5"/>
                  </a:cxn>
                  <a:cxn ang="0">
                    <a:pos x="T6" y="T7"/>
                  </a:cxn>
                  <a:cxn ang="0">
                    <a:pos x="T8" y="T9"/>
                  </a:cxn>
                </a:cxnLst>
                <a:rect l="0" t="0" r="r" b="b"/>
                <a:pathLst>
                  <a:path w="23" h="41">
                    <a:moveTo>
                      <a:pt x="22" y="38"/>
                    </a:moveTo>
                    <a:cubicBezTo>
                      <a:pt x="14" y="26"/>
                      <a:pt x="9" y="14"/>
                      <a:pt x="3" y="1"/>
                    </a:cubicBezTo>
                    <a:cubicBezTo>
                      <a:pt x="2" y="0"/>
                      <a:pt x="0" y="1"/>
                      <a:pt x="0" y="2"/>
                    </a:cubicBezTo>
                    <a:cubicBezTo>
                      <a:pt x="3" y="16"/>
                      <a:pt x="11" y="29"/>
                      <a:pt x="19" y="40"/>
                    </a:cubicBezTo>
                    <a:cubicBezTo>
                      <a:pt x="20" y="41"/>
                      <a:pt x="23" y="39"/>
                      <a:pt x="22" y="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8" name="Freeform 224">
                <a:extLst>
                  <a:ext uri="{FF2B5EF4-FFF2-40B4-BE49-F238E27FC236}">
                    <a16:creationId xmlns:a16="http://schemas.microsoft.com/office/drawing/2014/main" id="{EB7556B0-4141-9E5C-80D0-DE7391515285}"/>
                  </a:ext>
                </a:extLst>
              </p:cNvPr>
              <p:cNvSpPr/>
              <p:nvPr/>
            </p:nvSpPr>
            <p:spPr bwMode="auto">
              <a:xfrm>
                <a:off x="5207" y="2803"/>
                <a:ext cx="37" cy="57"/>
              </a:xfrm>
              <a:custGeom>
                <a:avLst/>
                <a:gdLst>
                  <a:gd name="T0" fmla="*/ 20 w 21"/>
                  <a:gd name="T1" fmla="*/ 28 h 32"/>
                  <a:gd name="T2" fmla="*/ 3 w 21"/>
                  <a:gd name="T3" fmla="*/ 1 h 32"/>
                  <a:gd name="T4" fmla="*/ 0 w 21"/>
                  <a:gd name="T5" fmla="*/ 2 h 32"/>
                  <a:gd name="T6" fmla="*/ 18 w 21"/>
                  <a:gd name="T7" fmla="*/ 31 h 32"/>
                  <a:gd name="T8" fmla="*/ 20 w 21"/>
                  <a:gd name="T9" fmla="*/ 28 h 32"/>
                </a:gdLst>
                <a:ahLst/>
                <a:cxnLst>
                  <a:cxn ang="0">
                    <a:pos x="T0" y="T1"/>
                  </a:cxn>
                  <a:cxn ang="0">
                    <a:pos x="T2" y="T3"/>
                  </a:cxn>
                  <a:cxn ang="0">
                    <a:pos x="T4" y="T5"/>
                  </a:cxn>
                  <a:cxn ang="0">
                    <a:pos x="T6" y="T7"/>
                  </a:cxn>
                  <a:cxn ang="0">
                    <a:pos x="T8" y="T9"/>
                  </a:cxn>
                </a:cxnLst>
                <a:rect l="0" t="0" r="r" b="b"/>
                <a:pathLst>
                  <a:path w="21" h="32">
                    <a:moveTo>
                      <a:pt x="20" y="28"/>
                    </a:moveTo>
                    <a:cubicBezTo>
                      <a:pt x="11" y="21"/>
                      <a:pt x="6" y="12"/>
                      <a:pt x="3" y="1"/>
                    </a:cubicBezTo>
                    <a:cubicBezTo>
                      <a:pt x="2" y="0"/>
                      <a:pt x="0" y="0"/>
                      <a:pt x="0" y="2"/>
                    </a:cubicBezTo>
                    <a:cubicBezTo>
                      <a:pt x="1" y="14"/>
                      <a:pt x="8" y="24"/>
                      <a:pt x="18" y="31"/>
                    </a:cubicBezTo>
                    <a:cubicBezTo>
                      <a:pt x="19" y="32"/>
                      <a:pt x="21" y="30"/>
                      <a:pt x="20"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9" name="Freeform 225">
                <a:extLst>
                  <a:ext uri="{FF2B5EF4-FFF2-40B4-BE49-F238E27FC236}">
                    <a16:creationId xmlns:a16="http://schemas.microsoft.com/office/drawing/2014/main" id="{44C555C1-F52D-1F3A-76D4-6A4722A05217}"/>
                  </a:ext>
                </a:extLst>
              </p:cNvPr>
              <p:cNvSpPr/>
              <p:nvPr/>
            </p:nvSpPr>
            <p:spPr bwMode="auto">
              <a:xfrm>
                <a:off x="5149" y="2786"/>
                <a:ext cx="49" cy="70"/>
              </a:xfrm>
              <a:custGeom>
                <a:avLst/>
                <a:gdLst>
                  <a:gd name="T0" fmla="*/ 27 w 28"/>
                  <a:gd name="T1" fmla="*/ 37 h 40"/>
                  <a:gd name="T2" fmla="*/ 3 w 28"/>
                  <a:gd name="T3" fmla="*/ 1 h 40"/>
                  <a:gd name="T4" fmla="*/ 1 w 28"/>
                  <a:gd name="T5" fmla="*/ 2 h 40"/>
                  <a:gd name="T6" fmla="*/ 24 w 28"/>
                  <a:gd name="T7" fmla="*/ 39 h 40"/>
                  <a:gd name="T8" fmla="*/ 27 w 28"/>
                  <a:gd name="T9" fmla="*/ 37 h 40"/>
                </a:gdLst>
                <a:ahLst/>
                <a:cxnLst>
                  <a:cxn ang="0">
                    <a:pos x="T0" y="T1"/>
                  </a:cxn>
                  <a:cxn ang="0">
                    <a:pos x="T2" y="T3"/>
                  </a:cxn>
                  <a:cxn ang="0">
                    <a:pos x="T4" y="T5"/>
                  </a:cxn>
                  <a:cxn ang="0">
                    <a:pos x="T6" y="T7"/>
                  </a:cxn>
                  <a:cxn ang="0">
                    <a:pos x="T8" y="T9"/>
                  </a:cxn>
                </a:cxnLst>
                <a:rect l="0" t="0" r="r" b="b"/>
                <a:pathLst>
                  <a:path w="28" h="40">
                    <a:moveTo>
                      <a:pt x="27" y="37"/>
                    </a:moveTo>
                    <a:cubicBezTo>
                      <a:pt x="17" y="26"/>
                      <a:pt x="10" y="14"/>
                      <a:pt x="3" y="1"/>
                    </a:cubicBezTo>
                    <a:cubicBezTo>
                      <a:pt x="3" y="0"/>
                      <a:pt x="0" y="1"/>
                      <a:pt x="1" y="2"/>
                    </a:cubicBezTo>
                    <a:cubicBezTo>
                      <a:pt x="4" y="17"/>
                      <a:pt x="14" y="30"/>
                      <a:pt x="24" y="39"/>
                    </a:cubicBezTo>
                    <a:cubicBezTo>
                      <a:pt x="26" y="40"/>
                      <a:pt x="28" y="38"/>
                      <a:pt x="27"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0" name="Freeform 226">
                <a:extLst>
                  <a:ext uri="{FF2B5EF4-FFF2-40B4-BE49-F238E27FC236}">
                    <a16:creationId xmlns:a16="http://schemas.microsoft.com/office/drawing/2014/main" id="{2AAE7344-B958-68BC-DC79-DE25C5A1FD72}"/>
                  </a:ext>
                </a:extLst>
              </p:cNvPr>
              <p:cNvSpPr/>
              <p:nvPr/>
            </p:nvSpPr>
            <p:spPr bwMode="auto">
              <a:xfrm>
                <a:off x="5114" y="2772"/>
                <a:ext cx="44" cy="72"/>
              </a:xfrm>
              <a:custGeom>
                <a:avLst/>
                <a:gdLst>
                  <a:gd name="T0" fmla="*/ 23 w 25"/>
                  <a:gd name="T1" fmla="*/ 37 h 41"/>
                  <a:gd name="T2" fmla="*/ 11 w 25"/>
                  <a:gd name="T3" fmla="*/ 19 h 41"/>
                  <a:gd name="T4" fmla="*/ 3 w 25"/>
                  <a:gd name="T5" fmla="*/ 2 h 41"/>
                  <a:gd name="T6" fmla="*/ 0 w 25"/>
                  <a:gd name="T7" fmla="*/ 3 h 41"/>
                  <a:gd name="T8" fmla="*/ 10 w 25"/>
                  <a:gd name="T9" fmla="*/ 30 h 41"/>
                  <a:gd name="T10" fmla="*/ 22 w 25"/>
                  <a:gd name="T11" fmla="*/ 40 h 41"/>
                  <a:gd name="T12" fmla="*/ 23 w 25"/>
                  <a:gd name="T13" fmla="*/ 37 h 41"/>
                </a:gdLst>
                <a:ahLst/>
                <a:cxnLst>
                  <a:cxn ang="0">
                    <a:pos x="T0" y="T1"/>
                  </a:cxn>
                  <a:cxn ang="0">
                    <a:pos x="T2" y="T3"/>
                  </a:cxn>
                  <a:cxn ang="0">
                    <a:pos x="T4" y="T5"/>
                  </a:cxn>
                  <a:cxn ang="0">
                    <a:pos x="T6" y="T7"/>
                  </a:cxn>
                  <a:cxn ang="0">
                    <a:pos x="T8" y="T9"/>
                  </a:cxn>
                  <a:cxn ang="0">
                    <a:pos x="T10" y="T11"/>
                  </a:cxn>
                  <a:cxn ang="0">
                    <a:pos x="T12" y="T13"/>
                  </a:cxn>
                </a:cxnLst>
                <a:rect l="0" t="0" r="r" b="b"/>
                <a:pathLst>
                  <a:path w="25" h="41">
                    <a:moveTo>
                      <a:pt x="23" y="37"/>
                    </a:moveTo>
                    <a:cubicBezTo>
                      <a:pt x="15" y="35"/>
                      <a:pt x="13" y="25"/>
                      <a:pt x="11" y="19"/>
                    </a:cubicBezTo>
                    <a:cubicBezTo>
                      <a:pt x="8" y="13"/>
                      <a:pt x="6" y="8"/>
                      <a:pt x="3" y="2"/>
                    </a:cubicBezTo>
                    <a:cubicBezTo>
                      <a:pt x="2" y="0"/>
                      <a:pt x="0" y="1"/>
                      <a:pt x="0" y="3"/>
                    </a:cubicBezTo>
                    <a:cubicBezTo>
                      <a:pt x="3" y="12"/>
                      <a:pt x="6" y="22"/>
                      <a:pt x="10" y="30"/>
                    </a:cubicBezTo>
                    <a:cubicBezTo>
                      <a:pt x="13" y="36"/>
                      <a:pt x="16" y="39"/>
                      <a:pt x="22" y="40"/>
                    </a:cubicBezTo>
                    <a:cubicBezTo>
                      <a:pt x="24" y="41"/>
                      <a:pt x="25" y="37"/>
                      <a:pt x="23"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1" name="Freeform 227">
                <a:extLst>
                  <a:ext uri="{FF2B5EF4-FFF2-40B4-BE49-F238E27FC236}">
                    <a16:creationId xmlns:a16="http://schemas.microsoft.com/office/drawing/2014/main" id="{F6414675-A439-2626-EAD3-21C6A3B95F98}"/>
                  </a:ext>
                </a:extLst>
              </p:cNvPr>
              <p:cNvSpPr/>
              <p:nvPr/>
            </p:nvSpPr>
            <p:spPr bwMode="auto">
              <a:xfrm>
                <a:off x="5043" y="2759"/>
                <a:ext cx="46" cy="67"/>
              </a:xfrm>
              <a:custGeom>
                <a:avLst/>
                <a:gdLst>
                  <a:gd name="T0" fmla="*/ 25 w 26"/>
                  <a:gd name="T1" fmla="*/ 34 h 38"/>
                  <a:gd name="T2" fmla="*/ 3 w 26"/>
                  <a:gd name="T3" fmla="*/ 2 h 38"/>
                  <a:gd name="T4" fmla="*/ 0 w 26"/>
                  <a:gd name="T5" fmla="*/ 3 h 38"/>
                  <a:gd name="T6" fmla="*/ 23 w 26"/>
                  <a:gd name="T7" fmla="*/ 37 h 38"/>
                  <a:gd name="T8" fmla="*/ 25 w 26"/>
                  <a:gd name="T9" fmla="*/ 34 h 38"/>
                </a:gdLst>
                <a:ahLst/>
                <a:cxnLst>
                  <a:cxn ang="0">
                    <a:pos x="T0" y="T1"/>
                  </a:cxn>
                  <a:cxn ang="0">
                    <a:pos x="T2" y="T3"/>
                  </a:cxn>
                  <a:cxn ang="0">
                    <a:pos x="T4" y="T5"/>
                  </a:cxn>
                  <a:cxn ang="0">
                    <a:pos x="T6" y="T7"/>
                  </a:cxn>
                  <a:cxn ang="0">
                    <a:pos x="T8" y="T9"/>
                  </a:cxn>
                </a:cxnLst>
                <a:rect l="0" t="0" r="r" b="b"/>
                <a:pathLst>
                  <a:path w="26" h="38">
                    <a:moveTo>
                      <a:pt x="25" y="34"/>
                    </a:moveTo>
                    <a:cubicBezTo>
                      <a:pt x="15" y="24"/>
                      <a:pt x="9" y="14"/>
                      <a:pt x="3" y="2"/>
                    </a:cubicBezTo>
                    <a:cubicBezTo>
                      <a:pt x="2" y="0"/>
                      <a:pt x="0" y="1"/>
                      <a:pt x="0" y="3"/>
                    </a:cubicBezTo>
                    <a:cubicBezTo>
                      <a:pt x="3" y="16"/>
                      <a:pt x="12" y="29"/>
                      <a:pt x="23" y="37"/>
                    </a:cubicBezTo>
                    <a:cubicBezTo>
                      <a:pt x="24" y="38"/>
                      <a:pt x="26" y="35"/>
                      <a:pt x="25"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2" name="Freeform 228">
                <a:extLst>
                  <a:ext uri="{FF2B5EF4-FFF2-40B4-BE49-F238E27FC236}">
                    <a16:creationId xmlns:a16="http://schemas.microsoft.com/office/drawing/2014/main" id="{8FE74AB0-A22B-114F-82A9-10B407093FB4}"/>
                  </a:ext>
                </a:extLst>
              </p:cNvPr>
              <p:cNvSpPr/>
              <p:nvPr/>
            </p:nvSpPr>
            <p:spPr bwMode="auto">
              <a:xfrm>
                <a:off x="5079" y="2775"/>
                <a:ext cx="31" cy="56"/>
              </a:xfrm>
              <a:custGeom>
                <a:avLst/>
                <a:gdLst>
                  <a:gd name="T0" fmla="*/ 17 w 18"/>
                  <a:gd name="T1" fmla="*/ 28 h 32"/>
                  <a:gd name="T2" fmla="*/ 4 w 18"/>
                  <a:gd name="T3" fmla="*/ 2 h 32"/>
                  <a:gd name="T4" fmla="*/ 1 w 18"/>
                  <a:gd name="T5" fmla="*/ 2 h 32"/>
                  <a:gd name="T6" fmla="*/ 13 w 18"/>
                  <a:gd name="T7" fmla="*/ 30 h 32"/>
                  <a:gd name="T8" fmla="*/ 17 w 18"/>
                  <a:gd name="T9" fmla="*/ 28 h 32"/>
                </a:gdLst>
                <a:ahLst/>
                <a:cxnLst>
                  <a:cxn ang="0">
                    <a:pos x="T0" y="T1"/>
                  </a:cxn>
                  <a:cxn ang="0">
                    <a:pos x="T2" y="T3"/>
                  </a:cxn>
                  <a:cxn ang="0">
                    <a:pos x="T4" y="T5"/>
                  </a:cxn>
                  <a:cxn ang="0">
                    <a:pos x="T6" y="T7"/>
                  </a:cxn>
                  <a:cxn ang="0">
                    <a:pos x="T8" y="T9"/>
                  </a:cxn>
                </a:cxnLst>
                <a:rect l="0" t="0" r="r" b="b"/>
                <a:pathLst>
                  <a:path w="18" h="32">
                    <a:moveTo>
                      <a:pt x="17" y="28"/>
                    </a:moveTo>
                    <a:cubicBezTo>
                      <a:pt x="11" y="19"/>
                      <a:pt x="7" y="10"/>
                      <a:pt x="4" y="2"/>
                    </a:cubicBezTo>
                    <a:cubicBezTo>
                      <a:pt x="3" y="0"/>
                      <a:pt x="0" y="0"/>
                      <a:pt x="1" y="2"/>
                    </a:cubicBezTo>
                    <a:cubicBezTo>
                      <a:pt x="3" y="12"/>
                      <a:pt x="7" y="21"/>
                      <a:pt x="13" y="30"/>
                    </a:cubicBezTo>
                    <a:cubicBezTo>
                      <a:pt x="14" y="32"/>
                      <a:pt x="18" y="30"/>
                      <a:pt x="17"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3" name="Freeform 229">
                <a:extLst>
                  <a:ext uri="{FF2B5EF4-FFF2-40B4-BE49-F238E27FC236}">
                    <a16:creationId xmlns:a16="http://schemas.microsoft.com/office/drawing/2014/main" id="{E74D9845-949F-B913-BD64-ABBCBFF7E974}"/>
                  </a:ext>
                </a:extLst>
              </p:cNvPr>
              <p:cNvSpPr/>
              <p:nvPr/>
            </p:nvSpPr>
            <p:spPr bwMode="auto">
              <a:xfrm>
                <a:off x="4987" y="2745"/>
                <a:ext cx="49" cy="69"/>
              </a:xfrm>
              <a:custGeom>
                <a:avLst/>
                <a:gdLst>
                  <a:gd name="T0" fmla="*/ 26 w 28"/>
                  <a:gd name="T1" fmla="*/ 34 h 39"/>
                  <a:gd name="T2" fmla="*/ 4 w 28"/>
                  <a:gd name="T3" fmla="*/ 2 h 39"/>
                  <a:gd name="T4" fmla="*/ 1 w 28"/>
                  <a:gd name="T5" fmla="*/ 3 h 39"/>
                  <a:gd name="T6" fmla="*/ 23 w 28"/>
                  <a:gd name="T7" fmla="*/ 37 h 39"/>
                  <a:gd name="T8" fmla="*/ 26 w 28"/>
                  <a:gd name="T9" fmla="*/ 34 h 39"/>
                </a:gdLst>
                <a:ahLst/>
                <a:cxnLst>
                  <a:cxn ang="0">
                    <a:pos x="T0" y="T1"/>
                  </a:cxn>
                  <a:cxn ang="0">
                    <a:pos x="T2" y="T3"/>
                  </a:cxn>
                  <a:cxn ang="0">
                    <a:pos x="T4" y="T5"/>
                  </a:cxn>
                  <a:cxn ang="0">
                    <a:pos x="T6" y="T7"/>
                  </a:cxn>
                  <a:cxn ang="0">
                    <a:pos x="T8" y="T9"/>
                  </a:cxn>
                </a:cxnLst>
                <a:rect l="0" t="0" r="r" b="b"/>
                <a:pathLst>
                  <a:path w="28" h="39">
                    <a:moveTo>
                      <a:pt x="26" y="34"/>
                    </a:moveTo>
                    <a:cubicBezTo>
                      <a:pt x="16" y="25"/>
                      <a:pt x="9" y="14"/>
                      <a:pt x="4" y="2"/>
                    </a:cubicBezTo>
                    <a:cubicBezTo>
                      <a:pt x="3" y="0"/>
                      <a:pt x="0" y="2"/>
                      <a:pt x="1" y="3"/>
                    </a:cubicBezTo>
                    <a:cubicBezTo>
                      <a:pt x="4" y="17"/>
                      <a:pt x="13" y="28"/>
                      <a:pt x="23" y="37"/>
                    </a:cubicBezTo>
                    <a:cubicBezTo>
                      <a:pt x="25" y="39"/>
                      <a:pt x="28" y="36"/>
                      <a:pt x="26"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4" name="Freeform 230">
                <a:extLst>
                  <a:ext uri="{FF2B5EF4-FFF2-40B4-BE49-F238E27FC236}">
                    <a16:creationId xmlns:a16="http://schemas.microsoft.com/office/drawing/2014/main" id="{EC95EC22-A292-4350-D192-B05681A99415}"/>
                  </a:ext>
                </a:extLst>
              </p:cNvPr>
              <p:cNvSpPr/>
              <p:nvPr/>
            </p:nvSpPr>
            <p:spPr bwMode="auto">
              <a:xfrm>
                <a:off x="4926" y="2742"/>
                <a:ext cx="59" cy="70"/>
              </a:xfrm>
              <a:custGeom>
                <a:avLst/>
                <a:gdLst>
                  <a:gd name="T0" fmla="*/ 33 w 34"/>
                  <a:gd name="T1" fmla="*/ 36 h 40"/>
                  <a:gd name="T2" fmla="*/ 4 w 34"/>
                  <a:gd name="T3" fmla="*/ 1 h 40"/>
                  <a:gd name="T4" fmla="*/ 1 w 34"/>
                  <a:gd name="T5" fmla="*/ 3 h 40"/>
                  <a:gd name="T6" fmla="*/ 30 w 34"/>
                  <a:gd name="T7" fmla="*/ 38 h 40"/>
                  <a:gd name="T8" fmla="*/ 33 w 34"/>
                  <a:gd name="T9" fmla="*/ 36 h 40"/>
                </a:gdLst>
                <a:ahLst/>
                <a:cxnLst>
                  <a:cxn ang="0">
                    <a:pos x="T0" y="T1"/>
                  </a:cxn>
                  <a:cxn ang="0">
                    <a:pos x="T2" y="T3"/>
                  </a:cxn>
                  <a:cxn ang="0">
                    <a:pos x="T4" y="T5"/>
                  </a:cxn>
                  <a:cxn ang="0">
                    <a:pos x="T6" y="T7"/>
                  </a:cxn>
                  <a:cxn ang="0">
                    <a:pos x="T8" y="T9"/>
                  </a:cxn>
                </a:cxnLst>
                <a:rect l="0" t="0" r="r" b="b"/>
                <a:pathLst>
                  <a:path w="34" h="40">
                    <a:moveTo>
                      <a:pt x="33" y="36"/>
                    </a:moveTo>
                    <a:cubicBezTo>
                      <a:pt x="24" y="24"/>
                      <a:pt x="14" y="11"/>
                      <a:pt x="4" y="1"/>
                    </a:cubicBezTo>
                    <a:cubicBezTo>
                      <a:pt x="2" y="0"/>
                      <a:pt x="0" y="1"/>
                      <a:pt x="1" y="3"/>
                    </a:cubicBezTo>
                    <a:cubicBezTo>
                      <a:pt x="9" y="15"/>
                      <a:pt x="20" y="27"/>
                      <a:pt x="30" y="38"/>
                    </a:cubicBezTo>
                    <a:cubicBezTo>
                      <a:pt x="31" y="40"/>
                      <a:pt x="34" y="38"/>
                      <a:pt x="33" y="3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5" name="Freeform 231">
                <a:extLst>
                  <a:ext uri="{FF2B5EF4-FFF2-40B4-BE49-F238E27FC236}">
                    <a16:creationId xmlns:a16="http://schemas.microsoft.com/office/drawing/2014/main" id="{49DDCB1B-5D61-A049-AF95-BF515A56C81F}"/>
                  </a:ext>
                </a:extLst>
              </p:cNvPr>
              <p:cNvSpPr/>
              <p:nvPr/>
            </p:nvSpPr>
            <p:spPr bwMode="auto">
              <a:xfrm>
                <a:off x="4876" y="2742"/>
                <a:ext cx="50" cy="61"/>
              </a:xfrm>
              <a:custGeom>
                <a:avLst/>
                <a:gdLst>
                  <a:gd name="T0" fmla="*/ 27 w 28"/>
                  <a:gd name="T1" fmla="*/ 31 h 35"/>
                  <a:gd name="T2" fmla="*/ 3 w 28"/>
                  <a:gd name="T3" fmla="*/ 2 h 35"/>
                  <a:gd name="T4" fmla="*/ 1 w 28"/>
                  <a:gd name="T5" fmla="*/ 4 h 35"/>
                  <a:gd name="T6" fmla="*/ 24 w 28"/>
                  <a:gd name="T7" fmla="*/ 34 h 35"/>
                  <a:gd name="T8" fmla="*/ 27 w 28"/>
                  <a:gd name="T9" fmla="*/ 31 h 35"/>
                </a:gdLst>
                <a:ahLst/>
                <a:cxnLst>
                  <a:cxn ang="0">
                    <a:pos x="T0" y="T1"/>
                  </a:cxn>
                  <a:cxn ang="0">
                    <a:pos x="T2" y="T3"/>
                  </a:cxn>
                  <a:cxn ang="0">
                    <a:pos x="T4" y="T5"/>
                  </a:cxn>
                  <a:cxn ang="0">
                    <a:pos x="T6" y="T7"/>
                  </a:cxn>
                  <a:cxn ang="0">
                    <a:pos x="T8" y="T9"/>
                  </a:cxn>
                </a:cxnLst>
                <a:rect l="0" t="0" r="r" b="b"/>
                <a:pathLst>
                  <a:path w="28" h="35">
                    <a:moveTo>
                      <a:pt x="27" y="31"/>
                    </a:moveTo>
                    <a:cubicBezTo>
                      <a:pt x="18" y="22"/>
                      <a:pt x="11" y="11"/>
                      <a:pt x="3" y="2"/>
                    </a:cubicBezTo>
                    <a:cubicBezTo>
                      <a:pt x="2" y="0"/>
                      <a:pt x="0" y="2"/>
                      <a:pt x="1" y="4"/>
                    </a:cubicBezTo>
                    <a:cubicBezTo>
                      <a:pt x="6" y="15"/>
                      <a:pt x="15" y="25"/>
                      <a:pt x="24" y="34"/>
                    </a:cubicBezTo>
                    <a:cubicBezTo>
                      <a:pt x="26" y="35"/>
                      <a:pt x="28" y="33"/>
                      <a:pt x="27"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6" name="Freeform 232">
                <a:extLst>
                  <a:ext uri="{FF2B5EF4-FFF2-40B4-BE49-F238E27FC236}">
                    <a16:creationId xmlns:a16="http://schemas.microsoft.com/office/drawing/2014/main" id="{E0CBB795-4144-8E5C-F5B9-59F2E45C86FF}"/>
                  </a:ext>
                </a:extLst>
              </p:cNvPr>
              <p:cNvSpPr/>
              <p:nvPr/>
            </p:nvSpPr>
            <p:spPr bwMode="auto">
              <a:xfrm>
                <a:off x="4827" y="2745"/>
                <a:ext cx="49" cy="55"/>
              </a:xfrm>
              <a:custGeom>
                <a:avLst/>
                <a:gdLst>
                  <a:gd name="T0" fmla="*/ 26 w 28"/>
                  <a:gd name="T1" fmla="*/ 27 h 31"/>
                  <a:gd name="T2" fmla="*/ 3 w 28"/>
                  <a:gd name="T3" fmla="*/ 2 h 31"/>
                  <a:gd name="T4" fmla="*/ 1 w 28"/>
                  <a:gd name="T5" fmla="*/ 4 h 31"/>
                  <a:gd name="T6" fmla="*/ 23 w 28"/>
                  <a:gd name="T7" fmla="*/ 30 h 31"/>
                  <a:gd name="T8" fmla="*/ 26 w 28"/>
                  <a:gd name="T9" fmla="*/ 27 h 31"/>
                </a:gdLst>
                <a:ahLst/>
                <a:cxnLst>
                  <a:cxn ang="0">
                    <a:pos x="T0" y="T1"/>
                  </a:cxn>
                  <a:cxn ang="0">
                    <a:pos x="T2" y="T3"/>
                  </a:cxn>
                  <a:cxn ang="0">
                    <a:pos x="T4" y="T5"/>
                  </a:cxn>
                  <a:cxn ang="0">
                    <a:pos x="T6" y="T7"/>
                  </a:cxn>
                  <a:cxn ang="0">
                    <a:pos x="T8" y="T9"/>
                  </a:cxn>
                </a:cxnLst>
                <a:rect l="0" t="0" r="r" b="b"/>
                <a:pathLst>
                  <a:path w="28" h="31">
                    <a:moveTo>
                      <a:pt x="26" y="27"/>
                    </a:moveTo>
                    <a:cubicBezTo>
                      <a:pt x="17" y="20"/>
                      <a:pt x="10" y="11"/>
                      <a:pt x="3" y="2"/>
                    </a:cubicBezTo>
                    <a:cubicBezTo>
                      <a:pt x="2" y="0"/>
                      <a:pt x="0" y="2"/>
                      <a:pt x="1" y="4"/>
                    </a:cubicBezTo>
                    <a:cubicBezTo>
                      <a:pt x="6" y="14"/>
                      <a:pt x="14" y="23"/>
                      <a:pt x="23" y="30"/>
                    </a:cubicBezTo>
                    <a:cubicBezTo>
                      <a:pt x="25" y="31"/>
                      <a:pt x="28" y="29"/>
                      <a:pt x="26"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7" name="Freeform 233">
                <a:extLst>
                  <a:ext uri="{FF2B5EF4-FFF2-40B4-BE49-F238E27FC236}">
                    <a16:creationId xmlns:a16="http://schemas.microsoft.com/office/drawing/2014/main" id="{7E425FDC-0CDF-1F60-D9B2-44D514FB5D4F}"/>
                  </a:ext>
                </a:extLst>
              </p:cNvPr>
              <p:cNvSpPr/>
              <p:nvPr/>
            </p:nvSpPr>
            <p:spPr bwMode="auto">
              <a:xfrm>
                <a:off x="4774" y="2729"/>
                <a:ext cx="43" cy="67"/>
              </a:xfrm>
              <a:custGeom>
                <a:avLst/>
                <a:gdLst>
                  <a:gd name="T0" fmla="*/ 23 w 24"/>
                  <a:gd name="T1" fmla="*/ 33 h 38"/>
                  <a:gd name="T2" fmla="*/ 3 w 24"/>
                  <a:gd name="T3" fmla="*/ 1 h 38"/>
                  <a:gd name="T4" fmla="*/ 0 w 24"/>
                  <a:gd name="T5" fmla="*/ 3 h 38"/>
                  <a:gd name="T6" fmla="*/ 20 w 24"/>
                  <a:gd name="T7" fmla="*/ 36 h 38"/>
                  <a:gd name="T8" fmla="*/ 23 w 24"/>
                  <a:gd name="T9" fmla="*/ 33 h 38"/>
                </a:gdLst>
                <a:ahLst/>
                <a:cxnLst>
                  <a:cxn ang="0">
                    <a:pos x="T0" y="T1"/>
                  </a:cxn>
                  <a:cxn ang="0">
                    <a:pos x="T2" y="T3"/>
                  </a:cxn>
                  <a:cxn ang="0">
                    <a:pos x="T4" y="T5"/>
                  </a:cxn>
                  <a:cxn ang="0">
                    <a:pos x="T6" y="T7"/>
                  </a:cxn>
                  <a:cxn ang="0">
                    <a:pos x="T8" y="T9"/>
                  </a:cxn>
                </a:cxnLst>
                <a:rect l="0" t="0" r="r" b="b"/>
                <a:pathLst>
                  <a:path w="24" h="38">
                    <a:moveTo>
                      <a:pt x="23" y="33"/>
                    </a:moveTo>
                    <a:cubicBezTo>
                      <a:pt x="14" y="24"/>
                      <a:pt x="9" y="13"/>
                      <a:pt x="3" y="1"/>
                    </a:cubicBezTo>
                    <a:cubicBezTo>
                      <a:pt x="2" y="0"/>
                      <a:pt x="0" y="1"/>
                      <a:pt x="0" y="3"/>
                    </a:cubicBezTo>
                    <a:cubicBezTo>
                      <a:pt x="3" y="15"/>
                      <a:pt x="11" y="27"/>
                      <a:pt x="20" y="36"/>
                    </a:cubicBezTo>
                    <a:cubicBezTo>
                      <a:pt x="22" y="38"/>
                      <a:pt x="24" y="35"/>
                      <a:pt x="23"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8" name="Freeform 234">
                <a:extLst>
                  <a:ext uri="{FF2B5EF4-FFF2-40B4-BE49-F238E27FC236}">
                    <a16:creationId xmlns:a16="http://schemas.microsoft.com/office/drawing/2014/main" id="{1673DEE8-3CE0-6CC3-ED04-D89168C9D084}"/>
                  </a:ext>
                </a:extLst>
              </p:cNvPr>
              <p:cNvSpPr/>
              <p:nvPr/>
            </p:nvSpPr>
            <p:spPr bwMode="auto">
              <a:xfrm>
                <a:off x="4706" y="2728"/>
                <a:ext cx="51" cy="58"/>
              </a:xfrm>
              <a:custGeom>
                <a:avLst/>
                <a:gdLst>
                  <a:gd name="T0" fmla="*/ 27 w 29"/>
                  <a:gd name="T1" fmla="*/ 28 h 33"/>
                  <a:gd name="T2" fmla="*/ 4 w 29"/>
                  <a:gd name="T3" fmla="*/ 1 h 33"/>
                  <a:gd name="T4" fmla="*/ 1 w 29"/>
                  <a:gd name="T5" fmla="*/ 2 h 33"/>
                  <a:gd name="T6" fmla="*/ 25 w 29"/>
                  <a:gd name="T7" fmla="*/ 31 h 33"/>
                  <a:gd name="T8" fmla="*/ 27 w 29"/>
                  <a:gd name="T9" fmla="*/ 28 h 33"/>
                </a:gdLst>
                <a:ahLst/>
                <a:cxnLst>
                  <a:cxn ang="0">
                    <a:pos x="T0" y="T1"/>
                  </a:cxn>
                  <a:cxn ang="0">
                    <a:pos x="T2" y="T3"/>
                  </a:cxn>
                  <a:cxn ang="0">
                    <a:pos x="T4" y="T5"/>
                  </a:cxn>
                  <a:cxn ang="0">
                    <a:pos x="T6" y="T7"/>
                  </a:cxn>
                  <a:cxn ang="0">
                    <a:pos x="T8" y="T9"/>
                  </a:cxn>
                </a:cxnLst>
                <a:rect l="0" t="0" r="r" b="b"/>
                <a:pathLst>
                  <a:path w="29" h="33">
                    <a:moveTo>
                      <a:pt x="27" y="28"/>
                    </a:moveTo>
                    <a:cubicBezTo>
                      <a:pt x="17" y="21"/>
                      <a:pt x="10" y="12"/>
                      <a:pt x="4" y="1"/>
                    </a:cubicBezTo>
                    <a:cubicBezTo>
                      <a:pt x="3" y="0"/>
                      <a:pt x="0" y="1"/>
                      <a:pt x="1" y="2"/>
                    </a:cubicBezTo>
                    <a:cubicBezTo>
                      <a:pt x="6" y="15"/>
                      <a:pt x="14" y="24"/>
                      <a:pt x="25" y="31"/>
                    </a:cubicBezTo>
                    <a:cubicBezTo>
                      <a:pt x="27" y="33"/>
                      <a:pt x="29" y="30"/>
                      <a:pt x="27"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9" name="Freeform 235">
                <a:extLst>
                  <a:ext uri="{FF2B5EF4-FFF2-40B4-BE49-F238E27FC236}">
                    <a16:creationId xmlns:a16="http://schemas.microsoft.com/office/drawing/2014/main" id="{AE010EC4-6866-02B2-2D84-9E9291493169}"/>
                  </a:ext>
                </a:extLst>
              </p:cNvPr>
              <p:cNvSpPr/>
              <p:nvPr/>
            </p:nvSpPr>
            <p:spPr bwMode="auto">
              <a:xfrm>
                <a:off x="4648" y="2719"/>
                <a:ext cx="49" cy="67"/>
              </a:xfrm>
              <a:custGeom>
                <a:avLst/>
                <a:gdLst>
                  <a:gd name="T0" fmla="*/ 26 w 28"/>
                  <a:gd name="T1" fmla="*/ 34 h 38"/>
                  <a:gd name="T2" fmla="*/ 4 w 28"/>
                  <a:gd name="T3" fmla="*/ 1 h 38"/>
                  <a:gd name="T4" fmla="*/ 1 w 28"/>
                  <a:gd name="T5" fmla="*/ 2 h 38"/>
                  <a:gd name="T6" fmla="*/ 24 w 28"/>
                  <a:gd name="T7" fmla="*/ 37 h 38"/>
                  <a:gd name="T8" fmla="*/ 26 w 28"/>
                  <a:gd name="T9" fmla="*/ 34 h 38"/>
                </a:gdLst>
                <a:ahLst/>
                <a:cxnLst>
                  <a:cxn ang="0">
                    <a:pos x="T0" y="T1"/>
                  </a:cxn>
                  <a:cxn ang="0">
                    <a:pos x="T2" y="T3"/>
                  </a:cxn>
                  <a:cxn ang="0">
                    <a:pos x="T4" y="T5"/>
                  </a:cxn>
                  <a:cxn ang="0">
                    <a:pos x="T6" y="T7"/>
                  </a:cxn>
                  <a:cxn ang="0">
                    <a:pos x="T8" y="T9"/>
                  </a:cxn>
                </a:cxnLst>
                <a:rect l="0" t="0" r="r" b="b"/>
                <a:pathLst>
                  <a:path w="28" h="38">
                    <a:moveTo>
                      <a:pt x="26" y="34"/>
                    </a:moveTo>
                    <a:cubicBezTo>
                      <a:pt x="18" y="24"/>
                      <a:pt x="11" y="12"/>
                      <a:pt x="4" y="1"/>
                    </a:cubicBezTo>
                    <a:cubicBezTo>
                      <a:pt x="3" y="0"/>
                      <a:pt x="0" y="0"/>
                      <a:pt x="1" y="2"/>
                    </a:cubicBezTo>
                    <a:cubicBezTo>
                      <a:pt x="5" y="15"/>
                      <a:pt x="14" y="27"/>
                      <a:pt x="24" y="37"/>
                    </a:cubicBezTo>
                    <a:cubicBezTo>
                      <a:pt x="25" y="38"/>
                      <a:pt x="28" y="36"/>
                      <a:pt x="26"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0" name="Freeform 236">
                <a:extLst>
                  <a:ext uri="{FF2B5EF4-FFF2-40B4-BE49-F238E27FC236}">
                    <a16:creationId xmlns:a16="http://schemas.microsoft.com/office/drawing/2014/main" id="{67270CE2-7509-A7BA-44EB-196821F16FAE}"/>
                  </a:ext>
                </a:extLst>
              </p:cNvPr>
              <p:cNvSpPr/>
              <p:nvPr/>
            </p:nvSpPr>
            <p:spPr bwMode="auto">
              <a:xfrm>
                <a:off x="4583" y="2692"/>
                <a:ext cx="60" cy="71"/>
              </a:xfrm>
              <a:custGeom>
                <a:avLst/>
                <a:gdLst>
                  <a:gd name="T0" fmla="*/ 32 w 34"/>
                  <a:gd name="T1" fmla="*/ 35 h 40"/>
                  <a:gd name="T2" fmla="*/ 3 w 34"/>
                  <a:gd name="T3" fmla="*/ 1 h 40"/>
                  <a:gd name="T4" fmla="*/ 0 w 34"/>
                  <a:gd name="T5" fmla="*/ 3 h 40"/>
                  <a:gd name="T6" fmla="*/ 30 w 34"/>
                  <a:gd name="T7" fmla="*/ 38 h 40"/>
                  <a:gd name="T8" fmla="*/ 32 w 34"/>
                  <a:gd name="T9" fmla="*/ 35 h 40"/>
                </a:gdLst>
                <a:ahLst/>
                <a:cxnLst>
                  <a:cxn ang="0">
                    <a:pos x="T0" y="T1"/>
                  </a:cxn>
                  <a:cxn ang="0">
                    <a:pos x="T2" y="T3"/>
                  </a:cxn>
                  <a:cxn ang="0">
                    <a:pos x="T4" y="T5"/>
                  </a:cxn>
                  <a:cxn ang="0">
                    <a:pos x="T6" y="T7"/>
                  </a:cxn>
                  <a:cxn ang="0">
                    <a:pos x="T8" y="T9"/>
                  </a:cxn>
                </a:cxnLst>
                <a:rect l="0" t="0" r="r" b="b"/>
                <a:pathLst>
                  <a:path w="34" h="40">
                    <a:moveTo>
                      <a:pt x="32" y="35"/>
                    </a:moveTo>
                    <a:cubicBezTo>
                      <a:pt x="21" y="25"/>
                      <a:pt x="12" y="13"/>
                      <a:pt x="3" y="1"/>
                    </a:cubicBezTo>
                    <a:cubicBezTo>
                      <a:pt x="2" y="0"/>
                      <a:pt x="0" y="1"/>
                      <a:pt x="0" y="3"/>
                    </a:cubicBezTo>
                    <a:cubicBezTo>
                      <a:pt x="7" y="16"/>
                      <a:pt x="18" y="28"/>
                      <a:pt x="30" y="38"/>
                    </a:cubicBezTo>
                    <a:cubicBezTo>
                      <a:pt x="31" y="40"/>
                      <a:pt x="34" y="37"/>
                      <a:pt x="32" y="3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1" name="Freeform 237">
                <a:extLst>
                  <a:ext uri="{FF2B5EF4-FFF2-40B4-BE49-F238E27FC236}">
                    <a16:creationId xmlns:a16="http://schemas.microsoft.com/office/drawing/2014/main" id="{48ABC4FE-1098-B523-C370-F82BE8598FF4}"/>
                  </a:ext>
                </a:extLst>
              </p:cNvPr>
              <p:cNvSpPr/>
              <p:nvPr/>
            </p:nvSpPr>
            <p:spPr bwMode="auto">
              <a:xfrm>
                <a:off x="4535" y="2687"/>
                <a:ext cx="48" cy="69"/>
              </a:xfrm>
              <a:custGeom>
                <a:avLst/>
                <a:gdLst>
                  <a:gd name="T0" fmla="*/ 25 w 27"/>
                  <a:gd name="T1" fmla="*/ 34 h 39"/>
                  <a:gd name="T2" fmla="*/ 3 w 27"/>
                  <a:gd name="T3" fmla="*/ 2 h 39"/>
                  <a:gd name="T4" fmla="*/ 0 w 27"/>
                  <a:gd name="T5" fmla="*/ 3 h 39"/>
                  <a:gd name="T6" fmla="*/ 22 w 27"/>
                  <a:gd name="T7" fmla="*/ 37 h 39"/>
                  <a:gd name="T8" fmla="*/ 25 w 27"/>
                  <a:gd name="T9" fmla="*/ 34 h 39"/>
                </a:gdLst>
                <a:ahLst/>
                <a:cxnLst>
                  <a:cxn ang="0">
                    <a:pos x="T0" y="T1"/>
                  </a:cxn>
                  <a:cxn ang="0">
                    <a:pos x="T2" y="T3"/>
                  </a:cxn>
                  <a:cxn ang="0">
                    <a:pos x="T4" y="T5"/>
                  </a:cxn>
                  <a:cxn ang="0">
                    <a:pos x="T6" y="T7"/>
                  </a:cxn>
                  <a:cxn ang="0">
                    <a:pos x="T8" y="T9"/>
                  </a:cxn>
                </a:cxnLst>
                <a:rect l="0" t="0" r="r" b="b"/>
                <a:pathLst>
                  <a:path w="27" h="39">
                    <a:moveTo>
                      <a:pt x="25" y="34"/>
                    </a:moveTo>
                    <a:cubicBezTo>
                      <a:pt x="16" y="25"/>
                      <a:pt x="9" y="14"/>
                      <a:pt x="3" y="2"/>
                    </a:cubicBezTo>
                    <a:cubicBezTo>
                      <a:pt x="2" y="0"/>
                      <a:pt x="0" y="1"/>
                      <a:pt x="0" y="3"/>
                    </a:cubicBezTo>
                    <a:cubicBezTo>
                      <a:pt x="3" y="16"/>
                      <a:pt x="12" y="28"/>
                      <a:pt x="22" y="37"/>
                    </a:cubicBezTo>
                    <a:cubicBezTo>
                      <a:pt x="24" y="39"/>
                      <a:pt x="27" y="36"/>
                      <a:pt x="25"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2" name="Freeform 238">
                <a:extLst>
                  <a:ext uri="{FF2B5EF4-FFF2-40B4-BE49-F238E27FC236}">
                    <a16:creationId xmlns:a16="http://schemas.microsoft.com/office/drawing/2014/main" id="{3C28F8F8-EC29-8CE2-D466-57EC4F672188}"/>
                  </a:ext>
                </a:extLst>
              </p:cNvPr>
              <p:cNvSpPr/>
              <p:nvPr/>
            </p:nvSpPr>
            <p:spPr bwMode="auto">
              <a:xfrm>
                <a:off x="4498" y="2685"/>
                <a:ext cx="48" cy="67"/>
              </a:xfrm>
              <a:custGeom>
                <a:avLst/>
                <a:gdLst>
                  <a:gd name="T0" fmla="*/ 26 w 27"/>
                  <a:gd name="T1" fmla="*/ 34 h 38"/>
                  <a:gd name="T2" fmla="*/ 3 w 27"/>
                  <a:gd name="T3" fmla="*/ 2 h 38"/>
                  <a:gd name="T4" fmla="*/ 0 w 27"/>
                  <a:gd name="T5" fmla="*/ 3 h 38"/>
                  <a:gd name="T6" fmla="*/ 23 w 27"/>
                  <a:gd name="T7" fmla="*/ 36 h 38"/>
                  <a:gd name="T8" fmla="*/ 26 w 27"/>
                  <a:gd name="T9" fmla="*/ 34 h 38"/>
                </a:gdLst>
                <a:ahLst/>
                <a:cxnLst>
                  <a:cxn ang="0">
                    <a:pos x="T0" y="T1"/>
                  </a:cxn>
                  <a:cxn ang="0">
                    <a:pos x="T2" y="T3"/>
                  </a:cxn>
                  <a:cxn ang="0">
                    <a:pos x="T4" y="T5"/>
                  </a:cxn>
                  <a:cxn ang="0">
                    <a:pos x="T6" y="T7"/>
                  </a:cxn>
                  <a:cxn ang="0">
                    <a:pos x="T8" y="T9"/>
                  </a:cxn>
                </a:cxnLst>
                <a:rect l="0" t="0" r="r" b="b"/>
                <a:pathLst>
                  <a:path w="27" h="38">
                    <a:moveTo>
                      <a:pt x="26" y="34"/>
                    </a:moveTo>
                    <a:cubicBezTo>
                      <a:pt x="18" y="24"/>
                      <a:pt x="11" y="12"/>
                      <a:pt x="3" y="2"/>
                    </a:cubicBezTo>
                    <a:cubicBezTo>
                      <a:pt x="2" y="0"/>
                      <a:pt x="0" y="2"/>
                      <a:pt x="0" y="3"/>
                    </a:cubicBezTo>
                    <a:cubicBezTo>
                      <a:pt x="5" y="15"/>
                      <a:pt x="14" y="27"/>
                      <a:pt x="23" y="36"/>
                    </a:cubicBezTo>
                    <a:cubicBezTo>
                      <a:pt x="25" y="38"/>
                      <a:pt x="27" y="36"/>
                      <a:pt x="26"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3" name="Freeform 239">
                <a:extLst>
                  <a:ext uri="{FF2B5EF4-FFF2-40B4-BE49-F238E27FC236}">
                    <a16:creationId xmlns:a16="http://schemas.microsoft.com/office/drawing/2014/main" id="{69D34901-DC7B-38A7-7FAD-BEEB31E951FF}"/>
                  </a:ext>
                </a:extLst>
              </p:cNvPr>
              <p:cNvSpPr/>
              <p:nvPr/>
            </p:nvSpPr>
            <p:spPr bwMode="auto">
              <a:xfrm>
                <a:off x="4458" y="2671"/>
                <a:ext cx="46" cy="71"/>
              </a:xfrm>
              <a:custGeom>
                <a:avLst/>
                <a:gdLst>
                  <a:gd name="T0" fmla="*/ 25 w 26"/>
                  <a:gd name="T1" fmla="*/ 36 h 40"/>
                  <a:gd name="T2" fmla="*/ 3 w 26"/>
                  <a:gd name="T3" fmla="*/ 1 h 40"/>
                  <a:gd name="T4" fmla="*/ 1 w 26"/>
                  <a:gd name="T5" fmla="*/ 3 h 40"/>
                  <a:gd name="T6" fmla="*/ 22 w 26"/>
                  <a:gd name="T7" fmla="*/ 39 h 40"/>
                  <a:gd name="T8" fmla="*/ 25 w 26"/>
                  <a:gd name="T9" fmla="*/ 36 h 40"/>
                </a:gdLst>
                <a:ahLst/>
                <a:cxnLst>
                  <a:cxn ang="0">
                    <a:pos x="T0" y="T1"/>
                  </a:cxn>
                  <a:cxn ang="0">
                    <a:pos x="T2" y="T3"/>
                  </a:cxn>
                  <a:cxn ang="0">
                    <a:pos x="T4" y="T5"/>
                  </a:cxn>
                  <a:cxn ang="0">
                    <a:pos x="T6" y="T7"/>
                  </a:cxn>
                  <a:cxn ang="0">
                    <a:pos x="T8" y="T9"/>
                  </a:cxn>
                </a:cxnLst>
                <a:rect l="0" t="0" r="r" b="b"/>
                <a:pathLst>
                  <a:path w="26" h="40">
                    <a:moveTo>
                      <a:pt x="25" y="36"/>
                    </a:moveTo>
                    <a:cubicBezTo>
                      <a:pt x="14" y="27"/>
                      <a:pt x="13" y="11"/>
                      <a:pt x="3" y="1"/>
                    </a:cubicBezTo>
                    <a:cubicBezTo>
                      <a:pt x="2" y="0"/>
                      <a:pt x="0" y="1"/>
                      <a:pt x="1" y="3"/>
                    </a:cubicBezTo>
                    <a:cubicBezTo>
                      <a:pt x="8" y="15"/>
                      <a:pt x="10" y="31"/>
                      <a:pt x="22" y="39"/>
                    </a:cubicBezTo>
                    <a:cubicBezTo>
                      <a:pt x="24" y="40"/>
                      <a:pt x="26" y="37"/>
                      <a:pt x="25" y="3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4" name="Freeform 240">
                <a:extLst>
                  <a:ext uri="{FF2B5EF4-FFF2-40B4-BE49-F238E27FC236}">
                    <a16:creationId xmlns:a16="http://schemas.microsoft.com/office/drawing/2014/main" id="{55C70AEE-CEA0-A4AD-A9FB-8A2F9DEB0F8B}"/>
                  </a:ext>
                </a:extLst>
              </p:cNvPr>
              <p:cNvSpPr/>
              <p:nvPr/>
            </p:nvSpPr>
            <p:spPr bwMode="auto">
              <a:xfrm>
                <a:off x="4416" y="2675"/>
                <a:ext cx="49" cy="61"/>
              </a:xfrm>
              <a:custGeom>
                <a:avLst/>
                <a:gdLst>
                  <a:gd name="T0" fmla="*/ 26 w 28"/>
                  <a:gd name="T1" fmla="*/ 31 h 35"/>
                  <a:gd name="T2" fmla="*/ 13 w 28"/>
                  <a:gd name="T3" fmla="*/ 19 h 35"/>
                  <a:gd name="T4" fmla="*/ 3 w 28"/>
                  <a:gd name="T5" fmla="*/ 2 h 35"/>
                  <a:gd name="T6" fmla="*/ 0 w 28"/>
                  <a:gd name="T7" fmla="*/ 3 h 35"/>
                  <a:gd name="T8" fmla="*/ 24 w 28"/>
                  <a:gd name="T9" fmla="*/ 34 h 35"/>
                  <a:gd name="T10" fmla="*/ 26 w 28"/>
                  <a:gd name="T11" fmla="*/ 31 h 35"/>
                </a:gdLst>
                <a:ahLst/>
                <a:cxnLst>
                  <a:cxn ang="0">
                    <a:pos x="T0" y="T1"/>
                  </a:cxn>
                  <a:cxn ang="0">
                    <a:pos x="T2" y="T3"/>
                  </a:cxn>
                  <a:cxn ang="0">
                    <a:pos x="T4" y="T5"/>
                  </a:cxn>
                  <a:cxn ang="0">
                    <a:pos x="T6" y="T7"/>
                  </a:cxn>
                  <a:cxn ang="0">
                    <a:pos x="T8" y="T9"/>
                  </a:cxn>
                  <a:cxn ang="0">
                    <a:pos x="T10" y="T11"/>
                  </a:cxn>
                </a:cxnLst>
                <a:rect l="0" t="0" r="r" b="b"/>
                <a:pathLst>
                  <a:path w="28" h="35">
                    <a:moveTo>
                      <a:pt x="26" y="31"/>
                    </a:moveTo>
                    <a:cubicBezTo>
                      <a:pt x="21" y="27"/>
                      <a:pt x="17" y="23"/>
                      <a:pt x="13" y="19"/>
                    </a:cubicBezTo>
                    <a:cubicBezTo>
                      <a:pt x="9" y="13"/>
                      <a:pt x="6" y="7"/>
                      <a:pt x="3" y="2"/>
                    </a:cubicBezTo>
                    <a:cubicBezTo>
                      <a:pt x="2" y="0"/>
                      <a:pt x="0" y="1"/>
                      <a:pt x="0" y="3"/>
                    </a:cubicBezTo>
                    <a:cubicBezTo>
                      <a:pt x="2" y="16"/>
                      <a:pt x="13" y="28"/>
                      <a:pt x="24" y="34"/>
                    </a:cubicBezTo>
                    <a:cubicBezTo>
                      <a:pt x="26" y="35"/>
                      <a:pt x="28" y="32"/>
                      <a:pt x="26"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5" name="Freeform 241">
                <a:extLst>
                  <a:ext uri="{FF2B5EF4-FFF2-40B4-BE49-F238E27FC236}">
                    <a16:creationId xmlns:a16="http://schemas.microsoft.com/office/drawing/2014/main" id="{463EB5DE-781E-D0D1-BB23-1EA1B85EE5D4}"/>
                  </a:ext>
                </a:extLst>
              </p:cNvPr>
              <p:cNvSpPr/>
              <p:nvPr/>
            </p:nvSpPr>
            <p:spPr bwMode="auto">
              <a:xfrm>
                <a:off x="4375" y="2689"/>
                <a:ext cx="48" cy="53"/>
              </a:xfrm>
              <a:custGeom>
                <a:avLst/>
                <a:gdLst>
                  <a:gd name="T0" fmla="*/ 25 w 27"/>
                  <a:gd name="T1" fmla="*/ 26 h 30"/>
                  <a:gd name="T2" fmla="*/ 3 w 27"/>
                  <a:gd name="T3" fmla="*/ 2 h 30"/>
                  <a:gd name="T4" fmla="*/ 1 w 27"/>
                  <a:gd name="T5" fmla="*/ 4 h 30"/>
                  <a:gd name="T6" fmla="*/ 22 w 27"/>
                  <a:gd name="T7" fmla="*/ 29 h 30"/>
                  <a:gd name="T8" fmla="*/ 25 w 27"/>
                  <a:gd name="T9" fmla="*/ 26 h 30"/>
                </a:gdLst>
                <a:ahLst/>
                <a:cxnLst>
                  <a:cxn ang="0">
                    <a:pos x="T0" y="T1"/>
                  </a:cxn>
                  <a:cxn ang="0">
                    <a:pos x="T2" y="T3"/>
                  </a:cxn>
                  <a:cxn ang="0">
                    <a:pos x="T4" y="T5"/>
                  </a:cxn>
                  <a:cxn ang="0">
                    <a:pos x="T6" y="T7"/>
                  </a:cxn>
                  <a:cxn ang="0">
                    <a:pos x="T8" y="T9"/>
                  </a:cxn>
                </a:cxnLst>
                <a:rect l="0" t="0" r="r" b="b"/>
                <a:pathLst>
                  <a:path w="27" h="30">
                    <a:moveTo>
                      <a:pt x="25" y="26"/>
                    </a:moveTo>
                    <a:cubicBezTo>
                      <a:pt x="16" y="19"/>
                      <a:pt x="11" y="10"/>
                      <a:pt x="3" y="2"/>
                    </a:cubicBezTo>
                    <a:cubicBezTo>
                      <a:pt x="2" y="0"/>
                      <a:pt x="0" y="2"/>
                      <a:pt x="1" y="4"/>
                    </a:cubicBezTo>
                    <a:cubicBezTo>
                      <a:pt x="5" y="14"/>
                      <a:pt x="14" y="22"/>
                      <a:pt x="22" y="29"/>
                    </a:cubicBezTo>
                    <a:cubicBezTo>
                      <a:pt x="24" y="30"/>
                      <a:pt x="27" y="28"/>
                      <a:pt x="25"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6" name="Freeform 242">
                <a:extLst>
                  <a:ext uri="{FF2B5EF4-FFF2-40B4-BE49-F238E27FC236}">
                    <a16:creationId xmlns:a16="http://schemas.microsoft.com/office/drawing/2014/main" id="{8F3EF6B0-8E6E-B46A-3565-4FFA305ABB9A}"/>
                  </a:ext>
                </a:extLst>
              </p:cNvPr>
              <p:cNvSpPr/>
              <p:nvPr/>
            </p:nvSpPr>
            <p:spPr bwMode="auto">
              <a:xfrm>
                <a:off x="4335" y="2692"/>
                <a:ext cx="46" cy="60"/>
              </a:xfrm>
              <a:custGeom>
                <a:avLst/>
                <a:gdLst>
                  <a:gd name="T0" fmla="*/ 24 w 26"/>
                  <a:gd name="T1" fmla="*/ 30 h 34"/>
                  <a:gd name="T2" fmla="*/ 3 w 26"/>
                  <a:gd name="T3" fmla="*/ 1 h 34"/>
                  <a:gd name="T4" fmla="*/ 1 w 26"/>
                  <a:gd name="T5" fmla="*/ 2 h 34"/>
                  <a:gd name="T6" fmla="*/ 21 w 26"/>
                  <a:gd name="T7" fmla="*/ 32 h 34"/>
                  <a:gd name="T8" fmla="*/ 24 w 26"/>
                  <a:gd name="T9" fmla="*/ 30 h 34"/>
                </a:gdLst>
                <a:ahLst/>
                <a:cxnLst>
                  <a:cxn ang="0">
                    <a:pos x="T0" y="T1"/>
                  </a:cxn>
                  <a:cxn ang="0">
                    <a:pos x="T2" y="T3"/>
                  </a:cxn>
                  <a:cxn ang="0">
                    <a:pos x="T4" y="T5"/>
                  </a:cxn>
                  <a:cxn ang="0">
                    <a:pos x="T6" y="T7"/>
                  </a:cxn>
                  <a:cxn ang="0">
                    <a:pos x="T8" y="T9"/>
                  </a:cxn>
                </a:cxnLst>
                <a:rect l="0" t="0" r="r" b="b"/>
                <a:pathLst>
                  <a:path w="26" h="34">
                    <a:moveTo>
                      <a:pt x="24" y="30"/>
                    </a:moveTo>
                    <a:cubicBezTo>
                      <a:pt x="16" y="21"/>
                      <a:pt x="10" y="11"/>
                      <a:pt x="3" y="1"/>
                    </a:cubicBezTo>
                    <a:cubicBezTo>
                      <a:pt x="3" y="0"/>
                      <a:pt x="0" y="1"/>
                      <a:pt x="1" y="2"/>
                    </a:cubicBezTo>
                    <a:cubicBezTo>
                      <a:pt x="4" y="14"/>
                      <a:pt x="13" y="24"/>
                      <a:pt x="21" y="32"/>
                    </a:cubicBezTo>
                    <a:cubicBezTo>
                      <a:pt x="23" y="34"/>
                      <a:pt x="26" y="32"/>
                      <a:pt x="24"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7" name="Freeform 243">
                <a:extLst>
                  <a:ext uri="{FF2B5EF4-FFF2-40B4-BE49-F238E27FC236}">
                    <a16:creationId xmlns:a16="http://schemas.microsoft.com/office/drawing/2014/main" id="{CEE7557C-B65D-D355-F8E9-F59DA10C9115}"/>
                  </a:ext>
                </a:extLst>
              </p:cNvPr>
              <p:cNvSpPr/>
              <p:nvPr/>
            </p:nvSpPr>
            <p:spPr bwMode="auto">
              <a:xfrm>
                <a:off x="4300" y="2701"/>
                <a:ext cx="47" cy="44"/>
              </a:xfrm>
              <a:custGeom>
                <a:avLst/>
                <a:gdLst>
                  <a:gd name="T0" fmla="*/ 25 w 27"/>
                  <a:gd name="T1" fmla="*/ 20 h 25"/>
                  <a:gd name="T2" fmla="*/ 3 w 27"/>
                  <a:gd name="T3" fmla="*/ 1 h 25"/>
                  <a:gd name="T4" fmla="*/ 0 w 27"/>
                  <a:gd name="T5" fmla="*/ 3 h 25"/>
                  <a:gd name="T6" fmla="*/ 23 w 27"/>
                  <a:gd name="T7" fmla="*/ 24 h 25"/>
                  <a:gd name="T8" fmla="*/ 25 w 27"/>
                  <a:gd name="T9" fmla="*/ 20 h 25"/>
                </a:gdLst>
                <a:ahLst/>
                <a:cxnLst>
                  <a:cxn ang="0">
                    <a:pos x="T0" y="T1"/>
                  </a:cxn>
                  <a:cxn ang="0">
                    <a:pos x="T2" y="T3"/>
                  </a:cxn>
                  <a:cxn ang="0">
                    <a:pos x="T4" y="T5"/>
                  </a:cxn>
                  <a:cxn ang="0">
                    <a:pos x="T6" y="T7"/>
                  </a:cxn>
                  <a:cxn ang="0">
                    <a:pos x="T8" y="T9"/>
                  </a:cxn>
                </a:cxnLst>
                <a:rect l="0" t="0" r="r" b="b"/>
                <a:pathLst>
                  <a:path w="27" h="25">
                    <a:moveTo>
                      <a:pt x="25" y="20"/>
                    </a:moveTo>
                    <a:cubicBezTo>
                      <a:pt x="15" y="16"/>
                      <a:pt x="9" y="9"/>
                      <a:pt x="3" y="1"/>
                    </a:cubicBezTo>
                    <a:cubicBezTo>
                      <a:pt x="2" y="0"/>
                      <a:pt x="0" y="1"/>
                      <a:pt x="0" y="3"/>
                    </a:cubicBezTo>
                    <a:cubicBezTo>
                      <a:pt x="4" y="13"/>
                      <a:pt x="13" y="20"/>
                      <a:pt x="23" y="24"/>
                    </a:cubicBezTo>
                    <a:cubicBezTo>
                      <a:pt x="25" y="25"/>
                      <a:pt x="27" y="21"/>
                      <a:pt x="25"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8" name="Freeform 244">
                <a:extLst>
                  <a:ext uri="{FF2B5EF4-FFF2-40B4-BE49-F238E27FC236}">
                    <a16:creationId xmlns:a16="http://schemas.microsoft.com/office/drawing/2014/main" id="{DA13320E-4FBC-3E04-6159-1145485EA2D7}"/>
                  </a:ext>
                </a:extLst>
              </p:cNvPr>
              <p:cNvSpPr/>
              <p:nvPr/>
            </p:nvSpPr>
            <p:spPr bwMode="auto">
              <a:xfrm>
                <a:off x="4266" y="2724"/>
                <a:ext cx="37" cy="35"/>
              </a:xfrm>
              <a:custGeom>
                <a:avLst/>
                <a:gdLst>
                  <a:gd name="T0" fmla="*/ 19 w 21"/>
                  <a:gd name="T1" fmla="*/ 15 h 20"/>
                  <a:gd name="T2" fmla="*/ 2 w 21"/>
                  <a:gd name="T3" fmla="*/ 1 h 20"/>
                  <a:gd name="T4" fmla="*/ 0 w 21"/>
                  <a:gd name="T5" fmla="*/ 3 h 20"/>
                  <a:gd name="T6" fmla="*/ 17 w 21"/>
                  <a:gd name="T7" fmla="*/ 19 h 20"/>
                  <a:gd name="T8" fmla="*/ 19 w 21"/>
                  <a:gd name="T9" fmla="*/ 15 h 20"/>
                </a:gdLst>
                <a:ahLst/>
                <a:cxnLst>
                  <a:cxn ang="0">
                    <a:pos x="T0" y="T1"/>
                  </a:cxn>
                  <a:cxn ang="0">
                    <a:pos x="T2" y="T3"/>
                  </a:cxn>
                  <a:cxn ang="0">
                    <a:pos x="T4" y="T5"/>
                  </a:cxn>
                  <a:cxn ang="0">
                    <a:pos x="T6" y="T7"/>
                  </a:cxn>
                  <a:cxn ang="0">
                    <a:pos x="T8" y="T9"/>
                  </a:cxn>
                </a:cxnLst>
                <a:rect l="0" t="0" r="r" b="b"/>
                <a:pathLst>
                  <a:path w="21" h="20">
                    <a:moveTo>
                      <a:pt x="19" y="15"/>
                    </a:moveTo>
                    <a:cubicBezTo>
                      <a:pt x="13" y="11"/>
                      <a:pt x="9" y="5"/>
                      <a:pt x="2" y="1"/>
                    </a:cubicBezTo>
                    <a:cubicBezTo>
                      <a:pt x="1" y="0"/>
                      <a:pt x="0" y="1"/>
                      <a:pt x="0" y="3"/>
                    </a:cubicBezTo>
                    <a:cubicBezTo>
                      <a:pt x="4" y="10"/>
                      <a:pt x="11" y="15"/>
                      <a:pt x="17" y="19"/>
                    </a:cubicBezTo>
                    <a:cubicBezTo>
                      <a:pt x="19" y="20"/>
                      <a:pt x="21" y="17"/>
                      <a:pt x="19"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9" name="Freeform 245">
                <a:extLst>
                  <a:ext uri="{FF2B5EF4-FFF2-40B4-BE49-F238E27FC236}">
                    <a16:creationId xmlns:a16="http://schemas.microsoft.com/office/drawing/2014/main" id="{6342156D-B0A1-E477-7DAA-DC60E37AE4F1}"/>
                  </a:ext>
                </a:extLst>
              </p:cNvPr>
              <p:cNvSpPr/>
              <p:nvPr/>
            </p:nvSpPr>
            <p:spPr bwMode="auto">
              <a:xfrm>
                <a:off x="4235" y="2738"/>
                <a:ext cx="30" cy="39"/>
              </a:xfrm>
              <a:custGeom>
                <a:avLst/>
                <a:gdLst>
                  <a:gd name="T0" fmla="*/ 16 w 17"/>
                  <a:gd name="T1" fmla="*/ 18 h 22"/>
                  <a:gd name="T2" fmla="*/ 3 w 17"/>
                  <a:gd name="T3" fmla="*/ 2 h 22"/>
                  <a:gd name="T4" fmla="*/ 1 w 17"/>
                  <a:gd name="T5" fmla="*/ 3 h 22"/>
                  <a:gd name="T6" fmla="*/ 12 w 17"/>
                  <a:gd name="T7" fmla="*/ 20 h 22"/>
                  <a:gd name="T8" fmla="*/ 16 w 17"/>
                  <a:gd name="T9" fmla="*/ 18 h 22"/>
                </a:gdLst>
                <a:ahLst/>
                <a:cxnLst>
                  <a:cxn ang="0">
                    <a:pos x="T0" y="T1"/>
                  </a:cxn>
                  <a:cxn ang="0">
                    <a:pos x="T2" y="T3"/>
                  </a:cxn>
                  <a:cxn ang="0">
                    <a:pos x="T4" y="T5"/>
                  </a:cxn>
                  <a:cxn ang="0">
                    <a:pos x="T6" y="T7"/>
                  </a:cxn>
                  <a:cxn ang="0">
                    <a:pos x="T8" y="T9"/>
                  </a:cxn>
                </a:cxnLst>
                <a:rect l="0" t="0" r="r" b="b"/>
                <a:pathLst>
                  <a:path w="17" h="22">
                    <a:moveTo>
                      <a:pt x="16" y="18"/>
                    </a:moveTo>
                    <a:cubicBezTo>
                      <a:pt x="12" y="12"/>
                      <a:pt x="8" y="6"/>
                      <a:pt x="3" y="2"/>
                    </a:cubicBezTo>
                    <a:cubicBezTo>
                      <a:pt x="2" y="0"/>
                      <a:pt x="0" y="2"/>
                      <a:pt x="1" y="3"/>
                    </a:cubicBezTo>
                    <a:cubicBezTo>
                      <a:pt x="4" y="9"/>
                      <a:pt x="8" y="14"/>
                      <a:pt x="12" y="20"/>
                    </a:cubicBezTo>
                    <a:cubicBezTo>
                      <a:pt x="14" y="22"/>
                      <a:pt x="17" y="20"/>
                      <a:pt x="16"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0" name="Freeform 246">
                <a:extLst>
                  <a:ext uri="{FF2B5EF4-FFF2-40B4-BE49-F238E27FC236}">
                    <a16:creationId xmlns:a16="http://schemas.microsoft.com/office/drawing/2014/main" id="{22280E3C-C3D6-7917-2F67-9E91123E14F3}"/>
                  </a:ext>
                </a:extLst>
              </p:cNvPr>
              <p:cNvSpPr/>
              <p:nvPr/>
            </p:nvSpPr>
            <p:spPr bwMode="auto">
              <a:xfrm>
                <a:off x="4180" y="2756"/>
                <a:ext cx="39" cy="30"/>
              </a:xfrm>
              <a:custGeom>
                <a:avLst/>
                <a:gdLst>
                  <a:gd name="T0" fmla="*/ 19 w 22"/>
                  <a:gd name="T1" fmla="*/ 12 h 17"/>
                  <a:gd name="T2" fmla="*/ 3 w 22"/>
                  <a:gd name="T3" fmla="*/ 1 h 17"/>
                  <a:gd name="T4" fmla="*/ 1 w 22"/>
                  <a:gd name="T5" fmla="*/ 3 h 17"/>
                  <a:gd name="T6" fmla="*/ 17 w 22"/>
                  <a:gd name="T7" fmla="*/ 16 h 17"/>
                  <a:gd name="T8" fmla="*/ 19 w 22"/>
                  <a:gd name="T9" fmla="*/ 12 h 17"/>
                </a:gdLst>
                <a:ahLst/>
                <a:cxnLst>
                  <a:cxn ang="0">
                    <a:pos x="T0" y="T1"/>
                  </a:cxn>
                  <a:cxn ang="0">
                    <a:pos x="T2" y="T3"/>
                  </a:cxn>
                  <a:cxn ang="0">
                    <a:pos x="T4" y="T5"/>
                  </a:cxn>
                  <a:cxn ang="0">
                    <a:pos x="T6" y="T7"/>
                  </a:cxn>
                  <a:cxn ang="0">
                    <a:pos x="T8" y="T9"/>
                  </a:cxn>
                </a:cxnLst>
                <a:rect l="0" t="0" r="r" b="b"/>
                <a:pathLst>
                  <a:path w="22" h="17">
                    <a:moveTo>
                      <a:pt x="19" y="12"/>
                    </a:moveTo>
                    <a:cubicBezTo>
                      <a:pt x="14" y="9"/>
                      <a:pt x="8" y="5"/>
                      <a:pt x="3" y="1"/>
                    </a:cubicBezTo>
                    <a:cubicBezTo>
                      <a:pt x="2" y="0"/>
                      <a:pt x="0" y="2"/>
                      <a:pt x="1" y="3"/>
                    </a:cubicBezTo>
                    <a:cubicBezTo>
                      <a:pt x="5" y="9"/>
                      <a:pt x="11" y="13"/>
                      <a:pt x="17" y="16"/>
                    </a:cubicBezTo>
                    <a:cubicBezTo>
                      <a:pt x="20" y="17"/>
                      <a:pt x="22" y="13"/>
                      <a:pt x="19"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1" name="Freeform 247">
                <a:extLst>
                  <a:ext uri="{FF2B5EF4-FFF2-40B4-BE49-F238E27FC236}">
                    <a16:creationId xmlns:a16="http://schemas.microsoft.com/office/drawing/2014/main" id="{E7FEE8EC-C0EC-2F0B-8250-CE5363F23825}"/>
                  </a:ext>
                </a:extLst>
              </p:cNvPr>
              <p:cNvSpPr/>
              <p:nvPr/>
            </p:nvSpPr>
            <p:spPr bwMode="auto">
              <a:xfrm>
                <a:off x="4149" y="2780"/>
                <a:ext cx="28" cy="27"/>
              </a:xfrm>
              <a:custGeom>
                <a:avLst/>
                <a:gdLst>
                  <a:gd name="T0" fmla="*/ 14 w 16"/>
                  <a:gd name="T1" fmla="*/ 10 h 15"/>
                  <a:gd name="T2" fmla="*/ 8 w 16"/>
                  <a:gd name="T3" fmla="*/ 5 h 15"/>
                  <a:gd name="T4" fmla="*/ 3 w 16"/>
                  <a:gd name="T5" fmla="*/ 1 h 15"/>
                  <a:gd name="T6" fmla="*/ 1 w 16"/>
                  <a:gd name="T7" fmla="*/ 3 h 15"/>
                  <a:gd name="T8" fmla="*/ 6 w 16"/>
                  <a:gd name="T9" fmla="*/ 8 h 15"/>
                  <a:gd name="T10" fmla="*/ 12 w 16"/>
                  <a:gd name="T11" fmla="*/ 13 h 15"/>
                  <a:gd name="T12" fmla="*/ 14 w 16"/>
                  <a:gd name="T13" fmla="*/ 10 h 15"/>
                </a:gdLst>
                <a:ahLst/>
                <a:cxnLst>
                  <a:cxn ang="0">
                    <a:pos x="T0" y="T1"/>
                  </a:cxn>
                  <a:cxn ang="0">
                    <a:pos x="T2" y="T3"/>
                  </a:cxn>
                  <a:cxn ang="0">
                    <a:pos x="T4" y="T5"/>
                  </a:cxn>
                  <a:cxn ang="0">
                    <a:pos x="T6" y="T7"/>
                  </a:cxn>
                  <a:cxn ang="0">
                    <a:pos x="T8" y="T9"/>
                  </a:cxn>
                  <a:cxn ang="0">
                    <a:pos x="T10" y="T11"/>
                  </a:cxn>
                  <a:cxn ang="0">
                    <a:pos x="T12" y="T13"/>
                  </a:cxn>
                </a:cxnLst>
                <a:rect l="0" t="0" r="r" b="b"/>
                <a:pathLst>
                  <a:path w="16" h="15">
                    <a:moveTo>
                      <a:pt x="14" y="10"/>
                    </a:moveTo>
                    <a:cubicBezTo>
                      <a:pt x="12" y="8"/>
                      <a:pt x="10" y="7"/>
                      <a:pt x="8" y="5"/>
                    </a:cubicBezTo>
                    <a:cubicBezTo>
                      <a:pt x="7" y="3"/>
                      <a:pt x="5" y="2"/>
                      <a:pt x="3" y="1"/>
                    </a:cubicBezTo>
                    <a:cubicBezTo>
                      <a:pt x="1" y="0"/>
                      <a:pt x="0" y="2"/>
                      <a:pt x="1" y="3"/>
                    </a:cubicBezTo>
                    <a:cubicBezTo>
                      <a:pt x="2" y="5"/>
                      <a:pt x="4" y="7"/>
                      <a:pt x="6" y="8"/>
                    </a:cubicBezTo>
                    <a:cubicBezTo>
                      <a:pt x="8" y="10"/>
                      <a:pt x="10" y="11"/>
                      <a:pt x="12" y="13"/>
                    </a:cubicBezTo>
                    <a:cubicBezTo>
                      <a:pt x="14" y="15"/>
                      <a:pt x="16" y="12"/>
                      <a:pt x="14"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2" name="Freeform 248">
                <a:extLst>
                  <a:ext uri="{FF2B5EF4-FFF2-40B4-BE49-F238E27FC236}">
                    <a16:creationId xmlns:a16="http://schemas.microsoft.com/office/drawing/2014/main" id="{3F5E1E98-B1CA-1176-486D-68D97A70F907}"/>
                  </a:ext>
                </a:extLst>
              </p:cNvPr>
              <p:cNvSpPr/>
              <p:nvPr/>
            </p:nvSpPr>
            <p:spPr bwMode="auto">
              <a:xfrm>
                <a:off x="4117" y="2800"/>
                <a:ext cx="25" cy="21"/>
              </a:xfrm>
              <a:custGeom>
                <a:avLst/>
                <a:gdLst>
                  <a:gd name="T0" fmla="*/ 12 w 14"/>
                  <a:gd name="T1" fmla="*/ 8 h 12"/>
                  <a:gd name="T2" fmla="*/ 3 w 14"/>
                  <a:gd name="T3" fmla="*/ 1 h 12"/>
                  <a:gd name="T4" fmla="*/ 1 w 14"/>
                  <a:gd name="T5" fmla="*/ 3 h 12"/>
                  <a:gd name="T6" fmla="*/ 9 w 14"/>
                  <a:gd name="T7" fmla="*/ 11 h 12"/>
                  <a:gd name="T8" fmla="*/ 12 w 14"/>
                  <a:gd name="T9" fmla="*/ 8 h 12"/>
                </a:gdLst>
                <a:ahLst/>
                <a:cxnLst>
                  <a:cxn ang="0">
                    <a:pos x="T0" y="T1"/>
                  </a:cxn>
                  <a:cxn ang="0">
                    <a:pos x="T2" y="T3"/>
                  </a:cxn>
                  <a:cxn ang="0">
                    <a:pos x="T4" y="T5"/>
                  </a:cxn>
                  <a:cxn ang="0">
                    <a:pos x="T6" y="T7"/>
                  </a:cxn>
                  <a:cxn ang="0">
                    <a:pos x="T8" y="T9"/>
                  </a:cxn>
                </a:cxnLst>
                <a:rect l="0" t="0" r="r" b="b"/>
                <a:pathLst>
                  <a:path w="14" h="12">
                    <a:moveTo>
                      <a:pt x="12" y="8"/>
                    </a:moveTo>
                    <a:cubicBezTo>
                      <a:pt x="9" y="5"/>
                      <a:pt x="6" y="2"/>
                      <a:pt x="3" y="1"/>
                    </a:cubicBezTo>
                    <a:cubicBezTo>
                      <a:pt x="1" y="0"/>
                      <a:pt x="0" y="1"/>
                      <a:pt x="1" y="3"/>
                    </a:cubicBezTo>
                    <a:cubicBezTo>
                      <a:pt x="3" y="6"/>
                      <a:pt x="6" y="8"/>
                      <a:pt x="9" y="11"/>
                    </a:cubicBezTo>
                    <a:cubicBezTo>
                      <a:pt x="11" y="12"/>
                      <a:pt x="14" y="10"/>
                      <a:pt x="12"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3" name="Freeform 249">
                <a:extLst>
                  <a:ext uri="{FF2B5EF4-FFF2-40B4-BE49-F238E27FC236}">
                    <a16:creationId xmlns:a16="http://schemas.microsoft.com/office/drawing/2014/main" id="{A250FFDB-DFD3-8C94-7044-59402DF4F814}"/>
                  </a:ext>
                </a:extLst>
              </p:cNvPr>
              <p:cNvSpPr/>
              <p:nvPr/>
            </p:nvSpPr>
            <p:spPr bwMode="auto">
              <a:xfrm>
                <a:off x="4069" y="2807"/>
                <a:ext cx="32" cy="24"/>
              </a:xfrm>
              <a:custGeom>
                <a:avLst/>
                <a:gdLst>
                  <a:gd name="T0" fmla="*/ 16 w 18"/>
                  <a:gd name="T1" fmla="*/ 10 h 14"/>
                  <a:gd name="T2" fmla="*/ 4 w 18"/>
                  <a:gd name="T3" fmla="*/ 1 h 14"/>
                  <a:gd name="T4" fmla="*/ 1 w 18"/>
                  <a:gd name="T5" fmla="*/ 3 h 14"/>
                  <a:gd name="T6" fmla="*/ 14 w 18"/>
                  <a:gd name="T7" fmla="*/ 13 h 14"/>
                  <a:gd name="T8" fmla="*/ 16 w 18"/>
                  <a:gd name="T9" fmla="*/ 10 h 14"/>
                </a:gdLst>
                <a:ahLst/>
                <a:cxnLst>
                  <a:cxn ang="0">
                    <a:pos x="T0" y="T1"/>
                  </a:cxn>
                  <a:cxn ang="0">
                    <a:pos x="T2" y="T3"/>
                  </a:cxn>
                  <a:cxn ang="0">
                    <a:pos x="T4" y="T5"/>
                  </a:cxn>
                  <a:cxn ang="0">
                    <a:pos x="T6" y="T7"/>
                  </a:cxn>
                  <a:cxn ang="0">
                    <a:pos x="T8" y="T9"/>
                  </a:cxn>
                </a:cxnLst>
                <a:rect l="0" t="0" r="r" b="b"/>
                <a:pathLst>
                  <a:path w="18" h="14">
                    <a:moveTo>
                      <a:pt x="16" y="10"/>
                    </a:moveTo>
                    <a:cubicBezTo>
                      <a:pt x="11" y="8"/>
                      <a:pt x="8" y="4"/>
                      <a:pt x="4" y="1"/>
                    </a:cubicBezTo>
                    <a:cubicBezTo>
                      <a:pt x="2" y="0"/>
                      <a:pt x="0" y="1"/>
                      <a:pt x="1" y="3"/>
                    </a:cubicBezTo>
                    <a:cubicBezTo>
                      <a:pt x="4" y="8"/>
                      <a:pt x="9" y="11"/>
                      <a:pt x="14" y="13"/>
                    </a:cubicBezTo>
                    <a:cubicBezTo>
                      <a:pt x="16" y="14"/>
                      <a:pt x="18" y="11"/>
                      <a:pt x="16"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4" name="Freeform 250">
                <a:extLst>
                  <a:ext uri="{FF2B5EF4-FFF2-40B4-BE49-F238E27FC236}">
                    <a16:creationId xmlns:a16="http://schemas.microsoft.com/office/drawing/2014/main" id="{36CECFA2-EAEE-F5BC-DA45-7FAAB98DCFB4}"/>
                  </a:ext>
                </a:extLst>
              </p:cNvPr>
              <p:cNvSpPr/>
              <p:nvPr/>
            </p:nvSpPr>
            <p:spPr bwMode="auto">
              <a:xfrm>
                <a:off x="4041" y="2821"/>
                <a:ext cx="21" cy="24"/>
              </a:xfrm>
              <a:custGeom>
                <a:avLst/>
                <a:gdLst>
                  <a:gd name="T0" fmla="*/ 11 w 12"/>
                  <a:gd name="T1" fmla="*/ 10 h 14"/>
                  <a:gd name="T2" fmla="*/ 3 w 12"/>
                  <a:gd name="T3" fmla="*/ 1 h 14"/>
                  <a:gd name="T4" fmla="*/ 1 w 12"/>
                  <a:gd name="T5" fmla="*/ 2 h 14"/>
                  <a:gd name="T6" fmla="*/ 7 w 12"/>
                  <a:gd name="T7" fmla="*/ 12 h 14"/>
                  <a:gd name="T8" fmla="*/ 11 w 12"/>
                  <a:gd name="T9" fmla="*/ 10 h 14"/>
                </a:gdLst>
                <a:ahLst/>
                <a:cxnLst>
                  <a:cxn ang="0">
                    <a:pos x="T0" y="T1"/>
                  </a:cxn>
                  <a:cxn ang="0">
                    <a:pos x="T2" y="T3"/>
                  </a:cxn>
                  <a:cxn ang="0">
                    <a:pos x="T4" y="T5"/>
                  </a:cxn>
                  <a:cxn ang="0">
                    <a:pos x="T6" y="T7"/>
                  </a:cxn>
                  <a:cxn ang="0">
                    <a:pos x="T8" y="T9"/>
                  </a:cxn>
                </a:cxnLst>
                <a:rect l="0" t="0" r="r" b="b"/>
                <a:pathLst>
                  <a:path w="12" h="14">
                    <a:moveTo>
                      <a:pt x="11" y="10"/>
                    </a:moveTo>
                    <a:cubicBezTo>
                      <a:pt x="8" y="7"/>
                      <a:pt x="6" y="3"/>
                      <a:pt x="3" y="1"/>
                    </a:cubicBezTo>
                    <a:cubicBezTo>
                      <a:pt x="2" y="0"/>
                      <a:pt x="0" y="1"/>
                      <a:pt x="1" y="2"/>
                    </a:cubicBezTo>
                    <a:cubicBezTo>
                      <a:pt x="2" y="6"/>
                      <a:pt x="5" y="9"/>
                      <a:pt x="7" y="12"/>
                    </a:cubicBezTo>
                    <a:cubicBezTo>
                      <a:pt x="8" y="14"/>
                      <a:pt x="12" y="12"/>
                      <a:pt x="11"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5" name="Freeform 251">
                <a:extLst>
                  <a:ext uri="{FF2B5EF4-FFF2-40B4-BE49-F238E27FC236}">
                    <a16:creationId xmlns:a16="http://schemas.microsoft.com/office/drawing/2014/main" id="{96A73E6C-34D8-9030-DBB5-E5C3DB19FA1B}"/>
                  </a:ext>
                </a:extLst>
              </p:cNvPr>
              <p:cNvSpPr/>
              <p:nvPr/>
            </p:nvSpPr>
            <p:spPr bwMode="auto">
              <a:xfrm>
                <a:off x="3966" y="2849"/>
                <a:ext cx="23" cy="23"/>
              </a:xfrm>
              <a:custGeom>
                <a:avLst/>
                <a:gdLst>
                  <a:gd name="T0" fmla="*/ 11 w 13"/>
                  <a:gd name="T1" fmla="*/ 9 h 13"/>
                  <a:gd name="T2" fmla="*/ 3 w 13"/>
                  <a:gd name="T3" fmla="*/ 1 h 13"/>
                  <a:gd name="T4" fmla="*/ 1 w 13"/>
                  <a:gd name="T5" fmla="*/ 3 h 13"/>
                  <a:gd name="T6" fmla="*/ 8 w 13"/>
                  <a:gd name="T7" fmla="*/ 11 h 13"/>
                  <a:gd name="T8" fmla="*/ 11 w 13"/>
                  <a:gd name="T9" fmla="*/ 9 h 13"/>
                </a:gdLst>
                <a:ahLst/>
                <a:cxnLst>
                  <a:cxn ang="0">
                    <a:pos x="T0" y="T1"/>
                  </a:cxn>
                  <a:cxn ang="0">
                    <a:pos x="T2" y="T3"/>
                  </a:cxn>
                  <a:cxn ang="0">
                    <a:pos x="T4" y="T5"/>
                  </a:cxn>
                  <a:cxn ang="0">
                    <a:pos x="T6" y="T7"/>
                  </a:cxn>
                  <a:cxn ang="0">
                    <a:pos x="T8" y="T9"/>
                  </a:cxn>
                </a:cxnLst>
                <a:rect l="0" t="0" r="r" b="b"/>
                <a:pathLst>
                  <a:path w="13" h="13">
                    <a:moveTo>
                      <a:pt x="11" y="9"/>
                    </a:moveTo>
                    <a:cubicBezTo>
                      <a:pt x="8" y="6"/>
                      <a:pt x="6" y="3"/>
                      <a:pt x="3" y="1"/>
                    </a:cubicBezTo>
                    <a:cubicBezTo>
                      <a:pt x="1" y="0"/>
                      <a:pt x="0" y="2"/>
                      <a:pt x="1" y="3"/>
                    </a:cubicBezTo>
                    <a:cubicBezTo>
                      <a:pt x="2" y="6"/>
                      <a:pt x="5" y="9"/>
                      <a:pt x="8" y="11"/>
                    </a:cubicBezTo>
                    <a:cubicBezTo>
                      <a:pt x="10" y="13"/>
                      <a:pt x="13" y="10"/>
                      <a:pt x="11"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6" name="Freeform 252">
                <a:extLst>
                  <a:ext uri="{FF2B5EF4-FFF2-40B4-BE49-F238E27FC236}">
                    <a16:creationId xmlns:a16="http://schemas.microsoft.com/office/drawing/2014/main" id="{2E3DA975-FAF7-D805-2E4D-05731CA22E68}"/>
                  </a:ext>
                </a:extLst>
              </p:cNvPr>
              <p:cNvSpPr/>
              <p:nvPr/>
            </p:nvSpPr>
            <p:spPr bwMode="auto">
              <a:xfrm>
                <a:off x="2828" y="3106"/>
                <a:ext cx="122" cy="104"/>
              </a:xfrm>
              <a:custGeom>
                <a:avLst/>
                <a:gdLst>
                  <a:gd name="T0" fmla="*/ 3 w 69"/>
                  <a:gd name="T1" fmla="*/ 58 h 59"/>
                  <a:gd name="T2" fmla="*/ 68 w 69"/>
                  <a:gd name="T3" fmla="*/ 3 h 59"/>
                  <a:gd name="T4" fmla="*/ 65 w 69"/>
                  <a:gd name="T5" fmla="*/ 1 h 59"/>
                  <a:gd name="T6" fmla="*/ 1 w 69"/>
                  <a:gd name="T7" fmla="*/ 55 h 59"/>
                  <a:gd name="T8" fmla="*/ 3 w 69"/>
                  <a:gd name="T9" fmla="*/ 58 h 59"/>
                </a:gdLst>
                <a:ahLst/>
                <a:cxnLst>
                  <a:cxn ang="0">
                    <a:pos x="T0" y="T1"/>
                  </a:cxn>
                  <a:cxn ang="0">
                    <a:pos x="T2" y="T3"/>
                  </a:cxn>
                  <a:cxn ang="0">
                    <a:pos x="T4" y="T5"/>
                  </a:cxn>
                  <a:cxn ang="0">
                    <a:pos x="T6" y="T7"/>
                  </a:cxn>
                  <a:cxn ang="0">
                    <a:pos x="T8" y="T9"/>
                  </a:cxn>
                </a:cxnLst>
                <a:rect l="0" t="0" r="r" b="b"/>
                <a:pathLst>
                  <a:path w="69" h="59">
                    <a:moveTo>
                      <a:pt x="3" y="58"/>
                    </a:moveTo>
                    <a:cubicBezTo>
                      <a:pt x="27" y="43"/>
                      <a:pt x="53" y="27"/>
                      <a:pt x="68" y="3"/>
                    </a:cubicBezTo>
                    <a:cubicBezTo>
                      <a:pt x="69" y="1"/>
                      <a:pt x="66" y="0"/>
                      <a:pt x="65" y="1"/>
                    </a:cubicBezTo>
                    <a:cubicBezTo>
                      <a:pt x="46" y="22"/>
                      <a:pt x="25" y="39"/>
                      <a:pt x="1" y="55"/>
                    </a:cubicBezTo>
                    <a:cubicBezTo>
                      <a:pt x="0" y="57"/>
                      <a:pt x="1" y="59"/>
                      <a:pt x="3" y="5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7" name="Freeform 253">
                <a:extLst>
                  <a:ext uri="{FF2B5EF4-FFF2-40B4-BE49-F238E27FC236}">
                    <a16:creationId xmlns:a16="http://schemas.microsoft.com/office/drawing/2014/main" id="{2393333D-B428-FDF6-902C-FCE87137FFA1}"/>
                  </a:ext>
                </a:extLst>
              </p:cNvPr>
              <p:cNvSpPr/>
              <p:nvPr/>
            </p:nvSpPr>
            <p:spPr bwMode="auto">
              <a:xfrm>
                <a:off x="2862" y="3144"/>
                <a:ext cx="81" cy="73"/>
              </a:xfrm>
              <a:custGeom>
                <a:avLst/>
                <a:gdLst>
                  <a:gd name="T0" fmla="*/ 3 w 46"/>
                  <a:gd name="T1" fmla="*/ 40 h 41"/>
                  <a:gd name="T2" fmla="*/ 45 w 46"/>
                  <a:gd name="T3" fmla="*/ 3 h 41"/>
                  <a:gd name="T4" fmla="*/ 42 w 46"/>
                  <a:gd name="T5" fmla="*/ 1 h 41"/>
                  <a:gd name="T6" fmla="*/ 1 w 46"/>
                  <a:gd name="T7" fmla="*/ 37 h 41"/>
                  <a:gd name="T8" fmla="*/ 3 w 46"/>
                  <a:gd name="T9" fmla="*/ 40 h 41"/>
                </a:gdLst>
                <a:ahLst/>
                <a:cxnLst>
                  <a:cxn ang="0">
                    <a:pos x="T0" y="T1"/>
                  </a:cxn>
                  <a:cxn ang="0">
                    <a:pos x="T2" y="T3"/>
                  </a:cxn>
                  <a:cxn ang="0">
                    <a:pos x="T4" y="T5"/>
                  </a:cxn>
                  <a:cxn ang="0">
                    <a:pos x="T6" y="T7"/>
                  </a:cxn>
                  <a:cxn ang="0">
                    <a:pos x="T8" y="T9"/>
                  </a:cxn>
                </a:cxnLst>
                <a:rect l="0" t="0" r="r" b="b"/>
                <a:pathLst>
                  <a:path w="46" h="41">
                    <a:moveTo>
                      <a:pt x="3" y="40"/>
                    </a:moveTo>
                    <a:cubicBezTo>
                      <a:pt x="18" y="30"/>
                      <a:pt x="34" y="18"/>
                      <a:pt x="45" y="3"/>
                    </a:cubicBezTo>
                    <a:cubicBezTo>
                      <a:pt x="46" y="1"/>
                      <a:pt x="43" y="0"/>
                      <a:pt x="42" y="1"/>
                    </a:cubicBezTo>
                    <a:cubicBezTo>
                      <a:pt x="29" y="13"/>
                      <a:pt x="16" y="26"/>
                      <a:pt x="1" y="37"/>
                    </a:cubicBezTo>
                    <a:cubicBezTo>
                      <a:pt x="0" y="38"/>
                      <a:pt x="1" y="41"/>
                      <a:pt x="3" y="4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8" name="Freeform 254">
                <a:extLst>
                  <a:ext uri="{FF2B5EF4-FFF2-40B4-BE49-F238E27FC236}">
                    <a16:creationId xmlns:a16="http://schemas.microsoft.com/office/drawing/2014/main" id="{B539A3BF-0D13-E5A7-0B6D-A5A8872FA015}"/>
                  </a:ext>
                </a:extLst>
              </p:cNvPr>
              <p:cNvSpPr/>
              <p:nvPr/>
            </p:nvSpPr>
            <p:spPr bwMode="auto">
              <a:xfrm>
                <a:off x="2890" y="3166"/>
                <a:ext cx="67" cy="66"/>
              </a:xfrm>
              <a:custGeom>
                <a:avLst/>
                <a:gdLst>
                  <a:gd name="T0" fmla="*/ 4 w 38"/>
                  <a:gd name="T1" fmla="*/ 37 h 38"/>
                  <a:gd name="T2" fmla="*/ 37 w 38"/>
                  <a:gd name="T3" fmla="*/ 3 h 38"/>
                  <a:gd name="T4" fmla="*/ 35 w 38"/>
                  <a:gd name="T5" fmla="*/ 2 h 38"/>
                  <a:gd name="T6" fmla="*/ 2 w 38"/>
                  <a:gd name="T7" fmla="*/ 34 h 38"/>
                  <a:gd name="T8" fmla="*/ 4 w 38"/>
                  <a:gd name="T9" fmla="*/ 37 h 38"/>
                </a:gdLst>
                <a:ahLst/>
                <a:cxnLst>
                  <a:cxn ang="0">
                    <a:pos x="T0" y="T1"/>
                  </a:cxn>
                  <a:cxn ang="0">
                    <a:pos x="T2" y="T3"/>
                  </a:cxn>
                  <a:cxn ang="0">
                    <a:pos x="T4" y="T5"/>
                  </a:cxn>
                  <a:cxn ang="0">
                    <a:pos x="T6" y="T7"/>
                  </a:cxn>
                  <a:cxn ang="0">
                    <a:pos x="T8" y="T9"/>
                  </a:cxn>
                </a:cxnLst>
                <a:rect l="0" t="0" r="r" b="b"/>
                <a:pathLst>
                  <a:path w="38" h="38">
                    <a:moveTo>
                      <a:pt x="4" y="37"/>
                    </a:moveTo>
                    <a:cubicBezTo>
                      <a:pt x="16" y="28"/>
                      <a:pt x="29" y="17"/>
                      <a:pt x="37" y="3"/>
                    </a:cubicBezTo>
                    <a:cubicBezTo>
                      <a:pt x="38" y="2"/>
                      <a:pt x="36" y="0"/>
                      <a:pt x="35" y="2"/>
                    </a:cubicBezTo>
                    <a:cubicBezTo>
                      <a:pt x="24" y="13"/>
                      <a:pt x="15" y="25"/>
                      <a:pt x="2" y="34"/>
                    </a:cubicBezTo>
                    <a:cubicBezTo>
                      <a:pt x="0" y="36"/>
                      <a:pt x="2" y="38"/>
                      <a:pt x="4"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9" name="Freeform 255">
                <a:extLst>
                  <a:ext uri="{FF2B5EF4-FFF2-40B4-BE49-F238E27FC236}">
                    <a16:creationId xmlns:a16="http://schemas.microsoft.com/office/drawing/2014/main" id="{D5F05437-182B-98C7-4391-28BA132D424B}"/>
                  </a:ext>
                </a:extLst>
              </p:cNvPr>
              <p:cNvSpPr/>
              <p:nvPr/>
            </p:nvSpPr>
            <p:spPr bwMode="auto">
              <a:xfrm>
                <a:off x="2920" y="3183"/>
                <a:ext cx="54" cy="56"/>
              </a:xfrm>
              <a:custGeom>
                <a:avLst/>
                <a:gdLst>
                  <a:gd name="T0" fmla="*/ 3 w 31"/>
                  <a:gd name="T1" fmla="*/ 31 h 32"/>
                  <a:gd name="T2" fmla="*/ 30 w 31"/>
                  <a:gd name="T3" fmla="*/ 3 h 32"/>
                  <a:gd name="T4" fmla="*/ 27 w 31"/>
                  <a:gd name="T5" fmla="*/ 1 h 32"/>
                  <a:gd name="T6" fmla="*/ 1 w 31"/>
                  <a:gd name="T7" fmla="*/ 29 h 32"/>
                  <a:gd name="T8" fmla="*/ 3 w 31"/>
                  <a:gd name="T9" fmla="*/ 31 h 32"/>
                </a:gdLst>
                <a:ahLst/>
                <a:cxnLst>
                  <a:cxn ang="0">
                    <a:pos x="T0" y="T1"/>
                  </a:cxn>
                  <a:cxn ang="0">
                    <a:pos x="T2" y="T3"/>
                  </a:cxn>
                  <a:cxn ang="0">
                    <a:pos x="T4" y="T5"/>
                  </a:cxn>
                  <a:cxn ang="0">
                    <a:pos x="T6" y="T7"/>
                  </a:cxn>
                  <a:cxn ang="0">
                    <a:pos x="T8" y="T9"/>
                  </a:cxn>
                </a:cxnLst>
                <a:rect l="0" t="0" r="r" b="b"/>
                <a:pathLst>
                  <a:path w="31" h="32">
                    <a:moveTo>
                      <a:pt x="3" y="31"/>
                    </a:moveTo>
                    <a:cubicBezTo>
                      <a:pt x="13" y="24"/>
                      <a:pt x="24" y="15"/>
                      <a:pt x="30" y="3"/>
                    </a:cubicBezTo>
                    <a:cubicBezTo>
                      <a:pt x="31" y="2"/>
                      <a:pt x="29" y="0"/>
                      <a:pt x="27" y="1"/>
                    </a:cubicBezTo>
                    <a:cubicBezTo>
                      <a:pt x="19" y="11"/>
                      <a:pt x="11" y="21"/>
                      <a:pt x="1" y="29"/>
                    </a:cubicBezTo>
                    <a:cubicBezTo>
                      <a:pt x="0" y="30"/>
                      <a:pt x="1" y="32"/>
                      <a:pt x="3"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0" name="Freeform 256">
                <a:extLst>
                  <a:ext uri="{FF2B5EF4-FFF2-40B4-BE49-F238E27FC236}">
                    <a16:creationId xmlns:a16="http://schemas.microsoft.com/office/drawing/2014/main" id="{5636A16B-2E80-2129-AD24-C01EB1E7C631}"/>
                  </a:ext>
                </a:extLst>
              </p:cNvPr>
              <p:cNvSpPr/>
              <p:nvPr/>
            </p:nvSpPr>
            <p:spPr bwMode="auto">
              <a:xfrm>
                <a:off x="2957" y="3197"/>
                <a:ext cx="42" cy="42"/>
              </a:xfrm>
              <a:custGeom>
                <a:avLst/>
                <a:gdLst>
                  <a:gd name="T0" fmla="*/ 3 w 24"/>
                  <a:gd name="T1" fmla="*/ 22 h 24"/>
                  <a:gd name="T2" fmla="*/ 23 w 24"/>
                  <a:gd name="T3" fmla="*/ 3 h 24"/>
                  <a:gd name="T4" fmla="*/ 21 w 24"/>
                  <a:gd name="T5" fmla="*/ 1 h 24"/>
                  <a:gd name="T6" fmla="*/ 1 w 24"/>
                  <a:gd name="T7" fmla="*/ 20 h 24"/>
                  <a:gd name="T8" fmla="*/ 3 w 24"/>
                  <a:gd name="T9" fmla="*/ 22 h 24"/>
                </a:gdLst>
                <a:ahLst/>
                <a:cxnLst>
                  <a:cxn ang="0">
                    <a:pos x="T0" y="T1"/>
                  </a:cxn>
                  <a:cxn ang="0">
                    <a:pos x="T2" y="T3"/>
                  </a:cxn>
                  <a:cxn ang="0">
                    <a:pos x="T4" y="T5"/>
                  </a:cxn>
                  <a:cxn ang="0">
                    <a:pos x="T6" y="T7"/>
                  </a:cxn>
                  <a:cxn ang="0">
                    <a:pos x="T8" y="T9"/>
                  </a:cxn>
                </a:cxnLst>
                <a:rect l="0" t="0" r="r" b="b"/>
                <a:pathLst>
                  <a:path w="24" h="24">
                    <a:moveTo>
                      <a:pt x="3" y="22"/>
                    </a:moveTo>
                    <a:cubicBezTo>
                      <a:pt x="9" y="15"/>
                      <a:pt x="17" y="10"/>
                      <a:pt x="23" y="3"/>
                    </a:cubicBezTo>
                    <a:cubicBezTo>
                      <a:pt x="24" y="2"/>
                      <a:pt x="22" y="0"/>
                      <a:pt x="21" y="1"/>
                    </a:cubicBezTo>
                    <a:cubicBezTo>
                      <a:pt x="13" y="5"/>
                      <a:pt x="7" y="13"/>
                      <a:pt x="1" y="20"/>
                    </a:cubicBezTo>
                    <a:cubicBezTo>
                      <a:pt x="0" y="22"/>
                      <a:pt x="2" y="24"/>
                      <a:pt x="3"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1" name="Freeform 257">
                <a:extLst>
                  <a:ext uri="{FF2B5EF4-FFF2-40B4-BE49-F238E27FC236}">
                    <a16:creationId xmlns:a16="http://schemas.microsoft.com/office/drawing/2014/main" id="{406D169E-F401-7D1F-6B60-8ED4874CAEDB}"/>
                  </a:ext>
                </a:extLst>
              </p:cNvPr>
              <p:cNvSpPr/>
              <p:nvPr/>
            </p:nvSpPr>
            <p:spPr bwMode="auto">
              <a:xfrm>
                <a:off x="2978" y="3210"/>
                <a:ext cx="35" cy="38"/>
              </a:xfrm>
              <a:custGeom>
                <a:avLst/>
                <a:gdLst>
                  <a:gd name="T0" fmla="*/ 4 w 20"/>
                  <a:gd name="T1" fmla="*/ 21 h 22"/>
                  <a:gd name="T2" fmla="*/ 19 w 20"/>
                  <a:gd name="T3" fmla="*/ 3 h 22"/>
                  <a:gd name="T4" fmla="*/ 17 w 20"/>
                  <a:gd name="T5" fmla="*/ 1 h 22"/>
                  <a:gd name="T6" fmla="*/ 2 w 20"/>
                  <a:gd name="T7" fmla="*/ 18 h 22"/>
                  <a:gd name="T8" fmla="*/ 4 w 20"/>
                  <a:gd name="T9" fmla="*/ 21 h 22"/>
                </a:gdLst>
                <a:ahLst/>
                <a:cxnLst>
                  <a:cxn ang="0">
                    <a:pos x="T0" y="T1"/>
                  </a:cxn>
                  <a:cxn ang="0">
                    <a:pos x="T2" y="T3"/>
                  </a:cxn>
                  <a:cxn ang="0">
                    <a:pos x="T4" y="T5"/>
                  </a:cxn>
                  <a:cxn ang="0">
                    <a:pos x="T6" y="T7"/>
                  </a:cxn>
                  <a:cxn ang="0">
                    <a:pos x="T8" y="T9"/>
                  </a:cxn>
                </a:cxnLst>
                <a:rect l="0" t="0" r="r" b="b"/>
                <a:pathLst>
                  <a:path w="20" h="22">
                    <a:moveTo>
                      <a:pt x="4" y="21"/>
                    </a:moveTo>
                    <a:cubicBezTo>
                      <a:pt x="10" y="16"/>
                      <a:pt x="17" y="10"/>
                      <a:pt x="19" y="3"/>
                    </a:cubicBezTo>
                    <a:cubicBezTo>
                      <a:pt x="20" y="1"/>
                      <a:pt x="18" y="0"/>
                      <a:pt x="17" y="1"/>
                    </a:cubicBezTo>
                    <a:cubicBezTo>
                      <a:pt x="12" y="7"/>
                      <a:pt x="8" y="13"/>
                      <a:pt x="2" y="18"/>
                    </a:cubicBezTo>
                    <a:cubicBezTo>
                      <a:pt x="0" y="20"/>
                      <a:pt x="3" y="22"/>
                      <a:pt x="4"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2" name="Freeform 258">
                <a:extLst>
                  <a:ext uri="{FF2B5EF4-FFF2-40B4-BE49-F238E27FC236}">
                    <a16:creationId xmlns:a16="http://schemas.microsoft.com/office/drawing/2014/main" id="{65B04CD9-4588-290B-3FB2-11E6A3631AA6}"/>
                  </a:ext>
                </a:extLst>
              </p:cNvPr>
              <p:cNvSpPr/>
              <p:nvPr/>
            </p:nvSpPr>
            <p:spPr bwMode="auto">
              <a:xfrm>
                <a:off x="3004" y="3215"/>
                <a:ext cx="32" cy="44"/>
              </a:xfrm>
              <a:custGeom>
                <a:avLst/>
                <a:gdLst>
                  <a:gd name="T0" fmla="*/ 4 w 18"/>
                  <a:gd name="T1" fmla="*/ 23 h 25"/>
                  <a:gd name="T2" fmla="*/ 17 w 18"/>
                  <a:gd name="T3" fmla="*/ 3 h 25"/>
                  <a:gd name="T4" fmla="*/ 15 w 18"/>
                  <a:gd name="T5" fmla="*/ 1 h 25"/>
                  <a:gd name="T6" fmla="*/ 1 w 18"/>
                  <a:gd name="T7" fmla="*/ 20 h 25"/>
                  <a:gd name="T8" fmla="*/ 4 w 18"/>
                  <a:gd name="T9" fmla="*/ 23 h 25"/>
                </a:gdLst>
                <a:ahLst/>
                <a:cxnLst>
                  <a:cxn ang="0">
                    <a:pos x="T0" y="T1"/>
                  </a:cxn>
                  <a:cxn ang="0">
                    <a:pos x="T2" y="T3"/>
                  </a:cxn>
                  <a:cxn ang="0">
                    <a:pos x="T4" y="T5"/>
                  </a:cxn>
                  <a:cxn ang="0">
                    <a:pos x="T6" y="T7"/>
                  </a:cxn>
                  <a:cxn ang="0">
                    <a:pos x="T8" y="T9"/>
                  </a:cxn>
                </a:cxnLst>
                <a:rect l="0" t="0" r="r" b="b"/>
                <a:pathLst>
                  <a:path w="18" h="25">
                    <a:moveTo>
                      <a:pt x="4" y="23"/>
                    </a:moveTo>
                    <a:cubicBezTo>
                      <a:pt x="10" y="18"/>
                      <a:pt x="16" y="11"/>
                      <a:pt x="17" y="3"/>
                    </a:cubicBezTo>
                    <a:cubicBezTo>
                      <a:pt x="18" y="2"/>
                      <a:pt x="16" y="0"/>
                      <a:pt x="15" y="1"/>
                    </a:cubicBezTo>
                    <a:cubicBezTo>
                      <a:pt x="10" y="7"/>
                      <a:pt x="7" y="14"/>
                      <a:pt x="1" y="20"/>
                    </a:cubicBezTo>
                    <a:cubicBezTo>
                      <a:pt x="0" y="22"/>
                      <a:pt x="3" y="25"/>
                      <a:pt x="4"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3" name="Freeform 259">
                <a:extLst>
                  <a:ext uri="{FF2B5EF4-FFF2-40B4-BE49-F238E27FC236}">
                    <a16:creationId xmlns:a16="http://schemas.microsoft.com/office/drawing/2014/main" id="{6057DD3A-DB7A-A731-66D9-2759E1008612}"/>
                  </a:ext>
                </a:extLst>
              </p:cNvPr>
              <p:cNvSpPr/>
              <p:nvPr/>
            </p:nvSpPr>
            <p:spPr bwMode="auto">
              <a:xfrm>
                <a:off x="3036" y="3220"/>
                <a:ext cx="28" cy="37"/>
              </a:xfrm>
              <a:custGeom>
                <a:avLst/>
                <a:gdLst>
                  <a:gd name="T0" fmla="*/ 5 w 16"/>
                  <a:gd name="T1" fmla="*/ 19 h 21"/>
                  <a:gd name="T2" fmla="*/ 15 w 16"/>
                  <a:gd name="T3" fmla="*/ 3 h 21"/>
                  <a:gd name="T4" fmla="*/ 12 w 16"/>
                  <a:gd name="T5" fmla="*/ 1 h 21"/>
                  <a:gd name="T6" fmla="*/ 7 w 16"/>
                  <a:gd name="T7" fmla="*/ 8 h 21"/>
                  <a:gd name="T8" fmla="*/ 2 w 16"/>
                  <a:gd name="T9" fmla="*/ 16 h 21"/>
                  <a:gd name="T10" fmla="*/ 5 w 16"/>
                  <a:gd name="T11" fmla="*/ 19 h 21"/>
                </a:gdLst>
                <a:ahLst/>
                <a:cxnLst>
                  <a:cxn ang="0">
                    <a:pos x="T0" y="T1"/>
                  </a:cxn>
                  <a:cxn ang="0">
                    <a:pos x="T2" y="T3"/>
                  </a:cxn>
                  <a:cxn ang="0">
                    <a:pos x="T4" y="T5"/>
                  </a:cxn>
                  <a:cxn ang="0">
                    <a:pos x="T6" y="T7"/>
                  </a:cxn>
                  <a:cxn ang="0">
                    <a:pos x="T8" y="T9"/>
                  </a:cxn>
                  <a:cxn ang="0">
                    <a:pos x="T10" y="T11"/>
                  </a:cxn>
                </a:cxnLst>
                <a:rect l="0" t="0" r="r" b="b"/>
                <a:pathLst>
                  <a:path w="16" h="21">
                    <a:moveTo>
                      <a:pt x="5" y="19"/>
                    </a:moveTo>
                    <a:cubicBezTo>
                      <a:pt x="9" y="15"/>
                      <a:pt x="14" y="9"/>
                      <a:pt x="15" y="3"/>
                    </a:cubicBezTo>
                    <a:cubicBezTo>
                      <a:pt x="16" y="1"/>
                      <a:pt x="14" y="0"/>
                      <a:pt x="12" y="1"/>
                    </a:cubicBezTo>
                    <a:cubicBezTo>
                      <a:pt x="10" y="3"/>
                      <a:pt x="9" y="6"/>
                      <a:pt x="7" y="8"/>
                    </a:cubicBezTo>
                    <a:cubicBezTo>
                      <a:pt x="6" y="11"/>
                      <a:pt x="4" y="14"/>
                      <a:pt x="2" y="16"/>
                    </a:cubicBezTo>
                    <a:cubicBezTo>
                      <a:pt x="0" y="18"/>
                      <a:pt x="3" y="21"/>
                      <a:pt x="5"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4" name="Freeform 260">
                <a:extLst>
                  <a:ext uri="{FF2B5EF4-FFF2-40B4-BE49-F238E27FC236}">
                    <a16:creationId xmlns:a16="http://schemas.microsoft.com/office/drawing/2014/main" id="{241404F4-BDCD-3258-C7DF-02E693A964D7}"/>
                  </a:ext>
                </a:extLst>
              </p:cNvPr>
              <p:cNvSpPr/>
              <p:nvPr/>
            </p:nvSpPr>
            <p:spPr bwMode="auto">
              <a:xfrm>
                <a:off x="3062" y="3232"/>
                <a:ext cx="27" cy="30"/>
              </a:xfrm>
              <a:custGeom>
                <a:avLst/>
                <a:gdLst>
                  <a:gd name="T0" fmla="*/ 4 w 15"/>
                  <a:gd name="T1" fmla="*/ 16 h 17"/>
                  <a:gd name="T2" fmla="*/ 15 w 15"/>
                  <a:gd name="T3" fmla="*/ 2 h 17"/>
                  <a:gd name="T4" fmla="*/ 12 w 15"/>
                  <a:gd name="T5" fmla="*/ 1 h 17"/>
                  <a:gd name="T6" fmla="*/ 2 w 15"/>
                  <a:gd name="T7" fmla="*/ 12 h 17"/>
                  <a:gd name="T8" fmla="*/ 4 w 15"/>
                  <a:gd name="T9" fmla="*/ 16 h 17"/>
                </a:gdLst>
                <a:ahLst/>
                <a:cxnLst>
                  <a:cxn ang="0">
                    <a:pos x="T0" y="T1"/>
                  </a:cxn>
                  <a:cxn ang="0">
                    <a:pos x="T2" y="T3"/>
                  </a:cxn>
                  <a:cxn ang="0">
                    <a:pos x="T4" y="T5"/>
                  </a:cxn>
                  <a:cxn ang="0">
                    <a:pos x="T6" y="T7"/>
                  </a:cxn>
                  <a:cxn ang="0">
                    <a:pos x="T8" y="T9"/>
                  </a:cxn>
                </a:cxnLst>
                <a:rect l="0" t="0" r="r" b="b"/>
                <a:pathLst>
                  <a:path w="15" h="17">
                    <a:moveTo>
                      <a:pt x="4" y="16"/>
                    </a:moveTo>
                    <a:cubicBezTo>
                      <a:pt x="9" y="13"/>
                      <a:pt x="13" y="8"/>
                      <a:pt x="15" y="2"/>
                    </a:cubicBezTo>
                    <a:cubicBezTo>
                      <a:pt x="15" y="1"/>
                      <a:pt x="13" y="0"/>
                      <a:pt x="12" y="1"/>
                    </a:cubicBezTo>
                    <a:cubicBezTo>
                      <a:pt x="9" y="5"/>
                      <a:pt x="6" y="9"/>
                      <a:pt x="2" y="12"/>
                    </a:cubicBezTo>
                    <a:cubicBezTo>
                      <a:pt x="0" y="14"/>
                      <a:pt x="2" y="17"/>
                      <a:pt x="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5" name="Freeform 261">
                <a:extLst>
                  <a:ext uri="{FF2B5EF4-FFF2-40B4-BE49-F238E27FC236}">
                    <a16:creationId xmlns:a16="http://schemas.microsoft.com/office/drawing/2014/main" id="{68998CDD-08A0-53D0-6636-77F5FF9BD067}"/>
                  </a:ext>
                </a:extLst>
              </p:cNvPr>
              <p:cNvSpPr/>
              <p:nvPr/>
            </p:nvSpPr>
            <p:spPr bwMode="auto">
              <a:xfrm>
                <a:off x="3092" y="3232"/>
                <a:ext cx="26" cy="32"/>
              </a:xfrm>
              <a:custGeom>
                <a:avLst/>
                <a:gdLst>
                  <a:gd name="T0" fmla="*/ 5 w 15"/>
                  <a:gd name="T1" fmla="*/ 16 h 18"/>
                  <a:gd name="T2" fmla="*/ 14 w 15"/>
                  <a:gd name="T3" fmla="*/ 3 h 18"/>
                  <a:gd name="T4" fmla="*/ 11 w 15"/>
                  <a:gd name="T5" fmla="*/ 1 h 18"/>
                  <a:gd name="T6" fmla="*/ 2 w 15"/>
                  <a:gd name="T7" fmla="*/ 14 h 18"/>
                  <a:gd name="T8" fmla="*/ 5 w 15"/>
                  <a:gd name="T9" fmla="*/ 16 h 18"/>
                </a:gdLst>
                <a:ahLst/>
                <a:cxnLst>
                  <a:cxn ang="0">
                    <a:pos x="T0" y="T1"/>
                  </a:cxn>
                  <a:cxn ang="0">
                    <a:pos x="T2" y="T3"/>
                  </a:cxn>
                  <a:cxn ang="0">
                    <a:pos x="T4" y="T5"/>
                  </a:cxn>
                  <a:cxn ang="0">
                    <a:pos x="T6" y="T7"/>
                  </a:cxn>
                  <a:cxn ang="0">
                    <a:pos x="T8" y="T9"/>
                  </a:cxn>
                </a:cxnLst>
                <a:rect l="0" t="0" r="r" b="b"/>
                <a:pathLst>
                  <a:path w="15" h="18">
                    <a:moveTo>
                      <a:pt x="5" y="16"/>
                    </a:moveTo>
                    <a:cubicBezTo>
                      <a:pt x="8" y="12"/>
                      <a:pt x="11" y="8"/>
                      <a:pt x="14" y="3"/>
                    </a:cubicBezTo>
                    <a:cubicBezTo>
                      <a:pt x="15" y="1"/>
                      <a:pt x="13" y="0"/>
                      <a:pt x="11" y="1"/>
                    </a:cubicBezTo>
                    <a:cubicBezTo>
                      <a:pt x="8" y="5"/>
                      <a:pt x="5" y="10"/>
                      <a:pt x="2" y="14"/>
                    </a:cubicBezTo>
                    <a:cubicBezTo>
                      <a:pt x="0" y="16"/>
                      <a:pt x="4" y="18"/>
                      <a:pt x="5"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6" name="Freeform 262">
                <a:extLst>
                  <a:ext uri="{FF2B5EF4-FFF2-40B4-BE49-F238E27FC236}">
                    <a16:creationId xmlns:a16="http://schemas.microsoft.com/office/drawing/2014/main" id="{086D619C-DB62-0AE8-B80B-23BC082DBE82}"/>
                  </a:ext>
                </a:extLst>
              </p:cNvPr>
              <p:cNvSpPr/>
              <p:nvPr/>
            </p:nvSpPr>
            <p:spPr bwMode="auto">
              <a:xfrm>
                <a:off x="3118" y="3229"/>
                <a:ext cx="34" cy="44"/>
              </a:xfrm>
              <a:custGeom>
                <a:avLst/>
                <a:gdLst>
                  <a:gd name="T0" fmla="*/ 4 w 19"/>
                  <a:gd name="T1" fmla="*/ 24 h 25"/>
                  <a:gd name="T2" fmla="*/ 18 w 19"/>
                  <a:gd name="T3" fmla="*/ 2 h 25"/>
                  <a:gd name="T4" fmla="*/ 15 w 19"/>
                  <a:gd name="T5" fmla="*/ 1 h 25"/>
                  <a:gd name="T6" fmla="*/ 2 w 19"/>
                  <a:gd name="T7" fmla="*/ 21 h 25"/>
                  <a:gd name="T8" fmla="*/ 4 w 19"/>
                  <a:gd name="T9" fmla="*/ 24 h 25"/>
                </a:gdLst>
                <a:ahLst/>
                <a:cxnLst>
                  <a:cxn ang="0">
                    <a:pos x="T0" y="T1"/>
                  </a:cxn>
                  <a:cxn ang="0">
                    <a:pos x="T2" y="T3"/>
                  </a:cxn>
                  <a:cxn ang="0">
                    <a:pos x="T4" y="T5"/>
                  </a:cxn>
                  <a:cxn ang="0">
                    <a:pos x="T6" y="T7"/>
                  </a:cxn>
                  <a:cxn ang="0">
                    <a:pos x="T8" y="T9"/>
                  </a:cxn>
                </a:cxnLst>
                <a:rect l="0" t="0" r="r" b="b"/>
                <a:pathLst>
                  <a:path w="19" h="25">
                    <a:moveTo>
                      <a:pt x="4" y="24"/>
                    </a:moveTo>
                    <a:cubicBezTo>
                      <a:pt x="11" y="18"/>
                      <a:pt x="16" y="11"/>
                      <a:pt x="18" y="2"/>
                    </a:cubicBezTo>
                    <a:cubicBezTo>
                      <a:pt x="19" y="1"/>
                      <a:pt x="16" y="0"/>
                      <a:pt x="15" y="1"/>
                    </a:cubicBezTo>
                    <a:cubicBezTo>
                      <a:pt x="12" y="8"/>
                      <a:pt x="8" y="15"/>
                      <a:pt x="2" y="21"/>
                    </a:cubicBezTo>
                    <a:cubicBezTo>
                      <a:pt x="0" y="23"/>
                      <a:pt x="3" y="25"/>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7" name="Freeform 263">
                <a:extLst>
                  <a:ext uri="{FF2B5EF4-FFF2-40B4-BE49-F238E27FC236}">
                    <a16:creationId xmlns:a16="http://schemas.microsoft.com/office/drawing/2014/main" id="{46259BB9-666C-E27B-8F87-B905FDFDEFDB}"/>
                  </a:ext>
                </a:extLst>
              </p:cNvPr>
              <p:cNvSpPr/>
              <p:nvPr/>
            </p:nvSpPr>
            <p:spPr bwMode="auto">
              <a:xfrm>
                <a:off x="3161" y="3236"/>
                <a:ext cx="26" cy="37"/>
              </a:xfrm>
              <a:custGeom>
                <a:avLst/>
                <a:gdLst>
                  <a:gd name="T0" fmla="*/ 4 w 15"/>
                  <a:gd name="T1" fmla="*/ 19 h 21"/>
                  <a:gd name="T2" fmla="*/ 14 w 15"/>
                  <a:gd name="T3" fmla="*/ 3 h 21"/>
                  <a:gd name="T4" fmla="*/ 12 w 15"/>
                  <a:gd name="T5" fmla="*/ 1 h 21"/>
                  <a:gd name="T6" fmla="*/ 1 w 15"/>
                  <a:gd name="T7" fmla="*/ 18 h 21"/>
                  <a:gd name="T8" fmla="*/ 4 w 15"/>
                  <a:gd name="T9" fmla="*/ 19 h 21"/>
                </a:gdLst>
                <a:ahLst/>
                <a:cxnLst>
                  <a:cxn ang="0">
                    <a:pos x="T0" y="T1"/>
                  </a:cxn>
                  <a:cxn ang="0">
                    <a:pos x="T2" y="T3"/>
                  </a:cxn>
                  <a:cxn ang="0">
                    <a:pos x="T4" y="T5"/>
                  </a:cxn>
                  <a:cxn ang="0">
                    <a:pos x="T6" y="T7"/>
                  </a:cxn>
                  <a:cxn ang="0">
                    <a:pos x="T8" y="T9"/>
                  </a:cxn>
                </a:cxnLst>
                <a:rect l="0" t="0" r="r" b="b"/>
                <a:pathLst>
                  <a:path w="15" h="21">
                    <a:moveTo>
                      <a:pt x="4" y="19"/>
                    </a:moveTo>
                    <a:cubicBezTo>
                      <a:pt x="8" y="14"/>
                      <a:pt x="12" y="9"/>
                      <a:pt x="14" y="3"/>
                    </a:cubicBezTo>
                    <a:cubicBezTo>
                      <a:pt x="15" y="1"/>
                      <a:pt x="13" y="0"/>
                      <a:pt x="12" y="1"/>
                    </a:cubicBezTo>
                    <a:cubicBezTo>
                      <a:pt x="8" y="7"/>
                      <a:pt x="5" y="12"/>
                      <a:pt x="1" y="18"/>
                    </a:cubicBezTo>
                    <a:cubicBezTo>
                      <a:pt x="0" y="20"/>
                      <a:pt x="3" y="21"/>
                      <a:pt x="4"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8" name="Freeform 264">
                <a:extLst>
                  <a:ext uri="{FF2B5EF4-FFF2-40B4-BE49-F238E27FC236}">
                    <a16:creationId xmlns:a16="http://schemas.microsoft.com/office/drawing/2014/main" id="{AC77D365-AC2C-E490-E3FF-ED1DB30992EA}"/>
                  </a:ext>
                </a:extLst>
              </p:cNvPr>
              <p:cNvSpPr/>
              <p:nvPr/>
            </p:nvSpPr>
            <p:spPr bwMode="auto">
              <a:xfrm>
                <a:off x="3194" y="3220"/>
                <a:ext cx="23" cy="41"/>
              </a:xfrm>
              <a:custGeom>
                <a:avLst/>
                <a:gdLst>
                  <a:gd name="T0" fmla="*/ 4 w 13"/>
                  <a:gd name="T1" fmla="*/ 21 h 23"/>
                  <a:gd name="T2" fmla="*/ 12 w 13"/>
                  <a:gd name="T3" fmla="*/ 3 h 23"/>
                  <a:gd name="T4" fmla="*/ 9 w 13"/>
                  <a:gd name="T5" fmla="*/ 2 h 23"/>
                  <a:gd name="T6" fmla="*/ 1 w 13"/>
                  <a:gd name="T7" fmla="*/ 19 h 23"/>
                  <a:gd name="T8" fmla="*/ 4 w 13"/>
                  <a:gd name="T9" fmla="*/ 21 h 23"/>
                </a:gdLst>
                <a:ahLst/>
                <a:cxnLst>
                  <a:cxn ang="0">
                    <a:pos x="T0" y="T1"/>
                  </a:cxn>
                  <a:cxn ang="0">
                    <a:pos x="T2" y="T3"/>
                  </a:cxn>
                  <a:cxn ang="0">
                    <a:pos x="T4" y="T5"/>
                  </a:cxn>
                  <a:cxn ang="0">
                    <a:pos x="T6" y="T7"/>
                  </a:cxn>
                  <a:cxn ang="0">
                    <a:pos x="T8" y="T9"/>
                  </a:cxn>
                </a:cxnLst>
                <a:rect l="0" t="0" r="r" b="b"/>
                <a:pathLst>
                  <a:path w="13" h="23">
                    <a:moveTo>
                      <a:pt x="4" y="21"/>
                    </a:moveTo>
                    <a:cubicBezTo>
                      <a:pt x="7" y="15"/>
                      <a:pt x="10" y="9"/>
                      <a:pt x="12" y="3"/>
                    </a:cubicBezTo>
                    <a:cubicBezTo>
                      <a:pt x="13" y="1"/>
                      <a:pt x="10" y="0"/>
                      <a:pt x="9" y="2"/>
                    </a:cubicBezTo>
                    <a:cubicBezTo>
                      <a:pt x="6" y="7"/>
                      <a:pt x="4" y="13"/>
                      <a:pt x="1" y="19"/>
                    </a:cubicBezTo>
                    <a:cubicBezTo>
                      <a:pt x="0" y="21"/>
                      <a:pt x="3" y="23"/>
                      <a:pt x="4"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9" name="Freeform 265">
                <a:extLst>
                  <a:ext uri="{FF2B5EF4-FFF2-40B4-BE49-F238E27FC236}">
                    <a16:creationId xmlns:a16="http://schemas.microsoft.com/office/drawing/2014/main" id="{C2CFA0C0-C0CC-0836-B459-C93FEC973CA2}"/>
                  </a:ext>
                </a:extLst>
              </p:cNvPr>
              <p:cNvSpPr/>
              <p:nvPr/>
            </p:nvSpPr>
            <p:spPr bwMode="auto">
              <a:xfrm>
                <a:off x="3226" y="3213"/>
                <a:ext cx="23" cy="35"/>
              </a:xfrm>
              <a:custGeom>
                <a:avLst/>
                <a:gdLst>
                  <a:gd name="T0" fmla="*/ 4 w 13"/>
                  <a:gd name="T1" fmla="*/ 18 h 20"/>
                  <a:gd name="T2" fmla="*/ 12 w 13"/>
                  <a:gd name="T3" fmla="*/ 3 h 20"/>
                  <a:gd name="T4" fmla="*/ 10 w 13"/>
                  <a:gd name="T5" fmla="*/ 2 h 20"/>
                  <a:gd name="T6" fmla="*/ 1 w 13"/>
                  <a:gd name="T7" fmla="*/ 16 h 20"/>
                  <a:gd name="T8" fmla="*/ 4 w 13"/>
                  <a:gd name="T9" fmla="*/ 18 h 20"/>
                </a:gdLst>
                <a:ahLst/>
                <a:cxnLst>
                  <a:cxn ang="0">
                    <a:pos x="T0" y="T1"/>
                  </a:cxn>
                  <a:cxn ang="0">
                    <a:pos x="T2" y="T3"/>
                  </a:cxn>
                  <a:cxn ang="0">
                    <a:pos x="T4" y="T5"/>
                  </a:cxn>
                  <a:cxn ang="0">
                    <a:pos x="T6" y="T7"/>
                  </a:cxn>
                  <a:cxn ang="0">
                    <a:pos x="T8" y="T9"/>
                  </a:cxn>
                </a:cxnLst>
                <a:rect l="0" t="0" r="r" b="b"/>
                <a:pathLst>
                  <a:path w="13" h="20">
                    <a:moveTo>
                      <a:pt x="4" y="18"/>
                    </a:moveTo>
                    <a:cubicBezTo>
                      <a:pt x="8" y="13"/>
                      <a:pt x="10" y="8"/>
                      <a:pt x="12" y="3"/>
                    </a:cubicBezTo>
                    <a:cubicBezTo>
                      <a:pt x="13" y="1"/>
                      <a:pt x="10" y="0"/>
                      <a:pt x="10" y="2"/>
                    </a:cubicBezTo>
                    <a:cubicBezTo>
                      <a:pt x="7" y="7"/>
                      <a:pt x="4" y="12"/>
                      <a:pt x="1" y="16"/>
                    </a:cubicBezTo>
                    <a:cubicBezTo>
                      <a:pt x="0" y="19"/>
                      <a:pt x="3" y="20"/>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0" name="Freeform 266">
                <a:extLst>
                  <a:ext uri="{FF2B5EF4-FFF2-40B4-BE49-F238E27FC236}">
                    <a16:creationId xmlns:a16="http://schemas.microsoft.com/office/drawing/2014/main" id="{FF10F4BD-1966-BE86-F769-E17792896C06}"/>
                  </a:ext>
                </a:extLst>
              </p:cNvPr>
              <p:cNvSpPr/>
              <p:nvPr/>
            </p:nvSpPr>
            <p:spPr bwMode="auto">
              <a:xfrm>
                <a:off x="3271" y="3199"/>
                <a:ext cx="21" cy="28"/>
              </a:xfrm>
              <a:custGeom>
                <a:avLst/>
                <a:gdLst>
                  <a:gd name="T0" fmla="*/ 5 w 12"/>
                  <a:gd name="T1" fmla="*/ 13 h 16"/>
                  <a:gd name="T2" fmla="*/ 11 w 12"/>
                  <a:gd name="T3" fmla="*/ 2 h 16"/>
                  <a:gd name="T4" fmla="*/ 8 w 12"/>
                  <a:gd name="T5" fmla="*/ 1 h 16"/>
                  <a:gd name="T6" fmla="*/ 2 w 12"/>
                  <a:gd name="T7" fmla="*/ 12 h 16"/>
                  <a:gd name="T8" fmla="*/ 5 w 12"/>
                  <a:gd name="T9" fmla="*/ 13 h 16"/>
                </a:gdLst>
                <a:ahLst/>
                <a:cxnLst>
                  <a:cxn ang="0">
                    <a:pos x="T0" y="T1"/>
                  </a:cxn>
                  <a:cxn ang="0">
                    <a:pos x="T2" y="T3"/>
                  </a:cxn>
                  <a:cxn ang="0">
                    <a:pos x="T4" y="T5"/>
                  </a:cxn>
                  <a:cxn ang="0">
                    <a:pos x="T6" y="T7"/>
                  </a:cxn>
                  <a:cxn ang="0">
                    <a:pos x="T8" y="T9"/>
                  </a:cxn>
                </a:cxnLst>
                <a:rect l="0" t="0" r="r" b="b"/>
                <a:pathLst>
                  <a:path w="12" h="16">
                    <a:moveTo>
                      <a:pt x="5" y="13"/>
                    </a:moveTo>
                    <a:cubicBezTo>
                      <a:pt x="7" y="10"/>
                      <a:pt x="9" y="6"/>
                      <a:pt x="11" y="2"/>
                    </a:cubicBezTo>
                    <a:cubicBezTo>
                      <a:pt x="12" y="1"/>
                      <a:pt x="9" y="0"/>
                      <a:pt x="8" y="1"/>
                    </a:cubicBezTo>
                    <a:cubicBezTo>
                      <a:pt x="6" y="4"/>
                      <a:pt x="4" y="8"/>
                      <a:pt x="2" y="12"/>
                    </a:cubicBezTo>
                    <a:cubicBezTo>
                      <a:pt x="0" y="14"/>
                      <a:pt x="4" y="16"/>
                      <a:pt x="5"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1" name="Freeform 267">
                <a:extLst>
                  <a:ext uri="{FF2B5EF4-FFF2-40B4-BE49-F238E27FC236}">
                    <a16:creationId xmlns:a16="http://schemas.microsoft.com/office/drawing/2014/main" id="{6850744C-9207-801F-12BB-796800BFCED9}"/>
                  </a:ext>
                </a:extLst>
              </p:cNvPr>
              <p:cNvSpPr/>
              <p:nvPr/>
            </p:nvSpPr>
            <p:spPr bwMode="auto">
              <a:xfrm>
                <a:off x="3308" y="3183"/>
                <a:ext cx="20" cy="34"/>
              </a:xfrm>
              <a:custGeom>
                <a:avLst/>
                <a:gdLst>
                  <a:gd name="T0" fmla="*/ 4 w 11"/>
                  <a:gd name="T1" fmla="*/ 17 h 19"/>
                  <a:gd name="T2" fmla="*/ 11 w 11"/>
                  <a:gd name="T3" fmla="*/ 2 h 19"/>
                  <a:gd name="T4" fmla="*/ 8 w 11"/>
                  <a:gd name="T5" fmla="*/ 2 h 19"/>
                  <a:gd name="T6" fmla="*/ 1 w 11"/>
                  <a:gd name="T7" fmla="*/ 15 h 19"/>
                  <a:gd name="T8" fmla="*/ 4 w 11"/>
                  <a:gd name="T9" fmla="*/ 17 h 19"/>
                </a:gdLst>
                <a:ahLst/>
                <a:cxnLst>
                  <a:cxn ang="0">
                    <a:pos x="T0" y="T1"/>
                  </a:cxn>
                  <a:cxn ang="0">
                    <a:pos x="T2" y="T3"/>
                  </a:cxn>
                  <a:cxn ang="0">
                    <a:pos x="T4" y="T5"/>
                  </a:cxn>
                  <a:cxn ang="0">
                    <a:pos x="T6" y="T7"/>
                  </a:cxn>
                  <a:cxn ang="0">
                    <a:pos x="T8" y="T9"/>
                  </a:cxn>
                </a:cxnLst>
                <a:rect l="0" t="0" r="r" b="b"/>
                <a:pathLst>
                  <a:path w="11" h="19">
                    <a:moveTo>
                      <a:pt x="4" y="17"/>
                    </a:moveTo>
                    <a:cubicBezTo>
                      <a:pt x="7" y="13"/>
                      <a:pt x="10" y="8"/>
                      <a:pt x="11" y="2"/>
                    </a:cubicBezTo>
                    <a:cubicBezTo>
                      <a:pt x="11" y="1"/>
                      <a:pt x="8" y="0"/>
                      <a:pt x="8" y="2"/>
                    </a:cubicBezTo>
                    <a:cubicBezTo>
                      <a:pt x="5" y="6"/>
                      <a:pt x="4" y="11"/>
                      <a:pt x="1" y="15"/>
                    </a:cubicBezTo>
                    <a:cubicBezTo>
                      <a:pt x="0" y="17"/>
                      <a:pt x="3" y="19"/>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2" name="Freeform 268">
                <a:extLst>
                  <a:ext uri="{FF2B5EF4-FFF2-40B4-BE49-F238E27FC236}">
                    <a16:creationId xmlns:a16="http://schemas.microsoft.com/office/drawing/2014/main" id="{933A3414-0F93-0E78-869A-A59A8A8C660A}"/>
                  </a:ext>
                </a:extLst>
              </p:cNvPr>
              <p:cNvSpPr/>
              <p:nvPr/>
            </p:nvSpPr>
            <p:spPr bwMode="auto">
              <a:xfrm>
                <a:off x="3347" y="3166"/>
                <a:ext cx="23" cy="35"/>
              </a:xfrm>
              <a:custGeom>
                <a:avLst/>
                <a:gdLst>
                  <a:gd name="T0" fmla="*/ 5 w 13"/>
                  <a:gd name="T1" fmla="*/ 18 h 20"/>
                  <a:gd name="T2" fmla="*/ 13 w 13"/>
                  <a:gd name="T3" fmla="*/ 3 h 20"/>
                  <a:gd name="T4" fmla="*/ 10 w 13"/>
                  <a:gd name="T5" fmla="*/ 2 h 20"/>
                  <a:gd name="T6" fmla="*/ 1 w 13"/>
                  <a:gd name="T7" fmla="*/ 16 h 20"/>
                  <a:gd name="T8" fmla="*/ 5 w 13"/>
                  <a:gd name="T9" fmla="*/ 18 h 20"/>
                </a:gdLst>
                <a:ahLst/>
                <a:cxnLst>
                  <a:cxn ang="0">
                    <a:pos x="T0" y="T1"/>
                  </a:cxn>
                  <a:cxn ang="0">
                    <a:pos x="T2" y="T3"/>
                  </a:cxn>
                  <a:cxn ang="0">
                    <a:pos x="T4" y="T5"/>
                  </a:cxn>
                  <a:cxn ang="0">
                    <a:pos x="T6" y="T7"/>
                  </a:cxn>
                  <a:cxn ang="0">
                    <a:pos x="T8" y="T9"/>
                  </a:cxn>
                </a:cxnLst>
                <a:rect l="0" t="0" r="r" b="b"/>
                <a:pathLst>
                  <a:path w="13" h="20">
                    <a:moveTo>
                      <a:pt x="5" y="18"/>
                    </a:moveTo>
                    <a:cubicBezTo>
                      <a:pt x="8" y="13"/>
                      <a:pt x="11" y="8"/>
                      <a:pt x="13" y="3"/>
                    </a:cubicBezTo>
                    <a:cubicBezTo>
                      <a:pt x="13" y="2"/>
                      <a:pt x="11" y="0"/>
                      <a:pt x="10" y="2"/>
                    </a:cubicBezTo>
                    <a:cubicBezTo>
                      <a:pt x="7" y="6"/>
                      <a:pt x="4" y="11"/>
                      <a:pt x="1" y="16"/>
                    </a:cubicBezTo>
                    <a:cubicBezTo>
                      <a:pt x="0" y="18"/>
                      <a:pt x="3" y="20"/>
                      <a:pt x="5"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3" name="Freeform 269">
                <a:extLst>
                  <a:ext uri="{FF2B5EF4-FFF2-40B4-BE49-F238E27FC236}">
                    <a16:creationId xmlns:a16="http://schemas.microsoft.com/office/drawing/2014/main" id="{75DFB7AA-7169-275B-7946-E8329166B3F7}"/>
                  </a:ext>
                </a:extLst>
              </p:cNvPr>
              <p:cNvSpPr/>
              <p:nvPr/>
            </p:nvSpPr>
            <p:spPr bwMode="auto">
              <a:xfrm>
                <a:off x="3398" y="3157"/>
                <a:ext cx="21" cy="30"/>
              </a:xfrm>
              <a:custGeom>
                <a:avLst/>
                <a:gdLst>
                  <a:gd name="T0" fmla="*/ 5 w 12"/>
                  <a:gd name="T1" fmla="*/ 15 h 17"/>
                  <a:gd name="T2" fmla="*/ 12 w 12"/>
                  <a:gd name="T3" fmla="*/ 3 h 17"/>
                  <a:gd name="T4" fmla="*/ 9 w 12"/>
                  <a:gd name="T5" fmla="*/ 1 h 17"/>
                  <a:gd name="T6" fmla="*/ 1 w 12"/>
                  <a:gd name="T7" fmla="*/ 13 h 17"/>
                  <a:gd name="T8" fmla="*/ 5 w 12"/>
                  <a:gd name="T9" fmla="*/ 15 h 17"/>
                </a:gdLst>
                <a:ahLst/>
                <a:cxnLst>
                  <a:cxn ang="0">
                    <a:pos x="T0" y="T1"/>
                  </a:cxn>
                  <a:cxn ang="0">
                    <a:pos x="T2" y="T3"/>
                  </a:cxn>
                  <a:cxn ang="0">
                    <a:pos x="T4" y="T5"/>
                  </a:cxn>
                  <a:cxn ang="0">
                    <a:pos x="T6" y="T7"/>
                  </a:cxn>
                  <a:cxn ang="0">
                    <a:pos x="T8" y="T9"/>
                  </a:cxn>
                </a:cxnLst>
                <a:rect l="0" t="0" r="r" b="b"/>
                <a:pathLst>
                  <a:path w="12" h="17">
                    <a:moveTo>
                      <a:pt x="5" y="15"/>
                    </a:moveTo>
                    <a:cubicBezTo>
                      <a:pt x="7" y="11"/>
                      <a:pt x="10" y="7"/>
                      <a:pt x="12" y="3"/>
                    </a:cubicBezTo>
                    <a:cubicBezTo>
                      <a:pt x="12" y="1"/>
                      <a:pt x="10" y="0"/>
                      <a:pt x="9" y="1"/>
                    </a:cubicBezTo>
                    <a:cubicBezTo>
                      <a:pt x="6" y="5"/>
                      <a:pt x="3" y="9"/>
                      <a:pt x="1" y="13"/>
                    </a:cubicBezTo>
                    <a:cubicBezTo>
                      <a:pt x="0" y="16"/>
                      <a:pt x="3" y="17"/>
                      <a:pt x="5"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4" name="Freeform 270">
                <a:extLst>
                  <a:ext uri="{FF2B5EF4-FFF2-40B4-BE49-F238E27FC236}">
                    <a16:creationId xmlns:a16="http://schemas.microsoft.com/office/drawing/2014/main" id="{7D42080E-9D0C-6680-624F-2BE81740AAD8}"/>
                  </a:ext>
                </a:extLst>
              </p:cNvPr>
              <p:cNvSpPr/>
              <p:nvPr/>
            </p:nvSpPr>
            <p:spPr bwMode="auto">
              <a:xfrm>
                <a:off x="3405" y="3123"/>
                <a:ext cx="33" cy="62"/>
              </a:xfrm>
              <a:custGeom>
                <a:avLst/>
                <a:gdLst>
                  <a:gd name="T0" fmla="*/ 3 w 19"/>
                  <a:gd name="T1" fmla="*/ 33 h 35"/>
                  <a:gd name="T2" fmla="*/ 18 w 19"/>
                  <a:gd name="T3" fmla="*/ 2 h 35"/>
                  <a:gd name="T4" fmla="*/ 15 w 19"/>
                  <a:gd name="T5" fmla="*/ 2 h 35"/>
                  <a:gd name="T6" fmla="*/ 1 w 19"/>
                  <a:gd name="T7" fmla="*/ 31 h 35"/>
                  <a:gd name="T8" fmla="*/ 3 w 19"/>
                  <a:gd name="T9" fmla="*/ 33 h 35"/>
                </a:gdLst>
                <a:ahLst/>
                <a:cxnLst>
                  <a:cxn ang="0">
                    <a:pos x="T0" y="T1"/>
                  </a:cxn>
                  <a:cxn ang="0">
                    <a:pos x="T2" y="T3"/>
                  </a:cxn>
                  <a:cxn ang="0">
                    <a:pos x="T4" y="T5"/>
                  </a:cxn>
                  <a:cxn ang="0">
                    <a:pos x="T6" y="T7"/>
                  </a:cxn>
                  <a:cxn ang="0">
                    <a:pos x="T8" y="T9"/>
                  </a:cxn>
                </a:cxnLst>
                <a:rect l="0" t="0" r="r" b="b"/>
                <a:pathLst>
                  <a:path w="19" h="35">
                    <a:moveTo>
                      <a:pt x="3" y="33"/>
                    </a:moveTo>
                    <a:cubicBezTo>
                      <a:pt x="11" y="25"/>
                      <a:pt x="18" y="14"/>
                      <a:pt x="18" y="2"/>
                    </a:cubicBezTo>
                    <a:cubicBezTo>
                      <a:pt x="19" y="0"/>
                      <a:pt x="16" y="0"/>
                      <a:pt x="15" y="2"/>
                    </a:cubicBezTo>
                    <a:cubicBezTo>
                      <a:pt x="12" y="13"/>
                      <a:pt x="8" y="22"/>
                      <a:pt x="1" y="31"/>
                    </a:cubicBezTo>
                    <a:cubicBezTo>
                      <a:pt x="0" y="33"/>
                      <a:pt x="2" y="35"/>
                      <a:pt x="3"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5" name="Freeform 271">
                <a:extLst>
                  <a:ext uri="{FF2B5EF4-FFF2-40B4-BE49-F238E27FC236}">
                    <a16:creationId xmlns:a16="http://schemas.microsoft.com/office/drawing/2014/main" id="{4483C7AC-1172-C809-3F41-E4DFBDFF722E}"/>
                  </a:ext>
                </a:extLst>
              </p:cNvPr>
              <p:cNvSpPr/>
              <p:nvPr/>
            </p:nvSpPr>
            <p:spPr bwMode="auto">
              <a:xfrm>
                <a:off x="3535" y="3079"/>
                <a:ext cx="18" cy="60"/>
              </a:xfrm>
              <a:custGeom>
                <a:avLst/>
                <a:gdLst>
                  <a:gd name="T0" fmla="*/ 4 w 10"/>
                  <a:gd name="T1" fmla="*/ 32 h 34"/>
                  <a:gd name="T2" fmla="*/ 9 w 10"/>
                  <a:gd name="T3" fmla="*/ 2 h 34"/>
                  <a:gd name="T4" fmla="*/ 5 w 10"/>
                  <a:gd name="T5" fmla="*/ 2 h 34"/>
                  <a:gd name="T6" fmla="*/ 1 w 10"/>
                  <a:gd name="T7" fmla="*/ 31 h 34"/>
                  <a:gd name="T8" fmla="*/ 4 w 10"/>
                  <a:gd name="T9" fmla="*/ 32 h 34"/>
                </a:gdLst>
                <a:ahLst/>
                <a:cxnLst>
                  <a:cxn ang="0">
                    <a:pos x="T0" y="T1"/>
                  </a:cxn>
                  <a:cxn ang="0">
                    <a:pos x="T2" y="T3"/>
                  </a:cxn>
                  <a:cxn ang="0">
                    <a:pos x="T4" y="T5"/>
                  </a:cxn>
                  <a:cxn ang="0">
                    <a:pos x="T6" y="T7"/>
                  </a:cxn>
                  <a:cxn ang="0">
                    <a:pos x="T8" y="T9"/>
                  </a:cxn>
                </a:cxnLst>
                <a:rect l="0" t="0" r="r" b="b"/>
                <a:pathLst>
                  <a:path w="10" h="34">
                    <a:moveTo>
                      <a:pt x="4" y="32"/>
                    </a:moveTo>
                    <a:cubicBezTo>
                      <a:pt x="8" y="22"/>
                      <a:pt x="10" y="12"/>
                      <a:pt x="9" y="2"/>
                    </a:cubicBezTo>
                    <a:cubicBezTo>
                      <a:pt x="8" y="0"/>
                      <a:pt x="6" y="0"/>
                      <a:pt x="5" y="2"/>
                    </a:cubicBezTo>
                    <a:cubicBezTo>
                      <a:pt x="5" y="12"/>
                      <a:pt x="4" y="21"/>
                      <a:pt x="1" y="31"/>
                    </a:cubicBezTo>
                    <a:cubicBezTo>
                      <a:pt x="0" y="33"/>
                      <a:pt x="4" y="34"/>
                      <a:pt x="4"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6" name="Freeform 272">
                <a:extLst>
                  <a:ext uri="{FF2B5EF4-FFF2-40B4-BE49-F238E27FC236}">
                    <a16:creationId xmlns:a16="http://schemas.microsoft.com/office/drawing/2014/main" id="{33868671-F7C5-A584-F83C-0EE1D8914C40}"/>
                  </a:ext>
                </a:extLst>
              </p:cNvPr>
              <p:cNvSpPr/>
              <p:nvPr/>
            </p:nvSpPr>
            <p:spPr bwMode="auto">
              <a:xfrm>
                <a:off x="3584" y="3053"/>
                <a:ext cx="23" cy="53"/>
              </a:xfrm>
              <a:custGeom>
                <a:avLst/>
                <a:gdLst>
                  <a:gd name="T0" fmla="*/ 4 w 13"/>
                  <a:gd name="T1" fmla="*/ 28 h 30"/>
                  <a:gd name="T2" fmla="*/ 13 w 13"/>
                  <a:gd name="T3" fmla="*/ 2 h 30"/>
                  <a:gd name="T4" fmla="*/ 10 w 13"/>
                  <a:gd name="T5" fmla="*/ 1 h 30"/>
                  <a:gd name="T6" fmla="*/ 1 w 13"/>
                  <a:gd name="T7" fmla="*/ 27 h 30"/>
                  <a:gd name="T8" fmla="*/ 4 w 13"/>
                  <a:gd name="T9" fmla="*/ 28 h 30"/>
                </a:gdLst>
                <a:ahLst/>
                <a:cxnLst>
                  <a:cxn ang="0">
                    <a:pos x="T0" y="T1"/>
                  </a:cxn>
                  <a:cxn ang="0">
                    <a:pos x="T2" y="T3"/>
                  </a:cxn>
                  <a:cxn ang="0">
                    <a:pos x="T4" y="T5"/>
                  </a:cxn>
                  <a:cxn ang="0">
                    <a:pos x="T6" y="T7"/>
                  </a:cxn>
                  <a:cxn ang="0">
                    <a:pos x="T8" y="T9"/>
                  </a:cxn>
                </a:cxnLst>
                <a:rect l="0" t="0" r="r" b="b"/>
                <a:pathLst>
                  <a:path w="13" h="30">
                    <a:moveTo>
                      <a:pt x="4" y="28"/>
                    </a:moveTo>
                    <a:cubicBezTo>
                      <a:pt x="7" y="19"/>
                      <a:pt x="11" y="11"/>
                      <a:pt x="13" y="2"/>
                    </a:cubicBezTo>
                    <a:cubicBezTo>
                      <a:pt x="13" y="1"/>
                      <a:pt x="11" y="0"/>
                      <a:pt x="10" y="1"/>
                    </a:cubicBezTo>
                    <a:cubicBezTo>
                      <a:pt x="6" y="9"/>
                      <a:pt x="4" y="18"/>
                      <a:pt x="1" y="27"/>
                    </a:cubicBezTo>
                    <a:cubicBezTo>
                      <a:pt x="0" y="29"/>
                      <a:pt x="4" y="30"/>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7" name="Freeform 273">
                <a:extLst>
                  <a:ext uri="{FF2B5EF4-FFF2-40B4-BE49-F238E27FC236}">
                    <a16:creationId xmlns:a16="http://schemas.microsoft.com/office/drawing/2014/main" id="{0D924F3A-CB50-5D86-9554-E59489825C8A}"/>
                  </a:ext>
                </a:extLst>
              </p:cNvPr>
              <p:cNvSpPr/>
              <p:nvPr/>
            </p:nvSpPr>
            <p:spPr bwMode="auto">
              <a:xfrm>
                <a:off x="3648" y="3011"/>
                <a:ext cx="26" cy="68"/>
              </a:xfrm>
              <a:custGeom>
                <a:avLst/>
                <a:gdLst>
                  <a:gd name="T0" fmla="*/ 4 w 15"/>
                  <a:gd name="T1" fmla="*/ 37 h 39"/>
                  <a:gd name="T2" fmla="*/ 15 w 15"/>
                  <a:gd name="T3" fmla="*/ 2 h 39"/>
                  <a:gd name="T4" fmla="*/ 12 w 15"/>
                  <a:gd name="T5" fmla="*/ 2 h 39"/>
                  <a:gd name="T6" fmla="*/ 1 w 15"/>
                  <a:gd name="T7" fmla="*/ 36 h 39"/>
                  <a:gd name="T8" fmla="*/ 4 w 15"/>
                  <a:gd name="T9" fmla="*/ 37 h 39"/>
                </a:gdLst>
                <a:ahLst/>
                <a:cxnLst>
                  <a:cxn ang="0">
                    <a:pos x="T0" y="T1"/>
                  </a:cxn>
                  <a:cxn ang="0">
                    <a:pos x="T2" y="T3"/>
                  </a:cxn>
                  <a:cxn ang="0">
                    <a:pos x="T4" y="T5"/>
                  </a:cxn>
                  <a:cxn ang="0">
                    <a:pos x="T6" y="T7"/>
                  </a:cxn>
                  <a:cxn ang="0">
                    <a:pos x="T8" y="T9"/>
                  </a:cxn>
                </a:cxnLst>
                <a:rect l="0" t="0" r="r" b="b"/>
                <a:pathLst>
                  <a:path w="15" h="39">
                    <a:moveTo>
                      <a:pt x="4" y="37"/>
                    </a:moveTo>
                    <a:cubicBezTo>
                      <a:pt x="10" y="27"/>
                      <a:pt x="14" y="15"/>
                      <a:pt x="15" y="2"/>
                    </a:cubicBezTo>
                    <a:cubicBezTo>
                      <a:pt x="15" y="1"/>
                      <a:pt x="12" y="0"/>
                      <a:pt x="12" y="2"/>
                    </a:cubicBezTo>
                    <a:cubicBezTo>
                      <a:pt x="10" y="14"/>
                      <a:pt x="7" y="25"/>
                      <a:pt x="1" y="36"/>
                    </a:cubicBezTo>
                    <a:cubicBezTo>
                      <a:pt x="0" y="38"/>
                      <a:pt x="3" y="39"/>
                      <a:pt x="4"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8" name="Freeform 274">
                <a:extLst>
                  <a:ext uri="{FF2B5EF4-FFF2-40B4-BE49-F238E27FC236}">
                    <a16:creationId xmlns:a16="http://schemas.microsoft.com/office/drawing/2014/main" id="{00FA798A-5159-6774-A7FF-8545B18E0CBC}"/>
                  </a:ext>
                </a:extLst>
              </p:cNvPr>
              <p:cNvSpPr/>
              <p:nvPr/>
            </p:nvSpPr>
            <p:spPr bwMode="auto">
              <a:xfrm>
                <a:off x="3723" y="2977"/>
                <a:ext cx="19" cy="58"/>
              </a:xfrm>
              <a:custGeom>
                <a:avLst/>
                <a:gdLst>
                  <a:gd name="T0" fmla="*/ 4 w 11"/>
                  <a:gd name="T1" fmla="*/ 30 h 33"/>
                  <a:gd name="T2" fmla="*/ 11 w 11"/>
                  <a:gd name="T3" fmla="*/ 3 h 33"/>
                  <a:gd name="T4" fmla="*/ 8 w 11"/>
                  <a:gd name="T5" fmla="*/ 2 h 33"/>
                  <a:gd name="T6" fmla="*/ 1 w 11"/>
                  <a:gd name="T7" fmla="*/ 29 h 33"/>
                  <a:gd name="T8" fmla="*/ 4 w 11"/>
                  <a:gd name="T9" fmla="*/ 30 h 33"/>
                </a:gdLst>
                <a:ahLst/>
                <a:cxnLst>
                  <a:cxn ang="0">
                    <a:pos x="T0" y="T1"/>
                  </a:cxn>
                  <a:cxn ang="0">
                    <a:pos x="T2" y="T3"/>
                  </a:cxn>
                  <a:cxn ang="0">
                    <a:pos x="T4" y="T5"/>
                  </a:cxn>
                  <a:cxn ang="0">
                    <a:pos x="T6" y="T7"/>
                  </a:cxn>
                  <a:cxn ang="0">
                    <a:pos x="T8" y="T9"/>
                  </a:cxn>
                </a:cxnLst>
                <a:rect l="0" t="0" r="r" b="b"/>
                <a:pathLst>
                  <a:path w="11" h="33">
                    <a:moveTo>
                      <a:pt x="4" y="30"/>
                    </a:moveTo>
                    <a:cubicBezTo>
                      <a:pt x="6" y="21"/>
                      <a:pt x="9" y="12"/>
                      <a:pt x="11" y="3"/>
                    </a:cubicBezTo>
                    <a:cubicBezTo>
                      <a:pt x="11" y="1"/>
                      <a:pt x="8" y="0"/>
                      <a:pt x="8" y="2"/>
                    </a:cubicBezTo>
                    <a:cubicBezTo>
                      <a:pt x="5" y="11"/>
                      <a:pt x="3" y="20"/>
                      <a:pt x="1" y="29"/>
                    </a:cubicBezTo>
                    <a:cubicBezTo>
                      <a:pt x="0" y="32"/>
                      <a:pt x="4" y="33"/>
                      <a:pt x="4"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9" name="Freeform 275">
                <a:extLst>
                  <a:ext uri="{FF2B5EF4-FFF2-40B4-BE49-F238E27FC236}">
                    <a16:creationId xmlns:a16="http://schemas.microsoft.com/office/drawing/2014/main" id="{BF63AB26-EFEA-11F7-E769-EBD2CEBF2A73}"/>
                  </a:ext>
                </a:extLst>
              </p:cNvPr>
              <p:cNvSpPr/>
              <p:nvPr/>
            </p:nvSpPr>
            <p:spPr bwMode="auto">
              <a:xfrm>
                <a:off x="3765" y="2955"/>
                <a:ext cx="23" cy="68"/>
              </a:xfrm>
              <a:custGeom>
                <a:avLst/>
                <a:gdLst>
                  <a:gd name="T0" fmla="*/ 3 w 13"/>
                  <a:gd name="T1" fmla="*/ 37 h 39"/>
                  <a:gd name="T2" fmla="*/ 12 w 13"/>
                  <a:gd name="T3" fmla="*/ 2 h 39"/>
                  <a:gd name="T4" fmla="*/ 9 w 13"/>
                  <a:gd name="T5" fmla="*/ 2 h 39"/>
                  <a:gd name="T6" fmla="*/ 0 w 13"/>
                  <a:gd name="T7" fmla="*/ 36 h 39"/>
                  <a:gd name="T8" fmla="*/ 3 w 13"/>
                  <a:gd name="T9" fmla="*/ 37 h 39"/>
                </a:gdLst>
                <a:ahLst/>
                <a:cxnLst>
                  <a:cxn ang="0">
                    <a:pos x="T0" y="T1"/>
                  </a:cxn>
                  <a:cxn ang="0">
                    <a:pos x="T2" y="T3"/>
                  </a:cxn>
                  <a:cxn ang="0">
                    <a:pos x="T4" y="T5"/>
                  </a:cxn>
                  <a:cxn ang="0">
                    <a:pos x="T6" y="T7"/>
                  </a:cxn>
                  <a:cxn ang="0">
                    <a:pos x="T8" y="T9"/>
                  </a:cxn>
                </a:cxnLst>
                <a:rect l="0" t="0" r="r" b="b"/>
                <a:pathLst>
                  <a:path w="13" h="39">
                    <a:moveTo>
                      <a:pt x="3" y="37"/>
                    </a:moveTo>
                    <a:cubicBezTo>
                      <a:pt x="9" y="27"/>
                      <a:pt x="13" y="15"/>
                      <a:pt x="12" y="2"/>
                    </a:cubicBezTo>
                    <a:cubicBezTo>
                      <a:pt x="11" y="1"/>
                      <a:pt x="9" y="0"/>
                      <a:pt x="9" y="2"/>
                    </a:cubicBezTo>
                    <a:cubicBezTo>
                      <a:pt x="8" y="14"/>
                      <a:pt x="6" y="25"/>
                      <a:pt x="0" y="36"/>
                    </a:cubicBezTo>
                    <a:cubicBezTo>
                      <a:pt x="0" y="37"/>
                      <a:pt x="2" y="39"/>
                      <a:pt x="3"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0" name="Freeform 276">
                <a:extLst>
                  <a:ext uri="{FF2B5EF4-FFF2-40B4-BE49-F238E27FC236}">
                    <a16:creationId xmlns:a16="http://schemas.microsoft.com/office/drawing/2014/main" id="{DDEDF8E3-00A9-40CF-E2F4-BCABC85C95FD}"/>
                  </a:ext>
                </a:extLst>
              </p:cNvPr>
              <p:cNvSpPr/>
              <p:nvPr/>
            </p:nvSpPr>
            <p:spPr bwMode="auto">
              <a:xfrm>
                <a:off x="3815" y="2928"/>
                <a:ext cx="21" cy="58"/>
              </a:xfrm>
              <a:custGeom>
                <a:avLst/>
                <a:gdLst>
                  <a:gd name="T0" fmla="*/ 3 w 12"/>
                  <a:gd name="T1" fmla="*/ 31 h 33"/>
                  <a:gd name="T2" fmla="*/ 11 w 12"/>
                  <a:gd name="T3" fmla="*/ 2 h 33"/>
                  <a:gd name="T4" fmla="*/ 8 w 12"/>
                  <a:gd name="T5" fmla="*/ 2 h 33"/>
                  <a:gd name="T6" fmla="*/ 1 w 12"/>
                  <a:gd name="T7" fmla="*/ 30 h 33"/>
                  <a:gd name="T8" fmla="*/ 3 w 12"/>
                  <a:gd name="T9" fmla="*/ 31 h 33"/>
                </a:gdLst>
                <a:ahLst/>
                <a:cxnLst>
                  <a:cxn ang="0">
                    <a:pos x="T0" y="T1"/>
                  </a:cxn>
                  <a:cxn ang="0">
                    <a:pos x="T2" y="T3"/>
                  </a:cxn>
                  <a:cxn ang="0">
                    <a:pos x="T4" y="T5"/>
                  </a:cxn>
                  <a:cxn ang="0">
                    <a:pos x="T6" y="T7"/>
                  </a:cxn>
                  <a:cxn ang="0">
                    <a:pos x="T8" y="T9"/>
                  </a:cxn>
                </a:cxnLst>
                <a:rect l="0" t="0" r="r" b="b"/>
                <a:pathLst>
                  <a:path w="12" h="33">
                    <a:moveTo>
                      <a:pt x="3" y="31"/>
                    </a:moveTo>
                    <a:cubicBezTo>
                      <a:pt x="10" y="23"/>
                      <a:pt x="12" y="13"/>
                      <a:pt x="11" y="2"/>
                    </a:cubicBezTo>
                    <a:cubicBezTo>
                      <a:pt x="11" y="0"/>
                      <a:pt x="8" y="0"/>
                      <a:pt x="8" y="2"/>
                    </a:cubicBezTo>
                    <a:cubicBezTo>
                      <a:pt x="8" y="12"/>
                      <a:pt x="5" y="21"/>
                      <a:pt x="1" y="30"/>
                    </a:cubicBezTo>
                    <a:cubicBezTo>
                      <a:pt x="0" y="32"/>
                      <a:pt x="2" y="33"/>
                      <a:pt x="3"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1" name="Freeform 277">
                <a:extLst>
                  <a:ext uri="{FF2B5EF4-FFF2-40B4-BE49-F238E27FC236}">
                    <a16:creationId xmlns:a16="http://schemas.microsoft.com/office/drawing/2014/main" id="{C0BB2754-A5E1-F811-86E2-05FB45C9272A}"/>
                  </a:ext>
                </a:extLst>
              </p:cNvPr>
              <p:cNvSpPr/>
              <p:nvPr/>
            </p:nvSpPr>
            <p:spPr bwMode="auto">
              <a:xfrm>
                <a:off x="3873" y="2898"/>
                <a:ext cx="15" cy="55"/>
              </a:xfrm>
              <a:custGeom>
                <a:avLst/>
                <a:gdLst>
                  <a:gd name="T0" fmla="*/ 4 w 9"/>
                  <a:gd name="T1" fmla="*/ 28 h 31"/>
                  <a:gd name="T2" fmla="*/ 8 w 9"/>
                  <a:gd name="T3" fmla="*/ 2 h 31"/>
                  <a:gd name="T4" fmla="*/ 5 w 9"/>
                  <a:gd name="T5" fmla="*/ 2 h 31"/>
                  <a:gd name="T6" fmla="*/ 1 w 9"/>
                  <a:gd name="T7" fmla="*/ 27 h 31"/>
                  <a:gd name="T8" fmla="*/ 4 w 9"/>
                  <a:gd name="T9" fmla="*/ 28 h 31"/>
                </a:gdLst>
                <a:ahLst/>
                <a:cxnLst>
                  <a:cxn ang="0">
                    <a:pos x="T0" y="T1"/>
                  </a:cxn>
                  <a:cxn ang="0">
                    <a:pos x="T2" y="T3"/>
                  </a:cxn>
                  <a:cxn ang="0">
                    <a:pos x="T4" y="T5"/>
                  </a:cxn>
                  <a:cxn ang="0">
                    <a:pos x="T6" y="T7"/>
                  </a:cxn>
                  <a:cxn ang="0">
                    <a:pos x="T8" y="T9"/>
                  </a:cxn>
                </a:cxnLst>
                <a:rect l="0" t="0" r="r" b="b"/>
                <a:pathLst>
                  <a:path w="9" h="31">
                    <a:moveTo>
                      <a:pt x="4" y="28"/>
                    </a:moveTo>
                    <a:cubicBezTo>
                      <a:pt x="7" y="20"/>
                      <a:pt x="9" y="11"/>
                      <a:pt x="8" y="2"/>
                    </a:cubicBezTo>
                    <a:cubicBezTo>
                      <a:pt x="8" y="0"/>
                      <a:pt x="5" y="0"/>
                      <a:pt x="5" y="2"/>
                    </a:cubicBezTo>
                    <a:cubicBezTo>
                      <a:pt x="4" y="11"/>
                      <a:pt x="3" y="19"/>
                      <a:pt x="1" y="27"/>
                    </a:cubicBezTo>
                    <a:cubicBezTo>
                      <a:pt x="0" y="30"/>
                      <a:pt x="3" y="31"/>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2" name="Freeform 278">
                <a:extLst>
                  <a:ext uri="{FF2B5EF4-FFF2-40B4-BE49-F238E27FC236}">
                    <a16:creationId xmlns:a16="http://schemas.microsoft.com/office/drawing/2014/main" id="{35664709-3A26-E8A1-19D6-B0036103A8E0}"/>
                  </a:ext>
                </a:extLst>
              </p:cNvPr>
              <p:cNvSpPr/>
              <p:nvPr/>
            </p:nvSpPr>
            <p:spPr bwMode="auto">
              <a:xfrm>
                <a:off x="3920" y="2872"/>
                <a:ext cx="11" cy="53"/>
              </a:xfrm>
              <a:custGeom>
                <a:avLst/>
                <a:gdLst>
                  <a:gd name="T0" fmla="*/ 5 w 6"/>
                  <a:gd name="T1" fmla="*/ 28 h 30"/>
                  <a:gd name="T2" fmla="*/ 5 w 6"/>
                  <a:gd name="T3" fmla="*/ 2 h 30"/>
                  <a:gd name="T4" fmla="*/ 2 w 6"/>
                  <a:gd name="T5" fmla="*/ 2 h 30"/>
                  <a:gd name="T6" fmla="*/ 2 w 6"/>
                  <a:gd name="T7" fmla="*/ 28 h 30"/>
                  <a:gd name="T8" fmla="*/ 5 w 6"/>
                  <a:gd name="T9" fmla="*/ 28 h 30"/>
                </a:gdLst>
                <a:ahLst/>
                <a:cxnLst>
                  <a:cxn ang="0">
                    <a:pos x="T0" y="T1"/>
                  </a:cxn>
                  <a:cxn ang="0">
                    <a:pos x="T2" y="T3"/>
                  </a:cxn>
                  <a:cxn ang="0">
                    <a:pos x="T4" y="T5"/>
                  </a:cxn>
                  <a:cxn ang="0">
                    <a:pos x="T6" y="T7"/>
                  </a:cxn>
                  <a:cxn ang="0">
                    <a:pos x="T8" y="T9"/>
                  </a:cxn>
                </a:cxnLst>
                <a:rect l="0" t="0" r="r" b="b"/>
                <a:pathLst>
                  <a:path w="6" h="30">
                    <a:moveTo>
                      <a:pt x="5" y="28"/>
                    </a:moveTo>
                    <a:cubicBezTo>
                      <a:pt x="5" y="20"/>
                      <a:pt x="6" y="10"/>
                      <a:pt x="5" y="2"/>
                    </a:cubicBezTo>
                    <a:cubicBezTo>
                      <a:pt x="5" y="0"/>
                      <a:pt x="2" y="0"/>
                      <a:pt x="2" y="2"/>
                    </a:cubicBezTo>
                    <a:cubicBezTo>
                      <a:pt x="0" y="10"/>
                      <a:pt x="1" y="20"/>
                      <a:pt x="2" y="28"/>
                    </a:cubicBezTo>
                    <a:cubicBezTo>
                      <a:pt x="2" y="30"/>
                      <a:pt x="5" y="30"/>
                      <a:pt x="5"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3" name="Freeform 279">
                <a:extLst>
                  <a:ext uri="{FF2B5EF4-FFF2-40B4-BE49-F238E27FC236}">
                    <a16:creationId xmlns:a16="http://schemas.microsoft.com/office/drawing/2014/main" id="{BFAE6EB8-C059-E530-3F44-25605D702C43}"/>
                  </a:ext>
                </a:extLst>
              </p:cNvPr>
              <p:cNvSpPr/>
              <p:nvPr/>
            </p:nvSpPr>
            <p:spPr bwMode="auto">
              <a:xfrm>
                <a:off x="2526" y="2962"/>
                <a:ext cx="18" cy="22"/>
              </a:xfrm>
              <a:custGeom>
                <a:avLst/>
                <a:gdLst>
                  <a:gd name="T0" fmla="*/ 7 w 10"/>
                  <a:gd name="T1" fmla="*/ 1 h 13"/>
                  <a:gd name="T2" fmla="*/ 0 w 10"/>
                  <a:gd name="T3" fmla="*/ 10 h 13"/>
                  <a:gd name="T4" fmla="*/ 3 w 10"/>
                  <a:gd name="T5" fmla="*/ 12 h 13"/>
                  <a:gd name="T6" fmla="*/ 8 w 10"/>
                  <a:gd name="T7" fmla="*/ 4 h 13"/>
                  <a:gd name="T8" fmla="*/ 7 w 10"/>
                  <a:gd name="T9" fmla="*/ 1 h 13"/>
                </a:gdLst>
                <a:ahLst/>
                <a:cxnLst>
                  <a:cxn ang="0">
                    <a:pos x="T0" y="T1"/>
                  </a:cxn>
                  <a:cxn ang="0">
                    <a:pos x="T2" y="T3"/>
                  </a:cxn>
                  <a:cxn ang="0">
                    <a:pos x="T4" y="T5"/>
                  </a:cxn>
                  <a:cxn ang="0">
                    <a:pos x="T6" y="T7"/>
                  </a:cxn>
                  <a:cxn ang="0">
                    <a:pos x="T8" y="T9"/>
                  </a:cxn>
                </a:cxnLst>
                <a:rect l="0" t="0" r="r" b="b"/>
                <a:pathLst>
                  <a:path w="10" h="13">
                    <a:moveTo>
                      <a:pt x="7" y="1"/>
                    </a:moveTo>
                    <a:cubicBezTo>
                      <a:pt x="3" y="3"/>
                      <a:pt x="0" y="6"/>
                      <a:pt x="0" y="10"/>
                    </a:cubicBezTo>
                    <a:cubicBezTo>
                      <a:pt x="0" y="12"/>
                      <a:pt x="2" y="13"/>
                      <a:pt x="3" y="12"/>
                    </a:cubicBezTo>
                    <a:cubicBezTo>
                      <a:pt x="5" y="9"/>
                      <a:pt x="6" y="6"/>
                      <a:pt x="8" y="4"/>
                    </a:cubicBezTo>
                    <a:cubicBezTo>
                      <a:pt x="10" y="2"/>
                      <a:pt x="8" y="0"/>
                      <a:pt x="7"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4" name="Freeform 280">
                <a:extLst>
                  <a:ext uri="{FF2B5EF4-FFF2-40B4-BE49-F238E27FC236}">
                    <a16:creationId xmlns:a16="http://schemas.microsoft.com/office/drawing/2014/main" id="{217A07FB-067D-B855-A04E-B6D9679786D1}"/>
                  </a:ext>
                </a:extLst>
              </p:cNvPr>
              <p:cNvSpPr/>
              <p:nvPr/>
            </p:nvSpPr>
            <p:spPr bwMode="auto">
              <a:xfrm>
                <a:off x="2538" y="2977"/>
                <a:ext cx="20" cy="25"/>
              </a:xfrm>
              <a:custGeom>
                <a:avLst/>
                <a:gdLst>
                  <a:gd name="T0" fmla="*/ 7 w 11"/>
                  <a:gd name="T1" fmla="*/ 2 h 14"/>
                  <a:gd name="T2" fmla="*/ 0 w 11"/>
                  <a:gd name="T3" fmla="*/ 12 h 14"/>
                  <a:gd name="T4" fmla="*/ 3 w 11"/>
                  <a:gd name="T5" fmla="*/ 13 h 14"/>
                  <a:gd name="T6" fmla="*/ 9 w 11"/>
                  <a:gd name="T7" fmla="*/ 4 h 14"/>
                  <a:gd name="T8" fmla="*/ 7 w 11"/>
                  <a:gd name="T9" fmla="*/ 2 h 14"/>
                </a:gdLst>
                <a:ahLst/>
                <a:cxnLst>
                  <a:cxn ang="0">
                    <a:pos x="T0" y="T1"/>
                  </a:cxn>
                  <a:cxn ang="0">
                    <a:pos x="T2" y="T3"/>
                  </a:cxn>
                  <a:cxn ang="0">
                    <a:pos x="T4" y="T5"/>
                  </a:cxn>
                  <a:cxn ang="0">
                    <a:pos x="T6" y="T7"/>
                  </a:cxn>
                  <a:cxn ang="0">
                    <a:pos x="T8" y="T9"/>
                  </a:cxn>
                </a:cxnLst>
                <a:rect l="0" t="0" r="r" b="b"/>
                <a:pathLst>
                  <a:path w="11" h="14">
                    <a:moveTo>
                      <a:pt x="7" y="2"/>
                    </a:moveTo>
                    <a:cubicBezTo>
                      <a:pt x="4" y="4"/>
                      <a:pt x="1" y="8"/>
                      <a:pt x="0" y="12"/>
                    </a:cubicBezTo>
                    <a:cubicBezTo>
                      <a:pt x="0" y="13"/>
                      <a:pt x="2" y="14"/>
                      <a:pt x="3" y="13"/>
                    </a:cubicBezTo>
                    <a:cubicBezTo>
                      <a:pt x="5" y="10"/>
                      <a:pt x="7" y="7"/>
                      <a:pt x="9" y="4"/>
                    </a:cubicBezTo>
                    <a:cubicBezTo>
                      <a:pt x="11" y="3"/>
                      <a:pt x="9" y="0"/>
                      <a:pt x="7"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5" name="Freeform 281">
                <a:extLst>
                  <a:ext uri="{FF2B5EF4-FFF2-40B4-BE49-F238E27FC236}">
                    <a16:creationId xmlns:a16="http://schemas.microsoft.com/office/drawing/2014/main" id="{28D49556-FF6D-636A-CF0C-B0487F0D9DBC}"/>
                  </a:ext>
                </a:extLst>
              </p:cNvPr>
              <p:cNvSpPr/>
              <p:nvPr/>
            </p:nvSpPr>
            <p:spPr bwMode="auto">
              <a:xfrm>
                <a:off x="2554" y="2990"/>
                <a:ext cx="18" cy="26"/>
              </a:xfrm>
              <a:custGeom>
                <a:avLst/>
                <a:gdLst>
                  <a:gd name="T0" fmla="*/ 6 w 10"/>
                  <a:gd name="T1" fmla="*/ 2 h 15"/>
                  <a:gd name="T2" fmla="*/ 0 w 10"/>
                  <a:gd name="T3" fmla="*/ 12 h 15"/>
                  <a:gd name="T4" fmla="*/ 2 w 10"/>
                  <a:gd name="T5" fmla="*/ 14 h 15"/>
                  <a:gd name="T6" fmla="*/ 9 w 10"/>
                  <a:gd name="T7" fmla="*/ 4 h 15"/>
                  <a:gd name="T8" fmla="*/ 6 w 10"/>
                  <a:gd name="T9" fmla="*/ 2 h 15"/>
                </a:gdLst>
                <a:ahLst/>
                <a:cxnLst>
                  <a:cxn ang="0">
                    <a:pos x="T0" y="T1"/>
                  </a:cxn>
                  <a:cxn ang="0">
                    <a:pos x="T2" y="T3"/>
                  </a:cxn>
                  <a:cxn ang="0">
                    <a:pos x="T4" y="T5"/>
                  </a:cxn>
                  <a:cxn ang="0">
                    <a:pos x="T6" y="T7"/>
                  </a:cxn>
                  <a:cxn ang="0">
                    <a:pos x="T8" y="T9"/>
                  </a:cxn>
                </a:cxnLst>
                <a:rect l="0" t="0" r="r" b="b"/>
                <a:pathLst>
                  <a:path w="10" h="15">
                    <a:moveTo>
                      <a:pt x="6" y="2"/>
                    </a:moveTo>
                    <a:cubicBezTo>
                      <a:pt x="4" y="5"/>
                      <a:pt x="2" y="9"/>
                      <a:pt x="0" y="12"/>
                    </a:cubicBezTo>
                    <a:cubicBezTo>
                      <a:pt x="0" y="13"/>
                      <a:pt x="1" y="15"/>
                      <a:pt x="2" y="14"/>
                    </a:cubicBezTo>
                    <a:cubicBezTo>
                      <a:pt x="6" y="12"/>
                      <a:pt x="8" y="8"/>
                      <a:pt x="9" y="4"/>
                    </a:cubicBezTo>
                    <a:cubicBezTo>
                      <a:pt x="10" y="2"/>
                      <a:pt x="7" y="0"/>
                      <a:pt x="6"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6" name="Freeform 282">
                <a:extLst>
                  <a:ext uri="{FF2B5EF4-FFF2-40B4-BE49-F238E27FC236}">
                    <a16:creationId xmlns:a16="http://schemas.microsoft.com/office/drawing/2014/main" id="{356D247B-A70D-079A-B012-A4FAB2A8ED51}"/>
                  </a:ext>
                </a:extLst>
              </p:cNvPr>
              <p:cNvSpPr/>
              <p:nvPr/>
            </p:nvSpPr>
            <p:spPr bwMode="auto">
              <a:xfrm>
                <a:off x="2561" y="3009"/>
                <a:ext cx="19" cy="26"/>
              </a:xfrm>
              <a:custGeom>
                <a:avLst/>
                <a:gdLst>
                  <a:gd name="T0" fmla="*/ 6 w 11"/>
                  <a:gd name="T1" fmla="*/ 2 h 15"/>
                  <a:gd name="T2" fmla="*/ 0 w 11"/>
                  <a:gd name="T3" fmla="*/ 13 h 15"/>
                  <a:gd name="T4" fmla="*/ 3 w 11"/>
                  <a:gd name="T5" fmla="*/ 14 h 15"/>
                  <a:gd name="T6" fmla="*/ 9 w 11"/>
                  <a:gd name="T7" fmla="*/ 4 h 15"/>
                  <a:gd name="T8" fmla="*/ 6 w 11"/>
                  <a:gd name="T9" fmla="*/ 2 h 15"/>
                </a:gdLst>
                <a:ahLst/>
                <a:cxnLst>
                  <a:cxn ang="0">
                    <a:pos x="T0" y="T1"/>
                  </a:cxn>
                  <a:cxn ang="0">
                    <a:pos x="T2" y="T3"/>
                  </a:cxn>
                  <a:cxn ang="0">
                    <a:pos x="T4" y="T5"/>
                  </a:cxn>
                  <a:cxn ang="0">
                    <a:pos x="T6" y="T7"/>
                  </a:cxn>
                  <a:cxn ang="0">
                    <a:pos x="T8" y="T9"/>
                  </a:cxn>
                </a:cxnLst>
                <a:rect l="0" t="0" r="r" b="b"/>
                <a:pathLst>
                  <a:path w="11" h="15">
                    <a:moveTo>
                      <a:pt x="6" y="2"/>
                    </a:moveTo>
                    <a:cubicBezTo>
                      <a:pt x="4" y="6"/>
                      <a:pt x="1" y="9"/>
                      <a:pt x="0" y="13"/>
                    </a:cubicBezTo>
                    <a:cubicBezTo>
                      <a:pt x="0" y="14"/>
                      <a:pt x="2" y="15"/>
                      <a:pt x="3" y="14"/>
                    </a:cubicBezTo>
                    <a:cubicBezTo>
                      <a:pt x="6" y="12"/>
                      <a:pt x="7" y="8"/>
                      <a:pt x="9" y="4"/>
                    </a:cubicBezTo>
                    <a:cubicBezTo>
                      <a:pt x="11" y="2"/>
                      <a:pt x="8" y="0"/>
                      <a:pt x="6"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7" name="Freeform 283">
                <a:extLst>
                  <a:ext uri="{FF2B5EF4-FFF2-40B4-BE49-F238E27FC236}">
                    <a16:creationId xmlns:a16="http://schemas.microsoft.com/office/drawing/2014/main" id="{600FE5D8-76E7-1A8A-6AB6-BB05C3D179F2}"/>
                  </a:ext>
                </a:extLst>
              </p:cNvPr>
              <p:cNvSpPr/>
              <p:nvPr/>
            </p:nvSpPr>
            <p:spPr bwMode="auto">
              <a:xfrm>
                <a:off x="2570" y="3028"/>
                <a:ext cx="21" cy="29"/>
              </a:xfrm>
              <a:custGeom>
                <a:avLst/>
                <a:gdLst>
                  <a:gd name="T0" fmla="*/ 8 w 12"/>
                  <a:gd name="T1" fmla="*/ 1 h 16"/>
                  <a:gd name="T2" fmla="*/ 4 w 12"/>
                  <a:gd name="T3" fmla="*/ 7 h 16"/>
                  <a:gd name="T4" fmla="*/ 1 w 12"/>
                  <a:gd name="T5" fmla="*/ 13 h 16"/>
                  <a:gd name="T6" fmla="*/ 3 w 12"/>
                  <a:gd name="T7" fmla="*/ 15 h 16"/>
                  <a:gd name="T8" fmla="*/ 11 w 12"/>
                  <a:gd name="T9" fmla="*/ 3 h 16"/>
                  <a:gd name="T10" fmla="*/ 8 w 12"/>
                  <a:gd name="T11" fmla="*/ 1 h 16"/>
                </a:gdLst>
                <a:ahLst/>
                <a:cxnLst>
                  <a:cxn ang="0">
                    <a:pos x="T0" y="T1"/>
                  </a:cxn>
                  <a:cxn ang="0">
                    <a:pos x="T2" y="T3"/>
                  </a:cxn>
                  <a:cxn ang="0">
                    <a:pos x="T4" y="T5"/>
                  </a:cxn>
                  <a:cxn ang="0">
                    <a:pos x="T6" y="T7"/>
                  </a:cxn>
                  <a:cxn ang="0">
                    <a:pos x="T8" y="T9"/>
                  </a:cxn>
                  <a:cxn ang="0">
                    <a:pos x="T10" y="T11"/>
                  </a:cxn>
                </a:cxnLst>
                <a:rect l="0" t="0" r="r" b="b"/>
                <a:pathLst>
                  <a:path w="12" h="16">
                    <a:moveTo>
                      <a:pt x="8" y="1"/>
                    </a:moveTo>
                    <a:cubicBezTo>
                      <a:pt x="7" y="3"/>
                      <a:pt x="5" y="5"/>
                      <a:pt x="4" y="7"/>
                    </a:cubicBezTo>
                    <a:cubicBezTo>
                      <a:pt x="3" y="9"/>
                      <a:pt x="2" y="11"/>
                      <a:pt x="1" y="13"/>
                    </a:cubicBezTo>
                    <a:cubicBezTo>
                      <a:pt x="0" y="15"/>
                      <a:pt x="2" y="16"/>
                      <a:pt x="3" y="15"/>
                    </a:cubicBezTo>
                    <a:cubicBezTo>
                      <a:pt x="7" y="12"/>
                      <a:pt x="10" y="7"/>
                      <a:pt x="11" y="3"/>
                    </a:cubicBezTo>
                    <a:cubicBezTo>
                      <a:pt x="12" y="1"/>
                      <a:pt x="9" y="0"/>
                      <a:pt x="8"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8" name="Freeform 284">
                <a:extLst>
                  <a:ext uri="{FF2B5EF4-FFF2-40B4-BE49-F238E27FC236}">
                    <a16:creationId xmlns:a16="http://schemas.microsoft.com/office/drawing/2014/main" id="{45FA582D-FA4A-68E0-8958-91D8448A439C}"/>
                  </a:ext>
                </a:extLst>
              </p:cNvPr>
              <p:cNvSpPr/>
              <p:nvPr/>
            </p:nvSpPr>
            <p:spPr bwMode="auto">
              <a:xfrm>
                <a:off x="2586" y="3044"/>
                <a:ext cx="19" cy="32"/>
              </a:xfrm>
              <a:custGeom>
                <a:avLst/>
                <a:gdLst>
                  <a:gd name="T0" fmla="*/ 7 w 11"/>
                  <a:gd name="T1" fmla="*/ 2 h 18"/>
                  <a:gd name="T2" fmla="*/ 0 w 11"/>
                  <a:gd name="T3" fmla="*/ 15 h 18"/>
                  <a:gd name="T4" fmla="*/ 3 w 11"/>
                  <a:gd name="T5" fmla="*/ 17 h 18"/>
                  <a:gd name="T6" fmla="*/ 10 w 11"/>
                  <a:gd name="T7" fmla="*/ 3 h 18"/>
                  <a:gd name="T8" fmla="*/ 7 w 11"/>
                  <a:gd name="T9" fmla="*/ 2 h 18"/>
                </a:gdLst>
                <a:ahLst/>
                <a:cxnLst>
                  <a:cxn ang="0">
                    <a:pos x="T0" y="T1"/>
                  </a:cxn>
                  <a:cxn ang="0">
                    <a:pos x="T2" y="T3"/>
                  </a:cxn>
                  <a:cxn ang="0">
                    <a:pos x="T4" y="T5"/>
                  </a:cxn>
                  <a:cxn ang="0">
                    <a:pos x="T6" y="T7"/>
                  </a:cxn>
                  <a:cxn ang="0">
                    <a:pos x="T8" y="T9"/>
                  </a:cxn>
                </a:cxnLst>
                <a:rect l="0" t="0" r="r" b="b"/>
                <a:pathLst>
                  <a:path w="11" h="18">
                    <a:moveTo>
                      <a:pt x="7" y="2"/>
                    </a:moveTo>
                    <a:cubicBezTo>
                      <a:pt x="5" y="6"/>
                      <a:pt x="2" y="11"/>
                      <a:pt x="0" y="15"/>
                    </a:cubicBezTo>
                    <a:cubicBezTo>
                      <a:pt x="0" y="17"/>
                      <a:pt x="1" y="18"/>
                      <a:pt x="3" y="17"/>
                    </a:cubicBezTo>
                    <a:cubicBezTo>
                      <a:pt x="6" y="13"/>
                      <a:pt x="9" y="8"/>
                      <a:pt x="10" y="3"/>
                    </a:cubicBezTo>
                    <a:cubicBezTo>
                      <a:pt x="11" y="1"/>
                      <a:pt x="8" y="0"/>
                      <a:pt x="7"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9" name="Freeform 285">
                <a:extLst>
                  <a:ext uri="{FF2B5EF4-FFF2-40B4-BE49-F238E27FC236}">
                    <a16:creationId xmlns:a16="http://schemas.microsoft.com/office/drawing/2014/main" id="{64C3172A-F792-5D3B-4B74-74490DFCF3C8}"/>
                  </a:ext>
                </a:extLst>
              </p:cNvPr>
              <p:cNvSpPr/>
              <p:nvPr/>
            </p:nvSpPr>
            <p:spPr bwMode="auto">
              <a:xfrm>
                <a:off x="2603" y="3064"/>
                <a:ext cx="20" cy="31"/>
              </a:xfrm>
              <a:custGeom>
                <a:avLst/>
                <a:gdLst>
                  <a:gd name="T0" fmla="*/ 7 w 11"/>
                  <a:gd name="T1" fmla="*/ 2 h 18"/>
                  <a:gd name="T2" fmla="*/ 0 w 11"/>
                  <a:gd name="T3" fmla="*/ 15 h 18"/>
                  <a:gd name="T4" fmla="*/ 3 w 11"/>
                  <a:gd name="T5" fmla="*/ 17 h 18"/>
                  <a:gd name="T6" fmla="*/ 10 w 11"/>
                  <a:gd name="T7" fmla="*/ 4 h 18"/>
                  <a:gd name="T8" fmla="*/ 7 w 11"/>
                  <a:gd name="T9" fmla="*/ 2 h 18"/>
                </a:gdLst>
                <a:ahLst/>
                <a:cxnLst>
                  <a:cxn ang="0">
                    <a:pos x="T0" y="T1"/>
                  </a:cxn>
                  <a:cxn ang="0">
                    <a:pos x="T2" y="T3"/>
                  </a:cxn>
                  <a:cxn ang="0">
                    <a:pos x="T4" y="T5"/>
                  </a:cxn>
                  <a:cxn ang="0">
                    <a:pos x="T6" y="T7"/>
                  </a:cxn>
                  <a:cxn ang="0">
                    <a:pos x="T8" y="T9"/>
                  </a:cxn>
                </a:cxnLst>
                <a:rect l="0" t="0" r="r" b="b"/>
                <a:pathLst>
                  <a:path w="11" h="18">
                    <a:moveTo>
                      <a:pt x="7" y="2"/>
                    </a:moveTo>
                    <a:cubicBezTo>
                      <a:pt x="4" y="6"/>
                      <a:pt x="1" y="11"/>
                      <a:pt x="0" y="15"/>
                    </a:cubicBezTo>
                    <a:cubicBezTo>
                      <a:pt x="0" y="17"/>
                      <a:pt x="2" y="18"/>
                      <a:pt x="3" y="17"/>
                    </a:cubicBezTo>
                    <a:cubicBezTo>
                      <a:pt x="6" y="13"/>
                      <a:pt x="8" y="8"/>
                      <a:pt x="10" y="4"/>
                    </a:cubicBezTo>
                    <a:cubicBezTo>
                      <a:pt x="11" y="2"/>
                      <a:pt x="8" y="0"/>
                      <a:pt x="7"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0" name="Freeform 286">
                <a:extLst>
                  <a:ext uri="{FF2B5EF4-FFF2-40B4-BE49-F238E27FC236}">
                    <a16:creationId xmlns:a16="http://schemas.microsoft.com/office/drawing/2014/main" id="{C984BFD8-7F2C-F7D5-0084-F38DB7EFF2D5}"/>
                  </a:ext>
                </a:extLst>
              </p:cNvPr>
              <p:cNvSpPr/>
              <p:nvPr/>
            </p:nvSpPr>
            <p:spPr bwMode="auto">
              <a:xfrm>
                <a:off x="2624" y="3081"/>
                <a:ext cx="16" cy="25"/>
              </a:xfrm>
              <a:custGeom>
                <a:avLst/>
                <a:gdLst>
                  <a:gd name="T0" fmla="*/ 4 w 9"/>
                  <a:gd name="T1" fmla="*/ 2 h 14"/>
                  <a:gd name="T2" fmla="*/ 1 w 9"/>
                  <a:gd name="T3" fmla="*/ 13 h 14"/>
                  <a:gd name="T4" fmla="*/ 4 w 9"/>
                  <a:gd name="T5" fmla="*/ 12 h 14"/>
                  <a:gd name="T6" fmla="*/ 7 w 9"/>
                  <a:gd name="T7" fmla="*/ 5 h 14"/>
                  <a:gd name="T8" fmla="*/ 4 w 9"/>
                  <a:gd name="T9" fmla="*/ 2 h 14"/>
                </a:gdLst>
                <a:ahLst/>
                <a:cxnLst>
                  <a:cxn ang="0">
                    <a:pos x="T0" y="T1"/>
                  </a:cxn>
                  <a:cxn ang="0">
                    <a:pos x="T2" y="T3"/>
                  </a:cxn>
                  <a:cxn ang="0">
                    <a:pos x="T4" y="T5"/>
                  </a:cxn>
                  <a:cxn ang="0">
                    <a:pos x="T6" y="T7"/>
                  </a:cxn>
                  <a:cxn ang="0">
                    <a:pos x="T8" y="T9"/>
                  </a:cxn>
                </a:cxnLst>
                <a:rect l="0" t="0" r="r" b="b"/>
                <a:pathLst>
                  <a:path w="9" h="14">
                    <a:moveTo>
                      <a:pt x="4" y="2"/>
                    </a:moveTo>
                    <a:cubicBezTo>
                      <a:pt x="1" y="5"/>
                      <a:pt x="0" y="9"/>
                      <a:pt x="1" y="13"/>
                    </a:cubicBezTo>
                    <a:cubicBezTo>
                      <a:pt x="2" y="14"/>
                      <a:pt x="4" y="14"/>
                      <a:pt x="4" y="12"/>
                    </a:cubicBezTo>
                    <a:cubicBezTo>
                      <a:pt x="4" y="10"/>
                      <a:pt x="5" y="7"/>
                      <a:pt x="7" y="5"/>
                    </a:cubicBezTo>
                    <a:cubicBezTo>
                      <a:pt x="9" y="3"/>
                      <a:pt x="6" y="0"/>
                      <a:pt x="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1" name="Freeform 287">
                <a:extLst>
                  <a:ext uri="{FF2B5EF4-FFF2-40B4-BE49-F238E27FC236}">
                    <a16:creationId xmlns:a16="http://schemas.microsoft.com/office/drawing/2014/main" id="{CC01C92A-BE69-3B2F-735F-A9B7390C8CD9}"/>
                  </a:ext>
                </a:extLst>
              </p:cNvPr>
              <p:cNvSpPr/>
              <p:nvPr/>
            </p:nvSpPr>
            <p:spPr bwMode="auto">
              <a:xfrm>
                <a:off x="2642" y="3093"/>
                <a:ext cx="9" cy="27"/>
              </a:xfrm>
              <a:custGeom>
                <a:avLst/>
                <a:gdLst>
                  <a:gd name="T0" fmla="*/ 1 w 5"/>
                  <a:gd name="T1" fmla="*/ 2 h 15"/>
                  <a:gd name="T2" fmla="*/ 1 w 5"/>
                  <a:gd name="T3" fmla="*/ 13 h 15"/>
                  <a:gd name="T4" fmla="*/ 4 w 5"/>
                  <a:gd name="T5" fmla="*/ 13 h 15"/>
                  <a:gd name="T6" fmla="*/ 5 w 5"/>
                  <a:gd name="T7" fmla="*/ 2 h 15"/>
                  <a:gd name="T8" fmla="*/ 1 w 5"/>
                  <a:gd name="T9" fmla="*/ 2 h 15"/>
                </a:gdLst>
                <a:ahLst/>
                <a:cxnLst>
                  <a:cxn ang="0">
                    <a:pos x="T0" y="T1"/>
                  </a:cxn>
                  <a:cxn ang="0">
                    <a:pos x="T2" y="T3"/>
                  </a:cxn>
                  <a:cxn ang="0">
                    <a:pos x="T4" y="T5"/>
                  </a:cxn>
                  <a:cxn ang="0">
                    <a:pos x="T6" y="T7"/>
                  </a:cxn>
                  <a:cxn ang="0">
                    <a:pos x="T8" y="T9"/>
                  </a:cxn>
                </a:cxnLst>
                <a:rect l="0" t="0" r="r" b="b"/>
                <a:pathLst>
                  <a:path w="5" h="15">
                    <a:moveTo>
                      <a:pt x="1" y="2"/>
                    </a:moveTo>
                    <a:cubicBezTo>
                      <a:pt x="1" y="6"/>
                      <a:pt x="0" y="9"/>
                      <a:pt x="1" y="13"/>
                    </a:cubicBezTo>
                    <a:cubicBezTo>
                      <a:pt x="1" y="15"/>
                      <a:pt x="3" y="15"/>
                      <a:pt x="4" y="13"/>
                    </a:cubicBezTo>
                    <a:cubicBezTo>
                      <a:pt x="5" y="10"/>
                      <a:pt x="5" y="6"/>
                      <a:pt x="5" y="2"/>
                    </a:cubicBezTo>
                    <a:cubicBezTo>
                      <a:pt x="5" y="0"/>
                      <a:pt x="2" y="0"/>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2" name="Freeform 288">
                <a:extLst>
                  <a:ext uri="{FF2B5EF4-FFF2-40B4-BE49-F238E27FC236}">
                    <a16:creationId xmlns:a16="http://schemas.microsoft.com/office/drawing/2014/main" id="{FD772847-5B24-6423-CD16-F982E76E6D34}"/>
                  </a:ext>
                </a:extLst>
              </p:cNvPr>
              <p:cNvSpPr/>
              <p:nvPr/>
            </p:nvSpPr>
            <p:spPr bwMode="auto">
              <a:xfrm>
                <a:off x="2658" y="3106"/>
                <a:ext cx="10" cy="26"/>
              </a:xfrm>
              <a:custGeom>
                <a:avLst/>
                <a:gdLst>
                  <a:gd name="T0" fmla="*/ 1 w 6"/>
                  <a:gd name="T1" fmla="*/ 2 h 15"/>
                  <a:gd name="T2" fmla="*/ 0 w 6"/>
                  <a:gd name="T3" fmla="*/ 12 h 15"/>
                  <a:gd name="T4" fmla="*/ 3 w 6"/>
                  <a:gd name="T5" fmla="*/ 13 h 15"/>
                  <a:gd name="T6" fmla="*/ 6 w 6"/>
                  <a:gd name="T7" fmla="*/ 2 h 15"/>
                  <a:gd name="T8" fmla="*/ 1 w 6"/>
                  <a:gd name="T9" fmla="*/ 2 h 15"/>
                </a:gdLst>
                <a:ahLst/>
                <a:cxnLst>
                  <a:cxn ang="0">
                    <a:pos x="T0" y="T1"/>
                  </a:cxn>
                  <a:cxn ang="0">
                    <a:pos x="T2" y="T3"/>
                  </a:cxn>
                  <a:cxn ang="0">
                    <a:pos x="T4" y="T5"/>
                  </a:cxn>
                  <a:cxn ang="0">
                    <a:pos x="T6" y="T7"/>
                  </a:cxn>
                  <a:cxn ang="0">
                    <a:pos x="T8" y="T9"/>
                  </a:cxn>
                </a:cxnLst>
                <a:rect l="0" t="0" r="r" b="b"/>
                <a:pathLst>
                  <a:path w="6" h="15">
                    <a:moveTo>
                      <a:pt x="1" y="2"/>
                    </a:moveTo>
                    <a:cubicBezTo>
                      <a:pt x="1" y="6"/>
                      <a:pt x="0" y="9"/>
                      <a:pt x="0" y="12"/>
                    </a:cubicBezTo>
                    <a:cubicBezTo>
                      <a:pt x="0" y="14"/>
                      <a:pt x="2" y="15"/>
                      <a:pt x="3" y="13"/>
                    </a:cubicBezTo>
                    <a:cubicBezTo>
                      <a:pt x="5" y="10"/>
                      <a:pt x="6" y="6"/>
                      <a:pt x="6" y="2"/>
                    </a:cubicBezTo>
                    <a:cubicBezTo>
                      <a:pt x="6" y="0"/>
                      <a:pt x="2" y="0"/>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3" name="Freeform 289">
                <a:extLst>
                  <a:ext uri="{FF2B5EF4-FFF2-40B4-BE49-F238E27FC236}">
                    <a16:creationId xmlns:a16="http://schemas.microsoft.com/office/drawing/2014/main" id="{20BEA713-62D1-0A17-06CD-2E0D38350E94}"/>
                  </a:ext>
                </a:extLst>
              </p:cNvPr>
              <p:cNvSpPr/>
              <p:nvPr/>
            </p:nvSpPr>
            <p:spPr bwMode="auto">
              <a:xfrm>
                <a:off x="3291" y="1020"/>
                <a:ext cx="17" cy="123"/>
              </a:xfrm>
              <a:custGeom>
                <a:avLst/>
                <a:gdLst>
                  <a:gd name="T0" fmla="*/ 10 w 10"/>
                  <a:gd name="T1" fmla="*/ 67 h 70"/>
                  <a:gd name="T2" fmla="*/ 6 w 10"/>
                  <a:gd name="T3" fmla="*/ 2 h 70"/>
                  <a:gd name="T4" fmla="*/ 4 w 10"/>
                  <a:gd name="T5" fmla="*/ 2 h 70"/>
                  <a:gd name="T6" fmla="*/ 8 w 10"/>
                  <a:gd name="T7" fmla="*/ 68 h 70"/>
                  <a:gd name="T8" fmla="*/ 10 w 10"/>
                  <a:gd name="T9" fmla="*/ 67 h 70"/>
                </a:gdLst>
                <a:ahLst/>
                <a:cxnLst>
                  <a:cxn ang="0">
                    <a:pos x="T0" y="T1"/>
                  </a:cxn>
                  <a:cxn ang="0">
                    <a:pos x="T2" y="T3"/>
                  </a:cxn>
                  <a:cxn ang="0">
                    <a:pos x="T4" y="T5"/>
                  </a:cxn>
                  <a:cxn ang="0">
                    <a:pos x="T6" y="T7"/>
                  </a:cxn>
                  <a:cxn ang="0">
                    <a:pos x="T8" y="T9"/>
                  </a:cxn>
                </a:cxnLst>
                <a:rect l="0" t="0" r="r" b="b"/>
                <a:pathLst>
                  <a:path w="10" h="70">
                    <a:moveTo>
                      <a:pt x="10" y="67"/>
                    </a:moveTo>
                    <a:cubicBezTo>
                      <a:pt x="7" y="45"/>
                      <a:pt x="6" y="24"/>
                      <a:pt x="6" y="2"/>
                    </a:cubicBezTo>
                    <a:cubicBezTo>
                      <a:pt x="6" y="1"/>
                      <a:pt x="4" y="0"/>
                      <a:pt x="4" y="2"/>
                    </a:cubicBezTo>
                    <a:cubicBezTo>
                      <a:pt x="0" y="24"/>
                      <a:pt x="2" y="47"/>
                      <a:pt x="8" y="68"/>
                    </a:cubicBezTo>
                    <a:cubicBezTo>
                      <a:pt x="8" y="70"/>
                      <a:pt x="10" y="69"/>
                      <a:pt x="10" y="6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4" name="Freeform 290">
                <a:extLst>
                  <a:ext uri="{FF2B5EF4-FFF2-40B4-BE49-F238E27FC236}">
                    <a16:creationId xmlns:a16="http://schemas.microsoft.com/office/drawing/2014/main" id="{8315A51C-23EF-38D5-9090-3226DBA1CC0A}"/>
                  </a:ext>
                </a:extLst>
              </p:cNvPr>
              <p:cNvSpPr/>
              <p:nvPr/>
            </p:nvSpPr>
            <p:spPr bwMode="auto">
              <a:xfrm>
                <a:off x="3329" y="1045"/>
                <a:ext cx="13" cy="68"/>
              </a:xfrm>
              <a:custGeom>
                <a:avLst/>
                <a:gdLst>
                  <a:gd name="T0" fmla="*/ 7 w 7"/>
                  <a:gd name="T1" fmla="*/ 37 h 39"/>
                  <a:gd name="T2" fmla="*/ 5 w 7"/>
                  <a:gd name="T3" fmla="*/ 2 h 39"/>
                  <a:gd name="T4" fmla="*/ 3 w 7"/>
                  <a:gd name="T5" fmla="*/ 2 h 39"/>
                  <a:gd name="T6" fmla="*/ 4 w 7"/>
                  <a:gd name="T7" fmla="*/ 37 h 39"/>
                  <a:gd name="T8" fmla="*/ 7 w 7"/>
                  <a:gd name="T9" fmla="*/ 37 h 39"/>
                </a:gdLst>
                <a:ahLst/>
                <a:cxnLst>
                  <a:cxn ang="0">
                    <a:pos x="T0" y="T1"/>
                  </a:cxn>
                  <a:cxn ang="0">
                    <a:pos x="T2" y="T3"/>
                  </a:cxn>
                  <a:cxn ang="0">
                    <a:pos x="T4" y="T5"/>
                  </a:cxn>
                  <a:cxn ang="0">
                    <a:pos x="T6" y="T7"/>
                  </a:cxn>
                  <a:cxn ang="0">
                    <a:pos x="T8" y="T9"/>
                  </a:cxn>
                </a:cxnLst>
                <a:rect l="0" t="0" r="r" b="b"/>
                <a:pathLst>
                  <a:path w="7" h="39">
                    <a:moveTo>
                      <a:pt x="7" y="37"/>
                    </a:moveTo>
                    <a:cubicBezTo>
                      <a:pt x="5" y="25"/>
                      <a:pt x="6" y="14"/>
                      <a:pt x="5" y="2"/>
                    </a:cubicBezTo>
                    <a:cubicBezTo>
                      <a:pt x="5" y="1"/>
                      <a:pt x="3" y="0"/>
                      <a:pt x="3" y="2"/>
                    </a:cubicBezTo>
                    <a:cubicBezTo>
                      <a:pt x="0" y="13"/>
                      <a:pt x="2" y="26"/>
                      <a:pt x="4" y="37"/>
                    </a:cubicBezTo>
                    <a:cubicBezTo>
                      <a:pt x="4" y="39"/>
                      <a:pt x="7" y="38"/>
                      <a:pt x="7"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5" name="Freeform 291">
                <a:extLst>
                  <a:ext uri="{FF2B5EF4-FFF2-40B4-BE49-F238E27FC236}">
                    <a16:creationId xmlns:a16="http://schemas.microsoft.com/office/drawing/2014/main" id="{19945099-C60D-ABB0-4F79-60E4E809DC52}"/>
                  </a:ext>
                </a:extLst>
              </p:cNvPr>
              <p:cNvSpPr/>
              <p:nvPr/>
            </p:nvSpPr>
            <p:spPr bwMode="auto">
              <a:xfrm>
                <a:off x="3365" y="1036"/>
                <a:ext cx="8" cy="56"/>
              </a:xfrm>
              <a:custGeom>
                <a:avLst/>
                <a:gdLst>
                  <a:gd name="T0" fmla="*/ 5 w 5"/>
                  <a:gd name="T1" fmla="*/ 30 h 32"/>
                  <a:gd name="T2" fmla="*/ 4 w 5"/>
                  <a:gd name="T3" fmla="*/ 2 h 32"/>
                  <a:gd name="T4" fmla="*/ 1 w 5"/>
                  <a:gd name="T5" fmla="*/ 2 h 32"/>
                  <a:gd name="T6" fmla="*/ 2 w 5"/>
                  <a:gd name="T7" fmla="*/ 31 h 32"/>
                  <a:gd name="T8" fmla="*/ 5 w 5"/>
                  <a:gd name="T9" fmla="*/ 30 h 32"/>
                </a:gdLst>
                <a:ahLst/>
                <a:cxnLst>
                  <a:cxn ang="0">
                    <a:pos x="T0" y="T1"/>
                  </a:cxn>
                  <a:cxn ang="0">
                    <a:pos x="T2" y="T3"/>
                  </a:cxn>
                  <a:cxn ang="0">
                    <a:pos x="T4" y="T5"/>
                  </a:cxn>
                  <a:cxn ang="0">
                    <a:pos x="T6" y="T7"/>
                  </a:cxn>
                  <a:cxn ang="0">
                    <a:pos x="T8" y="T9"/>
                  </a:cxn>
                </a:cxnLst>
                <a:rect l="0" t="0" r="r" b="b"/>
                <a:pathLst>
                  <a:path w="5" h="32">
                    <a:moveTo>
                      <a:pt x="5" y="30"/>
                    </a:moveTo>
                    <a:cubicBezTo>
                      <a:pt x="5" y="21"/>
                      <a:pt x="5" y="11"/>
                      <a:pt x="4" y="2"/>
                    </a:cubicBezTo>
                    <a:cubicBezTo>
                      <a:pt x="3" y="0"/>
                      <a:pt x="1" y="0"/>
                      <a:pt x="1" y="2"/>
                    </a:cubicBezTo>
                    <a:cubicBezTo>
                      <a:pt x="0" y="11"/>
                      <a:pt x="1" y="21"/>
                      <a:pt x="2" y="31"/>
                    </a:cubicBezTo>
                    <a:cubicBezTo>
                      <a:pt x="3" y="32"/>
                      <a:pt x="5" y="32"/>
                      <a:pt x="5"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6" name="Freeform 292">
                <a:extLst>
                  <a:ext uri="{FF2B5EF4-FFF2-40B4-BE49-F238E27FC236}">
                    <a16:creationId xmlns:a16="http://schemas.microsoft.com/office/drawing/2014/main" id="{8C0CD716-45BD-31F8-837D-3F5575D626C7}"/>
                  </a:ext>
                </a:extLst>
              </p:cNvPr>
              <p:cNvSpPr/>
              <p:nvPr/>
            </p:nvSpPr>
            <p:spPr bwMode="auto">
              <a:xfrm>
                <a:off x="3398" y="1023"/>
                <a:ext cx="12" cy="50"/>
              </a:xfrm>
              <a:custGeom>
                <a:avLst/>
                <a:gdLst>
                  <a:gd name="T0" fmla="*/ 6 w 7"/>
                  <a:gd name="T1" fmla="*/ 25 h 28"/>
                  <a:gd name="T2" fmla="*/ 5 w 7"/>
                  <a:gd name="T3" fmla="*/ 2 h 28"/>
                  <a:gd name="T4" fmla="*/ 2 w 7"/>
                  <a:gd name="T5" fmla="*/ 1 h 28"/>
                  <a:gd name="T6" fmla="*/ 3 w 7"/>
                  <a:gd name="T7" fmla="*/ 26 h 28"/>
                  <a:gd name="T8" fmla="*/ 6 w 7"/>
                  <a:gd name="T9" fmla="*/ 25 h 28"/>
                </a:gdLst>
                <a:ahLst/>
                <a:cxnLst>
                  <a:cxn ang="0">
                    <a:pos x="T0" y="T1"/>
                  </a:cxn>
                  <a:cxn ang="0">
                    <a:pos x="T2" y="T3"/>
                  </a:cxn>
                  <a:cxn ang="0">
                    <a:pos x="T4" y="T5"/>
                  </a:cxn>
                  <a:cxn ang="0">
                    <a:pos x="T6" y="T7"/>
                  </a:cxn>
                  <a:cxn ang="0">
                    <a:pos x="T8" y="T9"/>
                  </a:cxn>
                </a:cxnLst>
                <a:rect l="0" t="0" r="r" b="b"/>
                <a:pathLst>
                  <a:path w="7" h="28">
                    <a:moveTo>
                      <a:pt x="6" y="25"/>
                    </a:moveTo>
                    <a:cubicBezTo>
                      <a:pt x="5" y="17"/>
                      <a:pt x="5" y="10"/>
                      <a:pt x="5" y="2"/>
                    </a:cubicBezTo>
                    <a:cubicBezTo>
                      <a:pt x="5" y="0"/>
                      <a:pt x="2" y="0"/>
                      <a:pt x="2" y="1"/>
                    </a:cubicBezTo>
                    <a:cubicBezTo>
                      <a:pt x="0" y="9"/>
                      <a:pt x="1" y="18"/>
                      <a:pt x="3" y="26"/>
                    </a:cubicBezTo>
                    <a:cubicBezTo>
                      <a:pt x="3" y="28"/>
                      <a:pt x="7" y="27"/>
                      <a:pt x="6"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7" name="Freeform 293">
                <a:extLst>
                  <a:ext uri="{FF2B5EF4-FFF2-40B4-BE49-F238E27FC236}">
                    <a16:creationId xmlns:a16="http://schemas.microsoft.com/office/drawing/2014/main" id="{28E84CBD-1280-3DEB-DA23-6F7DE13BB6E6}"/>
                  </a:ext>
                </a:extLst>
              </p:cNvPr>
              <p:cNvSpPr/>
              <p:nvPr/>
            </p:nvSpPr>
            <p:spPr bwMode="auto">
              <a:xfrm>
                <a:off x="3430" y="1002"/>
                <a:ext cx="12" cy="53"/>
              </a:xfrm>
              <a:custGeom>
                <a:avLst/>
                <a:gdLst>
                  <a:gd name="T0" fmla="*/ 6 w 7"/>
                  <a:gd name="T1" fmla="*/ 28 h 30"/>
                  <a:gd name="T2" fmla="*/ 3 w 7"/>
                  <a:gd name="T3" fmla="*/ 2 h 30"/>
                  <a:gd name="T4" fmla="*/ 0 w 7"/>
                  <a:gd name="T5" fmla="*/ 2 h 30"/>
                  <a:gd name="T6" fmla="*/ 3 w 7"/>
                  <a:gd name="T7" fmla="*/ 28 h 30"/>
                  <a:gd name="T8" fmla="*/ 6 w 7"/>
                  <a:gd name="T9" fmla="*/ 28 h 30"/>
                </a:gdLst>
                <a:ahLst/>
                <a:cxnLst>
                  <a:cxn ang="0">
                    <a:pos x="T0" y="T1"/>
                  </a:cxn>
                  <a:cxn ang="0">
                    <a:pos x="T2" y="T3"/>
                  </a:cxn>
                  <a:cxn ang="0">
                    <a:pos x="T4" y="T5"/>
                  </a:cxn>
                  <a:cxn ang="0">
                    <a:pos x="T6" y="T7"/>
                  </a:cxn>
                  <a:cxn ang="0">
                    <a:pos x="T8" y="T9"/>
                  </a:cxn>
                </a:cxnLst>
                <a:rect l="0" t="0" r="r" b="b"/>
                <a:pathLst>
                  <a:path w="7" h="30">
                    <a:moveTo>
                      <a:pt x="6" y="28"/>
                    </a:moveTo>
                    <a:cubicBezTo>
                      <a:pt x="6" y="19"/>
                      <a:pt x="5" y="10"/>
                      <a:pt x="3" y="2"/>
                    </a:cubicBezTo>
                    <a:cubicBezTo>
                      <a:pt x="3" y="0"/>
                      <a:pt x="0" y="1"/>
                      <a:pt x="0" y="2"/>
                    </a:cubicBezTo>
                    <a:cubicBezTo>
                      <a:pt x="0" y="11"/>
                      <a:pt x="2" y="19"/>
                      <a:pt x="3" y="28"/>
                    </a:cubicBezTo>
                    <a:cubicBezTo>
                      <a:pt x="3" y="30"/>
                      <a:pt x="7" y="30"/>
                      <a:pt x="6"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8" name="Freeform 294">
                <a:extLst>
                  <a:ext uri="{FF2B5EF4-FFF2-40B4-BE49-F238E27FC236}">
                    <a16:creationId xmlns:a16="http://schemas.microsoft.com/office/drawing/2014/main" id="{E2A658D1-4BB0-2E9B-C233-EA61A34ABD5F}"/>
                  </a:ext>
                </a:extLst>
              </p:cNvPr>
              <p:cNvSpPr/>
              <p:nvPr/>
            </p:nvSpPr>
            <p:spPr bwMode="auto">
              <a:xfrm>
                <a:off x="3463" y="990"/>
                <a:ext cx="11" cy="49"/>
              </a:xfrm>
              <a:custGeom>
                <a:avLst/>
                <a:gdLst>
                  <a:gd name="T0" fmla="*/ 5 w 6"/>
                  <a:gd name="T1" fmla="*/ 25 h 28"/>
                  <a:gd name="T2" fmla="*/ 3 w 6"/>
                  <a:gd name="T3" fmla="*/ 2 h 28"/>
                  <a:gd name="T4" fmla="*/ 0 w 6"/>
                  <a:gd name="T5" fmla="*/ 2 h 28"/>
                  <a:gd name="T6" fmla="*/ 1 w 6"/>
                  <a:gd name="T7" fmla="*/ 25 h 28"/>
                  <a:gd name="T8" fmla="*/ 5 w 6"/>
                  <a:gd name="T9" fmla="*/ 25 h 28"/>
                </a:gdLst>
                <a:ahLst/>
                <a:cxnLst>
                  <a:cxn ang="0">
                    <a:pos x="T0" y="T1"/>
                  </a:cxn>
                  <a:cxn ang="0">
                    <a:pos x="T2" y="T3"/>
                  </a:cxn>
                  <a:cxn ang="0">
                    <a:pos x="T4" y="T5"/>
                  </a:cxn>
                  <a:cxn ang="0">
                    <a:pos x="T6" y="T7"/>
                  </a:cxn>
                  <a:cxn ang="0">
                    <a:pos x="T8" y="T9"/>
                  </a:cxn>
                </a:cxnLst>
                <a:rect l="0" t="0" r="r" b="b"/>
                <a:pathLst>
                  <a:path w="6" h="28">
                    <a:moveTo>
                      <a:pt x="5" y="25"/>
                    </a:moveTo>
                    <a:cubicBezTo>
                      <a:pt x="5" y="17"/>
                      <a:pt x="4" y="9"/>
                      <a:pt x="3" y="2"/>
                    </a:cubicBezTo>
                    <a:cubicBezTo>
                      <a:pt x="3" y="0"/>
                      <a:pt x="0" y="1"/>
                      <a:pt x="0" y="2"/>
                    </a:cubicBezTo>
                    <a:cubicBezTo>
                      <a:pt x="0" y="10"/>
                      <a:pt x="1" y="17"/>
                      <a:pt x="1" y="25"/>
                    </a:cubicBezTo>
                    <a:cubicBezTo>
                      <a:pt x="1" y="28"/>
                      <a:pt x="6" y="28"/>
                      <a:pt x="5"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9" name="Freeform 295">
                <a:extLst>
                  <a:ext uri="{FF2B5EF4-FFF2-40B4-BE49-F238E27FC236}">
                    <a16:creationId xmlns:a16="http://schemas.microsoft.com/office/drawing/2014/main" id="{97B7EB56-FF84-A95F-A073-76D43E97F7BF}"/>
                  </a:ext>
                </a:extLst>
              </p:cNvPr>
              <p:cNvSpPr/>
              <p:nvPr/>
            </p:nvSpPr>
            <p:spPr bwMode="auto">
              <a:xfrm>
                <a:off x="3250" y="1027"/>
                <a:ext cx="25" cy="79"/>
              </a:xfrm>
              <a:custGeom>
                <a:avLst/>
                <a:gdLst>
                  <a:gd name="T0" fmla="*/ 13 w 14"/>
                  <a:gd name="T1" fmla="*/ 42 h 45"/>
                  <a:gd name="T2" fmla="*/ 5 w 14"/>
                  <a:gd name="T3" fmla="*/ 3 h 45"/>
                  <a:gd name="T4" fmla="*/ 2 w 14"/>
                  <a:gd name="T5" fmla="*/ 2 h 45"/>
                  <a:gd name="T6" fmla="*/ 10 w 14"/>
                  <a:gd name="T7" fmla="*/ 44 h 45"/>
                  <a:gd name="T8" fmla="*/ 13 w 14"/>
                  <a:gd name="T9" fmla="*/ 42 h 45"/>
                </a:gdLst>
                <a:ahLst/>
                <a:cxnLst>
                  <a:cxn ang="0">
                    <a:pos x="T0" y="T1"/>
                  </a:cxn>
                  <a:cxn ang="0">
                    <a:pos x="T2" y="T3"/>
                  </a:cxn>
                  <a:cxn ang="0">
                    <a:pos x="T4" y="T5"/>
                  </a:cxn>
                  <a:cxn ang="0">
                    <a:pos x="T6" y="T7"/>
                  </a:cxn>
                  <a:cxn ang="0">
                    <a:pos x="T8" y="T9"/>
                  </a:cxn>
                </a:cxnLst>
                <a:rect l="0" t="0" r="r" b="b"/>
                <a:pathLst>
                  <a:path w="14" h="45">
                    <a:moveTo>
                      <a:pt x="13" y="42"/>
                    </a:moveTo>
                    <a:cubicBezTo>
                      <a:pt x="8" y="29"/>
                      <a:pt x="6" y="16"/>
                      <a:pt x="5" y="3"/>
                    </a:cubicBezTo>
                    <a:cubicBezTo>
                      <a:pt x="5" y="1"/>
                      <a:pt x="3" y="0"/>
                      <a:pt x="2" y="2"/>
                    </a:cubicBezTo>
                    <a:cubicBezTo>
                      <a:pt x="0" y="16"/>
                      <a:pt x="4" y="31"/>
                      <a:pt x="10" y="44"/>
                    </a:cubicBezTo>
                    <a:cubicBezTo>
                      <a:pt x="10" y="45"/>
                      <a:pt x="14" y="44"/>
                      <a:pt x="13" y="4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0" name="Freeform 296">
                <a:extLst>
                  <a:ext uri="{FF2B5EF4-FFF2-40B4-BE49-F238E27FC236}">
                    <a16:creationId xmlns:a16="http://schemas.microsoft.com/office/drawing/2014/main" id="{0048E7C9-AB25-405F-1F57-2F04D83F4F06}"/>
                  </a:ext>
                </a:extLst>
              </p:cNvPr>
              <p:cNvSpPr/>
              <p:nvPr/>
            </p:nvSpPr>
            <p:spPr bwMode="auto">
              <a:xfrm>
                <a:off x="3212" y="1020"/>
                <a:ext cx="26" cy="62"/>
              </a:xfrm>
              <a:custGeom>
                <a:avLst/>
                <a:gdLst>
                  <a:gd name="T0" fmla="*/ 14 w 15"/>
                  <a:gd name="T1" fmla="*/ 32 h 35"/>
                  <a:gd name="T2" fmla="*/ 6 w 15"/>
                  <a:gd name="T3" fmla="*/ 2 h 35"/>
                  <a:gd name="T4" fmla="*/ 3 w 15"/>
                  <a:gd name="T5" fmla="*/ 2 h 35"/>
                  <a:gd name="T6" fmla="*/ 12 w 15"/>
                  <a:gd name="T7" fmla="*/ 34 h 35"/>
                  <a:gd name="T8" fmla="*/ 14 w 15"/>
                  <a:gd name="T9" fmla="*/ 32 h 35"/>
                </a:gdLst>
                <a:ahLst/>
                <a:cxnLst>
                  <a:cxn ang="0">
                    <a:pos x="T0" y="T1"/>
                  </a:cxn>
                  <a:cxn ang="0">
                    <a:pos x="T2" y="T3"/>
                  </a:cxn>
                  <a:cxn ang="0">
                    <a:pos x="T4" y="T5"/>
                  </a:cxn>
                  <a:cxn ang="0">
                    <a:pos x="T6" y="T7"/>
                  </a:cxn>
                  <a:cxn ang="0">
                    <a:pos x="T8" y="T9"/>
                  </a:cxn>
                </a:cxnLst>
                <a:rect l="0" t="0" r="r" b="b"/>
                <a:pathLst>
                  <a:path w="15" h="35">
                    <a:moveTo>
                      <a:pt x="14" y="32"/>
                    </a:moveTo>
                    <a:cubicBezTo>
                      <a:pt x="9" y="22"/>
                      <a:pt x="6" y="14"/>
                      <a:pt x="6" y="2"/>
                    </a:cubicBezTo>
                    <a:cubicBezTo>
                      <a:pt x="6" y="1"/>
                      <a:pt x="3" y="0"/>
                      <a:pt x="3" y="2"/>
                    </a:cubicBezTo>
                    <a:cubicBezTo>
                      <a:pt x="0" y="13"/>
                      <a:pt x="4" y="26"/>
                      <a:pt x="12" y="34"/>
                    </a:cubicBezTo>
                    <a:cubicBezTo>
                      <a:pt x="13" y="35"/>
                      <a:pt x="15" y="34"/>
                      <a:pt x="14"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1" name="Freeform 297">
                <a:extLst>
                  <a:ext uri="{FF2B5EF4-FFF2-40B4-BE49-F238E27FC236}">
                    <a16:creationId xmlns:a16="http://schemas.microsoft.com/office/drawing/2014/main" id="{C0F0D666-021C-D16E-71A6-FE855E84849E}"/>
                  </a:ext>
                </a:extLst>
              </p:cNvPr>
              <p:cNvSpPr/>
              <p:nvPr/>
            </p:nvSpPr>
            <p:spPr bwMode="auto">
              <a:xfrm>
                <a:off x="3157" y="1029"/>
                <a:ext cx="55" cy="37"/>
              </a:xfrm>
              <a:custGeom>
                <a:avLst/>
                <a:gdLst>
                  <a:gd name="T0" fmla="*/ 30 w 31"/>
                  <a:gd name="T1" fmla="*/ 18 h 21"/>
                  <a:gd name="T2" fmla="*/ 3 w 31"/>
                  <a:gd name="T3" fmla="*/ 1 h 21"/>
                  <a:gd name="T4" fmla="*/ 2 w 31"/>
                  <a:gd name="T5" fmla="*/ 3 h 21"/>
                  <a:gd name="T6" fmla="*/ 28 w 31"/>
                  <a:gd name="T7" fmla="*/ 20 h 21"/>
                  <a:gd name="T8" fmla="*/ 30 w 31"/>
                  <a:gd name="T9" fmla="*/ 18 h 21"/>
                </a:gdLst>
                <a:ahLst/>
                <a:cxnLst>
                  <a:cxn ang="0">
                    <a:pos x="T0" y="T1"/>
                  </a:cxn>
                  <a:cxn ang="0">
                    <a:pos x="T2" y="T3"/>
                  </a:cxn>
                  <a:cxn ang="0">
                    <a:pos x="T4" y="T5"/>
                  </a:cxn>
                  <a:cxn ang="0">
                    <a:pos x="T6" y="T7"/>
                  </a:cxn>
                  <a:cxn ang="0">
                    <a:pos x="T8" y="T9"/>
                  </a:cxn>
                </a:cxnLst>
                <a:rect l="0" t="0" r="r" b="b"/>
                <a:pathLst>
                  <a:path w="31" h="21">
                    <a:moveTo>
                      <a:pt x="30" y="18"/>
                    </a:moveTo>
                    <a:cubicBezTo>
                      <a:pt x="23" y="10"/>
                      <a:pt x="13" y="3"/>
                      <a:pt x="3" y="1"/>
                    </a:cubicBezTo>
                    <a:cubicBezTo>
                      <a:pt x="1" y="0"/>
                      <a:pt x="0" y="2"/>
                      <a:pt x="2" y="3"/>
                    </a:cubicBezTo>
                    <a:cubicBezTo>
                      <a:pt x="11" y="9"/>
                      <a:pt x="20" y="13"/>
                      <a:pt x="28" y="20"/>
                    </a:cubicBezTo>
                    <a:cubicBezTo>
                      <a:pt x="29" y="21"/>
                      <a:pt x="31" y="19"/>
                      <a:pt x="30"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2" name="Freeform 298">
                <a:extLst>
                  <a:ext uri="{FF2B5EF4-FFF2-40B4-BE49-F238E27FC236}">
                    <a16:creationId xmlns:a16="http://schemas.microsoft.com/office/drawing/2014/main" id="{9D3264F9-867E-6DA6-5CE6-CAA0BC7AA970}"/>
                  </a:ext>
                </a:extLst>
              </p:cNvPr>
              <p:cNvSpPr/>
              <p:nvPr/>
            </p:nvSpPr>
            <p:spPr bwMode="auto">
              <a:xfrm>
                <a:off x="2927" y="1284"/>
                <a:ext cx="53" cy="121"/>
              </a:xfrm>
              <a:custGeom>
                <a:avLst/>
                <a:gdLst>
                  <a:gd name="T0" fmla="*/ 3 w 30"/>
                  <a:gd name="T1" fmla="*/ 67 h 69"/>
                  <a:gd name="T2" fmla="*/ 29 w 30"/>
                  <a:gd name="T3" fmla="*/ 4 h 69"/>
                  <a:gd name="T4" fmla="*/ 27 w 30"/>
                  <a:gd name="T5" fmla="*/ 2 h 69"/>
                  <a:gd name="T6" fmla="*/ 0 w 30"/>
                  <a:gd name="T7" fmla="*/ 67 h 69"/>
                  <a:gd name="T8" fmla="*/ 3 w 30"/>
                  <a:gd name="T9" fmla="*/ 67 h 69"/>
                </a:gdLst>
                <a:ahLst/>
                <a:cxnLst>
                  <a:cxn ang="0">
                    <a:pos x="T0" y="T1"/>
                  </a:cxn>
                  <a:cxn ang="0">
                    <a:pos x="T2" y="T3"/>
                  </a:cxn>
                  <a:cxn ang="0">
                    <a:pos x="T4" y="T5"/>
                  </a:cxn>
                  <a:cxn ang="0">
                    <a:pos x="T6" y="T7"/>
                  </a:cxn>
                  <a:cxn ang="0">
                    <a:pos x="T8" y="T9"/>
                  </a:cxn>
                </a:cxnLst>
                <a:rect l="0" t="0" r="r" b="b"/>
                <a:pathLst>
                  <a:path w="30" h="69">
                    <a:moveTo>
                      <a:pt x="3" y="67"/>
                    </a:moveTo>
                    <a:cubicBezTo>
                      <a:pt x="8" y="44"/>
                      <a:pt x="17" y="24"/>
                      <a:pt x="29" y="4"/>
                    </a:cubicBezTo>
                    <a:cubicBezTo>
                      <a:pt x="30" y="2"/>
                      <a:pt x="28" y="0"/>
                      <a:pt x="27" y="2"/>
                    </a:cubicBezTo>
                    <a:cubicBezTo>
                      <a:pt x="12" y="20"/>
                      <a:pt x="3" y="44"/>
                      <a:pt x="0" y="67"/>
                    </a:cubicBezTo>
                    <a:cubicBezTo>
                      <a:pt x="0" y="68"/>
                      <a:pt x="3" y="69"/>
                      <a:pt x="3" y="6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3" name="Freeform 299">
                <a:extLst>
                  <a:ext uri="{FF2B5EF4-FFF2-40B4-BE49-F238E27FC236}">
                    <a16:creationId xmlns:a16="http://schemas.microsoft.com/office/drawing/2014/main" id="{8CF2506B-F20B-C245-7F46-5DCE9C38F255}"/>
                  </a:ext>
                </a:extLst>
              </p:cNvPr>
              <p:cNvSpPr/>
              <p:nvPr/>
            </p:nvSpPr>
            <p:spPr bwMode="auto">
              <a:xfrm>
                <a:off x="2918" y="1275"/>
                <a:ext cx="40" cy="100"/>
              </a:xfrm>
              <a:custGeom>
                <a:avLst/>
                <a:gdLst>
                  <a:gd name="T0" fmla="*/ 3 w 23"/>
                  <a:gd name="T1" fmla="*/ 55 h 57"/>
                  <a:gd name="T2" fmla="*/ 22 w 23"/>
                  <a:gd name="T3" fmla="*/ 3 h 57"/>
                  <a:gd name="T4" fmla="*/ 19 w 23"/>
                  <a:gd name="T5" fmla="*/ 1 h 57"/>
                  <a:gd name="T6" fmla="*/ 0 w 23"/>
                  <a:gd name="T7" fmla="*/ 55 h 57"/>
                  <a:gd name="T8" fmla="*/ 3 w 23"/>
                  <a:gd name="T9" fmla="*/ 55 h 57"/>
                </a:gdLst>
                <a:ahLst/>
                <a:cxnLst>
                  <a:cxn ang="0">
                    <a:pos x="T0" y="T1"/>
                  </a:cxn>
                  <a:cxn ang="0">
                    <a:pos x="T2" y="T3"/>
                  </a:cxn>
                  <a:cxn ang="0">
                    <a:pos x="T4" y="T5"/>
                  </a:cxn>
                  <a:cxn ang="0">
                    <a:pos x="T6" y="T7"/>
                  </a:cxn>
                  <a:cxn ang="0">
                    <a:pos x="T8" y="T9"/>
                  </a:cxn>
                </a:cxnLst>
                <a:rect l="0" t="0" r="r" b="b"/>
                <a:pathLst>
                  <a:path w="23" h="57">
                    <a:moveTo>
                      <a:pt x="3" y="55"/>
                    </a:moveTo>
                    <a:cubicBezTo>
                      <a:pt x="6" y="36"/>
                      <a:pt x="13" y="20"/>
                      <a:pt x="22" y="3"/>
                    </a:cubicBezTo>
                    <a:cubicBezTo>
                      <a:pt x="23" y="2"/>
                      <a:pt x="21" y="0"/>
                      <a:pt x="19" y="1"/>
                    </a:cubicBezTo>
                    <a:cubicBezTo>
                      <a:pt x="7" y="16"/>
                      <a:pt x="2" y="36"/>
                      <a:pt x="0" y="55"/>
                    </a:cubicBezTo>
                    <a:cubicBezTo>
                      <a:pt x="0" y="56"/>
                      <a:pt x="3" y="57"/>
                      <a:pt x="3" y="5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4" name="Freeform 300">
                <a:extLst>
                  <a:ext uri="{FF2B5EF4-FFF2-40B4-BE49-F238E27FC236}">
                    <a16:creationId xmlns:a16="http://schemas.microsoft.com/office/drawing/2014/main" id="{A21BBE4A-6DB1-8FCB-BE80-12498D47F5E8}"/>
                  </a:ext>
                </a:extLst>
              </p:cNvPr>
              <p:cNvSpPr/>
              <p:nvPr/>
            </p:nvSpPr>
            <p:spPr bwMode="auto">
              <a:xfrm>
                <a:off x="2916" y="1245"/>
                <a:ext cx="34" cy="48"/>
              </a:xfrm>
              <a:custGeom>
                <a:avLst/>
                <a:gdLst>
                  <a:gd name="T0" fmla="*/ 4 w 19"/>
                  <a:gd name="T1" fmla="*/ 26 h 27"/>
                  <a:gd name="T2" fmla="*/ 18 w 19"/>
                  <a:gd name="T3" fmla="*/ 2 h 27"/>
                  <a:gd name="T4" fmla="*/ 16 w 19"/>
                  <a:gd name="T5" fmla="*/ 1 h 27"/>
                  <a:gd name="T6" fmla="*/ 1 w 19"/>
                  <a:gd name="T7" fmla="*/ 24 h 27"/>
                  <a:gd name="T8" fmla="*/ 4 w 19"/>
                  <a:gd name="T9" fmla="*/ 26 h 27"/>
                </a:gdLst>
                <a:ahLst/>
                <a:cxnLst>
                  <a:cxn ang="0">
                    <a:pos x="T0" y="T1"/>
                  </a:cxn>
                  <a:cxn ang="0">
                    <a:pos x="T2" y="T3"/>
                  </a:cxn>
                  <a:cxn ang="0">
                    <a:pos x="T4" y="T5"/>
                  </a:cxn>
                  <a:cxn ang="0">
                    <a:pos x="T6" y="T7"/>
                  </a:cxn>
                  <a:cxn ang="0">
                    <a:pos x="T8" y="T9"/>
                  </a:cxn>
                </a:cxnLst>
                <a:rect l="0" t="0" r="r" b="b"/>
                <a:pathLst>
                  <a:path w="19" h="27">
                    <a:moveTo>
                      <a:pt x="4" y="26"/>
                    </a:moveTo>
                    <a:cubicBezTo>
                      <a:pt x="9" y="18"/>
                      <a:pt x="15" y="11"/>
                      <a:pt x="18" y="2"/>
                    </a:cubicBezTo>
                    <a:cubicBezTo>
                      <a:pt x="19" y="1"/>
                      <a:pt x="17" y="0"/>
                      <a:pt x="16" y="1"/>
                    </a:cubicBezTo>
                    <a:cubicBezTo>
                      <a:pt x="10" y="8"/>
                      <a:pt x="6" y="16"/>
                      <a:pt x="1" y="24"/>
                    </a:cubicBezTo>
                    <a:cubicBezTo>
                      <a:pt x="0" y="26"/>
                      <a:pt x="3" y="27"/>
                      <a:pt x="4"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5" name="Freeform 301">
                <a:extLst>
                  <a:ext uri="{FF2B5EF4-FFF2-40B4-BE49-F238E27FC236}">
                    <a16:creationId xmlns:a16="http://schemas.microsoft.com/office/drawing/2014/main" id="{37A04047-7BC5-95C8-8FE4-1EAD6A3C70AD}"/>
                  </a:ext>
                </a:extLst>
              </p:cNvPr>
              <p:cNvSpPr/>
              <p:nvPr/>
            </p:nvSpPr>
            <p:spPr bwMode="auto">
              <a:xfrm>
                <a:off x="2955" y="1329"/>
                <a:ext cx="32" cy="69"/>
              </a:xfrm>
              <a:custGeom>
                <a:avLst/>
                <a:gdLst>
                  <a:gd name="T0" fmla="*/ 4 w 18"/>
                  <a:gd name="T1" fmla="*/ 37 h 39"/>
                  <a:gd name="T2" fmla="*/ 18 w 18"/>
                  <a:gd name="T3" fmla="*/ 3 h 39"/>
                  <a:gd name="T4" fmla="*/ 15 w 18"/>
                  <a:gd name="T5" fmla="*/ 2 h 39"/>
                  <a:gd name="T6" fmla="*/ 0 w 18"/>
                  <a:gd name="T7" fmla="*/ 36 h 39"/>
                  <a:gd name="T8" fmla="*/ 4 w 18"/>
                  <a:gd name="T9" fmla="*/ 37 h 39"/>
                </a:gdLst>
                <a:ahLst/>
                <a:cxnLst>
                  <a:cxn ang="0">
                    <a:pos x="T0" y="T1"/>
                  </a:cxn>
                  <a:cxn ang="0">
                    <a:pos x="T2" y="T3"/>
                  </a:cxn>
                  <a:cxn ang="0">
                    <a:pos x="T4" y="T5"/>
                  </a:cxn>
                  <a:cxn ang="0">
                    <a:pos x="T6" y="T7"/>
                  </a:cxn>
                  <a:cxn ang="0">
                    <a:pos x="T8" y="T9"/>
                  </a:cxn>
                </a:cxnLst>
                <a:rect l="0" t="0" r="r" b="b"/>
                <a:pathLst>
                  <a:path w="18" h="39">
                    <a:moveTo>
                      <a:pt x="4" y="37"/>
                    </a:moveTo>
                    <a:cubicBezTo>
                      <a:pt x="6" y="25"/>
                      <a:pt x="12" y="15"/>
                      <a:pt x="18" y="3"/>
                    </a:cubicBezTo>
                    <a:cubicBezTo>
                      <a:pt x="18" y="2"/>
                      <a:pt x="17" y="0"/>
                      <a:pt x="15" y="2"/>
                    </a:cubicBezTo>
                    <a:cubicBezTo>
                      <a:pt x="7" y="11"/>
                      <a:pt x="2" y="24"/>
                      <a:pt x="0" y="36"/>
                    </a:cubicBezTo>
                    <a:cubicBezTo>
                      <a:pt x="0" y="38"/>
                      <a:pt x="3" y="39"/>
                      <a:pt x="4"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6" name="Freeform 302">
                <a:extLst>
                  <a:ext uri="{FF2B5EF4-FFF2-40B4-BE49-F238E27FC236}">
                    <a16:creationId xmlns:a16="http://schemas.microsoft.com/office/drawing/2014/main" id="{148F2905-6EA4-2B34-BBED-E675A867393B}"/>
                  </a:ext>
                </a:extLst>
              </p:cNvPr>
              <p:cNvSpPr/>
              <p:nvPr/>
            </p:nvSpPr>
            <p:spPr bwMode="auto">
              <a:xfrm>
                <a:off x="2976" y="1368"/>
                <a:ext cx="25" cy="32"/>
              </a:xfrm>
              <a:custGeom>
                <a:avLst/>
                <a:gdLst>
                  <a:gd name="T0" fmla="*/ 4 w 14"/>
                  <a:gd name="T1" fmla="*/ 17 h 18"/>
                  <a:gd name="T2" fmla="*/ 13 w 14"/>
                  <a:gd name="T3" fmla="*/ 3 h 18"/>
                  <a:gd name="T4" fmla="*/ 10 w 14"/>
                  <a:gd name="T5" fmla="*/ 1 h 18"/>
                  <a:gd name="T6" fmla="*/ 1 w 14"/>
                  <a:gd name="T7" fmla="*/ 15 h 18"/>
                  <a:gd name="T8" fmla="*/ 4 w 14"/>
                  <a:gd name="T9" fmla="*/ 17 h 18"/>
                </a:gdLst>
                <a:ahLst/>
                <a:cxnLst>
                  <a:cxn ang="0">
                    <a:pos x="T0" y="T1"/>
                  </a:cxn>
                  <a:cxn ang="0">
                    <a:pos x="T2" y="T3"/>
                  </a:cxn>
                  <a:cxn ang="0">
                    <a:pos x="T4" y="T5"/>
                  </a:cxn>
                  <a:cxn ang="0">
                    <a:pos x="T6" y="T7"/>
                  </a:cxn>
                  <a:cxn ang="0">
                    <a:pos x="T8" y="T9"/>
                  </a:cxn>
                </a:cxnLst>
                <a:rect l="0" t="0" r="r" b="b"/>
                <a:pathLst>
                  <a:path w="14" h="18">
                    <a:moveTo>
                      <a:pt x="4" y="17"/>
                    </a:moveTo>
                    <a:cubicBezTo>
                      <a:pt x="7" y="12"/>
                      <a:pt x="10" y="7"/>
                      <a:pt x="13" y="3"/>
                    </a:cubicBezTo>
                    <a:cubicBezTo>
                      <a:pt x="14" y="1"/>
                      <a:pt x="12" y="0"/>
                      <a:pt x="10" y="1"/>
                    </a:cubicBezTo>
                    <a:cubicBezTo>
                      <a:pt x="6" y="5"/>
                      <a:pt x="3" y="10"/>
                      <a:pt x="1" y="15"/>
                    </a:cubicBezTo>
                    <a:cubicBezTo>
                      <a:pt x="0" y="17"/>
                      <a:pt x="3" y="18"/>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7" name="Freeform 303">
                <a:extLst>
                  <a:ext uri="{FF2B5EF4-FFF2-40B4-BE49-F238E27FC236}">
                    <a16:creationId xmlns:a16="http://schemas.microsoft.com/office/drawing/2014/main" id="{3B5DCDDF-7A07-15DD-43AA-EA2D5A87B657}"/>
                  </a:ext>
                </a:extLst>
              </p:cNvPr>
              <p:cNvSpPr/>
              <p:nvPr/>
            </p:nvSpPr>
            <p:spPr bwMode="auto">
              <a:xfrm>
                <a:off x="3424" y="1447"/>
                <a:ext cx="71" cy="39"/>
              </a:xfrm>
              <a:custGeom>
                <a:avLst/>
                <a:gdLst>
                  <a:gd name="T0" fmla="*/ 5 w 40"/>
                  <a:gd name="T1" fmla="*/ 20 h 22"/>
                  <a:gd name="T2" fmla="*/ 20 w 40"/>
                  <a:gd name="T3" fmla="*/ 10 h 22"/>
                  <a:gd name="T4" fmla="*/ 38 w 40"/>
                  <a:gd name="T5" fmla="*/ 4 h 22"/>
                  <a:gd name="T6" fmla="*/ 38 w 40"/>
                  <a:gd name="T7" fmla="*/ 1 h 22"/>
                  <a:gd name="T8" fmla="*/ 2 w 40"/>
                  <a:gd name="T9" fmla="*/ 18 h 22"/>
                  <a:gd name="T10" fmla="*/ 5 w 40"/>
                  <a:gd name="T11" fmla="*/ 20 h 22"/>
                </a:gdLst>
                <a:ahLst/>
                <a:cxnLst>
                  <a:cxn ang="0">
                    <a:pos x="T0" y="T1"/>
                  </a:cxn>
                  <a:cxn ang="0">
                    <a:pos x="T2" y="T3"/>
                  </a:cxn>
                  <a:cxn ang="0">
                    <a:pos x="T4" y="T5"/>
                  </a:cxn>
                  <a:cxn ang="0">
                    <a:pos x="T6" y="T7"/>
                  </a:cxn>
                  <a:cxn ang="0">
                    <a:pos x="T8" y="T9"/>
                  </a:cxn>
                  <a:cxn ang="0">
                    <a:pos x="T10" y="T11"/>
                  </a:cxn>
                </a:cxnLst>
                <a:rect l="0" t="0" r="r" b="b"/>
                <a:pathLst>
                  <a:path w="40" h="22">
                    <a:moveTo>
                      <a:pt x="5" y="20"/>
                    </a:moveTo>
                    <a:cubicBezTo>
                      <a:pt x="9" y="16"/>
                      <a:pt x="15" y="13"/>
                      <a:pt x="20" y="10"/>
                    </a:cubicBezTo>
                    <a:cubicBezTo>
                      <a:pt x="26" y="7"/>
                      <a:pt x="32" y="6"/>
                      <a:pt x="38" y="4"/>
                    </a:cubicBezTo>
                    <a:cubicBezTo>
                      <a:pt x="40" y="4"/>
                      <a:pt x="40" y="1"/>
                      <a:pt x="38" y="1"/>
                    </a:cubicBezTo>
                    <a:cubicBezTo>
                      <a:pt x="25" y="0"/>
                      <a:pt x="11" y="9"/>
                      <a:pt x="2" y="18"/>
                    </a:cubicBezTo>
                    <a:cubicBezTo>
                      <a:pt x="0" y="19"/>
                      <a:pt x="3" y="22"/>
                      <a:pt x="5"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8" name="Freeform 304">
                <a:extLst>
                  <a:ext uri="{FF2B5EF4-FFF2-40B4-BE49-F238E27FC236}">
                    <a16:creationId xmlns:a16="http://schemas.microsoft.com/office/drawing/2014/main" id="{56D821CE-B463-5A9A-2166-04E97FA186AB}"/>
                  </a:ext>
                </a:extLst>
              </p:cNvPr>
              <p:cNvSpPr/>
              <p:nvPr/>
            </p:nvSpPr>
            <p:spPr bwMode="auto">
              <a:xfrm>
                <a:off x="3428" y="1426"/>
                <a:ext cx="60" cy="35"/>
              </a:xfrm>
              <a:custGeom>
                <a:avLst/>
                <a:gdLst>
                  <a:gd name="T0" fmla="*/ 4 w 34"/>
                  <a:gd name="T1" fmla="*/ 18 h 20"/>
                  <a:gd name="T2" fmla="*/ 32 w 34"/>
                  <a:gd name="T3" fmla="*/ 3 h 20"/>
                  <a:gd name="T4" fmla="*/ 32 w 34"/>
                  <a:gd name="T5" fmla="*/ 0 h 20"/>
                  <a:gd name="T6" fmla="*/ 2 w 34"/>
                  <a:gd name="T7" fmla="*/ 16 h 20"/>
                  <a:gd name="T8" fmla="*/ 4 w 34"/>
                  <a:gd name="T9" fmla="*/ 18 h 20"/>
                </a:gdLst>
                <a:ahLst/>
                <a:cxnLst>
                  <a:cxn ang="0">
                    <a:pos x="T0" y="T1"/>
                  </a:cxn>
                  <a:cxn ang="0">
                    <a:pos x="T2" y="T3"/>
                  </a:cxn>
                  <a:cxn ang="0">
                    <a:pos x="T4" y="T5"/>
                  </a:cxn>
                  <a:cxn ang="0">
                    <a:pos x="T6" y="T7"/>
                  </a:cxn>
                  <a:cxn ang="0">
                    <a:pos x="T8" y="T9"/>
                  </a:cxn>
                </a:cxnLst>
                <a:rect l="0" t="0" r="r" b="b"/>
                <a:pathLst>
                  <a:path w="34" h="20">
                    <a:moveTo>
                      <a:pt x="4" y="18"/>
                    </a:moveTo>
                    <a:cubicBezTo>
                      <a:pt x="12" y="11"/>
                      <a:pt x="22" y="7"/>
                      <a:pt x="32" y="3"/>
                    </a:cubicBezTo>
                    <a:cubicBezTo>
                      <a:pt x="34" y="3"/>
                      <a:pt x="33" y="0"/>
                      <a:pt x="32" y="0"/>
                    </a:cubicBezTo>
                    <a:cubicBezTo>
                      <a:pt x="20" y="1"/>
                      <a:pt x="10" y="7"/>
                      <a:pt x="2" y="16"/>
                    </a:cubicBezTo>
                    <a:cubicBezTo>
                      <a:pt x="0" y="17"/>
                      <a:pt x="3" y="20"/>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9" name="Freeform 305">
                <a:extLst>
                  <a:ext uri="{FF2B5EF4-FFF2-40B4-BE49-F238E27FC236}">
                    <a16:creationId xmlns:a16="http://schemas.microsoft.com/office/drawing/2014/main" id="{86E569AE-902B-8BFF-FC4A-39DF4758E13C}"/>
                  </a:ext>
                </a:extLst>
              </p:cNvPr>
              <p:cNvSpPr/>
              <p:nvPr/>
            </p:nvSpPr>
            <p:spPr bwMode="auto">
              <a:xfrm>
                <a:off x="3433" y="1398"/>
                <a:ext cx="42" cy="28"/>
              </a:xfrm>
              <a:custGeom>
                <a:avLst/>
                <a:gdLst>
                  <a:gd name="T0" fmla="*/ 5 w 24"/>
                  <a:gd name="T1" fmla="*/ 15 h 16"/>
                  <a:gd name="T2" fmla="*/ 13 w 24"/>
                  <a:gd name="T3" fmla="*/ 8 h 16"/>
                  <a:gd name="T4" fmla="*/ 22 w 24"/>
                  <a:gd name="T5" fmla="*/ 3 h 16"/>
                  <a:gd name="T6" fmla="*/ 21 w 24"/>
                  <a:gd name="T7" fmla="*/ 0 h 16"/>
                  <a:gd name="T8" fmla="*/ 2 w 24"/>
                  <a:gd name="T9" fmla="*/ 12 h 16"/>
                  <a:gd name="T10" fmla="*/ 5 w 24"/>
                  <a:gd name="T11" fmla="*/ 15 h 16"/>
                </a:gdLst>
                <a:ahLst/>
                <a:cxnLst>
                  <a:cxn ang="0">
                    <a:pos x="T0" y="T1"/>
                  </a:cxn>
                  <a:cxn ang="0">
                    <a:pos x="T2" y="T3"/>
                  </a:cxn>
                  <a:cxn ang="0">
                    <a:pos x="T4" y="T5"/>
                  </a:cxn>
                  <a:cxn ang="0">
                    <a:pos x="T6" y="T7"/>
                  </a:cxn>
                  <a:cxn ang="0">
                    <a:pos x="T8" y="T9"/>
                  </a:cxn>
                  <a:cxn ang="0">
                    <a:pos x="T10" y="T11"/>
                  </a:cxn>
                </a:cxnLst>
                <a:rect l="0" t="0" r="r" b="b"/>
                <a:pathLst>
                  <a:path w="24" h="16">
                    <a:moveTo>
                      <a:pt x="5" y="15"/>
                    </a:moveTo>
                    <a:cubicBezTo>
                      <a:pt x="7" y="12"/>
                      <a:pt x="10" y="10"/>
                      <a:pt x="13" y="8"/>
                    </a:cubicBezTo>
                    <a:cubicBezTo>
                      <a:pt x="16" y="6"/>
                      <a:pt x="20" y="5"/>
                      <a:pt x="22" y="3"/>
                    </a:cubicBezTo>
                    <a:cubicBezTo>
                      <a:pt x="24" y="2"/>
                      <a:pt x="23" y="0"/>
                      <a:pt x="21" y="0"/>
                    </a:cubicBezTo>
                    <a:cubicBezTo>
                      <a:pt x="14" y="1"/>
                      <a:pt x="7" y="7"/>
                      <a:pt x="2" y="12"/>
                    </a:cubicBezTo>
                    <a:cubicBezTo>
                      <a:pt x="0" y="14"/>
                      <a:pt x="3" y="16"/>
                      <a:pt x="5"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0" name="Freeform 306">
                <a:extLst>
                  <a:ext uri="{FF2B5EF4-FFF2-40B4-BE49-F238E27FC236}">
                    <a16:creationId xmlns:a16="http://schemas.microsoft.com/office/drawing/2014/main" id="{0B38E6F5-468C-240C-06B2-0DBED99D93D3}"/>
                  </a:ext>
                </a:extLst>
              </p:cNvPr>
              <p:cNvSpPr/>
              <p:nvPr/>
            </p:nvSpPr>
            <p:spPr bwMode="auto">
              <a:xfrm>
                <a:off x="3428" y="1382"/>
                <a:ext cx="26" cy="23"/>
              </a:xfrm>
              <a:custGeom>
                <a:avLst/>
                <a:gdLst>
                  <a:gd name="T0" fmla="*/ 4 w 15"/>
                  <a:gd name="T1" fmla="*/ 12 h 13"/>
                  <a:gd name="T2" fmla="*/ 14 w 15"/>
                  <a:gd name="T3" fmla="*/ 3 h 13"/>
                  <a:gd name="T4" fmla="*/ 12 w 15"/>
                  <a:gd name="T5" fmla="*/ 1 h 13"/>
                  <a:gd name="T6" fmla="*/ 2 w 15"/>
                  <a:gd name="T7" fmla="*/ 9 h 13"/>
                  <a:gd name="T8" fmla="*/ 4 w 15"/>
                  <a:gd name="T9" fmla="*/ 12 h 13"/>
                </a:gdLst>
                <a:ahLst/>
                <a:cxnLst>
                  <a:cxn ang="0">
                    <a:pos x="T0" y="T1"/>
                  </a:cxn>
                  <a:cxn ang="0">
                    <a:pos x="T2" y="T3"/>
                  </a:cxn>
                  <a:cxn ang="0">
                    <a:pos x="T4" y="T5"/>
                  </a:cxn>
                  <a:cxn ang="0">
                    <a:pos x="T6" y="T7"/>
                  </a:cxn>
                  <a:cxn ang="0">
                    <a:pos x="T8" y="T9"/>
                  </a:cxn>
                </a:cxnLst>
                <a:rect l="0" t="0" r="r" b="b"/>
                <a:pathLst>
                  <a:path w="15" h="13">
                    <a:moveTo>
                      <a:pt x="4" y="12"/>
                    </a:moveTo>
                    <a:cubicBezTo>
                      <a:pt x="7" y="9"/>
                      <a:pt x="11" y="7"/>
                      <a:pt x="14" y="3"/>
                    </a:cubicBezTo>
                    <a:cubicBezTo>
                      <a:pt x="15" y="2"/>
                      <a:pt x="14" y="0"/>
                      <a:pt x="12" y="1"/>
                    </a:cubicBezTo>
                    <a:cubicBezTo>
                      <a:pt x="8" y="3"/>
                      <a:pt x="5" y="6"/>
                      <a:pt x="2" y="9"/>
                    </a:cubicBezTo>
                    <a:cubicBezTo>
                      <a:pt x="0" y="11"/>
                      <a:pt x="2" y="13"/>
                      <a:pt x="4"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1" name="Freeform 307">
                <a:extLst>
                  <a:ext uri="{FF2B5EF4-FFF2-40B4-BE49-F238E27FC236}">
                    <a16:creationId xmlns:a16="http://schemas.microsoft.com/office/drawing/2014/main" id="{3148BA27-CFCB-9F2C-C809-0CC1712433F2}"/>
                  </a:ext>
                </a:extLst>
              </p:cNvPr>
              <p:cNvSpPr/>
              <p:nvPr/>
            </p:nvSpPr>
            <p:spPr bwMode="auto">
              <a:xfrm>
                <a:off x="3408" y="1370"/>
                <a:ext cx="20" cy="23"/>
              </a:xfrm>
              <a:custGeom>
                <a:avLst/>
                <a:gdLst>
                  <a:gd name="T0" fmla="*/ 4 w 11"/>
                  <a:gd name="T1" fmla="*/ 11 h 13"/>
                  <a:gd name="T2" fmla="*/ 10 w 11"/>
                  <a:gd name="T3" fmla="*/ 3 h 13"/>
                  <a:gd name="T4" fmla="*/ 7 w 11"/>
                  <a:gd name="T5" fmla="*/ 1 h 13"/>
                  <a:gd name="T6" fmla="*/ 1 w 11"/>
                  <a:gd name="T7" fmla="*/ 8 h 13"/>
                  <a:gd name="T8" fmla="*/ 4 w 11"/>
                  <a:gd name="T9" fmla="*/ 11 h 13"/>
                </a:gdLst>
                <a:ahLst/>
                <a:cxnLst>
                  <a:cxn ang="0">
                    <a:pos x="T0" y="T1"/>
                  </a:cxn>
                  <a:cxn ang="0">
                    <a:pos x="T2" y="T3"/>
                  </a:cxn>
                  <a:cxn ang="0">
                    <a:pos x="T4" y="T5"/>
                  </a:cxn>
                  <a:cxn ang="0">
                    <a:pos x="T6" y="T7"/>
                  </a:cxn>
                  <a:cxn ang="0">
                    <a:pos x="T8" y="T9"/>
                  </a:cxn>
                </a:cxnLst>
                <a:rect l="0" t="0" r="r" b="b"/>
                <a:pathLst>
                  <a:path w="11" h="13">
                    <a:moveTo>
                      <a:pt x="4" y="11"/>
                    </a:moveTo>
                    <a:cubicBezTo>
                      <a:pt x="6" y="8"/>
                      <a:pt x="8" y="6"/>
                      <a:pt x="10" y="3"/>
                    </a:cubicBezTo>
                    <a:cubicBezTo>
                      <a:pt x="11" y="1"/>
                      <a:pt x="9" y="0"/>
                      <a:pt x="7" y="1"/>
                    </a:cubicBezTo>
                    <a:cubicBezTo>
                      <a:pt x="5" y="3"/>
                      <a:pt x="3" y="6"/>
                      <a:pt x="1" y="8"/>
                    </a:cubicBezTo>
                    <a:cubicBezTo>
                      <a:pt x="0" y="10"/>
                      <a:pt x="3" y="13"/>
                      <a:pt x="4"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2" name="Freeform 308">
                <a:extLst>
                  <a:ext uri="{FF2B5EF4-FFF2-40B4-BE49-F238E27FC236}">
                    <a16:creationId xmlns:a16="http://schemas.microsoft.com/office/drawing/2014/main" id="{D6F7A572-74E3-40FA-074D-C66CE3358EE6}"/>
                  </a:ext>
                </a:extLst>
              </p:cNvPr>
              <p:cNvSpPr/>
              <p:nvPr/>
            </p:nvSpPr>
            <p:spPr bwMode="auto">
              <a:xfrm>
                <a:off x="3331" y="1268"/>
                <a:ext cx="41" cy="67"/>
              </a:xfrm>
              <a:custGeom>
                <a:avLst/>
                <a:gdLst>
                  <a:gd name="T0" fmla="*/ 4 w 23"/>
                  <a:gd name="T1" fmla="*/ 36 h 38"/>
                  <a:gd name="T2" fmla="*/ 22 w 23"/>
                  <a:gd name="T3" fmla="*/ 3 h 38"/>
                  <a:gd name="T4" fmla="*/ 21 w 23"/>
                  <a:gd name="T5" fmla="*/ 1 h 38"/>
                  <a:gd name="T6" fmla="*/ 1 w 23"/>
                  <a:gd name="T7" fmla="*/ 36 h 38"/>
                  <a:gd name="T8" fmla="*/ 4 w 23"/>
                  <a:gd name="T9" fmla="*/ 36 h 38"/>
                </a:gdLst>
                <a:ahLst/>
                <a:cxnLst>
                  <a:cxn ang="0">
                    <a:pos x="T0" y="T1"/>
                  </a:cxn>
                  <a:cxn ang="0">
                    <a:pos x="T2" y="T3"/>
                  </a:cxn>
                  <a:cxn ang="0">
                    <a:pos x="T4" y="T5"/>
                  </a:cxn>
                  <a:cxn ang="0">
                    <a:pos x="T6" y="T7"/>
                  </a:cxn>
                  <a:cxn ang="0">
                    <a:pos x="T8" y="T9"/>
                  </a:cxn>
                </a:cxnLst>
                <a:rect l="0" t="0" r="r" b="b"/>
                <a:pathLst>
                  <a:path w="23" h="38">
                    <a:moveTo>
                      <a:pt x="4" y="36"/>
                    </a:moveTo>
                    <a:cubicBezTo>
                      <a:pt x="7" y="23"/>
                      <a:pt x="13" y="13"/>
                      <a:pt x="22" y="3"/>
                    </a:cubicBezTo>
                    <a:cubicBezTo>
                      <a:pt x="23" y="2"/>
                      <a:pt x="22" y="0"/>
                      <a:pt x="21" y="1"/>
                    </a:cubicBezTo>
                    <a:cubicBezTo>
                      <a:pt x="9" y="9"/>
                      <a:pt x="2" y="22"/>
                      <a:pt x="1" y="36"/>
                    </a:cubicBezTo>
                    <a:cubicBezTo>
                      <a:pt x="0" y="38"/>
                      <a:pt x="4" y="38"/>
                      <a:pt x="4" y="3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3" name="Freeform 309">
                <a:extLst>
                  <a:ext uri="{FF2B5EF4-FFF2-40B4-BE49-F238E27FC236}">
                    <a16:creationId xmlns:a16="http://schemas.microsoft.com/office/drawing/2014/main" id="{AD2502DA-C9D1-BC03-48DD-883E64AC2110}"/>
                  </a:ext>
                </a:extLst>
              </p:cNvPr>
              <p:cNvSpPr/>
              <p:nvPr/>
            </p:nvSpPr>
            <p:spPr bwMode="auto">
              <a:xfrm>
                <a:off x="3328" y="1252"/>
                <a:ext cx="26" cy="58"/>
              </a:xfrm>
              <a:custGeom>
                <a:avLst/>
                <a:gdLst>
                  <a:gd name="T0" fmla="*/ 3 w 15"/>
                  <a:gd name="T1" fmla="*/ 31 h 33"/>
                  <a:gd name="T2" fmla="*/ 14 w 15"/>
                  <a:gd name="T3" fmla="*/ 3 h 33"/>
                  <a:gd name="T4" fmla="*/ 12 w 15"/>
                  <a:gd name="T5" fmla="*/ 1 h 33"/>
                  <a:gd name="T6" fmla="*/ 0 w 15"/>
                  <a:gd name="T7" fmla="*/ 31 h 33"/>
                  <a:gd name="T8" fmla="*/ 3 w 15"/>
                  <a:gd name="T9" fmla="*/ 31 h 33"/>
                </a:gdLst>
                <a:ahLst/>
                <a:cxnLst>
                  <a:cxn ang="0">
                    <a:pos x="T0" y="T1"/>
                  </a:cxn>
                  <a:cxn ang="0">
                    <a:pos x="T2" y="T3"/>
                  </a:cxn>
                  <a:cxn ang="0">
                    <a:pos x="T4" y="T5"/>
                  </a:cxn>
                  <a:cxn ang="0">
                    <a:pos x="T6" y="T7"/>
                  </a:cxn>
                  <a:cxn ang="0">
                    <a:pos x="T8" y="T9"/>
                  </a:cxn>
                </a:cxnLst>
                <a:rect l="0" t="0" r="r" b="b"/>
                <a:pathLst>
                  <a:path w="15" h="33">
                    <a:moveTo>
                      <a:pt x="3" y="31"/>
                    </a:moveTo>
                    <a:cubicBezTo>
                      <a:pt x="5" y="21"/>
                      <a:pt x="9" y="12"/>
                      <a:pt x="14" y="3"/>
                    </a:cubicBezTo>
                    <a:cubicBezTo>
                      <a:pt x="15" y="2"/>
                      <a:pt x="13" y="0"/>
                      <a:pt x="12" y="1"/>
                    </a:cubicBezTo>
                    <a:cubicBezTo>
                      <a:pt x="5" y="10"/>
                      <a:pt x="2" y="20"/>
                      <a:pt x="0" y="31"/>
                    </a:cubicBezTo>
                    <a:cubicBezTo>
                      <a:pt x="0" y="32"/>
                      <a:pt x="3" y="33"/>
                      <a:pt x="3"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4" name="Freeform 310">
                <a:extLst>
                  <a:ext uri="{FF2B5EF4-FFF2-40B4-BE49-F238E27FC236}">
                    <a16:creationId xmlns:a16="http://schemas.microsoft.com/office/drawing/2014/main" id="{BDF44E93-EDA0-076D-53F7-656AF71484E2}"/>
                  </a:ext>
                </a:extLst>
              </p:cNvPr>
              <p:cNvSpPr/>
              <p:nvPr/>
            </p:nvSpPr>
            <p:spPr bwMode="auto">
              <a:xfrm>
                <a:off x="3326" y="1213"/>
                <a:ext cx="30" cy="48"/>
              </a:xfrm>
              <a:custGeom>
                <a:avLst/>
                <a:gdLst>
                  <a:gd name="T0" fmla="*/ 4 w 17"/>
                  <a:gd name="T1" fmla="*/ 25 h 27"/>
                  <a:gd name="T2" fmla="*/ 16 w 17"/>
                  <a:gd name="T3" fmla="*/ 3 h 27"/>
                  <a:gd name="T4" fmla="*/ 14 w 17"/>
                  <a:gd name="T5" fmla="*/ 1 h 27"/>
                  <a:gd name="T6" fmla="*/ 1 w 17"/>
                  <a:gd name="T7" fmla="*/ 24 h 27"/>
                  <a:gd name="T8" fmla="*/ 4 w 17"/>
                  <a:gd name="T9" fmla="*/ 25 h 27"/>
                </a:gdLst>
                <a:ahLst/>
                <a:cxnLst>
                  <a:cxn ang="0">
                    <a:pos x="T0" y="T1"/>
                  </a:cxn>
                  <a:cxn ang="0">
                    <a:pos x="T2" y="T3"/>
                  </a:cxn>
                  <a:cxn ang="0">
                    <a:pos x="T4" y="T5"/>
                  </a:cxn>
                  <a:cxn ang="0">
                    <a:pos x="T6" y="T7"/>
                  </a:cxn>
                  <a:cxn ang="0">
                    <a:pos x="T8" y="T9"/>
                  </a:cxn>
                </a:cxnLst>
                <a:rect l="0" t="0" r="r" b="b"/>
                <a:pathLst>
                  <a:path w="17" h="27">
                    <a:moveTo>
                      <a:pt x="4" y="25"/>
                    </a:moveTo>
                    <a:cubicBezTo>
                      <a:pt x="7" y="17"/>
                      <a:pt x="12" y="10"/>
                      <a:pt x="16" y="3"/>
                    </a:cubicBezTo>
                    <a:cubicBezTo>
                      <a:pt x="17" y="1"/>
                      <a:pt x="15" y="0"/>
                      <a:pt x="14" y="1"/>
                    </a:cubicBezTo>
                    <a:cubicBezTo>
                      <a:pt x="7" y="7"/>
                      <a:pt x="3" y="16"/>
                      <a:pt x="1" y="24"/>
                    </a:cubicBezTo>
                    <a:cubicBezTo>
                      <a:pt x="0" y="26"/>
                      <a:pt x="3" y="27"/>
                      <a:pt x="4"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5" name="Freeform 311">
                <a:extLst>
                  <a:ext uri="{FF2B5EF4-FFF2-40B4-BE49-F238E27FC236}">
                    <a16:creationId xmlns:a16="http://schemas.microsoft.com/office/drawing/2014/main" id="{B38C5E61-8C37-8F63-BC56-10D19201A8DF}"/>
                  </a:ext>
                </a:extLst>
              </p:cNvPr>
              <p:cNvSpPr/>
              <p:nvPr/>
            </p:nvSpPr>
            <p:spPr bwMode="auto">
              <a:xfrm>
                <a:off x="3324" y="1185"/>
                <a:ext cx="21" cy="37"/>
              </a:xfrm>
              <a:custGeom>
                <a:avLst/>
                <a:gdLst>
                  <a:gd name="T0" fmla="*/ 4 w 12"/>
                  <a:gd name="T1" fmla="*/ 19 h 21"/>
                  <a:gd name="T2" fmla="*/ 11 w 12"/>
                  <a:gd name="T3" fmla="*/ 3 h 21"/>
                  <a:gd name="T4" fmla="*/ 9 w 12"/>
                  <a:gd name="T5" fmla="*/ 1 h 21"/>
                  <a:gd name="T6" fmla="*/ 1 w 12"/>
                  <a:gd name="T7" fmla="*/ 19 h 21"/>
                  <a:gd name="T8" fmla="*/ 4 w 12"/>
                  <a:gd name="T9" fmla="*/ 19 h 21"/>
                </a:gdLst>
                <a:ahLst/>
                <a:cxnLst>
                  <a:cxn ang="0">
                    <a:pos x="T0" y="T1"/>
                  </a:cxn>
                  <a:cxn ang="0">
                    <a:pos x="T2" y="T3"/>
                  </a:cxn>
                  <a:cxn ang="0">
                    <a:pos x="T4" y="T5"/>
                  </a:cxn>
                  <a:cxn ang="0">
                    <a:pos x="T6" y="T7"/>
                  </a:cxn>
                  <a:cxn ang="0">
                    <a:pos x="T8" y="T9"/>
                  </a:cxn>
                </a:cxnLst>
                <a:rect l="0" t="0" r="r" b="b"/>
                <a:pathLst>
                  <a:path w="12" h="21">
                    <a:moveTo>
                      <a:pt x="4" y="19"/>
                    </a:moveTo>
                    <a:cubicBezTo>
                      <a:pt x="4" y="13"/>
                      <a:pt x="7" y="8"/>
                      <a:pt x="11" y="3"/>
                    </a:cubicBezTo>
                    <a:cubicBezTo>
                      <a:pt x="12" y="2"/>
                      <a:pt x="10" y="0"/>
                      <a:pt x="9" y="1"/>
                    </a:cubicBezTo>
                    <a:cubicBezTo>
                      <a:pt x="3" y="5"/>
                      <a:pt x="0" y="12"/>
                      <a:pt x="1" y="19"/>
                    </a:cubicBezTo>
                    <a:cubicBezTo>
                      <a:pt x="1" y="21"/>
                      <a:pt x="4" y="21"/>
                      <a:pt x="4"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6" name="Freeform 312">
                <a:extLst>
                  <a:ext uri="{FF2B5EF4-FFF2-40B4-BE49-F238E27FC236}">
                    <a16:creationId xmlns:a16="http://schemas.microsoft.com/office/drawing/2014/main" id="{971ABD93-C252-9F57-362B-36661D58DE7E}"/>
                  </a:ext>
                </a:extLst>
              </p:cNvPr>
              <p:cNvSpPr/>
              <p:nvPr/>
            </p:nvSpPr>
            <p:spPr bwMode="auto">
              <a:xfrm>
                <a:off x="3312" y="1157"/>
                <a:ext cx="28" cy="35"/>
              </a:xfrm>
              <a:custGeom>
                <a:avLst/>
                <a:gdLst>
                  <a:gd name="T0" fmla="*/ 4 w 16"/>
                  <a:gd name="T1" fmla="*/ 18 h 20"/>
                  <a:gd name="T2" fmla="*/ 15 w 16"/>
                  <a:gd name="T3" fmla="*/ 3 h 20"/>
                  <a:gd name="T4" fmla="*/ 13 w 16"/>
                  <a:gd name="T5" fmla="*/ 1 h 20"/>
                  <a:gd name="T6" fmla="*/ 1 w 16"/>
                  <a:gd name="T7" fmla="*/ 16 h 20"/>
                  <a:gd name="T8" fmla="*/ 4 w 16"/>
                  <a:gd name="T9" fmla="*/ 18 h 20"/>
                </a:gdLst>
                <a:ahLst/>
                <a:cxnLst>
                  <a:cxn ang="0">
                    <a:pos x="T0" y="T1"/>
                  </a:cxn>
                  <a:cxn ang="0">
                    <a:pos x="T2" y="T3"/>
                  </a:cxn>
                  <a:cxn ang="0">
                    <a:pos x="T4" y="T5"/>
                  </a:cxn>
                  <a:cxn ang="0">
                    <a:pos x="T6" y="T7"/>
                  </a:cxn>
                  <a:cxn ang="0">
                    <a:pos x="T8" y="T9"/>
                  </a:cxn>
                </a:cxnLst>
                <a:rect l="0" t="0" r="r" b="b"/>
                <a:pathLst>
                  <a:path w="16" h="20">
                    <a:moveTo>
                      <a:pt x="4" y="18"/>
                    </a:moveTo>
                    <a:cubicBezTo>
                      <a:pt x="7" y="12"/>
                      <a:pt x="11" y="8"/>
                      <a:pt x="15" y="3"/>
                    </a:cubicBezTo>
                    <a:cubicBezTo>
                      <a:pt x="16" y="2"/>
                      <a:pt x="14" y="0"/>
                      <a:pt x="13" y="1"/>
                    </a:cubicBezTo>
                    <a:cubicBezTo>
                      <a:pt x="8" y="5"/>
                      <a:pt x="4" y="10"/>
                      <a:pt x="1" y="16"/>
                    </a:cubicBezTo>
                    <a:cubicBezTo>
                      <a:pt x="0" y="18"/>
                      <a:pt x="3" y="20"/>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7" name="Freeform 313">
                <a:extLst>
                  <a:ext uri="{FF2B5EF4-FFF2-40B4-BE49-F238E27FC236}">
                    <a16:creationId xmlns:a16="http://schemas.microsoft.com/office/drawing/2014/main" id="{5171E528-3EC1-782C-08F2-D7297AE3FA7C}"/>
                  </a:ext>
                </a:extLst>
              </p:cNvPr>
              <p:cNvSpPr/>
              <p:nvPr/>
            </p:nvSpPr>
            <p:spPr bwMode="auto">
              <a:xfrm>
                <a:off x="3356" y="1294"/>
                <a:ext cx="37" cy="55"/>
              </a:xfrm>
              <a:custGeom>
                <a:avLst/>
                <a:gdLst>
                  <a:gd name="T0" fmla="*/ 4 w 21"/>
                  <a:gd name="T1" fmla="*/ 29 h 31"/>
                  <a:gd name="T2" fmla="*/ 10 w 21"/>
                  <a:gd name="T3" fmla="*/ 16 h 31"/>
                  <a:gd name="T4" fmla="*/ 20 w 21"/>
                  <a:gd name="T5" fmla="*/ 4 h 31"/>
                  <a:gd name="T6" fmla="*/ 18 w 21"/>
                  <a:gd name="T7" fmla="*/ 1 h 31"/>
                  <a:gd name="T8" fmla="*/ 1 w 21"/>
                  <a:gd name="T9" fmla="*/ 28 h 31"/>
                  <a:gd name="T10" fmla="*/ 4 w 21"/>
                  <a:gd name="T11" fmla="*/ 29 h 31"/>
                </a:gdLst>
                <a:ahLst/>
                <a:cxnLst>
                  <a:cxn ang="0">
                    <a:pos x="T0" y="T1"/>
                  </a:cxn>
                  <a:cxn ang="0">
                    <a:pos x="T2" y="T3"/>
                  </a:cxn>
                  <a:cxn ang="0">
                    <a:pos x="T4" y="T5"/>
                  </a:cxn>
                  <a:cxn ang="0">
                    <a:pos x="T6" y="T7"/>
                  </a:cxn>
                  <a:cxn ang="0">
                    <a:pos x="T8" y="T9"/>
                  </a:cxn>
                  <a:cxn ang="0">
                    <a:pos x="T10" y="T11"/>
                  </a:cxn>
                </a:cxnLst>
                <a:rect l="0" t="0" r="r" b="b"/>
                <a:pathLst>
                  <a:path w="21" h="31">
                    <a:moveTo>
                      <a:pt x="4" y="29"/>
                    </a:moveTo>
                    <a:cubicBezTo>
                      <a:pt x="6" y="24"/>
                      <a:pt x="8" y="20"/>
                      <a:pt x="10" y="16"/>
                    </a:cubicBezTo>
                    <a:cubicBezTo>
                      <a:pt x="13" y="12"/>
                      <a:pt x="17" y="8"/>
                      <a:pt x="20" y="4"/>
                    </a:cubicBezTo>
                    <a:cubicBezTo>
                      <a:pt x="21" y="2"/>
                      <a:pt x="19" y="0"/>
                      <a:pt x="18" y="1"/>
                    </a:cubicBezTo>
                    <a:cubicBezTo>
                      <a:pt x="10" y="7"/>
                      <a:pt x="3" y="18"/>
                      <a:pt x="1" y="28"/>
                    </a:cubicBezTo>
                    <a:cubicBezTo>
                      <a:pt x="0" y="29"/>
                      <a:pt x="3" y="31"/>
                      <a:pt x="4"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8" name="Freeform 314">
                <a:extLst>
                  <a:ext uri="{FF2B5EF4-FFF2-40B4-BE49-F238E27FC236}">
                    <a16:creationId xmlns:a16="http://schemas.microsoft.com/office/drawing/2014/main" id="{B477B236-7E44-F4E0-DAC1-3D9295B7DCA1}"/>
                  </a:ext>
                </a:extLst>
              </p:cNvPr>
              <p:cNvSpPr/>
              <p:nvPr/>
            </p:nvSpPr>
            <p:spPr bwMode="auto">
              <a:xfrm>
                <a:off x="3389" y="1322"/>
                <a:ext cx="32" cy="55"/>
              </a:xfrm>
              <a:custGeom>
                <a:avLst/>
                <a:gdLst>
                  <a:gd name="T0" fmla="*/ 4 w 18"/>
                  <a:gd name="T1" fmla="*/ 30 h 31"/>
                  <a:gd name="T2" fmla="*/ 16 w 18"/>
                  <a:gd name="T3" fmla="*/ 3 h 31"/>
                  <a:gd name="T4" fmla="*/ 14 w 18"/>
                  <a:gd name="T5" fmla="*/ 1 h 31"/>
                  <a:gd name="T6" fmla="*/ 0 w 18"/>
                  <a:gd name="T7" fmla="*/ 29 h 31"/>
                  <a:gd name="T8" fmla="*/ 4 w 18"/>
                  <a:gd name="T9" fmla="*/ 30 h 31"/>
                </a:gdLst>
                <a:ahLst/>
                <a:cxnLst>
                  <a:cxn ang="0">
                    <a:pos x="T0" y="T1"/>
                  </a:cxn>
                  <a:cxn ang="0">
                    <a:pos x="T2" y="T3"/>
                  </a:cxn>
                  <a:cxn ang="0">
                    <a:pos x="T4" y="T5"/>
                  </a:cxn>
                  <a:cxn ang="0">
                    <a:pos x="T6" y="T7"/>
                  </a:cxn>
                  <a:cxn ang="0">
                    <a:pos x="T8" y="T9"/>
                  </a:cxn>
                </a:cxnLst>
                <a:rect l="0" t="0" r="r" b="b"/>
                <a:pathLst>
                  <a:path w="18" h="31">
                    <a:moveTo>
                      <a:pt x="4" y="30"/>
                    </a:moveTo>
                    <a:cubicBezTo>
                      <a:pt x="6" y="20"/>
                      <a:pt x="10" y="11"/>
                      <a:pt x="16" y="3"/>
                    </a:cubicBezTo>
                    <a:cubicBezTo>
                      <a:pt x="18" y="2"/>
                      <a:pt x="16" y="0"/>
                      <a:pt x="14" y="1"/>
                    </a:cubicBezTo>
                    <a:cubicBezTo>
                      <a:pt x="6" y="8"/>
                      <a:pt x="2" y="19"/>
                      <a:pt x="0" y="29"/>
                    </a:cubicBezTo>
                    <a:cubicBezTo>
                      <a:pt x="0" y="31"/>
                      <a:pt x="3" y="31"/>
                      <a:pt x="4"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9" name="Freeform 315">
                <a:extLst>
                  <a:ext uri="{FF2B5EF4-FFF2-40B4-BE49-F238E27FC236}">
                    <a16:creationId xmlns:a16="http://schemas.microsoft.com/office/drawing/2014/main" id="{C3AABFC1-3F72-6E02-7153-0B863A355874}"/>
                  </a:ext>
                </a:extLst>
              </p:cNvPr>
              <p:cNvSpPr/>
              <p:nvPr/>
            </p:nvSpPr>
            <p:spPr bwMode="auto">
              <a:xfrm>
                <a:off x="2598" y="930"/>
                <a:ext cx="48" cy="83"/>
              </a:xfrm>
              <a:custGeom>
                <a:avLst/>
                <a:gdLst>
                  <a:gd name="T0" fmla="*/ 3 w 27"/>
                  <a:gd name="T1" fmla="*/ 45 h 47"/>
                  <a:gd name="T2" fmla="*/ 26 w 27"/>
                  <a:gd name="T3" fmla="*/ 3 h 47"/>
                  <a:gd name="T4" fmla="*/ 24 w 27"/>
                  <a:gd name="T5" fmla="*/ 1 h 47"/>
                  <a:gd name="T6" fmla="*/ 0 w 27"/>
                  <a:gd name="T7" fmla="*/ 45 h 47"/>
                  <a:gd name="T8" fmla="*/ 3 w 27"/>
                  <a:gd name="T9" fmla="*/ 45 h 47"/>
                </a:gdLst>
                <a:ahLst/>
                <a:cxnLst>
                  <a:cxn ang="0">
                    <a:pos x="T0" y="T1"/>
                  </a:cxn>
                  <a:cxn ang="0">
                    <a:pos x="T2" y="T3"/>
                  </a:cxn>
                  <a:cxn ang="0">
                    <a:pos x="T4" y="T5"/>
                  </a:cxn>
                  <a:cxn ang="0">
                    <a:pos x="T6" y="T7"/>
                  </a:cxn>
                  <a:cxn ang="0">
                    <a:pos x="T8" y="T9"/>
                  </a:cxn>
                </a:cxnLst>
                <a:rect l="0" t="0" r="r" b="b"/>
                <a:pathLst>
                  <a:path w="27" h="47">
                    <a:moveTo>
                      <a:pt x="3" y="45"/>
                    </a:moveTo>
                    <a:cubicBezTo>
                      <a:pt x="7" y="28"/>
                      <a:pt x="15" y="16"/>
                      <a:pt x="26" y="3"/>
                    </a:cubicBezTo>
                    <a:cubicBezTo>
                      <a:pt x="27" y="2"/>
                      <a:pt x="26" y="0"/>
                      <a:pt x="24" y="1"/>
                    </a:cubicBezTo>
                    <a:cubicBezTo>
                      <a:pt x="10" y="11"/>
                      <a:pt x="2" y="28"/>
                      <a:pt x="0" y="45"/>
                    </a:cubicBezTo>
                    <a:cubicBezTo>
                      <a:pt x="0" y="46"/>
                      <a:pt x="3" y="47"/>
                      <a:pt x="3" y="4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0" name="Freeform 316">
                <a:extLst>
                  <a:ext uri="{FF2B5EF4-FFF2-40B4-BE49-F238E27FC236}">
                    <a16:creationId xmlns:a16="http://schemas.microsoft.com/office/drawing/2014/main" id="{3BCEA562-C065-9B99-E156-EC241CBFB1FB}"/>
                  </a:ext>
                </a:extLst>
              </p:cNvPr>
              <p:cNvSpPr/>
              <p:nvPr/>
            </p:nvSpPr>
            <p:spPr bwMode="auto">
              <a:xfrm>
                <a:off x="2614" y="943"/>
                <a:ext cx="60" cy="98"/>
              </a:xfrm>
              <a:custGeom>
                <a:avLst/>
                <a:gdLst>
                  <a:gd name="T0" fmla="*/ 4 w 34"/>
                  <a:gd name="T1" fmla="*/ 54 h 56"/>
                  <a:gd name="T2" fmla="*/ 32 w 34"/>
                  <a:gd name="T3" fmla="*/ 3 h 56"/>
                  <a:gd name="T4" fmla="*/ 30 w 34"/>
                  <a:gd name="T5" fmla="*/ 1 h 56"/>
                  <a:gd name="T6" fmla="*/ 1 w 34"/>
                  <a:gd name="T7" fmla="*/ 53 h 56"/>
                  <a:gd name="T8" fmla="*/ 4 w 34"/>
                  <a:gd name="T9" fmla="*/ 54 h 56"/>
                </a:gdLst>
                <a:ahLst/>
                <a:cxnLst>
                  <a:cxn ang="0">
                    <a:pos x="T0" y="T1"/>
                  </a:cxn>
                  <a:cxn ang="0">
                    <a:pos x="T2" y="T3"/>
                  </a:cxn>
                  <a:cxn ang="0">
                    <a:pos x="T4" y="T5"/>
                  </a:cxn>
                  <a:cxn ang="0">
                    <a:pos x="T6" y="T7"/>
                  </a:cxn>
                  <a:cxn ang="0">
                    <a:pos x="T8" y="T9"/>
                  </a:cxn>
                </a:cxnLst>
                <a:rect l="0" t="0" r="r" b="b"/>
                <a:pathLst>
                  <a:path w="34" h="56">
                    <a:moveTo>
                      <a:pt x="4" y="54"/>
                    </a:moveTo>
                    <a:cubicBezTo>
                      <a:pt x="9" y="34"/>
                      <a:pt x="19" y="19"/>
                      <a:pt x="32" y="3"/>
                    </a:cubicBezTo>
                    <a:cubicBezTo>
                      <a:pt x="34" y="2"/>
                      <a:pt x="32" y="0"/>
                      <a:pt x="30" y="1"/>
                    </a:cubicBezTo>
                    <a:cubicBezTo>
                      <a:pt x="15" y="14"/>
                      <a:pt x="4" y="33"/>
                      <a:pt x="1" y="53"/>
                    </a:cubicBezTo>
                    <a:cubicBezTo>
                      <a:pt x="0" y="55"/>
                      <a:pt x="3" y="56"/>
                      <a:pt x="4" y="5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1" name="Freeform 317">
                <a:extLst>
                  <a:ext uri="{FF2B5EF4-FFF2-40B4-BE49-F238E27FC236}">
                    <a16:creationId xmlns:a16="http://schemas.microsoft.com/office/drawing/2014/main" id="{EAC19395-1230-A8D1-AE09-0799584A6124}"/>
                  </a:ext>
                </a:extLst>
              </p:cNvPr>
              <p:cNvSpPr/>
              <p:nvPr/>
            </p:nvSpPr>
            <p:spPr bwMode="auto">
              <a:xfrm>
                <a:off x="2626" y="1002"/>
                <a:ext cx="44" cy="71"/>
              </a:xfrm>
              <a:custGeom>
                <a:avLst/>
                <a:gdLst>
                  <a:gd name="T0" fmla="*/ 4 w 25"/>
                  <a:gd name="T1" fmla="*/ 38 h 40"/>
                  <a:gd name="T2" fmla="*/ 24 w 25"/>
                  <a:gd name="T3" fmla="*/ 3 h 40"/>
                  <a:gd name="T4" fmla="*/ 22 w 25"/>
                  <a:gd name="T5" fmla="*/ 1 h 40"/>
                  <a:gd name="T6" fmla="*/ 1 w 25"/>
                  <a:gd name="T7" fmla="*/ 37 h 40"/>
                  <a:gd name="T8" fmla="*/ 4 w 25"/>
                  <a:gd name="T9" fmla="*/ 38 h 40"/>
                </a:gdLst>
                <a:ahLst/>
                <a:cxnLst>
                  <a:cxn ang="0">
                    <a:pos x="T0" y="T1"/>
                  </a:cxn>
                  <a:cxn ang="0">
                    <a:pos x="T2" y="T3"/>
                  </a:cxn>
                  <a:cxn ang="0">
                    <a:pos x="T4" y="T5"/>
                  </a:cxn>
                  <a:cxn ang="0">
                    <a:pos x="T6" y="T7"/>
                  </a:cxn>
                  <a:cxn ang="0">
                    <a:pos x="T8" y="T9"/>
                  </a:cxn>
                </a:cxnLst>
                <a:rect l="0" t="0" r="r" b="b"/>
                <a:pathLst>
                  <a:path w="25" h="40">
                    <a:moveTo>
                      <a:pt x="4" y="38"/>
                    </a:moveTo>
                    <a:cubicBezTo>
                      <a:pt x="9" y="25"/>
                      <a:pt x="16" y="14"/>
                      <a:pt x="24" y="3"/>
                    </a:cubicBezTo>
                    <a:cubicBezTo>
                      <a:pt x="25" y="2"/>
                      <a:pt x="23" y="0"/>
                      <a:pt x="22" y="1"/>
                    </a:cubicBezTo>
                    <a:cubicBezTo>
                      <a:pt x="11" y="10"/>
                      <a:pt x="4" y="24"/>
                      <a:pt x="1" y="37"/>
                    </a:cubicBezTo>
                    <a:cubicBezTo>
                      <a:pt x="0" y="39"/>
                      <a:pt x="3" y="40"/>
                      <a:pt x="4" y="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2" name="Freeform 318">
                <a:extLst>
                  <a:ext uri="{FF2B5EF4-FFF2-40B4-BE49-F238E27FC236}">
                    <a16:creationId xmlns:a16="http://schemas.microsoft.com/office/drawing/2014/main" id="{5C48A0BE-54B3-27FF-605A-B6E69D8746CB}"/>
                  </a:ext>
                </a:extLst>
              </p:cNvPr>
              <p:cNvSpPr/>
              <p:nvPr/>
            </p:nvSpPr>
            <p:spPr bwMode="auto">
              <a:xfrm>
                <a:off x="2633" y="1039"/>
                <a:ext cx="42" cy="69"/>
              </a:xfrm>
              <a:custGeom>
                <a:avLst/>
                <a:gdLst>
                  <a:gd name="T0" fmla="*/ 3 w 24"/>
                  <a:gd name="T1" fmla="*/ 37 h 39"/>
                  <a:gd name="T2" fmla="*/ 23 w 24"/>
                  <a:gd name="T3" fmla="*/ 3 h 39"/>
                  <a:gd name="T4" fmla="*/ 20 w 24"/>
                  <a:gd name="T5" fmla="*/ 1 h 39"/>
                  <a:gd name="T6" fmla="*/ 0 w 24"/>
                  <a:gd name="T7" fmla="*/ 36 h 39"/>
                  <a:gd name="T8" fmla="*/ 3 w 24"/>
                  <a:gd name="T9" fmla="*/ 37 h 39"/>
                </a:gdLst>
                <a:ahLst/>
                <a:cxnLst>
                  <a:cxn ang="0">
                    <a:pos x="T0" y="T1"/>
                  </a:cxn>
                  <a:cxn ang="0">
                    <a:pos x="T2" y="T3"/>
                  </a:cxn>
                  <a:cxn ang="0">
                    <a:pos x="T4" y="T5"/>
                  </a:cxn>
                  <a:cxn ang="0">
                    <a:pos x="T6" y="T7"/>
                  </a:cxn>
                  <a:cxn ang="0">
                    <a:pos x="T8" y="T9"/>
                  </a:cxn>
                </a:cxnLst>
                <a:rect l="0" t="0" r="r" b="b"/>
                <a:pathLst>
                  <a:path w="24" h="39">
                    <a:moveTo>
                      <a:pt x="3" y="37"/>
                    </a:moveTo>
                    <a:cubicBezTo>
                      <a:pt x="8" y="24"/>
                      <a:pt x="15" y="14"/>
                      <a:pt x="23" y="3"/>
                    </a:cubicBezTo>
                    <a:cubicBezTo>
                      <a:pt x="24" y="2"/>
                      <a:pt x="22" y="0"/>
                      <a:pt x="20" y="1"/>
                    </a:cubicBezTo>
                    <a:cubicBezTo>
                      <a:pt x="10" y="10"/>
                      <a:pt x="3" y="23"/>
                      <a:pt x="0" y="36"/>
                    </a:cubicBezTo>
                    <a:cubicBezTo>
                      <a:pt x="0" y="38"/>
                      <a:pt x="2" y="39"/>
                      <a:pt x="3"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3" name="Freeform 319">
                <a:extLst>
                  <a:ext uri="{FF2B5EF4-FFF2-40B4-BE49-F238E27FC236}">
                    <a16:creationId xmlns:a16="http://schemas.microsoft.com/office/drawing/2014/main" id="{7402EA50-B663-4505-B684-4015A785D730}"/>
                  </a:ext>
                </a:extLst>
              </p:cNvPr>
              <p:cNvSpPr/>
              <p:nvPr/>
            </p:nvSpPr>
            <p:spPr bwMode="auto">
              <a:xfrm>
                <a:off x="2637" y="1092"/>
                <a:ext cx="33" cy="53"/>
              </a:xfrm>
              <a:custGeom>
                <a:avLst/>
                <a:gdLst>
                  <a:gd name="T0" fmla="*/ 3 w 19"/>
                  <a:gd name="T1" fmla="*/ 28 h 30"/>
                  <a:gd name="T2" fmla="*/ 10 w 19"/>
                  <a:gd name="T3" fmla="*/ 15 h 30"/>
                  <a:gd name="T4" fmla="*/ 18 w 19"/>
                  <a:gd name="T5" fmla="*/ 3 h 30"/>
                  <a:gd name="T6" fmla="*/ 16 w 19"/>
                  <a:gd name="T7" fmla="*/ 1 h 30"/>
                  <a:gd name="T8" fmla="*/ 0 w 19"/>
                  <a:gd name="T9" fmla="*/ 27 h 30"/>
                  <a:gd name="T10" fmla="*/ 3 w 19"/>
                  <a:gd name="T11" fmla="*/ 28 h 30"/>
                </a:gdLst>
                <a:ahLst/>
                <a:cxnLst>
                  <a:cxn ang="0">
                    <a:pos x="T0" y="T1"/>
                  </a:cxn>
                  <a:cxn ang="0">
                    <a:pos x="T2" y="T3"/>
                  </a:cxn>
                  <a:cxn ang="0">
                    <a:pos x="T4" y="T5"/>
                  </a:cxn>
                  <a:cxn ang="0">
                    <a:pos x="T6" y="T7"/>
                  </a:cxn>
                  <a:cxn ang="0">
                    <a:pos x="T8" y="T9"/>
                  </a:cxn>
                  <a:cxn ang="0">
                    <a:pos x="T10" y="T11"/>
                  </a:cxn>
                </a:cxnLst>
                <a:rect l="0" t="0" r="r" b="b"/>
                <a:pathLst>
                  <a:path w="19" h="30">
                    <a:moveTo>
                      <a:pt x="3" y="28"/>
                    </a:moveTo>
                    <a:cubicBezTo>
                      <a:pt x="5" y="24"/>
                      <a:pt x="7" y="20"/>
                      <a:pt x="10" y="15"/>
                    </a:cubicBezTo>
                    <a:cubicBezTo>
                      <a:pt x="12" y="11"/>
                      <a:pt x="15" y="7"/>
                      <a:pt x="18" y="3"/>
                    </a:cubicBezTo>
                    <a:cubicBezTo>
                      <a:pt x="19" y="2"/>
                      <a:pt x="17" y="0"/>
                      <a:pt x="16" y="1"/>
                    </a:cubicBezTo>
                    <a:cubicBezTo>
                      <a:pt x="8" y="8"/>
                      <a:pt x="2" y="18"/>
                      <a:pt x="0" y="27"/>
                    </a:cubicBezTo>
                    <a:cubicBezTo>
                      <a:pt x="0" y="29"/>
                      <a:pt x="2" y="30"/>
                      <a:pt x="3"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4" name="Freeform 320">
                <a:extLst>
                  <a:ext uri="{FF2B5EF4-FFF2-40B4-BE49-F238E27FC236}">
                    <a16:creationId xmlns:a16="http://schemas.microsoft.com/office/drawing/2014/main" id="{53E980A9-75FE-B3F7-91C9-AEECA02C0A18}"/>
                  </a:ext>
                </a:extLst>
              </p:cNvPr>
              <p:cNvSpPr/>
              <p:nvPr/>
            </p:nvSpPr>
            <p:spPr bwMode="auto">
              <a:xfrm>
                <a:off x="2637" y="1127"/>
                <a:ext cx="35" cy="42"/>
              </a:xfrm>
              <a:custGeom>
                <a:avLst/>
                <a:gdLst>
                  <a:gd name="T0" fmla="*/ 4 w 20"/>
                  <a:gd name="T1" fmla="*/ 23 h 24"/>
                  <a:gd name="T2" fmla="*/ 11 w 20"/>
                  <a:gd name="T3" fmla="*/ 12 h 24"/>
                  <a:gd name="T4" fmla="*/ 19 w 20"/>
                  <a:gd name="T5" fmla="*/ 3 h 24"/>
                  <a:gd name="T6" fmla="*/ 17 w 20"/>
                  <a:gd name="T7" fmla="*/ 1 h 24"/>
                  <a:gd name="T8" fmla="*/ 1 w 20"/>
                  <a:gd name="T9" fmla="*/ 22 h 24"/>
                  <a:gd name="T10" fmla="*/ 4 w 20"/>
                  <a:gd name="T11" fmla="*/ 23 h 24"/>
                </a:gdLst>
                <a:ahLst/>
                <a:cxnLst>
                  <a:cxn ang="0">
                    <a:pos x="T0" y="T1"/>
                  </a:cxn>
                  <a:cxn ang="0">
                    <a:pos x="T2" y="T3"/>
                  </a:cxn>
                  <a:cxn ang="0">
                    <a:pos x="T4" y="T5"/>
                  </a:cxn>
                  <a:cxn ang="0">
                    <a:pos x="T6" y="T7"/>
                  </a:cxn>
                  <a:cxn ang="0">
                    <a:pos x="T8" y="T9"/>
                  </a:cxn>
                  <a:cxn ang="0">
                    <a:pos x="T10" y="T11"/>
                  </a:cxn>
                </a:cxnLst>
                <a:rect l="0" t="0" r="r" b="b"/>
                <a:pathLst>
                  <a:path w="20" h="24">
                    <a:moveTo>
                      <a:pt x="4" y="23"/>
                    </a:moveTo>
                    <a:cubicBezTo>
                      <a:pt x="6" y="19"/>
                      <a:pt x="8" y="15"/>
                      <a:pt x="11" y="12"/>
                    </a:cubicBezTo>
                    <a:cubicBezTo>
                      <a:pt x="14" y="9"/>
                      <a:pt x="17" y="6"/>
                      <a:pt x="19" y="3"/>
                    </a:cubicBezTo>
                    <a:cubicBezTo>
                      <a:pt x="20" y="1"/>
                      <a:pt x="18" y="0"/>
                      <a:pt x="17" y="1"/>
                    </a:cubicBezTo>
                    <a:cubicBezTo>
                      <a:pt x="9" y="4"/>
                      <a:pt x="3" y="14"/>
                      <a:pt x="1" y="22"/>
                    </a:cubicBezTo>
                    <a:cubicBezTo>
                      <a:pt x="0" y="23"/>
                      <a:pt x="3" y="24"/>
                      <a:pt x="4"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5" name="Freeform 321">
                <a:extLst>
                  <a:ext uri="{FF2B5EF4-FFF2-40B4-BE49-F238E27FC236}">
                    <a16:creationId xmlns:a16="http://schemas.microsoft.com/office/drawing/2014/main" id="{A08AA9AD-C499-E342-3CB9-2816835D35D3}"/>
                  </a:ext>
                </a:extLst>
              </p:cNvPr>
              <p:cNvSpPr/>
              <p:nvPr/>
            </p:nvSpPr>
            <p:spPr bwMode="auto">
              <a:xfrm>
                <a:off x="2624" y="1169"/>
                <a:ext cx="30" cy="34"/>
              </a:xfrm>
              <a:custGeom>
                <a:avLst/>
                <a:gdLst>
                  <a:gd name="T0" fmla="*/ 3 w 17"/>
                  <a:gd name="T1" fmla="*/ 18 h 19"/>
                  <a:gd name="T2" fmla="*/ 16 w 17"/>
                  <a:gd name="T3" fmla="*/ 3 h 19"/>
                  <a:gd name="T4" fmla="*/ 14 w 17"/>
                  <a:gd name="T5" fmla="*/ 1 h 19"/>
                  <a:gd name="T6" fmla="*/ 1 w 17"/>
                  <a:gd name="T7" fmla="*/ 16 h 19"/>
                  <a:gd name="T8" fmla="*/ 3 w 17"/>
                  <a:gd name="T9" fmla="*/ 18 h 19"/>
                </a:gdLst>
                <a:ahLst/>
                <a:cxnLst>
                  <a:cxn ang="0">
                    <a:pos x="T0" y="T1"/>
                  </a:cxn>
                  <a:cxn ang="0">
                    <a:pos x="T2" y="T3"/>
                  </a:cxn>
                  <a:cxn ang="0">
                    <a:pos x="T4" y="T5"/>
                  </a:cxn>
                  <a:cxn ang="0">
                    <a:pos x="T6" y="T7"/>
                  </a:cxn>
                  <a:cxn ang="0">
                    <a:pos x="T8" y="T9"/>
                  </a:cxn>
                </a:cxnLst>
                <a:rect l="0" t="0" r="r" b="b"/>
                <a:pathLst>
                  <a:path w="17" h="19">
                    <a:moveTo>
                      <a:pt x="3" y="18"/>
                    </a:moveTo>
                    <a:cubicBezTo>
                      <a:pt x="8" y="13"/>
                      <a:pt x="13" y="9"/>
                      <a:pt x="16" y="3"/>
                    </a:cubicBezTo>
                    <a:cubicBezTo>
                      <a:pt x="17" y="2"/>
                      <a:pt x="15" y="0"/>
                      <a:pt x="14" y="1"/>
                    </a:cubicBezTo>
                    <a:cubicBezTo>
                      <a:pt x="9" y="5"/>
                      <a:pt x="5" y="11"/>
                      <a:pt x="1" y="16"/>
                    </a:cubicBezTo>
                    <a:cubicBezTo>
                      <a:pt x="0" y="17"/>
                      <a:pt x="2" y="19"/>
                      <a:pt x="3"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6" name="Freeform 322">
                <a:extLst>
                  <a:ext uri="{FF2B5EF4-FFF2-40B4-BE49-F238E27FC236}">
                    <a16:creationId xmlns:a16="http://schemas.microsoft.com/office/drawing/2014/main" id="{15A7BE37-7E82-3324-CE68-3621F1ECDEF7}"/>
                  </a:ext>
                </a:extLst>
              </p:cNvPr>
              <p:cNvSpPr/>
              <p:nvPr/>
            </p:nvSpPr>
            <p:spPr bwMode="auto">
              <a:xfrm>
                <a:off x="2352" y="1192"/>
                <a:ext cx="67" cy="104"/>
              </a:xfrm>
              <a:custGeom>
                <a:avLst/>
                <a:gdLst>
                  <a:gd name="T0" fmla="*/ 4 w 38"/>
                  <a:gd name="T1" fmla="*/ 57 h 59"/>
                  <a:gd name="T2" fmla="*/ 37 w 38"/>
                  <a:gd name="T3" fmla="*/ 3 h 59"/>
                  <a:gd name="T4" fmla="*/ 35 w 38"/>
                  <a:gd name="T5" fmla="*/ 1 h 59"/>
                  <a:gd name="T6" fmla="*/ 1 w 38"/>
                  <a:gd name="T7" fmla="*/ 56 h 59"/>
                  <a:gd name="T8" fmla="*/ 4 w 38"/>
                  <a:gd name="T9" fmla="*/ 57 h 59"/>
                </a:gdLst>
                <a:ahLst/>
                <a:cxnLst>
                  <a:cxn ang="0">
                    <a:pos x="T0" y="T1"/>
                  </a:cxn>
                  <a:cxn ang="0">
                    <a:pos x="T2" y="T3"/>
                  </a:cxn>
                  <a:cxn ang="0">
                    <a:pos x="T4" y="T5"/>
                  </a:cxn>
                  <a:cxn ang="0">
                    <a:pos x="T6" y="T7"/>
                  </a:cxn>
                  <a:cxn ang="0">
                    <a:pos x="T8" y="T9"/>
                  </a:cxn>
                </a:cxnLst>
                <a:rect l="0" t="0" r="r" b="b"/>
                <a:pathLst>
                  <a:path w="38" h="59">
                    <a:moveTo>
                      <a:pt x="4" y="57"/>
                    </a:moveTo>
                    <a:cubicBezTo>
                      <a:pt x="12" y="37"/>
                      <a:pt x="26" y="21"/>
                      <a:pt x="37" y="3"/>
                    </a:cubicBezTo>
                    <a:cubicBezTo>
                      <a:pt x="38" y="2"/>
                      <a:pt x="36" y="0"/>
                      <a:pt x="35" y="1"/>
                    </a:cubicBezTo>
                    <a:cubicBezTo>
                      <a:pt x="20" y="16"/>
                      <a:pt x="7" y="36"/>
                      <a:pt x="1" y="56"/>
                    </a:cubicBezTo>
                    <a:cubicBezTo>
                      <a:pt x="0" y="58"/>
                      <a:pt x="3" y="59"/>
                      <a:pt x="4" y="5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7" name="Freeform 323">
                <a:extLst>
                  <a:ext uri="{FF2B5EF4-FFF2-40B4-BE49-F238E27FC236}">
                    <a16:creationId xmlns:a16="http://schemas.microsoft.com/office/drawing/2014/main" id="{6FDBC2C0-9176-9A33-794B-28EA951BD688}"/>
                  </a:ext>
                </a:extLst>
              </p:cNvPr>
              <p:cNvSpPr/>
              <p:nvPr/>
            </p:nvSpPr>
            <p:spPr bwMode="auto">
              <a:xfrm>
                <a:off x="2334" y="1219"/>
                <a:ext cx="37" cy="58"/>
              </a:xfrm>
              <a:custGeom>
                <a:avLst/>
                <a:gdLst>
                  <a:gd name="T0" fmla="*/ 3 w 21"/>
                  <a:gd name="T1" fmla="*/ 31 h 33"/>
                  <a:gd name="T2" fmla="*/ 11 w 21"/>
                  <a:gd name="T3" fmla="*/ 16 h 33"/>
                  <a:gd name="T4" fmla="*/ 20 w 21"/>
                  <a:gd name="T5" fmla="*/ 3 h 33"/>
                  <a:gd name="T6" fmla="*/ 18 w 21"/>
                  <a:gd name="T7" fmla="*/ 1 h 33"/>
                  <a:gd name="T8" fmla="*/ 0 w 21"/>
                  <a:gd name="T9" fmla="*/ 29 h 33"/>
                  <a:gd name="T10" fmla="*/ 3 w 21"/>
                  <a:gd name="T11" fmla="*/ 31 h 33"/>
                </a:gdLst>
                <a:ahLst/>
                <a:cxnLst>
                  <a:cxn ang="0">
                    <a:pos x="T0" y="T1"/>
                  </a:cxn>
                  <a:cxn ang="0">
                    <a:pos x="T2" y="T3"/>
                  </a:cxn>
                  <a:cxn ang="0">
                    <a:pos x="T4" y="T5"/>
                  </a:cxn>
                  <a:cxn ang="0">
                    <a:pos x="T6" y="T7"/>
                  </a:cxn>
                  <a:cxn ang="0">
                    <a:pos x="T8" y="T9"/>
                  </a:cxn>
                  <a:cxn ang="0">
                    <a:pos x="T10" y="T11"/>
                  </a:cxn>
                </a:cxnLst>
                <a:rect l="0" t="0" r="r" b="b"/>
                <a:pathLst>
                  <a:path w="21" h="33">
                    <a:moveTo>
                      <a:pt x="3" y="31"/>
                    </a:moveTo>
                    <a:cubicBezTo>
                      <a:pt x="6" y="26"/>
                      <a:pt x="8" y="21"/>
                      <a:pt x="11" y="16"/>
                    </a:cubicBezTo>
                    <a:cubicBezTo>
                      <a:pt x="13" y="11"/>
                      <a:pt x="17" y="7"/>
                      <a:pt x="20" y="3"/>
                    </a:cubicBezTo>
                    <a:cubicBezTo>
                      <a:pt x="21" y="2"/>
                      <a:pt x="19" y="0"/>
                      <a:pt x="18" y="1"/>
                    </a:cubicBezTo>
                    <a:cubicBezTo>
                      <a:pt x="9" y="7"/>
                      <a:pt x="2" y="19"/>
                      <a:pt x="0" y="29"/>
                    </a:cubicBezTo>
                    <a:cubicBezTo>
                      <a:pt x="0" y="31"/>
                      <a:pt x="3" y="33"/>
                      <a:pt x="3"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8" name="Freeform 324">
                <a:extLst>
                  <a:ext uri="{FF2B5EF4-FFF2-40B4-BE49-F238E27FC236}">
                    <a16:creationId xmlns:a16="http://schemas.microsoft.com/office/drawing/2014/main" id="{E18A1DB5-2D5F-1B99-A7A9-431D27BBB2A1}"/>
                  </a:ext>
                </a:extLst>
              </p:cNvPr>
              <p:cNvSpPr/>
              <p:nvPr/>
            </p:nvSpPr>
            <p:spPr bwMode="auto">
              <a:xfrm>
                <a:off x="2310" y="1231"/>
                <a:ext cx="23" cy="37"/>
              </a:xfrm>
              <a:custGeom>
                <a:avLst/>
                <a:gdLst>
                  <a:gd name="T0" fmla="*/ 3 w 13"/>
                  <a:gd name="T1" fmla="*/ 19 h 21"/>
                  <a:gd name="T2" fmla="*/ 13 w 13"/>
                  <a:gd name="T3" fmla="*/ 2 h 21"/>
                  <a:gd name="T4" fmla="*/ 10 w 13"/>
                  <a:gd name="T5" fmla="*/ 1 h 21"/>
                  <a:gd name="T6" fmla="*/ 0 w 13"/>
                  <a:gd name="T7" fmla="*/ 18 h 21"/>
                  <a:gd name="T8" fmla="*/ 3 w 13"/>
                  <a:gd name="T9" fmla="*/ 19 h 21"/>
                </a:gdLst>
                <a:ahLst/>
                <a:cxnLst>
                  <a:cxn ang="0">
                    <a:pos x="T0" y="T1"/>
                  </a:cxn>
                  <a:cxn ang="0">
                    <a:pos x="T2" y="T3"/>
                  </a:cxn>
                  <a:cxn ang="0">
                    <a:pos x="T4" y="T5"/>
                  </a:cxn>
                  <a:cxn ang="0">
                    <a:pos x="T6" y="T7"/>
                  </a:cxn>
                  <a:cxn ang="0">
                    <a:pos x="T8" y="T9"/>
                  </a:cxn>
                </a:cxnLst>
                <a:rect l="0" t="0" r="r" b="b"/>
                <a:pathLst>
                  <a:path w="13" h="21">
                    <a:moveTo>
                      <a:pt x="3" y="19"/>
                    </a:moveTo>
                    <a:cubicBezTo>
                      <a:pt x="7" y="15"/>
                      <a:pt x="11" y="8"/>
                      <a:pt x="13" y="2"/>
                    </a:cubicBezTo>
                    <a:cubicBezTo>
                      <a:pt x="13" y="1"/>
                      <a:pt x="11" y="0"/>
                      <a:pt x="10" y="1"/>
                    </a:cubicBezTo>
                    <a:cubicBezTo>
                      <a:pt x="6" y="6"/>
                      <a:pt x="2" y="12"/>
                      <a:pt x="0" y="18"/>
                    </a:cubicBezTo>
                    <a:cubicBezTo>
                      <a:pt x="0" y="19"/>
                      <a:pt x="2" y="21"/>
                      <a:pt x="3"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9" name="Freeform 325">
                <a:extLst>
                  <a:ext uri="{FF2B5EF4-FFF2-40B4-BE49-F238E27FC236}">
                    <a16:creationId xmlns:a16="http://schemas.microsoft.com/office/drawing/2014/main" id="{F4509CC2-1FAE-F740-36D8-132A1C1159B2}"/>
                  </a:ext>
                </a:extLst>
              </p:cNvPr>
              <p:cNvSpPr/>
              <p:nvPr/>
            </p:nvSpPr>
            <p:spPr bwMode="auto">
              <a:xfrm>
                <a:off x="2285" y="1224"/>
                <a:ext cx="18" cy="32"/>
              </a:xfrm>
              <a:custGeom>
                <a:avLst/>
                <a:gdLst>
                  <a:gd name="T0" fmla="*/ 3 w 10"/>
                  <a:gd name="T1" fmla="*/ 16 h 18"/>
                  <a:gd name="T2" fmla="*/ 10 w 10"/>
                  <a:gd name="T3" fmla="*/ 4 h 18"/>
                  <a:gd name="T4" fmla="*/ 7 w 10"/>
                  <a:gd name="T5" fmla="*/ 2 h 18"/>
                  <a:gd name="T6" fmla="*/ 0 w 10"/>
                  <a:gd name="T7" fmla="*/ 15 h 18"/>
                  <a:gd name="T8" fmla="*/ 3 w 10"/>
                  <a:gd name="T9" fmla="*/ 16 h 18"/>
                </a:gdLst>
                <a:ahLst/>
                <a:cxnLst>
                  <a:cxn ang="0">
                    <a:pos x="T0" y="T1"/>
                  </a:cxn>
                  <a:cxn ang="0">
                    <a:pos x="T2" y="T3"/>
                  </a:cxn>
                  <a:cxn ang="0">
                    <a:pos x="T4" y="T5"/>
                  </a:cxn>
                  <a:cxn ang="0">
                    <a:pos x="T6" y="T7"/>
                  </a:cxn>
                  <a:cxn ang="0">
                    <a:pos x="T8" y="T9"/>
                  </a:cxn>
                </a:cxnLst>
                <a:rect l="0" t="0" r="r" b="b"/>
                <a:pathLst>
                  <a:path w="10" h="18">
                    <a:moveTo>
                      <a:pt x="3" y="16"/>
                    </a:moveTo>
                    <a:cubicBezTo>
                      <a:pt x="5" y="12"/>
                      <a:pt x="8" y="8"/>
                      <a:pt x="10" y="4"/>
                    </a:cubicBezTo>
                    <a:cubicBezTo>
                      <a:pt x="10" y="2"/>
                      <a:pt x="8" y="0"/>
                      <a:pt x="7" y="2"/>
                    </a:cubicBezTo>
                    <a:cubicBezTo>
                      <a:pt x="3" y="5"/>
                      <a:pt x="1" y="10"/>
                      <a:pt x="0" y="15"/>
                    </a:cubicBezTo>
                    <a:cubicBezTo>
                      <a:pt x="0" y="17"/>
                      <a:pt x="2" y="18"/>
                      <a:pt x="3"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0" name="Freeform 326">
                <a:extLst>
                  <a:ext uri="{FF2B5EF4-FFF2-40B4-BE49-F238E27FC236}">
                    <a16:creationId xmlns:a16="http://schemas.microsoft.com/office/drawing/2014/main" id="{BBED4AB1-5CCC-86D8-6D81-F3EF5830ACAB}"/>
                  </a:ext>
                </a:extLst>
              </p:cNvPr>
              <p:cNvSpPr/>
              <p:nvPr/>
            </p:nvSpPr>
            <p:spPr bwMode="auto">
              <a:xfrm>
                <a:off x="2366" y="1240"/>
                <a:ext cx="47" cy="74"/>
              </a:xfrm>
              <a:custGeom>
                <a:avLst/>
                <a:gdLst>
                  <a:gd name="T0" fmla="*/ 4 w 27"/>
                  <a:gd name="T1" fmla="*/ 40 h 42"/>
                  <a:gd name="T2" fmla="*/ 26 w 27"/>
                  <a:gd name="T3" fmla="*/ 3 h 42"/>
                  <a:gd name="T4" fmla="*/ 24 w 27"/>
                  <a:gd name="T5" fmla="*/ 2 h 42"/>
                  <a:gd name="T6" fmla="*/ 1 w 27"/>
                  <a:gd name="T7" fmla="*/ 38 h 42"/>
                  <a:gd name="T8" fmla="*/ 4 w 27"/>
                  <a:gd name="T9" fmla="*/ 40 h 42"/>
                </a:gdLst>
                <a:ahLst/>
                <a:cxnLst>
                  <a:cxn ang="0">
                    <a:pos x="T0" y="T1"/>
                  </a:cxn>
                  <a:cxn ang="0">
                    <a:pos x="T2" y="T3"/>
                  </a:cxn>
                  <a:cxn ang="0">
                    <a:pos x="T4" y="T5"/>
                  </a:cxn>
                  <a:cxn ang="0">
                    <a:pos x="T6" y="T7"/>
                  </a:cxn>
                  <a:cxn ang="0">
                    <a:pos x="T8" y="T9"/>
                  </a:cxn>
                </a:cxnLst>
                <a:rect l="0" t="0" r="r" b="b"/>
                <a:pathLst>
                  <a:path w="27" h="42">
                    <a:moveTo>
                      <a:pt x="4" y="40"/>
                    </a:moveTo>
                    <a:cubicBezTo>
                      <a:pt x="12" y="29"/>
                      <a:pt x="21" y="16"/>
                      <a:pt x="26" y="3"/>
                    </a:cubicBezTo>
                    <a:cubicBezTo>
                      <a:pt x="27" y="2"/>
                      <a:pt x="25" y="0"/>
                      <a:pt x="24" y="2"/>
                    </a:cubicBezTo>
                    <a:cubicBezTo>
                      <a:pt x="15" y="12"/>
                      <a:pt x="8" y="26"/>
                      <a:pt x="1" y="38"/>
                    </a:cubicBezTo>
                    <a:cubicBezTo>
                      <a:pt x="0" y="40"/>
                      <a:pt x="3" y="42"/>
                      <a:pt x="4" y="4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1" name="Freeform 327">
                <a:extLst>
                  <a:ext uri="{FF2B5EF4-FFF2-40B4-BE49-F238E27FC236}">
                    <a16:creationId xmlns:a16="http://schemas.microsoft.com/office/drawing/2014/main" id="{6FBB8010-A831-8A05-05ED-FC727EB8D9EA}"/>
                  </a:ext>
                </a:extLst>
              </p:cNvPr>
              <p:cNvSpPr/>
              <p:nvPr/>
            </p:nvSpPr>
            <p:spPr bwMode="auto">
              <a:xfrm>
                <a:off x="2380" y="1300"/>
                <a:ext cx="28" cy="33"/>
              </a:xfrm>
              <a:custGeom>
                <a:avLst/>
                <a:gdLst>
                  <a:gd name="T0" fmla="*/ 4 w 16"/>
                  <a:gd name="T1" fmla="*/ 18 h 19"/>
                  <a:gd name="T2" fmla="*/ 15 w 16"/>
                  <a:gd name="T3" fmla="*/ 3 h 19"/>
                  <a:gd name="T4" fmla="*/ 12 w 16"/>
                  <a:gd name="T5" fmla="*/ 1 h 19"/>
                  <a:gd name="T6" fmla="*/ 1 w 16"/>
                  <a:gd name="T7" fmla="*/ 16 h 19"/>
                  <a:gd name="T8" fmla="*/ 4 w 16"/>
                  <a:gd name="T9" fmla="*/ 18 h 19"/>
                </a:gdLst>
                <a:ahLst/>
                <a:cxnLst>
                  <a:cxn ang="0">
                    <a:pos x="T0" y="T1"/>
                  </a:cxn>
                  <a:cxn ang="0">
                    <a:pos x="T2" y="T3"/>
                  </a:cxn>
                  <a:cxn ang="0">
                    <a:pos x="T4" y="T5"/>
                  </a:cxn>
                  <a:cxn ang="0">
                    <a:pos x="T6" y="T7"/>
                  </a:cxn>
                  <a:cxn ang="0">
                    <a:pos x="T8" y="T9"/>
                  </a:cxn>
                </a:cxnLst>
                <a:rect l="0" t="0" r="r" b="b"/>
                <a:pathLst>
                  <a:path w="16" h="19">
                    <a:moveTo>
                      <a:pt x="4" y="18"/>
                    </a:moveTo>
                    <a:cubicBezTo>
                      <a:pt x="7" y="13"/>
                      <a:pt x="12" y="9"/>
                      <a:pt x="15" y="3"/>
                    </a:cubicBezTo>
                    <a:cubicBezTo>
                      <a:pt x="16" y="1"/>
                      <a:pt x="14" y="0"/>
                      <a:pt x="12" y="1"/>
                    </a:cubicBezTo>
                    <a:cubicBezTo>
                      <a:pt x="8" y="5"/>
                      <a:pt x="4" y="11"/>
                      <a:pt x="1" y="16"/>
                    </a:cubicBezTo>
                    <a:cubicBezTo>
                      <a:pt x="0" y="17"/>
                      <a:pt x="2" y="19"/>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2" name="Freeform 328">
                <a:extLst>
                  <a:ext uri="{FF2B5EF4-FFF2-40B4-BE49-F238E27FC236}">
                    <a16:creationId xmlns:a16="http://schemas.microsoft.com/office/drawing/2014/main" id="{8BE2E8F3-6ED2-AD2C-3C98-7D12B7EF5ABD}"/>
                  </a:ext>
                </a:extLst>
              </p:cNvPr>
              <p:cNvSpPr/>
              <p:nvPr/>
            </p:nvSpPr>
            <p:spPr bwMode="auto">
              <a:xfrm>
                <a:off x="2389" y="1322"/>
                <a:ext cx="24" cy="32"/>
              </a:xfrm>
              <a:custGeom>
                <a:avLst/>
                <a:gdLst>
                  <a:gd name="T0" fmla="*/ 4 w 14"/>
                  <a:gd name="T1" fmla="*/ 16 h 18"/>
                  <a:gd name="T2" fmla="*/ 9 w 14"/>
                  <a:gd name="T3" fmla="*/ 10 h 18"/>
                  <a:gd name="T4" fmla="*/ 14 w 14"/>
                  <a:gd name="T5" fmla="*/ 3 h 18"/>
                  <a:gd name="T6" fmla="*/ 11 w 14"/>
                  <a:gd name="T7" fmla="*/ 1 h 18"/>
                  <a:gd name="T8" fmla="*/ 6 w 14"/>
                  <a:gd name="T9" fmla="*/ 7 h 18"/>
                  <a:gd name="T10" fmla="*/ 1 w 14"/>
                  <a:gd name="T11" fmla="*/ 14 h 18"/>
                  <a:gd name="T12" fmla="*/ 4 w 14"/>
                  <a:gd name="T13" fmla="*/ 16 h 18"/>
                </a:gdLst>
                <a:ahLst/>
                <a:cxnLst>
                  <a:cxn ang="0">
                    <a:pos x="T0" y="T1"/>
                  </a:cxn>
                  <a:cxn ang="0">
                    <a:pos x="T2" y="T3"/>
                  </a:cxn>
                  <a:cxn ang="0">
                    <a:pos x="T4" y="T5"/>
                  </a:cxn>
                  <a:cxn ang="0">
                    <a:pos x="T6" y="T7"/>
                  </a:cxn>
                  <a:cxn ang="0">
                    <a:pos x="T8" y="T9"/>
                  </a:cxn>
                  <a:cxn ang="0">
                    <a:pos x="T10" y="T11"/>
                  </a:cxn>
                  <a:cxn ang="0">
                    <a:pos x="T12" y="T13"/>
                  </a:cxn>
                </a:cxnLst>
                <a:rect l="0" t="0" r="r" b="b"/>
                <a:pathLst>
                  <a:path w="14" h="18">
                    <a:moveTo>
                      <a:pt x="4" y="16"/>
                    </a:moveTo>
                    <a:cubicBezTo>
                      <a:pt x="6" y="14"/>
                      <a:pt x="8" y="12"/>
                      <a:pt x="9" y="10"/>
                    </a:cubicBezTo>
                    <a:cubicBezTo>
                      <a:pt x="11" y="8"/>
                      <a:pt x="13" y="6"/>
                      <a:pt x="14" y="3"/>
                    </a:cubicBezTo>
                    <a:cubicBezTo>
                      <a:pt x="14" y="1"/>
                      <a:pt x="12" y="0"/>
                      <a:pt x="11" y="1"/>
                    </a:cubicBezTo>
                    <a:cubicBezTo>
                      <a:pt x="9" y="3"/>
                      <a:pt x="7" y="5"/>
                      <a:pt x="6" y="7"/>
                    </a:cubicBezTo>
                    <a:cubicBezTo>
                      <a:pt x="4" y="9"/>
                      <a:pt x="3" y="12"/>
                      <a:pt x="1" y="14"/>
                    </a:cubicBezTo>
                    <a:cubicBezTo>
                      <a:pt x="0" y="16"/>
                      <a:pt x="3" y="18"/>
                      <a:pt x="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3" name="Freeform 329">
                <a:extLst>
                  <a:ext uri="{FF2B5EF4-FFF2-40B4-BE49-F238E27FC236}">
                    <a16:creationId xmlns:a16="http://schemas.microsoft.com/office/drawing/2014/main" id="{1DEC1922-6565-1445-5CF3-64A2200608E9}"/>
                  </a:ext>
                </a:extLst>
              </p:cNvPr>
              <p:cNvSpPr/>
              <p:nvPr/>
            </p:nvSpPr>
            <p:spPr bwMode="auto">
              <a:xfrm>
                <a:off x="2412" y="1347"/>
                <a:ext cx="23" cy="39"/>
              </a:xfrm>
              <a:custGeom>
                <a:avLst/>
                <a:gdLst>
                  <a:gd name="T0" fmla="*/ 4 w 13"/>
                  <a:gd name="T1" fmla="*/ 20 h 22"/>
                  <a:gd name="T2" fmla="*/ 12 w 13"/>
                  <a:gd name="T3" fmla="*/ 3 h 22"/>
                  <a:gd name="T4" fmla="*/ 10 w 13"/>
                  <a:gd name="T5" fmla="*/ 1 h 22"/>
                  <a:gd name="T6" fmla="*/ 1 w 13"/>
                  <a:gd name="T7" fmla="*/ 19 h 22"/>
                  <a:gd name="T8" fmla="*/ 4 w 13"/>
                  <a:gd name="T9" fmla="*/ 20 h 22"/>
                </a:gdLst>
                <a:ahLst/>
                <a:cxnLst>
                  <a:cxn ang="0">
                    <a:pos x="T0" y="T1"/>
                  </a:cxn>
                  <a:cxn ang="0">
                    <a:pos x="T2" y="T3"/>
                  </a:cxn>
                  <a:cxn ang="0">
                    <a:pos x="T4" y="T5"/>
                  </a:cxn>
                  <a:cxn ang="0">
                    <a:pos x="T6" y="T7"/>
                  </a:cxn>
                  <a:cxn ang="0">
                    <a:pos x="T8" y="T9"/>
                  </a:cxn>
                </a:cxnLst>
                <a:rect l="0" t="0" r="r" b="b"/>
                <a:pathLst>
                  <a:path w="13" h="22">
                    <a:moveTo>
                      <a:pt x="4" y="20"/>
                    </a:moveTo>
                    <a:cubicBezTo>
                      <a:pt x="6" y="14"/>
                      <a:pt x="9" y="9"/>
                      <a:pt x="12" y="3"/>
                    </a:cubicBezTo>
                    <a:cubicBezTo>
                      <a:pt x="13" y="2"/>
                      <a:pt x="11" y="0"/>
                      <a:pt x="10" y="1"/>
                    </a:cubicBezTo>
                    <a:cubicBezTo>
                      <a:pt x="5" y="6"/>
                      <a:pt x="2" y="12"/>
                      <a:pt x="1" y="19"/>
                    </a:cubicBezTo>
                    <a:cubicBezTo>
                      <a:pt x="0" y="21"/>
                      <a:pt x="3" y="22"/>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4" name="Freeform 330">
                <a:extLst>
                  <a:ext uri="{FF2B5EF4-FFF2-40B4-BE49-F238E27FC236}">
                    <a16:creationId xmlns:a16="http://schemas.microsoft.com/office/drawing/2014/main" id="{1F5F97EF-A66E-2E55-E0B5-15BF08030262}"/>
                  </a:ext>
                </a:extLst>
              </p:cNvPr>
              <p:cNvSpPr/>
              <p:nvPr/>
            </p:nvSpPr>
            <p:spPr bwMode="auto">
              <a:xfrm>
                <a:off x="2435" y="1377"/>
                <a:ext cx="15" cy="25"/>
              </a:xfrm>
              <a:custGeom>
                <a:avLst/>
                <a:gdLst>
                  <a:gd name="T0" fmla="*/ 4 w 9"/>
                  <a:gd name="T1" fmla="*/ 12 h 14"/>
                  <a:gd name="T2" fmla="*/ 8 w 9"/>
                  <a:gd name="T3" fmla="*/ 4 h 14"/>
                  <a:gd name="T4" fmla="*/ 6 w 9"/>
                  <a:gd name="T5" fmla="*/ 2 h 14"/>
                  <a:gd name="T6" fmla="*/ 1 w 9"/>
                  <a:gd name="T7" fmla="*/ 11 h 14"/>
                  <a:gd name="T8" fmla="*/ 4 w 9"/>
                  <a:gd name="T9" fmla="*/ 12 h 14"/>
                </a:gdLst>
                <a:ahLst/>
                <a:cxnLst>
                  <a:cxn ang="0">
                    <a:pos x="T0" y="T1"/>
                  </a:cxn>
                  <a:cxn ang="0">
                    <a:pos x="T2" y="T3"/>
                  </a:cxn>
                  <a:cxn ang="0">
                    <a:pos x="T4" y="T5"/>
                  </a:cxn>
                  <a:cxn ang="0">
                    <a:pos x="T6" y="T7"/>
                  </a:cxn>
                  <a:cxn ang="0">
                    <a:pos x="T8" y="T9"/>
                  </a:cxn>
                </a:cxnLst>
                <a:rect l="0" t="0" r="r" b="b"/>
                <a:pathLst>
                  <a:path w="9" h="14">
                    <a:moveTo>
                      <a:pt x="4" y="12"/>
                    </a:moveTo>
                    <a:cubicBezTo>
                      <a:pt x="5" y="9"/>
                      <a:pt x="6" y="6"/>
                      <a:pt x="8" y="4"/>
                    </a:cubicBezTo>
                    <a:cubicBezTo>
                      <a:pt x="9" y="2"/>
                      <a:pt x="7" y="0"/>
                      <a:pt x="6" y="2"/>
                    </a:cubicBezTo>
                    <a:cubicBezTo>
                      <a:pt x="3" y="4"/>
                      <a:pt x="1" y="7"/>
                      <a:pt x="1" y="11"/>
                    </a:cubicBezTo>
                    <a:cubicBezTo>
                      <a:pt x="0" y="13"/>
                      <a:pt x="4" y="14"/>
                      <a:pt x="4"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5" name="Freeform 331">
                <a:extLst>
                  <a:ext uri="{FF2B5EF4-FFF2-40B4-BE49-F238E27FC236}">
                    <a16:creationId xmlns:a16="http://schemas.microsoft.com/office/drawing/2014/main" id="{E3644ADF-7C74-2268-41B0-D579E7A42253}"/>
                  </a:ext>
                </a:extLst>
              </p:cNvPr>
              <p:cNvSpPr/>
              <p:nvPr/>
            </p:nvSpPr>
            <p:spPr bwMode="auto">
              <a:xfrm>
                <a:off x="2630" y="1328"/>
                <a:ext cx="121" cy="72"/>
              </a:xfrm>
              <a:custGeom>
                <a:avLst/>
                <a:gdLst>
                  <a:gd name="T0" fmla="*/ 2 w 69"/>
                  <a:gd name="T1" fmla="*/ 33 h 41"/>
                  <a:gd name="T2" fmla="*/ 68 w 69"/>
                  <a:gd name="T3" fmla="*/ 3 h 41"/>
                  <a:gd name="T4" fmla="*/ 65 w 69"/>
                  <a:gd name="T5" fmla="*/ 1 h 41"/>
                  <a:gd name="T6" fmla="*/ 3 w 69"/>
                  <a:gd name="T7" fmla="*/ 30 h 41"/>
                  <a:gd name="T8" fmla="*/ 2 w 69"/>
                  <a:gd name="T9" fmla="*/ 33 h 41"/>
                </a:gdLst>
                <a:ahLst/>
                <a:cxnLst>
                  <a:cxn ang="0">
                    <a:pos x="T0" y="T1"/>
                  </a:cxn>
                  <a:cxn ang="0">
                    <a:pos x="T2" y="T3"/>
                  </a:cxn>
                  <a:cxn ang="0">
                    <a:pos x="T4" y="T5"/>
                  </a:cxn>
                  <a:cxn ang="0">
                    <a:pos x="T6" y="T7"/>
                  </a:cxn>
                  <a:cxn ang="0">
                    <a:pos x="T8" y="T9"/>
                  </a:cxn>
                </a:cxnLst>
                <a:rect l="0" t="0" r="r" b="b"/>
                <a:pathLst>
                  <a:path w="69" h="41">
                    <a:moveTo>
                      <a:pt x="2" y="33"/>
                    </a:moveTo>
                    <a:cubicBezTo>
                      <a:pt x="27" y="41"/>
                      <a:pt x="58" y="27"/>
                      <a:pt x="68" y="3"/>
                    </a:cubicBezTo>
                    <a:cubicBezTo>
                      <a:pt x="69" y="1"/>
                      <a:pt x="66" y="0"/>
                      <a:pt x="65" y="1"/>
                    </a:cubicBezTo>
                    <a:cubicBezTo>
                      <a:pt x="50" y="23"/>
                      <a:pt x="29" y="34"/>
                      <a:pt x="3" y="30"/>
                    </a:cubicBezTo>
                    <a:cubicBezTo>
                      <a:pt x="1" y="29"/>
                      <a:pt x="0" y="32"/>
                      <a:pt x="2"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6" name="Freeform 332">
                <a:extLst>
                  <a:ext uri="{FF2B5EF4-FFF2-40B4-BE49-F238E27FC236}">
                    <a16:creationId xmlns:a16="http://schemas.microsoft.com/office/drawing/2014/main" id="{7A2D12C1-681A-4C11-113C-34EC2A364418}"/>
                  </a:ext>
                </a:extLst>
              </p:cNvPr>
              <p:cNvSpPr/>
              <p:nvPr/>
            </p:nvSpPr>
            <p:spPr bwMode="auto">
              <a:xfrm>
                <a:off x="2670" y="1298"/>
                <a:ext cx="85" cy="75"/>
              </a:xfrm>
              <a:custGeom>
                <a:avLst/>
                <a:gdLst>
                  <a:gd name="T0" fmla="*/ 3 w 48"/>
                  <a:gd name="T1" fmla="*/ 42 h 43"/>
                  <a:gd name="T2" fmla="*/ 47 w 48"/>
                  <a:gd name="T3" fmla="*/ 3 h 43"/>
                  <a:gd name="T4" fmla="*/ 44 w 48"/>
                  <a:gd name="T5" fmla="*/ 2 h 43"/>
                  <a:gd name="T6" fmla="*/ 25 w 48"/>
                  <a:gd name="T7" fmla="*/ 21 h 43"/>
                  <a:gd name="T8" fmla="*/ 1 w 48"/>
                  <a:gd name="T9" fmla="*/ 39 h 43"/>
                  <a:gd name="T10" fmla="*/ 3 w 48"/>
                  <a:gd name="T11" fmla="*/ 42 h 43"/>
                </a:gdLst>
                <a:ahLst/>
                <a:cxnLst>
                  <a:cxn ang="0">
                    <a:pos x="T0" y="T1"/>
                  </a:cxn>
                  <a:cxn ang="0">
                    <a:pos x="T2" y="T3"/>
                  </a:cxn>
                  <a:cxn ang="0">
                    <a:pos x="T4" y="T5"/>
                  </a:cxn>
                  <a:cxn ang="0">
                    <a:pos x="T6" y="T7"/>
                  </a:cxn>
                  <a:cxn ang="0">
                    <a:pos x="T8" y="T9"/>
                  </a:cxn>
                  <a:cxn ang="0">
                    <a:pos x="T10" y="T11"/>
                  </a:cxn>
                </a:cxnLst>
                <a:rect l="0" t="0" r="r" b="b"/>
                <a:pathLst>
                  <a:path w="48" h="43">
                    <a:moveTo>
                      <a:pt x="3" y="42"/>
                    </a:moveTo>
                    <a:cubicBezTo>
                      <a:pt x="20" y="34"/>
                      <a:pt x="37" y="20"/>
                      <a:pt x="47" y="3"/>
                    </a:cubicBezTo>
                    <a:cubicBezTo>
                      <a:pt x="48" y="2"/>
                      <a:pt x="46" y="0"/>
                      <a:pt x="44" y="2"/>
                    </a:cubicBezTo>
                    <a:cubicBezTo>
                      <a:pt x="38" y="8"/>
                      <a:pt x="32" y="15"/>
                      <a:pt x="25" y="21"/>
                    </a:cubicBezTo>
                    <a:cubicBezTo>
                      <a:pt x="18" y="28"/>
                      <a:pt x="10" y="33"/>
                      <a:pt x="1" y="39"/>
                    </a:cubicBezTo>
                    <a:cubicBezTo>
                      <a:pt x="0" y="40"/>
                      <a:pt x="1" y="43"/>
                      <a:pt x="3" y="4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7" name="Freeform 333">
                <a:extLst>
                  <a:ext uri="{FF2B5EF4-FFF2-40B4-BE49-F238E27FC236}">
                    <a16:creationId xmlns:a16="http://schemas.microsoft.com/office/drawing/2014/main" id="{5FEFBBD5-72DF-3428-036E-3DEFB9F8ADC8}"/>
                  </a:ext>
                </a:extLst>
              </p:cNvPr>
              <p:cNvSpPr/>
              <p:nvPr/>
            </p:nvSpPr>
            <p:spPr bwMode="auto">
              <a:xfrm>
                <a:off x="2695" y="1300"/>
                <a:ext cx="31" cy="47"/>
              </a:xfrm>
              <a:custGeom>
                <a:avLst/>
                <a:gdLst>
                  <a:gd name="T0" fmla="*/ 4 w 18"/>
                  <a:gd name="T1" fmla="*/ 25 h 27"/>
                  <a:gd name="T2" fmla="*/ 18 w 18"/>
                  <a:gd name="T3" fmla="*/ 3 h 27"/>
                  <a:gd name="T4" fmla="*/ 15 w 18"/>
                  <a:gd name="T5" fmla="*/ 1 h 27"/>
                  <a:gd name="T6" fmla="*/ 1 w 18"/>
                  <a:gd name="T7" fmla="*/ 23 h 27"/>
                  <a:gd name="T8" fmla="*/ 4 w 18"/>
                  <a:gd name="T9" fmla="*/ 25 h 27"/>
                </a:gdLst>
                <a:ahLst/>
                <a:cxnLst>
                  <a:cxn ang="0">
                    <a:pos x="T0" y="T1"/>
                  </a:cxn>
                  <a:cxn ang="0">
                    <a:pos x="T2" y="T3"/>
                  </a:cxn>
                  <a:cxn ang="0">
                    <a:pos x="T4" y="T5"/>
                  </a:cxn>
                  <a:cxn ang="0">
                    <a:pos x="T6" y="T7"/>
                  </a:cxn>
                  <a:cxn ang="0">
                    <a:pos x="T8" y="T9"/>
                  </a:cxn>
                </a:cxnLst>
                <a:rect l="0" t="0" r="r" b="b"/>
                <a:pathLst>
                  <a:path w="18" h="27">
                    <a:moveTo>
                      <a:pt x="4" y="25"/>
                    </a:moveTo>
                    <a:cubicBezTo>
                      <a:pt x="9" y="18"/>
                      <a:pt x="14" y="11"/>
                      <a:pt x="18" y="3"/>
                    </a:cubicBezTo>
                    <a:cubicBezTo>
                      <a:pt x="18" y="2"/>
                      <a:pt x="16" y="0"/>
                      <a:pt x="15" y="1"/>
                    </a:cubicBezTo>
                    <a:cubicBezTo>
                      <a:pt x="10" y="8"/>
                      <a:pt x="6" y="16"/>
                      <a:pt x="1" y="23"/>
                    </a:cubicBezTo>
                    <a:cubicBezTo>
                      <a:pt x="0" y="25"/>
                      <a:pt x="3" y="27"/>
                      <a:pt x="4"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8" name="Freeform 334">
                <a:extLst>
                  <a:ext uri="{FF2B5EF4-FFF2-40B4-BE49-F238E27FC236}">
                    <a16:creationId xmlns:a16="http://schemas.microsoft.com/office/drawing/2014/main" id="{FE5F6C73-99E1-5F16-DC3C-24A8A5EC26FE}"/>
                  </a:ext>
                </a:extLst>
              </p:cNvPr>
              <p:cNvSpPr/>
              <p:nvPr/>
            </p:nvSpPr>
            <p:spPr bwMode="auto">
              <a:xfrm>
                <a:off x="2046" y="1345"/>
                <a:ext cx="42" cy="51"/>
              </a:xfrm>
              <a:custGeom>
                <a:avLst/>
                <a:gdLst>
                  <a:gd name="T0" fmla="*/ 4 w 24"/>
                  <a:gd name="T1" fmla="*/ 28 h 29"/>
                  <a:gd name="T2" fmla="*/ 24 w 24"/>
                  <a:gd name="T3" fmla="*/ 3 h 29"/>
                  <a:gd name="T4" fmla="*/ 21 w 24"/>
                  <a:gd name="T5" fmla="*/ 1 h 29"/>
                  <a:gd name="T6" fmla="*/ 13 w 24"/>
                  <a:gd name="T7" fmla="*/ 14 h 29"/>
                  <a:gd name="T8" fmla="*/ 2 w 24"/>
                  <a:gd name="T9" fmla="*/ 25 h 29"/>
                  <a:gd name="T10" fmla="*/ 4 w 24"/>
                  <a:gd name="T11" fmla="*/ 28 h 29"/>
                </a:gdLst>
                <a:ahLst/>
                <a:cxnLst>
                  <a:cxn ang="0">
                    <a:pos x="T0" y="T1"/>
                  </a:cxn>
                  <a:cxn ang="0">
                    <a:pos x="T2" y="T3"/>
                  </a:cxn>
                  <a:cxn ang="0">
                    <a:pos x="T4" y="T5"/>
                  </a:cxn>
                  <a:cxn ang="0">
                    <a:pos x="T6" y="T7"/>
                  </a:cxn>
                  <a:cxn ang="0">
                    <a:pos x="T8" y="T9"/>
                  </a:cxn>
                  <a:cxn ang="0">
                    <a:pos x="T10" y="T11"/>
                  </a:cxn>
                </a:cxnLst>
                <a:rect l="0" t="0" r="r" b="b"/>
                <a:pathLst>
                  <a:path w="24" h="29">
                    <a:moveTo>
                      <a:pt x="4" y="28"/>
                    </a:moveTo>
                    <a:cubicBezTo>
                      <a:pt x="13" y="23"/>
                      <a:pt x="22" y="13"/>
                      <a:pt x="24" y="3"/>
                    </a:cubicBezTo>
                    <a:cubicBezTo>
                      <a:pt x="24" y="1"/>
                      <a:pt x="22" y="0"/>
                      <a:pt x="21" y="1"/>
                    </a:cubicBezTo>
                    <a:cubicBezTo>
                      <a:pt x="18" y="6"/>
                      <a:pt x="16" y="10"/>
                      <a:pt x="13" y="14"/>
                    </a:cubicBezTo>
                    <a:cubicBezTo>
                      <a:pt x="10" y="18"/>
                      <a:pt x="6" y="22"/>
                      <a:pt x="2" y="25"/>
                    </a:cubicBezTo>
                    <a:cubicBezTo>
                      <a:pt x="0" y="26"/>
                      <a:pt x="2" y="29"/>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9" name="Freeform 335">
                <a:extLst>
                  <a:ext uri="{FF2B5EF4-FFF2-40B4-BE49-F238E27FC236}">
                    <a16:creationId xmlns:a16="http://schemas.microsoft.com/office/drawing/2014/main" id="{ECAC84B2-3BB1-1EDB-326D-924EE5386406}"/>
                  </a:ext>
                </a:extLst>
              </p:cNvPr>
              <p:cNvSpPr/>
              <p:nvPr/>
            </p:nvSpPr>
            <p:spPr bwMode="auto">
              <a:xfrm>
                <a:off x="2085" y="1344"/>
                <a:ext cx="35" cy="45"/>
              </a:xfrm>
              <a:custGeom>
                <a:avLst/>
                <a:gdLst>
                  <a:gd name="T0" fmla="*/ 4 w 20"/>
                  <a:gd name="T1" fmla="*/ 24 h 26"/>
                  <a:gd name="T2" fmla="*/ 20 w 20"/>
                  <a:gd name="T3" fmla="*/ 2 h 26"/>
                  <a:gd name="T4" fmla="*/ 17 w 20"/>
                  <a:gd name="T5" fmla="*/ 1 h 26"/>
                  <a:gd name="T6" fmla="*/ 1 w 20"/>
                  <a:gd name="T7" fmla="*/ 22 h 26"/>
                  <a:gd name="T8" fmla="*/ 4 w 20"/>
                  <a:gd name="T9" fmla="*/ 24 h 26"/>
                </a:gdLst>
                <a:ahLst/>
                <a:cxnLst>
                  <a:cxn ang="0">
                    <a:pos x="T0" y="T1"/>
                  </a:cxn>
                  <a:cxn ang="0">
                    <a:pos x="T2" y="T3"/>
                  </a:cxn>
                  <a:cxn ang="0">
                    <a:pos x="T4" y="T5"/>
                  </a:cxn>
                  <a:cxn ang="0">
                    <a:pos x="T6" y="T7"/>
                  </a:cxn>
                  <a:cxn ang="0">
                    <a:pos x="T8" y="T9"/>
                  </a:cxn>
                </a:cxnLst>
                <a:rect l="0" t="0" r="r" b="b"/>
                <a:pathLst>
                  <a:path w="20" h="26">
                    <a:moveTo>
                      <a:pt x="4" y="24"/>
                    </a:moveTo>
                    <a:cubicBezTo>
                      <a:pt x="10" y="18"/>
                      <a:pt x="16" y="10"/>
                      <a:pt x="20" y="2"/>
                    </a:cubicBezTo>
                    <a:cubicBezTo>
                      <a:pt x="20" y="0"/>
                      <a:pt x="18" y="0"/>
                      <a:pt x="17" y="1"/>
                    </a:cubicBezTo>
                    <a:cubicBezTo>
                      <a:pt x="12" y="8"/>
                      <a:pt x="7" y="15"/>
                      <a:pt x="1" y="22"/>
                    </a:cubicBezTo>
                    <a:cubicBezTo>
                      <a:pt x="0" y="23"/>
                      <a:pt x="2" y="26"/>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0" name="Freeform 336">
                <a:extLst>
                  <a:ext uri="{FF2B5EF4-FFF2-40B4-BE49-F238E27FC236}">
                    <a16:creationId xmlns:a16="http://schemas.microsoft.com/office/drawing/2014/main" id="{8B42B93D-E004-D7FA-7296-5B143C898A4B}"/>
                  </a:ext>
                </a:extLst>
              </p:cNvPr>
              <p:cNvSpPr/>
              <p:nvPr/>
            </p:nvSpPr>
            <p:spPr bwMode="auto">
              <a:xfrm>
                <a:off x="2111" y="1345"/>
                <a:ext cx="32" cy="51"/>
              </a:xfrm>
              <a:custGeom>
                <a:avLst/>
                <a:gdLst>
                  <a:gd name="T0" fmla="*/ 4 w 18"/>
                  <a:gd name="T1" fmla="*/ 27 h 29"/>
                  <a:gd name="T2" fmla="*/ 17 w 18"/>
                  <a:gd name="T3" fmla="*/ 2 h 29"/>
                  <a:gd name="T4" fmla="*/ 14 w 18"/>
                  <a:gd name="T5" fmla="*/ 1 h 29"/>
                  <a:gd name="T6" fmla="*/ 1 w 18"/>
                  <a:gd name="T7" fmla="*/ 26 h 29"/>
                  <a:gd name="T8" fmla="*/ 4 w 18"/>
                  <a:gd name="T9" fmla="*/ 27 h 29"/>
                </a:gdLst>
                <a:ahLst/>
                <a:cxnLst>
                  <a:cxn ang="0">
                    <a:pos x="T0" y="T1"/>
                  </a:cxn>
                  <a:cxn ang="0">
                    <a:pos x="T2" y="T3"/>
                  </a:cxn>
                  <a:cxn ang="0">
                    <a:pos x="T4" y="T5"/>
                  </a:cxn>
                  <a:cxn ang="0">
                    <a:pos x="T6" y="T7"/>
                  </a:cxn>
                  <a:cxn ang="0">
                    <a:pos x="T8" y="T9"/>
                  </a:cxn>
                </a:cxnLst>
                <a:rect l="0" t="0" r="r" b="b"/>
                <a:pathLst>
                  <a:path w="18" h="29">
                    <a:moveTo>
                      <a:pt x="4" y="27"/>
                    </a:moveTo>
                    <a:cubicBezTo>
                      <a:pt x="8" y="19"/>
                      <a:pt x="14" y="11"/>
                      <a:pt x="17" y="2"/>
                    </a:cubicBezTo>
                    <a:cubicBezTo>
                      <a:pt x="18" y="1"/>
                      <a:pt x="15" y="0"/>
                      <a:pt x="14" y="1"/>
                    </a:cubicBezTo>
                    <a:cubicBezTo>
                      <a:pt x="9" y="9"/>
                      <a:pt x="5" y="17"/>
                      <a:pt x="1" y="26"/>
                    </a:cubicBezTo>
                    <a:cubicBezTo>
                      <a:pt x="0" y="28"/>
                      <a:pt x="3" y="29"/>
                      <a:pt x="4"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1" name="Freeform 337">
                <a:extLst>
                  <a:ext uri="{FF2B5EF4-FFF2-40B4-BE49-F238E27FC236}">
                    <a16:creationId xmlns:a16="http://schemas.microsoft.com/office/drawing/2014/main" id="{244D5659-4C76-3709-BB45-E9D91928D0F2}"/>
                  </a:ext>
                </a:extLst>
              </p:cNvPr>
              <p:cNvSpPr/>
              <p:nvPr/>
            </p:nvSpPr>
            <p:spPr bwMode="auto">
              <a:xfrm>
                <a:off x="2148" y="1356"/>
                <a:ext cx="23" cy="47"/>
              </a:xfrm>
              <a:custGeom>
                <a:avLst/>
                <a:gdLst>
                  <a:gd name="T0" fmla="*/ 4 w 13"/>
                  <a:gd name="T1" fmla="*/ 25 h 27"/>
                  <a:gd name="T2" fmla="*/ 13 w 13"/>
                  <a:gd name="T3" fmla="*/ 2 h 27"/>
                  <a:gd name="T4" fmla="*/ 9 w 13"/>
                  <a:gd name="T5" fmla="*/ 1 h 27"/>
                  <a:gd name="T6" fmla="*/ 1 w 13"/>
                  <a:gd name="T7" fmla="*/ 24 h 27"/>
                  <a:gd name="T8" fmla="*/ 4 w 13"/>
                  <a:gd name="T9" fmla="*/ 25 h 27"/>
                </a:gdLst>
                <a:ahLst/>
                <a:cxnLst>
                  <a:cxn ang="0">
                    <a:pos x="T0" y="T1"/>
                  </a:cxn>
                  <a:cxn ang="0">
                    <a:pos x="T2" y="T3"/>
                  </a:cxn>
                  <a:cxn ang="0">
                    <a:pos x="T4" y="T5"/>
                  </a:cxn>
                  <a:cxn ang="0">
                    <a:pos x="T6" y="T7"/>
                  </a:cxn>
                  <a:cxn ang="0">
                    <a:pos x="T8" y="T9"/>
                  </a:cxn>
                </a:cxnLst>
                <a:rect l="0" t="0" r="r" b="b"/>
                <a:pathLst>
                  <a:path w="13" h="27">
                    <a:moveTo>
                      <a:pt x="4" y="25"/>
                    </a:moveTo>
                    <a:cubicBezTo>
                      <a:pt x="8" y="18"/>
                      <a:pt x="12" y="10"/>
                      <a:pt x="13" y="2"/>
                    </a:cubicBezTo>
                    <a:cubicBezTo>
                      <a:pt x="13" y="0"/>
                      <a:pt x="10" y="0"/>
                      <a:pt x="9" y="1"/>
                    </a:cubicBezTo>
                    <a:cubicBezTo>
                      <a:pt x="6" y="9"/>
                      <a:pt x="4" y="16"/>
                      <a:pt x="1" y="24"/>
                    </a:cubicBezTo>
                    <a:cubicBezTo>
                      <a:pt x="0" y="26"/>
                      <a:pt x="2" y="27"/>
                      <a:pt x="4"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2" name="Freeform 338">
                <a:extLst>
                  <a:ext uri="{FF2B5EF4-FFF2-40B4-BE49-F238E27FC236}">
                    <a16:creationId xmlns:a16="http://schemas.microsoft.com/office/drawing/2014/main" id="{ADDEC853-6A40-85C7-1D6D-7D79A0DFF1C4}"/>
                  </a:ext>
                </a:extLst>
              </p:cNvPr>
              <p:cNvSpPr/>
              <p:nvPr/>
            </p:nvSpPr>
            <p:spPr bwMode="auto">
              <a:xfrm>
                <a:off x="1468" y="1829"/>
                <a:ext cx="95" cy="114"/>
              </a:xfrm>
              <a:custGeom>
                <a:avLst/>
                <a:gdLst>
                  <a:gd name="T0" fmla="*/ 53 w 54"/>
                  <a:gd name="T1" fmla="*/ 61 h 65"/>
                  <a:gd name="T2" fmla="*/ 3 w 54"/>
                  <a:gd name="T3" fmla="*/ 2 h 65"/>
                  <a:gd name="T4" fmla="*/ 0 w 54"/>
                  <a:gd name="T5" fmla="*/ 3 h 65"/>
                  <a:gd name="T6" fmla="*/ 51 w 54"/>
                  <a:gd name="T7" fmla="*/ 64 h 65"/>
                  <a:gd name="T8" fmla="*/ 53 w 54"/>
                  <a:gd name="T9" fmla="*/ 61 h 65"/>
                </a:gdLst>
                <a:ahLst/>
                <a:cxnLst>
                  <a:cxn ang="0">
                    <a:pos x="T0" y="T1"/>
                  </a:cxn>
                  <a:cxn ang="0">
                    <a:pos x="T2" y="T3"/>
                  </a:cxn>
                  <a:cxn ang="0">
                    <a:pos x="T4" y="T5"/>
                  </a:cxn>
                  <a:cxn ang="0">
                    <a:pos x="T6" y="T7"/>
                  </a:cxn>
                  <a:cxn ang="0">
                    <a:pos x="T8" y="T9"/>
                  </a:cxn>
                </a:cxnLst>
                <a:rect l="0" t="0" r="r" b="b"/>
                <a:pathLst>
                  <a:path w="54" h="65">
                    <a:moveTo>
                      <a:pt x="53" y="61"/>
                    </a:moveTo>
                    <a:cubicBezTo>
                      <a:pt x="33" y="43"/>
                      <a:pt x="18" y="24"/>
                      <a:pt x="3" y="2"/>
                    </a:cubicBezTo>
                    <a:cubicBezTo>
                      <a:pt x="2" y="0"/>
                      <a:pt x="0" y="1"/>
                      <a:pt x="0" y="3"/>
                    </a:cubicBezTo>
                    <a:cubicBezTo>
                      <a:pt x="10" y="27"/>
                      <a:pt x="29" y="49"/>
                      <a:pt x="51" y="64"/>
                    </a:cubicBezTo>
                    <a:cubicBezTo>
                      <a:pt x="52" y="65"/>
                      <a:pt x="54" y="62"/>
                      <a:pt x="53" y="6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3" name="Freeform 339">
                <a:extLst>
                  <a:ext uri="{FF2B5EF4-FFF2-40B4-BE49-F238E27FC236}">
                    <a16:creationId xmlns:a16="http://schemas.microsoft.com/office/drawing/2014/main" id="{E2D1DAF9-4A96-7517-34F8-9AC4C6181C24}"/>
                  </a:ext>
                </a:extLst>
              </p:cNvPr>
              <p:cNvSpPr/>
              <p:nvPr/>
            </p:nvSpPr>
            <p:spPr bwMode="auto">
              <a:xfrm>
                <a:off x="1498" y="1822"/>
                <a:ext cx="63" cy="77"/>
              </a:xfrm>
              <a:custGeom>
                <a:avLst/>
                <a:gdLst>
                  <a:gd name="T0" fmla="*/ 34 w 36"/>
                  <a:gd name="T1" fmla="*/ 40 h 44"/>
                  <a:gd name="T2" fmla="*/ 3 w 36"/>
                  <a:gd name="T3" fmla="*/ 2 h 44"/>
                  <a:gd name="T4" fmla="*/ 0 w 36"/>
                  <a:gd name="T5" fmla="*/ 3 h 44"/>
                  <a:gd name="T6" fmla="*/ 32 w 36"/>
                  <a:gd name="T7" fmla="*/ 43 h 44"/>
                  <a:gd name="T8" fmla="*/ 34 w 36"/>
                  <a:gd name="T9" fmla="*/ 40 h 44"/>
                </a:gdLst>
                <a:ahLst/>
                <a:cxnLst>
                  <a:cxn ang="0">
                    <a:pos x="T0" y="T1"/>
                  </a:cxn>
                  <a:cxn ang="0">
                    <a:pos x="T2" y="T3"/>
                  </a:cxn>
                  <a:cxn ang="0">
                    <a:pos x="T4" y="T5"/>
                  </a:cxn>
                  <a:cxn ang="0">
                    <a:pos x="T6" y="T7"/>
                  </a:cxn>
                  <a:cxn ang="0">
                    <a:pos x="T8" y="T9"/>
                  </a:cxn>
                </a:cxnLst>
                <a:rect l="0" t="0" r="r" b="b"/>
                <a:pathLst>
                  <a:path w="36" h="44">
                    <a:moveTo>
                      <a:pt x="34" y="40"/>
                    </a:moveTo>
                    <a:cubicBezTo>
                      <a:pt x="21" y="29"/>
                      <a:pt x="12" y="17"/>
                      <a:pt x="3" y="2"/>
                    </a:cubicBezTo>
                    <a:cubicBezTo>
                      <a:pt x="2" y="0"/>
                      <a:pt x="0" y="1"/>
                      <a:pt x="0" y="3"/>
                    </a:cubicBezTo>
                    <a:cubicBezTo>
                      <a:pt x="5" y="19"/>
                      <a:pt x="18" y="34"/>
                      <a:pt x="32" y="43"/>
                    </a:cubicBezTo>
                    <a:cubicBezTo>
                      <a:pt x="34" y="44"/>
                      <a:pt x="36" y="42"/>
                      <a:pt x="34" y="4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4" name="Freeform 340">
                <a:extLst>
                  <a:ext uri="{FF2B5EF4-FFF2-40B4-BE49-F238E27FC236}">
                    <a16:creationId xmlns:a16="http://schemas.microsoft.com/office/drawing/2014/main" id="{CC8A63B0-A358-3F0B-7A79-47C9A07ADBBC}"/>
                  </a:ext>
                </a:extLst>
              </p:cNvPr>
              <p:cNvSpPr/>
              <p:nvPr/>
            </p:nvSpPr>
            <p:spPr bwMode="auto">
              <a:xfrm>
                <a:off x="1513" y="1790"/>
                <a:ext cx="50" cy="72"/>
              </a:xfrm>
              <a:custGeom>
                <a:avLst/>
                <a:gdLst>
                  <a:gd name="T0" fmla="*/ 27 w 28"/>
                  <a:gd name="T1" fmla="*/ 37 h 41"/>
                  <a:gd name="T2" fmla="*/ 4 w 28"/>
                  <a:gd name="T3" fmla="*/ 1 h 41"/>
                  <a:gd name="T4" fmla="*/ 1 w 28"/>
                  <a:gd name="T5" fmla="*/ 3 h 41"/>
                  <a:gd name="T6" fmla="*/ 24 w 28"/>
                  <a:gd name="T7" fmla="*/ 39 h 41"/>
                  <a:gd name="T8" fmla="*/ 27 w 28"/>
                  <a:gd name="T9" fmla="*/ 37 h 41"/>
                </a:gdLst>
                <a:ahLst/>
                <a:cxnLst>
                  <a:cxn ang="0">
                    <a:pos x="T0" y="T1"/>
                  </a:cxn>
                  <a:cxn ang="0">
                    <a:pos x="T2" y="T3"/>
                  </a:cxn>
                  <a:cxn ang="0">
                    <a:pos x="T4" y="T5"/>
                  </a:cxn>
                  <a:cxn ang="0">
                    <a:pos x="T6" y="T7"/>
                  </a:cxn>
                  <a:cxn ang="0">
                    <a:pos x="T8" y="T9"/>
                  </a:cxn>
                </a:cxnLst>
                <a:rect l="0" t="0" r="r" b="b"/>
                <a:pathLst>
                  <a:path w="28" h="41">
                    <a:moveTo>
                      <a:pt x="27" y="37"/>
                    </a:moveTo>
                    <a:cubicBezTo>
                      <a:pt x="19" y="26"/>
                      <a:pt x="11" y="13"/>
                      <a:pt x="4" y="1"/>
                    </a:cubicBezTo>
                    <a:cubicBezTo>
                      <a:pt x="3" y="0"/>
                      <a:pt x="0" y="1"/>
                      <a:pt x="1" y="3"/>
                    </a:cubicBezTo>
                    <a:cubicBezTo>
                      <a:pt x="7" y="16"/>
                      <a:pt x="15" y="28"/>
                      <a:pt x="24" y="39"/>
                    </a:cubicBezTo>
                    <a:cubicBezTo>
                      <a:pt x="25" y="41"/>
                      <a:pt x="28" y="39"/>
                      <a:pt x="27"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5" name="Freeform 341">
                <a:extLst>
                  <a:ext uri="{FF2B5EF4-FFF2-40B4-BE49-F238E27FC236}">
                    <a16:creationId xmlns:a16="http://schemas.microsoft.com/office/drawing/2014/main" id="{AD7A6B1A-B78D-C7DB-1E32-606A9279D193}"/>
                  </a:ext>
                </a:extLst>
              </p:cNvPr>
              <p:cNvSpPr/>
              <p:nvPr/>
            </p:nvSpPr>
            <p:spPr bwMode="auto">
              <a:xfrm>
                <a:off x="1527" y="1759"/>
                <a:ext cx="36" cy="47"/>
              </a:xfrm>
              <a:custGeom>
                <a:avLst/>
                <a:gdLst>
                  <a:gd name="T0" fmla="*/ 19 w 20"/>
                  <a:gd name="T1" fmla="*/ 23 h 27"/>
                  <a:gd name="T2" fmla="*/ 3 w 20"/>
                  <a:gd name="T3" fmla="*/ 1 h 27"/>
                  <a:gd name="T4" fmla="*/ 0 w 20"/>
                  <a:gd name="T5" fmla="*/ 2 h 27"/>
                  <a:gd name="T6" fmla="*/ 17 w 20"/>
                  <a:gd name="T7" fmla="*/ 26 h 27"/>
                  <a:gd name="T8" fmla="*/ 19 w 20"/>
                  <a:gd name="T9" fmla="*/ 23 h 27"/>
                </a:gdLst>
                <a:ahLst/>
                <a:cxnLst>
                  <a:cxn ang="0">
                    <a:pos x="T0" y="T1"/>
                  </a:cxn>
                  <a:cxn ang="0">
                    <a:pos x="T2" y="T3"/>
                  </a:cxn>
                  <a:cxn ang="0">
                    <a:pos x="T4" y="T5"/>
                  </a:cxn>
                  <a:cxn ang="0">
                    <a:pos x="T6" y="T7"/>
                  </a:cxn>
                  <a:cxn ang="0">
                    <a:pos x="T8" y="T9"/>
                  </a:cxn>
                </a:cxnLst>
                <a:rect l="0" t="0" r="r" b="b"/>
                <a:pathLst>
                  <a:path w="20" h="27">
                    <a:moveTo>
                      <a:pt x="19" y="23"/>
                    </a:moveTo>
                    <a:cubicBezTo>
                      <a:pt x="11" y="18"/>
                      <a:pt x="6" y="10"/>
                      <a:pt x="3" y="1"/>
                    </a:cubicBezTo>
                    <a:cubicBezTo>
                      <a:pt x="3" y="0"/>
                      <a:pt x="0" y="0"/>
                      <a:pt x="0" y="2"/>
                    </a:cubicBezTo>
                    <a:cubicBezTo>
                      <a:pt x="1" y="12"/>
                      <a:pt x="8" y="22"/>
                      <a:pt x="17" y="26"/>
                    </a:cubicBezTo>
                    <a:cubicBezTo>
                      <a:pt x="19" y="27"/>
                      <a:pt x="20" y="24"/>
                      <a:pt x="19"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6" name="Freeform 342">
                <a:extLst>
                  <a:ext uri="{FF2B5EF4-FFF2-40B4-BE49-F238E27FC236}">
                    <a16:creationId xmlns:a16="http://schemas.microsoft.com/office/drawing/2014/main" id="{559D1E74-F3A0-7000-63A8-3A6ADCE307A8}"/>
                  </a:ext>
                </a:extLst>
              </p:cNvPr>
              <p:cNvSpPr/>
              <p:nvPr/>
            </p:nvSpPr>
            <p:spPr bwMode="auto">
              <a:xfrm>
                <a:off x="1543" y="1730"/>
                <a:ext cx="28" cy="36"/>
              </a:xfrm>
              <a:custGeom>
                <a:avLst/>
                <a:gdLst>
                  <a:gd name="T0" fmla="*/ 14 w 16"/>
                  <a:gd name="T1" fmla="*/ 16 h 20"/>
                  <a:gd name="T2" fmla="*/ 3 w 16"/>
                  <a:gd name="T3" fmla="*/ 1 h 20"/>
                  <a:gd name="T4" fmla="*/ 0 w 16"/>
                  <a:gd name="T5" fmla="*/ 2 h 20"/>
                  <a:gd name="T6" fmla="*/ 13 w 16"/>
                  <a:gd name="T7" fmla="*/ 19 h 20"/>
                  <a:gd name="T8" fmla="*/ 14 w 16"/>
                  <a:gd name="T9" fmla="*/ 16 h 20"/>
                </a:gdLst>
                <a:ahLst/>
                <a:cxnLst>
                  <a:cxn ang="0">
                    <a:pos x="T0" y="T1"/>
                  </a:cxn>
                  <a:cxn ang="0">
                    <a:pos x="T2" y="T3"/>
                  </a:cxn>
                  <a:cxn ang="0">
                    <a:pos x="T4" y="T5"/>
                  </a:cxn>
                  <a:cxn ang="0">
                    <a:pos x="T6" y="T7"/>
                  </a:cxn>
                  <a:cxn ang="0">
                    <a:pos x="T8" y="T9"/>
                  </a:cxn>
                </a:cxnLst>
                <a:rect l="0" t="0" r="r" b="b"/>
                <a:pathLst>
                  <a:path w="16" h="20">
                    <a:moveTo>
                      <a:pt x="14" y="16"/>
                    </a:moveTo>
                    <a:cubicBezTo>
                      <a:pt x="9" y="12"/>
                      <a:pt x="6" y="7"/>
                      <a:pt x="3" y="1"/>
                    </a:cubicBezTo>
                    <a:cubicBezTo>
                      <a:pt x="2" y="0"/>
                      <a:pt x="0" y="1"/>
                      <a:pt x="0" y="2"/>
                    </a:cubicBezTo>
                    <a:cubicBezTo>
                      <a:pt x="1" y="9"/>
                      <a:pt x="7" y="15"/>
                      <a:pt x="13" y="19"/>
                    </a:cubicBezTo>
                    <a:cubicBezTo>
                      <a:pt x="15" y="20"/>
                      <a:pt x="16" y="17"/>
                      <a:pt x="1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7" name="Freeform 343">
                <a:extLst>
                  <a:ext uri="{FF2B5EF4-FFF2-40B4-BE49-F238E27FC236}">
                    <a16:creationId xmlns:a16="http://schemas.microsoft.com/office/drawing/2014/main" id="{A7C19A6E-C55B-F07C-B864-5784472C642A}"/>
                  </a:ext>
                </a:extLst>
              </p:cNvPr>
              <p:cNvSpPr/>
              <p:nvPr/>
            </p:nvSpPr>
            <p:spPr bwMode="auto">
              <a:xfrm>
                <a:off x="1554" y="1692"/>
                <a:ext cx="33" cy="42"/>
              </a:xfrm>
              <a:custGeom>
                <a:avLst/>
                <a:gdLst>
                  <a:gd name="T0" fmla="*/ 17 w 19"/>
                  <a:gd name="T1" fmla="*/ 20 h 24"/>
                  <a:gd name="T2" fmla="*/ 3 w 19"/>
                  <a:gd name="T3" fmla="*/ 2 h 24"/>
                  <a:gd name="T4" fmla="*/ 1 w 19"/>
                  <a:gd name="T5" fmla="*/ 3 h 24"/>
                  <a:gd name="T6" fmla="*/ 14 w 19"/>
                  <a:gd name="T7" fmla="*/ 23 h 24"/>
                  <a:gd name="T8" fmla="*/ 17 w 19"/>
                  <a:gd name="T9" fmla="*/ 20 h 24"/>
                </a:gdLst>
                <a:ahLst/>
                <a:cxnLst>
                  <a:cxn ang="0">
                    <a:pos x="T0" y="T1"/>
                  </a:cxn>
                  <a:cxn ang="0">
                    <a:pos x="T2" y="T3"/>
                  </a:cxn>
                  <a:cxn ang="0">
                    <a:pos x="T4" y="T5"/>
                  </a:cxn>
                  <a:cxn ang="0">
                    <a:pos x="T6" y="T7"/>
                  </a:cxn>
                  <a:cxn ang="0">
                    <a:pos x="T8" y="T9"/>
                  </a:cxn>
                </a:cxnLst>
                <a:rect l="0" t="0" r="r" b="b"/>
                <a:pathLst>
                  <a:path w="19" h="24">
                    <a:moveTo>
                      <a:pt x="17" y="20"/>
                    </a:moveTo>
                    <a:cubicBezTo>
                      <a:pt x="12" y="15"/>
                      <a:pt x="7" y="8"/>
                      <a:pt x="3" y="2"/>
                    </a:cubicBezTo>
                    <a:cubicBezTo>
                      <a:pt x="2" y="0"/>
                      <a:pt x="0" y="1"/>
                      <a:pt x="1" y="3"/>
                    </a:cubicBezTo>
                    <a:cubicBezTo>
                      <a:pt x="3" y="11"/>
                      <a:pt x="8" y="18"/>
                      <a:pt x="14" y="23"/>
                    </a:cubicBezTo>
                    <a:cubicBezTo>
                      <a:pt x="16" y="24"/>
                      <a:pt x="19" y="22"/>
                      <a:pt x="17"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8" name="Freeform 344">
                <a:extLst>
                  <a:ext uri="{FF2B5EF4-FFF2-40B4-BE49-F238E27FC236}">
                    <a16:creationId xmlns:a16="http://schemas.microsoft.com/office/drawing/2014/main" id="{9C4870D7-87AE-DD5E-6A1E-CA5C73F32749}"/>
                  </a:ext>
                </a:extLst>
              </p:cNvPr>
              <p:cNvSpPr/>
              <p:nvPr/>
            </p:nvSpPr>
            <p:spPr bwMode="auto">
              <a:xfrm>
                <a:off x="1577" y="1667"/>
                <a:ext cx="35" cy="49"/>
              </a:xfrm>
              <a:custGeom>
                <a:avLst/>
                <a:gdLst>
                  <a:gd name="T0" fmla="*/ 18 w 20"/>
                  <a:gd name="T1" fmla="*/ 24 h 28"/>
                  <a:gd name="T2" fmla="*/ 3 w 20"/>
                  <a:gd name="T3" fmla="*/ 2 h 28"/>
                  <a:gd name="T4" fmla="*/ 0 w 20"/>
                  <a:gd name="T5" fmla="*/ 3 h 28"/>
                  <a:gd name="T6" fmla="*/ 16 w 20"/>
                  <a:gd name="T7" fmla="*/ 26 h 28"/>
                  <a:gd name="T8" fmla="*/ 18 w 20"/>
                  <a:gd name="T9" fmla="*/ 24 h 28"/>
                </a:gdLst>
                <a:ahLst/>
                <a:cxnLst>
                  <a:cxn ang="0">
                    <a:pos x="T0" y="T1"/>
                  </a:cxn>
                  <a:cxn ang="0">
                    <a:pos x="T2" y="T3"/>
                  </a:cxn>
                  <a:cxn ang="0">
                    <a:pos x="T4" y="T5"/>
                  </a:cxn>
                  <a:cxn ang="0">
                    <a:pos x="T6" y="T7"/>
                  </a:cxn>
                  <a:cxn ang="0">
                    <a:pos x="T8" y="T9"/>
                  </a:cxn>
                </a:cxnLst>
                <a:rect l="0" t="0" r="r" b="b"/>
                <a:pathLst>
                  <a:path w="20" h="28">
                    <a:moveTo>
                      <a:pt x="18" y="24"/>
                    </a:moveTo>
                    <a:cubicBezTo>
                      <a:pt x="12" y="17"/>
                      <a:pt x="7" y="10"/>
                      <a:pt x="3" y="2"/>
                    </a:cubicBezTo>
                    <a:cubicBezTo>
                      <a:pt x="2" y="0"/>
                      <a:pt x="0" y="1"/>
                      <a:pt x="0" y="3"/>
                    </a:cubicBezTo>
                    <a:cubicBezTo>
                      <a:pt x="3" y="12"/>
                      <a:pt x="9" y="20"/>
                      <a:pt x="16" y="26"/>
                    </a:cubicBezTo>
                    <a:cubicBezTo>
                      <a:pt x="18" y="28"/>
                      <a:pt x="20" y="25"/>
                      <a:pt x="18"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9" name="Freeform 345">
                <a:extLst>
                  <a:ext uri="{FF2B5EF4-FFF2-40B4-BE49-F238E27FC236}">
                    <a16:creationId xmlns:a16="http://schemas.microsoft.com/office/drawing/2014/main" id="{EB659F51-6AA8-6DF6-876A-A03BEC6C21A2}"/>
                  </a:ext>
                </a:extLst>
              </p:cNvPr>
              <p:cNvSpPr/>
              <p:nvPr/>
            </p:nvSpPr>
            <p:spPr bwMode="auto">
              <a:xfrm>
                <a:off x="1441" y="1862"/>
                <a:ext cx="55" cy="67"/>
              </a:xfrm>
              <a:custGeom>
                <a:avLst/>
                <a:gdLst>
                  <a:gd name="T0" fmla="*/ 30 w 31"/>
                  <a:gd name="T1" fmla="*/ 34 h 38"/>
                  <a:gd name="T2" fmla="*/ 3 w 31"/>
                  <a:gd name="T3" fmla="*/ 1 h 38"/>
                  <a:gd name="T4" fmla="*/ 1 w 31"/>
                  <a:gd name="T5" fmla="*/ 3 h 38"/>
                  <a:gd name="T6" fmla="*/ 27 w 31"/>
                  <a:gd name="T7" fmla="*/ 37 h 38"/>
                  <a:gd name="T8" fmla="*/ 30 w 31"/>
                  <a:gd name="T9" fmla="*/ 34 h 38"/>
                </a:gdLst>
                <a:ahLst/>
                <a:cxnLst>
                  <a:cxn ang="0">
                    <a:pos x="T0" y="T1"/>
                  </a:cxn>
                  <a:cxn ang="0">
                    <a:pos x="T2" y="T3"/>
                  </a:cxn>
                  <a:cxn ang="0">
                    <a:pos x="T4" y="T5"/>
                  </a:cxn>
                  <a:cxn ang="0">
                    <a:pos x="T6" y="T7"/>
                  </a:cxn>
                  <a:cxn ang="0">
                    <a:pos x="T8" y="T9"/>
                  </a:cxn>
                </a:cxnLst>
                <a:rect l="0" t="0" r="r" b="b"/>
                <a:pathLst>
                  <a:path w="31" h="38">
                    <a:moveTo>
                      <a:pt x="30" y="34"/>
                    </a:moveTo>
                    <a:cubicBezTo>
                      <a:pt x="20" y="24"/>
                      <a:pt x="12" y="13"/>
                      <a:pt x="3" y="1"/>
                    </a:cubicBezTo>
                    <a:cubicBezTo>
                      <a:pt x="2" y="0"/>
                      <a:pt x="0" y="1"/>
                      <a:pt x="1" y="3"/>
                    </a:cubicBezTo>
                    <a:cubicBezTo>
                      <a:pt x="7" y="16"/>
                      <a:pt x="16" y="28"/>
                      <a:pt x="27" y="37"/>
                    </a:cubicBezTo>
                    <a:cubicBezTo>
                      <a:pt x="29" y="38"/>
                      <a:pt x="31" y="36"/>
                      <a:pt x="30"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0" name="Freeform 346">
                <a:extLst>
                  <a:ext uri="{FF2B5EF4-FFF2-40B4-BE49-F238E27FC236}">
                    <a16:creationId xmlns:a16="http://schemas.microsoft.com/office/drawing/2014/main" id="{7ECA36B6-3076-BC76-4509-EAC23D406F59}"/>
                  </a:ext>
                </a:extLst>
              </p:cNvPr>
              <p:cNvSpPr/>
              <p:nvPr/>
            </p:nvSpPr>
            <p:spPr bwMode="auto">
              <a:xfrm>
                <a:off x="1420" y="1891"/>
                <a:ext cx="37" cy="38"/>
              </a:xfrm>
              <a:custGeom>
                <a:avLst/>
                <a:gdLst>
                  <a:gd name="T0" fmla="*/ 19 w 21"/>
                  <a:gd name="T1" fmla="*/ 17 h 22"/>
                  <a:gd name="T2" fmla="*/ 3 w 21"/>
                  <a:gd name="T3" fmla="*/ 1 h 22"/>
                  <a:gd name="T4" fmla="*/ 1 w 21"/>
                  <a:gd name="T5" fmla="*/ 2 h 22"/>
                  <a:gd name="T6" fmla="*/ 17 w 21"/>
                  <a:gd name="T7" fmla="*/ 20 h 22"/>
                  <a:gd name="T8" fmla="*/ 19 w 21"/>
                  <a:gd name="T9" fmla="*/ 17 h 22"/>
                </a:gdLst>
                <a:ahLst/>
                <a:cxnLst>
                  <a:cxn ang="0">
                    <a:pos x="T0" y="T1"/>
                  </a:cxn>
                  <a:cxn ang="0">
                    <a:pos x="T2" y="T3"/>
                  </a:cxn>
                  <a:cxn ang="0">
                    <a:pos x="T4" y="T5"/>
                  </a:cxn>
                  <a:cxn ang="0">
                    <a:pos x="T6" y="T7"/>
                  </a:cxn>
                  <a:cxn ang="0">
                    <a:pos x="T8" y="T9"/>
                  </a:cxn>
                </a:cxnLst>
                <a:rect l="0" t="0" r="r" b="b"/>
                <a:pathLst>
                  <a:path w="21" h="22">
                    <a:moveTo>
                      <a:pt x="19" y="17"/>
                    </a:moveTo>
                    <a:cubicBezTo>
                      <a:pt x="13" y="13"/>
                      <a:pt x="8" y="7"/>
                      <a:pt x="3" y="1"/>
                    </a:cubicBezTo>
                    <a:cubicBezTo>
                      <a:pt x="3" y="0"/>
                      <a:pt x="0" y="1"/>
                      <a:pt x="1" y="2"/>
                    </a:cubicBezTo>
                    <a:cubicBezTo>
                      <a:pt x="4" y="10"/>
                      <a:pt x="10" y="16"/>
                      <a:pt x="17" y="20"/>
                    </a:cubicBezTo>
                    <a:cubicBezTo>
                      <a:pt x="19" y="22"/>
                      <a:pt x="21" y="18"/>
                      <a:pt x="19"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1" name="Freeform 347">
                <a:extLst>
                  <a:ext uri="{FF2B5EF4-FFF2-40B4-BE49-F238E27FC236}">
                    <a16:creationId xmlns:a16="http://schemas.microsoft.com/office/drawing/2014/main" id="{FE637457-CA0E-3C90-7FE7-4A97ACAB5B17}"/>
                  </a:ext>
                </a:extLst>
              </p:cNvPr>
              <p:cNvSpPr/>
              <p:nvPr/>
            </p:nvSpPr>
            <p:spPr bwMode="auto">
              <a:xfrm>
                <a:off x="1484" y="2346"/>
                <a:ext cx="36" cy="12"/>
              </a:xfrm>
              <a:custGeom>
                <a:avLst/>
                <a:gdLst>
                  <a:gd name="T0" fmla="*/ 19 w 21"/>
                  <a:gd name="T1" fmla="*/ 3 h 7"/>
                  <a:gd name="T2" fmla="*/ 2 w 21"/>
                  <a:gd name="T3" fmla="*/ 0 h 7"/>
                  <a:gd name="T4" fmla="*/ 2 w 21"/>
                  <a:gd name="T5" fmla="*/ 3 h 7"/>
                  <a:gd name="T6" fmla="*/ 19 w 21"/>
                  <a:gd name="T7" fmla="*/ 7 h 7"/>
                  <a:gd name="T8" fmla="*/ 19 w 21"/>
                  <a:gd name="T9" fmla="*/ 3 h 7"/>
                </a:gdLst>
                <a:ahLst/>
                <a:cxnLst>
                  <a:cxn ang="0">
                    <a:pos x="T0" y="T1"/>
                  </a:cxn>
                  <a:cxn ang="0">
                    <a:pos x="T2" y="T3"/>
                  </a:cxn>
                  <a:cxn ang="0">
                    <a:pos x="T4" y="T5"/>
                  </a:cxn>
                  <a:cxn ang="0">
                    <a:pos x="T6" y="T7"/>
                  </a:cxn>
                  <a:cxn ang="0">
                    <a:pos x="T8" y="T9"/>
                  </a:cxn>
                </a:cxnLst>
                <a:rect l="0" t="0" r="r" b="b"/>
                <a:pathLst>
                  <a:path w="21" h="7">
                    <a:moveTo>
                      <a:pt x="19" y="3"/>
                    </a:moveTo>
                    <a:cubicBezTo>
                      <a:pt x="14" y="1"/>
                      <a:pt x="8" y="1"/>
                      <a:pt x="2" y="0"/>
                    </a:cubicBezTo>
                    <a:cubicBezTo>
                      <a:pt x="0" y="0"/>
                      <a:pt x="0" y="2"/>
                      <a:pt x="2" y="3"/>
                    </a:cubicBezTo>
                    <a:cubicBezTo>
                      <a:pt x="7" y="4"/>
                      <a:pt x="13" y="6"/>
                      <a:pt x="19" y="7"/>
                    </a:cubicBezTo>
                    <a:cubicBezTo>
                      <a:pt x="21" y="7"/>
                      <a:pt x="21" y="4"/>
                      <a:pt x="19"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2" name="Freeform 348">
                <a:extLst>
                  <a:ext uri="{FF2B5EF4-FFF2-40B4-BE49-F238E27FC236}">
                    <a16:creationId xmlns:a16="http://schemas.microsoft.com/office/drawing/2014/main" id="{C352462F-1C51-C84D-C596-AAE592EBC1E4}"/>
                  </a:ext>
                </a:extLst>
              </p:cNvPr>
              <p:cNvSpPr/>
              <p:nvPr/>
            </p:nvSpPr>
            <p:spPr bwMode="auto">
              <a:xfrm>
                <a:off x="1489" y="2318"/>
                <a:ext cx="47" cy="16"/>
              </a:xfrm>
              <a:custGeom>
                <a:avLst/>
                <a:gdLst>
                  <a:gd name="T0" fmla="*/ 25 w 27"/>
                  <a:gd name="T1" fmla="*/ 5 h 9"/>
                  <a:gd name="T2" fmla="*/ 2 w 27"/>
                  <a:gd name="T3" fmla="*/ 0 h 9"/>
                  <a:gd name="T4" fmla="*/ 2 w 27"/>
                  <a:gd name="T5" fmla="*/ 3 h 9"/>
                  <a:gd name="T6" fmla="*/ 24 w 27"/>
                  <a:gd name="T7" fmla="*/ 8 h 9"/>
                  <a:gd name="T8" fmla="*/ 25 w 27"/>
                  <a:gd name="T9" fmla="*/ 5 h 9"/>
                </a:gdLst>
                <a:ahLst/>
                <a:cxnLst>
                  <a:cxn ang="0">
                    <a:pos x="T0" y="T1"/>
                  </a:cxn>
                  <a:cxn ang="0">
                    <a:pos x="T2" y="T3"/>
                  </a:cxn>
                  <a:cxn ang="0">
                    <a:pos x="T4" y="T5"/>
                  </a:cxn>
                  <a:cxn ang="0">
                    <a:pos x="T6" y="T7"/>
                  </a:cxn>
                  <a:cxn ang="0">
                    <a:pos x="T8" y="T9"/>
                  </a:cxn>
                </a:cxnLst>
                <a:rect l="0" t="0" r="r" b="b"/>
                <a:pathLst>
                  <a:path w="27" h="9">
                    <a:moveTo>
                      <a:pt x="25" y="5"/>
                    </a:moveTo>
                    <a:cubicBezTo>
                      <a:pt x="17" y="3"/>
                      <a:pt x="10" y="1"/>
                      <a:pt x="2" y="0"/>
                    </a:cubicBezTo>
                    <a:cubicBezTo>
                      <a:pt x="0" y="0"/>
                      <a:pt x="0" y="2"/>
                      <a:pt x="2" y="3"/>
                    </a:cubicBezTo>
                    <a:cubicBezTo>
                      <a:pt x="9" y="6"/>
                      <a:pt x="17" y="7"/>
                      <a:pt x="24" y="8"/>
                    </a:cubicBezTo>
                    <a:cubicBezTo>
                      <a:pt x="26" y="9"/>
                      <a:pt x="27" y="6"/>
                      <a:pt x="25"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3" name="Freeform 349">
                <a:extLst>
                  <a:ext uri="{FF2B5EF4-FFF2-40B4-BE49-F238E27FC236}">
                    <a16:creationId xmlns:a16="http://schemas.microsoft.com/office/drawing/2014/main" id="{83059C64-2B3B-94BA-3626-C217ED482269}"/>
                  </a:ext>
                </a:extLst>
              </p:cNvPr>
              <p:cNvSpPr/>
              <p:nvPr/>
            </p:nvSpPr>
            <p:spPr bwMode="auto">
              <a:xfrm>
                <a:off x="1492" y="2274"/>
                <a:ext cx="69" cy="28"/>
              </a:xfrm>
              <a:custGeom>
                <a:avLst/>
                <a:gdLst>
                  <a:gd name="T0" fmla="*/ 37 w 39"/>
                  <a:gd name="T1" fmla="*/ 13 h 16"/>
                  <a:gd name="T2" fmla="*/ 3 w 39"/>
                  <a:gd name="T3" fmla="*/ 0 h 16"/>
                  <a:gd name="T4" fmla="*/ 2 w 39"/>
                  <a:gd name="T5" fmla="*/ 3 h 16"/>
                  <a:gd name="T6" fmla="*/ 36 w 39"/>
                  <a:gd name="T7" fmla="*/ 16 h 16"/>
                  <a:gd name="T8" fmla="*/ 37 w 39"/>
                  <a:gd name="T9" fmla="*/ 13 h 16"/>
                </a:gdLst>
                <a:ahLst/>
                <a:cxnLst>
                  <a:cxn ang="0">
                    <a:pos x="T0" y="T1"/>
                  </a:cxn>
                  <a:cxn ang="0">
                    <a:pos x="T2" y="T3"/>
                  </a:cxn>
                  <a:cxn ang="0">
                    <a:pos x="T4" y="T5"/>
                  </a:cxn>
                  <a:cxn ang="0">
                    <a:pos x="T6" y="T7"/>
                  </a:cxn>
                  <a:cxn ang="0">
                    <a:pos x="T8" y="T9"/>
                  </a:cxn>
                </a:cxnLst>
                <a:rect l="0" t="0" r="r" b="b"/>
                <a:pathLst>
                  <a:path w="39" h="16">
                    <a:moveTo>
                      <a:pt x="37" y="13"/>
                    </a:moveTo>
                    <a:cubicBezTo>
                      <a:pt x="26" y="8"/>
                      <a:pt x="15" y="2"/>
                      <a:pt x="3" y="0"/>
                    </a:cubicBezTo>
                    <a:cubicBezTo>
                      <a:pt x="1" y="0"/>
                      <a:pt x="0" y="2"/>
                      <a:pt x="2" y="3"/>
                    </a:cubicBezTo>
                    <a:cubicBezTo>
                      <a:pt x="12" y="9"/>
                      <a:pt x="25" y="12"/>
                      <a:pt x="36" y="16"/>
                    </a:cubicBezTo>
                    <a:cubicBezTo>
                      <a:pt x="38" y="16"/>
                      <a:pt x="39" y="14"/>
                      <a:pt x="37"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4" name="Freeform 350">
                <a:extLst>
                  <a:ext uri="{FF2B5EF4-FFF2-40B4-BE49-F238E27FC236}">
                    <a16:creationId xmlns:a16="http://schemas.microsoft.com/office/drawing/2014/main" id="{E1C91684-636C-1EBC-4B07-399034E88177}"/>
                  </a:ext>
                </a:extLst>
              </p:cNvPr>
              <p:cNvSpPr/>
              <p:nvPr/>
            </p:nvSpPr>
            <p:spPr bwMode="auto">
              <a:xfrm>
                <a:off x="1494" y="2233"/>
                <a:ext cx="88" cy="39"/>
              </a:xfrm>
              <a:custGeom>
                <a:avLst/>
                <a:gdLst>
                  <a:gd name="T0" fmla="*/ 48 w 50"/>
                  <a:gd name="T1" fmla="*/ 18 h 22"/>
                  <a:gd name="T2" fmla="*/ 4 w 50"/>
                  <a:gd name="T3" fmla="*/ 1 h 22"/>
                  <a:gd name="T4" fmla="*/ 2 w 50"/>
                  <a:gd name="T5" fmla="*/ 3 h 22"/>
                  <a:gd name="T6" fmla="*/ 47 w 50"/>
                  <a:gd name="T7" fmla="*/ 22 h 22"/>
                  <a:gd name="T8" fmla="*/ 48 w 50"/>
                  <a:gd name="T9" fmla="*/ 18 h 22"/>
                </a:gdLst>
                <a:ahLst/>
                <a:cxnLst>
                  <a:cxn ang="0">
                    <a:pos x="T0" y="T1"/>
                  </a:cxn>
                  <a:cxn ang="0">
                    <a:pos x="T2" y="T3"/>
                  </a:cxn>
                  <a:cxn ang="0">
                    <a:pos x="T4" y="T5"/>
                  </a:cxn>
                  <a:cxn ang="0">
                    <a:pos x="T6" y="T7"/>
                  </a:cxn>
                  <a:cxn ang="0">
                    <a:pos x="T8" y="T9"/>
                  </a:cxn>
                </a:cxnLst>
                <a:rect l="0" t="0" r="r" b="b"/>
                <a:pathLst>
                  <a:path w="50" h="22">
                    <a:moveTo>
                      <a:pt x="48" y="18"/>
                    </a:moveTo>
                    <a:cubicBezTo>
                      <a:pt x="32" y="14"/>
                      <a:pt x="18" y="7"/>
                      <a:pt x="4" y="1"/>
                    </a:cubicBezTo>
                    <a:cubicBezTo>
                      <a:pt x="2" y="0"/>
                      <a:pt x="0" y="2"/>
                      <a:pt x="2" y="3"/>
                    </a:cubicBezTo>
                    <a:cubicBezTo>
                      <a:pt x="14" y="14"/>
                      <a:pt x="31" y="19"/>
                      <a:pt x="47" y="22"/>
                    </a:cubicBezTo>
                    <a:cubicBezTo>
                      <a:pt x="49" y="22"/>
                      <a:pt x="50" y="19"/>
                      <a:pt x="48"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5" name="Freeform 351">
                <a:extLst>
                  <a:ext uri="{FF2B5EF4-FFF2-40B4-BE49-F238E27FC236}">
                    <a16:creationId xmlns:a16="http://schemas.microsoft.com/office/drawing/2014/main" id="{6C067B7B-B768-92FD-CB74-6FFF3197F838}"/>
                  </a:ext>
                </a:extLst>
              </p:cNvPr>
              <p:cNvSpPr/>
              <p:nvPr/>
            </p:nvSpPr>
            <p:spPr bwMode="auto">
              <a:xfrm>
                <a:off x="1501" y="2200"/>
                <a:ext cx="120" cy="53"/>
              </a:xfrm>
              <a:custGeom>
                <a:avLst/>
                <a:gdLst>
                  <a:gd name="T0" fmla="*/ 66 w 68"/>
                  <a:gd name="T1" fmla="*/ 21 h 30"/>
                  <a:gd name="T2" fmla="*/ 1 w 68"/>
                  <a:gd name="T3" fmla="*/ 4 h 30"/>
                  <a:gd name="T4" fmla="*/ 2 w 68"/>
                  <a:gd name="T5" fmla="*/ 6 h 30"/>
                  <a:gd name="T6" fmla="*/ 66 w 68"/>
                  <a:gd name="T7" fmla="*/ 25 h 30"/>
                  <a:gd name="T8" fmla="*/ 66 w 68"/>
                  <a:gd name="T9" fmla="*/ 21 h 30"/>
                </a:gdLst>
                <a:ahLst/>
                <a:cxnLst>
                  <a:cxn ang="0">
                    <a:pos x="T0" y="T1"/>
                  </a:cxn>
                  <a:cxn ang="0">
                    <a:pos x="T2" y="T3"/>
                  </a:cxn>
                  <a:cxn ang="0">
                    <a:pos x="T4" y="T5"/>
                  </a:cxn>
                  <a:cxn ang="0">
                    <a:pos x="T6" y="T7"/>
                  </a:cxn>
                  <a:cxn ang="0">
                    <a:pos x="T8" y="T9"/>
                  </a:cxn>
                </a:cxnLst>
                <a:rect l="0" t="0" r="r" b="b"/>
                <a:pathLst>
                  <a:path w="68" h="30">
                    <a:moveTo>
                      <a:pt x="66" y="21"/>
                    </a:moveTo>
                    <a:cubicBezTo>
                      <a:pt x="42" y="23"/>
                      <a:pt x="25" y="0"/>
                      <a:pt x="1" y="4"/>
                    </a:cubicBezTo>
                    <a:cubicBezTo>
                      <a:pt x="0" y="4"/>
                      <a:pt x="0" y="6"/>
                      <a:pt x="2" y="6"/>
                    </a:cubicBezTo>
                    <a:cubicBezTo>
                      <a:pt x="24" y="8"/>
                      <a:pt x="43" y="30"/>
                      <a:pt x="66" y="25"/>
                    </a:cubicBezTo>
                    <a:cubicBezTo>
                      <a:pt x="68" y="24"/>
                      <a:pt x="68" y="21"/>
                      <a:pt x="66"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6" name="Freeform 352">
                <a:extLst>
                  <a:ext uri="{FF2B5EF4-FFF2-40B4-BE49-F238E27FC236}">
                    <a16:creationId xmlns:a16="http://schemas.microsoft.com/office/drawing/2014/main" id="{9FDB356D-1028-B321-A593-A52FB3100865}"/>
                  </a:ext>
                </a:extLst>
              </p:cNvPr>
              <p:cNvSpPr/>
              <p:nvPr/>
            </p:nvSpPr>
            <p:spPr bwMode="auto">
              <a:xfrm>
                <a:off x="1531" y="2179"/>
                <a:ext cx="121" cy="51"/>
              </a:xfrm>
              <a:custGeom>
                <a:avLst/>
                <a:gdLst>
                  <a:gd name="T0" fmla="*/ 67 w 69"/>
                  <a:gd name="T1" fmla="*/ 26 h 29"/>
                  <a:gd name="T2" fmla="*/ 4 w 69"/>
                  <a:gd name="T3" fmla="*/ 1 h 29"/>
                  <a:gd name="T4" fmla="*/ 2 w 69"/>
                  <a:gd name="T5" fmla="*/ 4 h 29"/>
                  <a:gd name="T6" fmla="*/ 66 w 69"/>
                  <a:gd name="T7" fmla="*/ 29 h 29"/>
                  <a:gd name="T8" fmla="*/ 67 w 69"/>
                  <a:gd name="T9" fmla="*/ 26 h 29"/>
                </a:gdLst>
                <a:ahLst/>
                <a:cxnLst>
                  <a:cxn ang="0">
                    <a:pos x="T0" y="T1"/>
                  </a:cxn>
                  <a:cxn ang="0">
                    <a:pos x="T2" y="T3"/>
                  </a:cxn>
                  <a:cxn ang="0">
                    <a:pos x="T4" y="T5"/>
                  </a:cxn>
                  <a:cxn ang="0">
                    <a:pos x="T6" y="T7"/>
                  </a:cxn>
                  <a:cxn ang="0">
                    <a:pos x="T8" y="T9"/>
                  </a:cxn>
                </a:cxnLst>
                <a:rect l="0" t="0" r="r" b="b"/>
                <a:pathLst>
                  <a:path w="69" h="29">
                    <a:moveTo>
                      <a:pt x="67" y="26"/>
                    </a:moveTo>
                    <a:cubicBezTo>
                      <a:pt x="45" y="19"/>
                      <a:pt x="25" y="10"/>
                      <a:pt x="4" y="1"/>
                    </a:cubicBezTo>
                    <a:cubicBezTo>
                      <a:pt x="2" y="0"/>
                      <a:pt x="0" y="3"/>
                      <a:pt x="2" y="4"/>
                    </a:cubicBezTo>
                    <a:cubicBezTo>
                      <a:pt x="21" y="16"/>
                      <a:pt x="44" y="24"/>
                      <a:pt x="66" y="29"/>
                    </a:cubicBezTo>
                    <a:cubicBezTo>
                      <a:pt x="68" y="29"/>
                      <a:pt x="69" y="26"/>
                      <a:pt x="67"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7" name="Freeform 353">
                <a:extLst>
                  <a:ext uri="{FF2B5EF4-FFF2-40B4-BE49-F238E27FC236}">
                    <a16:creationId xmlns:a16="http://schemas.microsoft.com/office/drawing/2014/main" id="{29BF243F-F957-6813-5D5F-1B46375C77FF}"/>
                  </a:ext>
                </a:extLst>
              </p:cNvPr>
              <p:cNvSpPr/>
              <p:nvPr/>
            </p:nvSpPr>
            <p:spPr bwMode="auto">
              <a:xfrm>
                <a:off x="1524" y="2147"/>
                <a:ext cx="51" cy="32"/>
              </a:xfrm>
              <a:custGeom>
                <a:avLst/>
                <a:gdLst>
                  <a:gd name="T0" fmla="*/ 28 w 29"/>
                  <a:gd name="T1" fmla="*/ 15 h 18"/>
                  <a:gd name="T2" fmla="*/ 3 w 29"/>
                  <a:gd name="T3" fmla="*/ 1 h 18"/>
                  <a:gd name="T4" fmla="*/ 1 w 29"/>
                  <a:gd name="T5" fmla="*/ 3 h 18"/>
                  <a:gd name="T6" fmla="*/ 27 w 29"/>
                  <a:gd name="T7" fmla="*/ 18 h 18"/>
                  <a:gd name="T8" fmla="*/ 28 w 29"/>
                  <a:gd name="T9" fmla="*/ 15 h 18"/>
                </a:gdLst>
                <a:ahLst/>
                <a:cxnLst>
                  <a:cxn ang="0">
                    <a:pos x="T0" y="T1"/>
                  </a:cxn>
                  <a:cxn ang="0">
                    <a:pos x="T2" y="T3"/>
                  </a:cxn>
                  <a:cxn ang="0">
                    <a:pos x="T4" y="T5"/>
                  </a:cxn>
                  <a:cxn ang="0">
                    <a:pos x="T6" y="T7"/>
                  </a:cxn>
                  <a:cxn ang="0">
                    <a:pos x="T8" y="T9"/>
                  </a:cxn>
                </a:cxnLst>
                <a:rect l="0" t="0" r="r" b="b"/>
                <a:pathLst>
                  <a:path w="29" h="18">
                    <a:moveTo>
                      <a:pt x="28" y="15"/>
                    </a:moveTo>
                    <a:cubicBezTo>
                      <a:pt x="19" y="11"/>
                      <a:pt x="11" y="6"/>
                      <a:pt x="3" y="1"/>
                    </a:cubicBezTo>
                    <a:cubicBezTo>
                      <a:pt x="1" y="0"/>
                      <a:pt x="0" y="2"/>
                      <a:pt x="1" y="3"/>
                    </a:cubicBezTo>
                    <a:cubicBezTo>
                      <a:pt x="8" y="11"/>
                      <a:pt x="17" y="15"/>
                      <a:pt x="27" y="18"/>
                    </a:cubicBezTo>
                    <a:cubicBezTo>
                      <a:pt x="29" y="18"/>
                      <a:pt x="29" y="16"/>
                      <a:pt x="28"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8" name="Freeform 354">
                <a:extLst>
                  <a:ext uri="{FF2B5EF4-FFF2-40B4-BE49-F238E27FC236}">
                    <a16:creationId xmlns:a16="http://schemas.microsoft.com/office/drawing/2014/main" id="{AF50445E-C306-1D3B-3F5B-5EA03C2DCC80}"/>
                  </a:ext>
                </a:extLst>
              </p:cNvPr>
              <p:cNvSpPr/>
              <p:nvPr/>
            </p:nvSpPr>
            <p:spPr bwMode="auto">
              <a:xfrm>
                <a:off x="1512" y="2105"/>
                <a:ext cx="42" cy="30"/>
              </a:xfrm>
              <a:custGeom>
                <a:avLst/>
                <a:gdLst>
                  <a:gd name="T0" fmla="*/ 22 w 24"/>
                  <a:gd name="T1" fmla="*/ 13 h 17"/>
                  <a:gd name="T2" fmla="*/ 2 w 24"/>
                  <a:gd name="T3" fmla="*/ 1 h 17"/>
                  <a:gd name="T4" fmla="*/ 1 w 24"/>
                  <a:gd name="T5" fmla="*/ 3 h 17"/>
                  <a:gd name="T6" fmla="*/ 21 w 24"/>
                  <a:gd name="T7" fmla="*/ 16 h 17"/>
                  <a:gd name="T8" fmla="*/ 22 w 24"/>
                  <a:gd name="T9" fmla="*/ 13 h 17"/>
                </a:gdLst>
                <a:ahLst/>
                <a:cxnLst>
                  <a:cxn ang="0">
                    <a:pos x="T0" y="T1"/>
                  </a:cxn>
                  <a:cxn ang="0">
                    <a:pos x="T2" y="T3"/>
                  </a:cxn>
                  <a:cxn ang="0">
                    <a:pos x="T4" y="T5"/>
                  </a:cxn>
                  <a:cxn ang="0">
                    <a:pos x="T6" y="T7"/>
                  </a:cxn>
                  <a:cxn ang="0">
                    <a:pos x="T8" y="T9"/>
                  </a:cxn>
                </a:cxnLst>
                <a:rect l="0" t="0" r="r" b="b"/>
                <a:pathLst>
                  <a:path w="24" h="17">
                    <a:moveTo>
                      <a:pt x="22" y="13"/>
                    </a:moveTo>
                    <a:cubicBezTo>
                      <a:pt x="15" y="10"/>
                      <a:pt x="9" y="6"/>
                      <a:pt x="2" y="1"/>
                    </a:cubicBezTo>
                    <a:cubicBezTo>
                      <a:pt x="1" y="0"/>
                      <a:pt x="0" y="2"/>
                      <a:pt x="1" y="3"/>
                    </a:cubicBezTo>
                    <a:cubicBezTo>
                      <a:pt x="6" y="10"/>
                      <a:pt x="13" y="14"/>
                      <a:pt x="21" y="16"/>
                    </a:cubicBezTo>
                    <a:cubicBezTo>
                      <a:pt x="23" y="17"/>
                      <a:pt x="24" y="14"/>
                      <a:pt x="22"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9" name="Freeform 355">
                <a:extLst>
                  <a:ext uri="{FF2B5EF4-FFF2-40B4-BE49-F238E27FC236}">
                    <a16:creationId xmlns:a16="http://schemas.microsoft.com/office/drawing/2014/main" id="{AABD9243-F108-B2BF-BFA0-F17773C727BC}"/>
                  </a:ext>
                </a:extLst>
              </p:cNvPr>
              <p:cNvSpPr/>
              <p:nvPr/>
            </p:nvSpPr>
            <p:spPr bwMode="auto">
              <a:xfrm>
                <a:off x="1584" y="2255"/>
                <a:ext cx="102" cy="68"/>
              </a:xfrm>
              <a:custGeom>
                <a:avLst/>
                <a:gdLst>
                  <a:gd name="T0" fmla="*/ 56 w 58"/>
                  <a:gd name="T1" fmla="*/ 0 h 39"/>
                  <a:gd name="T2" fmla="*/ 1 w 58"/>
                  <a:gd name="T3" fmla="*/ 36 h 39"/>
                  <a:gd name="T4" fmla="*/ 3 w 58"/>
                  <a:gd name="T5" fmla="*/ 37 h 39"/>
                  <a:gd name="T6" fmla="*/ 56 w 58"/>
                  <a:gd name="T7" fmla="*/ 3 h 39"/>
                  <a:gd name="T8" fmla="*/ 56 w 58"/>
                  <a:gd name="T9" fmla="*/ 0 h 39"/>
                </a:gdLst>
                <a:ahLst/>
                <a:cxnLst>
                  <a:cxn ang="0">
                    <a:pos x="T0" y="T1"/>
                  </a:cxn>
                  <a:cxn ang="0">
                    <a:pos x="T2" y="T3"/>
                  </a:cxn>
                  <a:cxn ang="0">
                    <a:pos x="T4" y="T5"/>
                  </a:cxn>
                  <a:cxn ang="0">
                    <a:pos x="T6" y="T7"/>
                  </a:cxn>
                  <a:cxn ang="0">
                    <a:pos x="T8" y="T9"/>
                  </a:cxn>
                </a:cxnLst>
                <a:rect l="0" t="0" r="r" b="b"/>
                <a:pathLst>
                  <a:path w="58" h="39">
                    <a:moveTo>
                      <a:pt x="56" y="0"/>
                    </a:moveTo>
                    <a:cubicBezTo>
                      <a:pt x="32" y="0"/>
                      <a:pt x="10" y="14"/>
                      <a:pt x="1" y="36"/>
                    </a:cubicBezTo>
                    <a:cubicBezTo>
                      <a:pt x="0" y="38"/>
                      <a:pt x="3" y="39"/>
                      <a:pt x="3" y="37"/>
                    </a:cubicBezTo>
                    <a:cubicBezTo>
                      <a:pt x="15" y="18"/>
                      <a:pt x="33" y="5"/>
                      <a:pt x="56" y="3"/>
                    </a:cubicBezTo>
                    <a:cubicBezTo>
                      <a:pt x="58" y="3"/>
                      <a:pt x="58" y="0"/>
                      <a:pt x="5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40" name="Freeform 356">
                <a:extLst>
                  <a:ext uri="{FF2B5EF4-FFF2-40B4-BE49-F238E27FC236}">
                    <a16:creationId xmlns:a16="http://schemas.microsoft.com/office/drawing/2014/main" id="{82B51A0D-FCC8-4B7C-4E24-F5D465160231}"/>
                  </a:ext>
                </a:extLst>
              </p:cNvPr>
              <p:cNvSpPr/>
              <p:nvPr/>
            </p:nvSpPr>
            <p:spPr bwMode="auto">
              <a:xfrm>
                <a:off x="1605" y="2260"/>
                <a:ext cx="74" cy="90"/>
              </a:xfrm>
              <a:custGeom>
                <a:avLst/>
                <a:gdLst>
                  <a:gd name="T0" fmla="*/ 38 w 42"/>
                  <a:gd name="T1" fmla="*/ 1 h 51"/>
                  <a:gd name="T2" fmla="*/ 1 w 42"/>
                  <a:gd name="T3" fmla="*/ 48 h 51"/>
                  <a:gd name="T4" fmla="*/ 3 w 42"/>
                  <a:gd name="T5" fmla="*/ 50 h 51"/>
                  <a:gd name="T6" fmla="*/ 41 w 42"/>
                  <a:gd name="T7" fmla="*/ 4 h 51"/>
                  <a:gd name="T8" fmla="*/ 38 w 42"/>
                  <a:gd name="T9" fmla="*/ 1 h 51"/>
                </a:gdLst>
                <a:ahLst/>
                <a:cxnLst>
                  <a:cxn ang="0">
                    <a:pos x="T0" y="T1"/>
                  </a:cxn>
                  <a:cxn ang="0">
                    <a:pos x="T2" y="T3"/>
                  </a:cxn>
                  <a:cxn ang="0">
                    <a:pos x="T4" y="T5"/>
                  </a:cxn>
                  <a:cxn ang="0">
                    <a:pos x="T6" y="T7"/>
                  </a:cxn>
                  <a:cxn ang="0">
                    <a:pos x="T8" y="T9"/>
                  </a:cxn>
                </a:cxnLst>
                <a:rect l="0" t="0" r="r" b="b"/>
                <a:pathLst>
                  <a:path w="42" h="51">
                    <a:moveTo>
                      <a:pt x="38" y="1"/>
                    </a:moveTo>
                    <a:cubicBezTo>
                      <a:pt x="23" y="14"/>
                      <a:pt x="10" y="30"/>
                      <a:pt x="1" y="48"/>
                    </a:cubicBezTo>
                    <a:cubicBezTo>
                      <a:pt x="0" y="50"/>
                      <a:pt x="2" y="51"/>
                      <a:pt x="3" y="50"/>
                    </a:cubicBezTo>
                    <a:cubicBezTo>
                      <a:pt x="15" y="33"/>
                      <a:pt x="26" y="18"/>
                      <a:pt x="41" y="4"/>
                    </a:cubicBezTo>
                    <a:cubicBezTo>
                      <a:pt x="42" y="2"/>
                      <a:pt x="40" y="0"/>
                      <a:pt x="38"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41" name="Freeform 357">
                <a:extLst>
                  <a:ext uri="{FF2B5EF4-FFF2-40B4-BE49-F238E27FC236}">
                    <a16:creationId xmlns:a16="http://schemas.microsoft.com/office/drawing/2014/main" id="{57B156ED-E254-6179-E6B2-3D101397E8ED}"/>
                  </a:ext>
                </a:extLst>
              </p:cNvPr>
              <p:cNvSpPr/>
              <p:nvPr/>
            </p:nvSpPr>
            <p:spPr bwMode="auto">
              <a:xfrm>
                <a:off x="1629" y="2302"/>
                <a:ext cx="43" cy="67"/>
              </a:xfrm>
              <a:custGeom>
                <a:avLst/>
                <a:gdLst>
                  <a:gd name="T0" fmla="*/ 20 w 24"/>
                  <a:gd name="T1" fmla="*/ 2 h 38"/>
                  <a:gd name="T2" fmla="*/ 0 w 24"/>
                  <a:gd name="T3" fmla="*/ 35 h 38"/>
                  <a:gd name="T4" fmla="*/ 3 w 24"/>
                  <a:gd name="T5" fmla="*/ 36 h 38"/>
                  <a:gd name="T6" fmla="*/ 23 w 24"/>
                  <a:gd name="T7" fmla="*/ 3 h 38"/>
                  <a:gd name="T8" fmla="*/ 20 w 24"/>
                  <a:gd name="T9" fmla="*/ 2 h 38"/>
                </a:gdLst>
                <a:ahLst/>
                <a:cxnLst>
                  <a:cxn ang="0">
                    <a:pos x="T0" y="T1"/>
                  </a:cxn>
                  <a:cxn ang="0">
                    <a:pos x="T2" y="T3"/>
                  </a:cxn>
                  <a:cxn ang="0">
                    <a:pos x="T4" y="T5"/>
                  </a:cxn>
                  <a:cxn ang="0">
                    <a:pos x="T6" y="T7"/>
                  </a:cxn>
                  <a:cxn ang="0">
                    <a:pos x="T8" y="T9"/>
                  </a:cxn>
                </a:cxnLst>
                <a:rect l="0" t="0" r="r" b="b"/>
                <a:pathLst>
                  <a:path w="24" h="38">
                    <a:moveTo>
                      <a:pt x="20" y="2"/>
                    </a:moveTo>
                    <a:cubicBezTo>
                      <a:pt x="12" y="12"/>
                      <a:pt x="5" y="23"/>
                      <a:pt x="0" y="35"/>
                    </a:cubicBezTo>
                    <a:cubicBezTo>
                      <a:pt x="0" y="37"/>
                      <a:pt x="2" y="38"/>
                      <a:pt x="3" y="36"/>
                    </a:cubicBezTo>
                    <a:cubicBezTo>
                      <a:pt x="10" y="25"/>
                      <a:pt x="16" y="14"/>
                      <a:pt x="23" y="3"/>
                    </a:cubicBezTo>
                    <a:cubicBezTo>
                      <a:pt x="24" y="1"/>
                      <a:pt x="21" y="0"/>
                      <a:pt x="2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42" name="Freeform 358">
                <a:extLst>
                  <a:ext uri="{FF2B5EF4-FFF2-40B4-BE49-F238E27FC236}">
                    <a16:creationId xmlns:a16="http://schemas.microsoft.com/office/drawing/2014/main" id="{37E582F2-E07E-5BFA-F45C-D0144CDE7808}"/>
                  </a:ext>
                </a:extLst>
              </p:cNvPr>
              <p:cNvSpPr/>
              <p:nvPr/>
            </p:nvSpPr>
            <p:spPr bwMode="auto">
              <a:xfrm>
                <a:off x="1659" y="2342"/>
                <a:ext cx="27" cy="43"/>
              </a:xfrm>
              <a:custGeom>
                <a:avLst/>
                <a:gdLst>
                  <a:gd name="T0" fmla="*/ 10 w 15"/>
                  <a:gd name="T1" fmla="*/ 2 h 24"/>
                  <a:gd name="T2" fmla="*/ 0 w 15"/>
                  <a:gd name="T3" fmla="*/ 22 h 24"/>
                  <a:gd name="T4" fmla="*/ 3 w 15"/>
                  <a:gd name="T5" fmla="*/ 23 h 24"/>
                  <a:gd name="T6" fmla="*/ 13 w 15"/>
                  <a:gd name="T7" fmla="*/ 5 h 24"/>
                  <a:gd name="T8" fmla="*/ 10 w 15"/>
                  <a:gd name="T9" fmla="*/ 2 h 24"/>
                </a:gdLst>
                <a:ahLst/>
                <a:cxnLst>
                  <a:cxn ang="0">
                    <a:pos x="T0" y="T1"/>
                  </a:cxn>
                  <a:cxn ang="0">
                    <a:pos x="T2" y="T3"/>
                  </a:cxn>
                  <a:cxn ang="0">
                    <a:pos x="T4" y="T5"/>
                  </a:cxn>
                  <a:cxn ang="0">
                    <a:pos x="T6" y="T7"/>
                  </a:cxn>
                  <a:cxn ang="0">
                    <a:pos x="T8" y="T9"/>
                  </a:cxn>
                </a:cxnLst>
                <a:rect l="0" t="0" r="r" b="b"/>
                <a:pathLst>
                  <a:path w="15" h="24">
                    <a:moveTo>
                      <a:pt x="10" y="2"/>
                    </a:moveTo>
                    <a:cubicBezTo>
                      <a:pt x="5" y="8"/>
                      <a:pt x="1" y="14"/>
                      <a:pt x="0" y="22"/>
                    </a:cubicBezTo>
                    <a:cubicBezTo>
                      <a:pt x="0" y="24"/>
                      <a:pt x="3" y="24"/>
                      <a:pt x="3" y="23"/>
                    </a:cubicBezTo>
                    <a:cubicBezTo>
                      <a:pt x="6" y="16"/>
                      <a:pt x="8" y="10"/>
                      <a:pt x="13" y="5"/>
                    </a:cubicBezTo>
                    <a:cubicBezTo>
                      <a:pt x="15" y="3"/>
                      <a:pt x="12" y="0"/>
                      <a:pt x="1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43" name="Freeform 359">
                <a:extLst>
                  <a:ext uri="{FF2B5EF4-FFF2-40B4-BE49-F238E27FC236}">
                    <a16:creationId xmlns:a16="http://schemas.microsoft.com/office/drawing/2014/main" id="{82CA7A3A-6101-E76B-64FB-31F80A087ACF}"/>
                  </a:ext>
                </a:extLst>
              </p:cNvPr>
              <p:cNvSpPr/>
              <p:nvPr/>
            </p:nvSpPr>
            <p:spPr bwMode="auto">
              <a:xfrm>
                <a:off x="1686" y="2392"/>
                <a:ext cx="16" cy="31"/>
              </a:xfrm>
              <a:custGeom>
                <a:avLst/>
                <a:gdLst>
                  <a:gd name="T0" fmla="*/ 5 w 9"/>
                  <a:gd name="T1" fmla="*/ 2 h 18"/>
                  <a:gd name="T2" fmla="*/ 1 w 9"/>
                  <a:gd name="T3" fmla="*/ 15 h 18"/>
                  <a:gd name="T4" fmla="*/ 4 w 9"/>
                  <a:gd name="T5" fmla="*/ 16 h 18"/>
                  <a:gd name="T6" fmla="*/ 8 w 9"/>
                  <a:gd name="T7" fmla="*/ 3 h 18"/>
                  <a:gd name="T8" fmla="*/ 5 w 9"/>
                  <a:gd name="T9" fmla="*/ 2 h 18"/>
                </a:gdLst>
                <a:ahLst/>
                <a:cxnLst>
                  <a:cxn ang="0">
                    <a:pos x="T0" y="T1"/>
                  </a:cxn>
                  <a:cxn ang="0">
                    <a:pos x="T2" y="T3"/>
                  </a:cxn>
                  <a:cxn ang="0">
                    <a:pos x="T4" y="T5"/>
                  </a:cxn>
                  <a:cxn ang="0">
                    <a:pos x="T6" y="T7"/>
                  </a:cxn>
                  <a:cxn ang="0">
                    <a:pos x="T8" y="T9"/>
                  </a:cxn>
                </a:cxnLst>
                <a:rect l="0" t="0" r="r" b="b"/>
                <a:pathLst>
                  <a:path w="9" h="18">
                    <a:moveTo>
                      <a:pt x="5" y="2"/>
                    </a:moveTo>
                    <a:cubicBezTo>
                      <a:pt x="3" y="6"/>
                      <a:pt x="1" y="11"/>
                      <a:pt x="1" y="15"/>
                    </a:cubicBezTo>
                    <a:cubicBezTo>
                      <a:pt x="0" y="17"/>
                      <a:pt x="3" y="18"/>
                      <a:pt x="4" y="16"/>
                    </a:cubicBezTo>
                    <a:cubicBezTo>
                      <a:pt x="6" y="12"/>
                      <a:pt x="7" y="7"/>
                      <a:pt x="8" y="3"/>
                    </a:cubicBezTo>
                    <a:cubicBezTo>
                      <a:pt x="9" y="1"/>
                      <a:pt x="6" y="0"/>
                      <a:pt x="5"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44" name="Freeform 360">
                <a:extLst>
                  <a:ext uri="{FF2B5EF4-FFF2-40B4-BE49-F238E27FC236}">
                    <a16:creationId xmlns:a16="http://schemas.microsoft.com/office/drawing/2014/main" id="{8B809630-CB1D-59EB-45EA-95A8E802D23C}"/>
                  </a:ext>
                </a:extLst>
              </p:cNvPr>
              <p:cNvSpPr/>
              <p:nvPr/>
            </p:nvSpPr>
            <p:spPr bwMode="auto">
              <a:xfrm>
                <a:off x="1510" y="2401"/>
                <a:ext cx="49" cy="38"/>
              </a:xfrm>
              <a:custGeom>
                <a:avLst/>
                <a:gdLst>
                  <a:gd name="T0" fmla="*/ 24 w 28"/>
                  <a:gd name="T1" fmla="*/ 2 h 22"/>
                  <a:gd name="T2" fmla="*/ 2 w 28"/>
                  <a:gd name="T3" fmla="*/ 19 h 22"/>
                  <a:gd name="T4" fmla="*/ 3 w 28"/>
                  <a:gd name="T5" fmla="*/ 22 h 22"/>
                  <a:gd name="T6" fmla="*/ 26 w 28"/>
                  <a:gd name="T7" fmla="*/ 4 h 22"/>
                  <a:gd name="T8" fmla="*/ 24 w 28"/>
                  <a:gd name="T9" fmla="*/ 2 h 22"/>
                </a:gdLst>
                <a:ahLst/>
                <a:cxnLst>
                  <a:cxn ang="0">
                    <a:pos x="T0" y="T1"/>
                  </a:cxn>
                  <a:cxn ang="0">
                    <a:pos x="T2" y="T3"/>
                  </a:cxn>
                  <a:cxn ang="0">
                    <a:pos x="T4" y="T5"/>
                  </a:cxn>
                  <a:cxn ang="0">
                    <a:pos x="T6" y="T7"/>
                  </a:cxn>
                  <a:cxn ang="0">
                    <a:pos x="T8" y="T9"/>
                  </a:cxn>
                </a:cxnLst>
                <a:rect l="0" t="0" r="r" b="b"/>
                <a:pathLst>
                  <a:path w="28" h="22">
                    <a:moveTo>
                      <a:pt x="24" y="2"/>
                    </a:moveTo>
                    <a:cubicBezTo>
                      <a:pt x="17" y="8"/>
                      <a:pt x="10" y="14"/>
                      <a:pt x="2" y="19"/>
                    </a:cubicBezTo>
                    <a:cubicBezTo>
                      <a:pt x="0" y="20"/>
                      <a:pt x="1" y="22"/>
                      <a:pt x="3" y="22"/>
                    </a:cubicBezTo>
                    <a:cubicBezTo>
                      <a:pt x="12" y="18"/>
                      <a:pt x="20" y="12"/>
                      <a:pt x="26" y="4"/>
                    </a:cubicBezTo>
                    <a:cubicBezTo>
                      <a:pt x="28" y="2"/>
                      <a:pt x="25" y="0"/>
                      <a:pt x="2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45" name="Freeform 361">
                <a:extLst>
                  <a:ext uri="{FF2B5EF4-FFF2-40B4-BE49-F238E27FC236}">
                    <a16:creationId xmlns:a16="http://schemas.microsoft.com/office/drawing/2014/main" id="{B3C192DC-A208-51FE-0FC7-FE183A1B5C04}"/>
                  </a:ext>
                </a:extLst>
              </p:cNvPr>
              <p:cNvSpPr/>
              <p:nvPr/>
            </p:nvSpPr>
            <p:spPr bwMode="auto">
              <a:xfrm>
                <a:off x="1492" y="2432"/>
                <a:ext cx="67" cy="44"/>
              </a:xfrm>
              <a:custGeom>
                <a:avLst/>
                <a:gdLst>
                  <a:gd name="T0" fmla="*/ 34 w 38"/>
                  <a:gd name="T1" fmla="*/ 1 h 25"/>
                  <a:gd name="T2" fmla="*/ 2 w 38"/>
                  <a:gd name="T3" fmla="*/ 22 h 25"/>
                  <a:gd name="T4" fmla="*/ 3 w 38"/>
                  <a:gd name="T5" fmla="*/ 25 h 25"/>
                  <a:gd name="T6" fmla="*/ 37 w 38"/>
                  <a:gd name="T7" fmla="*/ 4 h 25"/>
                  <a:gd name="T8" fmla="*/ 34 w 38"/>
                  <a:gd name="T9" fmla="*/ 1 h 25"/>
                </a:gdLst>
                <a:ahLst/>
                <a:cxnLst>
                  <a:cxn ang="0">
                    <a:pos x="T0" y="T1"/>
                  </a:cxn>
                  <a:cxn ang="0">
                    <a:pos x="T2" y="T3"/>
                  </a:cxn>
                  <a:cxn ang="0">
                    <a:pos x="T4" y="T5"/>
                  </a:cxn>
                  <a:cxn ang="0">
                    <a:pos x="T6" y="T7"/>
                  </a:cxn>
                  <a:cxn ang="0">
                    <a:pos x="T8" y="T9"/>
                  </a:cxn>
                </a:cxnLst>
                <a:rect l="0" t="0" r="r" b="b"/>
                <a:pathLst>
                  <a:path w="38" h="25">
                    <a:moveTo>
                      <a:pt x="34" y="1"/>
                    </a:moveTo>
                    <a:cubicBezTo>
                      <a:pt x="24" y="8"/>
                      <a:pt x="12" y="15"/>
                      <a:pt x="2" y="22"/>
                    </a:cubicBezTo>
                    <a:cubicBezTo>
                      <a:pt x="0" y="23"/>
                      <a:pt x="1" y="25"/>
                      <a:pt x="3" y="25"/>
                    </a:cubicBezTo>
                    <a:cubicBezTo>
                      <a:pt x="15" y="21"/>
                      <a:pt x="28" y="13"/>
                      <a:pt x="37" y="4"/>
                    </a:cubicBezTo>
                    <a:cubicBezTo>
                      <a:pt x="38" y="2"/>
                      <a:pt x="36" y="0"/>
                      <a:pt x="34"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46" name="Freeform 362">
                <a:extLst>
                  <a:ext uri="{FF2B5EF4-FFF2-40B4-BE49-F238E27FC236}">
                    <a16:creationId xmlns:a16="http://schemas.microsoft.com/office/drawing/2014/main" id="{593EC784-CF90-A7C3-EF77-D0ED769FE581}"/>
                  </a:ext>
                </a:extLst>
              </p:cNvPr>
              <p:cNvSpPr/>
              <p:nvPr/>
            </p:nvSpPr>
            <p:spPr bwMode="auto">
              <a:xfrm>
                <a:off x="1536" y="2457"/>
                <a:ext cx="32" cy="26"/>
              </a:xfrm>
              <a:custGeom>
                <a:avLst/>
                <a:gdLst>
                  <a:gd name="T0" fmla="*/ 14 w 18"/>
                  <a:gd name="T1" fmla="*/ 1 h 15"/>
                  <a:gd name="T2" fmla="*/ 1 w 18"/>
                  <a:gd name="T3" fmla="*/ 11 h 15"/>
                  <a:gd name="T4" fmla="*/ 3 w 18"/>
                  <a:gd name="T5" fmla="*/ 14 h 15"/>
                  <a:gd name="T6" fmla="*/ 16 w 18"/>
                  <a:gd name="T7" fmla="*/ 4 h 15"/>
                  <a:gd name="T8" fmla="*/ 14 w 18"/>
                  <a:gd name="T9" fmla="*/ 1 h 15"/>
                </a:gdLst>
                <a:ahLst/>
                <a:cxnLst>
                  <a:cxn ang="0">
                    <a:pos x="T0" y="T1"/>
                  </a:cxn>
                  <a:cxn ang="0">
                    <a:pos x="T2" y="T3"/>
                  </a:cxn>
                  <a:cxn ang="0">
                    <a:pos x="T4" y="T5"/>
                  </a:cxn>
                  <a:cxn ang="0">
                    <a:pos x="T6" y="T7"/>
                  </a:cxn>
                  <a:cxn ang="0">
                    <a:pos x="T8" y="T9"/>
                  </a:cxn>
                </a:cxnLst>
                <a:rect l="0" t="0" r="r" b="b"/>
                <a:pathLst>
                  <a:path w="18" h="15">
                    <a:moveTo>
                      <a:pt x="14" y="1"/>
                    </a:moveTo>
                    <a:cubicBezTo>
                      <a:pt x="9" y="4"/>
                      <a:pt x="4" y="7"/>
                      <a:pt x="1" y="11"/>
                    </a:cubicBezTo>
                    <a:cubicBezTo>
                      <a:pt x="0" y="13"/>
                      <a:pt x="1" y="15"/>
                      <a:pt x="3" y="14"/>
                    </a:cubicBezTo>
                    <a:cubicBezTo>
                      <a:pt x="8" y="12"/>
                      <a:pt x="12" y="8"/>
                      <a:pt x="16" y="4"/>
                    </a:cubicBezTo>
                    <a:cubicBezTo>
                      <a:pt x="18" y="3"/>
                      <a:pt x="16" y="0"/>
                      <a:pt x="14"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47" name="Freeform 363">
                <a:extLst>
                  <a:ext uri="{FF2B5EF4-FFF2-40B4-BE49-F238E27FC236}">
                    <a16:creationId xmlns:a16="http://schemas.microsoft.com/office/drawing/2014/main" id="{43FCBF64-17B1-20D2-14AC-743638D75519}"/>
                  </a:ext>
                </a:extLst>
              </p:cNvPr>
              <p:cNvSpPr/>
              <p:nvPr/>
            </p:nvSpPr>
            <p:spPr bwMode="auto">
              <a:xfrm>
                <a:off x="1554" y="2476"/>
                <a:ext cx="26" cy="28"/>
              </a:xfrm>
              <a:custGeom>
                <a:avLst/>
                <a:gdLst>
                  <a:gd name="T0" fmla="*/ 11 w 15"/>
                  <a:gd name="T1" fmla="*/ 1 h 16"/>
                  <a:gd name="T2" fmla="*/ 0 w 15"/>
                  <a:gd name="T3" fmla="*/ 14 h 16"/>
                  <a:gd name="T4" fmla="*/ 3 w 15"/>
                  <a:gd name="T5" fmla="*/ 15 h 16"/>
                  <a:gd name="T6" fmla="*/ 8 w 15"/>
                  <a:gd name="T7" fmla="*/ 10 h 16"/>
                  <a:gd name="T8" fmla="*/ 13 w 15"/>
                  <a:gd name="T9" fmla="*/ 4 h 16"/>
                  <a:gd name="T10" fmla="*/ 11 w 15"/>
                  <a:gd name="T11" fmla="*/ 1 h 16"/>
                </a:gdLst>
                <a:ahLst/>
                <a:cxnLst>
                  <a:cxn ang="0">
                    <a:pos x="T0" y="T1"/>
                  </a:cxn>
                  <a:cxn ang="0">
                    <a:pos x="T2" y="T3"/>
                  </a:cxn>
                  <a:cxn ang="0">
                    <a:pos x="T4" y="T5"/>
                  </a:cxn>
                  <a:cxn ang="0">
                    <a:pos x="T6" y="T7"/>
                  </a:cxn>
                  <a:cxn ang="0">
                    <a:pos x="T8" y="T9"/>
                  </a:cxn>
                  <a:cxn ang="0">
                    <a:pos x="T10" y="T11"/>
                  </a:cxn>
                </a:cxnLst>
                <a:rect l="0" t="0" r="r" b="b"/>
                <a:pathLst>
                  <a:path w="15" h="16">
                    <a:moveTo>
                      <a:pt x="11" y="1"/>
                    </a:moveTo>
                    <a:cubicBezTo>
                      <a:pt x="7" y="5"/>
                      <a:pt x="2" y="9"/>
                      <a:pt x="0" y="14"/>
                    </a:cubicBezTo>
                    <a:cubicBezTo>
                      <a:pt x="0" y="15"/>
                      <a:pt x="2" y="16"/>
                      <a:pt x="3" y="15"/>
                    </a:cubicBezTo>
                    <a:cubicBezTo>
                      <a:pt x="5" y="14"/>
                      <a:pt x="6" y="12"/>
                      <a:pt x="8" y="10"/>
                    </a:cubicBezTo>
                    <a:cubicBezTo>
                      <a:pt x="9" y="8"/>
                      <a:pt x="11" y="6"/>
                      <a:pt x="13" y="4"/>
                    </a:cubicBezTo>
                    <a:cubicBezTo>
                      <a:pt x="15" y="3"/>
                      <a:pt x="13" y="0"/>
                      <a:pt x="11"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48" name="Freeform 364">
                <a:extLst>
                  <a:ext uri="{FF2B5EF4-FFF2-40B4-BE49-F238E27FC236}">
                    <a16:creationId xmlns:a16="http://schemas.microsoft.com/office/drawing/2014/main" id="{569B0E0C-5537-EC1D-AFE5-09FE06AE5507}"/>
                  </a:ext>
                </a:extLst>
              </p:cNvPr>
              <p:cNvSpPr/>
              <p:nvPr/>
            </p:nvSpPr>
            <p:spPr bwMode="auto">
              <a:xfrm>
                <a:off x="1561" y="2495"/>
                <a:ext cx="24" cy="25"/>
              </a:xfrm>
              <a:custGeom>
                <a:avLst/>
                <a:gdLst>
                  <a:gd name="T0" fmla="*/ 9 w 14"/>
                  <a:gd name="T1" fmla="*/ 2 h 14"/>
                  <a:gd name="T2" fmla="*/ 1 w 14"/>
                  <a:gd name="T3" fmla="*/ 11 h 14"/>
                  <a:gd name="T4" fmla="*/ 3 w 14"/>
                  <a:gd name="T5" fmla="*/ 13 h 14"/>
                  <a:gd name="T6" fmla="*/ 12 w 14"/>
                  <a:gd name="T7" fmla="*/ 5 h 14"/>
                  <a:gd name="T8" fmla="*/ 9 w 14"/>
                  <a:gd name="T9" fmla="*/ 2 h 14"/>
                </a:gdLst>
                <a:ahLst/>
                <a:cxnLst>
                  <a:cxn ang="0">
                    <a:pos x="T0" y="T1"/>
                  </a:cxn>
                  <a:cxn ang="0">
                    <a:pos x="T2" y="T3"/>
                  </a:cxn>
                  <a:cxn ang="0">
                    <a:pos x="T4" y="T5"/>
                  </a:cxn>
                  <a:cxn ang="0">
                    <a:pos x="T6" y="T7"/>
                  </a:cxn>
                  <a:cxn ang="0">
                    <a:pos x="T8" y="T9"/>
                  </a:cxn>
                </a:cxnLst>
                <a:rect l="0" t="0" r="r" b="b"/>
                <a:pathLst>
                  <a:path w="14" h="14">
                    <a:moveTo>
                      <a:pt x="9" y="2"/>
                    </a:moveTo>
                    <a:cubicBezTo>
                      <a:pt x="6" y="5"/>
                      <a:pt x="3" y="8"/>
                      <a:pt x="1" y="11"/>
                    </a:cubicBezTo>
                    <a:cubicBezTo>
                      <a:pt x="0" y="13"/>
                      <a:pt x="2" y="14"/>
                      <a:pt x="3" y="13"/>
                    </a:cubicBezTo>
                    <a:cubicBezTo>
                      <a:pt x="6" y="10"/>
                      <a:pt x="9" y="7"/>
                      <a:pt x="12" y="5"/>
                    </a:cubicBezTo>
                    <a:cubicBezTo>
                      <a:pt x="14" y="3"/>
                      <a:pt x="11" y="0"/>
                      <a:pt x="9"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49" name="Freeform 365">
                <a:extLst>
                  <a:ext uri="{FF2B5EF4-FFF2-40B4-BE49-F238E27FC236}">
                    <a16:creationId xmlns:a16="http://schemas.microsoft.com/office/drawing/2014/main" id="{1F494C43-6780-87DF-A94A-EC20E972E912}"/>
                  </a:ext>
                </a:extLst>
              </p:cNvPr>
              <p:cNvSpPr/>
              <p:nvPr/>
            </p:nvSpPr>
            <p:spPr bwMode="auto">
              <a:xfrm>
                <a:off x="2007" y="2369"/>
                <a:ext cx="4" cy="3"/>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2" y="2"/>
                      <a:pt x="2" y="0"/>
                      <a:pt x="1" y="0"/>
                    </a:cubicBezTo>
                    <a:cubicBezTo>
                      <a:pt x="0" y="0"/>
                      <a:pt x="0" y="2"/>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50" name="Freeform 366">
                <a:extLst>
                  <a:ext uri="{FF2B5EF4-FFF2-40B4-BE49-F238E27FC236}">
                    <a16:creationId xmlns:a16="http://schemas.microsoft.com/office/drawing/2014/main" id="{7121E9AF-8310-D33B-AE5E-1CC89DB07395}"/>
                  </a:ext>
                </a:extLst>
              </p:cNvPr>
              <p:cNvSpPr/>
              <p:nvPr/>
            </p:nvSpPr>
            <p:spPr bwMode="auto">
              <a:xfrm>
                <a:off x="1997" y="2360"/>
                <a:ext cx="98" cy="79"/>
              </a:xfrm>
              <a:custGeom>
                <a:avLst/>
                <a:gdLst>
                  <a:gd name="T0" fmla="*/ 2 w 56"/>
                  <a:gd name="T1" fmla="*/ 4 h 45"/>
                  <a:gd name="T2" fmla="*/ 53 w 56"/>
                  <a:gd name="T3" fmla="*/ 44 h 45"/>
                  <a:gd name="T4" fmla="*/ 54 w 56"/>
                  <a:gd name="T5" fmla="*/ 42 h 45"/>
                  <a:gd name="T6" fmla="*/ 5 w 56"/>
                  <a:gd name="T7" fmla="*/ 2 h 45"/>
                  <a:gd name="T8" fmla="*/ 2 w 56"/>
                  <a:gd name="T9" fmla="*/ 4 h 45"/>
                </a:gdLst>
                <a:ahLst/>
                <a:cxnLst>
                  <a:cxn ang="0">
                    <a:pos x="T0" y="T1"/>
                  </a:cxn>
                  <a:cxn ang="0">
                    <a:pos x="T2" y="T3"/>
                  </a:cxn>
                  <a:cxn ang="0">
                    <a:pos x="T4" y="T5"/>
                  </a:cxn>
                  <a:cxn ang="0">
                    <a:pos x="T6" y="T7"/>
                  </a:cxn>
                  <a:cxn ang="0">
                    <a:pos x="T8" y="T9"/>
                  </a:cxn>
                </a:cxnLst>
                <a:rect l="0" t="0" r="r" b="b"/>
                <a:pathLst>
                  <a:path w="56" h="45">
                    <a:moveTo>
                      <a:pt x="2" y="4"/>
                    </a:moveTo>
                    <a:cubicBezTo>
                      <a:pt x="14" y="21"/>
                      <a:pt x="33" y="37"/>
                      <a:pt x="53" y="44"/>
                    </a:cubicBezTo>
                    <a:cubicBezTo>
                      <a:pt x="55" y="45"/>
                      <a:pt x="56" y="42"/>
                      <a:pt x="54" y="42"/>
                    </a:cubicBezTo>
                    <a:cubicBezTo>
                      <a:pt x="36" y="29"/>
                      <a:pt x="20" y="18"/>
                      <a:pt x="5" y="2"/>
                    </a:cubicBezTo>
                    <a:cubicBezTo>
                      <a:pt x="3" y="0"/>
                      <a:pt x="0" y="2"/>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51" name="Freeform 367">
                <a:extLst>
                  <a:ext uri="{FF2B5EF4-FFF2-40B4-BE49-F238E27FC236}">
                    <a16:creationId xmlns:a16="http://schemas.microsoft.com/office/drawing/2014/main" id="{F97EE184-9EA3-F064-A42F-D09DDF937D7B}"/>
                  </a:ext>
                </a:extLst>
              </p:cNvPr>
              <p:cNvSpPr/>
              <p:nvPr/>
            </p:nvSpPr>
            <p:spPr bwMode="auto">
              <a:xfrm>
                <a:off x="2030" y="2367"/>
                <a:ext cx="88" cy="56"/>
              </a:xfrm>
              <a:custGeom>
                <a:avLst/>
                <a:gdLst>
                  <a:gd name="T0" fmla="*/ 2 w 50"/>
                  <a:gd name="T1" fmla="*/ 4 h 32"/>
                  <a:gd name="T2" fmla="*/ 47 w 50"/>
                  <a:gd name="T3" fmla="*/ 32 h 32"/>
                  <a:gd name="T4" fmla="*/ 48 w 50"/>
                  <a:gd name="T5" fmla="*/ 28 h 32"/>
                  <a:gd name="T6" fmla="*/ 3 w 50"/>
                  <a:gd name="T7" fmla="*/ 0 h 32"/>
                  <a:gd name="T8" fmla="*/ 2 w 50"/>
                  <a:gd name="T9" fmla="*/ 4 h 32"/>
                </a:gdLst>
                <a:ahLst/>
                <a:cxnLst>
                  <a:cxn ang="0">
                    <a:pos x="T0" y="T1"/>
                  </a:cxn>
                  <a:cxn ang="0">
                    <a:pos x="T2" y="T3"/>
                  </a:cxn>
                  <a:cxn ang="0">
                    <a:pos x="T4" y="T5"/>
                  </a:cxn>
                  <a:cxn ang="0">
                    <a:pos x="T6" y="T7"/>
                  </a:cxn>
                  <a:cxn ang="0">
                    <a:pos x="T8" y="T9"/>
                  </a:cxn>
                </a:cxnLst>
                <a:rect l="0" t="0" r="r" b="b"/>
                <a:pathLst>
                  <a:path w="50" h="32">
                    <a:moveTo>
                      <a:pt x="2" y="4"/>
                    </a:moveTo>
                    <a:cubicBezTo>
                      <a:pt x="18" y="10"/>
                      <a:pt x="29" y="29"/>
                      <a:pt x="47" y="32"/>
                    </a:cubicBezTo>
                    <a:cubicBezTo>
                      <a:pt x="49" y="32"/>
                      <a:pt x="50" y="29"/>
                      <a:pt x="48" y="28"/>
                    </a:cubicBezTo>
                    <a:cubicBezTo>
                      <a:pt x="31" y="22"/>
                      <a:pt x="20" y="4"/>
                      <a:pt x="3" y="0"/>
                    </a:cubicBezTo>
                    <a:cubicBezTo>
                      <a:pt x="0"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52" name="Freeform 368">
                <a:extLst>
                  <a:ext uri="{FF2B5EF4-FFF2-40B4-BE49-F238E27FC236}">
                    <a16:creationId xmlns:a16="http://schemas.microsoft.com/office/drawing/2014/main" id="{5D41C469-1CE9-1D64-EB85-B390A2831F94}"/>
                  </a:ext>
                </a:extLst>
              </p:cNvPr>
              <p:cNvSpPr/>
              <p:nvPr/>
            </p:nvSpPr>
            <p:spPr bwMode="auto">
              <a:xfrm>
                <a:off x="2088" y="2371"/>
                <a:ext cx="37" cy="35"/>
              </a:xfrm>
              <a:custGeom>
                <a:avLst/>
                <a:gdLst>
                  <a:gd name="T0" fmla="*/ 1 w 21"/>
                  <a:gd name="T1" fmla="*/ 4 h 20"/>
                  <a:gd name="T2" fmla="*/ 18 w 21"/>
                  <a:gd name="T3" fmla="*/ 19 h 20"/>
                  <a:gd name="T4" fmla="*/ 20 w 21"/>
                  <a:gd name="T5" fmla="*/ 16 h 20"/>
                  <a:gd name="T6" fmla="*/ 3 w 21"/>
                  <a:gd name="T7" fmla="*/ 1 h 20"/>
                  <a:gd name="T8" fmla="*/ 1 w 21"/>
                  <a:gd name="T9" fmla="*/ 4 h 20"/>
                </a:gdLst>
                <a:ahLst/>
                <a:cxnLst>
                  <a:cxn ang="0">
                    <a:pos x="T0" y="T1"/>
                  </a:cxn>
                  <a:cxn ang="0">
                    <a:pos x="T2" y="T3"/>
                  </a:cxn>
                  <a:cxn ang="0">
                    <a:pos x="T4" y="T5"/>
                  </a:cxn>
                  <a:cxn ang="0">
                    <a:pos x="T6" y="T7"/>
                  </a:cxn>
                  <a:cxn ang="0">
                    <a:pos x="T8" y="T9"/>
                  </a:cxn>
                </a:cxnLst>
                <a:rect l="0" t="0" r="r" b="b"/>
                <a:pathLst>
                  <a:path w="21" h="20">
                    <a:moveTo>
                      <a:pt x="1" y="4"/>
                    </a:moveTo>
                    <a:cubicBezTo>
                      <a:pt x="6" y="9"/>
                      <a:pt x="12" y="15"/>
                      <a:pt x="18" y="19"/>
                    </a:cubicBezTo>
                    <a:cubicBezTo>
                      <a:pt x="20" y="20"/>
                      <a:pt x="21" y="17"/>
                      <a:pt x="20" y="16"/>
                    </a:cubicBezTo>
                    <a:cubicBezTo>
                      <a:pt x="15" y="11"/>
                      <a:pt x="9" y="6"/>
                      <a:pt x="3" y="1"/>
                    </a:cubicBezTo>
                    <a:cubicBezTo>
                      <a:pt x="2" y="0"/>
                      <a:pt x="0" y="3"/>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53" name="Freeform 369">
                <a:extLst>
                  <a:ext uri="{FF2B5EF4-FFF2-40B4-BE49-F238E27FC236}">
                    <a16:creationId xmlns:a16="http://schemas.microsoft.com/office/drawing/2014/main" id="{9CB0E994-E226-575C-4625-DC10C1850627}"/>
                  </a:ext>
                </a:extLst>
              </p:cNvPr>
              <p:cNvSpPr/>
              <p:nvPr/>
            </p:nvSpPr>
            <p:spPr bwMode="auto">
              <a:xfrm>
                <a:off x="2009" y="2406"/>
                <a:ext cx="44" cy="42"/>
              </a:xfrm>
              <a:custGeom>
                <a:avLst/>
                <a:gdLst>
                  <a:gd name="T0" fmla="*/ 1 w 25"/>
                  <a:gd name="T1" fmla="*/ 5 h 24"/>
                  <a:gd name="T2" fmla="*/ 22 w 25"/>
                  <a:gd name="T3" fmla="*/ 23 h 24"/>
                  <a:gd name="T4" fmla="*/ 24 w 25"/>
                  <a:gd name="T5" fmla="*/ 21 h 24"/>
                  <a:gd name="T6" fmla="*/ 4 w 25"/>
                  <a:gd name="T7" fmla="*/ 2 h 24"/>
                  <a:gd name="T8" fmla="*/ 1 w 25"/>
                  <a:gd name="T9" fmla="*/ 5 h 24"/>
                </a:gdLst>
                <a:ahLst/>
                <a:cxnLst>
                  <a:cxn ang="0">
                    <a:pos x="T0" y="T1"/>
                  </a:cxn>
                  <a:cxn ang="0">
                    <a:pos x="T2" y="T3"/>
                  </a:cxn>
                  <a:cxn ang="0">
                    <a:pos x="T4" y="T5"/>
                  </a:cxn>
                  <a:cxn ang="0">
                    <a:pos x="T6" y="T7"/>
                  </a:cxn>
                  <a:cxn ang="0">
                    <a:pos x="T8" y="T9"/>
                  </a:cxn>
                </a:cxnLst>
                <a:rect l="0" t="0" r="r" b="b"/>
                <a:pathLst>
                  <a:path w="25" h="24">
                    <a:moveTo>
                      <a:pt x="1" y="5"/>
                    </a:moveTo>
                    <a:cubicBezTo>
                      <a:pt x="8" y="11"/>
                      <a:pt x="14" y="18"/>
                      <a:pt x="22" y="23"/>
                    </a:cubicBezTo>
                    <a:cubicBezTo>
                      <a:pt x="24" y="24"/>
                      <a:pt x="25" y="22"/>
                      <a:pt x="24" y="21"/>
                    </a:cubicBezTo>
                    <a:cubicBezTo>
                      <a:pt x="18" y="14"/>
                      <a:pt x="11" y="8"/>
                      <a:pt x="4" y="2"/>
                    </a:cubicBezTo>
                    <a:cubicBezTo>
                      <a:pt x="2" y="0"/>
                      <a:pt x="0" y="3"/>
                      <a:pt x="1"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54" name="Freeform 370">
                <a:extLst>
                  <a:ext uri="{FF2B5EF4-FFF2-40B4-BE49-F238E27FC236}">
                    <a16:creationId xmlns:a16="http://schemas.microsoft.com/office/drawing/2014/main" id="{6D4D9D50-CA3C-55BE-3417-B3B7791AE0E0}"/>
                  </a:ext>
                </a:extLst>
              </p:cNvPr>
              <p:cNvSpPr/>
              <p:nvPr/>
            </p:nvSpPr>
            <p:spPr bwMode="auto">
              <a:xfrm>
                <a:off x="1833" y="2098"/>
                <a:ext cx="58" cy="97"/>
              </a:xfrm>
              <a:custGeom>
                <a:avLst/>
                <a:gdLst>
                  <a:gd name="T0" fmla="*/ 3 w 33"/>
                  <a:gd name="T1" fmla="*/ 53 h 55"/>
                  <a:gd name="T2" fmla="*/ 32 w 33"/>
                  <a:gd name="T3" fmla="*/ 3 h 55"/>
                  <a:gd name="T4" fmla="*/ 30 w 33"/>
                  <a:gd name="T5" fmla="*/ 1 h 55"/>
                  <a:gd name="T6" fmla="*/ 0 w 33"/>
                  <a:gd name="T7" fmla="*/ 53 h 55"/>
                  <a:gd name="T8" fmla="*/ 3 w 33"/>
                  <a:gd name="T9" fmla="*/ 53 h 55"/>
                </a:gdLst>
                <a:ahLst/>
                <a:cxnLst>
                  <a:cxn ang="0">
                    <a:pos x="T0" y="T1"/>
                  </a:cxn>
                  <a:cxn ang="0">
                    <a:pos x="T2" y="T3"/>
                  </a:cxn>
                  <a:cxn ang="0">
                    <a:pos x="T4" y="T5"/>
                  </a:cxn>
                  <a:cxn ang="0">
                    <a:pos x="T6" y="T7"/>
                  </a:cxn>
                  <a:cxn ang="0">
                    <a:pos x="T8" y="T9"/>
                  </a:cxn>
                </a:cxnLst>
                <a:rect l="0" t="0" r="r" b="b"/>
                <a:pathLst>
                  <a:path w="33" h="55">
                    <a:moveTo>
                      <a:pt x="3" y="53"/>
                    </a:moveTo>
                    <a:cubicBezTo>
                      <a:pt x="10" y="34"/>
                      <a:pt x="19" y="19"/>
                      <a:pt x="32" y="3"/>
                    </a:cubicBezTo>
                    <a:cubicBezTo>
                      <a:pt x="33" y="2"/>
                      <a:pt x="31" y="0"/>
                      <a:pt x="30" y="1"/>
                    </a:cubicBezTo>
                    <a:cubicBezTo>
                      <a:pt x="15" y="14"/>
                      <a:pt x="4" y="33"/>
                      <a:pt x="0" y="53"/>
                    </a:cubicBezTo>
                    <a:cubicBezTo>
                      <a:pt x="0" y="55"/>
                      <a:pt x="2" y="55"/>
                      <a:pt x="3" y="5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55" name="Freeform 371">
                <a:extLst>
                  <a:ext uri="{FF2B5EF4-FFF2-40B4-BE49-F238E27FC236}">
                    <a16:creationId xmlns:a16="http://schemas.microsoft.com/office/drawing/2014/main" id="{FF711ABA-E357-F8BD-FEC4-6BAE4104318B}"/>
                  </a:ext>
                </a:extLst>
              </p:cNvPr>
              <p:cNvSpPr/>
              <p:nvPr/>
            </p:nvSpPr>
            <p:spPr bwMode="auto">
              <a:xfrm>
                <a:off x="1865" y="2137"/>
                <a:ext cx="40" cy="65"/>
              </a:xfrm>
              <a:custGeom>
                <a:avLst/>
                <a:gdLst>
                  <a:gd name="T0" fmla="*/ 3 w 23"/>
                  <a:gd name="T1" fmla="*/ 36 h 37"/>
                  <a:gd name="T2" fmla="*/ 10 w 23"/>
                  <a:gd name="T3" fmla="*/ 19 h 37"/>
                  <a:gd name="T4" fmla="*/ 22 w 23"/>
                  <a:gd name="T5" fmla="*/ 4 h 37"/>
                  <a:gd name="T6" fmla="*/ 20 w 23"/>
                  <a:gd name="T7" fmla="*/ 1 h 37"/>
                  <a:gd name="T8" fmla="*/ 0 w 23"/>
                  <a:gd name="T9" fmla="*/ 35 h 37"/>
                  <a:gd name="T10" fmla="*/ 3 w 23"/>
                  <a:gd name="T11" fmla="*/ 36 h 37"/>
                </a:gdLst>
                <a:ahLst/>
                <a:cxnLst>
                  <a:cxn ang="0">
                    <a:pos x="T0" y="T1"/>
                  </a:cxn>
                  <a:cxn ang="0">
                    <a:pos x="T2" y="T3"/>
                  </a:cxn>
                  <a:cxn ang="0">
                    <a:pos x="T4" y="T5"/>
                  </a:cxn>
                  <a:cxn ang="0">
                    <a:pos x="T6" y="T7"/>
                  </a:cxn>
                  <a:cxn ang="0">
                    <a:pos x="T8" y="T9"/>
                  </a:cxn>
                  <a:cxn ang="0">
                    <a:pos x="T10" y="T11"/>
                  </a:cxn>
                </a:cxnLst>
                <a:rect l="0" t="0" r="r" b="b"/>
                <a:pathLst>
                  <a:path w="23" h="37">
                    <a:moveTo>
                      <a:pt x="3" y="36"/>
                    </a:moveTo>
                    <a:cubicBezTo>
                      <a:pt x="6" y="30"/>
                      <a:pt x="7" y="25"/>
                      <a:pt x="10" y="19"/>
                    </a:cubicBezTo>
                    <a:cubicBezTo>
                      <a:pt x="14" y="14"/>
                      <a:pt x="18" y="9"/>
                      <a:pt x="22" y="4"/>
                    </a:cubicBezTo>
                    <a:cubicBezTo>
                      <a:pt x="23" y="2"/>
                      <a:pt x="22" y="0"/>
                      <a:pt x="20" y="1"/>
                    </a:cubicBezTo>
                    <a:cubicBezTo>
                      <a:pt x="10" y="9"/>
                      <a:pt x="1" y="23"/>
                      <a:pt x="0" y="35"/>
                    </a:cubicBezTo>
                    <a:cubicBezTo>
                      <a:pt x="0" y="37"/>
                      <a:pt x="2" y="37"/>
                      <a:pt x="3" y="3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56" name="Freeform 372">
                <a:extLst>
                  <a:ext uri="{FF2B5EF4-FFF2-40B4-BE49-F238E27FC236}">
                    <a16:creationId xmlns:a16="http://schemas.microsoft.com/office/drawing/2014/main" id="{6A821FB1-3F9D-A2EB-DC8C-03C3DAE14860}"/>
                  </a:ext>
                </a:extLst>
              </p:cNvPr>
              <p:cNvSpPr/>
              <p:nvPr/>
            </p:nvSpPr>
            <p:spPr bwMode="auto">
              <a:xfrm>
                <a:off x="1893" y="2175"/>
                <a:ext cx="19" cy="34"/>
              </a:xfrm>
              <a:custGeom>
                <a:avLst/>
                <a:gdLst>
                  <a:gd name="T0" fmla="*/ 4 w 11"/>
                  <a:gd name="T1" fmla="*/ 17 h 19"/>
                  <a:gd name="T2" fmla="*/ 11 w 11"/>
                  <a:gd name="T3" fmla="*/ 3 h 19"/>
                  <a:gd name="T4" fmla="*/ 8 w 11"/>
                  <a:gd name="T5" fmla="*/ 1 h 19"/>
                  <a:gd name="T6" fmla="*/ 0 w 11"/>
                  <a:gd name="T7" fmla="*/ 16 h 19"/>
                  <a:gd name="T8" fmla="*/ 4 w 11"/>
                  <a:gd name="T9" fmla="*/ 17 h 19"/>
                </a:gdLst>
                <a:ahLst/>
                <a:cxnLst>
                  <a:cxn ang="0">
                    <a:pos x="T0" y="T1"/>
                  </a:cxn>
                  <a:cxn ang="0">
                    <a:pos x="T2" y="T3"/>
                  </a:cxn>
                  <a:cxn ang="0">
                    <a:pos x="T4" y="T5"/>
                  </a:cxn>
                  <a:cxn ang="0">
                    <a:pos x="T6" y="T7"/>
                  </a:cxn>
                  <a:cxn ang="0">
                    <a:pos x="T8" y="T9"/>
                  </a:cxn>
                </a:cxnLst>
                <a:rect l="0" t="0" r="r" b="b"/>
                <a:pathLst>
                  <a:path w="11" h="19">
                    <a:moveTo>
                      <a:pt x="4" y="17"/>
                    </a:moveTo>
                    <a:cubicBezTo>
                      <a:pt x="5" y="12"/>
                      <a:pt x="8" y="7"/>
                      <a:pt x="11" y="3"/>
                    </a:cubicBezTo>
                    <a:cubicBezTo>
                      <a:pt x="11" y="1"/>
                      <a:pt x="9" y="0"/>
                      <a:pt x="8" y="1"/>
                    </a:cubicBezTo>
                    <a:cubicBezTo>
                      <a:pt x="4" y="5"/>
                      <a:pt x="1" y="10"/>
                      <a:pt x="0" y="16"/>
                    </a:cubicBezTo>
                    <a:cubicBezTo>
                      <a:pt x="0" y="18"/>
                      <a:pt x="3" y="19"/>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57" name="Freeform 373">
                <a:extLst>
                  <a:ext uri="{FF2B5EF4-FFF2-40B4-BE49-F238E27FC236}">
                    <a16:creationId xmlns:a16="http://schemas.microsoft.com/office/drawing/2014/main" id="{579B27AC-6029-2F4D-7C3C-B8F2A655F64A}"/>
                  </a:ext>
                </a:extLst>
              </p:cNvPr>
              <p:cNvSpPr/>
              <p:nvPr/>
            </p:nvSpPr>
            <p:spPr bwMode="auto">
              <a:xfrm>
                <a:off x="1904" y="2191"/>
                <a:ext cx="28" cy="32"/>
              </a:xfrm>
              <a:custGeom>
                <a:avLst/>
                <a:gdLst>
                  <a:gd name="T0" fmla="*/ 4 w 16"/>
                  <a:gd name="T1" fmla="*/ 17 h 18"/>
                  <a:gd name="T2" fmla="*/ 16 w 16"/>
                  <a:gd name="T3" fmla="*/ 4 h 18"/>
                  <a:gd name="T4" fmla="*/ 14 w 16"/>
                  <a:gd name="T5" fmla="*/ 1 h 18"/>
                  <a:gd name="T6" fmla="*/ 2 w 16"/>
                  <a:gd name="T7" fmla="*/ 14 h 18"/>
                  <a:gd name="T8" fmla="*/ 4 w 16"/>
                  <a:gd name="T9" fmla="*/ 17 h 18"/>
                </a:gdLst>
                <a:ahLst/>
                <a:cxnLst>
                  <a:cxn ang="0">
                    <a:pos x="T0" y="T1"/>
                  </a:cxn>
                  <a:cxn ang="0">
                    <a:pos x="T2" y="T3"/>
                  </a:cxn>
                  <a:cxn ang="0">
                    <a:pos x="T4" y="T5"/>
                  </a:cxn>
                  <a:cxn ang="0">
                    <a:pos x="T6" y="T7"/>
                  </a:cxn>
                  <a:cxn ang="0">
                    <a:pos x="T8" y="T9"/>
                  </a:cxn>
                </a:cxnLst>
                <a:rect l="0" t="0" r="r" b="b"/>
                <a:pathLst>
                  <a:path w="16" h="18">
                    <a:moveTo>
                      <a:pt x="4" y="17"/>
                    </a:moveTo>
                    <a:cubicBezTo>
                      <a:pt x="8" y="13"/>
                      <a:pt x="13" y="8"/>
                      <a:pt x="16" y="4"/>
                    </a:cubicBezTo>
                    <a:cubicBezTo>
                      <a:pt x="16" y="2"/>
                      <a:pt x="15" y="0"/>
                      <a:pt x="14" y="1"/>
                    </a:cubicBezTo>
                    <a:cubicBezTo>
                      <a:pt x="9" y="5"/>
                      <a:pt x="5" y="10"/>
                      <a:pt x="2" y="14"/>
                    </a:cubicBezTo>
                    <a:cubicBezTo>
                      <a:pt x="0" y="16"/>
                      <a:pt x="3" y="18"/>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58" name="Freeform 374">
                <a:extLst>
                  <a:ext uri="{FF2B5EF4-FFF2-40B4-BE49-F238E27FC236}">
                    <a16:creationId xmlns:a16="http://schemas.microsoft.com/office/drawing/2014/main" id="{20A8B1D6-B50B-7FF2-7CA7-C7EBE2844F36}"/>
                  </a:ext>
                </a:extLst>
              </p:cNvPr>
              <p:cNvSpPr/>
              <p:nvPr/>
            </p:nvSpPr>
            <p:spPr bwMode="auto">
              <a:xfrm>
                <a:off x="1842" y="2073"/>
                <a:ext cx="32" cy="46"/>
              </a:xfrm>
              <a:custGeom>
                <a:avLst/>
                <a:gdLst>
                  <a:gd name="T0" fmla="*/ 4 w 18"/>
                  <a:gd name="T1" fmla="*/ 24 h 26"/>
                  <a:gd name="T2" fmla="*/ 17 w 18"/>
                  <a:gd name="T3" fmla="*/ 2 h 26"/>
                  <a:gd name="T4" fmla="*/ 15 w 18"/>
                  <a:gd name="T5" fmla="*/ 1 h 26"/>
                  <a:gd name="T6" fmla="*/ 1 w 18"/>
                  <a:gd name="T7" fmla="*/ 22 h 26"/>
                  <a:gd name="T8" fmla="*/ 4 w 18"/>
                  <a:gd name="T9" fmla="*/ 24 h 26"/>
                </a:gdLst>
                <a:ahLst/>
                <a:cxnLst>
                  <a:cxn ang="0">
                    <a:pos x="T0" y="T1"/>
                  </a:cxn>
                  <a:cxn ang="0">
                    <a:pos x="T2" y="T3"/>
                  </a:cxn>
                  <a:cxn ang="0">
                    <a:pos x="T4" y="T5"/>
                  </a:cxn>
                  <a:cxn ang="0">
                    <a:pos x="T6" y="T7"/>
                  </a:cxn>
                  <a:cxn ang="0">
                    <a:pos x="T8" y="T9"/>
                  </a:cxn>
                </a:cxnLst>
                <a:rect l="0" t="0" r="r" b="b"/>
                <a:pathLst>
                  <a:path w="18" h="26">
                    <a:moveTo>
                      <a:pt x="4" y="24"/>
                    </a:moveTo>
                    <a:cubicBezTo>
                      <a:pt x="7" y="16"/>
                      <a:pt x="12" y="9"/>
                      <a:pt x="17" y="2"/>
                    </a:cubicBezTo>
                    <a:cubicBezTo>
                      <a:pt x="18" y="1"/>
                      <a:pt x="16" y="0"/>
                      <a:pt x="15" y="1"/>
                    </a:cubicBezTo>
                    <a:cubicBezTo>
                      <a:pt x="9" y="7"/>
                      <a:pt x="4" y="14"/>
                      <a:pt x="1" y="22"/>
                    </a:cubicBezTo>
                    <a:cubicBezTo>
                      <a:pt x="0" y="24"/>
                      <a:pt x="3" y="26"/>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59" name="Freeform 375">
                <a:extLst>
                  <a:ext uri="{FF2B5EF4-FFF2-40B4-BE49-F238E27FC236}">
                    <a16:creationId xmlns:a16="http://schemas.microsoft.com/office/drawing/2014/main" id="{5776A6CF-2B50-770A-1160-555CB942FB23}"/>
                  </a:ext>
                </a:extLst>
              </p:cNvPr>
              <p:cNvSpPr/>
              <p:nvPr/>
            </p:nvSpPr>
            <p:spPr bwMode="auto">
              <a:xfrm>
                <a:off x="1828" y="2044"/>
                <a:ext cx="18" cy="35"/>
              </a:xfrm>
              <a:custGeom>
                <a:avLst/>
                <a:gdLst>
                  <a:gd name="T0" fmla="*/ 4 w 10"/>
                  <a:gd name="T1" fmla="*/ 17 h 20"/>
                  <a:gd name="T2" fmla="*/ 9 w 10"/>
                  <a:gd name="T3" fmla="*/ 2 h 20"/>
                  <a:gd name="T4" fmla="*/ 7 w 10"/>
                  <a:gd name="T5" fmla="*/ 1 h 20"/>
                  <a:gd name="T6" fmla="*/ 0 w 10"/>
                  <a:gd name="T7" fmla="*/ 17 h 20"/>
                  <a:gd name="T8" fmla="*/ 4 w 10"/>
                  <a:gd name="T9" fmla="*/ 17 h 20"/>
                </a:gdLst>
                <a:ahLst/>
                <a:cxnLst>
                  <a:cxn ang="0">
                    <a:pos x="T0" y="T1"/>
                  </a:cxn>
                  <a:cxn ang="0">
                    <a:pos x="T2" y="T3"/>
                  </a:cxn>
                  <a:cxn ang="0">
                    <a:pos x="T4" y="T5"/>
                  </a:cxn>
                  <a:cxn ang="0">
                    <a:pos x="T6" y="T7"/>
                  </a:cxn>
                  <a:cxn ang="0">
                    <a:pos x="T8" y="T9"/>
                  </a:cxn>
                </a:cxnLst>
                <a:rect l="0" t="0" r="r" b="b"/>
                <a:pathLst>
                  <a:path w="10" h="20">
                    <a:moveTo>
                      <a:pt x="4" y="17"/>
                    </a:moveTo>
                    <a:cubicBezTo>
                      <a:pt x="4" y="11"/>
                      <a:pt x="6" y="7"/>
                      <a:pt x="9" y="2"/>
                    </a:cubicBezTo>
                    <a:cubicBezTo>
                      <a:pt x="10" y="1"/>
                      <a:pt x="8" y="0"/>
                      <a:pt x="7" y="1"/>
                    </a:cubicBezTo>
                    <a:cubicBezTo>
                      <a:pt x="2" y="5"/>
                      <a:pt x="0" y="11"/>
                      <a:pt x="0" y="17"/>
                    </a:cubicBezTo>
                    <a:cubicBezTo>
                      <a:pt x="0" y="20"/>
                      <a:pt x="4" y="20"/>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0" name="Freeform 376">
                <a:extLst>
                  <a:ext uri="{FF2B5EF4-FFF2-40B4-BE49-F238E27FC236}">
                    <a16:creationId xmlns:a16="http://schemas.microsoft.com/office/drawing/2014/main" id="{861BDBC0-8768-5B93-2BA5-B10A64084DE8}"/>
                  </a:ext>
                </a:extLst>
              </p:cNvPr>
              <p:cNvSpPr/>
              <p:nvPr/>
            </p:nvSpPr>
            <p:spPr bwMode="auto">
              <a:xfrm>
                <a:off x="1814" y="1991"/>
                <a:ext cx="25" cy="38"/>
              </a:xfrm>
              <a:custGeom>
                <a:avLst/>
                <a:gdLst>
                  <a:gd name="T0" fmla="*/ 4 w 14"/>
                  <a:gd name="T1" fmla="*/ 19 h 22"/>
                  <a:gd name="T2" fmla="*/ 13 w 14"/>
                  <a:gd name="T3" fmla="*/ 3 h 22"/>
                  <a:gd name="T4" fmla="*/ 11 w 14"/>
                  <a:gd name="T5" fmla="*/ 1 h 22"/>
                  <a:gd name="T6" fmla="*/ 1 w 14"/>
                  <a:gd name="T7" fmla="*/ 18 h 22"/>
                  <a:gd name="T8" fmla="*/ 4 w 14"/>
                  <a:gd name="T9" fmla="*/ 19 h 22"/>
                </a:gdLst>
                <a:ahLst/>
                <a:cxnLst>
                  <a:cxn ang="0">
                    <a:pos x="T0" y="T1"/>
                  </a:cxn>
                  <a:cxn ang="0">
                    <a:pos x="T2" y="T3"/>
                  </a:cxn>
                  <a:cxn ang="0">
                    <a:pos x="T4" y="T5"/>
                  </a:cxn>
                  <a:cxn ang="0">
                    <a:pos x="T6" y="T7"/>
                  </a:cxn>
                  <a:cxn ang="0">
                    <a:pos x="T8" y="T9"/>
                  </a:cxn>
                </a:cxnLst>
                <a:rect l="0" t="0" r="r" b="b"/>
                <a:pathLst>
                  <a:path w="14" h="22">
                    <a:moveTo>
                      <a:pt x="4" y="19"/>
                    </a:moveTo>
                    <a:cubicBezTo>
                      <a:pt x="6" y="13"/>
                      <a:pt x="9" y="8"/>
                      <a:pt x="13" y="3"/>
                    </a:cubicBezTo>
                    <a:cubicBezTo>
                      <a:pt x="14" y="1"/>
                      <a:pt x="12" y="0"/>
                      <a:pt x="11" y="1"/>
                    </a:cubicBezTo>
                    <a:cubicBezTo>
                      <a:pt x="6" y="6"/>
                      <a:pt x="3" y="12"/>
                      <a:pt x="1" y="18"/>
                    </a:cubicBezTo>
                    <a:cubicBezTo>
                      <a:pt x="0" y="21"/>
                      <a:pt x="4" y="22"/>
                      <a:pt x="4"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1" name="Freeform 377">
                <a:extLst>
                  <a:ext uri="{FF2B5EF4-FFF2-40B4-BE49-F238E27FC236}">
                    <a16:creationId xmlns:a16="http://schemas.microsoft.com/office/drawing/2014/main" id="{2CC4BB90-3025-A79B-7E38-55AD9D4A9E0F}"/>
                  </a:ext>
                </a:extLst>
              </p:cNvPr>
              <p:cNvSpPr/>
              <p:nvPr/>
            </p:nvSpPr>
            <p:spPr bwMode="auto">
              <a:xfrm>
                <a:off x="1796" y="1938"/>
                <a:ext cx="48" cy="58"/>
              </a:xfrm>
              <a:custGeom>
                <a:avLst/>
                <a:gdLst>
                  <a:gd name="T0" fmla="*/ 4 w 27"/>
                  <a:gd name="T1" fmla="*/ 31 h 33"/>
                  <a:gd name="T2" fmla="*/ 26 w 27"/>
                  <a:gd name="T3" fmla="*/ 3 h 33"/>
                  <a:gd name="T4" fmla="*/ 24 w 27"/>
                  <a:gd name="T5" fmla="*/ 1 h 33"/>
                  <a:gd name="T6" fmla="*/ 1 w 27"/>
                  <a:gd name="T7" fmla="*/ 29 h 33"/>
                  <a:gd name="T8" fmla="*/ 4 w 27"/>
                  <a:gd name="T9" fmla="*/ 31 h 33"/>
                </a:gdLst>
                <a:ahLst/>
                <a:cxnLst>
                  <a:cxn ang="0">
                    <a:pos x="T0" y="T1"/>
                  </a:cxn>
                  <a:cxn ang="0">
                    <a:pos x="T2" y="T3"/>
                  </a:cxn>
                  <a:cxn ang="0">
                    <a:pos x="T4" y="T5"/>
                  </a:cxn>
                  <a:cxn ang="0">
                    <a:pos x="T6" y="T7"/>
                  </a:cxn>
                  <a:cxn ang="0">
                    <a:pos x="T8" y="T9"/>
                  </a:cxn>
                </a:cxnLst>
                <a:rect l="0" t="0" r="r" b="b"/>
                <a:pathLst>
                  <a:path w="27" h="33">
                    <a:moveTo>
                      <a:pt x="4" y="31"/>
                    </a:moveTo>
                    <a:cubicBezTo>
                      <a:pt x="10" y="21"/>
                      <a:pt x="17" y="12"/>
                      <a:pt x="26" y="3"/>
                    </a:cubicBezTo>
                    <a:cubicBezTo>
                      <a:pt x="27" y="2"/>
                      <a:pt x="25" y="0"/>
                      <a:pt x="24" y="1"/>
                    </a:cubicBezTo>
                    <a:cubicBezTo>
                      <a:pt x="14" y="9"/>
                      <a:pt x="6" y="18"/>
                      <a:pt x="1" y="29"/>
                    </a:cubicBezTo>
                    <a:cubicBezTo>
                      <a:pt x="0" y="31"/>
                      <a:pt x="3" y="33"/>
                      <a:pt x="4"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2" name="Freeform 378">
                <a:extLst>
                  <a:ext uri="{FF2B5EF4-FFF2-40B4-BE49-F238E27FC236}">
                    <a16:creationId xmlns:a16="http://schemas.microsoft.com/office/drawing/2014/main" id="{C982E33A-D47D-23A4-6C6F-B8D096917280}"/>
                  </a:ext>
                </a:extLst>
              </p:cNvPr>
              <p:cNvSpPr/>
              <p:nvPr/>
            </p:nvSpPr>
            <p:spPr bwMode="auto">
              <a:xfrm>
                <a:off x="1927" y="2211"/>
                <a:ext cx="26" cy="28"/>
              </a:xfrm>
              <a:custGeom>
                <a:avLst/>
                <a:gdLst>
                  <a:gd name="T0" fmla="*/ 4 w 15"/>
                  <a:gd name="T1" fmla="*/ 14 h 16"/>
                  <a:gd name="T2" fmla="*/ 14 w 15"/>
                  <a:gd name="T3" fmla="*/ 2 h 16"/>
                  <a:gd name="T4" fmla="*/ 12 w 15"/>
                  <a:gd name="T5" fmla="*/ 1 h 16"/>
                  <a:gd name="T6" fmla="*/ 1 w 15"/>
                  <a:gd name="T7" fmla="*/ 12 h 16"/>
                  <a:gd name="T8" fmla="*/ 4 w 15"/>
                  <a:gd name="T9" fmla="*/ 14 h 16"/>
                </a:gdLst>
                <a:ahLst/>
                <a:cxnLst>
                  <a:cxn ang="0">
                    <a:pos x="T0" y="T1"/>
                  </a:cxn>
                  <a:cxn ang="0">
                    <a:pos x="T2" y="T3"/>
                  </a:cxn>
                  <a:cxn ang="0">
                    <a:pos x="T4" y="T5"/>
                  </a:cxn>
                  <a:cxn ang="0">
                    <a:pos x="T6" y="T7"/>
                  </a:cxn>
                  <a:cxn ang="0">
                    <a:pos x="T8" y="T9"/>
                  </a:cxn>
                </a:cxnLst>
                <a:rect l="0" t="0" r="r" b="b"/>
                <a:pathLst>
                  <a:path w="15" h="16">
                    <a:moveTo>
                      <a:pt x="4" y="14"/>
                    </a:moveTo>
                    <a:cubicBezTo>
                      <a:pt x="8" y="11"/>
                      <a:pt x="11" y="7"/>
                      <a:pt x="14" y="2"/>
                    </a:cubicBezTo>
                    <a:cubicBezTo>
                      <a:pt x="15" y="1"/>
                      <a:pt x="13" y="0"/>
                      <a:pt x="12" y="1"/>
                    </a:cubicBezTo>
                    <a:cubicBezTo>
                      <a:pt x="8" y="4"/>
                      <a:pt x="5" y="8"/>
                      <a:pt x="1" y="12"/>
                    </a:cubicBezTo>
                    <a:cubicBezTo>
                      <a:pt x="0" y="14"/>
                      <a:pt x="3" y="16"/>
                      <a:pt x="4"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3" name="Freeform 379">
                <a:extLst>
                  <a:ext uri="{FF2B5EF4-FFF2-40B4-BE49-F238E27FC236}">
                    <a16:creationId xmlns:a16="http://schemas.microsoft.com/office/drawing/2014/main" id="{10F38809-9E1F-A2B9-4A81-8CC8A01ABB1D}"/>
                  </a:ext>
                </a:extLst>
              </p:cNvPr>
              <p:cNvSpPr/>
              <p:nvPr/>
            </p:nvSpPr>
            <p:spPr bwMode="auto">
              <a:xfrm>
                <a:off x="1999" y="2325"/>
                <a:ext cx="17" cy="28"/>
              </a:xfrm>
              <a:custGeom>
                <a:avLst/>
                <a:gdLst>
                  <a:gd name="T0" fmla="*/ 3 w 10"/>
                  <a:gd name="T1" fmla="*/ 14 h 16"/>
                  <a:gd name="T2" fmla="*/ 9 w 10"/>
                  <a:gd name="T3" fmla="*/ 3 h 16"/>
                  <a:gd name="T4" fmla="*/ 7 w 10"/>
                  <a:gd name="T5" fmla="*/ 1 h 16"/>
                  <a:gd name="T6" fmla="*/ 0 w 10"/>
                  <a:gd name="T7" fmla="*/ 13 h 16"/>
                  <a:gd name="T8" fmla="*/ 3 w 10"/>
                  <a:gd name="T9" fmla="*/ 14 h 16"/>
                </a:gdLst>
                <a:ahLst/>
                <a:cxnLst>
                  <a:cxn ang="0">
                    <a:pos x="T0" y="T1"/>
                  </a:cxn>
                  <a:cxn ang="0">
                    <a:pos x="T2" y="T3"/>
                  </a:cxn>
                  <a:cxn ang="0">
                    <a:pos x="T4" y="T5"/>
                  </a:cxn>
                  <a:cxn ang="0">
                    <a:pos x="T6" y="T7"/>
                  </a:cxn>
                  <a:cxn ang="0">
                    <a:pos x="T8" y="T9"/>
                  </a:cxn>
                </a:cxnLst>
                <a:rect l="0" t="0" r="r" b="b"/>
                <a:pathLst>
                  <a:path w="10" h="16">
                    <a:moveTo>
                      <a:pt x="3" y="14"/>
                    </a:moveTo>
                    <a:cubicBezTo>
                      <a:pt x="5" y="11"/>
                      <a:pt x="7" y="7"/>
                      <a:pt x="9" y="3"/>
                    </a:cubicBezTo>
                    <a:cubicBezTo>
                      <a:pt x="10" y="1"/>
                      <a:pt x="8" y="0"/>
                      <a:pt x="7" y="1"/>
                    </a:cubicBezTo>
                    <a:cubicBezTo>
                      <a:pt x="3" y="4"/>
                      <a:pt x="1" y="9"/>
                      <a:pt x="0" y="13"/>
                    </a:cubicBezTo>
                    <a:cubicBezTo>
                      <a:pt x="0" y="15"/>
                      <a:pt x="2" y="16"/>
                      <a:pt x="3"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4" name="Freeform 380">
                <a:extLst>
                  <a:ext uri="{FF2B5EF4-FFF2-40B4-BE49-F238E27FC236}">
                    <a16:creationId xmlns:a16="http://schemas.microsoft.com/office/drawing/2014/main" id="{5C15E2EA-6A67-49DB-2DDF-8416F9A32DF4}"/>
                  </a:ext>
                </a:extLst>
              </p:cNvPr>
              <p:cNvSpPr/>
              <p:nvPr/>
            </p:nvSpPr>
            <p:spPr bwMode="auto">
              <a:xfrm>
                <a:off x="1983" y="2297"/>
                <a:ext cx="17" cy="31"/>
              </a:xfrm>
              <a:custGeom>
                <a:avLst/>
                <a:gdLst>
                  <a:gd name="T0" fmla="*/ 3 w 10"/>
                  <a:gd name="T1" fmla="*/ 16 h 18"/>
                  <a:gd name="T2" fmla="*/ 7 w 10"/>
                  <a:gd name="T3" fmla="*/ 10 h 18"/>
                  <a:gd name="T4" fmla="*/ 10 w 10"/>
                  <a:gd name="T5" fmla="*/ 3 h 18"/>
                  <a:gd name="T6" fmla="*/ 7 w 10"/>
                  <a:gd name="T7" fmla="*/ 2 h 18"/>
                  <a:gd name="T8" fmla="*/ 0 w 10"/>
                  <a:gd name="T9" fmla="*/ 14 h 18"/>
                  <a:gd name="T10" fmla="*/ 3 w 10"/>
                  <a:gd name="T11" fmla="*/ 16 h 18"/>
                </a:gdLst>
                <a:ahLst/>
                <a:cxnLst>
                  <a:cxn ang="0">
                    <a:pos x="T0" y="T1"/>
                  </a:cxn>
                  <a:cxn ang="0">
                    <a:pos x="T2" y="T3"/>
                  </a:cxn>
                  <a:cxn ang="0">
                    <a:pos x="T4" y="T5"/>
                  </a:cxn>
                  <a:cxn ang="0">
                    <a:pos x="T6" y="T7"/>
                  </a:cxn>
                  <a:cxn ang="0">
                    <a:pos x="T8" y="T9"/>
                  </a:cxn>
                  <a:cxn ang="0">
                    <a:pos x="T10" y="T11"/>
                  </a:cxn>
                </a:cxnLst>
                <a:rect l="0" t="0" r="r" b="b"/>
                <a:pathLst>
                  <a:path w="10" h="18">
                    <a:moveTo>
                      <a:pt x="3" y="16"/>
                    </a:moveTo>
                    <a:cubicBezTo>
                      <a:pt x="5" y="14"/>
                      <a:pt x="6" y="12"/>
                      <a:pt x="7" y="10"/>
                    </a:cubicBezTo>
                    <a:cubicBezTo>
                      <a:pt x="8" y="8"/>
                      <a:pt x="9" y="5"/>
                      <a:pt x="10" y="3"/>
                    </a:cubicBezTo>
                    <a:cubicBezTo>
                      <a:pt x="10" y="2"/>
                      <a:pt x="8" y="0"/>
                      <a:pt x="7" y="2"/>
                    </a:cubicBezTo>
                    <a:cubicBezTo>
                      <a:pt x="4" y="5"/>
                      <a:pt x="2" y="10"/>
                      <a:pt x="0" y="14"/>
                    </a:cubicBezTo>
                    <a:cubicBezTo>
                      <a:pt x="0" y="16"/>
                      <a:pt x="2" y="18"/>
                      <a:pt x="3"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5" name="Freeform 381">
                <a:extLst>
                  <a:ext uri="{FF2B5EF4-FFF2-40B4-BE49-F238E27FC236}">
                    <a16:creationId xmlns:a16="http://schemas.microsoft.com/office/drawing/2014/main" id="{2E8CD858-B109-DBA4-D90F-1A865FE8494E}"/>
                  </a:ext>
                </a:extLst>
              </p:cNvPr>
              <p:cNvSpPr/>
              <p:nvPr/>
            </p:nvSpPr>
            <p:spPr bwMode="auto">
              <a:xfrm>
                <a:off x="1963" y="2258"/>
                <a:ext cx="20" cy="28"/>
              </a:xfrm>
              <a:custGeom>
                <a:avLst/>
                <a:gdLst>
                  <a:gd name="T0" fmla="*/ 5 w 11"/>
                  <a:gd name="T1" fmla="*/ 14 h 16"/>
                  <a:gd name="T2" fmla="*/ 11 w 11"/>
                  <a:gd name="T3" fmla="*/ 3 h 16"/>
                  <a:gd name="T4" fmla="*/ 8 w 11"/>
                  <a:gd name="T5" fmla="*/ 1 h 16"/>
                  <a:gd name="T6" fmla="*/ 1 w 11"/>
                  <a:gd name="T7" fmla="*/ 12 h 16"/>
                  <a:gd name="T8" fmla="*/ 5 w 11"/>
                  <a:gd name="T9" fmla="*/ 14 h 16"/>
                </a:gdLst>
                <a:ahLst/>
                <a:cxnLst>
                  <a:cxn ang="0">
                    <a:pos x="T0" y="T1"/>
                  </a:cxn>
                  <a:cxn ang="0">
                    <a:pos x="T2" y="T3"/>
                  </a:cxn>
                  <a:cxn ang="0">
                    <a:pos x="T4" y="T5"/>
                  </a:cxn>
                  <a:cxn ang="0">
                    <a:pos x="T6" y="T7"/>
                  </a:cxn>
                  <a:cxn ang="0">
                    <a:pos x="T8" y="T9"/>
                  </a:cxn>
                </a:cxnLst>
                <a:rect l="0" t="0" r="r" b="b"/>
                <a:pathLst>
                  <a:path w="11" h="16">
                    <a:moveTo>
                      <a:pt x="5" y="14"/>
                    </a:moveTo>
                    <a:cubicBezTo>
                      <a:pt x="7" y="10"/>
                      <a:pt x="10" y="7"/>
                      <a:pt x="11" y="3"/>
                    </a:cubicBezTo>
                    <a:cubicBezTo>
                      <a:pt x="11" y="1"/>
                      <a:pt x="9" y="0"/>
                      <a:pt x="8" y="1"/>
                    </a:cubicBezTo>
                    <a:cubicBezTo>
                      <a:pt x="5" y="4"/>
                      <a:pt x="3" y="8"/>
                      <a:pt x="1" y="12"/>
                    </a:cubicBezTo>
                    <a:cubicBezTo>
                      <a:pt x="0" y="14"/>
                      <a:pt x="3" y="16"/>
                      <a:pt x="5"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6" name="Freeform 382">
                <a:extLst>
                  <a:ext uri="{FF2B5EF4-FFF2-40B4-BE49-F238E27FC236}">
                    <a16:creationId xmlns:a16="http://schemas.microsoft.com/office/drawing/2014/main" id="{A561EC96-7771-A973-9058-75703B7F2C0F}"/>
                  </a:ext>
                </a:extLst>
              </p:cNvPr>
              <p:cNvSpPr/>
              <p:nvPr/>
            </p:nvSpPr>
            <p:spPr bwMode="auto">
              <a:xfrm>
                <a:off x="1948" y="2242"/>
                <a:ext cx="17" cy="20"/>
              </a:xfrm>
              <a:custGeom>
                <a:avLst/>
                <a:gdLst>
                  <a:gd name="T0" fmla="*/ 4 w 10"/>
                  <a:gd name="T1" fmla="*/ 9 h 11"/>
                  <a:gd name="T2" fmla="*/ 9 w 10"/>
                  <a:gd name="T3" fmla="*/ 3 h 11"/>
                  <a:gd name="T4" fmla="*/ 7 w 10"/>
                  <a:gd name="T5" fmla="*/ 1 h 11"/>
                  <a:gd name="T6" fmla="*/ 1 w 10"/>
                  <a:gd name="T7" fmla="*/ 7 h 11"/>
                  <a:gd name="T8" fmla="*/ 4 w 10"/>
                  <a:gd name="T9" fmla="*/ 9 h 11"/>
                </a:gdLst>
                <a:ahLst/>
                <a:cxnLst>
                  <a:cxn ang="0">
                    <a:pos x="T0" y="T1"/>
                  </a:cxn>
                  <a:cxn ang="0">
                    <a:pos x="T2" y="T3"/>
                  </a:cxn>
                  <a:cxn ang="0">
                    <a:pos x="T4" y="T5"/>
                  </a:cxn>
                  <a:cxn ang="0">
                    <a:pos x="T6" y="T7"/>
                  </a:cxn>
                  <a:cxn ang="0">
                    <a:pos x="T8" y="T9"/>
                  </a:cxn>
                </a:cxnLst>
                <a:rect l="0" t="0" r="r" b="b"/>
                <a:pathLst>
                  <a:path w="10" h="11">
                    <a:moveTo>
                      <a:pt x="4" y="9"/>
                    </a:moveTo>
                    <a:cubicBezTo>
                      <a:pt x="6" y="7"/>
                      <a:pt x="7" y="5"/>
                      <a:pt x="9" y="3"/>
                    </a:cubicBezTo>
                    <a:cubicBezTo>
                      <a:pt x="10" y="2"/>
                      <a:pt x="9" y="0"/>
                      <a:pt x="7" y="1"/>
                    </a:cubicBezTo>
                    <a:cubicBezTo>
                      <a:pt x="5" y="3"/>
                      <a:pt x="3" y="5"/>
                      <a:pt x="1" y="7"/>
                    </a:cubicBezTo>
                    <a:cubicBezTo>
                      <a:pt x="0" y="8"/>
                      <a:pt x="2" y="11"/>
                      <a:pt x="4"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7" name="Freeform 383">
                <a:extLst>
                  <a:ext uri="{FF2B5EF4-FFF2-40B4-BE49-F238E27FC236}">
                    <a16:creationId xmlns:a16="http://schemas.microsoft.com/office/drawing/2014/main" id="{E436DF5B-A345-35E8-80FE-F2DB68032D9F}"/>
                  </a:ext>
                </a:extLst>
              </p:cNvPr>
              <p:cNvSpPr/>
              <p:nvPr/>
            </p:nvSpPr>
            <p:spPr bwMode="auto">
              <a:xfrm>
                <a:off x="2215" y="2518"/>
                <a:ext cx="79" cy="57"/>
              </a:xfrm>
              <a:custGeom>
                <a:avLst/>
                <a:gdLst>
                  <a:gd name="T0" fmla="*/ 41 w 45"/>
                  <a:gd name="T1" fmla="*/ 2 h 32"/>
                  <a:gd name="T2" fmla="*/ 2 w 45"/>
                  <a:gd name="T3" fmla="*/ 29 h 32"/>
                  <a:gd name="T4" fmla="*/ 3 w 45"/>
                  <a:gd name="T5" fmla="*/ 31 h 32"/>
                  <a:gd name="T6" fmla="*/ 43 w 45"/>
                  <a:gd name="T7" fmla="*/ 4 h 32"/>
                  <a:gd name="T8" fmla="*/ 41 w 45"/>
                  <a:gd name="T9" fmla="*/ 2 h 32"/>
                </a:gdLst>
                <a:ahLst/>
                <a:cxnLst>
                  <a:cxn ang="0">
                    <a:pos x="T0" y="T1"/>
                  </a:cxn>
                  <a:cxn ang="0">
                    <a:pos x="T2" y="T3"/>
                  </a:cxn>
                  <a:cxn ang="0">
                    <a:pos x="T4" y="T5"/>
                  </a:cxn>
                  <a:cxn ang="0">
                    <a:pos x="T6" y="T7"/>
                  </a:cxn>
                  <a:cxn ang="0">
                    <a:pos x="T8" y="T9"/>
                  </a:cxn>
                </a:cxnLst>
                <a:rect l="0" t="0" r="r" b="b"/>
                <a:pathLst>
                  <a:path w="45" h="32">
                    <a:moveTo>
                      <a:pt x="41" y="2"/>
                    </a:moveTo>
                    <a:cubicBezTo>
                      <a:pt x="28" y="12"/>
                      <a:pt x="16" y="21"/>
                      <a:pt x="2" y="29"/>
                    </a:cubicBezTo>
                    <a:cubicBezTo>
                      <a:pt x="0" y="29"/>
                      <a:pt x="1" y="32"/>
                      <a:pt x="3" y="31"/>
                    </a:cubicBezTo>
                    <a:cubicBezTo>
                      <a:pt x="18" y="25"/>
                      <a:pt x="32" y="16"/>
                      <a:pt x="43" y="4"/>
                    </a:cubicBezTo>
                    <a:cubicBezTo>
                      <a:pt x="45" y="2"/>
                      <a:pt x="43" y="0"/>
                      <a:pt x="4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8" name="Freeform 384">
                <a:extLst>
                  <a:ext uri="{FF2B5EF4-FFF2-40B4-BE49-F238E27FC236}">
                    <a16:creationId xmlns:a16="http://schemas.microsoft.com/office/drawing/2014/main" id="{4C444F87-53B8-29C0-5B10-68874E51E99E}"/>
                  </a:ext>
                </a:extLst>
              </p:cNvPr>
              <p:cNvSpPr/>
              <p:nvPr/>
            </p:nvSpPr>
            <p:spPr bwMode="auto">
              <a:xfrm>
                <a:off x="2261" y="2532"/>
                <a:ext cx="43" cy="32"/>
              </a:xfrm>
              <a:custGeom>
                <a:avLst/>
                <a:gdLst>
                  <a:gd name="T0" fmla="*/ 22 w 25"/>
                  <a:gd name="T1" fmla="*/ 0 h 18"/>
                  <a:gd name="T2" fmla="*/ 12 w 25"/>
                  <a:gd name="T3" fmla="*/ 8 h 18"/>
                  <a:gd name="T4" fmla="*/ 1 w 25"/>
                  <a:gd name="T5" fmla="*/ 15 h 18"/>
                  <a:gd name="T6" fmla="*/ 2 w 25"/>
                  <a:gd name="T7" fmla="*/ 17 h 18"/>
                  <a:gd name="T8" fmla="*/ 24 w 25"/>
                  <a:gd name="T9" fmla="*/ 3 h 18"/>
                  <a:gd name="T10" fmla="*/ 22 w 25"/>
                  <a:gd name="T11" fmla="*/ 0 h 18"/>
                </a:gdLst>
                <a:ahLst/>
                <a:cxnLst>
                  <a:cxn ang="0">
                    <a:pos x="T0" y="T1"/>
                  </a:cxn>
                  <a:cxn ang="0">
                    <a:pos x="T2" y="T3"/>
                  </a:cxn>
                  <a:cxn ang="0">
                    <a:pos x="T4" y="T5"/>
                  </a:cxn>
                  <a:cxn ang="0">
                    <a:pos x="T6" y="T7"/>
                  </a:cxn>
                  <a:cxn ang="0">
                    <a:pos x="T8" y="T9"/>
                  </a:cxn>
                  <a:cxn ang="0">
                    <a:pos x="T10" y="T11"/>
                  </a:cxn>
                </a:cxnLst>
                <a:rect l="0" t="0" r="r" b="b"/>
                <a:pathLst>
                  <a:path w="25" h="18">
                    <a:moveTo>
                      <a:pt x="22" y="0"/>
                    </a:moveTo>
                    <a:cubicBezTo>
                      <a:pt x="19" y="2"/>
                      <a:pt x="15" y="5"/>
                      <a:pt x="12" y="8"/>
                    </a:cubicBezTo>
                    <a:cubicBezTo>
                      <a:pt x="8" y="10"/>
                      <a:pt x="5" y="12"/>
                      <a:pt x="1" y="15"/>
                    </a:cubicBezTo>
                    <a:cubicBezTo>
                      <a:pt x="0" y="15"/>
                      <a:pt x="1" y="18"/>
                      <a:pt x="2" y="17"/>
                    </a:cubicBezTo>
                    <a:cubicBezTo>
                      <a:pt x="10" y="15"/>
                      <a:pt x="20" y="10"/>
                      <a:pt x="24" y="3"/>
                    </a:cubicBezTo>
                    <a:cubicBezTo>
                      <a:pt x="25" y="1"/>
                      <a:pt x="24" y="0"/>
                      <a:pt x="2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9" name="Freeform 385">
                <a:extLst>
                  <a:ext uri="{FF2B5EF4-FFF2-40B4-BE49-F238E27FC236}">
                    <a16:creationId xmlns:a16="http://schemas.microsoft.com/office/drawing/2014/main" id="{CF282019-1F47-C6C8-7718-5C98285D98A6}"/>
                  </a:ext>
                </a:extLst>
              </p:cNvPr>
              <p:cNvSpPr/>
              <p:nvPr/>
            </p:nvSpPr>
            <p:spPr bwMode="auto">
              <a:xfrm>
                <a:off x="2287" y="2545"/>
                <a:ext cx="30" cy="28"/>
              </a:xfrm>
              <a:custGeom>
                <a:avLst/>
                <a:gdLst>
                  <a:gd name="T0" fmla="*/ 13 w 17"/>
                  <a:gd name="T1" fmla="*/ 1 h 16"/>
                  <a:gd name="T2" fmla="*/ 2 w 17"/>
                  <a:gd name="T3" fmla="*/ 13 h 16"/>
                  <a:gd name="T4" fmla="*/ 3 w 17"/>
                  <a:gd name="T5" fmla="*/ 15 h 16"/>
                  <a:gd name="T6" fmla="*/ 16 w 17"/>
                  <a:gd name="T7" fmla="*/ 3 h 16"/>
                  <a:gd name="T8" fmla="*/ 13 w 17"/>
                  <a:gd name="T9" fmla="*/ 1 h 16"/>
                </a:gdLst>
                <a:ahLst/>
                <a:cxnLst>
                  <a:cxn ang="0">
                    <a:pos x="T0" y="T1"/>
                  </a:cxn>
                  <a:cxn ang="0">
                    <a:pos x="T2" y="T3"/>
                  </a:cxn>
                  <a:cxn ang="0">
                    <a:pos x="T4" y="T5"/>
                  </a:cxn>
                  <a:cxn ang="0">
                    <a:pos x="T6" y="T7"/>
                  </a:cxn>
                  <a:cxn ang="0">
                    <a:pos x="T8" y="T9"/>
                  </a:cxn>
                </a:cxnLst>
                <a:rect l="0" t="0" r="r" b="b"/>
                <a:pathLst>
                  <a:path w="17" h="16">
                    <a:moveTo>
                      <a:pt x="13" y="1"/>
                    </a:moveTo>
                    <a:cubicBezTo>
                      <a:pt x="10" y="6"/>
                      <a:pt x="6" y="9"/>
                      <a:pt x="2" y="13"/>
                    </a:cubicBezTo>
                    <a:cubicBezTo>
                      <a:pt x="0" y="14"/>
                      <a:pt x="2" y="16"/>
                      <a:pt x="3" y="15"/>
                    </a:cubicBezTo>
                    <a:cubicBezTo>
                      <a:pt x="9" y="12"/>
                      <a:pt x="13" y="8"/>
                      <a:pt x="16" y="3"/>
                    </a:cubicBezTo>
                    <a:cubicBezTo>
                      <a:pt x="17" y="1"/>
                      <a:pt x="14" y="0"/>
                      <a:pt x="13"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70" name="Freeform 386">
                <a:extLst>
                  <a:ext uri="{FF2B5EF4-FFF2-40B4-BE49-F238E27FC236}">
                    <a16:creationId xmlns:a16="http://schemas.microsoft.com/office/drawing/2014/main" id="{358E26FB-3DB6-1CCD-7144-2AE79A073D24}"/>
                  </a:ext>
                </a:extLst>
              </p:cNvPr>
              <p:cNvSpPr/>
              <p:nvPr/>
            </p:nvSpPr>
            <p:spPr bwMode="auto">
              <a:xfrm>
                <a:off x="2206" y="2499"/>
                <a:ext cx="84" cy="19"/>
              </a:xfrm>
              <a:custGeom>
                <a:avLst/>
                <a:gdLst>
                  <a:gd name="T0" fmla="*/ 46 w 48"/>
                  <a:gd name="T1" fmla="*/ 0 h 11"/>
                  <a:gd name="T2" fmla="*/ 2 w 48"/>
                  <a:gd name="T3" fmla="*/ 4 h 11"/>
                  <a:gd name="T4" fmla="*/ 2 w 48"/>
                  <a:gd name="T5" fmla="*/ 6 h 11"/>
                  <a:gd name="T6" fmla="*/ 47 w 48"/>
                  <a:gd name="T7" fmla="*/ 3 h 11"/>
                  <a:gd name="T8" fmla="*/ 46 w 48"/>
                  <a:gd name="T9" fmla="*/ 0 h 11"/>
                </a:gdLst>
                <a:ahLst/>
                <a:cxnLst>
                  <a:cxn ang="0">
                    <a:pos x="T0" y="T1"/>
                  </a:cxn>
                  <a:cxn ang="0">
                    <a:pos x="T2" y="T3"/>
                  </a:cxn>
                  <a:cxn ang="0">
                    <a:pos x="T4" y="T5"/>
                  </a:cxn>
                  <a:cxn ang="0">
                    <a:pos x="T6" y="T7"/>
                  </a:cxn>
                  <a:cxn ang="0">
                    <a:pos x="T8" y="T9"/>
                  </a:cxn>
                </a:cxnLst>
                <a:rect l="0" t="0" r="r" b="b"/>
                <a:pathLst>
                  <a:path w="48" h="11">
                    <a:moveTo>
                      <a:pt x="46" y="0"/>
                    </a:moveTo>
                    <a:cubicBezTo>
                      <a:pt x="31" y="5"/>
                      <a:pt x="17" y="6"/>
                      <a:pt x="2" y="4"/>
                    </a:cubicBezTo>
                    <a:cubicBezTo>
                      <a:pt x="0" y="3"/>
                      <a:pt x="0" y="6"/>
                      <a:pt x="2" y="6"/>
                    </a:cubicBezTo>
                    <a:cubicBezTo>
                      <a:pt x="16" y="11"/>
                      <a:pt x="33" y="10"/>
                      <a:pt x="47" y="3"/>
                    </a:cubicBezTo>
                    <a:cubicBezTo>
                      <a:pt x="48" y="2"/>
                      <a:pt x="47" y="0"/>
                      <a:pt x="4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71" name="Freeform 387">
                <a:extLst>
                  <a:ext uri="{FF2B5EF4-FFF2-40B4-BE49-F238E27FC236}">
                    <a16:creationId xmlns:a16="http://schemas.microsoft.com/office/drawing/2014/main" id="{6134F7BF-3808-0D7B-ACD0-5EE6C2E7F34D}"/>
                  </a:ext>
                </a:extLst>
              </p:cNvPr>
              <p:cNvSpPr/>
              <p:nvPr/>
            </p:nvSpPr>
            <p:spPr bwMode="auto">
              <a:xfrm>
                <a:off x="2371" y="2293"/>
                <a:ext cx="39" cy="104"/>
              </a:xfrm>
              <a:custGeom>
                <a:avLst/>
                <a:gdLst>
                  <a:gd name="T0" fmla="*/ 8 w 22"/>
                  <a:gd name="T1" fmla="*/ 57 h 59"/>
                  <a:gd name="T2" fmla="*/ 22 w 22"/>
                  <a:gd name="T3" fmla="*/ 3 h 59"/>
                  <a:gd name="T4" fmla="*/ 19 w 22"/>
                  <a:gd name="T5" fmla="*/ 1 h 59"/>
                  <a:gd name="T6" fmla="*/ 5 w 22"/>
                  <a:gd name="T7" fmla="*/ 58 h 59"/>
                  <a:gd name="T8" fmla="*/ 8 w 22"/>
                  <a:gd name="T9" fmla="*/ 57 h 59"/>
                </a:gdLst>
                <a:ahLst/>
                <a:cxnLst>
                  <a:cxn ang="0">
                    <a:pos x="T0" y="T1"/>
                  </a:cxn>
                  <a:cxn ang="0">
                    <a:pos x="T2" y="T3"/>
                  </a:cxn>
                  <a:cxn ang="0">
                    <a:pos x="T4" y="T5"/>
                  </a:cxn>
                  <a:cxn ang="0">
                    <a:pos x="T6" y="T7"/>
                  </a:cxn>
                  <a:cxn ang="0">
                    <a:pos x="T8" y="T9"/>
                  </a:cxn>
                </a:cxnLst>
                <a:rect l="0" t="0" r="r" b="b"/>
                <a:pathLst>
                  <a:path w="22" h="59">
                    <a:moveTo>
                      <a:pt x="8" y="57"/>
                    </a:moveTo>
                    <a:cubicBezTo>
                      <a:pt x="7" y="36"/>
                      <a:pt x="11" y="21"/>
                      <a:pt x="22" y="3"/>
                    </a:cubicBezTo>
                    <a:cubicBezTo>
                      <a:pt x="22" y="1"/>
                      <a:pt x="20" y="0"/>
                      <a:pt x="19" y="1"/>
                    </a:cubicBezTo>
                    <a:cubicBezTo>
                      <a:pt x="6" y="15"/>
                      <a:pt x="0" y="39"/>
                      <a:pt x="5" y="58"/>
                    </a:cubicBezTo>
                    <a:cubicBezTo>
                      <a:pt x="6" y="59"/>
                      <a:pt x="8" y="59"/>
                      <a:pt x="8" y="5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72" name="Freeform 388">
                <a:extLst>
                  <a:ext uri="{FF2B5EF4-FFF2-40B4-BE49-F238E27FC236}">
                    <a16:creationId xmlns:a16="http://schemas.microsoft.com/office/drawing/2014/main" id="{7AF6C6EC-5E2B-99A8-4AE7-F225D6AD25DC}"/>
                  </a:ext>
                </a:extLst>
              </p:cNvPr>
              <p:cNvSpPr/>
              <p:nvPr/>
            </p:nvSpPr>
            <p:spPr bwMode="auto">
              <a:xfrm>
                <a:off x="2366" y="2295"/>
                <a:ext cx="16" cy="83"/>
              </a:xfrm>
              <a:custGeom>
                <a:avLst/>
                <a:gdLst>
                  <a:gd name="T0" fmla="*/ 5 w 9"/>
                  <a:gd name="T1" fmla="*/ 45 h 47"/>
                  <a:gd name="T2" fmla="*/ 8 w 9"/>
                  <a:gd name="T3" fmla="*/ 2 h 47"/>
                  <a:gd name="T4" fmla="*/ 6 w 9"/>
                  <a:gd name="T5" fmla="*/ 1 h 47"/>
                  <a:gd name="T6" fmla="*/ 2 w 9"/>
                  <a:gd name="T7" fmla="*/ 45 h 47"/>
                  <a:gd name="T8" fmla="*/ 5 w 9"/>
                  <a:gd name="T9" fmla="*/ 45 h 47"/>
                </a:gdLst>
                <a:ahLst/>
                <a:cxnLst>
                  <a:cxn ang="0">
                    <a:pos x="T0" y="T1"/>
                  </a:cxn>
                  <a:cxn ang="0">
                    <a:pos x="T2" y="T3"/>
                  </a:cxn>
                  <a:cxn ang="0">
                    <a:pos x="T4" y="T5"/>
                  </a:cxn>
                  <a:cxn ang="0">
                    <a:pos x="T6" y="T7"/>
                  </a:cxn>
                  <a:cxn ang="0">
                    <a:pos x="T8" y="T9"/>
                  </a:cxn>
                </a:cxnLst>
                <a:rect l="0" t="0" r="r" b="b"/>
                <a:pathLst>
                  <a:path w="9" h="47">
                    <a:moveTo>
                      <a:pt x="5" y="45"/>
                    </a:moveTo>
                    <a:cubicBezTo>
                      <a:pt x="4" y="30"/>
                      <a:pt x="7" y="17"/>
                      <a:pt x="8" y="2"/>
                    </a:cubicBezTo>
                    <a:cubicBezTo>
                      <a:pt x="9" y="1"/>
                      <a:pt x="6" y="0"/>
                      <a:pt x="6" y="1"/>
                    </a:cubicBezTo>
                    <a:cubicBezTo>
                      <a:pt x="0" y="15"/>
                      <a:pt x="0" y="31"/>
                      <a:pt x="2" y="45"/>
                    </a:cubicBezTo>
                    <a:cubicBezTo>
                      <a:pt x="2" y="47"/>
                      <a:pt x="5" y="46"/>
                      <a:pt x="5" y="4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73" name="Freeform 389">
                <a:extLst>
                  <a:ext uri="{FF2B5EF4-FFF2-40B4-BE49-F238E27FC236}">
                    <a16:creationId xmlns:a16="http://schemas.microsoft.com/office/drawing/2014/main" id="{423BD5E8-70B2-01EC-D89F-E10E7DFA3A19}"/>
                  </a:ext>
                </a:extLst>
              </p:cNvPr>
              <p:cNvSpPr/>
              <p:nvPr/>
            </p:nvSpPr>
            <p:spPr bwMode="auto">
              <a:xfrm>
                <a:off x="2340" y="2288"/>
                <a:ext cx="23" cy="72"/>
              </a:xfrm>
              <a:custGeom>
                <a:avLst/>
                <a:gdLst>
                  <a:gd name="T0" fmla="*/ 13 w 13"/>
                  <a:gd name="T1" fmla="*/ 38 h 41"/>
                  <a:gd name="T2" fmla="*/ 4 w 13"/>
                  <a:gd name="T3" fmla="*/ 2 h 41"/>
                  <a:gd name="T4" fmla="*/ 1 w 13"/>
                  <a:gd name="T5" fmla="*/ 2 h 41"/>
                  <a:gd name="T6" fmla="*/ 10 w 13"/>
                  <a:gd name="T7" fmla="*/ 39 h 41"/>
                  <a:gd name="T8" fmla="*/ 13 w 13"/>
                  <a:gd name="T9" fmla="*/ 38 h 41"/>
                </a:gdLst>
                <a:ahLst/>
                <a:cxnLst>
                  <a:cxn ang="0">
                    <a:pos x="T0" y="T1"/>
                  </a:cxn>
                  <a:cxn ang="0">
                    <a:pos x="T2" y="T3"/>
                  </a:cxn>
                  <a:cxn ang="0">
                    <a:pos x="T4" y="T5"/>
                  </a:cxn>
                  <a:cxn ang="0">
                    <a:pos x="T6" y="T7"/>
                  </a:cxn>
                  <a:cxn ang="0">
                    <a:pos x="T8" y="T9"/>
                  </a:cxn>
                </a:cxnLst>
                <a:rect l="0" t="0" r="r" b="b"/>
                <a:pathLst>
                  <a:path w="13" h="41">
                    <a:moveTo>
                      <a:pt x="13" y="38"/>
                    </a:moveTo>
                    <a:cubicBezTo>
                      <a:pt x="11" y="26"/>
                      <a:pt x="8" y="13"/>
                      <a:pt x="4" y="2"/>
                    </a:cubicBezTo>
                    <a:cubicBezTo>
                      <a:pt x="3" y="0"/>
                      <a:pt x="0" y="1"/>
                      <a:pt x="1" y="2"/>
                    </a:cubicBezTo>
                    <a:cubicBezTo>
                      <a:pt x="3" y="15"/>
                      <a:pt x="7" y="27"/>
                      <a:pt x="10" y="39"/>
                    </a:cubicBezTo>
                    <a:cubicBezTo>
                      <a:pt x="11" y="41"/>
                      <a:pt x="13" y="40"/>
                      <a:pt x="13" y="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74" name="Freeform 390">
                <a:extLst>
                  <a:ext uri="{FF2B5EF4-FFF2-40B4-BE49-F238E27FC236}">
                    <a16:creationId xmlns:a16="http://schemas.microsoft.com/office/drawing/2014/main" id="{F1B6EE30-9B7A-BEC2-0579-B0BE88985C38}"/>
                  </a:ext>
                </a:extLst>
              </p:cNvPr>
              <p:cNvSpPr/>
              <p:nvPr/>
            </p:nvSpPr>
            <p:spPr bwMode="auto">
              <a:xfrm>
                <a:off x="2310" y="2330"/>
                <a:ext cx="68" cy="65"/>
              </a:xfrm>
              <a:custGeom>
                <a:avLst/>
                <a:gdLst>
                  <a:gd name="T0" fmla="*/ 38 w 39"/>
                  <a:gd name="T1" fmla="*/ 33 h 37"/>
                  <a:gd name="T2" fmla="*/ 3 w 39"/>
                  <a:gd name="T3" fmla="*/ 1 h 37"/>
                  <a:gd name="T4" fmla="*/ 0 w 39"/>
                  <a:gd name="T5" fmla="*/ 3 h 37"/>
                  <a:gd name="T6" fmla="*/ 36 w 39"/>
                  <a:gd name="T7" fmla="*/ 36 h 37"/>
                  <a:gd name="T8" fmla="*/ 38 w 39"/>
                  <a:gd name="T9" fmla="*/ 33 h 37"/>
                </a:gdLst>
                <a:ahLst/>
                <a:cxnLst>
                  <a:cxn ang="0">
                    <a:pos x="T0" y="T1"/>
                  </a:cxn>
                  <a:cxn ang="0">
                    <a:pos x="T2" y="T3"/>
                  </a:cxn>
                  <a:cxn ang="0">
                    <a:pos x="T4" y="T5"/>
                  </a:cxn>
                  <a:cxn ang="0">
                    <a:pos x="T6" y="T7"/>
                  </a:cxn>
                  <a:cxn ang="0">
                    <a:pos x="T8" y="T9"/>
                  </a:cxn>
                </a:cxnLst>
                <a:rect l="0" t="0" r="r" b="b"/>
                <a:pathLst>
                  <a:path w="39" h="37">
                    <a:moveTo>
                      <a:pt x="38" y="33"/>
                    </a:moveTo>
                    <a:cubicBezTo>
                      <a:pt x="24" y="24"/>
                      <a:pt x="11" y="17"/>
                      <a:pt x="3" y="1"/>
                    </a:cubicBezTo>
                    <a:cubicBezTo>
                      <a:pt x="2" y="0"/>
                      <a:pt x="0" y="1"/>
                      <a:pt x="0" y="3"/>
                    </a:cubicBezTo>
                    <a:cubicBezTo>
                      <a:pt x="4" y="19"/>
                      <a:pt x="21" y="30"/>
                      <a:pt x="36" y="36"/>
                    </a:cubicBezTo>
                    <a:cubicBezTo>
                      <a:pt x="38" y="37"/>
                      <a:pt x="39" y="35"/>
                      <a:pt x="38"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75" name="Freeform 391">
                <a:extLst>
                  <a:ext uri="{FF2B5EF4-FFF2-40B4-BE49-F238E27FC236}">
                    <a16:creationId xmlns:a16="http://schemas.microsoft.com/office/drawing/2014/main" id="{7EDE1153-5F3A-13BC-943C-E024A8929D28}"/>
                  </a:ext>
                </a:extLst>
              </p:cNvPr>
              <p:cNvSpPr/>
              <p:nvPr/>
            </p:nvSpPr>
            <p:spPr bwMode="auto">
              <a:xfrm>
                <a:off x="2338" y="2386"/>
                <a:ext cx="63" cy="39"/>
              </a:xfrm>
              <a:custGeom>
                <a:avLst/>
                <a:gdLst>
                  <a:gd name="T0" fmla="*/ 34 w 36"/>
                  <a:gd name="T1" fmla="*/ 19 h 22"/>
                  <a:gd name="T2" fmla="*/ 3 w 36"/>
                  <a:gd name="T3" fmla="*/ 2 h 22"/>
                  <a:gd name="T4" fmla="*/ 1 w 36"/>
                  <a:gd name="T5" fmla="*/ 3 h 22"/>
                  <a:gd name="T6" fmla="*/ 33 w 36"/>
                  <a:gd name="T7" fmla="*/ 22 h 22"/>
                  <a:gd name="T8" fmla="*/ 34 w 36"/>
                  <a:gd name="T9" fmla="*/ 19 h 22"/>
                </a:gdLst>
                <a:ahLst/>
                <a:cxnLst>
                  <a:cxn ang="0">
                    <a:pos x="T0" y="T1"/>
                  </a:cxn>
                  <a:cxn ang="0">
                    <a:pos x="T2" y="T3"/>
                  </a:cxn>
                  <a:cxn ang="0">
                    <a:pos x="T4" y="T5"/>
                  </a:cxn>
                  <a:cxn ang="0">
                    <a:pos x="T6" y="T7"/>
                  </a:cxn>
                  <a:cxn ang="0">
                    <a:pos x="T8" y="T9"/>
                  </a:cxn>
                </a:cxnLst>
                <a:rect l="0" t="0" r="r" b="b"/>
                <a:pathLst>
                  <a:path w="36" h="22">
                    <a:moveTo>
                      <a:pt x="34" y="19"/>
                    </a:moveTo>
                    <a:cubicBezTo>
                      <a:pt x="22" y="16"/>
                      <a:pt x="12" y="11"/>
                      <a:pt x="3" y="2"/>
                    </a:cubicBezTo>
                    <a:cubicBezTo>
                      <a:pt x="2" y="0"/>
                      <a:pt x="0" y="2"/>
                      <a:pt x="1" y="3"/>
                    </a:cubicBezTo>
                    <a:cubicBezTo>
                      <a:pt x="8" y="14"/>
                      <a:pt x="20" y="22"/>
                      <a:pt x="33" y="22"/>
                    </a:cubicBezTo>
                    <a:cubicBezTo>
                      <a:pt x="35" y="22"/>
                      <a:pt x="36" y="19"/>
                      <a:pt x="34"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76" name="Freeform 392">
                <a:extLst>
                  <a:ext uri="{FF2B5EF4-FFF2-40B4-BE49-F238E27FC236}">
                    <a16:creationId xmlns:a16="http://schemas.microsoft.com/office/drawing/2014/main" id="{FD823E7C-E1D8-FD6D-85AF-85F9A00DC17A}"/>
                  </a:ext>
                </a:extLst>
              </p:cNvPr>
              <p:cNvSpPr/>
              <p:nvPr/>
            </p:nvSpPr>
            <p:spPr bwMode="auto">
              <a:xfrm>
                <a:off x="2363" y="2425"/>
                <a:ext cx="47" cy="16"/>
              </a:xfrm>
              <a:custGeom>
                <a:avLst/>
                <a:gdLst>
                  <a:gd name="T0" fmla="*/ 25 w 27"/>
                  <a:gd name="T1" fmla="*/ 5 h 9"/>
                  <a:gd name="T2" fmla="*/ 3 w 27"/>
                  <a:gd name="T3" fmla="*/ 0 h 9"/>
                  <a:gd name="T4" fmla="*/ 2 w 27"/>
                  <a:gd name="T5" fmla="*/ 3 h 9"/>
                  <a:gd name="T6" fmla="*/ 25 w 27"/>
                  <a:gd name="T7" fmla="*/ 8 h 9"/>
                  <a:gd name="T8" fmla="*/ 25 w 27"/>
                  <a:gd name="T9" fmla="*/ 5 h 9"/>
                </a:gdLst>
                <a:ahLst/>
                <a:cxnLst>
                  <a:cxn ang="0">
                    <a:pos x="T0" y="T1"/>
                  </a:cxn>
                  <a:cxn ang="0">
                    <a:pos x="T2" y="T3"/>
                  </a:cxn>
                  <a:cxn ang="0">
                    <a:pos x="T4" y="T5"/>
                  </a:cxn>
                  <a:cxn ang="0">
                    <a:pos x="T6" y="T7"/>
                  </a:cxn>
                  <a:cxn ang="0">
                    <a:pos x="T8" y="T9"/>
                  </a:cxn>
                </a:cxnLst>
                <a:rect l="0" t="0" r="r" b="b"/>
                <a:pathLst>
                  <a:path w="27" h="9">
                    <a:moveTo>
                      <a:pt x="25" y="5"/>
                    </a:moveTo>
                    <a:cubicBezTo>
                      <a:pt x="17" y="4"/>
                      <a:pt x="10" y="2"/>
                      <a:pt x="3" y="0"/>
                    </a:cubicBezTo>
                    <a:cubicBezTo>
                      <a:pt x="1" y="0"/>
                      <a:pt x="0" y="2"/>
                      <a:pt x="2" y="3"/>
                    </a:cubicBezTo>
                    <a:cubicBezTo>
                      <a:pt x="9" y="7"/>
                      <a:pt x="17" y="9"/>
                      <a:pt x="25" y="8"/>
                    </a:cubicBezTo>
                    <a:cubicBezTo>
                      <a:pt x="27" y="8"/>
                      <a:pt x="27" y="5"/>
                      <a:pt x="25"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77" name="Freeform 393">
                <a:extLst>
                  <a:ext uri="{FF2B5EF4-FFF2-40B4-BE49-F238E27FC236}">
                    <a16:creationId xmlns:a16="http://schemas.microsoft.com/office/drawing/2014/main" id="{51A6536A-196E-4890-2410-5F006CD61116}"/>
                  </a:ext>
                </a:extLst>
              </p:cNvPr>
              <p:cNvSpPr/>
              <p:nvPr/>
            </p:nvSpPr>
            <p:spPr bwMode="auto">
              <a:xfrm>
                <a:off x="2452" y="2105"/>
                <a:ext cx="78" cy="18"/>
              </a:xfrm>
              <a:custGeom>
                <a:avLst/>
                <a:gdLst>
                  <a:gd name="T0" fmla="*/ 3 w 44"/>
                  <a:gd name="T1" fmla="*/ 10 h 10"/>
                  <a:gd name="T2" fmla="*/ 43 w 44"/>
                  <a:gd name="T3" fmla="*/ 3 h 10"/>
                  <a:gd name="T4" fmla="*/ 42 w 44"/>
                  <a:gd name="T5" fmla="*/ 0 h 10"/>
                  <a:gd name="T6" fmla="*/ 2 w 44"/>
                  <a:gd name="T7" fmla="*/ 7 h 10"/>
                  <a:gd name="T8" fmla="*/ 3 w 44"/>
                  <a:gd name="T9" fmla="*/ 10 h 10"/>
                </a:gdLst>
                <a:ahLst/>
                <a:cxnLst>
                  <a:cxn ang="0">
                    <a:pos x="T0" y="T1"/>
                  </a:cxn>
                  <a:cxn ang="0">
                    <a:pos x="T2" y="T3"/>
                  </a:cxn>
                  <a:cxn ang="0">
                    <a:pos x="T4" y="T5"/>
                  </a:cxn>
                  <a:cxn ang="0">
                    <a:pos x="T6" y="T7"/>
                  </a:cxn>
                  <a:cxn ang="0">
                    <a:pos x="T8" y="T9"/>
                  </a:cxn>
                </a:cxnLst>
                <a:rect l="0" t="0" r="r" b="b"/>
                <a:pathLst>
                  <a:path w="44" h="10">
                    <a:moveTo>
                      <a:pt x="3" y="10"/>
                    </a:moveTo>
                    <a:cubicBezTo>
                      <a:pt x="16" y="9"/>
                      <a:pt x="30" y="7"/>
                      <a:pt x="43" y="3"/>
                    </a:cubicBezTo>
                    <a:cubicBezTo>
                      <a:pt x="44" y="3"/>
                      <a:pt x="44" y="0"/>
                      <a:pt x="42" y="0"/>
                    </a:cubicBezTo>
                    <a:cubicBezTo>
                      <a:pt x="29" y="2"/>
                      <a:pt x="15" y="4"/>
                      <a:pt x="2" y="7"/>
                    </a:cubicBezTo>
                    <a:cubicBezTo>
                      <a:pt x="0" y="7"/>
                      <a:pt x="1" y="10"/>
                      <a:pt x="3"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78" name="Freeform 394">
                <a:extLst>
                  <a:ext uri="{FF2B5EF4-FFF2-40B4-BE49-F238E27FC236}">
                    <a16:creationId xmlns:a16="http://schemas.microsoft.com/office/drawing/2014/main" id="{BCFD89AF-87CB-3913-1F75-50547B93CE6E}"/>
                  </a:ext>
                </a:extLst>
              </p:cNvPr>
              <p:cNvSpPr/>
              <p:nvPr/>
            </p:nvSpPr>
            <p:spPr bwMode="auto">
              <a:xfrm>
                <a:off x="2433" y="2087"/>
                <a:ext cx="56" cy="20"/>
              </a:xfrm>
              <a:custGeom>
                <a:avLst/>
                <a:gdLst>
                  <a:gd name="T0" fmla="*/ 2 w 32"/>
                  <a:gd name="T1" fmla="*/ 9 h 11"/>
                  <a:gd name="T2" fmla="*/ 30 w 32"/>
                  <a:gd name="T3" fmla="*/ 3 h 11"/>
                  <a:gd name="T4" fmla="*/ 28 w 32"/>
                  <a:gd name="T5" fmla="*/ 1 h 11"/>
                  <a:gd name="T6" fmla="*/ 3 w 32"/>
                  <a:gd name="T7" fmla="*/ 6 h 11"/>
                  <a:gd name="T8" fmla="*/ 2 w 32"/>
                  <a:gd name="T9" fmla="*/ 9 h 11"/>
                </a:gdLst>
                <a:ahLst/>
                <a:cxnLst>
                  <a:cxn ang="0">
                    <a:pos x="T0" y="T1"/>
                  </a:cxn>
                  <a:cxn ang="0">
                    <a:pos x="T2" y="T3"/>
                  </a:cxn>
                  <a:cxn ang="0">
                    <a:pos x="T4" y="T5"/>
                  </a:cxn>
                  <a:cxn ang="0">
                    <a:pos x="T6" y="T7"/>
                  </a:cxn>
                  <a:cxn ang="0">
                    <a:pos x="T8" y="T9"/>
                  </a:cxn>
                </a:cxnLst>
                <a:rect l="0" t="0" r="r" b="b"/>
                <a:pathLst>
                  <a:path w="32" h="11">
                    <a:moveTo>
                      <a:pt x="2" y="9"/>
                    </a:moveTo>
                    <a:cubicBezTo>
                      <a:pt x="12" y="11"/>
                      <a:pt x="22" y="10"/>
                      <a:pt x="30" y="3"/>
                    </a:cubicBezTo>
                    <a:cubicBezTo>
                      <a:pt x="32" y="2"/>
                      <a:pt x="30" y="0"/>
                      <a:pt x="28" y="1"/>
                    </a:cubicBezTo>
                    <a:cubicBezTo>
                      <a:pt x="20" y="5"/>
                      <a:pt x="12" y="7"/>
                      <a:pt x="3" y="6"/>
                    </a:cubicBezTo>
                    <a:cubicBezTo>
                      <a:pt x="1" y="6"/>
                      <a:pt x="0" y="9"/>
                      <a:pt x="2"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79" name="Freeform 395">
                <a:extLst>
                  <a:ext uri="{FF2B5EF4-FFF2-40B4-BE49-F238E27FC236}">
                    <a16:creationId xmlns:a16="http://schemas.microsoft.com/office/drawing/2014/main" id="{80170214-DF01-D1CB-E76A-22171E614831}"/>
                  </a:ext>
                </a:extLst>
              </p:cNvPr>
              <p:cNvSpPr/>
              <p:nvPr/>
            </p:nvSpPr>
            <p:spPr bwMode="auto">
              <a:xfrm>
                <a:off x="2415" y="2063"/>
                <a:ext cx="41" cy="17"/>
              </a:xfrm>
              <a:custGeom>
                <a:avLst/>
                <a:gdLst>
                  <a:gd name="T0" fmla="*/ 2 w 23"/>
                  <a:gd name="T1" fmla="*/ 9 h 10"/>
                  <a:gd name="T2" fmla="*/ 22 w 23"/>
                  <a:gd name="T3" fmla="*/ 3 h 10"/>
                  <a:gd name="T4" fmla="*/ 20 w 23"/>
                  <a:gd name="T5" fmla="*/ 1 h 10"/>
                  <a:gd name="T6" fmla="*/ 2 w 23"/>
                  <a:gd name="T7" fmla="*/ 6 h 10"/>
                  <a:gd name="T8" fmla="*/ 2 w 23"/>
                  <a:gd name="T9" fmla="*/ 9 h 10"/>
                </a:gdLst>
                <a:ahLst/>
                <a:cxnLst>
                  <a:cxn ang="0">
                    <a:pos x="T0" y="T1"/>
                  </a:cxn>
                  <a:cxn ang="0">
                    <a:pos x="T2" y="T3"/>
                  </a:cxn>
                  <a:cxn ang="0">
                    <a:pos x="T4" y="T5"/>
                  </a:cxn>
                  <a:cxn ang="0">
                    <a:pos x="T6" y="T7"/>
                  </a:cxn>
                  <a:cxn ang="0">
                    <a:pos x="T8" y="T9"/>
                  </a:cxn>
                </a:cxnLst>
                <a:rect l="0" t="0" r="r" b="b"/>
                <a:pathLst>
                  <a:path w="23" h="10">
                    <a:moveTo>
                      <a:pt x="2" y="9"/>
                    </a:moveTo>
                    <a:cubicBezTo>
                      <a:pt x="9" y="10"/>
                      <a:pt x="17" y="9"/>
                      <a:pt x="22" y="3"/>
                    </a:cubicBezTo>
                    <a:cubicBezTo>
                      <a:pt x="23" y="2"/>
                      <a:pt x="21" y="0"/>
                      <a:pt x="20" y="1"/>
                    </a:cubicBezTo>
                    <a:cubicBezTo>
                      <a:pt x="14" y="4"/>
                      <a:pt x="9" y="6"/>
                      <a:pt x="2" y="6"/>
                    </a:cubicBezTo>
                    <a:cubicBezTo>
                      <a:pt x="0" y="6"/>
                      <a:pt x="0" y="9"/>
                      <a:pt x="2"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0" name="Freeform 396">
                <a:extLst>
                  <a:ext uri="{FF2B5EF4-FFF2-40B4-BE49-F238E27FC236}">
                    <a16:creationId xmlns:a16="http://schemas.microsoft.com/office/drawing/2014/main" id="{17AE68A8-6895-BA07-46EC-61516654E3EA}"/>
                  </a:ext>
                </a:extLst>
              </p:cNvPr>
              <p:cNvSpPr/>
              <p:nvPr/>
            </p:nvSpPr>
            <p:spPr bwMode="auto">
              <a:xfrm>
                <a:off x="2410" y="2044"/>
                <a:ext cx="40" cy="10"/>
              </a:xfrm>
              <a:custGeom>
                <a:avLst/>
                <a:gdLst>
                  <a:gd name="T0" fmla="*/ 2 w 23"/>
                  <a:gd name="T1" fmla="*/ 5 h 6"/>
                  <a:gd name="T2" fmla="*/ 21 w 23"/>
                  <a:gd name="T3" fmla="*/ 5 h 6"/>
                  <a:gd name="T4" fmla="*/ 21 w 23"/>
                  <a:gd name="T5" fmla="*/ 1 h 6"/>
                  <a:gd name="T6" fmla="*/ 2 w 23"/>
                  <a:gd name="T7" fmla="*/ 1 h 6"/>
                  <a:gd name="T8" fmla="*/ 2 w 23"/>
                  <a:gd name="T9" fmla="*/ 5 h 6"/>
                </a:gdLst>
                <a:ahLst/>
                <a:cxnLst>
                  <a:cxn ang="0">
                    <a:pos x="T0" y="T1"/>
                  </a:cxn>
                  <a:cxn ang="0">
                    <a:pos x="T2" y="T3"/>
                  </a:cxn>
                  <a:cxn ang="0">
                    <a:pos x="T4" y="T5"/>
                  </a:cxn>
                  <a:cxn ang="0">
                    <a:pos x="T6" y="T7"/>
                  </a:cxn>
                  <a:cxn ang="0">
                    <a:pos x="T8" y="T9"/>
                  </a:cxn>
                </a:cxnLst>
                <a:rect l="0" t="0" r="r" b="b"/>
                <a:pathLst>
                  <a:path w="23" h="6">
                    <a:moveTo>
                      <a:pt x="2" y="5"/>
                    </a:moveTo>
                    <a:cubicBezTo>
                      <a:pt x="9" y="5"/>
                      <a:pt x="15" y="6"/>
                      <a:pt x="21" y="5"/>
                    </a:cubicBezTo>
                    <a:cubicBezTo>
                      <a:pt x="23" y="4"/>
                      <a:pt x="23" y="2"/>
                      <a:pt x="21" y="1"/>
                    </a:cubicBezTo>
                    <a:cubicBezTo>
                      <a:pt x="15" y="0"/>
                      <a:pt x="9" y="1"/>
                      <a:pt x="2" y="1"/>
                    </a:cubicBezTo>
                    <a:cubicBezTo>
                      <a:pt x="0" y="1"/>
                      <a:pt x="0" y="5"/>
                      <a:pt x="2"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1" name="Freeform 397">
                <a:extLst>
                  <a:ext uri="{FF2B5EF4-FFF2-40B4-BE49-F238E27FC236}">
                    <a16:creationId xmlns:a16="http://schemas.microsoft.com/office/drawing/2014/main" id="{9DD6F22E-0872-2DAD-ACEC-25F3B6D4367D}"/>
                  </a:ext>
                </a:extLst>
              </p:cNvPr>
              <p:cNvSpPr/>
              <p:nvPr/>
            </p:nvSpPr>
            <p:spPr bwMode="auto">
              <a:xfrm>
                <a:off x="2450" y="2128"/>
                <a:ext cx="25" cy="14"/>
              </a:xfrm>
              <a:custGeom>
                <a:avLst/>
                <a:gdLst>
                  <a:gd name="T0" fmla="*/ 2 w 14"/>
                  <a:gd name="T1" fmla="*/ 4 h 8"/>
                  <a:gd name="T2" fmla="*/ 11 w 14"/>
                  <a:gd name="T3" fmla="*/ 8 h 8"/>
                  <a:gd name="T4" fmla="*/ 13 w 14"/>
                  <a:gd name="T5" fmla="*/ 5 h 8"/>
                  <a:gd name="T6" fmla="*/ 4 w 14"/>
                  <a:gd name="T7" fmla="*/ 1 h 8"/>
                  <a:gd name="T8" fmla="*/ 2 w 14"/>
                  <a:gd name="T9" fmla="*/ 4 h 8"/>
                </a:gdLst>
                <a:ahLst/>
                <a:cxnLst>
                  <a:cxn ang="0">
                    <a:pos x="T0" y="T1"/>
                  </a:cxn>
                  <a:cxn ang="0">
                    <a:pos x="T2" y="T3"/>
                  </a:cxn>
                  <a:cxn ang="0">
                    <a:pos x="T4" y="T5"/>
                  </a:cxn>
                  <a:cxn ang="0">
                    <a:pos x="T6" y="T7"/>
                  </a:cxn>
                  <a:cxn ang="0">
                    <a:pos x="T8" y="T9"/>
                  </a:cxn>
                </a:cxnLst>
                <a:rect l="0" t="0" r="r" b="b"/>
                <a:pathLst>
                  <a:path w="14" h="8">
                    <a:moveTo>
                      <a:pt x="2" y="4"/>
                    </a:moveTo>
                    <a:cubicBezTo>
                      <a:pt x="5" y="5"/>
                      <a:pt x="8" y="7"/>
                      <a:pt x="11" y="8"/>
                    </a:cubicBezTo>
                    <a:cubicBezTo>
                      <a:pt x="13" y="8"/>
                      <a:pt x="14" y="6"/>
                      <a:pt x="13" y="5"/>
                    </a:cubicBezTo>
                    <a:cubicBezTo>
                      <a:pt x="11" y="3"/>
                      <a:pt x="7" y="2"/>
                      <a:pt x="4" y="1"/>
                    </a:cubicBezTo>
                    <a:cubicBezTo>
                      <a:pt x="2"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2" name="Freeform 398">
                <a:extLst>
                  <a:ext uri="{FF2B5EF4-FFF2-40B4-BE49-F238E27FC236}">
                    <a16:creationId xmlns:a16="http://schemas.microsoft.com/office/drawing/2014/main" id="{771B39F2-054F-6F86-27AB-AF2FACF0547E}"/>
                  </a:ext>
                </a:extLst>
              </p:cNvPr>
              <p:cNvSpPr/>
              <p:nvPr/>
            </p:nvSpPr>
            <p:spPr bwMode="auto">
              <a:xfrm>
                <a:off x="2435" y="2149"/>
                <a:ext cx="33" cy="12"/>
              </a:xfrm>
              <a:custGeom>
                <a:avLst/>
                <a:gdLst>
                  <a:gd name="T0" fmla="*/ 2 w 19"/>
                  <a:gd name="T1" fmla="*/ 4 h 7"/>
                  <a:gd name="T2" fmla="*/ 17 w 19"/>
                  <a:gd name="T3" fmla="*/ 7 h 7"/>
                  <a:gd name="T4" fmla="*/ 17 w 19"/>
                  <a:gd name="T5" fmla="*/ 4 h 7"/>
                  <a:gd name="T6" fmla="*/ 3 w 19"/>
                  <a:gd name="T7" fmla="*/ 1 h 7"/>
                  <a:gd name="T8" fmla="*/ 2 w 19"/>
                  <a:gd name="T9" fmla="*/ 4 h 7"/>
                </a:gdLst>
                <a:ahLst/>
                <a:cxnLst>
                  <a:cxn ang="0">
                    <a:pos x="T0" y="T1"/>
                  </a:cxn>
                  <a:cxn ang="0">
                    <a:pos x="T2" y="T3"/>
                  </a:cxn>
                  <a:cxn ang="0">
                    <a:pos x="T4" y="T5"/>
                  </a:cxn>
                  <a:cxn ang="0">
                    <a:pos x="T6" y="T7"/>
                  </a:cxn>
                  <a:cxn ang="0">
                    <a:pos x="T8" y="T9"/>
                  </a:cxn>
                </a:cxnLst>
                <a:rect l="0" t="0" r="r" b="b"/>
                <a:pathLst>
                  <a:path w="19" h="7">
                    <a:moveTo>
                      <a:pt x="2" y="4"/>
                    </a:moveTo>
                    <a:cubicBezTo>
                      <a:pt x="7" y="5"/>
                      <a:pt x="12" y="7"/>
                      <a:pt x="17" y="7"/>
                    </a:cubicBezTo>
                    <a:cubicBezTo>
                      <a:pt x="18" y="7"/>
                      <a:pt x="19" y="5"/>
                      <a:pt x="17" y="4"/>
                    </a:cubicBezTo>
                    <a:cubicBezTo>
                      <a:pt x="13" y="2"/>
                      <a:pt x="8" y="2"/>
                      <a:pt x="3" y="1"/>
                    </a:cubicBezTo>
                    <a:cubicBezTo>
                      <a:pt x="1" y="0"/>
                      <a:pt x="0" y="4"/>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3" name="Freeform 399">
                <a:extLst>
                  <a:ext uri="{FF2B5EF4-FFF2-40B4-BE49-F238E27FC236}">
                    <a16:creationId xmlns:a16="http://schemas.microsoft.com/office/drawing/2014/main" id="{8BA23C40-7D11-82C4-6DA1-812BD9209140}"/>
                  </a:ext>
                </a:extLst>
              </p:cNvPr>
              <p:cNvSpPr/>
              <p:nvPr/>
            </p:nvSpPr>
            <p:spPr bwMode="auto">
              <a:xfrm>
                <a:off x="1853" y="1759"/>
                <a:ext cx="38" cy="72"/>
              </a:xfrm>
              <a:custGeom>
                <a:avLst/>
                <a:gdLst>
                  <a:gd name="T0" fmla="*/ 21 w 22"/>
                  <a:gd name="T1" fmla="*/ 37 h 41"/>
                  <a:gd name="T2" fmla="*/ 9 w 22"/>
                  <a:gd name="T3" fmla="*/ 19 h 41"/>
                  <a:gd name="T4" fmla="*/ 6 w 22"/>
                  <a:gd name="T5" fmla="*/ 1 h 41"/>
                  <a:gd name="T6" fmla="*/ 3 w 22"/>
                  <a:gd name="T7" fmla="*/ 1 h 41"/>
                  <a:gd name="T8" fmla="*/ 18 w 22"/>
                  <a:gd name="T9" fmla="*/ 39 h 41"/>
                  <a:gd name="T10" fmla="*/ 21 w 22"/>
                  <a:gd name="T11" fmla="*/ 37 h 41"/>
                </a:gdLst>
                <a:ahLst/>
                <a:cxnLst>
                  <a:cxn ang="0">
                    <a:pos x="T0" y="T1"/>
                  </a:cxn>
                  <a:cxn ang="0">
                    <a:pos x="T2" y="T3"/>
                  </a:cxn>
                  <a:cxn ang="0">
                    <a:pos x="T4" y="T5"/>
                  </a:cxn>
                  <a:cxn ang="0">
                    <a:pos x="T6" y="T7"/>
                  </a:cxn>
                  <a:cxn ang="0">
                    <a:pos x="T8" y="T9"/>
                  </a:cxn>
                  <a:cxn ang="0">
                    <a:pos x="T10" y="T11"/>
                  </a:cxn>
                </a:cxnLst>
                <a:rect l="0" t="0" r="r" b="b"/>
                <a:pathLst>
                  <a:path w="22" h="41">
                    <a:moveTo>
                      <a:pt x="21" y="37"/>
                    </a:moveTo>
                    <a:cubicBezTo>
                      <a:pt x="16" y="32"/>
                      <a:pt x="12" y="26"/>
                      <a:pt x="9" y="19"/>
                    </a:cubicBezTo>
                    <a:cubicBezTo>
                      <a:pt x="7" y="13"/>
                      <a:pt x="7" y="7"/>
                      <a:pt x="6" y="1"/>
                    </a:cubicBezTo>
                    <a:cubicBezTo>
                      <a:pt x="5" y="0"/>
                      <a:pt x="3" y="0"/>
                      <a:pt x="3" y="1"/>
                    </a:cubicBezTo>
                    <a:cubicBezTo>
                      <a:pt x="0" y="15"/>
                      <a:pt x="8" y="31"/>
                      <a:pt x="18" y="39"/>
                    </a:cubicBezTo>
                    <a:cubicBezTo>
                      <a:pt x="20" y="41"/>
                      <a:pt x="22" y="39"/>
                      <a:pt x="21"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4" name="Freeform 400">
                <a:extLst>
                  <a:ext uri="{FF2B5EF4-FFF2-40B4-BE49-F238E27FC236}">
                    <a16:creationId xmlns:a16="http://schemas.microsoft.com/office/drawing/2014/main" id="{EF332715-1551-20E9-C25E-E77EA89FEE0C}"/>
                  </a:ext>
                </a:extLst>
              </p:cNvPr>
              <p:cNvSpPr/>
              <p:nvPr/>
            </p:nvSpPr>
            <p:spPr bwMode="auto">
              <a:xfrm>
                <a:off x="1881" y="1781"/>
                <a:ext cx="24" cy="48"/>
              </a:xfrm>
              <a:custGeom>
                <a:avLst/>
                <a:gdLst>
                  <a:gd name="T0" fmla="*/ 13 w 14"/>
                  <a:gd name="T1" fmla="*/ 23 h 27"/>
                  <a:gd name="T2" fmla="*/ 7 w 14"/>
                  <a:gd name="T3" fmla="*/ 1 h 27"/>
                  <a:gd name="T4" fmla="*/ 4 w 14"/>
                  <a:gd name="T5" fmla="*/ 1 h 27"/>
                  <a:gd name="T6" fmla="*/ 10 w 14"/>
                  <a:gd name="T7" fmla="*/ 26 h 27"/>
                  <a:gd name="T8" fmla="*/ 13 w 14"/>
                  <a:gd name="T9" fmla="*/ 23 h 27"/>
                </a:gdLst>
                <a:ahLst/>
                <a:cxnLst>
                  <a:cxn ang="0">
                    <a:pos x="T0" y="T1"/>
                  </a:cxn>
                  <a:cxn ang="0">
                    <a:pos x="T2" y="T3"/>
                  </a:cxn>
                  <a:cxn ang="0">
                    <a:pos x="T4" y="T5"/>
                  </a:cxn>
                  <a:cxn ang="0">
                    <a:pos x="T6" y="T7"/>
                  </a:cxn>
                  <a:cxn ang="0">
                    <a:pos x="T8" y="T9"/>
                  </a:cxn>
                </a:cxnLst>
                <a:rect l="0" t="0" r="r" b="b"/>
                <a:pathLst>
                  <a:path w="14" h="27">
                    <a:moveTo>
                      <a:pt x="13" y="23"/>
                    </a:moveTo>
                    <a:cubicBezTo>
                      <a:pt x="7" y="17"/>
                      <a:pt x="6" y="10"/>
                      <a:pt x="7" y="1"/>
                    </a:cubicBezTo>
                    <a:cubicBezTo>
                      <a:pt x="7" y="0"/>
                      <a:pt x="4" y="0"/>
                      <a:pt x="4" y="1"/>
                    </a:cubicBezTo>
                    <a:cubicBezTo>
                      <a:pt x="0" y="10"/>
                      <a:pt x="4" y="19"/>
                      <a:pt x="10" y="26"/>
                    </a:cubicBezTo>
                    <a:cubicBezTo>
                      <a:pt x="12" y="27"/>
                      <a:pt x="14" y="25"/>
                      <a:pt x="13"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5" name="Freeform 401">
                <a:extLst>
                  <a:ext uri="{FF2B5EF4-FFF2-40B4-BE49-F238E27FC236}">
                    <a16:creationId xmlns:a16="http://schemas.microsoft.com/office/drawing/2014/main" id="{DDB8D298-FDA7-3E25-F5B8-963C3F4B1E3C}"/>
                  </a:ext>
                </a:extLst>
              </p:cNvPr>
              <p:cNvSpPr/>
              <p:nvPr/>
            </p:nvSpPr>
            <p:spPr bwMode="auto">
              <a:xfrm>
                <a:off x="1905" y="1773"/>
                <a:ext cx="18" cy="40"/>
              </a:xfrm>
              <a:custGeom>
                <a:avLst/>
                <a:gdLst>
                  <a:gd name="T0" fmla="*/ 9 w 10"/>
                  <a:gd name="T1" fmla="*/ 20 h 23"/>
                  <a:gd name="T2" fmla="*/ 5 w 10"/>
                  <a:gd name="T3" fmla="*/ 2 h 23"/>
                  <a:gd name="T4" fmla="*/ 3 w 10"/>
                  <a:gd name="T5" fmla="*/ 1 h 23"/>
                  <a:gd name="T6" fmla="*/ 6 w 10"/>
                  <a:gd name="T7" fmla="*/ 22 h 23"/>
                  <a:gd name="T8" fmla="*/ 9 w 10"/>
                  <a:gd name="T9" fmla="*/ 20 h 23"/>
                </a:gdLst>
                <a:ahLst/>
                <a:cxnLst>
                  <a:cxn ang="0">
                    <a:pos x="T0" y="T1"/>
                  </a:cxn>
                  <a:cxn ang="0">
                    <a:pos x="T2" y="T3"/>
                  </a:cxn>
                  <a:cxn ang="0">
                    <a:pos x="T4" y="T5"/>
                  </a:cxn>
                  <a:cxn ang="0">
                    <a:pos x="T6" y="T7"/>
                  </a:cxn>
                  <a:cxn ang="0">
                    <a:pos x="T8" y="T9"/>
                  </a:cxn>
                </a:cxnLst>
                <a:rect l="0" t="0" r="r" b="b"/>
                <a:pathLst>
                  <a:path w="10" h="23">
                    <a:moveTo>
                      <a:pt x="9" y="20"/>
                    </a:moveTo>
                    <a:cubicBezTo>
                      <a:pt x="5" y="14"/>
                      <a:pt x="5" y="9"/>
                      <a:pt x="5" y="2"/>
                    </a:cubicBezTo>
                    <a:cubicBezTo>
                      <a:pt x="5" y="1"/>
                      <a:pt x="3" y="0"/>
                      <a:pt x="3" y="1"/>
                    </a:cubicBezTo>
                    <a:cubicBezTo>
                      <a:pt x="0" y="9"/>
                      <a:pt x="2" y="16"/>
                      <a:pt x="6" y="22"/>
                    </a:cubicBezTo>
                    <a:cubicBezTo>
                      <a:pt x="8" y="23"/>
                      <a:pt x="10" y="21"/>
                      <a:pt x="9"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6" name="Freeform 402">
                <a:extLst>
                  <a:ext uri="{FF2B5EF4-FFF2-40B4-BE49-F238E27FC236}">
                    <a16:creationId xmlns:a16="http://schemas.microsoft.com/office/drawing/2014/main" id="{1D1271DE-6BFD-316D-7FE3-5E0214C3737E}"/>
                  </a:ext>
                </a:extLst>
              </p:cNvPr>
              <p:cNvSpPr/>
              <p:nvPr/>
            </p:nvSpPr>
            <p:spPr bwMode="auto">
              <a:xfrm>
                <a:off x="1756" y="1903"/>
                <a:ext cx="39" cy="75"/>
              </a:xfrm>
              <a:custGeom>
                <a:avLst/>
                <a:gdLst>
                  <a:gd name="T0" fmla="*/ 21 w 22"/>
                  <a:gd name="T1" fmla="*/ 40 h 43"/>
                  <a:gd name="T2" fmla="*/ 3 w 22"/>
                  <a:gd name="T3" fmla="*/ 1 h 43"/>
                  <a:gd name="T4" fmla="*/ 1 w 22"/>
                  <a:gd name="T5" fmla="*/ 3 h 43"/>
                  <a:gd name="T6" fmla="*/ 17 w 22"/>
                  <a:gd name="T7" fmla="*/ 40 h 43"/>
                  <a:gd name="T8" fmla="*/ 21 w 22"/>
                  <a:gd name="T9" fmla="*/ 40 h 43"/>
                </a:gdLst>
                <a:ahLst/>
                <a:cxnLst>
                  <a:cxn ang="0">
                    <a:pos x="T0" y="T1"/>
                  </a:cxn>
                  <a:cxn ang="0">
                    <a:pos x="T2" y="T3"/>
                  </a:cxn>
                  <a:cxn ang="0">
                    <a:pos x="T4" y="T5"/>
                  </a:cxn>
                  <a:cxn ang="0">
                    <a:pos x="T6" y="T7"/>
                  </a:cxn>
                  <a:cxn ang="0">
                    <a:pos x="T8" y="T9"/>
                  </a:cxn>
                </a:cxnLst>
                <a:rect l="0" t="0" r="r" b="b"/>
                <a:pathLst>
                  <a:path w="22" h="43">
                    <a:moveTo>
                      <a:pt x="21" y="40"/>
                    </a:moveTo>
                    <a:cubicBezTo>
                      <a:pt x="22" y="26"/>
                      <a:pt x="15" y="10"/>
                      <a:pt x="3" y="1"/>
                    </a:cubicBezTo>
                    <a:cubicBezTo>
                      <a:pt x="2" y="0"/>
                      <a:pt x="0" y="1"/>
                      <a:pt x="1" y="3"/>
                    </a:cubicBezTo>
                    <a:cubicBezTo>
                      <a:pt x="11" y="14"/>
                      <a:pt x="16" y="25"/>
                      <a:pt x="17" y="40"/>
                    </a:cubicBezTo>
                    <a:cubicBezTo>
                      <a:pt x="17" y="43"/>
                      <a:pt x="21" y="43"/>
                      <a:pt x="21" y="4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7" name="Freeform 403">
                <a:extLst>
                  <a:ext uri="{FF2B5EF4-FFF2-40B4-BE49-F238E27FC236}">
                    <a16:creationId xmlns:a16="http://schemas.microsoft.com/office/drawing/2014/main" id="{A35E854D-7850-13EA-E9F6-CBD6D3E2FE93}"/>
                  </a:ext>
                </a:extLst>
              </p:cNvPr>
              <p:cNvSpPr/>
              <p:nvPr/>
            </p:nvSpPr>
            <p:spPr bwMode="auto">
              <a:xfrm>
                <a:off x="1779" y="1880"/>
                <a:ext cx="28" cy="63"/>
              </a:xfrm>
              <a:custGeom>
                <a:avLst/>
                <a:gdLst>
                  <a:gd name="T0" fmla="*/ 16 w 16"/>
                  <a:gd name="T1" fmla="*/ 33 h 36"/>
                  <a:gd name="T2" fmla="*/ 3 w 16"/>
                  <a:gd name="T3" fmla="*/ 1 h 36"/>
                  <a:gd name="T4" fmla="*/ 0 w 16"/>
                  <a:gd name="T5" fmla="*/ 3 h 36"/>
                  <a:gd name="T6" fmla="*/ 9 w 16"/>
                  <a:gd name="T7" fmla="*/ 17 h 36"/>
                  <a:gd name="T8" fmla="*/ 13 w 16"/>
                  <a:gd name="T9" fmla="*/ 34 h 36"/>
                  <a:gd name="T10" fmla="*/ 16 w 16"/>
                  <a:gd name="T11" fmla="*/ 33 h 36"/>
                </a:gdLst>
                <a:ahLst/>
                <a:cxnLst>
                  <a:cxn ang="0">
                    <a:pos x="T0" y="T1"/>
                  </a:cxn>
                  <a:cxn ang="0">
                    <a:pos x="T2" y="T3"/>
                  </a:cxn>
                  <a:cxn ang="0">
                    <a:pos x="T4" y="T5"/>
                  </a:cxn>
                  <a:cxn ang="0">
                    <a:pos x="T6" y="T7"/>
                  </a:cxn>
                  <a:cxn ang="0">
                    <a:pos x="T8" y="T9"/>
                  </a:cxn>
                  <a:cxn ang="0">
                    <a:pos x="T10" y="T11"/>
                  </a:cxn>
                </a:cxnLst>
                <a:rect l="0" t="0" r="r" b="b"/>
                <a:pathLst>
                  <a:path w="16" h="36">
                    <a:moveTo>
                      <a:pt x="16" y="33"/>
                    </a:moveTo>
                    <a:cubicBezTo>
                      <a:pt x="15" y="22"/>
                      <a:pt x="12" y="9"/>
                      <a:pt x="3" y="1"/>
                    </a:cubicBezTo>
                    <a:cubicBezTo>
                      <a:pt x="2" y="0"/>
                      <a:pt x="0" y="1"/>
                      <a:pt x="0" y="3"/>
                    </a:cubicBezTo>
                    <a:cubicBezTo>
                      <a:pt x="3" y="8"/>
                      <a:pt x="6" y="12"/>
                      <a:pt x="9" y="17"/>
                    </a:cubicBezTo>
                    <a:cubicBezTo>
                      <a:pt x="11" y="22"/>
                      <a:pt x="12" y="28"/>
                      <a:pt x="13" y="34"/>
                    </a:cubicBezTo>
                    <a:cubicBezTo>
                      <a:pt x="14" y="36"/>
                      <a:pt x="16" y="35"/>
                      <a:pt x="16"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8" name="Freeform 404">
                <a:extLst>
                  <a:ext uri="{FF2B5EF4-FFF2-40B4-BE49-F238E27FC236}">
                    <a16:creationId xmlns:a16="http://schemas.microsoft.com/office/drawing/2014/main" id="{7758ED7B-CF7D-7CD7-3359-7107B0F7B44C}"/>
                  </a:ext>
                </a:extLst>
              </p:cNvPr>
              <p:cNvSpPr/>
              <p:nvPr/>
            </p:nvSpPr>
            <p:spPr bwMode="auto">
              <a:xfrm>
                <a:off x="1798" y="1857"/>
                <a:ext cx="21" cy="60"/>
              </a:xfrm>
              <a:custGeom>
                <a:avLst/>
                <a:gdLst>
                  <a:gd name="T0" fmla="*/ 11 w 12"/>
                  <a:gd name="T1" fmla="*/ 32 h 34"/>
                  <a:gd name="T2" fmla="*/ 3 w 12"/>
                  <a:gd name="T3" fmla="*/ 2 h 34"/>
                  <a:gd name="T4" fmla="*/ 1 w 12"/>
                  <a:gd name="T5" fmla="*/ 3 h 34"/>
                  <a:gd name="T6" fmla="*/ 8 w 12"/>
                  <a:gd name="T7" fmla="*/ 32 h 34"/>
                  <a:gd name="T8" fmla="*/ 11 w 12"/>
                  <a:gd name="T9" fmla="*/ 32 h 34"/>
                </a:gdLst>
                <a:ahLst/>
                <a:cxnLst>
                  <a:cxn ang="0">
                    <a:pos x="T0" y="T1"/>
                  </a:cxn>
                  <a:cxn ang="0">
                    <a:pos x="T2" y="T3"/>
                  </a:cxn>
                  <a:cxn ang="0">
                    <a:pos x="T4" y="T5"/>
                  </a:cxn>
                  <a:cxn ang="0">
                    <a:pos x="T6" y="T7"/>
                  </a:cxn>
                  <a:cxn ang="0">
                    <a:pos x="T8" y="T9"/>
                  </a:cxn>
                </a:cxnLst>
                <a:rect l="0" t="0" r="r" b="b"/>
                <a:pathLst>
                  <a:path w="12" h="34">
                    <a:moveTo>
                      <a:pt x="11" y="32"/>
                    </a:moveTo>
                    <a:cubicBezTo>
                      <a:pt x="12" y="22"/>
                      <a:pt x="9" y="11"/>
                      <a:pt x="3" y="2"/>
                    </a:cubicBezTo>
                    <a:cubicBezTo>
                      <a:pt x="2" y="0"/>
                      <a:pt x="0" y="2"/>
                      <a:pt x="1" y="3"/>
                    </a:cubicBezTo>
                    <a:cubicBezTo>
                      <a:pt x="5" y="13"/>
                      <a:pt x="8" y="22"/>
                      <a:pt x="8" y="32"/>
                    </a:cubicBezTo>
                    <a:cubicBezTo>
                      <a:pt x="8" y="34"/>
                      <a:pt x="11" y="34"/>
                      <a:pt x="11"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9" name="Freeform 405">
                <a:extLst>
                  <a:ext uri="{FF2B5EF4-FFF2-40B4-BE49-F238E27FC236}">
                    <a16:creationId xmlns:a16="http://schemas.microsoft.com/office/drawing/2014/main" id="{18EA87B8-7A06-C5C0-B274-0D2C23D903A8}"/>
                  </a:ext>
                </a:extLst>
              </p:cNvPr>
              <p:cNvSpPr/>
              <p:nvPr/>
            </p:nvSpPr>
            <p:spPr bwMode="auto">
              <a:xfrm>
                <a:off x="1805" y="1834"/>
                <a:ext cx="30" cy="55"/>
              </a:xfrm>
              <a:custGeom>
                <a:avLst/>
                <a:gdLst>
                  <a:gd name="T0" fmla="*/ 17 w 17"/>
                  <a:gd name="T1" fmla="*/ 28 h 31"/>
                  <a:gd name="T2" fmla="*/ 4 w 17"/>
                  <a:gd name="T3" fmla="*/ 1 h 31"/>
                  <a:gd name="T4" fmla="*/ 1 w 17"/>
                  <a:gd name="T5" fmla="*/ 3 h 31"/>
                  <a:gd name="T6" fmla="*/ 13 w 17"/>
                  <a:gd name="T7" fmla="*/ 29 h 31"/>
                  <a:gd name="T8" fmla="*/ 17 w 17"/>
                  <a:gd name="T9" fmla="*/ 28 h 31"/>
                </a:gdLst>
                <a:ahLst/>
                <a:cxnLst>
                  <a:cxn ang="0">
                    <a:pos x="T0" y="T1"/>
                  </a:cxn>
                  <a:cxn ang="0">
                    <a:pos x="T2" y="T3"/>
                  </a:cxn>
                  <a:cxn ang="0">
                    <a:pos x="T4" y="T5"/>
                  </a:cxn>
                  <a:cxn ang="0">
                    <a:pos x="T6" y="T7"/>
                  </a:cxn>
                  <a:cxn ang="0">
                    <a:pos x="T8" y="T9"/>
                  </a:cxn>
                </a:cxnLst>
                <a:rect l="0" t="0" r="r" b="b"/>
                <a:pathLst>
                  <a:path w="17" h="31">
                    <a:moveTo>
                      <a:pt x="17" y="28"/>
                    </a:moveTo>
                    <a:cubicBezTo>
                      <a:pt x="14" y="18"/>
                      <a:pt x="11" y="8"/>
                      <a:pt x="4" y="1"/>
                    </a:cubicBezTo>
                    <a:cubicBezTo>
                      <a:pt x="2" y="0"/>
                      <a:pt x="0" y="2"/>
                      <a:pt x="1" y="3"/>
                    </a:cubicBezTo>
                    <a:cubicBezTo>
                      <a:pt x="6" y="12"/>
                      <a:pt x="11" y="19"/>
                      <a:pt x="13" y="29"/>
                    </a:cubicBezTo>
                    <a:cubicBezTo>
                      <a:pt x="14" y="31"/>
                      <a:pt x="17" y="30"/>
                      <a:pt x="17"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grpSp>
        <p:grpSp>
          <p:nvGrpSpPr>
            <p:cNvPr id="12" name="Group 607">
              <a:extLst>
                <a:ext uri="{FF2B5EF4-FFF2-40B4-BE49-F238E27FC236}">
                  <a16:creationId xmlns:a16="http://schemas.microsoft.com/office/drawing/2014/main" id="{673741B9-ADA2-5DA2-15DF-61C3D56857DD}"/>
                </a:ext>
              </a:extLst>
            </p:cNvPr>
            <p:cNvGrpSpPr/>
            <p:nvPr/>
          </p:nvGrpSpPr>
          <p:grpSpPr bwMode="auto">
            <a:xfrm>
              <a:off x="1612" y="874"/>
              <a:ext cx="2865" cy="2228"/>
              <a:chOff x="1612" y="874"/>
              <a:chExt cx="2865" cy="2228"/>
            </a:xfrm>
            <a:grpFill/>
          </p:grpSpPr>
          <p:sp>
            <p:nvSpPr>
              <p:cNvPr id="390" name="Freeform 407">
                <a:extLst>
                  <a:ext uri="{FF2B5EF4-FFF2-40B4-BE49-F238E27FC236}">
                    <a16:creationId xmlns:a16="http://schemas.microsoft.com/office/drawing/2014/main" id="{345D0218-29A9-C0F0-C7E4-62B69BAB16F2}"/>
                  </a:ext>
                </a:extLst>
              </p:cNvPr>
              <p:cNvSpPr/>
              <p:nvPr/>
            </p:nvSpPr>
            <p:spPr bwMode="auto">
              <a:xfrm>
                <a:off x="1819" y="1820"/>
                <a:ext cx="42" cy="51"/>
              </a:xfrm>
              <a:custGeom>
                <a:avLst/>
                <a:gdLst>
                  <a:gd name="T0" fmla="*/ 23 w 24"/>
                  <a:gd name="T1" fmla="*/ 25 h 29"/>
                  <a:gd name="T2" fmla="*/ 4 w 24"/>
                  <a:gd name="T3" fmla="*/ 1 h 29"/>
                  <a:gd name="T4" fmla="*/ 2 w 24"/>
                  <a:gd name="T5" fmla="*/ 3 h 29"/>
                  <a:gd name="T6" fmla="*/ 20 w 24"/>
                  <a:gd name="T7" fmla="*/ 27 h 29"/>
                  <a:gd name="T8" fmla="*/ 23 w 24"/>
                  <a:gd name="T9" fmla="*/ 25 h 29"/>
                </a:gdLst>
                <a:ahLst/>
                <a:cxnLst>
                  <a:cxn ang="0">
                    <a:pos x="T0" y="T1"/>
                  </a:cxn>
                  <a:cxn ang="0">
                    <a:pos x="T2" y="T3"/>
                  </a:cxn>
                  <a:cxn ang="0">
                    <a:pos x="T4" y="T5"/>
                  </a:cxn>
                  <a:cxn ang="0">
                    <a:pos x="T6" y="T7"/>
                  </a:cxn>
                  <a:cxn ang="0">
                    <a:pos x="T8" y="T9"/>
                  </a:cxn>
                </a:cxnLst>
                <a:rect l="0" t="0" r="r" b="b"/>
                <a:pathLst>
                  <a:path w="24" h="29">
                    <a:moveTo>
                      <a:pt x="23" y="25"/>
                    </a:moveTo>
                    <a:cubicBezTo>
                      <a:pt x="19" y="16"/>
                      <a:pt x="12" y="7"/>
                      <a:pt x="4" y="1"/>
                    </a:cubicBezTo>
                    <a:cubicBezTo>
                      <a:pt x="2" y="0"/>
                      <a:pt x="0" y="2"/>
                      <a:pt x="2" y="3"/>
                    </a:cubicBezTo>
                    <a:cubicBezTo>
                      <a:pt x="9" y="11"/>
                      <a:pt x="15" y="18"/>
                      <a:pt x="20" y="27"/>
                    </a:cubicBezTo>
                    <a:cubicBezTo>
                      <a:pt x="21" y="29"/>
                      <a:pt x="24" y="27"/>
                      <a:pt x="23"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91" name="Freeform 408">
                <a:extLst>
                  <a:ext uri="{FF2B5EF4-FFF2-40B4-BE49-F238E27FC236}">
                    <a16:creationId xmlns:a16="http://schemas.microsoft.com/office/drawing/2014/main" id="{F29C24A9-88D0-8A0A-4AD7-D484475FDEE7}"/>
                  </a:ext>
                </a:extLst>
              </p:cNvPr>
              <p:cNvSpPr/>
              <p:nvPr/>
            </p:nvSpPr>
            <p:spPr bwMode="auto">
              <a:xfrm>
                <a:off x="1717" y="1646"/>
                <a:ext cx="64" cy="58"/>
              </a:xfrm>
              <a:custGeom>
                <a:avLst/>
                <a:gdLst>
                  <a:gd name="T0" fmla="*/ 2 w 36"/>
                  <a:gd name="T1" fmla="*/ 32 h 33"/>
                  <a:gd name="T2" fmla="*/ 16 w 36"/>
                  <a:gd name="T3" fmla="*/ 16 h 33"/>
                  <a:gd name="T4" fmla="*/ 35 w 36"/>
                  <a:gd name="T5" fmla="*/ 3 h 33"/>
                  <a:gd name="T6" fmla="*/ 34 w 36"/>
                  <a:gd name="T7" fmla="*/ 1 h 33"/>
                  <a:gd name="T8" fmla="*/ 14 w 36"/>
                  <a:gd name="T9" fmla="*/ 12 h 33"/>
                  <a:gd name="T10" fmla="*/ 0 w 36"/>
                  <a:gd name="T11" fmla="*/ 31 h 33"/>
                  <a:gd name="T12" fmla="*/ 2 w 36"/>
                  <a:gd name="T13" fmla="*/ 32 h 33"/>
                </a:gdLst>
                <a:ahLst/>
                <a:cxnLst>
                  <a:cxn ang="0">
                    <a:pos x="T0" y="T1"/>
                  </a:cxn>
                  <a:cxn ang="0">
                    <a:pos x="T2" y="T3"/>
                  </a:cxn>
                  <a:cxn ang="0">
                    <a:pos x="T4" y="T5"/>
                  </a:cxn>
                  <a:cxn ang="0">
                    <a:pos x="T6" y="T7"/>
                  </a:cxn>
                  <a:cxn ang="0">
                    <a:pos x="T8" y="T9"/>
                  </a:cxn>
                  <a:cxn ang="0">
                    <a:pos x="T10" y="T11"/>
                  </a:cxn>
                  <a:cxn ang="0">
                    <a:pos x="T12" y="T13"/>
                  </a:cxn>
                </a:cxnLst>
                <a:rect l="0" t="0" r="r" b="b"/>
                <a:pathLst>
                  <a:path w="36" h="33">
                    <a:moveTo>
                      <a:pt x="2" y="32"/>
                    </a:moveTo>
                    <a:cubicBezTo>
                      <a:pt x="7" y="27"/>
                      <a:pt x="11" y="21"/>
                      <a:pt x="16" y="16"/>
                    </a:cubicBezTo>
                    <a:cubicBezTo>
                      <a:pt x="22" y="11"/>
                      <a:pt x="28" y="7"/>
                      <a:pt x="35" y="3"/>
                    </a:cubicBezTo>
                    <a:cubicBezTo>
                      <a:pt x="36" y="3"/>
                      <a:pt x="35" y="0"/>
                      <a:pt x="34" y="1"/>
                    </a:cubicBezTo>
                    <a:cubicBezTo>
                      <a:pt x="26" y="4"/>
                      <a:pt x="20" y="7"/>
                      <a:pt x="14" y="12"/>
                    </a:cubicBezTo>
                    <a:cubicBezTo>
                      <a:pt x="9" y="17"/>
                      <a:pt x="2" y="24"/>
                      <a:pt x="0" y="31"/>
                    </a:cubicBezTo>
                    <a:cubicBezTo>
                      <a:pt x="0" y="32"/>
                      <a:pt x="1" y="33"/>
                      <a:pt x="2"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92" name="Freeform 409">
                <a:extLst>
                  <a:ext uri="{FF2B5EF4-FFF2-40B4-BE49-F238E27FC236}">
                    <a16:creationId xmlns:a16="http://schemas.microsoft.com/office/drawing/2014/main" id="{47814445-8A71-CB79-CB95-FE4A42F5B534}"/>
                  </a:ext>
                </a:extLst>
              </p:cNvPr>
              <p:cNvSpPr/>
              <p:nvPr/>
            </p:nvSpPr>
            <p:spPr bwMode="auto">
              <a:xfrm>
                <a:off x="1738" y="1599"/>
                <a:ext cx="53" cy="49"/>
              </a:xfrm>
              <a:custGeom>
                <a:avLst/>
                <a:gdLst>
                  <a:gd name="T0" fmla="*/ 5 w 30"/>
                  <a:gd name="T1" fmla="*/ 26 h 28"/>
                  <a:gd name="T2" fmla="*/ 28 w 30"/>
                  <a:gd name="T3" fmla="*/ 3 h 28"/>
                  <a:gd name="T4" fmla="*/ 27 w 30"/>
                  <a:gd name="T5" fmla="*/ 0 h 28"/>
                  <a:gd name="T6" fmla="*/ 2 w 30"/>
                  <a:gd name="T7" fmla="*/ 25 h 28"/>
                  <a:gd name="T8" fmla="*/ 5 w 30"/>
                  <a:gd name="T9" fmla="*/ 26 h 28"/>
                </a:gdLst>
                <a:ahLst/>
                <a:cxnLst>
                  <a:cxn ang="0">
                    <a:pos x="T0" y="T1"/>
                  </a:cxn>
                  <a:cxn ang="0">
                    <a:pos x="T2" y="T3"/>
                  </a:cxn>
                  <a:cxn ang="0">
                    <a:pos x="T4" y="T5"/>
                  </a:cxn>
                  <a:cxn ang="0">
                    <a:pos x="T6" y="T7"/>
                  </a:cxn>
                  <a:cxn ang="0">
                    <a:pos x="T8" y="T9"/>
                  </a:cxn>
                </a:cxnLst>
                <a:rect l="0" t="0" r="r" b="b"/>
                <a:pathLst>
                  <a:path w="30" h="28">
                    <a:moveTo>
                      <a:pt x="5" y="26"/>
                    </a:moveTo>
                    <a:cubicBezTo>
                      <a:pt x="11" y="17"/>
                      <a:pt x="20" y="10"/>
                      <a:pt x="28" y="3"/>
                    </a:cubicBezTo>
                    <a:cubicBezTo>
                      <a:pt x="30" y="1"/>
                      <a:pt x="28" y="0"/>
                      <a:pt x="27" y="0"/>
                    </a:cubicBezTo>
                    <a:cubicBezTo>
                      <a:pt x="16" y="5"/>
                      <a:pt x="8" y="15"/>
                      <a:pt x="2" y="25"/>
                    </a:cubicBezTo>
                    <a:cubicBezTo>
                      <a:pt x="0" y="27"/>
                      <a:pt x="3" y="28"/>
                      <a:pt x="5"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93" name="Freeform 410">
                <a:extLst>
                  <a:ext uri="{FF2B5EF4-FFF2-40B4-BE49-F238E27FC236}">
                    <a16:creationId xmlns:a16="http://schemas.microsoft.com/office/drawing/2014/main" id="{7A478D58-0A9C-B687-EA20-FBB3EC69345A}"/>
                  </a:ext>
                </a:extLst>
              </p:cNvPr>
              <p:cNvSpPr/>
              <p:nvPr/>
            </p:nvSpPr>
            <p:spPr bwMode="auto">
              <a:xfrm>
                <a:off x="1772" y="1555"/>
                <a:ext cx="44" cy="38"/>
              </a:xfrm>
              <a:custGeom>
                <a:avLst/>
                <a:gdLst>
                  <a:gd name="T0" fmla="*/ 4 w 25"/>
                  <a:gd name="T1" fmla="*/ 20 h 22"/>
                  <a:gd name="T2" fmla="*/ 23 w 25"/>
                  <a:gd name="T3" fmla="*/ 4 h 22"/>
                  <a:gd name="T4" fmla="*/ 22 w 25"/>
                  <a:gd name="T5" fmla="*/ 1 h 22"/>
                  <a:gd name="T6" fmla="*/ 1 w 25"/>
                  <a:gd name="T7" fmla="*/ 19 h 22"/>
                  <a:gd name="T8" fmla="*/ 4 w 25"/>
                  <a:gd name="T9" fmla="*/ 20 h 22"/>
                </a:gdLst>
                <a:ahLst/>
                <a:cxnLst>
                  <a:cxn ang="0">
                    <a:pos x="T0" y="T1"/>
                  </a:cxn>
                  <a:cxn ang="0">
                    <a:pos x="T2" y="T3"/>
                  </a:cxn>
                  <a:cxn ang="0">
                    <a:pos x="T4" y="T5"/>
                  </a:cxn>
                  <a:cxn ang="0">
                    <a:pos x="T6" y="T7"/>
                  </a:cxn>
                  <a:cxn ang="0">
                    <a:pos x="T8" y="T9"/>
                  </a:cxn>
                </a:cxnLst>
                <a:rect l="0" t="0" r="r" b="b"/>
                <a:pathLst>
                  <a:path w="25" h="22">
                    <a:moveTo>
                      <a:pt x="4" y="20"/>
                    </a:moveTo>
                    <a:cubicBezTo>
                      <a:pt x="9" y="13"/>
                      <a:pt x="16" y="8"/>
                      <a:pt x="23" y="4"/>
                    </a:cubicBezTo>
                    <a:cubicBezTo>
                      <a:pt x="25" y="3"/>
                      <a:pt x="24" y="0"/>
                      <a:pt x="22" y="1"/>
                    </a:cubicBezTo>
                    <a:cubicBezTo>
                      <a:pt x="14" y="4"/>
                      <a:pt x="7" y="11"/>
                      <a:pt x="1" y="19"/>
                    </a:cubicBezTo>
                    <a:cubicBezTo>
                      <a:pt x="0" y="21"/>
                      <a:pt x="3" y="22"/>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94" name="Freeform 411">
                <a:extLst>
                  <a:ext uri="{FF2B5EF4-FFF2-40B4-BE49-F238E27FC236}">
                    <a16:creationId xmlns:a16="http://schemas.microsoft.com/office/drawing/2014/main" id="{2FE25CC5-6E1A-D24F-69EC-263114A636B6}"/>
                  </a:ext>
                </a:extLst>
              </p:cNvPr>
              <p:cNvSpPr/>
              <p:nvPr/>
            </p:nvSpPr>
            <p:spPr bwMode="auto">
              <a:xfrm>
                <a:off x="1800" y="1504"/>
                <a:ext cx="46" cy="37"/>
              </a:xfrm>
              <a:custGeom>
                <a:avLst/>
                <a:gdLst>
                  <a:gd name="T0" fmla="*/ 3 w 26"/>
                  <a:gd name="T1" fmla="*/ 20 h 21"/>
                  <a:gd name="T2" fmla="*/ 24 w 26"/>
                  <a:gd name="T3" fmla="*/ 3 h 21"/>
                  <a:gd name="T4" fmla="*/ 23 w 26"/>
                  <a:gd name="T5" fmla="*/ 0 h 21"/>
                  <a:gd name="T6" fmla="*/ 1 w 26"/>
                  <a:gd name="T7" fmla="*/ 18 h 21"/>
                  <a:gd name="T8" fmla="*/ 3 w 26"/>
                  <a:gd name="T9" fmla="*/ 20 h 21"/>
                </a:gdLst>
                <a:ahLst/>
                <a:cxnLst>
                  <a:cxn ang="0">
                    <a:pos x="T0" y="T1"/>
                  </a:cxn>
                  <a:cxn ang="0">
                    <a:pos x="T2" y="T3"/>
                  </a:cxn>
                  <a:cxn ang="0">
                    <a:pos x="T4" y="T5"/>
                  </a:cxn>
                  <a:cxn ang="0">
                    <a:pos x="T6" y="T7"/>
                  </a:cxn>
                  <a:cxn ang="0">
                    <a:pos x="T8" y="T9"/>
                  </a:cxn>
                </a:cxnLst>
                <a:rect l="0" t="0" r="r" b="b"/>
                <a:pathLst>
                  <a:path w="26" h="21">
                    <a:moveTo>
                      <a:pt x="3" y="20"/>
                    </a:moveTo>
                    <a:cubicBezTo>
                      <a:pt x="9" y="12"/>
                      <a:pt x="16" y="7"/>
                      <a:pt x="24" y="3"/>
                    </a:cubicBezTo>
                    <a:cubicBezTo>
                      <a:pt x="26" y="2"/>
                      <a:pt x="25" y="0"/>
                      <a:pt x="23" y="0"/>
                    </a:cubicBezTo>
                    <a:cubicBezTo>
                      <a:pt x="14" y="3"/>
                      <a:pt x="6" y="10"/>
                      <a:pt x="1" y="18"/>
                    </a:cubicBezTo>
                    <a:cubicBezTo>
                      <a:pt x="0" y="19"/>
                      <a:pt x="2" y="21"/>
                      <a:pt x="3"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95" name="Freeform 412">
                <a:extLst>
                  <a:ext uri="{FF2B5EF4-FFF2-40B4-BE49-F238E27FC236}">
                    <a16:creationId xmlns:a16="http://schemas.microsoft.com/office/drawing/2014/main" id="{722FA12F-EA8E-CA9E-5C86-6CACF2B590C2}"/>
                  </a:ext>
                </a:extLst>
              </p:cNvPr>
              <p:cNvSpPr/>
              <p:nvPr/>
            </p:nvSpPr>
            <p:spPr bwMode="auto">
              <a:xfrm>
                <a:off x="1839" y="1461"/>
                <a:ext cx="42" cy="27"/>
              </a:xfrm>
              <a:custGeom>
                <a:avLst/>
                <a:gdLst>
                  <a:gd name="T0" fmla="*/ 3 w 24"/>
                  <a:gd name="T1" fmla="*/ 14 h 15"/>
                  <a:gd name="T2" fmla="*/ 22 w 24"/>
                  <a:gd name="T3" fmla="*/ 3 h 15"/>
                  <a:gd name="T4" fmla="*/ 21 w 24"/>
                  <a:gd name="T5" fmla="*/ 0 h 15"/>
                  <a:gd name="T6" fmla="*/ 1 w 24"/>
                  <a:gd name="T7" fmla="*/ 12 h 15"/>
                  <a:gd name="T8" fmla="*/ 3 w 24"/>
                  <a:gd name="T9" fmla="*/ 14 h 15"/>
                </a:gdLst>
                <a:ahLst/>
                <a:cxnLst>
                  <a:cxn ang="0">
                    <a:pos x="T0" y="T1"/>
                  </a:cxn>
                  <a:cxn ang="0">
                    <a:pos x="T2" y="T3"/>
                  </a:cxn>
                  <a:cxn ang="0">
                    <a:pos x="T4" y="T5"/>
                  </a:cxn>
                  <a:cxn ang="0">
                    <a:pos x="T6" y="T7"/>
                  </a:cxn>
                  <a:cxn ang="0">
                    <a:pos x="T8" y="T9"/>
                  </a:cxn>
                </a:cxnLst>
                <a:rect l="0" t="0" r="r" b="b"/>
                <a:pathLst>
                  <a:path w="24" h="15">
                    <a:moveTo>
                      <a:pt x="3" y="14"/>
                    </a:moveTo>
                    <a:cubicBezTo>
                      <a:pt x="9" y="10"/>
                      <a:pt x="16" y="6"/>
                      <a:pt x="22" y="3"/>
                    </a:cubicBezTo>
                    <a:cubicBezTo>
                      <a:pt x="24" y="2"/>
                      <a:pt x="23" y="0"/>
                      <a:pt x="21" y="0"/>
                    </a:cubicBezTo>
                    <a:cubicBezTo>
                      <a:pt x="14" y="3"/>
                      <a:pt x="7" y="7"/>
                      <a:pt x="1" y="12"/>
                    </a:cubicBezTo>
                    <a:cubicBezTo>
                      <a:pt x="0" y="13"/>
                      <a:pt x="1" y="15"/>
                      <a:pt x="3"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96" name="Freeform 413">
                <a:extLst>
                  <a:ext uri="{FF2B5EF4-FFF2-40B4-BE49-F238E27FC236}">
                    <a16:creationId xmlns:a16="http://schemas.microsoft.com/office/drawing/2014/main" id="{15D150FE-9AA1-5974-7331-C32789C01E13}"/>
                  </a:ext>
                </a:extLst>
              </p:cNvPr>
              <p:cNvSpPr/>
              <p:nvPr/>
            </p:nvSpPr>
            <p:spPr bwMode="auto">
              <a:xfrm>
                <a:off x="1621" y="1618"/>
                <a:ext cx="47" cy="97"/>
              </a:xfrm>
              <a:custGeom>
                <a:avLst/>
                <a:gdLst>
                  <a:gd name="T0" fmla="*/ 3 w 27"/>
                  <a:gd name="T1" fmla="*/ 54 h 55"/>
                  <a:gd name="T2" fmla="*/ 27 w 27"/>
                  <a:gd name="T3" fmla="*/ 3 h 55"/>
                  <a:gd name="T4" fmla="*/ 24 w 27"/>
                  <a:gd name="T5" fmla="*/ 2 h 55"/>
                  <a:gd name="T6" fmla="*/ 0 w 27"/>
                  <a:gd name="T7" fmla="*/ 52 h 55"/>
                  <a:gd name="T8" fmla="*/ 3 w 27"/>
                  <a:gd name="T9" fmla="*/ 54 h 55"/>
                </a:gdLst>
                <a:ahLst/>
                <a:cxnLst>
                  <a:cxn ang="0">
                    <a:pos x="T0" y="T1"/>
                  </a:cxn>
                  <a:cxn ang="0">
                    <a:pos x="T2" y="T3"/>
                  </a:cxn>
                  <a:cxn ang="0">
                    <a:pos x="T4" y="T5"/>
                  </a:cxn>
                  <a:cxn ang="0">
                    <a:pos x="T6" y="T7"/>
                  </a:cxn>
                  <a:cxn ang="0">
                    <a:pos x="T8" y="T9"/>
                  </a:cxn>
                </a:cxnLst>
                <a:rect l="0" t="0" r="r" b="b"/>
                <a:pathLst>
                  <a:path w="27" h="55">
                    <a:moveTo>
                      <a:pt x="3" y="54"/>
                    </a:moveTo>
                    <a:cubicBezTo>
                      <a:pt x="15" y="40"/>
                      <a:pt x="24" y="21"/>
                      <a:pt x="27" y="3"/>
                    </a:cubicBezTo>
                    <a:cubicBezTo>
                      <a:pt x="27" y="1"/>
                      <a:pt x="25" y="0"/>
                      <a:pt x="24" y="2"/>
                    </a:cubicBezTo>
                    <a:cubicBezTo>
                      <a:pt x="18" y="20"/>
                      <a:pt x="11" y="36"/>
                      <a:pt x="0" y="52"/>
                    </a:cubicBezTo>
                    <a:cubicBezTo>
                      <a:pt x="0" y="53"/>
                      <a:pt x="2" y="55"/>
                      <a:pt x="3" y="5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97" name="Freeform 414">
                <a:extLst>
                  <a:ext uri="{FF2B5EF4-FFF2-40B4-BE49-F238E27FC236}">
                    <a16:creationId xmlns:a16="http://schemas.microsoft.com/office/drawing/2014/main" id="{97DDD381-094E-7DA9-0181-63325BC87408}"/>
                  </a:ext>
                </a:extLst>
              </p:cNvPr>
              <p:cNvSpPr/>
              <p:nvPr/>
            </p:nvSpPr>
            <p:spPr bwMode="auto">
              <a:xfrm>
                <a:off x="1614" y="1593"/>
                <a:ext cx="47" cy="79"/>
              </a:xfrm>
              <a:custGeom>
                <a:avLst/>
                <a:gdLst>
                  <a:gd name="T0" fmla="*/ 4 w 27"/>
                  <a:gd name="T1" fmla="*/ 43 h 45"/>
                  <a:gd name="T2" fmla="*/ 26 w 27"/>
                  <a:gd name="T3" fmla="*/ 3 h 45"/>
                  <a:gd name="T4" fmla="*/ 24 w 27"/>
                  <a:gd name="T5" fmla="*/ 1 h 45"/>
                  <a:gd name="T6" fmla="*/ 1 w 27"/>
                  <a:gd name="T7" fmla="*/ 42 h 45"/>
                  <a:gd name="T8" fmla="*/ 4 w 27"/>
                  <a:gd name="T9" fmla="*/ 43 h 45"/>
                </a:gdLst>
                <a:ahLst/>
                <a:cxnLst>
                  <a:cxn ang="0">
                    <a:pos x="T0" y="T1"/>
                  </a:cxn>
                  <a:cxn ang="0">
                    <a:pos x="T2" y="T3"/>
                  </a:cxn>
                  <a:cxn ang="0">
                    <a:pos x="T4" y="T5"/>
                  </a:cxn>
                  <a:cxn ang="0">
                    <a:pos x="T6" y="T7"/>
                  </a:cxn>
                  <a:cxn ang="0">
                    <a:pos x="T8" y="T9"/>
                  </a:cxn>
                </a:cxnLst>
                <a:rect l="0" t="0" r="r" b="b"/>
                <a:pathLst>
                  <a:path w="27" h="45">
                    <a:moveTo>
                      <a:pt x="4" y="43"/>
                    </a:moveTo>
                    <a:cubicBezTo>
                      <a:pt x="10" y="29"/>
                      <a:pt x="19" y="16"/>
                      <a:pt x="26" y="3"/>
                    </a:cubicBezTo>
                    <a:cubicBezTo>
                      <a:pt x="27" y="1"/>
                      <a:pt x="25" y="0"/>
                      <a:pt x="24" y="1"/>
                    </a:cubicBezTo>
                    <a:cubicBezTo>
                      <a:pt x="13" y="12"/>
                      <a:pt x="6" y="28"/>
                      <a:pt x="1" y="42"/>
                    </a:cubicBezTo>
                    <a:cubicBezTo>
                      <a:pt x="0" y="44"/>
                      <a:pt x="3" y="45"/>
                      <a:pt x="4" y="4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98" name="Freeform 415">
                <a:extLst>
                  <a:ext uri="{FF2B5EF4-FFF2-40B4-BE49-F238E27FC236}">
                    <a16:creationId xmlns:a16="http://schemas.microsoft.com/office/drawing/2014/main" id="{E6C79EF7-51DB-433D-CA07-C5D6F3FF1687}"/>
                  </a:ext>
                </a:extLst>
              </p:cNvPr>
              <p:cNvSpPr/>
              <p:nvPr/>
            </p:nvSpPr>
            <p:spPr bwMode="auto">
              <a:xfrm>
                <a:off x="1614" y="1555"/>
                <a:ext cx="40" cy="61"/>
              </a:xfrm>
              <a:custGeom>
                <a:avLst/>
                <a:gdLst>
                  <a:gd name="T0" fmla="*/ 4 w 23"/>
                  <a:gd name="T1" fmla="*/ 33 h 35"/>
                  <a:gd name="T2" fmla="*/ 22 w 23"/>
                  <a:gd name="T3" fmla="*/ 3 h 35"/>
                  <a:gd name="T4" fmla="*/ 20 w 23"/>
                  <a:gd name="T5" fmla="*/ 2 h 35"/>
                  <a:gd name="T6" fmla="*/ 1 w 23"/>
                  <a:gd name="T7" fmla="*/ 31 h 35"/>
                  <a:gd name="T8" fmla="*/ 4 w 23"/>
                  <a:gd name="T9" fmla="*/ 33 h 35"/>
                </a:gdLst>
                <a:ahLst/>
                <a:cxnLst>
                  <a:cxn ang="0">
                    <a:pos x="T0" y="T1"/>
                  </a:cxn>
                  <a:cxn ang="0">
                    <a:pos x="T2" y="T3"/>
                  </a:cxn>
                  <a:cxn ang="0">
                    <a:pos x="T4" y="T5"/>
                  </a:cxn>
                  <a:cxn ang="0">
                    <a:pos x="T6" y="T7"/>
                  </a:cxn>
                  <a:cxn ang="0">
                    <a:pos x="T8" y="T9"/>
                  </a:cxn>
                </a:cxnLst>
                <a:rect l="0" t="0" r="r" b="b"/>
                <a:pathLst>
                  <a:path w="23" h="35">
                    <a:moveTo>
                      <a:pt x="4" y="33"/>
                    </a:moveTo>
                    <a:cubicBezTo>
                      <a:pt x="10" y="23"/>
                      <a:pt x="16" y="13"/>
                      <a:pt x="22" y="3"/>
                    </a:cubicBezTo>
                    <a:cubicBezTo>
                      <a:pt x="23" y="2"/>
                      <a:pt x="21" y="0"/>
                      <a:pt x="20" y="2"/>
                    </a:cubicBezTo>
                    <a:cubicBezTo>
                      <a:pt x="12" y="10"/>
                      <a:pt x="6" y="21"/>
                      <a:pt x="1" y="31"/>
                    </a:cubicBezTo>
                    <a:cubicBezTo>
                      <a:pt x="0" y="33"/>
                      <a:pt x="3" y="35"/>
                      <a:pt x="4"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99" name="Freeform 416">
                <a:extLst>
                  <a:ext uri="{FF2B5EF4-FFF2-40B4-BE49-F238E27FC236}">
                    <a16:creationId xmlns:a16="http://schemas.microsoft.com/office/drawing/2014/main" id="{3C565FF5-5A78-A2BA-A32A-A0E5C7D24591}"/>
                  </a:ext>
                </a:extLst>
              </p:cNvPr>
              <p:cNvSpPr/>
              <p:nvPr/>
            </p:nvSpPr>
            <p:spPr bwMode="auto">
              <a:xfrm>
                <a:off x="1612" y="1511"/>
                <a:ext cx="47" cy="58"/>
              </a:xfrm>
              <a:custGeom>
                <a:avLst/>
                <a:gdLst>
                  <a:gd name="T0" fmla="*/ 4 w 27"/>
                  <a:gd name="T1" fmla="*/ 31 h 33"/>
                  <a:gd name="T2" fmla="*/ 26 w 27"/>
                  <a:gd name="T3" fmla="*/ 3 h 33"/>
                  <a:gd name="T4" fmla="*/ 23 w 27"/>
                  <a:gd name="T5" fmla="*/ 1 h 33"/>
                  <a:gd name="T6" fmla="*/ 1 w 27"/>
                  <a:gd name="T7" fmla="*/ 29 h 33"/>
                  <a:gd name="T8" fmla="*/ 4 w 27"/>
                  <a:gd name="T9" fmla="*/ 31 h 33"/>
                </a:gdLst>
                <a:ahLst/>
                <a:cxnLst>
                  <a:cxn ang="0">
                    <a:pos x="T0" y="T1"/>
                  </a:cxn>
                  <a:cxn ang="0">
                    <a:pos x="T2" y="T3"/>
                  </a:cxn>
                  <a:cxn ang="0">
                    <a:pos x="T4" y="T5"/>
                  </a:cxn>
                  <a:cxn ang="0">
                    <a:pos x="T6" y="T7"/>
                  </a:cxn>
                  <a:cxn ang="0">
                    <a:pos x="T8" y="T9"/>
                  </a:cxn>
                </a:cxnLst>
                <a:rect l="0" t="0" r="r" b="b"/>
                <a:pathLst>
                  <a:path w="27" h="33">
                    <a:moveTo>
                      <a:pt x="4" y="31"/>
                    </a:moveTo>
                    <a:cubicBezTo>
                      <a:pt x="11" y="21"/>
                      <a:pt x="18" y="12"/>
                      <a:pt x="26" y="3"/>
                    </a:cubicBezTo>
                    <a:cubicBezTo>
                      <a:pt x="27" y="1"/>
                      <a:pt x="25" y="0"/>
                      <a:pt x="23" y="1"/>
                    </a:cubicBezTo>
                    <a:cubicBezTo>
                      <a:pt x="15" y="9"/>
                      <a:pt x="7" y="19"/>
                      <a:pt x="1" y="29"/>
                    </a:cubicBezTo>
                    <a:cubicBezTo>
                      <a:pt x="0" y="31"/>
                      <a:pt x="3" y="33"/>
                      <a:pt x="4"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0" name="Freeform 417">
                <a:extLst>
                  <a:ext uri="{FF2B5EF4-FFF2-40B4-BE49-F238E27FC236}">
                    <a16:creationId xmlns:a16="http://schemas.microsoft.com/office/drawing/2014/main" id="{1567CBF3-B283-CE10-40E9-7EC41279B7A8}"/>
                  </a:ext>
                </a:extLst>
              </p:cNvPr>
              <p:cNvSpPr/>
              <p:nvPr/>
            </p:nvSpPr>
            <p:spPr bwMode="auto">
              <a:xfrm>
                <a:off x="1798" y="1352"/>
                <a:ext cx="37" cy="64"/>
              </a:xfrm>
              <a:custGeom>
                <a:avLst/>
                <a:gdLst>
                  <a:gd name="T0" fmla="*/ 3 w 21"/>
                  <a:gd name="T1" fmla="*/ 34 h 36"/>
                  <a:gd name="T2" fmla="*/ 20 w 21"/>
                  <a:gd name="T3" fmla="*/ 3 h 36"/>
                  <a:gd name="T4" fmla="*/ 18 w 21"/>
                  <a:gd name="T5" fmla="*/ 1 h 36"/>
                  <a:gd name="T6" fmla="*/ 0 w 21"/>
                  <a:gd name="T7" fmla="*/ 33 h 36"/>
                  <a:gd name="T8" fmla="*/ 3 w 21"/>
                  <a:gd name="T9" fmla="*/ 34 h 36"/>
                </a:gdLst>
                <a:ahLst/>
                <a:cxnLst>
                  <a:cxn ang="0">
                    <a:pos x="T0" y="T1"/>
                  </a:cxn>
                  <a:cxn ang="0">
                    <a:pos x="T2" y="T3"/>
                  </a:cxn>
                  <a:cxn ang="0">
                    <a:pos x="T4" y="T5"/>
                  </a:cxn>
                  <a:cxn ang="0">
                    <a:pos x="T6" y="T7"/>
                  </a:cxn>
                  <a:cxn ang="0">
                    <a:pos x="T8" y="T9"/>
                  </a:cxn>
                </a:cxnLst>
                <a:rect l="0" t="0" r="r" b="b"/>
                <a:pathLst>
                  <a:path w="21" h="36">
                    <a:moveTo>
                      <a:pt x="3" y="34"/>
                    </a:moveTo>
                    <a:cubicBezTo>
                      <a:pt x="7" y="22"/>
                      <a:pt x="12" y="13"/>
                      <a:pt x="20" y="3"/>
                    </a:cubicBezTo>
                    <a:cubicBezTo>
                      <a:pt x="21" y="2"/>
                      <a:pt x="20" y="0"/>
                      <a:pt x="18" y="1"/>
                    </a:cubicBezTo>
                    <a:cubicBezTo>
                      <a:pt x="9" y="9"/>
                      <a:pt x="2" y="21"/>
                      <a:pt x="0" y="33"/>
                    </a:cubicBezTo>
                    <a:cubicBezTo>
                      <a:pt x="0" y="35"/>
                      <a:pt x="3" y="36"/>
                      <a:pt x="3"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1" name="Freeform 418">
                <a:extLst>
                  <a:ext uri="{FF2B5EF4-FFF2-40B4-BE49-F238E27FC236}">
                    <a16:creationId xmlns:a16="http://schemas.microsoft.com/office/drawing/2014/main" id="{E35DE79F-1119-382D-01B1-C101EE133CD0}"/>
                  </a:ext>
                </a:extLst>
              </p:cNvPr>
              <p:cNvSpPr/>
              <p:nvPr/>
            </p:nvSpPr>
            <p:spPr bwMode="auto">
              <a:xfrm>
                <a:off x="1786" y="1335"/>
                <a:ext cx="32" cy="54"/>
              </a:xfrm>
              <a:custGeom>
                <a:avLst/>
                <a:gdLst>
                  <a:gd name="T0" fmla="*/ 4 w 18"/>
                  <a:gd name="T1" fmla="*/ 28 h 31"/>
                  <a:gd name="T2" fmla="*/ 17 w 18"/>
                  <a:gd name="T3" fmla="*/ 3 h 31"/>
                  <a:gd name="T4" fmla="*/ 15 w 18"/>
                  <a:gd name="T5" fmla="*/ 1 h 31"/>
                  <a:gd name="T6" fmla="*/ 0 w 18"/>
                  <a:gd name="T7" fmla="*/ 27 h 31"/>
                  <a:gd name="T8" fmla="*/ 4 w 18"/>
                  <a:gd name="T9" fmla="*/ 28 h 31"/>
                </a:gdLst>
                <a:ahLst/>
                <a:cxnLst>
                  <a:cxn ang="0">
                    <a:pos x="T0" y="T1"/>
                  </a:cxn>
                  <a:cxn ang="0">
                    <a:pos x="T2" y="T3"/>
                  </a:cxn>
                  <a:cxn ang="0">
                    <a:pos x="T4" y="T5"/>
                  </a:cxn>
                  <a:cxn ang="0">
                    <a:pos x="T6" y="T7"/>
                  </a:cxn>
                  <a:cxn ang="0">
                    <a:pos x="T8" y="T9"/>
                  </a:cxn>
                </a:cxnLst>
                <a:rect l="0" t="0" r="r" b="b"/>
                <a:pathLst>
                  <a:path w="18" h="31">
                    <a:moveTo>
                      <a:pt x="4" y="28"/>
                    </a:moveTo>
                    <a:cubicBezTo>
                      <a:pt x="7" y="19"/>
                      <a:pt x="12" y="11"/>
                      <a:pt x="17" y="3"/>
                    </a:cubicBezTo>
                    <a:cubicBezTo>
                      <a:pt x="18" y="2"/>
                      <a:pt x="16" y="0"/>
                      <a:pt x="15" y="1"/>
                    </a:cubicBezTo>
                    <a:cubicBezTo>
                      <a:pt x="7" y="8"/>
                      <a:pt x="3" y="18"/>
                      <a:pt x="0" y="27"/>
                    </a:cubicBezTo>
                    <a:cubicBezTo>
                      <a:pt x="0" y="30"/>
                      <a:pt x="3" y="31"/>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2" name="Freeform 419">
                <a:extLst>
                  <a:ext uri="{FF2B5EF4-FFF2-40B4-BE49-F238E27FC236}">
                    <a16:creationId xmlns:a16="http://schemas.microsoft.com/office/drawing/2014/main" id="{C521E7F1-21DF-BCE9-239E-B871C61D7D5D}"/>
                  </a:ext>
                </a:extLst>
              </p:cNvPr>
              <p:cNvSpPr/>
              <p:nvPr/>
            </p:nvSpPr>
            <p:spPr bwMode="auto">
              <a:xfrm>
                <a:off x="1978" y="1249"/>
                <a:ext cx="38" cy="14"/>
              </a:xfrm>
              <a:custGeom>
                <a:avLst/>
                <a:gdLst>
                  <a:gd name="T0" fmla="*/ 20 w 22"/>
                  <a:gd name="T1" fmla="*/ 3 h 8"/>
                  <a:gd name="T2" fmla="*/ 1 w 22"/>
                  <a:gd name="T3" fmla="*/ 5 h 8"/>
                  <a:gd name="T4" fmla="*/ 3 w 22"/>
                  <a:gd name="T5" fmla="*/ 7 h 8"/>
                  <a:gd name="T6" fmla="*/ 19 w 22"/>
                  <a:gd name="T7" fmla="*/ 6 h 8"/>
                  <a:gd name="T8" fmla="*/ 20 w 22"/>
                  <a:gd name="T9" fmla="*/ 3 h 8"/>
                </a:gdLst>
                <a:ahLst/>
                <a:cxnLst>
                  <a:cxn ang="0">
                    <a:pos x="T0" y="T1"/>
                  </a:cxn>
                  <a:cxn ang="0">
                    <a:pos x="T2" y="T3"/>
                  </a:cxn>
                  <a:cxn ang="0">
                    <a:pos x="T4" y="T5"/>
                  </a:cxn>
                  <a:cxn ang="0">
                    <a:pos x="T6" y="T7"/>
                  </a:cxn>
                  <a:cxn ang="0">
                    <a:pos x="T8" y="T9"/>
                  </a:cxn>
                </a:cxnLst>
                <a:rect l="0" t="0" r="r" b="b"/>
                <a:pathLst>
                  <a:path w="22" h="8">
                    <a:moveTo>
                      <a:pt x="20" y="3"/>
                    </a:moveTo>
                    <a:cubicBezTo>
                      <a:pt x="14" y="1"/>
                      <a:pt x="6" y="0"/>
                      <a:pt x="1" y="5"/>
                    </a:cubicBezTo>
                    <a:cubicBezTo>
                      <a:pt x="0" y="6"/>
                      <a:pt x="1" y="8"/>
                      <a:pt x="3" y="7"/>
                    </a:cubicBezTo>
                    <a:cubicBezTo>
                      <a:pt x="8" y="6"/>
                      <a:pt x="13" y="5"/>
                      <a:pt x="19" y="6"/>
                    </a:cubicBezTo>
                    <a:cubicBezTo>
                      <a:pt x="21" y="7"/>
                      <a:pt x="22" y="4"/>
                      <a:pt x="20"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3" name="Freeform 420">
                <a:extLst>
                  <a:ext uri="{FF2B5EF4-FFF2-40B4-BE49-F238E27FC236}">
                    <a16:creationId xmlns:a16="http://schemas.microsoft.com/office/drawing/2014/main" id="{724ABAB8-3966-AEA7-2AC6-9AFFFAB16111}"/>
                  </a:ext>
                </a:extLst>
              </p:cNvPr>
              <p:cNvSpPr/>
              <p:nvPr/>
            </p:nvSpPr>
            <p:spPr bwMode="auto">
              <a:xfrm>
                <a:off x="1976" y="1222"/>
                <a:ext cx="40" cy="21"/>
              </a:xfrm>
              <a:custGeom>
                <a:avLst/>
                <a:gdLst>
                  <a:gd name="T0" fmla="*/ 21 w 23"/>
                  <a:gd name="T1" fmla="*/ 3 h 12"/>
                  <a:gd name="T2" fmla="*/ 1 w 23"/>
                  <a:gd name="T3" fmla="*/ 9 h 12"/>
                  <a:gd name="T4" fmla="*/ 3 w 23"/>
                  <a:gd name="T5" fmla="*/ 11 h 12"/>
                  <a:gd name="T6" fmla="*/ 20 w 23"/>
                  <a:gd name="T7" fmla="*/ 6 h 12"/>
                  <a:gd name="T8" fmla="*/ 21 w 23"/>
                  <a:gd name="T9" fmla="*/ 3 h 12"/>
                </a:gdLst>
                <a:ahLst/>
                <a:cxnLst>
                  <a:cxn ang="0">
                    <a:pos x="T0" y="T1"/>
                  </a:cxn>
                  <a:cxn ang="0">
                    <a:pos x="T2" y="T3"/>
                  </a:cxn>
                  <a:cxn ang="0">
                    <a:pos x="T4" y="T5"/>
                  </a:cxn>
                  <a:cxn ang="0">
                    <a:pos x="T6" y="T7"/>
                  </a:cxn>
                  <a:cxn ang="0">
                    <a:pos x="T8" y="T9"/>
                  </a:cxn>
                </a:cxnLst>
                <a:rect l="0" t="0" r="r" b="b"/>
                <a:pathLst>
                  <a:path w="23" h="12">
                    <a:moveTo>
                      <a:pt x="21" y="3"/>
                    </a:moveTo>
                    <a:cubicBezTo>
                      <a:pt x="14" y="0"/>
                      <a:pt x="4" y="2"/>
                      <a:pt x="1" y="9"/>
                    </a:cubicBezTo>
                    <a:cubicBezTo>
                      <a:pt x="0" y="10"/>
                      <a:pt x="2" y="12"/>
                      <a:pt x="3" y="11"/>
                    </a:cubicBezTo>
                    <a:cubicBezTo>
                      <a:pt x="8" y="6"/>
                      <a:pt x="13" y="4"/>
                      <a:pt x="20" y="6"/>
                    </a:cubicBezTo>
                    <a:cubicBezTo>
                      <a:pt x="22" y="6"/>
                      <a:pt x="23" y="3"/>
                      <a:pt x="2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4" name="Freeform 421">
                <a:extLst>
                  <a:ext uri="{FF2B5EF4-FFF2-40B4-BE49-F238E27FC236}">
                    <a16:creationId xmlns:a16="http://schemas.microsoft.com/office/drawing/2014/main" id="{E6C8846C-FECE-A2A7-AD22-0454D2B148B8}"/>
                  </a:ext>
                </a:extLst>
              </p:cNvPr>
              <p:cNvSpPr/>
              <p:nvPr/>
            </p:nvSpPr>
            <p:spPr bwMode="auto">
              <a:xfrm>
                <a:off x="1995" y="1205"/>
                <a:ext cx="30" cy="12"/>
              </a:xfrm>
              <a:custGeom>
                <a:avLst/>
                <a:gdLst>
                  <a:gd name="T0" fmla="*/ 13 w 17"/>
                  <a:gd name="T1" fmla="*/ 0 h 7"/>
                  <a:gd name="T2" fmla="*/ 1 w 17"/>
                  <a:gd name="T3" fmla="*/ 4 h 7"/>
                  <a:gd name="T4" fmla="*/ 2 w 17"/>
                  <a:gd name="T5" fmla="*/ 7 h 7"/>
                  <a:gd name="T6" fmla="*/ 14 w 17"/>
                  <a:gd name="T7" fmla="*/ 4 h 7"/>
                  <a:gd name="T8" fmla="*/ 13 w 17"/>
                  <a:gd name="T9" fmla="*/ 0 h 7"/>
                </a:gdLst>
                <a:ahLst/>
                <a:cxnLst>
                  <a:cxn ang="0">
                    <a:pos x="T0" y="T1"/>
                  </a:cxn>
                  <a:cxn ang="0">
                    <a:pos x="T2" y="T3"/>
                  </a:cxn>
                  <a:cxn ang="0">
                    <a:pos x="T4" y="T5"/>
                  </a:cxn>
                  <a:cxn ang="0">
                    <a:pos x="T6" y="T7"/>
                  </a:cxn>
                  <a:cxn ang="0">
                    <a:pos x="T8" y="T9"/>
                  </a:cxn>
                </a:cxnLst>
                <a:rect l="0" t="0" r="r" b="b"/>
                <a:pathLst>
                  <a:path w="17" h="7">
                    <a:moveTo>
                      <a:pt x="13" y="0"/>
                    </a:moveTo>
                    <a:cubicBezTo>
                      <a:pt x="9" y="1"/>
                      <a:pt x="5" y="2"/>
                      <a:pt x="1" y="4"/>
                    </a:cubicBezTo>
                    <a:cubicBezTo>
                      <a:pt x="0" y="4"/>
                      <a:pt x="1" y="7"/>
                      <a:pt x="2" y="7"/>
                    </a:cubicBezTo>
                    <a:cubicBezTo>
                      <a:pt x="6" y="6"/>
                      <a:pt x="10" y="5"/>
                      <a:pt x="14" y="4"/>
                    </a:cubicBezTo>
                    <a:cubicBezTo>
                      <a:pt x="17" y="3"/>
                      <a:pt x="15" y="0"/>
                      <a:pt x="13"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5" name="Freeform 422">
                <a:extLst>
                  <a:ext uri="{FF2B5EF4-FFF2-40B4-BE49-F238E27FC236}">
                    <a16:creationId xmlns:a16="http://schemas.microsoft.com/office/drawing/2014/main" id="{D6A55A2F-785D-98B7-BD43-0D36D0406DA0}"/>
                  </a:ext>
                </a:extLst>
              </p:cNvPr>
              <p:cNvSpPr/>
              <p:nvPr/>
            </p:nvSpPr>
            <p:spPr bwMode="auto">
              <a:xfrm>
                <a:off x="2410" y="1002"/>
                <a:ext cx="42" cy="57"/>
              </a:xfrm>
              <a:custGeom>
                <a:avLst/>
                <a:gdLst>
                  <a:gd name="T0" fmla="*/ 4 w 24"/>
                  <a:gd name="T1" fmla="*/ 30 h 32"/>
                  <a:gd name="T2" fmla="*/ 23 w 24"/>
                  <a:gd name="T3" fmla="*/ 3 h 32"/>
                  <a:gd name="T4" fmla="*/ 21 w 24"/>
                  <a:gd name="T5" fmla="*/ 1 h 32"/>
                  <a:gd name="T6" fmla="*/ 1 w 24"/>
                  <a:gd name="T7" fmla="*/ 29 h 32"/>
                  <a:gd name="T8" fmla="*/ 4 w 24"/>
                  <a:gd name="T9" fmla="*/ 30 h 32"/>
                </a:gdLst>
                <a:ahLst/>
                <a:cxnLst>
                  <a:cxn ang="0">
                    <a:pos x="T0" y="T1"/>
                  </a:cxn>
                  <a:cxn ang="0">
                    <a:pos x="T2" y="T3"/>
                  </a:cxn>
                  <a:cxn ang="0">
                    <a:pos x="T4" y="T5"/>
                  </a:cxn>
                  <a:cxn ang="0">
                    <a:pos x="T6" y="T7"/>
                  </a:cxn>
                  <a:cxn ang="0">
                    <a:pos x="T8" y="T9"/>
                  </a:cxn>
                </a:cxnLst>
                <a:rect l="0" t="0" r="r" b="b"/>
                <a:pathLst>
                  <a:path w="24" h="32">
                    <a:moveTo>
                      <a:pt x="4" y="30"/>
                    </a:moveTo>
                    <a:cubicBezTo>
                      <a:pt x="10" y="21"/>
                      <a:pt x="16" y="12"/>
                      <a:pt x="23" y="3"/>
                    </a:cubicBezTo>
                    <a:cubicBezTo>
                      <a:pt x="24" y="2"/>
                      <a:pt x="23" y="0"/>
                      <a:pt x="21" y="1"/>
                    </a:cubicBezTo>
                    <a:cubicBezTo>
                      <a:pt x="13" y="8"/>
                      <a:pt x="5" y="19"/>
                      <a:pt x="1" y="29"/>
                    </a:cubicBezTo>
                    <a:cubicBezTo>
                      <a:pt x="0" y="30"/>
                      <a:pt x="3" y="32"/>
                      <a:pt x="4"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6" name="Freeform 423">
                <a:extLst>
                  <a:ext uri="{FF2B5EF4-FFF2-40B4-BE49-F238E27FC236}">
                    <a16:creationId xmlns:a16="http://schemas.microsoft.com/office/drawing/2014/main" id="{AD7AE8EE-FEAF-859C-9798-93F559336B5A}"/>
                  </a:ext>
                </a:extLst>
              </p:cNvPr>
              <p:cNvSpPr/>
              <p:nvPr/>
            </p:nvSpPr>
            <p:spPr bwMode="auto">
              <a:xfrm>
                <a:off x="2392" y="1009"/>
                <a:ext cx="34" cy="48"/>
              </a:xfrm>
              <a:custGeom>
                <a:avLst/>
                <a:gdLst>
                  <a:gd name="T0" fmla="*/ 3 w 19"/>
                  <a:gd name="T1" fmla="*/ 25 h 27"/>
                  <a:gd name="T2" fmla="*/ 18 w 19"/>
                  <a:gd name="T3" fmla="*/ 4 h 27"/>
                  <a:gd name="T4" fmla="*/ 16 w 19"/>
                  <a:gd name="T5" fmla="*/ 2 h 27"/>
                  <a:gd name="T6" fmla="*/ 1 w 19"/>
                  <a:gd name="T7" fmla="*/ 23 h 27"/>
                  <a:gd name="T8" fmla="*/ 3 w 19"/>
                  <a:gd name="T9" fmla="*/ 25 h 27"/>
                </a:gdLst>
                <a:ahLst/>
                <a:cxnLst>
                  <a:cxn ang="0">
                    <a:pos x="T0" y="T1"/>
                  </a:cxn>
                  <a:cxn ang="0">
                    <a:pos x="T2" y="T3"/>
                  </a:cxn>
                  <a:cxn ang="0">
                    <a:pos x="T4" y="T5"/>
                  </a:cxn>
                  <a:cxn ang="0">
                    <a:pos x="T6" y="T7"/>
                  </a:cxn>
                  <a:cxn ang="0">
                    <a:pos x="T8" y="T9"/>
                  </a:cxn>
                </a:cxnLst>
                <a:rect l="0" t="0" r="r" b="b"/>
                <a:pathLst>
                  <a:path w="19" h="27">
                    <a:moveTo>
                      <a:pt x="3" y="25"/>
                    </a:moveTo>
                    <a:cubicBezTo>
                      <a:pt x="7" y="17"/>
                      <a:pt x="12" y="10"/>
                      <a:pt x="18" y="4"/>
                    </a:cubicBezTo>
                    <a:cubicBezTo>
                      <a:pt x="19" y="2"/>
                      <a:pt x="17" y="0"/>
                      <a:pt x="16" y="2"/>
                    </a:cubicBezTo>
                    <a:cubicBezTo>
                      <a:pt x="9" y="7"/>
                      <a:pt x="4" y="15"/>
                      <a:pt x="1" y="23"/>
                    </a:cubicBezTo>
                    <a:cubicBezTo>
                      <a:pt x="0" y="25"/>
                      <a:pt x="3" y="27"/>
                      <a:pt x="3"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7" name="Freeform 424">
                <a:extLst>
                  <a:ext uri="{FF2B5EF4-FFF2-40B4-BE49-F238E27FC236}">
                    <a16:creationId xmlns:a16="http://schemas.microsoft.com/office/drawing/2014/main" id="{85D4A7D3-0ED4-7469-BA70-10D3E037800D}"/>
                  </a:ext>
                </a:extLst>
              </p:cNvPr>
              <p:cNvSpPr/>
              <p:nvPr/>
            </p:nvSpPr>
            <p:spPr bwMode="auto">
              <a:xfrm>
                <a:off x="2424" y="1032"/>
                <a:ext cx="32" cy="34"/>
              </a:xfrm>
              <a:custGeom>
                <a:avLst/>
                <a:gdLst>
                  <a:gd name="T0" fmla="*/ 4 w 18"/>
                  <a:gd name="T1" fmla="*/ 18 h 19"/>
                  <a:gd name="T2" fmla="*/ 17 w 18"/>
                  <a:gd name="T3" fmla="*/ 3 h 19"/>
                  <a:gd name="T4" fmla="*/ 14 w 18"/>
                  <a:gd name="T5" fmla="*/ 1 h 19"/>
                  <a:gd name="T6" fmla="*/ 2 w 18"/>
                  <a:gd name="T7" fmla="*/ 15 h 19"/>
                  <a:gd name="T8" fmla="*/ 4 w 18"/>
                  <a:gd name="T9" fmla="*/ 18 h 19"/>
                </a:gdLst>
                <a:ahLst/>
                <a:cxnLst>
                  <a:cxn ang="0">
                    <a:pos x="T0" y="T1"/>
                  </a:cxn>
                  <a:cxn ang="0">
                    <a:pos x="T2" y="T3"/>
                  </a:cxn>
                  <a:cxn ang="0">
                    <a:pos x="T4" y="T5"/>
                  </a:cxn>
                  <a:cxn ang="0">
                    <a:pos x="T6" y="T7"/>
                  </a:cxn>
                  <a:cxn ang="0">
                    <a:pos x="T8" y="T9"/>
                  </a:cxn>
                </a:cxnLst>
                <a:rect l="0" t="0" r="r" b="b"/>
                <a:pathLst>
                  <a:path w="18" h="19">
                    <a:moveTo>
                      <a:pt x="4" y="18"/>
                    </a:moveTo>
                    <a:cubicBezTo>
                      <a:pt x="8" y="13"/>
                      <a:pt x="13" y="8"/>
                      <a:pt x="17" y="3"/>
                    </a:cubicBezTo>
                    <a:cubicBezTo>
                      <a:pt x="18" y="1"/>
                      <a:pt x="16" y="0"/>
                      <a:pt x="14" y="1"/>
                    </a:cubicBezTo>
                    <a:cubicBezTo>
                      <a:pt x="10" y="5"/>
                      <a:pt x="6" y="11"/>
                      <a:pt x="2" y="15"/>
                    </a:cubicBezTo>
                    <a:cubicBezTo>
                      <a:pt x="0" y="17"/>
                      <a:pt x="2" y="19"/>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8" name="Freeform 425">
                <a:extLst>
                  <a:ext uri="{FF2B5EF4-FFF2-40B4-BE49-F238E27FC236}">
                    <a16:creationId xmlns:a16="http://schemas.microsoft.com/office/drawing/2014/main" id="{408F35B3-3556-3AEE-4943-FCA990F74689}"/>
                  </a:ext>
                </a:extLst>
              </p:cNvPr>
              <p:cNvSpPr/>
              <p:nvPr/>
            </p:nvSpPr>
            <p:spPr bwMode="auto">
              <a:xfrm>
                <a:off x="2440" y="1066"/>
                <a:ext cx="23" cy="26"/>
              </a:xfrm>
              <a:custGeom>
                <a:avLst/>
                <a:gdLst>
                  <a:gd name="T0" fmla="*/ 4 w 13"/>
                  <a:gd name="T1" fmla="*/ 13 h 15"/>
                  <a:gd name="T2" fmla="*/ 12 w 13"/>
                  <a:gd name="T3" fmla="*/ 3 h 15"/>
                  <a:gd name="T4" fmla="*/ 11 w 13"/>
                  <a:gd name="T5" fmla="*/ 0 h 15"/>
                  <a:gd name="T6" fmla="*/ 1 w 13"/>
                  <a:gd name="T7" fmla="*/ 13 h 15"/>
                  <a:gd name="T8" fmla="*/ 4 w 13"/>
                  <a:gd name="T9" fmla="*/ 13 h 15"/>
                </a:gdLst>
                <a:ahLst/>
                <a:cxnLst>
                  <a:cxn ang="0">
                    <a:pos x="T0" y="T1"/>
                  </a:cxn>
                  <a:cxn ang="0">
                    <a:pos x="T2" y="T3"/>
                  </a:cxn>
                  <a:cxn ang="0">
                    <a:pos x="T4" y="T5"/>
                  </a:cxn>
                  <a:cxn ang="0">
                    <a:pos x="T6" y="T7"/>
                  </a:cxn>
                  <a:cxn ang="0">
                    <a:pos x="T8" y="T9"/>
                  </a:cxn>
                </a:cxnLst>
                <a:rect l="0" t="0" r="r" b="b"/>
                <a:pathLst>
                  <a:path w="13" h="15">
                    <a:moveTo>
                      <a:pt x="4" y="13"/>
                    </a:moveTo>
                    <a:cubicBezTo>
                      <a:pt x="4" y="8"/>
                      <a:pt x="7" y="5"/>
                      <a:pt x="12" y="3"/>
                    </a:cubicBezTo>
                    <a:cubicBezTo>
                      <a:pt x="13" y="2"/>
                      <a:pt x="12" y="0"/>
                      <a:pt x="11" y="0"/>
                    </a:cubicBezTo>
                    <a:cubicBezTo>
                      <a:pt x="4" y="1"/>
                      <a:pt x="0" y="7"/>
                      <a:pt x="1" y="13"/>
                    </a:cubicBezTo>
                    <a:cubicBezTo>
                      <a:pt x="1" y="15"/>
                      <a:pt x="4" y="15"/>
                      <a:pt x="4"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9" name="Freeform 426">
                <a:extLst>
                  <a:ext uri="{FF2B5EF4-FFF2-40B4-BE49-F238E27FC236}">
                    <a16:creationId xmlns:a16="http://schemas.microsoft.com/office/drawing/2014/main" id="{A0DE9217-29CA-76F8-D89C-05F91938AA95}"/>
                  </a:ext>
                </a:extLst>
              </p:cNvPr>
              <p:cNvSpPr/>
              <p:nvPr/>
            </p:nvSpPr>
            <p:spPr bwMode="auto">
              <a:xfrm>
                <a:off x="2445" y="1090"/>
                <a:ext cx="23" cy="27"/>
              </a:xfrm>
              <a:custGeom>
                <a:avLst/>
                <a:gdLst>
                  <a:gd name="T0" fmla="*/ 4 w 13"/>
                  <a:gd name="T1" fmla="*/ 12 h 15"/>
                  <a:gd name="T2" fmla="*/ 11 w 13"/>
                  <a:gd name="T3" fmla="*/ 3 h 15"/>
                  <a:gd name="T4" fmla="*/ 10 w 13"/>
                  <a:gd name="T5" fmla="*/ 1 h 15"/>
                  <a:gd name="T6" fmla="*/ 1 w 13"/>
                  <a:gd name="T7" fmla="*/ 12 h 15"/>
                  <a:gd name="T8" fmla="*/ 4 w 13"/>
                  <a:gd name="T9" fmla="*/ 12 h 15"/>
                </a:gdLst>
                <a:ahLst/>
                <a:cxnLst>
                  <a:cxn ang="0">
                    <a:pos x="T0" y="T1"/>
                  </a:cxn>
                  <a:cxn ang="0">
                    <a:pos x="T2" y="T3"/>
                  </a:cxn>
                  <a:cxn ang="0">
                    <a:pos x="T4" y="T5"/>
                  </a:cxn>
                  <a:cxn ang="0">
                    <a:pos x="T6" y="T7"/>
                  </a:cxn>
                  <a:cxn ang="0">
                    <a:pos x="T8" y="T9"/>
                  </a:cxn>
                </a:cxnLst>
                <a:rect l="0" t="0" r="r" b="b"/>
                <a:pathLst>
                  <a:path w="13" h="15">
                    <a:moveTo>
                      <a:pt x="4" y="12"/>
                    </a:moveTo>
                    <a:cubicBezTo>
                      <a:pt x="5" y="8"/>
                      <a:pt x="8" y="6"/>
                      <a:pt x="11" y="3"/>
                    </a:cubicBezTo>
                    <a:cubicBezTo>
                      <a:pt x="13" y="2"/>
                      <a:pt x="12" y="0"/>
                      <a:pt x="10" y="1"/>
                    </a:cubicBezTo>
                    <a:cubicBezTo>
                      <a:pt x="5" y="2"/>
                      <a:pt x="2" y="7"/>
                      <a:pt x="1" y="12"/>
                    </a:cubicBezTo>
                    <a:cubicBezTo>
                      <a:pt x="0" y="14"/>
                      <a:pt x="3" y="15"/>
                      <a:pt x="4"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0" name="Freeform 427">
                <a:extLst>
                  <a:ext uri="{FF2B5EF4-FFF2-40B4-BE49-F238E27FC236}">
                    <a16:creationId xmlns:a16="http://schemas.microsoft.com/office/drawing/2014/main" id="{36ACD460-BD29-73E1-2AE0-085109364B74}"/>
                  </a:ext>
                </a:extLst>
              </p:cNvPr>
              <p:cNvSpPr/>
              <p:nvPr/>
            </p:nvSpPr>
            <p:spPr bwMode="auto">
              <a:xfrm>
                <a:off x="2338" y="1553"/>
                <a:ext cx="65" cy="72"/>
              </a:xfrm>
              <a:custGeom>
                <a:avLst/>
                <a:gdLst>
                  <a:gd name="T0" fmla="*/ 3 w 37"/>
                  <a:gd name="T1" fmla="*/ 40 h 41"/>
                  <a:gd name="T2" fmla="*/ 18 w 37"/>
                  <a:gd name="T3" fmla="*/ 19 h 41"/>
                  <a:gd name="T4" fmla="*/ 36 w 37"/>
                  <a:gd name="T5" fmla="*/ 3 h 41"/>
                  <a:gd name="T6" fmla="*/ 34 w 37"/>
                  <a:gd name="T7" fmla="*/ 1 h 41"/>
                  <a:gd name="T8" fmla="*/ 0 w 37"/>
                  <a:gd name="T9" fmla="*/ 38 h 41"/>
                  <a:gd name="T10" fmla="*/ 3 w 37"/>
                  <a:gd name="T11" fmla="*/ 40 h 41"/>
                </a:gdLst>
                <a:ahLst/>
                <a:cxnLst>
                  <a:cxn ang="0">
                    <a:pos x="T0" y="T1"/>
                  </a:cxn>
                  <a:cxn ang="0">
                    <a:pos x="T2" y="T3"/>
                  </a:cxn>
                  <a:cxn ang="0">
                    <a:pos x="T4" y="T5"/>
                  </a:cxn>
                  <a:cxn ang="0">
                    <a:pos x="T6" y="T7"/>
                  </a:cxn>
                  <a:cxn ang="0">
                    <a:pos x="T8" y="T9"/>
                  </a:cxn>
                  <a:cxn ang="0">
                    <a:pos x="T10" y="T11"/>
                  </a:cxn>
                </a:cxnLst>
                <a:rect l="0" t="0" r="r" b="b"/>
                <a:pathLst>
                  <a:path w="37" h="41">
                    <a:moveTo>
                      <a:pt x="3" y="40"/>
                    </a:moveTo>
                    <a:cubicBezTo>
                      <a:pt x="8" y="32"/>
                      <a:pt x="12" y="25"/>
                      <a:pt x="18" y="19"/>
                    </a:cubicBezTo>
                    <a:cubicBezTo>
                      <a:pt x="23" y="13"/>
                      <a:pt x="30" y="8"/>
                      <a:pt x="36" y="3"/>
                    </a:cubicBezTo>
                    <a:cubicBezTo>
                      <a:pt x="37" y="2"/>
                      <a:pt x="35" y="0"/>
                      <a:pt x="34" y="1"/>
                    </a:cubicBezTo>
                    <a:cubicBezTo>
                      <a:pt x="19" y="7"/>
                      <a:pt x="6" y="24"/>
                      <a:pt x="0" y="38"/>
                    </a:cubicBezTo>
                    <a:cubicBezTo>
                      <a:pt x="0" y="40"/>
                      <a:pt x="2" y="41"/>
                      <a:pt x="3" y="4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1" name="Freeform 428">
                <a:extLst>
                  <a:ext uri="{FF2B5EF4-FFF2-40B4-BE49-F238E27FC236}">
                    <a16:creationId xmlns:a16="http://schemas.microsoft.com/office/drawing/2014/main" id="{6616F22E-4DCA-09E2-9D4C-1D9739AFEF97}"/>
                  </a:ext>
                </a:extLst>
              </p:cNvPr>
              <p:cNvSpPr/>
              <p:nvPr/>
            </p:nvSpPr>
            <p:spPr bwMode="auto">
              <a:xfrm>
                <a:off x="2345" y="1590"/>
                <a:ext cx="51" cy="53"/>
              </a:xfrm>
              <a:custGeom>
                <a:avLst/>
                <a:gdLst>
                  <a:gd name="T0" fmla="*/ 4 w 29"/>
                  <a:gd name="T1" fmla="*/ 29 h 30"/>
                  <a:gd name="T2" fmla="*/ 28 w 29"/>
                  <a:gd name="T3" fmla="*/ 3 h 30"/>
                  <a:gd name="T4" fmla="*/ 26 w 29"/>
                  <a:gd name="T5" fmla="*/ 1 h 30"/>
                  <a:gd name="T6" fmla="*/ 1 w 29"/>
                  <a:gd name="T7" fmla="*/ 27 h 30"/>
                  <a:gd name="T8" fmla="*/ 4 w 29"/>
                  <a:gd name="T9" fmla="*/ 29 h 30"/>
                </a:gdLst>
                <a:ahLst/>
                <a:cxnLst>
                  <a:cxn ang="0">
                    <a:pos x="T0" y="T1"/>
                  </a:cxn>
                  <a:cxn ang="0">
                    <a:pos x="T2" y="T3"/>
                  </a:cxn>
                  <a:cxn ang="0">
                    <a:pos x="T4" y="T5"/>
                  </a:cxn>
                  <a:cxn ang="0">
                    <a:pos x="T6" y="T7"/>
                  </a:cxn>
                  <a:cxn ang="0">
                    <a:pos x="T8" y="T9"/>
                  </a:cxn>
                </a:cxnLst>
                <a:rect l="0" t="0" r="r" b="b"/>
                <a:pathLst>
                  <a:path w="29" h="30">
                    <a:moveTo>
                      <a:pt x="4" y="29"/>
                    </a:moveTo>
                    <a:cubicBezTo>
                      <a:pt x="10" y="18"/>
                      <a:pt x="18" y="11"/>
                      <a:pt x="28" y="3"/>
                    </a:cubicBezTo>
                    <a:cubicBezTo>
                      <a:pt x="29" y="2"/>
                      <a:pt x="27" y="0"/>
                      <a:pt x="26" y="1"/>
                    </a:cubicBezTo>
                    <a:cubicBezTo>
                      <a:pt x="15" y="7"/>
                      <a:pt x="7" y="17"/>
                      <a:pt x="1" y="27"/>
                    </a:cubicBezTo>
                    <a:cubicBezTo>
                      <a:pt x="0" y="29"/>
                      <a:pt x="3" y="30"/>
                      <a:pt x="4"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2" name="Freeform 429">
                <a:extLst>
                  <a:ext uri="{FF2B5EF4-FFF2-40B4-BE49-F238E27FC236}">
                    <a16:creationId xmlns:a16="http://schemas.microsoft.com/office/drawing/2014/main" id="{740D847D-8E9C-9204-2A56-3F5935B6B566}"/>
                  </a:ext>
                </a:extLst>
              </p:cNvPr>
              <p:cNvSpPr/>
              <p:nvPr/>
            </p:nvSpPr>
            <p:spPr bwMode="auto">
              <a:xfrm>
                <a:off x="2363" y="1611"/>
                <a:ext cx="38" cy="46"/>
              </a:xfrm>
              <a:custGeom>
                <a:avLst/>
                <a:gdLst>
                  <a:gd name="T0" fmla="*/ 3 w 22"/>
                  <a:gd name="T1" fmla="*/ 25 h 26"/>
                  <a:gd name="T2" fmla="*/ 21 w 22"/>
                  <a:gd name="T3" fmla="*/ 3 h 26"/>
                  <a:gd name="T4" fmla="*/ 19 w 22"/>
                  <a:gd name="T5" fmla="*/ 1 h 26"/>
                  <a:gd name="T6" fmla="*/ 0 w 22"/>
                  <a:gd name="T7" fmla="*/ 24 h 26"/>
                  <a:gd name="T8" fmla="*/ 3 w 22"/>
                  <a:gd name="T9" fmla="*/ 25 h 26"/>
                </a:gdLst>
                <a:ahLst/>
                <a:cxnLst>
                  <a:cxn ang="0">
                    <a:pos x="T0" y="T1"/>
                  </a:cxn>
                  <a:cxn ang="0">
                    <a:pos x="T2" y="T3"/>
                  </a:cxn>
                  <a:cxn ang="0">
                    <a:pos x="T4" y="T5"/>
                  </a:cxn>
                  <a:cxn ang="0">
                    <a:pos x="T6" y="T7"/>
                  </a:cxn>
                  <a:cxn ang="0">
                    <a:pos x="T8" y="T9"/>
                  </a:cxn>
                </a:cxnLst>
                <a:rect l="0" t="0" r="r" b="b"/>
                <a:pathLst>
                  <a:path w="22" h="26">
                    <a:moveTo>
                      <a:pt x="3" y="25"/>
                    </a:moveTo>
                    <a:cubicBezTo>
                      <a:pt x="7" y="16"/>
                      <a:pt x="13" y="9"/>
                      <a:pt x="21" y="3"/>
                    </a:cubicBezTo>
                    <a:cubicBezTo>
                      <a:pt x="22" y="2"/>
                      <a:pt x="20" y="0"/>
                      <a:pt x="19" y="1"/>
                    </a:cubicBezTo>
                    <a:cubicBezTo>
                      <a:pt x="10" y="5"/>
                      <a:pt x="3" y="14"/>
                      <a:pt x="0" y="24"/>
                    </a:cubicBezTo>
                    <a:cubicBezTo>
                      <a:pt x="0" y="26"/>
                      <a:pt x="3" y="26"/>
                      <a:pt x="3"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3" name="Freeform 430">
                <a:extLst>
                  <a:ext uri="{FF2B5EF4-FFF2-40B4-BE49-F238E27FC236}">
                    <a16:creationId xmlns:a16="http://schemas.microsoft.com/office/drawing/2014/main" id="{9D14FD3F-60D7-A838-2BEB-67A358BB5ACB}"/>
                  </a:ext>
                </a:extLst>
              </p:cNvPr>
              <p:cNvSpPr/>
              <p:nvPr/>
            </p:nvSpPr>
            <p:spPr bwMode="auto">
              <a:xfrm>
                <a:off x="2371" y="1641"/>
                <a:ext cx="37" cy="42"/>
              </a:xfrm>
              <a:custGeom>
                <a:avLst/>
                <a:gdLst>
                  <a:gd name="T0" fmla="*/ 4 w 21"/>
                  <a:gd name="T1" fmla="*/ 23 h 24"/>
                  <a:gd name="T2" fmla="*/ 11 w 21"/>
                  <a:gd name="T3" fmla="*/ 11 h 24"/>
                  <a:gd name="T4" fmla="*/ 20 w 21"/>
                  <a:gd name="T5" fmla="*/ 3 h 24"/>
                  <a:gd name="T6" fmla="*/ 18 w 21"/>
                  <a:gd name="T7" fmla="*/ 1 h 24"/>
                  <a:gd name="T8" fmla="*/ 1 w 21"/>
                  <a:gd name="T9" fmla="*/ 21 h 24"/>
                  <a:gd name="T10" fmla="*/ 4 w 21"/>
                  <a:gd name="T11" fmla="*/ 23 h 24"/>
                </a:gdLst>
                <a:ahLst/>
                <a:cxnLst>
                  <a:cxn ang="0">
                    <a:pos x="T0" y="T1"/>
                  </a:cxn>
                  <a:cxn ang="0">
                    <a:pos x="T2" y="T3"/>
                  </a:cxn>
                  <a:cxn ang="0">
                    <a:pos x="T4" y="T5"/>
                  </a:cxn>
                  <a:cxn ang="0">
                    <a:pos x="T6" y="T7"/>
                  </a:cxn>
                  <a:cxn ang="0">
                    <a:pos x="T8" y="T9"/>
                  </a:cxn>
                  <a:cxn ang="0">
                    <a:pos x="T10" y="T11"/>
                  </a:cxn>
                </a:cxnLst>
                <a:rect l="0" t="0" r="r" b="b"/>
                <a:pathLst>
                  <a:path w="21" h="24">
                    <a:moveTo>
                      <a:pt x="4" y="23"/>
                    </a:moveTo>
                    <a:cubicBezTo>
                      <a:pt x="6" y="19"/>
                      <a:pt x="8" y="15"/>
                      <a:pt x="11" y="11"/>
                    </a:cubicBezTo>
                    <a:cubicBezTo>
                      <a:pt x="14" y="8"/>
                      <a:pt x="17" y="6"/>
                      <a:pt x="20" y="3"/>
                    </a:cubicBezTo>
                    <a:cubicBezTo>
                      <a:pt x="21" y="2"/>
                      <a:pt x="19" y="0"/>
                      <a:pt x="18" y="1"/>
                    </a:cubicBezTo>
                    <a:cubicBezTo>
                      <a:pt x="10" y="4"/>
                      <a:pt x="4" y="13"/>
                      <a:pt x="1" y="21"/>
                    </a:cubicBezTo>
                    <a:cubicBezTo>
                      <a:pt x="0" y="23"/>
                      <a:pt x="3" y="24"/>
                      <a:pt x="4"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4" name="Freeform 431">
                <a:extLst>
                  <a:ext uri="{FF2B5EF4-FFF2-40B4-BE49-F238E27FC236}">
                    <a16:creationId xmlns:a16="http://schemas.microsoft.com/office/drawing/2014/main" id="{EA9F252D-013C-B32F-7D89-087C166D8044}"/>
                  </a:ext>
                </a:extLst>
              </p:cNvPr>
              <p:cNvSpPr/>
              <p:nvPr/>
            </p:nvSpPr>
            <p:spPr bwMode="auto">
              <a:xfrm>
                <a:off x="2389" y="1665"/>
                <a:ext cx="30" cy="36"/>
              </a:xfrm>
              <a:custGeom>
                <a:avLst/>
                <a:gdLst>
                  <a:gd name="T0" fmla="*/ 4 w 17"/>
                  <a:gd name="T1" fmla="*/ 18 h 20"/>
                  <a:gd name="T2" fmla="*/ 15 w 17"/>
                  <a:gd name="T3" fmla="*/ 3 h 20"/>
                  <a:gd name="T4" fmla="*/ 14 w 17"/>
                  <a:gd name="T5" fmla="*/ 1 h 20"/>
                  <a:gd name="T6" fmla="*/ 1 w 17"/>
                  <a:gd name="T7" fmla="*/ 17 h 20"/>
                  <a:gd name="T8" fmla="*/ 4 w 17"/>
                  <a:gd name="T9" fmla="*/ 18 h 20"/>
                </a:gdLst>
                <a:ahLst/>
                <a:cxnLst>
                  <a:cxn ang="0">
                    <a:pos x="T0" y="T1"/>
                  </a:cxn>
                  <a:cxn ang="0">
                    <a:pos x="T2" y="T3"/>
                  </a:cxn>
                  <a:cxn ang="0">
                    <a:pos x="T4" y="T5"/>
                  </a:cxn>
                  <a:cxn ang="0">
                    <a:pos x="T6" y="T7"/>
                  </a:cxn>
                  <a:cxn ang="0">
                    <a:pos x="T8" y="T9"/>
                  </a:cxn>
                </a:cxnLst>
                <a:rect l="0" t="0" r="r" b="b"/>
                <a:pathLst>
                  <a:path w="17" h="20">
                    <a:moveTo>
                      <a:pt x="4" y="18"/>
                    </a:moveTo>
                    <a:cubicBezTo>
                      <a:pt x="7" y="12"/>
                      <a:pt x="11" y="8"/>
                      <a:pt x="15" y="3"/>
                    </a:cubicBezTo>
                    <a:cubicBezTo>
                      <a:pt x="17" y="2"/>
                      <a:pt x="15" y="0"/>
                      <a:pt x="14" y="1"/>
                    </a:cubicBezTo>
                    <a:cubicBezTo>
                      <a:pt x="7" y="4"/>
                      <a:pt x="3" y="11"/>
                      <a:pt x="1" y="17"/>
                    </a:cubicBezTo>
                    <a:cubicBezTo>
                      <a:pt x="0" y="19"/>
                      <a:pt x="3" y="20"/>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5" name="Freeform 432">
                <a:extLst>
                  <a:ext uri="{FF2B5EF4-FFF2-40B4-BE49-F238E27FC236}">
                    <a16:creationId xmlns:a16="http://schemas.microsoft.com/office/drawing/2014/main" id="{F0EFB423-0A35-86F4-C754-AEE8327EC932}"/>
                  </a:ext>
                </a:extLst>
              </p:cNvPr>
              <p:cNvSpPr/>
              <p:nvPr/>
            </p:nvSpPr>
            <p:spPr bwMode="auto">
              <a:xfrm>
                <a:off x="2410" y="1692"/>
                <a:ext cx="23" cy="28"/>
              </a:xfrm>
              <a:custGeom>
                <a:avLst/>
                <a:gdLst>
                  <a:gd name="T0" fmla="*/ 4 w 13"/>
                  <a:gd name="T1" fmla="*/ 14 h 16"/>
                  <a:gd name="T2" fmla="*/ 12 w 13"/>
                  <a:gd name="T3" fmla="*/ 3 h 16"/>
                  <a:gd name="T4" fmla="*/ 10 w 13"/>
                  <a:gd name="T5" fmla="*/ 1 h 16"/>
                  <a:gd name="T6" fmla="*/ 1 w 13"/>
                  <a:gd name="T7" fmla="*/ 11 h 16"/>
                  <a:gd name="T8" fmla="*/ 4 w 13"/>
                  <a:gd name="T9" fmla="*/ 14 h 16"/>
                </a:gdLst>
                <a:ahLst/>
                <a:cxnLst>
                  <a:cxn ang="0">
                    <a:pos x="T0" y="T1"/>
                  </a:cxn>
                  <a:cxn ang="0">
                    <a:pos x="T2" y="T3"/>
                  </a:cxn>
                  <a:cxn ang="0">
                    <a:pos x="T4" y="T5"/>
                  </a:cxn>
                  <a:cxn ang="0">
                    <a:pos x="T6" y="T7"/>
                  </a:cxn>
                  <a:cxn ang="0">
                    <a:pos x="T8" y="T9"/>
                  </a:cxn>
                </a:cxnLst>
                <a:rect l="0" t="0" r="r" b="b"/>
                <a:pathLst>
                  <a:path w="13" h="16">
                    <a:moveTo>
                      <a:pt x="4" y="14"/>
                    </a:moveTo>
                    <a:cubicBezTo>
                      <a:pt x="6" y="10"/>
                      <a:pt x="10" y="7"/>
                      <a:pt x="12" y="3"/>
                    </a:cubicBezTo>
                    <a:cubicBezTo>
                      <a:pt x="13" y="2"/>
                      <a:pt x="11" y="0"/>
                      <a:pt x="10" y="1"/>
                    </a:cubicBezTo>
                    <a:cubicBezTo>
                      <a:pt x="6" y="4"/>
                      <a:pt x="4" y="8"/>
                      <a:pt x="1" y="11"/>
                    </a:cubicBezTo>
                    <a:cubicBezTo>
                      <a:pt x="0" y="13"/>
                      <a:pt x="2" y="16"/>
                      <a:pt x="4"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6" name="Freeform 433">
                <a:extLst>
                  <a:ext uri="{FF2B5EF4-FFF2-40B4-BE49-F238E27FC236}">
                    <a16:creationId xmlns:a16="http://schemas.microsoft.com/office/drawing/2014/main" id="{E4719C57-A12F-67A7-BD57-50F500833E48}"/>
                  </a:ext>
                </a:extLst>
              </p:cNvPr>
              <p:cNvSpPr/>
              <p:nvPr/>
            </p:nvSpPr>
            <p:spPr bwMode="auto">
              <a:xfrm>
                <a:off x="2370" y="1511"/>
                <a:ext cx="51" cy="42"/>
              </a:xfrm>
              <a:custGeom>
                <a:avLst/>
                <a:gdLst>
                  <a:gd name="T0" fmla="*/ 3 w 29"/>
                  <a:gd name="T1" fmla="*/ 23 h 24"/>
                  <a:gd name="T2" fmla="*/ 28 w 29"/>
                  <a:gd name="T3" fmla="*/ 3 h 24"/>
                  <a:gd name="T4" fmla="*/ 26 w 29"/>
                  <a:gd name="T5" fmla="*/ 1 h 24"/>
                  <a:gd name="T6" fmla="*/ 1 w 29"/>
                  <a:gd name="T7" fmla="*/ 21 h 24"/>
                  <a:gd name="T8" fmla="*/ 3 w 29"/>
                  <a:gd name="T9" fmla="*/ 23 h 24"/>
                </a:gdLst>
                <a:ahLst/>
                <a:cxnLst>
                  <a:cxn ang="0">
                    <a:pos x="T0" y="T1"/>
                  </a:cxn>
                  <a:cxn ang="0">
                    <a:pos x="T2" y="T3"/>
                  </a:cxn>
                  <a:cxn ang="0">
                    <a:pos x="T4" y="T5"/>
                  </a:cxn>
                  <a:cxn ang="0">
                    <a:pos x="T6" y="T7"/>
                  </a:cxn>
                  <a:cxn ang="0">
                    <a:pos x="T8" y="T9"/>
                  </a:cxn>
                </a:cxnLst>
                <a:rect l="0" t="0" r="r" b="b"/>
                <a:pathLst>
                  <a:path w="29" h="24">
                    <a:moveTo>
                      <a:pt x="3" y="23"/>
                    </a:moveTo>
                    <a:cubicBezTo>
                      <a:pt x="11" y="15"/>
                      <a:pt x="20" y="10"/>
                      <a:pt x="28" y="3"/>
                    </a:cubicBezTo>
                    <a:cubicBezTo>
                      <a:pt x="29" y="2"/>
                      <a:pt x="28" y="0"/>
                      <a:pt x="26" y="1"/>
                    </a:cubicBezTo>
                    <a:cubicBezTo>
                      <a:pt x="17" y="5"/>
                      <a:pt x="8" y="13"/>
                      <a:pt x="1" y="21"/>
                    </a:cubicBezTo>
                    <a:cubicBezTo>
                      <a:pt x="0" y="22"/>
                      <a:pt x="2" y="24"/>
                      <a:pt x="3"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7" name="Freeform 434">
                <a:extLst>
                  <a:ext uri="{FF2B5EF4-FFF2-40B4-BE49-F238E27FC236}">
                    <a16:creationId xmlns:a16="http://schemas.microsoft.com/office/drawing/2014/main" id="{D0F0B257-5D80-577C-E435-65C1928CA377}"/>
                  </a:ext>
                </a:extLst>
              </p:cNvPr>
              <p:cNvSpPr/>
              <p:nvPr/>
            </p:nvSpPr>
            <p:spPr bwMode="auto">
              <a:xfrm>
                <a:off x="2389" y="1470"/>
                <a:ext cx="44" cy="30"/>
              </a:xfrm>
              <a:custGeom>
                <a:avLst/>
                <a:gdLst>
                  <a:gd name="T0" fmla="*/ 4 w 25"/>
                  <a:gd name="T1" fmla="*/ 16 h 17"/>
                  <a:gd name="T2" fmla="*/ 24 w 25"/>
                  <a:gd name="T3" fmla="*/ 3 h 17"/>
                  <a:gd name="T4" fmla="*/ 22 w 25"/>
                  <a:gd name="T5" fmla="*/ 1 h 17"/>
                  <a:gd name="T6" fmla="*/ 2 w 25"/>
                  <a:gd name="T7" fmla="*/ 13 h 17"/>
                  <a:gd name="T8" fmla="*/ 4 w 25"/>
                  <a:gd name="T9" fmla="*/ 16 h 17"/>
                </a:gdLst>
                <a:ahLst/>
                <a:cxnLst>
                  <a:cxn ang="0">
                    <a:pos x="T0" y="T1"/>
                  </a:cxn>
                  <a:cxn ang="0">
                    <a:pos x="T2" y="T3"/>
                  </a:cxn>
                  <a:cxn ang="0">
                    <a:pos x="T4" y="T5"/>
                  </a:cxn>
                  <a:cxn ang="0">
                    <a:pos x="T6" y="T7"/>
                  </a:cxn>
                  <a:cxn ang="0">
                    <a:pos x="T8" y="T9"/>
                  </a:cxn>
                </a:cxnLst>
                <a:rect l="0" t="0" r="r" b="b"/>
                <a:pathLst>
                  <a:path w="25" h="17">
                    <a:moveTo>
                      <a:pt x="4" y="16"/>
                    </a:moveTo>
                    <a:cubicBezTo>
                      <a:pt x="11" y="12"/>
                      <a:pt x="17" y="8"/>
                      <a:pt x="24" y="3"/>
                    </a:cubicBezTo>
                    <a:cubicBezTo>
                      <a:pt x="25" y="2"/>
                      <a:pt x="23" y="0"/>
                      <a:pt x="22" y="1"/>
                    </a:cubicBezTo>
                    <a:cubicBezTo>
                      <a:pt x="15" y="4"/>
                      <a:pt x="8" y="9"/>
                      <a:pt x="2" y="13"/>
                    </a:cubicBezTo>
                    <a:cubicBezTo>
                      <a:pt x="0" y="14"/>
                      <a:pt x="2" y="17"/>
                      <a:pt x="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8" name="Freeform 435">
                <a:extLst>
                  <a:ext uri="{FF2B5EF4-FFF2-40B4-BE49-F238E27FC236}">
                    <a16:creationId xmlns:a16="http://schemas.microsoft.com/office/drawing/2014/main" id="{9CC7CA2D-995D-824A-5F87-1ACCDC651C22}"/>
                  </a:ext>
                </a:extLst>
              </p:cNvPr>
              <p:cNvSpPr/>
              <p:nvPr/>
            </p:nvSpPr>
            <p:spPr bwMode="auto">
              <a:xfrm>
                <a:off x="2406" y="1440"/>
                <a:ext cx="39" cy="25"/>
              </a:xfrm>
              <a:custGeom>
                <a:avLst/>
                <a:gdLst>
                  <a:gd name="T0" fmla="*/ 4 w 22"/>
                  <a:gd name="T1" fmla="*/ 13 h 14"/>
                  <a:gd name="T2" fmla="*/ 21 w 22"/>
                  <a:gd name="T3" fmla="*/ 3 h 14"/>
                  <a:gd name="T4" fmla="*/ 20 w 22"/>
                  <a:gd name="T5" fmla="*/ 1 h 14"/>
                  <a:gd name="T6" fmla="*/ 2 w 22"/>
                  <a:gd name="T7" fmla="*/ 11 h 14"/>
                  <a:gd name="T8" fmla="*/ 4 w 22"/>
                  <a:gd name="T9" fmla="*/ 13 h 14"/>
                </a:gdLst>
                <a:ahLst/>
                <a:cxnLst>
                  <a:cxn ang="0">
                    <a:pos x="T0" y="T1"/>
                  </a:cxn>
                  <a:cxn ang="0">
                    <a:pos x="T2" y="T3"/>
                  </a:cxn>
                  <a:cxn ang="0">
                    <a:pos x="T4" y="T5"/>
                  </a:cxn>
                  <a:cxn ang="0">
                    <a:pos x="T6" y="T7"/>
                  </a:cxn>
                  <a:cxn ang="0">
                    <a:pos x="T8" y="T9"/>
                  </a:cxn>
                </a:cxnLst>
                <a:rect l="0" t="0" r="r" b="b"/>
                <a:pathLst>
                  <a:path w="22" h="14">
                    <a:moveTo>
                      <a:pt x="4" y="13"/>
                    </a:moveTo>
                    <a:cubicBezTo>
                      <a:pt x="9" y="9"/>
                      <a:pt x="15" y="6"/>
                      <a:pt x="21" y="3"/>
                    </a:cubicBezTo>
                    <a:cubicBezTo>
                      <a:pt x="22" y="3"/>
                      <a:pt x="21" y="0"/>
                      <a:pt x="20" y="1"/>
                    </a:cubicBezTo>
                    <a:cubicBezTo>
                      <a:pt x="13" y="3"/>
                      <a:pt x="7" y="6"/>
                      <a:pt x="2" y="11"/>
                    </a:cubicBezTo>
                    <a:cubicBezTo>
                      <a:pt x="0" y="12"/>
                      <a:pt x="2" y="14"/>
                      <a:pt x="4"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9" name="Freeform 436">
                <a:extLst>
                  <a:ext uri="{FF2B5EF4-FFF2-40B4-BE49-F238E27FC236}">
                    <a16:creationId xmlns:a16="http://schemas.microsoft.com/office/drawing/2014/main" id="{B22183E4-9EBC-FD4F-DA9A-838C1ECC2969}"/>
                  </a:ext>
                </a:extLst>
              </p:cNvPr>
              <p:cNvSpPr/>
              <p:nvPr/>
            </p:nvSpPr>
            <p:spPr bwMode="auto">
              <a:xfrm>
                <a:off x="2436" y="1423"/>
                <a:ext cx="6" cy="3"/>
              </a:xfrm>
              <a:custGeom>
                <a:avLst/>
                <a:gdLst>
                  <a:gd name="T0" fmla="*/ 1 w 3"/>
                  <a:gd name="T1" fmla="*/ 2 h 2"/>
                  <a:gd name="T2" fmla="*/ 1 w 3"/>
                  <a:gd name="T3" fmla="*/ 0 h 2"/>
                  <a:gd name="T4" fmla="*/ 1 w 3"/>
                  <a:gd name="T5" fmla="*/ 2 h 2"/>
                </a:gdLst>
                <a:ahLst/>
                <a:cxnLst>
                  <a:cxn ang="0">
                    <a:pos x="T0" y="T1"/>
                  </a:cxn>
                  <a:cxn ang="0">
                    <a:pos x="T2" y="T3"/>
                  </a:cxn>
                  <a:cxn ang="0">
                    <a:pos x="T4" y="T5"/>
                  </a:cxn>
                </a:cxnLst>
                <a:rect l="0" t="0" r="r" b="b"/>
                <a:pathLst>
                  <a:path w="3" h="2">
                    <a:moveTo>
                      <a:pt x="1" y="2"/>
                    </a:moveTo>
                    <a:cubicBezTo>
                      <a:pt x="3" y="2"/>
                      <a:pt x="3" y="0"/>
                      <a:pt x="1" y="0"/>
                    </a:cubicBezTo>
                    <a:cubicBezTo>
                      <a:pt x="0" y="0"/>
                      <a:pt x="0" y="2"/>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0" name="Freeform 437">
                <a:extLst>
                  <a:ext uri="{FF2B5EF4-FFF2-40B4-BE49-F238E27FC236}">
                    <a16:creationId xmlns:a16="http://schemas.microsoft.com/office/drawing/2014/main" id="{F7C28F69-9E68-2550-01AB-4CAEFEE536D6}"/>
                  </a:ext>
                </a:extLst>
              </p:cNvPr>
              <p:cNvSpPr/>
              <p:nvPr/>
            </p:nvSpPr>
            <p:spPr bwMode="auto">
              <a:xfrm>
                <a:off x="1976" y="1579"/>
                <a:ext cx="56" cy="81"/>
              </a:xfrm>
              <a:custGeom>
                <a:avLst/>
                <a:gdLst>
                  <a:gd name="T0" fmla="*/ 30 w 32"/>
                  <a:gd name="T1" fmla="*/ 3 h 46"/>
                  <a:gd name="T2" fmla="*/ 2 w 32"/>
                  <a:gd name="T3" fmla="*/ 44 h 46"/>
                  <a:gd name="T4" fmla="*/ 5 w 32"/>
                  <a:gd name="T5" fmla="*/ 44 h 46"/>
                  <a:gd name="T6" fmla="*/ 30 w 32"/>
                  <a:gd name="T7" fmla="*/ 6 h 46"/>
                  <a:gd name="T8" fmla="*/ 30 w 32"/>
                  <a:gd name="T9" fmla="*/ 3 h 46"/>
                </a:gdLst>
                <a:ahLst/>
                <a:cxnLst>
                  <a:cxn ang="0">
                    <a:pos x="T0" y="T1"/>
                  </a:cxn>
                  <a:cxn ang="0">
                    <a:pos x="T2" y="T3"/>
                  </a:cxn>
                  <a:cxn ang="0">
                    <a:pos x="T4" y="T5"/>
                  </a:cxn>
                  <a:cxn ang="0">
                    <a:pos x="T6" y="T7"/>
                  </a:cxn>
                  <a:cxn ang="0">
                    <a:pos x="T8" y="T9"/>
                  </a:cxn>
                </a:cxnLst>
                <a:rect l="0" t="0" r="r" b="b"/>
                <a:pathLst>
                  <a:path w="32" h="46">
                    <a:moveTo>
                      <a:pt x="30" y="3"/>
                    </a:moveTo>
                    <a:cubicBezTo>
                      <a:pt x="8" y="0"/>
                      <a:pt x="0" y="26"/>
                      <a:pt x="2" y="44"/>
                    </a:cubicBezTo>
                    <a:cubicBezTo>
                      <a:pt x="2" y="46"/>
                      <a:pt x="5" y="46"/>
                      <a:pt x="5" y="44"/>
                    </a:cubicBezTo>
                    <a:cubicBezTo>
                      <a:pt x="6" y="28"/>
                      <a:pt x="9" y="4"/>
                      <a:pt x="30" y="6"/>
                    </a:cubicBezTo>
                    <a:cubicBezTo>
                      <a:pt x="32" y="6"/>
                      <a:pt x="32" y="3"/>
                      <a:pt x="30"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1" name="Freeform 438">
                <a:extLst>
                  <a:ext uri="{FF2B5EF4-FFF2-40B4-BE49-F238E27FC236}">
                    <a16:creationId xmlns:a16="http://schemas.microsoft.com/office/drawing/2014/main" id="{BE975821-CDCB-BE2E-2F69-5B78DF53A621}"/>
                  </a:ext>
                </a:extLst>
              </p:cNvPr>
              <p:cNvSpPr/>
              <p:nvPr/>
            </p:nvSpPr>
            <p:spPr bwMode="auto">
              <a:xfrm>
                <a:off x="2006" y="1597"/>
                <a:ext cx="31" cy="35"/>
              </a:xfrm>
              <a:custGeom>
                <a:avLst/>
                <a:gdLst>
                  <a:gd name="T0" fmla="*/ 16 w 18"/>
                  <a:gd name="T1" fmla="*/ 1 h 20"/>
                  <a:gd name="T2" fmla="*/ 4 w 18"/>
                  <a:gd name="T3" fmla="*/ 19 h 20"/>
                  <a:gd name="T4" fmla="*/ 7 w 18"/>
                  <a:gd name="T5" fmla="*/ 18 h 20"/>
                  <a:gd name="T6" fmla="*/ 16 w 18"/>
                  <a:gd name="T7" fmla="*/ 4 h 20"/>
                  <a:gd name="T8" fmla="*/ 16 w 18"/>
                  <a:gd name="T9" fmla="*/ 1 h 20"/>
                </a:gdLst>
                <a:ahLst/>
                <a:cxnLst>
                  <a:cxn ang="0">
                    <a:pos x="T0" y="T1"/>
                  </a:cxn>
                  <a:cxn ang="0">
                    <a:pos x="T2" y="T3"/>
                  </a:cxn>
                  <a:cxn ang="0">
                    <a:pos x="T4" y="T5"/>
                  </a:cxn>
                  <a:cxn ang="0">
                    <a:pos x="T6" y="T7"/>
                  </a:cxn>
                  <a:cxn ang="0">
                    <a:pos x="T8" y="T9"/>
                  </a:cxn>
                </a:cxnLst>
                <a:rect l="0" t="0" r="r" b="b"/>
                <a:pathLst>
                  <a:path w="18" h="20">
                    <a:moveTo>
                      <a:pt x="16" y="1"/>
                    </a:moveTo>
                    <a:cubicBezTo>
                      <a:pt x="7" y="0"/>
                      <a:pt x="0" y="10"/>
                      <a:pt x="4" y="19"/>
                    </a:cubicBezTo>
                    <a:cubicBezTo>
                      <a:pt x="5" y="20"/>
                      <a:pt x="7" y="19"/>
                      <a:pt x="7" y="18"/>
                    </a:cubicBezTo>
                    <a:cubicBezTo>
                      <a:pt x="5" y="12"/>
                      <a:pt x="10" y="4"/>
                      <a:pt x="16" y="4"/>
                    </a:cubicBezTo>
                    <a:cubicBezTo>
                      <a:pt x="18" y="4"/>
                      <a:pt x="18" y="1"/>
                      <a:pt x="16"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2" name="Freeform 439">
                <a:extLst>
                  <a:ext uri="{FF2B5EF4-FFF2-40B4-BE49-F238E27FC236}">
                    <a16:creationId xmlns:a16="http://schemas.microsoft.com/office/drawing/2014/main" id="{62ADF3C9-A662-5DAA-EE54-1024EA915772}"/>
                  </a:ext>
                </a:extLst>
              </p:cNvPr>
              <p:cNvSpPr/>
              <p:nvPr/>
            </p:nvSpPr>
            <p:spPr bwMode="auto">
              <a:xfrm>
                <a:off x="2039" y="1613"/>
                <a:ext cx="19" cy="24"/>
              </a:xfrm>
              <a:custGeom>
                <a:avLst/>
                <a:gdLst>
                  <a:gd name="T0" fmla="*/ 8 w 11"/>
                  <a:gd name="T1" fmla="*/ 1 h 14"/>
                  <a:gd name="T2" fmla="*/ 0 w 11"/>
                  <a:gd name="T3" fmla="*/ 12 h 14"/>
                  <a:gd name="T4" fmla="*/ 3 w 11"/>
                  <a:gd name="T5" fmla="*/ 13 h 14"/>
                  <a:gd name="T6" fmla="*/ 10 w 11"/>
                  <a:gd name="T7" fmla="*/ 3 h 14"/>
                  <a:gd name="T8" fmla="*/ 8 w 11"/>
                  <a:gd name="T9" fmla="*/ 1 h 14"/>
                </a:gdLst>
                <a:ahLst/>
                <a:cxnLst>
                  <a:cxn ang="0">
                    <a:pos x="T0" y="T1"/>
                  </a:cxn>
                  <a:cxn ang="0">
                    <a:pos x="T2" y="T3"/>
                  </a:cxn>
                  <a:cxn ang="0">
                    <a:pos x="T4" y="T5"/>
                  </a:cxn>
                  <a:cxn ang="0">
                    <a:pos x="T6" y="T7"/>
                  </a:cxn>
                  <a:cxn ang="0">
                    <a:pos x="T8" y="T9"/>
                  </a:cxn>
                </a:cxnLst>
                <a:rect l="0" t="0" r="r" b="b"/>
                <a:pathLst>
                  <a:path w="11" h="14">
                    <a:moveTo>
                      <a:pt x="8" y="1"/>
                    </a:moveTo>
                    <a:cubicBezTo>
                      <a:pt x="4" y="4"/>
                      <a:pt x="1" y="7"/>
                      <a:pt x="0" y="12"/>
                    </a:cubicBezTo>
                    <a:cubicBezTo>
                      <a:pt x="0" y="13"/>
                      <a:pt x="2" y="14"/>
                      <a:pt x="3" y="13"/>
                    </a:cubicBezTo>
                    <a:cubicBezTo>
                      <a:pt x="5" y="9"/>
                      <a:pt x="7" y="6"/>
                      <a:pt x="10" y="3"/>
                    </a:cubicBezTo>
                    <a:cubicBezTo>
                      <a:pt x="11" y="2"/>
                      <a:pt x="9" y="0"/>
                      <a:pt x="8"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3" name="Freeform 440">
                <a:extLst>
                  <a:ext uri="{FF2B5EF4-FFF2-40B4-BE49-F238E27FC236}">
                    <a16:creationId xmlns:a16="http://schemas.microsoft.com/office/drawing/2014/main" id="{9EC8B82A-C793-393B-4DBB-25ACD6EBD303}"/>
                  </a:ext>
                </a:extLst>
              </p:cNvPr>
              <p:cNvSpPr/>
              <p:nvPr/>
            </p:nvSpPr>
            <p:spPr bwMode="auto">
              <a:xfrm>
                <a:off x="2065" y="1614"/>
                <a:ext cx="20" cy="23"/>
              </a:xfrm>
              <a:custGeom>
                <a:avLst/>
                <a:gdLst>
                  <a:gd name="T0" fmla="*/ 7 w 11"/>
                  <a:gd name="T1" fmla="*/ 1 h 13"/>
                  <a:gd name="T2" fmla="*/ 1 w 11"/>
                  <a:gd name="T3" fmla="*/ 11 h 13"/>
                  <a:gd name="T4" fmla="*/ 4 w 11"/>
                  <a:gd name="T5" fmla="*/ 11 h 13"/>
                  <a:gd name="T6" fmla="*/ 9 w 11"/>
                  <a:gd name="T7" fmla="*/ 4 h 13"/>
                  <a:gd name="T8" fmla="*/ 7 w 11"/>
                  <a:gd name="T9" fmla="*/ 1 h 13"/>
                </a:gdLst>
                <a:ahLst/>
                <a:cxnLst>
                  <a:cxn ang="0">
                    <a:pos x="T0" y="T1"/>
                  </a:cxn>
                  <a:cxn ang="0">
                    <a:pos x="T2" y="T3"/>
                  </a:cxn>
                  <a:cxn ang="0">
                    <a:pos x="T4" y="T5"/>
                  </a:cxn>
                  <a:cxn ang="0">
                    <a:pos x="T6" y="T7"/>
                  </a:cxn>
                  <a:cxn ang="0">
                    <a:pos x="T8" y="T9"/>
                  </a:cxn>
                </a:cxnLst>
                <a:rect l="0" t="0" r="r" b="b"/>
                <a:pathLst>
                  <a:path w="11" h="13">
                    <a:moveTo>
                      <a:pt x="7" y="1"/>
                    </a:moveTo>
                    <a:cubicBezTo>
                      <a:pt x="3" y="3"/>
                      <a:pt x="0" y="7"/>
                      <a:pt x="1" y="11"/>
                    </a:cubicBezTo>
                    <a:cubicBezTo>
                      <a:pt x="1" y="13"/>
                      <a:pt x="3" y="13"/>
                      <a:pt x="4" y="11"/>
                    </a:cubicBezTo>
                    <a:cubicBezTo>
                      <a:pt x="5" y="8"/>
                      <a:pt x="6" y="6"/>
                      <a:pt x="9" y="4"/>
                    </a:cubicBezTo>
                    <a:cubicBezTo>
                      <a:pt x="11" y="3"/>
                      <a:pt x="9" y="0"/>
                      <a:pt x="7"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4" name="Freeform 441">
                <a:extLst>
                  <a:ext uri="{FF2B5EF4-FFF2-40B4-BE49-F238E27FC236}">
                    <a16:creationId xmlns:a16="http://schemas.microsoft.com/office/drawing/2014/main" id="{15FAAF5E-F608-6A87-734D-2B8362A774E6}"/>
                  </a:ext>
                </a:extLst>
              </p:cNvPr>
              <p:cNvSpPr/>
              <p:nvPr/>
            </p:nvSpPr>
            <p:spPr bwMode="auto">
              <a:xfrm>
                <a:off x="2143" y="2024"/>
                <a:ext cx="42" cy="97"/>
              </a:xfrm>
              <a:custGeom>
                <a:avLst/>
                <a:gdLst>
                  <a:gd name="T0" fmla="*/ 4 w 24"/>
                  <a:gd name="T1" fmla="*/ 53 h 55"/>
                  <a:gd name="T2" fmla="*/ 23 w 24"/>
                  <a:gd name="T3" fmla="*/ 3 h 55"/>
                  <a:gd name="T4" fmla="*/ 20 w 24"/>
                  <a:gd name="T5" fmla="*/ 2 h 55"/>
                  <a:gd name="T6" fmla="*/ 0 w 24"/>
                  <a:gd name="T7" fmla="*/ 52 h 55"/>
                  <a:gd name="T8" fmla="*/ 4 w 24"/>
                  <a:gd name="T9" fmla="*/ 53 h 55"/>
                </a:gdLst>
                <a:ahLst/>
                <a:cxnLst>
                  <a:cxn ang="0">
                    <a:pos x="T0" y="T1"/>
                  </a:cxn>
                  <a:cxn ang="0">
                    <a:pos x="T2" y="T3"/>
                  </a:cxn>
                  <a:cxn ang="0">
                    <a:pos x="T4" y="T5"/>
                  </a:cxn>
                  <a:cxn ang="0">
                    <a:pos x="T6" y="T7"/>
                  </a:cxn>
                  <a:cxn ang="0">
                    <a:pos x="T8" y="T9"/>
                  </a:cxn>
                </a:cxnLst>
                <a:rect l="0" t="0" r="r" b="b"/>
                <a:pathLst>
                  <a:path w="24" h="55">
                    <a:moveTo>
                      <a:pt x="4" y="53"/>
                    </a:moveTo>
                    <a:cubicBezTo>
                      <a:pt x="7" y="35"/>
                      <a:pt x="14" y="19"/>
                      <a:pt x="23" y="3"/>
                    </a:cubicBezTo>
                    <a:cubicBezTo>
                      <a:pt x="24" y="1"/>
                      <a:pt x="22" y="0"/>
                      <a:pt x="20" y="2"/>
                    </a:cubicBezTo>
                    <a:cubicBezTo>
                      <a:pt x="9" y="16"/>
                      <a:pt x="2" y="34"/>
                      <a:pt x="0" y="52"/>
                    </a:cubicBezTo>
                    <a:cubicBezTo>
                      <a:pt x="0" y="54"/>
                      <a:pt x="3" y="55"/>
                      <a:pt x="4" y="5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5" name="Freeform 442">
                <a:extLst>
                  <a:ext uri="{FF2B5EF4-FFF2-40B4-BE49-F238E27FC236}">
                    <a16:creationId xmlns:a16="http://schemas.microsoft.com/office/drawing/2014/main" id="{39FB2223-FD63-DDB5-6351-92D94C638B3B}"/>
                  </a:ext>
                </a:extLst>
              </p:cNvPr>
              <p:cNvSpPr/>
              <p:nvPr/>
            </p:nvSpPr>
            <p:spPr bwMode="auto">
              <a:xfrm>
                <a:off x="2118" y="2031"/>
                <a:ext cx="23" cy="55"/>
              </a:xfrm>
              <a:custGeom>
                <a:avLst/>
                <a:gdLst>
                  <a:gd name="T0" fmla="*/ 3 w 13"/>
                  <a:gd name="T1" fmla="*/ 29 h 31"/>
                  <a:gd name="T2" fmla="*/ 12 w 13"/>
                  <a:gd name="T3" fmla="*/ 2 h 31"/>
                  <a:gd name="T4" fmla="*/ 10 w 13"/>
                  <a:gd name="T5" fmla="*/ 1 h 31"/>
                  <a:gd name="T6" fmla="*/ 0 w 13"/>
                  <a:gd name="T7" fmla="*/ 28 h 31"/>
                  <a:gd name="T8" fmla="*/ 3 w 13"/>
                  <a:gd name="T9" fmla="*/ 29 h 31"/>
                </a:gdLst>
                <a:ahLst/>
                <a:cxnLst>
                  <a:cxn ang="0">
                    <a:pos x="T0" y="T1"/>
                  </a:cxn>
                  <a:cxn ang="0">
                    <a:pos x="T2" y="T3"/>
                  </a:cxn>
                  <a:cxn ang="0">
                    <a:pos x="T4" y="T5"/>
                  </a:cxn>
                  <a:cxn ang="0">
                    <a:pos x="T6" y="T7"/>
                  </a:cxn>
                  <a:cxn ang="0">
                    <a:pos x="T8" y="T9"/>
                  </a:cxn>
                </a:cxnLst>
                <a:rect l="0" t="0" r="r" b="b"/>
                <a:pathLst>
                  <a:path w="13" h="31">
                    <a:moveTo>
                      <a:pt x="3" y="29"/>
                    </a:moveTo>
                    <a:cubicBezTo>
                      <a:pt x="6" y="20"/>
                      <a:pt x="9" y="11"/>
                      <a:pt x="12" y="2"/>
                    </a:cubicBezTo>
                    <a:cubicBezTo>
                      <a:pt x="13" y="0"/>
                      <a:pt x="11" y="0"/>
                      <a:pt x="10" y="1"/>
                    </a:cubicBezTo>
                    <a:cubicBezTo>
                      <a:pt x="4" y="8"/>
                      <a:pt x="1" y="19"/>
                      <a:pt x="0" y="28"/>
                    </a:cubicBezTo>
                    <a:cubicBezTo>
                      <a:pt x="0" y="30"/>
                      <a:pt x="3" y="31"/>
                      <a:pt x="3"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6" name="Freeform 443">
                <a:extLst>
                  <a:ext uri="{FF2B5EF4-FFF2-40B4-BE49-F238E27FC236}">
                    <a16:creationId xmlns:a16="http://schemas.microsoft.com/office/drawing/2014/main" id="{FE36B4E4-C696-AA99-4C01-BDA7409965BD}"/>
                  </a:ext>
                </a:extLst>
              </p:cNvPr>
              <p:cNvSpPr/>
              <p:nvPr/>
            </p:nvSpPr>
            <p:spPr bwMode="auto">
              <a:xfrm>
                <a:off x="2092" y="2017"/>
                <a:ext cx="14" cy="41"/>
              </a:xfrm>
              <a:custGeom>
                <a:avLst/>
                <a:gdLst>
                  <a:gd name="T0" fmla="*/ 6 w 8"/>
                  <a:gd name="T1" fmla="*/ 20 h 23"/>
                  <a:gd name="T2" fmla="*/ 7 w 8"/>
                  <a:gd name="T3" fmla="*/ 3 h 23"/>
                  <a:gd name="T4" fmla="*/ 5 w 8"/>
                  <a:gd name="T5" fmla="*/ 1 h 23"/>
                  <a:gd name="T6" fmla="*/ 3 w 8"/>
                  <a:gd name="T7" fmla="*/ 22 h 23"/>
                  <a:gd name="T8" fmla="*/ 6 w 8"/>
                  <a:gd name="T9" fmla="*/ 20 h 23"/>
                </a:gdLst>
                <a:ahLst/>
                <a:cxnLst>
                  <a:cxn ang="0">
                    <a:pos x="T0" y="T1"/>
                  </a:cxn>
                  <a:cxn ang="0">
                    <a:pos x="T2" y="T3"/>
                  </a:cxn>
                  <a:cxn ang="0">
                    <a:pos x="T4" y="T5"/>
                  </a:cxn>
                  <a:cxn ang="0">
                    <a:pos x="T6" y="T7"/>
                  </a:cxn>
                  <a:cxn ang="0">
                    <a:pos x="T8" y="T9"/>
                  </a:cxn>
                </a:cxnLst>
                <a:rect l="0" t="0" r="r" b="b"/>
                <a:pathLst>
                  <a:path w="8" h="23">
                    <a:moveTo>
                      <a:pt x="6" y="20"/>
                    </a:moveTo>
                    <a:cubicBezTo>
                      <a:pt x="4" y="14"/>
                      <a:pt x="5" y="9"/>
                      <a:pt x="7" y="3"/>
                    </a:cubicBezTo>
                    <a:cubicBezTo>
                      <a:pt x="8" y="1"/>
                      <a:pt x="5" y="0"/>
                      <a:pt x="5" y="1"/>
                    </a:cubicBezTo>
                    <a:cubicBezTo>
                      <a:pt x="0" y="7"/>
                      <a:pt x="0" y="15"/>
                      <a:pt x="3" y="22"/>
                    </a:cubicBezTo>
                    <a:cubicBezTo>
                      <a:pt x="4" y="23"/>
                      <a:pt x="7" y="22"/>
                      <a:pt x="6"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7" name="Freeform 444">
                <a:extLst>
                  <a:ext uri="{FF2B5EF4-FFF2-40B4-BE49-F238E27FC236}">
                    <a16:creationId xmlns:a16="http://schemas.microsoft.com/office/drawing/2014/main" id="{2F0CD760-513D-301D-1DE5-E2F12DA17934}"/>
                  </a:ext>
                </a:extLst>
              </p:cNvPr>
              <p:cNvSpPr/>
              <p:nvPr/>
            </p:nvSpPr>
            <p:spPr bwMode="auto">
              <a:xfrm>
                <a:off x="2072" y="1980"/>
                <a:ext cx="16" cy="46"/>
              </a:xfrm>
              <a:custGeom>
                <a:avLst/>
                <a:gdLst>
                  <a:gd name="T0" fmla="*/ 4 w 9"/>
                  <a:gd name="T1" fmla="*/ 24 h 26"/>
                  <a:gd name="T2" fmla="*/ 8 w 9"/>
                  <a:gd name="T3" fmla="*/ 3 h 26"/>
                  <a:gd name="T4" fmla="*/ 6 w 9"/>
                  <a:gd name="T5" fmla="*/ 2 h 26"/>
                  <a:gd name="T6" fmla="*/ 0 w 9"/>
                  <a:gd name="T7" fmla="*/ 23 h 26"/>
                  <a:gd name="T8" fmla="*/ 4 w 9"/>
                  <a:gd name="T9" fmla="*/ 24 h 26"/>
                </a:gdLst>
                <a:ahLst/>
                <a:cxnLst>
                  <a:cxn ang="0">
                    <a:pos x="T0" y="T1"/>
                  </a:cxn>
                  <a:cxn ang="0">
                    <a:pos x="T2" y="T3"/>
                  </a:cxn>
                  <a:cxn ang="0">
                    <a:pos x="T4" y="T5"/>
                  </a:cxn>
                  <a:cxn ang="0">
                    <a:pos x="T6" y="T7"/>
                  </a:cxn>
                  <a:cxn ang="0">
                    <a:pos x="T8" y="T9"/>
                  </a:cxn>
                </a:cxnLst>
                <a:rect l="0" t="0" r="r" b="b"/>
                <a:pathLst>
                  <a:path w="9" h="26">
                    <a:moveTo>
                      <a:pt x="4" y="24"/>
                    </a:moveTo>
                    <a:cubicBezTo>
                      <a:pt x="5" y="17"/>
                      <a:pt x="6" y="10"/>
                      <a:pt x="8" y="3"/>
                    </a:cubicBezTo>
                    <a:cubicBezTo>
                      <a:pt x="9" y="1"/>
                      <a:pt x="7" y="0"/>
                      <a:pt x="6" y="2"/>
                    </a:cubicBezTo>
                    <a:cubicBezTo>
                      <a:pt x="2" y="8"/>
                      <a:pt x="0" y="16"/>
                      <a:pt x="0" y="23"/>
                    </a:cubicBezTo>
                    <a:cubicBezTo>
                      <a:pt x="0" y="25"/>
                      <a:pt x="3" y="26"/>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8" name="Freeform 445">
                <a:extLst>
                  <a:ext uri="{FF2B5EF4-FFF2-40B4-BE49-F238E27FC236}">
                    <a16:creationId xmlns:a16="http://schemas.microsoft.com/office/drawing/2014/main" id="{F852CD29-FBBB-B74F-77FF-CE81751577F5}"/>
                  </a:ext>
                </a:extLst>
              </p:cNvPr>
              <p:cNvSpPr/>
              <p:nvPr/>
            </p:nvSpPr>
            <p:spPr bwMode="auto">
              <a:xfrm>
                <a:off x="2048" y="1945"/>
                <a:ext cx="17" cy="40"/>
              </a:xfrm>
              <a:custGeom>
                <a:avLst/>
                <a:gdLst>
                  <a:gd name="T0" fmla="*/ 4 w 10"/>
                  <a:gd name="T1" fmla="*/ 21 h 23"/>
                  <a:gd name="T2" fmla="*/ 9 w 10"/>
                  <a:gd name="T3" fmla="*/ 3 h 23"/>
                  <a:gd name="T4" fmla="*/ 7 w 10"/>
                  <a:gd name="T5" fmla="*/ 1 h 23"/>
                  <a:gd name="T6" fmla="*/ 0 w 10"/>
                  <a:gd name="T7" fmla="*/ 21 h 23"/>
                  <a:gd name="T8" fmla="*/ 4 w 10"/>
                  <a:gd name="T9" fmla="*/ 21 h 23"/>
                </a:gdLst>
                <a:ahLst/>
                <a:cxnLst>
                  <a:cxn ang="0">
                    <a:pos x="T0" y="T1"/>
                  </a:cxn>
                  <a:cxn ang="0">
                    <a:pos x="T2" y="T3"/>
                  </a:cxn>
                  <a:cxn ang="0">
                    <a:pos x="T4" y="T5"/>
                  </a:cxn>
                  <a:cxn ang="0">
                    <a:pos x="T6" y="T7"/>
                  </a:cxn>
                  <a:cxn ang="0">
                    <a:pos x="T8" y="T9"/>
                  </a:cxn>
                </a:cxnLst>
                <a:rect l="0" t="0" r="r" b="b"/>
                <a:pathLst>
                  <a:path w="10" h="23">
                    <a:moveTo>
                      <a:pt x="4" y="21"/>
                    </a:moveTo>
                    <a:cubicBezTo>
                      <a:pt x="5" y="15"/>
                      <a:pt x="7" y="9"/>
                      <a:pt x="9" y="3"/>
                    </a:cubicBezTo>
                    <a:cubicBezTo>
                      <a:pt x="10" y="1"/>
                      <a:pt x="8" y="0"/>
                      <a:pt x="7" y="1"/>
                    </a:cubicBezTo>
                    <a:cubicBezTo>
                      <a:pt x="3" y="7"/>
                      <a:pt x="1" y="14"/>
                      <a:pt x="0" y="21"/>
                    </a:cubicBezTo>
                    <a:cubicBezTo>
                      <a:pt x="0" y="23"/>
                      <a:pt x="3" y="23"/>
                      <a:pt x="4"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9" name="Freeform 446">
                <a:extLst>
                  <a:ext uri="{FF2B5EF4-FFF2-40B4-BE49-F238E27FC236}">
                    <a16:creationId xmlns:a16="http://schemas.microsoft.com/office/drawing/2014/main" id="{1C746491-BFE5-233C-8FE7-5B3BFF828A60}"/>
                  </a:ext>
                </a:extLst>
              </p:cNvPr>
              <p:cNvSpPr/>
              <p:nvPr/>
            </p:nvSpPr>
            <p:spPr bwMode="auto">
              <a:xfrm>
                <a:off x="2032" y="1903"/>
                <a:ext cx="21" cy="35"/>
              </a:xfrm>
              <a:custGeom>
                <a:avLst/>
                <a:gdLst>
                  <a:gd name="T0" fmla="*/ 4 w 12"/>
                  <a:gd name="T1" fmla="*/ 18 h 20"/>
                  <a:gd name="T2" fmla="*/ 11 w 12"/>
                  <a:gd name="T3" fmla="*/ 3 h 20"/>
                  <a:gd name="T4" fmla="*/ 9 w 12"/>
                  <a:gd name="T5" fmla="*/ 1 h 20"/>
                  <a:gd name="T6" fmla="*/ 1 w 12"/>
                  <a:gd name="T7" fmla="*/ 17 h 20"/>
                  <a:gd name="T8" fmla="*/ 4 w 12"/>
                  <a:gd name="T9" fmla="*/ 18 h 20"/>
                </a:gdLst>
                <a:ahLst/>
                <a:cxnLst>
                  <a:cxn ang="0">
                    <a:pos x="T0" y="T1"/>
                  </a:cxn>
                  <a:cxn ang="0">
                    <a:pos x="T2" y="T3"/>
                  </a:cxn>
                  <a:cxn ang="0">
                    <a:pos x="T4" y="T5"/>
                  </a:cxn>
                  <a:cxn ang="0">
                    <a:pos x="T6" y="T7"/>
                  </a:cxn>
                  <a:cxn ang="0">
                    <a:pos x="T8" y="T9"/>
                  </a:cxn>
                </a:cxnLst>
                <a:rect l="0" t="0" r="r" b="b"/>
                <a:pathLst>
                  <a:path w="12" h="20">
                    <a:moveTo>
                      <a:pt x="4" y="18"/>
                    </a:moveTo>
                    <a:cubicBezTo>
                      <a:pt x="6" y="13"/>
                      <a:pt x="8" y="8"/>
                      <a:pt x="11" y="3"/>
                    </a:cubicBezTo>
                    <a:cubicBezTo>
                      <a:pt x="12" y="1"/>
                      <a:pt x="10" y="0"/>
                      <a:pt x="9" y="1"/>
                    </a:cubicBezTo>
                    <a:cubicBezTo>
                      <a:pt x="5" y="6"/>
                      <a:pt x="2" y="11"/>
                      <a:pt x="1" y="17"/>
                    </a:cubicBezTo>
                    <a:cubicBezTo>
                      <a:pt x="0" y="19"/>
                      <a:pt x="4" y="20"/>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0" name="Freeform 447">
                <a:extLst>
                  <a:ext uri="{FF2B5EF4-FFF2-40B4-BE49-F238E27FC236}">
                    <a16:creationId xmlns:a16="http://schemas.microsoft.com/office/drawing/2014/main" id="{205CAD3A-F343-4C24-EB07-2DA325EAD851}"/>
                  </a:ext>
                </a:extLst>
              </p:cNvPr>
              <p:cNvSpPr/>
              <p:nvPr/>
            </p:nvSpPr>
            <p:spPr bwMode="auto">
              <a:xfrm>
                <a:off x="2162" y="2100"/>
                <a:ext cx="28" cy="70"/>
              </a:xfrm>
              <a:custGeom>
                <a:avLst/>
                <a:gdLst>
                  <a:gd name="T0" fmla="*/ 3 w 16"/>
                  <a:gd name="T1" fmla="*/ 38 h 40"/>
                  <a:gd name="T2" fmla="*/ 15 w 16"/>
                  <a:gd name="T3" fmla="*/ 3 h 40"/>
                  <a:gd name="T4" fmla="*/ 12 w 16"/>
                  <a:gd name="T5" fmla="*/ 1 h 40"/>
                  <a:gd name="T6" fmla="*/ 0 w 16"/>
                  <a:gd name="T7" fmla="*/ 38 h 40"/>
                  <a:gd name="T8" fmla="*/ 3 w 16"/>
                  <a:gd name="T9" fmla="*/ 38 h 40"/>
                </a:gdLst>
                <a:ahLst/>
                <a:cxnLst>
                  <a:cxn ang="0">
                    <a:pos x="T0" y="T1"/>
                  </a:cxn>
                  <a:cxn ang="0">
                    <a:pos x="T2" y="T3"/>
                  </a:cxn>
                  <a:cxn ang="0">
                    <a:pos x="T4" y="T5"/>
                  </a:cxn>
                  <a:cxn ang="0">
                    <a:pos x="T6" y="T7"/>
                  </a:cxn>
                  <a:cxn ang="0">
                    <a:pos x="T8" y="T9"/>
                  </a:cxn>
                </a:cxnLst>
                <a:rect l="0" t="0" r="r" b="b"/>
                <a:pathLst>
                  <a:path w="16" h="40">
                    <a:moveTo>
                      <a:pt x="3" y="38"/>
                    </a:moveTo>
                    <a:cubicBezTo>
                      <a:pt x="5" y="25"/>
                      <a:pt x="9" y="14"/>
                      <a:pt x="15" y="3"/>
                    </a:cubicBezTo>
                    <a:cubicBezTo>
                      <a:pt x="16" y="1"/>
                      <a:pt x="13" y="0"/>
                      <a:pt x="12" y="1"/>
                    </a:cubicBezTo>
                    <a:cubicBezTo>
                      <a:pt x="5" y="12"/>
                      <a:pt x="1" y="25"/>
                      <a:pt x="0" y="38"/>
                    </a:cubicBezTo>
                    <a:cubicBezTo>
                      <a:pt x="0" y="40"/>
                      <a:pt x="3" y="40"/>
                      <a:pt x="3" y="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1" name="Freeform 448">
                <a:extLst>
                  <a:ext uri="{FF2B5EF4-FFF2-40B4-BE49-F238E27FC236}">
                    <a16:creationId xmlns:a16="http://schemas.microsoft.com/office/drawing/2014/main" id="{0A330909-1F9C-0F3B-C8A5-159323B8F625}"/>
                  </a:ext>
                </a:extLst>
              </p:cNvPr>
              <p:cNvSpPr/>
              <p:nvPr/>
            </p:nvSpPr>
            <p:spPr bwMode="auto">
              <a:xfrm>
                <a:off x="2173" y="2170"/>
                <a:ext cx="19" cy="60"/>
              </a:xfrm>
              <a:custGeom>
                <a:avLst/>
                <a:gdLst>
                  <a:gd name="T0" fmla="*/ 6 w 11"/>
                  <a:gd name="T1" fmla="*/ 32 h 34"/>
                  <a:gd name="T2" fmla="*/ 11 w 11"/>
                  <a:gd name="T3" fmla="*/ 3 h 34"/>
                  <a:gd name="T4" fmla="*/ 8 w 11"/>
                  <a:gd name="T5" fmla="*/ 1 h 34"/>
                  <a:gd name="T6" fmla="*/ 2 w 11"/>
                  <a:gd name="T7" fmla="*/ 32 h 34"/>
                  <a:gd name="T8" fmla="*/ 6 w 11"/>
                  <a:gd name="T9" fmla="*/ 32 h 34"/>
                </a:gdLst>
                <a:ahLst/>
                <a:cxnLst>
                  <a:cxn ang="0">
                    <a:pos x="T0" y="T1"/>
                  </a:cxn>
                  <a:cxn ang="0">
                    <a:pos x="T2" y="T3"/>
                  </a:cxn>
                  <a:cxn ang="0">
                    <a:pos x="T4" y="T5"/>
                  </a:cxn>
                  <a:cxn ang="0">
                    <a:pos x="T6" y="T7"/>
                  </a:cxn>
                  <a:cxn ang="0">
                    <a:pos x="T8" y="T9"/>
                  </a:cxn>
                </a:cxnLst>
                <a:rect l="0" t="0" r="r" b="b"/>
                <a:pathLst>
                  <a:path w="11" h="34">
                    <a:moveTo>
                      <a:pt x="6" y="32"/>
                    </a:moveTo>
                    <a:cubicBezTo>
                      <a:pt x="4" y="22"/>
                      <a:pt x="6" y="12"/>
                      <a:pt x="11" y="3"/>
                    </a:cubicBezTo>
                    <a:cubicBezTo>
                      <a:pt x="11" y="1"/>
                      <a:pt x="9" y="0"/>
                      <a:pt x="8" y="1"/>
                    </a:cubicBezTo>
                    <a:cubicBezTo>
                      <a:pt x="2" y="11"/>
                      <a:pt x="0" y="22"/>
                      <a:pt x="2" y="32"/>
                    </a:cubicBezTo>
                    <a:cubicBezTo>
                      <a:pt x="3" y="34"/>
                      <a:pt x="6" y="34"/>
                      <a:pt x="6"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2" name="Freeform 449">
                <a:extLst>
                  <a:ext uri="{FF2B5EF4-FFF2-40B4-BE49-F238E27FC236}">
                    <a16:creationId xmlns:a16="http://schemas.microsoft.com/office/drawing/2014/main" id="{6A885F73-71DF-FDBF-85FA-4081EAF986D7}"/>
                  </a:ext>
                </a:extLst>
              </p:cNvPr>
              <p:cNvSpPr/>
              <p:nvPr/>
            </p:nvSpPr>
            <p:spPr bwMode="auto">
              <a:xfrm>
                <a:off x="2185" y="2226"/>
                <a:ext cx="18" cy="43"/>
              </a:xfrm>
              <a:custGeom>
                <a:avLst/>
                <a:gdLst>
                  <a:gd name="T0" fmla="*/ 4 w 10"/>
                  <a:gd name="T1" fmla="*/ 22 h 24"/>
                  <a:gd name="T2" fmla="*/ 9 w 10"/>
                  <a:gd name="T3" fmla="*/ 3 h 24"/>
                  <a:gd name="T4" fmla="*/ 7 w 10"/>
                  <a:gd name="T5" fmla="*/ 2 h 24"/>
                  <a:gd name="T6" fmla="*/ 0 w 10"/>
                  <a:gd name="T7" fmla="*/ 21 h 24"/>
                  <a:gd name="T8" fmla="*/ 4 w 10"/>
                  <a:gd name="T9" fmla="*/ 22 h 24"/>
                </a:gdLst>
                <a:ahLst/>
                <a:cxnLst>
                  <a:cxn ang="0">
                    <a:pos x="T0" y="T1"/>
                  </a:cxn>
                  <a:cxn ang="0">
                    <a:pos x="T2" y="T3"/>
                  </a:cxn>
                  <a:cxn ang="0">
                    <a:pos x="T4" y="T5"/>
                  </a:cxn>
                  <a:cxn ang="0">
                    <a:pos x="T6" y="T7"/>
                  </a:cxn>
                  <a:cxn ang="0">
                    <a:pos x="T8" y="T9"/>
                  </a:cxn>
                </a:cxnLst>
                <a:rect l="0" t="0" r="r" b="b"/>
                <a:pathLst>
                  <a:path w="10" h="24">
                    <a:moveTo>
                      <a:pt x="4" y="22"/>
                    </a:moveTo>
                    <a:cubicBezTo>
                      <a:pt x="6" y="16"/>
                      <a:pt x="8" y="9"/>
                      <a:pt x="9" y="3"/>
                    </a:cubicBezTo>
                    <a:cubicBezTo>
                      <a:pt x="10" y="2"/>
                      <a:pt x="7" y="0"/>
                      <a:pt x="7" y="2"/>
                    </a:cubicBezTo>
                    <a:cubicBezTo>
                      <a:pt x="4" y="8"/>
                      <a:pt x="2" y="14"/>
                      <a:pt x="0" y="21"/>
                    </a:cubicBezTo>
                    <a:cubicBezTo>
                      <a:pt x="0" y="23"/>
                      <a:pt x="3" y="24"/>
                      <a:pt x="4"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3" name="Freeform 450">
                <a:extLst>
                  <a:ext uri="{FF2B5EF4-FFF2-40B4-BE49-F238E27FC236}">
                    <a16:creationId xmlns:a16="http://schemas.microsoft.com/office/drawing/2014/main" id="{F8051B72-7C76-4FE2-AB40-7DDC294543C0}"/>
                  </a:ext>
                </a:extLst>
              </p:cNvPr>
              <p:cNvSpPr/>
              <p:nvPr/>
            </p:nvSpPr>
            <p:spPr bwMode="auto">
              <a:xfrm>
                <a:off x="3145" y="1790"/>
                <a:ext cx="12" cy="85"/>
              </a:xfrm>
              <a:custGeom>
                <a:avLst/>
                <a:gdLst>
                  <a:gd name="T0" fmla="*/ 7 w 7"/>
                  <a:gd name="T1" fmla="*/ 46 h 48"/>
                  <a:gd name="T2" fmla="*/ 6 w 7"/>
                  <a:gd name="T3" fmla="*/ 24 h 48"/>
                  <a:gd name="T4" fmla="*/ 6 w 7"/>
                  <a:gd name="T5" fmla="*/ 2 h 48"/>
                  <a:gd name="T6" fmla="*/ 3 w 7"/>
                  <a:gd name="T7" fmla="*/ 2 h 48"/>
                  <a:gd name="T8" fmla="*/ 5 w 7"/>
                  <a:gd name="T9" fmla="*/ 47 h 48"/>
                  <a:gd name="T10" fmla="*/ 7 w 7"/>
                  <a:gd name="T11" fmla="*/ 46 h 48"/>
                </a:gdLst>
                <a:ahLst/>
                <a:cxnLst>
                  <a:cxn ang="0">
                    <a:pos x="T0" y="T1"/>
                  </a:cxn>
                  <a:cxn ang="0">
                    <a:pos x="T2" y="T3"/>
                  </a:cxn>
                  <a:cxn ang="0">
                    <a:pos x="T4" y="T5"/>
                  </a:cxn>
                  <a:cxn ang="0">
                    <a:pos x="T6" y="T7"/>
                  </a:cxn>
                  <a:cxn ang="0">
                    <a:pos x="T8" y="T9"/>
                  </a:cxn>
                  <a:cxn ang="0">
                    <a:pos x="T10" y="T11"/>
                  </a:cxn>
                </a:cxnLst>
                <a:rect l="0" t="0" r="r" b="b"/>
                <a:pathLst>
                  <a:path w="7" h="48">
                    <a:moveTo>
                      <a:pt x="7" y="46"/>
                    </a:moveTo>
                    <a:cubicBezTo>
                      <a:pt x="7" y="39"/>
                      <a:pt x="6" y="32"/>
                      <a:pt x="6" y="24"/>
                    </a:cubicBezTo>
                    <a:cubicBezTo>
                      <a:pt x="5" y="17"/>
                      <a:pt x="6" y="9"/>
                      <a:pt x="6" y="2"/>
                    </a:cubicBezTo>
                    <a:cubicBezTo>
                      <a:pt x="6" y="0"/>
                      <a:pt x="3" y="0"/>
                      <a:pt x="3" y="2"/>
                    </a:cubicBezTo>
                    <a:cubicBezTo>
                      <a:pt x="0" y="16"/>
                      <a:pt x="0" y="33"/>
                      <a:pt x="5" y="47"/>
                    </a:cubicBezTo>
                    <a:cubicBezTo>
                      <a:pt x="5" y="48"/>
                      <a:pt x="7" y="48"/>
                      <a:pt x="7" y="4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4" name="Freeform 451">
                <a:extLst>
                  <a:ext uri="{FF2B5EF4-FFF2-40B4-BE49-F238E27FC236}">
                    <a16:creationId xmlns:a16="http://schemas.microsoft.com/office/drawing/2014/main" id="{14B7DC06-EDD1-0ABA-7DD6-A24051D28101}"/>
                  </a:ext>
                </a:extLst>
              </p:cNvPr>
              <p:cNvSpPr/>
              <p:nvPr/>
            </p:nvSpPr>
            <p:spPr bwMode="auto">
              <a:xfrm>
                <a:off x="3117" y="1750"/>
                <a:ext cx="8" cy="77"/>
              </a:xfrm>
              <a:custGeom>
                <a:avLst/>
                <a:gdLst>
                  <a:gd name="T0" fmla="*/ 4 w 5"/>
                  <a:gd name="T1" fmla="*/ 42 h 44"/>
                  <a:gd name="T2" fmla="*/ 4 w 5"/>
                  <a:gd name="T3" fmla="*/ 2 h 44"/>
                  <a:gd name="T4" fmla="*/ 1 w 5"/>
                  <a:gd name="T5" fmla="*/ 2 h 44"/>
                  <a:gd name="T6" fmla="*/ 1 w 5"/>
                  <a:gd name="T7" fmla="*/ 42 h 44"/>
                  <a:gd name="T8" fmla="*/ 4 w 5"/>
                  <a:gd name="T9" fmla="*/ 42 h 44"/>
                </a:gdLst>
                <a:ahLst/>
                <a:cxnLst>
                  <a:cxn ang="0">
                    <a:pos x="T0" y="T1"/>
                  </a:cxn>
                  <a:cxn ang="0">
                    <a:pos x="T2" y="T3"/>
                  </a:cxn>
                  <a:cxn ang="0">
                    <a:pos x="T4" y="T5"/>
                  </a:cxn>
                  <a:cxn ang="0">
                    <a:pos x="T6" y="T7"/>
                  </a:cxn>
                  <a:cxn ang="0">
                    <a:pos x="T8" y="T9"/>
                  </a:cxn>
                </a:cxnLst>
                <a:rect l="0" t="0" r="r" b="b"/>
                <a:pathLst>
                  <a:path w="5" h="44">
                    <a:moveTo>
                      <a:pt x="4" y="42"/>
                    </a:moveTo>
                    <a:cubicBezTo>
                      <a:pt x="5" y="29"/>
                      <a:pt x="5" y="15"/>
                      <a:pt x="4" y="2"/>
                    </a:cubicBezTo>
                    <a:cubicBezTo>
                      <a:pt x="4" y="0"/>
                      <a:pt x="1" y="0"/>
                      <a:pt x="1" y="2"/>
                    </a:cubicBezTo>
                    <a:cubicBezTo>
                      <a:pt x="0" y="15"/>
                      <a:pt x="0" y="29"/>
                      <a:pt x="1" y="42"/>
                    </a:cubicBezTo>
                    <a:cubicBezTo>
                      <a:pt x="1" y="44"/>
                      <a:pt x="4" y="44"/>
                      <a:pt x="4" y="4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5" name="Freeform 452">
                <a:extLst>
                  <a:ext uri="{FF2B5EF4-FFF2-40B4-BE49-F238E27FC236}">
                    <a16:creationId xmlns:a16="http://schemas.microsoft.com/office/drawing/2014/main" id="{B739590B-3FE6-AB45-F420-240676406B15}"/>
                  </a:ext>
                </a:extLst>
              </p:cNvPr>
              <p:cNvSpPr/>
              <p:nvPr/>
            </p:nvSpPr>
            <p:spPr bwMode="auto">
              <a:xfrm>
                <a:off x="3083" y="1743"/>
                <a:ext cx="11" cy="51"/>
              </a:xfrm>
              <a:custGeom>
                <a:avLst/>
                <a:gdLst>
                  <a:gd name="T0" fmla="*/ 6 w 6"/>
                  <a:gd name="T1" fmla="*/ 26 h 29"/>
                  <a:gd name="T2" fmla="*/ 5 w 6"/>
                  <a:gd name="T3" fmla="*/ 2 h 29"/>
                  <a:gd name="T4" fmla="*/ 2 w 6"/>
                  <a:gd name="T5" fmla="*/ 2 h 29"/>
                  <a:gd name="T6" fmla="*/ 2 w 6"/>
                  <a:gd name="T7" fmla="*/ 27 h 29"/>
                  <a:gd name="T8" fmla="*/ 6 w 6"/>
                  <a:gd name="T9" fmla="*/ 26 h 29"/>
                </a:gdLst>
                <a:ahLst/>
                <a:cxnLst>
                  <a:cxn ang="0">
                    <a:pos x="T0" y="T1"/>
                  </a:cxn>
                  <a:cxn ang="0">
                    <a:pos x="T2" y="T3"/>
                  </a:cxn>
                  <a:cxn ang="0">
                    <a:pos x="T4" y="T5"/>
                  </a:cxn>
                  <a:cxn ang="0">
                    <a:pos x="T6" y="T7"/>
                  </a:cxn>
                  <a:cxn ang="0">
                    <a:pos x="T8" y="T9"/>
                  </a:cxn>
                </a:cxnLst>
                <a:rect l="0" t="0" r="r" b="b"/>
                <a:pathLst>
                  <a:path w="6" h="29">
                    <a:moveTo>
                      <a:pt x="6" y="26"/>
                    </a:moveTo>
                    <a:cubicBezTo>
                      <a:pt x="5" y="18"/>
                      <a:pt x="5" y="10"/>
                      <a:pt x="5" y="2"/>
                    </a:cubicBezTo>
                    <a:cubicBezTo>
                      <a:pt x="5" y="0"/>
                      <a:pt x="2" y="0"/>
                      <a:pt x="2" y="2"/>
                    </a:cubicBezTo>
                    <a:cubicBezTo>
                      <a:pt x="0" y="10"/>
                      <a:pt x="1" y="19"/>
                      <a:pt x="2" y="27"/>
                    </a:cubicBezTo>
                    <a:cubicBezTo>
                      <a:pt x="3" y="29"/>
                      <a:pt x="6" y="28"/>
                      <a:pt x="6"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6" name="Freeform 453">
                <a:extLst>
                  <a:ext uri="{FF2B5EF4-FFF2-40B4-BE49-F238E27FC236}">
                    <a16:creationId xmlns:a16="http://schemas.microsoft.com/office/drawing/2014/main" id="{22AC1952-26E4-A809-1AF9-CE3381C22D11}"/>
                  </a:ext>
                </a:extLst>
              </p:cNvPr>
              <p:cNvSpPr/>
              <p:nvPr/>
            </p:nvSpPr>
            <p:spPr bwMode="auto">
              <a:xfrm>
                <a:off x="3057" y="1697"/>
                <a:ext cx="9" cy="63"/>
              </a:xfrm>
              <a:custGeom>
                <a:avLst/>
                <a:gdLst>
                  <a:gd name="T0" fmla="*/ 5 w 5"/>
                  <a:gd name="T1" fmla="*/ 34 h 36"/>
                  <a:gd name="T2" fmla="*/ 4 w 5"/>
                  <a:gd name="T3" fmla="*/ 2 h 36"/>
                  <a:gd name="T4" fmla="*/ 1 w 5"/>
                  <a:gd name="T5" fmla="*/ 2 h 36"/>
                  <a:gd name="T6" fmla="*/ 1 w 5"/>
                  <a:gd name="T7" fmla="*/ 34 h 36"/>
                  <a:gd name="T8" fmla="*/ 5 w 5"/>
                  <a:gd name="T9" fmla="*/ 34 h 36"/>
                </a:gdLst>
                <a:ahLst/>
                <a:cxnLst>
                  <a:cxn ang="0">
                    <a:pos x="T0" y="T1"/>
                  </a:cxn>
                  <a:cxn ang="0">
                    <a:pos x="T2" y="T3"/>
                  </a:cxn>
                  <a:cxn ang="0">
                    <a:pos x="T4" y="T5"/>
                  </a:cxn>
                  <a:cxn ang="0">
                    <a:pos x="T6" y="T7"/>
                  </a:cxn>
                  <a:cxn ang="0">
                    <a:pos x="T8" y="T9"/>
                  </a:cxn>
                </a:cxnLst>
                <a:rect l="0" t="0" r="r" b="b"/>
                <a:pathLst>
                  <a:path w="5" h="36">
                    <a:moveTo>
                      <a:pt x="5" y="34"/>
                    </a:moveTo>
                    <a:cubicBezTo>
                      <a:pt x="4" y="23"/>
                      <a:pt x="5" y="13"/>
                      <a:pt x="4" y="2"/>
                    </a:cubicBezTo>
                    <a:cubicBezTo>
                      <a:pt x="4" y="1"/>
                      <a:pt x="1" y="0"/>
                      <a:pt x="1" y="2"/>
                    </a:cubicBezTo>
                    <a:cubicBezTo>
                      <a:pt x="0" y="13"/>
                      <a:pt x="0" y="24"/>
                      <a:pt x="1" y="34"/>
                    </a:cubicBezTo>
                    <a:cubicBezTo>
                      <a:pt x="2" y="36"/>
                      <a:pt x="5" y="36"/>
                      <a:pt x="5"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7" name="Freeform 454">
                <a:extLst>
                  <a:ext uri="{FF2B5EF4-FFF2-40B4-BE49-F238E27FC236}">
                    <a16:creationId xmlns:a16="http://schemas.microsoft.com/office/drawing/2014/main" id="{E74CE00A-0941-7ED5-2884-8B42170B67A2}"/>
                  </a:ext>
                </a:extLst>
              </p:cNvPr>
              <p:cNvSpPr/>
              <p:nvPr/>
            </p:nvSpPr>
            <p:spPr bwMode="auto">
              <a:xfrm>
                <a:off x="3247" y="1848"/>
                <a:ext cx="24" cy="72"/>
              </a:xfrm>
              <a:custGeom>
                <a:avLst/>
                <a:gdLst>
                  <a:gd name="T0" fmla="*/ 4 w 14"/>
                  <a:gd name="T1" fmla="*/ 40 h 41"/>
                  <a:gd name="T2" fmla="*/ 12 w 14"/>
                  <a:gd name="T3" fmla="*/ 2 h 41"/>
                  <a:gd name="T4" fmla="*/ 10 w 14"/>
                  <a:gd name="T5" fmla="*/ 2 h 41"/>
                  <a:gd name="T6" fmla="*/ 1 w 14"/>
                  <a:gd name="T7" fmla="*/ 38 h 41"/>
                  <a:gd name="T8" fmla="*/ 4 w 14"/>
                  <a:gd name="T9" fmla="*/ 40 h 41"/>
                </a:gdLst>
                <a:ahLst/>
                <a:cxnLst>
                  <a:cxn ang="0">
                    <a:pos x="T0" y="T1"/>
                  </a:cxn>
                  <a:cxn ang="0">
                    <a:pos x="T2" y="T3"/>
                  </a:cxn>
                  <a:cxn ang="0">
                    <a:pos x="T4" y="T5"/>
                  </a:cxn>
                  <a:cxn ang="0">
                    <a:pos x="T6" y="T7"/>
                  </a:cxn>
                  <a:cxn ang="0">
                    <a:pos x="T8" y="T9"/>
                  </a:cxn>
                </a:cxnLst>
                <a:rect l="0" t="0" r="r" b="b"/>
                <a:pathLst>
                  <a:path w="14" h="41">
                    <a:moveTo>
                      <a:pt x="4" y="40"/>
                    </a:moveTo>
                    <a:cubicBezTo>
                      <a:pt x="10" y="28"/>
                      <a:pt x="14" y="15"/>
                      <a:pt x="12" y="2"/>
                    </a:cubicBezTo>
                    <a:cubicBezTo>
                      <a:pt x="12" y="0"/>
                      <a:pt x="10" y="0"/>
                      <a:pt x="10" y="2"/>
                    </a:cubicBezTo>
                    <a:cubicBezTo>
                      <a:pt x="8" y="14"/>
                      <a:pt x="7" y="26"/>
                      <a:pt x="1" y="38"/>
                    </a:cubicBezTo>
                    <a:cubicBezTo>
                      <a:pt x="0" y="40"/>
                      <a:pt x="3" y="41"/>
                      <a:pt x="4" y="4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8" name="Freeform 455">
                <a:extLst>
                  <a:ext uri="{FF2B5EF4-FFF2-40B4-BE49-F238E27FC236}">
                    <a16:creationId xmlns:a16="http://schemas.microsoft.com/office/drawing/2014/main" id="{7B440764-A98C-612E-57DC-6C5AB985F6D1}"/>
                  </a:ext>
                </a:extLst>
              </p:cNvPr>
              <p:cNvSpPr/>
              <p:nvPr/>
            </p:nvSpPr>
            <p:spPr bwMode="auto">
              <a:xfrm>
                <a:off x="3292" y="1820"/>
                <a:ext cx="25" cy="83"/>
              </a:xfrm>
              <a:custGeom>
                <a:avLst/>
                <a:gdLst>
                  <a:gd name="T0" fmla="*/ 4 w 14"/>
                  <a:gd name="T1" fmla="*/ 46 h 47"/>
                  <a:gd name="T2" fmla="*/ 8 w 14"/>
                  <a:gd name="T3" fmla="*/ 1 h 47"/>
                  <a:gd name="T4" fmla="*/ 5 w 14"/>
                  <a:gd name="T5" fmla="*/ 2 h 47"/>
                  <a:gd name="T6" fmla="*/ 1 w 14"/>
                  <a:gd name="T7" fmla="*/ 44 h 47"/>
                  <a:gd name="T8" fmla="*/ 4 w 14"/>
                  <a:gd name="T9" fmla="*/ 46 h 47"/>
                </a:gdLst>
                <a:ahLst/>
                <a:cxnLst>
                  <a:cxn ang="0">
                    <a:pos x="T0" y="T1"/>
                  </a:cxn>
                  <a:cxn ang="0">
                    <a:pos x="T2" y="T3"/>
                  </a:cxn>
                  <a:cxn ang="0">
                    <a:pos x="T4" y="T5"/>
                  </a:cxn>
                  <a:cxn ang="0">
                    <a:pos x="T6" y="T7"/>
                  </a:cxn>
                  <a:cxn ang="0">
                    <a:pos x="T8" y="T9"/>
                  </a:cxn>
                </a:cxnLst>
                <a:rect l="0" t="0" r="r" b="b"/>
                <a:pathLst>
                  <a:path w="14" h="47">
                    <a:moveTo>
                      <a:pt x="4" y="46"/>
                    </a:moveTo>
                    <a:cubicBezTo>
                      <a:pt x="12" y="33"/>
                      <a:pt x="14" y="16"/>
                      <a:pt x="8" y="1"/>
                    </a:cubicBezTo>
                    <a:cubicBezTo>
                      <a:pt x="7" y="0"/>
                      <a:pt x="5" y="1"/>
                      <a:pt x="5" y="2"/>
                    </a:cubicBezTo>
                    <a:cubicBezTo>
                      <a:pt x="8" y="17"/>
                      <a:pt x="8" y="31"/>
                      <a:pt x="1" y="44"/>
                    </a:cubicBezTo>
                    <a:cubicBezTo>
                      <a:pt x="0" y="46"/>
                      <a:pt x="3" y="47"/>
                      <a:pt x="4" y="4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9" name="Freeform 456">
                <a:extLst>
                  <a:ext uri="{FF2B5EF4-FFF2-40B4-BE49-F238E27FC236}">
                    <a16:creationId xmlns:a16="http://schemas.microsoft.com/office/drawing/2014/main" id="{DF2DF545-8422-3DE9-A3AE-201F98E88C30}"/>
                  </a:ext>
                </a:extLst>
              </p:cNvPr>
              <p:cNvSpPr/>
              <p:nvPr/>
            </p:nvSpPr>
            <p:spPr bwMode="auto">
              <a:xfrm>
                <a:off x="3333" y="1797"/>
                <a:ext cx="26" cy="85"/>
              </a:xfrm>
              <a:custGeom>
                <a:avLst/>
                <a:gdLst>
                  <a:gd name="T0" fmla="*/ 4 w 15"/>
                  <a:gd name="T1" fmla="*/ 46 h 48"/>
                  <a:gd name="T2" fmla="*/ 12 w 15"/>
                  <a:gd name="T3" fmla="*/ 2 h 48"/>
                  <a:gd name="T4" fmla="*/ 9 w 15"/>
                  <a:gd name="T5" fmla="*/ 2 h 48"/>
                  <a:gd name="T6" fmla="*/ 1 w 15"/>
                  <a:gd name="T7" fmla="*/ 44 h 48"/>
                  <a:gd name="T8" fmla="*/ 4 w 15"/>
                  <a:gd name="T9" fmla="*/ 46 h 48"/>
                </a:gdLst>
                <a:ahLst/>
                <a:cxnLst>
                  <a:cxn ang="0">
                    <a:pos x="T0" y="T1"/>
                  </a:cxn>
                  <a:cxn ang="0">
                    <a:pos x="T2" y="T3"/>
                  </a:cxn>
                  <a:cxn ang="0">
                    <a:pos x="T4" y="T5"/>
                  </a:cxn>
                  <a:cxn ang="0">
                    <a:pos x="T6" y="T7"/>
                  </a:cxn>
                  <a:cxn ang="0">
                    <a:pos x="T8" y="T9"/>
                  </a:cxn>
                </a:cxnLst>
                <a:rect l="0" t="0" r="r" b="b"/>
                <a:pathLst>
                  <a:path w="15" h="48">
                    <a:moveTo>
                      <a:pt x="4" y="46"/>
                    </a:moveTo>
                    <a:cubicBezTo>
                      <a:pt x="11" y="33"/>
                      <a:pt x="15" y="17"/>
                      <a:pt x="12" y="2"/>
                    </a:cubicBezTo>
                    <a:cubicBezTo>
                      <a:pt x="11" y="0"/>
                      <a:pt x="9" y="1"/>
                      <a:pt x="9" y="2"/>
                    </a:cubicBezTo>
                    <a:cubicBezTo>
                      <a:pt x="8" y="17"/>
                      <a:pt x="7" y="31"/>
                      <a:pt x="1" y="44"/>
                    </a:cubicBezTo>
                    <a:cubicBezTo>
                      <a:pt x="0" y="46"/>
                      <a:pt x="3" y="48"/>
                      <a:pt x="4" y="4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0" name="Freeform 457">
                <a:extLst>
                  <a:ext uri="{FF2B5EF4-FFF2-40B4-BE49-F238E27FC236}">
                    <a16:creationId xmlns:a16="http://schemas.microsoft.com/office/drawing/2014/main" id="{D1795561-3B1B-8F22-24BF-35C83FA64AAD}"/>
                  </a:ext>
                </a:extLst>
              </p:cNvPr>
              <p:cNvSpPr/>
              <p:nvPr/>
            </p:nvSpPr>
            <p:spPr bwMode="auto">
              <a:xfrm>
                <a:off x="3386" y="1750"/>
                <a:ext cx="14" cy="93"/>
              </a:xfrm>
              <a:custGeom>
                <a:avLst/>
                <a:gdLst>
                  <a:gd name="T0" fmla="*/ 4 w 8"/>
                  <a:gd name="T1" fmla="*/ 51 h 53"/>
                  <a:gd name="T2" fmla="*/ 4 w 8"/>
                  <a:gd name="T3" fmla="*/ 2 h 53"/>
                  <a:gd name="T4" fmla="*/ 1 w 8"/>
                  <a:gd name="T5" fmla="*/ 2 h 53"/>
                  <a:gd name="T6" fmla="*/ 0 w 8"/>
                  <a:gd name="T7" fmla="*/ 50 h 53"/>
                  <a:gd name="T8" fmla="*/ 4 w 8"/>
                  <a:gd name="T9" fmla="*/ 51 h 53"/>
                </a:gdLst>
                <a:ahLst/>
                <a:cxnLst>
                  <a:cxn ang="0">
                    <a:pos x="T0" y="T1"/>
                  </a:cxn>
                  <a:cxn ang="0">
                    <a:pos x="T2" y="T3"/>
                  </a:cxn>
                  <a:cxn ang="0">
                    <a:pos x="T4" y="T5"/>
                  </a:cxn>
                  <a:cxn ang="0">
                    <a:pos x="T6" y="T7"/>
                  </a:cxn>
                  <a:cxn ang="0">
                    <a:pos x="T8" y="T9"/>
                  </a:cxn>
                </a:cxnLst>
                <a:rect l="0" t="0" r="r" b="b"/>
                <a:pathLst>
                  <a:path w="8" h="53">
                    <a:moveTo>
                      <a:pt x="4" y="51"/>
                    </a:moveTo>
                    <a:cubicBezTo>
                      <a:pt x="7" y="35"/>
                      <a:pt x="8" y="18"/>
                      <a:pt x="4" y="2"/>
                    </a:cubicBezTo>
                    <a:cubicBezTo>
                      <a:pt x="4" y="0"/>
                      <a:pt x="1" y="1"/>
                      <a:pt x="1" y="2"/>
                    </a:cubicBezTo>
                    <a:cubicBezTo>
                      <a:pt x="3" y="19"/>
                      <a:pt x="3" y="34"/>
                      <a:pt x="0" y="50"/>
                    </a:cubicBezTo>
                    <a:cubicBezTo>
                      <a:pt x="0" y="52"/>
                      <a:pt x="3" y="53"/>
                      <a:pt x="4" y="5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1" name="Freeform 458">
                <a:extLst>
                  <a:ext uri="{FF2B5EF4-FFF2-40B4-BE49-F238E27FC236}">
                    <a16:creationId xmlns:a16="http://schemas.microsoft.com/office/drawing/2014/main" id="{E07C9370-EF9E-F6FB-B2DD-594331963F57}"/>
                  </a:ext>
                </a:extLst>
              </p:cNvPr>
              <p:cNvSpPr/>
              <p:nvPr/>
            </p:nvSpPr>
            <p:spPr bwMode="auto">
              <a:xfrm>
                <a:off x="3426" y="1760"/>
                <a:ext cx="11" cy="64"/>
              </a:xfrm>
              <a:custGeom>
                <a:avLst/>
                <a:gdLst>
                  <a:gd name="T0" fmla="*/ 5 w 6"/>
                  <a:gd name="T1" fmla="*/ 33 h 36"/>
                  <a:gd name="T2" fmla="*/ 4 w 6"/>
                  <a:gd name="T3" fmla="*/ 2 h 36"/>
                  <a:gd name="T4" fmla="*/ 1 w 6"/>
                  <a:gd name="T5" fmla="*/ 2 h 36"/>
                  <a:gd name="T6" fmla="*/ 1 w 6"/>
                  <a:gd name="T7" fmla="*/ 33 h 36"/>
                  <a:gd name="T8" fmla="*/ 5 w 6"/>
                  <a:gd name="T9" fmla="*/ 33 h 36"/>
                </a:gdLst>
                <a:ahLst/>
                <a:cxnLst>
                  <a:cxn ang="0">
                    <a:pos x="T0" y="T1"/>
                  </a:cxn>
                  <a:cxn ang="0">
                    <a:pos x="T2" y="T3"/>
                  </a:cxn>
                  <a:cxn ang="0">
                    <a:pos x="T4" y="T5"/>
                  </a:cxn>
                  <a:cxn ang="0">
                    <a:pos x="T6" y="T7"/>
                  </a:cxn>
                  <a:cxn ang="0">
                    <a:pos x="T8" y="T9"/>
                  </a:cxn>
                </a:cxnLst>
                <a:rect l="0" t="0" r="r" b="b"/>
                <a:pathLst>
                  <a:path w="6" h="36">
                    <a:moveTo>
                      <a:pt x="5" y="33"/>
                    </a:moveTo>
                    <a:cubicBezTo>
                      <a:pt x="5" y="23"/>
                      <a:pt x="6" y="12"/>
                      <a:pt x="4" y="2"/>
                    </a:cubicBezTo>
                    <a:cubicBezTo>
                      <a:pt x="4" y="0"/>
                      <a:pt x="1" y="0"/>
                      <a:pt x="1" y="2"/>
                    </a:cubicBezTo>
                    <a:cubicBezTo>
                      <a:pt x="0" y="12"/>
                      <a:pt x="0" y="23"/>
                      <a:pt x="1" y="33"/>
                    </a:cubicBezTo>
                    <a:cubicBezTo>
                      <a:pt x="1" y="36"/>
                      <a:pt x="4" y="36"/>
                      <a:pt x="5"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2" name="Freeform 459">
                <a:extLst>
                  <a:ext uri="{FF2B5EF4-FFF2-40B4-BE49-F238E27FC236}">
                    <a16:creationId xmlns:a16="http://schemas.microsoft.com/office/drawing/2014/main" id="{1D2A10C3-0FB7-C4D7-8B27-277FFF1E6D14}"/>
                  </a:ext>
                </a:extLst>
              </p:cNvPr>
              <p:cNvSpPr/>
              <p:nvPr/>
            </p:nvSpPr>
            <p:spPr bwMode="auto">
              <a:xfrm>
                <a:off x="3463" y="1720"/>
                <a:ext cx="21" cy="81"/>
              </a:xfrm>
              <a:custGeom>
                <a:avLst/>
                <a:gdLst>
                  <a:gd name="T0" fmla="*/ 4 w 12"/>
                  <a:gd name="T1" fmla="*/ 45 h 46"/>
                  <a:gd name="T2" fmla="*/ 8 w 12"/>
                  <a:gd name="T3" fmla="*/ 2 h 46"/>
                  <a:gd name="T4" fmla="*/ 5 w 12"/>
                  <a:gd name="T5" fmla="*/ 2 h 46"/>
                  <a:gd name="T6" fmla="*/ 1 w 12"/>
                  <a:gd name="T7" fmla="*/ 43 h 46"/>
                  <a:gd name="T8" fmla="*/ 4 w 12"/>
                  <a:gd name="T9" fmla="*/ 45 h 46"/>
                </a:gdLst>
                <a:ahLst/>
                <a:cxnLst>
                  <a:cxn ang="0">
                    <a:pos x="T0" y="T1"/>
                  </a:cxn>
                  <a:cxn ang="0">
                    <a:pos x="T2" y="T3"/>
                  </a:cxn>
                  <a:cxn ang="0">
                    <a:pos x="T4" y="T5"/>
                  </a:cxn>
                  <a:cxn ang="0">
                    <a:pos x="T6" y="T7"/>
                  </a:cxn>
                  <a:cxn ang="0">
                    <a:pos x="T8" y="T9"/>
                  </a:cxn>
                </a:cxnLst>
                <a:rect l="0" t="0" r="r" b="b"/>
                <a:pathLst>
                  <a:path w="12" h="46">
                    <a:moveTo>
                      <a:pt x="4" y="45"/>
                    </a:moveTo>
                    <a:cubicBezTo>
                      <a:pt x="10" y="31"/>
                      <a:pt x="12" y="16"/>
                      <a:pt x="8" y="2"/>
                    </a:cubicBezTo>
                    <a:cubicBezTo>
                      <a:pt x="8" y="0"/>
                      <a:pt x="5" y="1"/>
                      <a:pt x="5" y="2"/>
                    </a:cubicBezTo>
                    <a:cubicBezTo>
                      <a:pt x="6" y="16"/>
                      <a:pt x="5" y="30"/>
                      <a:pt x="1" y="43"/>
                    </a:cubicBezTo>
                    <a:cubicBezTo>
                      <a:pt x="0" y="45"/>
                      <a:pt x="3" y="46"/>
                      <a:pt x="4" y="4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3" name="Freeform 460">
                <a:extLst>
                  <a:ext uri="{FF2B5EF4-FFF2-40B4-BE49-F238E27FC236}">
                    <a16:creationId xmlns:a16="http://schemas.microsoft.com/office/drawing/2014/main" id="{CFAB455D-763C-032D-3C0F-8B831FE34468}"/>
                  </a:ext>
                </a:extLst>
              </p:cNvPr>
              <p:cNvSpPr/>
              <p:nvPr/>
            </p:nvSpPr>
            <p:spPr bwMode="auto">
              <a:xfrm>
                <a:off x="3514" y="1669"/>
                <a:ext cx="19" cy="98"/>
              </a:xfrm>
              <a:custGeom>
                <a:avLst/>
                <a:gdLst>
                  <a:gd name="T0" fmla="*/ 4 w 11"/>
                  <a:gd name="T1" fmla="*/ 54 h 56"/>
                  <a:gd name="T2" fmla="*/ 3 w 11"/>
                  <a:gd name="T3" fmla="*/ 2 h 56"/>
                  <a:gd name="T4" fmla="*/ 0 w 11"/>
                  <a:gd name="T5" fmla="*/ 3 h 56"/>
                  <a:gd name="T6" fmla="*/ 1 w 11"/>
                  <a:gd name="T7" fmla="*/ 54 h 56"/>
                  <a:gd name="T8" fmla="*/ 4 w 11"/>
                  <a:gd name="T9" fmla="*/ 54 h 56"/>
                </a:gdLst>
                <a:ahLst/>
                <a:cxnLst>
                  <a:cxn ang="0">
                    <a:pos x="T0" y="T1"/>
                  </a:cxn>
                  <a:cxn ang="0">
                    <a:pos x="T2" y="T3"/>
                  </a:cxn>
                  <a:cxn ang="0">
                    <a:pos x="T4" y="T5"/>
                  </a:cxn>
                  <a:cxn ang="0">
                    <a:pos x="T6" y="T7"/>
                  </a:cxn>
                  <a:cxn ang="0">
                    <a:pos x="T8" y="T9"/>
                  </a:cxn>
                </a:cxnLst>
                <a:rect l="0" t="0" r="r" b="b"/>
                <a:pathLst>
                  <a:path w="11" h="56">
                    <a:moveTo>
                      <a:pt x="4" y="54"/>
                    </a:moveTo>
                    <a:cubicBezTo>
                      <a:pt x="11" y="37"/>
                      <a:pt x="11" y="19"/>
                      <a:pt x="3" y="2"/>
                    </a:cubicBezTo>
                    <a:cubicBezTo>
                      <a:pt x="2" y="0"/>
                      <a:pt x="0" y="1"/>
                      <a:pt x="0" y="3"/>
                    </a:cubicBezTo>
                    <a:cubicBezTo>
                      <a:pt x="6" y="20"/>
                      <a:pt x="6" y="37"/>
                      <a:pt x="1" y="54"/>
                    </a:cubicBezTo>
                    <a:cubicBezTo>
                      <a:pt x="1" y="56"/>
                      <a:pt x="4" y="56"/>
                      <a:pt x="4" y="5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4" name="Freeform 461">
                <a:extLst>
                  <a:ext uri="{FF2B5EF4-FFF2-40B4-BE49-F238E27FC236}">
                    <a16:creationId xmlns:a16="http://schemas.microsoft.com/office/drawing/2014/main" id="{0620A120-363D-D97D-1173-4CCC0C8C5A70}"/>
                  </a:ext>
                </a:extLst>
              </p:cNvPr>
              <p:cNvSpPr/>
              <p:nvPr/>
            </p:nvSpPr>
            <p:spPr bwMode="auto">
              <a:xfrm>
                <a:off x="3581" y="1660"/>
                <a:ext cx="9" cy="63"/>
              </a:xfrm>
              <a:custGeom>
                <a:avLst/>
                <a:gdLst>
                  <a:gd name="T0" fmla="*/ 5 w 5"/>
                  <a:gd name="T1" fmla="*/ 33 h 36"/>
                  <a:gd name="T2" fmla="*/ 4 w 5"/>
                  <a:gd name="T3" fmla="*/ 2 h 36"/>
                  <a:gd name="T4" fmla="*/ 1 w 5"/>
                  <a:gd name="T5" fmla="*/ 2 h 36"/>
                  <a:gd name="T6" fmla="*/ 1 w 5"/>
                  <a:gd name="T7" fmla="*/ 33 h 36"/>
                  <a:gd name="T8" fmla="*/ 5 w 5"/>
                  <a:gd name="T9" fmla="*/ 33 h 36"/>
                </a:gdLst>
                <a:ahLst/>
                <a:cxnLst>
                  <a:cxn ang="0">
                    <a:pos x="T0" y="T1"/>
                  </a:cxn>
                  <a:cxn ang="0">
                    <a:pos x="T2" y="T3"/>
                  </a:cxn>
                  <a:cxn ang="0">
                    <a:pos x="T4" y="T5"/>
                  </a:cxn>
                  <a:cxn ang="0">
                    <a:pos x="T6" y="T7"/>
                  </a:cxn>
                  <a:cxn ang="0">
                    <a:pos x="T8" y="T9"/>
                  </a:cxn>
                </a:cxnLst>
                <a:rect l="0" t="0" r="r" b="b"/>
                <a:pathLst>
                  <a:path w="5" h="36">
                    <a:moveTo>
                      <a:pt x="5" y="33"/>
                    </a:moveTo>
                    <a:cubicBezTo>
                      <a:pt x="5" y="23"/>
                      <a:pt x="5" y="12"/>
                      <a:pt x="4" y="2"/>
                    </a:cubicBezTo>
                    <a:cubicBezTo>
                      <a:pt x="4" y="0"/>
                      <a:pt x="2" y="0"/>
                      <a:pt x="1" y="2"/>
                    </a:cubicBezTo>
                    <a:cubicBezTo>
                      <a:pt x="0" y="12"/>
                      <a:pt x="0" y="23"/>
                      <a:pt x="1" y="33"/>
                    </a:cubicBezTo>
                    <a:cubicBezTo>
                      <a:pt x="1" y="36"/>
                      <a:pt x="5" y="36"/>
                      <a:pt x="5"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5" name="Freeform 462">
                <a:extLst>
                  <a:ext uri="{FF2B5EF4-FFF2-40B4-BE49-F238E27FC236}">
                    <a16:creationId xmlns:a16="http://schemas.microsoft.com/office/drawing/2014/main" id="{0E9FCC26-536C-0988-684E-F6A25D64238A}"/>
                  </a:ext>
                </a:extLst>
              </p:cNvPr>
              <p:cNvSpPr/>
              <p:nvPr/>
            </p:nvSpPr>
            <p:spPr bwMode="auto">
              <a:xfrm>
                <a:off x="3616" y="1632"/>
                <a:ext cx="12" cy="58"/>
              </a:xfrm>
              <a:custGeom>
                <a:avLst/>
                <a:gdLst>
                  <a:gd name="T0" fmla="*/ 4 w 7"/>
                  <a:gd name="T1" fmla="*/ 31 h 33"/>
                  <a:gd name="T2" fmla="*/ 6 w 7"/>
                  <a:gd name="T3" fmla="*/ 2 h 33"/>
                  <a:gd name="T4" fmla="*/ 3 w 7"/>
                  <a:gd name="T5" fmla="*/ 2 h 33"/>
                  <a:gd name="T6" fmla="*/ 1 w 7"/>
                  <a:gd name="T7" fmla="*/ 31 h 33"/>
                  <a:gd name="T8" fmla="*/ 4 w 7"/>
                  <a:gd name="T9" fmla="*/ 31 h 33"/>
                </a:gdLst>
                <a:ahLst/>
                <a:cxnLst>
                  <a:cxn ang="0">
                    <a:pos x="T0" y="T1"/>
                  </a:cxn>
                  <a:cxn ang="0">
                    <a:pos x="T2" y="T3"/>
                  </a:cxn>
                  <a:cxn ang="0">
                    <a:pos x="T4" y="T5"/>
                  </a:cxn>
                  <a:cxn ang="0">
                    <a:pos x="T6" y="T7"/>
                  </a:cxn>
                  <a:cxn ang="0">
                    <a:pos x="T8" y="T9"/>
                  </a:cxn>
                </a:cxnLst>
                <a:rect l="0" t="0" r="r" b="b"/>
                <a:pathLst>
                  <a:path w="7" h="33">
                    <a:moveTo>
                      <a:pt x="4" y="31"/>
                    </a:moveTo>
                    <a:cubicBezTo>
                      <a:pt x="6" y="22"/>
                      <a:pt x="7" y="12"/>
                      <a:pt x="6" y="2"/>
                    </a:cubicBezTo>
                    <a:cubicBezTo>
                      <a:pt x="6" y="0"/>
                      <a:pt x="3" y="0"/>
                      <a:pt x="3" y="2"/>
                    </a:cubicBezTo>
                    <a:cubicBezTo>
                      <a:pt x="2" y="12"/>
                      <a:pt x="2" y="21"/>
                      <a:pt x="1" y="31"/>
                    </a:cubicBezTo>
                    <a:cubicBezTo>
                      <a:pt x="0" y="33"/>
                      <a:pt x="4" y="33"/>
                      <a:pt x="4"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6" name="Freeform 463">
                <a:extLst>
                  <a:ext uri="{FF2B5EF4-FFF2-40B4-BE49-F238E27FC236}">
                    <a16:creationId xmlns:a16="http://schemas.microsoft.com/office/drawing/2014/main" id="{14ACC8AA-DF77-B51C-F03B-F80744ED49CD}"/>
                  </a:ext>
                </a:extLst>
              </p:cNvPr>
              <p:cNvSpPr/>
              <p:nvPr/>
            </p:nvSpPr>
            <p:spPr bwMode="auto">
              <a:xfrm>
                <a:off x="3551" y="1694"/>
                <a:ext cx="14" cy="49"/>
              </a:xfrm>
              <a:custGeom>
                <a:avLst/>
                <a:gdLst>
                  <a:gd name="T0" fmla="*/ 5 w 8"/>
                  <a:gd name="T1" fmla="*/ 26 h 28"/>
                  <a:gd name="T2" fmla="*/ 7 w 8"/>
                  <a:gd name="T3" fmla="*/ 3 h 28"/>
                  <a:gd name="T4" fmla="*/ 4 w 8"/>
                  <a:gd name="T5" fmla="*/ 2 h 28"/>
                  <a:gd name="T6" fmla="*/ 1 w 8"/>
                  <a:gd name="T7" fmla="*/ 26 h 28"/>
                  <a:gd name="T8" fmla="*/ 5 w 8"/>
                  <a:gd name="T9" fmla="*/ 26 h 28"/>
                </a:gdLst>
                <a:ahLst/>
                <a:cxnLst>
                  <a:cxn ang="0">
                    <a:pos x="T0" y="T1"/>
                  </a:cxn>
                  <a:cxn ang="0">
                    <a:pos x="T2" y="T3"/>
                  </a:cxn>
                  <a:cxn ang="0">
                    <a:pos x="T4" y="T5"/>
                  </a:cxn>
                  <a:cxn ang="0">
                    <a:pos x="T6" y="T7"/>
                  </a:cxn>
                  <a:cxn ang="0">
                    <a:pos x="T8" y="T9"/>
                  </a:cxn>
                </a:cxnLst>
                <a:rect l="0" t="0" r="r" b="b"/>
                <a:pathLst>
                  <a:path w="8" h="28">
                    <a:moveTo>
                      <a:pt x="5" y="26"/>
                    </a:moveTo>
                    <a:cubicBezTo>
                      <a:pt x="4" y="18"/>
                      <a:pt x="5" y="11"/>
                      <a:pt x="7" y="3"/>
                    </a:cubicBezTo>
                    <a:cubicBezTo>
                      <a:pt x="8" y="2"/>
                      <a:pt x="5" y="0"/>
                      <a:pt x="4" y="2"/>
                    </a:cubicBezTo>
                    <a:cubicBezTo>
                      <a:pt x="0" y="9"/>
                      <a:pt x="0" y="18"/>
                      <a:pt x="1" y="26"/>
                    </a:cubicBezTo>
                    <a:cubicBezTo>
                      <a:pt x="2" y="28"/>
                      <a:pt x="5" y="28"/>
                      <a:pt x="5"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7" name="Freeform 464">
                <a:extLst>
                  <a:ext uri="{FF2B5EF4-FFF2-40B4-BE49-F238E27FC236}">
                    <a16:creationId xmlns:a16="http://schemas.microsoft.com/office/drawing/2014/main" id="{8C128C12-4E8B-5935-C0BE-B87BF0921F27}"/>
                  </a:ext>
                </a:extLst>
              </p:cNvPr>
              <p:cNvSpPr/>
              <p:nvPr/>
            </p:nvSpPr>
            <p:spPr bwMode="auto">
              <a:xfrm>
                <a:off x="3658" y="1593"/>
                <a:ext cx="16" cy="58"/>
              </a:xfrm>
              <a:custGeom>
                <a:avLst/>
                <a:gdLst>
                  <a:gd name="T0" fmla="*/ 6 w 9"/>
                  <a:gd name="T1" fmla="*/ 31 h 33"/>
                  <a:gd name="T2" fmla="*/ 3 w 9"/>
                  <a:gd name="T3" fmla="*/ 1 h 33"/>
                  <a:gd name="T4" fmla="*/ 0 w 9"/>
                  <a:gd name="T5" fmla="*/ 2 h 33"/>
                  <a:gd name="T6" fmla="*/ 3 w 9"/>
                  <a:gd name="T7" fmla="*/ 30 h 33"/>
                  <a:gd name="T8" fmla="*/ 6 w 9"/>
                  <a:gd name="T9" fmla="*/ 31 h 33"/>
                </a:gdLst>
                <a:ahLst/>
                <a:cxnLst>
                  <a:cxn ang="0">
                    <a:pos x="T0" y="T1"/>
                  </a:cxn>
                  <a:cxn ang="0">
                    <a:pos x="T2" y="T3"/>
                  </a:cxn>
                  <a:cxn ang="0">
                    <a:pos x="T4" y="T5"/>
                  </a:cxn>
                  <a:cxn ang="0">
                    <a:pos x="T6" y="T7"/>
                  </a:cxn>
                  <a:cxn ang="0">
                    <a:pos x="T8" y="T9"/>
                  </a:cxn>
                </a:cxnLst>
                <a:rect l="0" t="0" r="r" b="b"/>
                <a:pathLst>
                  <a:path w="9" h="33">
                    <a:moveTo>
                      <a:pt x="6" y="31"/>
                    </a:moveTo>
                    <a:cubicBezTo>
                      <a:pt x="9" y="21"/>
                      <a:pt x="8" y="10"/>
                      <a:pt x="3" y="1"/>
                    </a:cubicBezTo>
                    <a:cubicBezTo>
                      <a:pt x="2" y="0"/>
                      <a:pt x="0" y="0"/>
                      <a:pt x="0" y="2"/>
                    </a:cubicBezTo>
                    <a:cubicBezTo>
                      <a:pt x="4" y="11"/>
                      <a:pt x="5" y="20"/>
                      <a:pt x="3" y="30"/>
                    </a:cubicBezTo>
                    <a:cubicBezTo>
                      <a:pt x="2" y="32"/>
                      <a:pt x="5" y="33"/>
                      <a:pt x="6"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8" name="Freeform 465">
                <a:extLst>
                  <a:ext uri="{FF2B5EF4-FFF2-40B4-BE49-F238E27FC236}">
                    <a16:creationId xmlns:a16="http://schemas.microsoft.com/office/drawing/2014/main" id="{B44ED964-875F-5B5D-D4E8-186F196C302E}"/>
                  </a:ext>
                </a:extLst>
              </p:cNvPr>
              <p:cNvSpPr/>
              <p:nvPr/>
            </p:nvSpPr>
            <p:spPr bwMode="auto">
              <a:xfrm>
                <a:off x="3695" y="1212"/>
                <a:ext cx="25" cy="95"/>
              </a:xfrm>
              <a:custGeom>
                <a:avLst/>
                <a:gdLst>
                  <a:gd name="T0" fmla="*/ 3 w 14"/>
                  <a:gd name="T1" fmla="*/ 52 h 54"/>
                  <a:gd name="T2" fmla="*/ 11 w 14"/>
                  <a:gd name="T3" fmla="*/ 2 h 54"/>
                  <a:gd name="T4" fmla="*/ 8 w 14"/>
                  <a:gd name="T5" fmla="*/ 3 h 54"/>
                  <a:gd name="T6" fmla="*/ 0 w 14"/>
                  <a:gd name="T7" fmla="*/ 51 h 54"/>
                  <a:gd name="T8" fmla="*/ 3 w 14"/>
                  <a:gd name="T9" fmla="*/ 52 h 54"/>
                </a:gdLst>
                <a:ahLst/>
                <a:cxnLst>
                  <a:cxn ang="0">
                    <a:pos x="T0" y="T1"/>
                  </a:cxn>
                  <a:cxn ang="0">
                    <a:pos x="T2" y="T3"/>
                  </a:cxn>
                  <a:cxn ang="0">
                    <a:pos x="T4" y="T5"/>
                  </a:cxn>
                  <a:cxn ang="0">
                    <a:pos x="T6" y="T7"/>
                  </a:cxn>
                  <a:cxn ang="0">
                    <a:pos x="T8" y="T9"/>
                  </a:cxn>
                </a:cxnLst>
                <a:rect l="0" t="0" r="r" b="b"/>
                <a:pathLst>
                  <a:path w="14" h="54">
                    <a:moveTo>
                      <a:pt x="3" y="52"/>
                    </a:moveTo>
                    <a:cubicBezTo>
                      <a:pt x="11" y="37"/>
                      <a:pt x="14" y="19"/>
                      <a:pt x="11" y="2"/>
                    </a:cubicBezTo>
                    <a:cubicBezTo>
                      <a:pt x="11" y="0"/>
                      <a:pt x="8" y="1"/>
                      <a:pt x="8" y="3"/>
                    </a:cubicBezTo>
                    <a:cubicBezTo>
                      <a:pt x="8" y="20"/>
                      <a:pt x="6" y="35"/>
                      <a:pt x="0" y="51"/>
                    </a:cubicBezTo>
                    <a:cubicBezTo>
                      <a:pt x="0" y="52"/>
                      <a:pt x="2" y="54"/>
                      <a:pt x="3" y="5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9" name="Freeform 466">
                <a:extLst>
                  <a:ext uri="{FF2B5EF4-FFF2-40B4-BE49-F238E27FC236}">
                    <a16:creationId xmlns:a16="http://schemas.microsoft.com/office/drawing/2014/main" id="{77E0E82F-EBAF-41B8-4FD3-2C822AC9A3E2}"/>
                  </a:ext>
                </a:extLst>
              </p:cNvPr>
              <p:cNvSpPr/>
              <p:nvPr/>
            </p:nvSpPr>
            <p:spPr bwMode="auto">
              <a:xfrm>
                <a:off x="3672" y="1203"/>
                <a:ext cx="9" cy="58"/>
              </a:xfrm>
              <a:custGeom>
                <a:avLst/>
                <a:gdLst>
                  <a:gd name="T0" fmla="*/ 4 w 5"/>
                  <a:gd name="T1" fmla="*/ 30 h 33"/>
                  <a:gd name="T2" fmla="*/ 5 w 5"/>
                  <a:gd name="T3" fmla="*/ 2 h 33"/>
                  <a:gd name="T4" fmla="*/ 2 w 5"/>
                  <a:gd name="T5" fmla="*/ 2 h 33"/>
                  <a:gd name="T6" fmla="*/ 0 w 5"/>
                  <a:gd name="T7" fmla="*/ 30 h 33"/>
                  <a:gd name="T8" fmla="*/ 4 w 5"/>
                  <a:gd name="T9" fmla="*/ 30 h 33"/>
                </a:gdLst>
                <a:ahLst/>
                <a:cxnLst>
                  <a:cxn ang="0">
                    <a:pos x="T0" y="T1"/>
                  </a:cxn>
                  <a:cxn ang="0">
                    <a:pos x="T2" y="T3"/>
                  </a:cxn>
                  <a:cxn ang="0">
                    <a:pos x="T4" y="T5"/>
                  </a:cxn>
                  <a:cxn ang="0">
                    <a:pos x="T6" y="T7"/>
                  </a:cxn>
                  <a:cxn ang="0">
                    <a:pos x="T8" y="T9"/>
                  </a:cxn>
                </a:cxnLst>
                <a:rect l="0" t="0" r="r" b="b"/>
                <a:pathLst>
                  <a:path w="5" h="33">
                    <a:moveTo>
                      <a:pt x="4" y="30"/>
                    </a:moveTo>
                    <a:cubicBezTo>
                      <a:pt x="5" y="21"/>
                      <a:pt x="5" y="11"/>
                      <a:pt x="5" y="2"/>
                    </a:cubicBezTo>
                    <a:cubicBezTo>
                      <a:pt x="5" y="0"/>
                      <a:pt x="2" y="0"/>
                      <a:pt x="2" y="2"/>
                    </a:cubicBezTo>
                    <a:cubicBezTo>
                      <a:pt x="1" y="11"/>
                      <a:pt x="0" y="21"/>
                      <a:pt x="0" y="30"/>
                    </a:cubicBezTo>
                    <a:cubicBezTo>
                      <a:pt x="0" y="33"/>
                      <a:pt x="3" y="33"/>
                      <a:pt x="4"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0" name="Freeform 467">
                <a:extLst>
                  <a:ext uri="{FF2B5EF4-FFF2-40B4-BE49-F238E27FC236}">
                    <a16:creationId xmlns:a16="http://schemas.microsoft.com/office/drawing/2014/main" id="{5D620D83-3F34-C63F-6C5C-B0FCBAD81ABE}"/>
                  </a:ext>
                </a:extLst>
              </p:cNvPr>
              <p:cNvSpPr/>
              <p:nvPr/>
            </p:nvSpPr>
            <p:spPr bwMode="auto">
              <a:xfrm>
                <a:off x="3642" y="1187"/>
                <a:ext cx="13" cy="53"/>
              </a:xfrm>
              <a:custGeom>
                <a:avLst/>
                <a:gdLst>
                  <a:gd name="T0" fmla="*/ 7 w 7"/>
                  <a:gd name="T1" fmla="*/ 28 h 30"/>
                  <a:gd name="T2" fmla="*/ 4 w 7"/>
                  <a:gd name="T3" fmla="*/ 2 h 30"/>
                  <a:gd name="T4" fmla="*/ 1 w 7"/>
                  <a:gd name="T5" fmla="*/ 2 h 30"/>
                  <a:gd name="T6" fmla="*/ 4 w 7"/>
                  <a:gd name="T7" fmla="*/ 28 h 30"/>
                  <a:gd name="T8" fmla="*/ 7 w 7"/>
                  <a:gd name="T9" fmla="*/ 28 h 30"/>
                </a:gdLst>
                <a:ahLst/>
                <a:cxnLst>
                  <a:cxn ang="0">
                    <a:pos x="T0" y="T1"/>
                  </a:cxn>
                  <a:cxn ang="0">
                    <a:pos x="T2" y="T3"/>
                  </a:cxn>
                  <a:cxn ang="0">
                    <a:pos x="T4" y="T5"/>
                  </a:cxn>
                  <a:cxn ang="0">
                    <a:pos x="T6" y="T7"/>
                  </a:cxn>
                  <a:cxn ang="0">
                    <a:pos x="T8" y="T9"/>
                  </a:cxn>
                </a:cxnLst>
                <a:rect l="0" t="0" r="r" b="b"/>
                <a:pathLst>
                  <a:path w="7" h="30">
                    <a:moveTo>
                      <a:pt x="7" y="28"/>
                    </a:moveTo>
                    <a:cubicBezTo>
                      <a:pt x="6" y="19"/>
                      <a:pt x="6" y="10"/>
                      <a:pt x="4" y="2"/>
                    </a:cubicBezTo>
                    <a:cubicBezTo>
                      <a:pt x="3" y="0"/>
                      <a:pt x="1" y="1"/>
                      <a:pt x="1" y="2"/>
                    </a:cubicBezTo>
                    <a:cubicBezTo>
                      <a:pt x="0" y="11"/>
                      <a:pt x="2" y="20"/>
                      <a:pt x="4" y="28"/>
                    </a:cubicBezTo>
                    <a:cubicBezTo>
                      <a:pt x="4" y="30"/>
                      <a:pt x="7" y="30"/>
                      <a:pt x="7"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1" name="Freeform 468">
                <a:extLst>
                  <a:ext uri="{FF2B5EF4-FFF2-40B4-BE49-F238E27FC236}">
                    <a16:creationId xmlns:a16="http://schemas.microsoft.com/office/drawing/2014/main" id="{A0CDA715-BDAF-42B8-5835-9B3FE2AF44F4}"/>
                  </a:ext>
                </a:extLst>
              </p:cNvPr>
              <p:cNvSpPr/>
              <p:nvPr/>
            </p:nvSpPr>
            <p:spPr bwMode="auto">
              <a:xfrm>
                <a:off x="3611" y="1184"/>
                <a:ext cx="8" cy="38"/>
              </a:xfrm>
              <a:custGeom>
                <a:avLst/>
                <a:gdLst>
                  <a:gd name="T0" fmla="*/ 5 w 5"/>
                  <a:gd name="T1" fmla="*/ 20 h 22"/>
                  <a:gd name="T2" fmla="*/ 3 w 5"/>
                  <a:gd name="T3" fmla="*/ 1 h 22"/>
                  <a:gd name="T4" fmla="*/ 0 w 5"/>
                  <a:gd name="T5" fmla="*/ 2 h 22"/>
                  <a:gd name="T6" fmla="*/ 1 w 5"/>
                  <a:gd name="T7" fmla="*/ 20 h 22"/>
                  <a:gd name="T8" fmla="*/ 5 w 5"/>
                  <a:gd name="T9" fmla="*/ 20 h 22"/>
                </a:gdLst>
                <a:ahLst/>
                <a:cxnLst>
                  <a:cxn ang="0">
                    <a:pos x="T0" y="T1"/>
                  </a:cxn>
                  <a:cxn ang="0">
                    <a:pos x="T2" y="T3"/>
                  </a:cxn>
                  <a:cxn ang="0">
                    <a:pos x="T4" y="T5"/>
                  </a:cxn>
                  <a:cxn ang="0">
                    <a:pos x="T6" y="T7"/>
                  </a:cxn>
                  <a:cxn ang="0">
                    <a:pos x="T8" y="T9"/>
                  </a:cxn>
                </a:cxnLst>
                <a:rect l="0" t="0" r="r" b="b"/>
                <a:pathLst>
                  <a:path w="5" h="22">
                    <a:moveTo>
                      <a:pt x="5" y="20"/>
                    </a:moveTo>
                    <a:cubicBezTo>
                      <a:pt x="5" y="14"/>
                      <a:pt x="5" y="7"/>
                      <a:pt x="3" y="1"/>
                    </a:cubicBezTo>
                    <a:cubicBezTo>
                      <a:pt x="2" y="0"/>
                      <a:pt x="0" y="0"/>
                      <a:pt x="0" y="2"/>
                    </a:cubicBezTo>
                    <a:cubicBezTo>
                      <a:pt x="1" y="8"/>
                      <a:pt x="1" y="14"/>
                      <a:pt x="1" y="20"/>
                    </a:cubicBezTo>
                    <a:cubicBezTo>
                      <a:pt x="1" y="22"/>
                      <a:pt x="5" y="22"/>
                      <a:pt x="5"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2" name="Freeform 469">
                <a:extLst>
                  <a:ext uri="{FF2B5EF4-FFF2-40B4-BE49-F238E27FC236}">
                    <a16:creationId xmlns:a16="http://schemas.microsoft.com/office/drawing/2014/main" id="{6616FEA1-DB79-0A5B-7A54-4C53DA4ACD8D}"/>
                  </a:ext>
                </a:extLst>
              </p:cNvPr>
              <p:cNvSpPr/>
              <p:nvPr/>
            </p:nvSpPr>
            <p:spPr bwMode="auto">
              <a:xfrm>
                <a:off x="3699" y="1268"/>
                <a:ext cx="45" cy="81"/>
              </a:xfrm>
              <a:custGeom>
                <a:avLst/>
                <a:gdLst>
                  <a:gd name="T0" fmla="*/ 4 w 26"/>
                  <a:gd name="T1" fmla="*/ 44 h 46"/>
                  <a:gd name="T2" fmla="*/ 26 w 26"/>
                  <a:gd name="T3" fmla="*/ 2 h 46"/>
                  <a:gd name="T4" fmla="*/ 23 w 26"/>
                  <a:gd name="T5" fmla="*/ 2 h 46"/>
                  <a:gd name="T6" fmla="*/ 1 w 26"/>
                  <a:gd name="T7" fmla="*/ 42 h 46"/>
                  <a:gd name="T8" fmla="*/ 4 w 26"/>
                  <a:gd name="T9" fmla="*/ 44 h 46"/>
                </a:gdLst>
                <a:ahLst/>
                <a:cxnLst>
                  <a:cxn ang="0">
                    <a:pos x="T0" y="T1"/>
                  </a:cxn>
                  <a:cxn ang="0">
                    <a:pos x="T2" y="T3"/>
                  </a:cxn>
                  <a:cxn ang="0">
                    <a:pos x="T4" y="T5"/>
                  </a:cxn>
                  <a:cxn ang="0">
                    <a:pos x="T6" y="T7"/>
                  </a:cxn>
                  <a:cxn ang="0">
                    <a:pos x="T8" y="T9"/>
                  </a:cxn>
                </a:cxnLst>
                <a:rect l="0" t="0" r="r" b="b"/>
                <a:pathLst>
                  <a:path w="26" h="46">
                    <a:moveTo>
                      <a:pt x="4" y="44"/>
                    </a:moveTo>
                    <a:cubicBezTo>
                      <a:pt x="14" y="32"/>
                      <a:pt x="23" y="18"/>
                      <a:pt x="26" y="2"/>
                    </a:cubicBezTo>
                    <a:cubicBezTo>
                      <a:pt x="26" y="1"/>
                      <a:pt x="23" y="0"/>
                      <a:pt x="23" y="2"/>
                    </a:cubicBezTo>
                    <a:cubicBezTo>
                      <a:pt x="18" y="16"/>
                      <a:pt x="11" y="30"/>
                      <a:pt x="1" y="42"/>
                    </a:cubicBezTo>
                    <a:cubicBezTo>
                      <a:pt x="0" y="43"/>
                      <a:pt x="2" y="46"/>
                      <a:pt x="4" y="4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3" name="Freeform 470">
                <a:extLst>
                  <a:ext uri="{FF2B5EF4-FFF2-40B4-BE49-F238E27FC236}">
                    <a16:creationId xmlns:a16="http://schemas.microsoft.com/office/drawing/2014/main" id="{EF414072-A398-4365-5388-468EACF09262}"/>
                  </a:ext>
                </a:extLst>
              </p:cNvPr>
              <p:cNvSpPr/>
              <p:nvPr/>
            </p:nvSpPr>
            <p:spPr bwMode="auto">
              <a:xfrm>
                <a:off x="3706" y="1329"/>
                <a:ext cx="44" cy="66"/>
              </a:xfrm>
              <a:custGeom>
                <a:avLst/>
                <a:gdLst>
                  <a:gd name="T0" fmla="*/ 4 w 25"/>
                  <a:gd name="T1" fmla="*/ 35 h 37"/>
                  <a:gd name="T2" fmla="*/ 25 w 25"/>
                  <a:gd name="T3" fmla="*/ 3 h 37"/>
                  <a:gd name="T4" fmla="*/ 22 w 25"/>
                  <a:gd name="T5" fmla="*/ 2 h 37"/>
                  <a:gd name="T6" fmla="*/ 2 w 25"/>
                  <a:gd name="T7" fmla="*/ 32 h 37"/>
                  <a:gd name="T8" fmla="*/ 4 w 25"/>
                  <a:gd name="T9" fmla="*/ 35 h 37"/>
                </a:gdLst>
                <a:ahLst/>
                <a:cxnLst>
                  <a:cxn ang="0">
                    <a:pos x="T0" y="T1"/>
                  </a:cxn>
                  <a:cxn ang="0">
                    <a:pos x="T2" y="T3"/>
                  </a:cxn>
                  <a:cxn ang="0">
                    <a:pos x="T4" y="T5"/>
                  </a:cxn>
                  <a:cxn ang="0">
                    <a:pos x="T6" y="T7"/>
                  </a:cxn>
                  <a:cxn ang="0">
                    <a:pos x="T8" y="T9"/>
                  </a:cxn>
                </a:cxnLst>
                <a:rect l="0" t="0" r="r" b="b"/>
                <a:pathLst>
                  <a:path w="25" h="37">
                    <a:moveTo>
                      <a:pt x="4" y="35"/>
                    </a:moveTo>
                    <a:cubicBezTo>
                      <a:pt x="14" y="27"/>
                      <a:pt x="22" y="16"/>
                      <a:pt x="25" y="3"/>
                    </a:cubicBezTo>
                    <a:cubicBezTo>
                      <a:pt x="25" y="1"/>
                      <a:pt x="22" y="0"/>
                      <a:pt x="22" y="2"/>
                    </a:cubicBezTo>
                    <a:cubicBezTo>
                      <a:pt x="17" y="14"/>
                      <a:pt x="11" y="24"/>
                      <a:pt x="2" y="32"/>
                    </a:cubicBezTo>
                    <a:cubicBezTo>
                      <a:pt x="0" y="34"/>
                      <a:pt x="2" y="37"/>
                      <a:pt x="4" y="3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4" name="Freeform 471">
                <a:extLst>
                  <a:ext uri="{FF2B5EF4-FFF2-40B4-BE49-F238E27FC236}">
                    <a16:creationId xmlns:a16="http://schemas.microsoft.com/office/drawing/2014/main" id="{5848CF0C-DDBA-71F0-9110-EE658438902F}"/>
                  </a:ext>
                </a:extLst>
              </p:cNvPr>
              <p:cNvSpPr/>
              <p:nvPr/>
            </p:nvSpPr>
            <p:spPr bwMode="auto">
              <a:xfrm>
                <a:off x="3706" y="1384"/>
                <a:ext cx="38" cy="53"/>
              </a:xfrm>
              <a:custGeom>
                <a:avLst/>
                <a:gdLst>
                  <a:gd name="T0" fmla="*/ 4 w 22"/>
                  <a:gd name="T1" fmla="*/ 28 h 30"/>
                  <a:gd name="T2" fmla="*/ 21 w 22"/>
                  <a:gd name="T3" fmla="*/ 3 h 30"/>
                  <a:gd name="T4" fmla="*/ 18 w 22"/>
                  <a:gd name="T5" fmla="*/ 2 h 30"/>
                  <a:gd name="T6" fmla="*/ 2 w 22"/>
                  <a:gd name="T7" fmla="*/ 26 h 30"/>
                  <a:gd name="T8" fmla="*/ 4 w 22"/>
                  <a:gd name="T9" fmla="*/ 28 h 30"/>
                </a:gdLst>
                <a:ahLst/>
                <a:cxnLst>
                  <a:cxn ang="0">
                    <a:pos x="T0" y="T1"/>
                  </a:cxn>
                  <a:cxn ang="0">
                    <a:pos x="T2" y="T3"/>
                  </a:cxn>
                  <a:cxn ang="0">
                    <a:pos x="T4" y="T5"/>
                  </a:cxn>
                  <a:cxn ang="0">
                    <a:pos x="T6" y="T7"/>
                  </a:cxn>
                  <a:cxn ang="0">
                    <a:pos x="T8" y="T9"/>
                  </a:cxn>
                </a:cxnLst>
                <a:rect l="0" t="0" r="r" b="b"/>
                <a:pathLst>
                  <a:path w="22" h="30">
                    <a:moveTo>
                      <a:pt x="4" y="28"/>
                    </a:moveTo>
                    <a:cubicBezTo>
                      <a:pt x="12" y="21"/>
                      <a:pt x="17" y="12"/>
                      <a:pt x="21" y="3"/>
                    </a:cubicBezTo>
                    <a:cubicBezTo>
                      <a:pt x="22" y="1"/>
                      <a:pt x="19" y="0"/>
                      <a:pt x="18" y="2"/>
                    </a:cubicBezTo>
                    <a:cubicBezTo>
                      <a:pt x="13" y="10"/>
                      <a:pt x="8" y="18"/>
                      <a:pt x="2" y="26"/>
                    </a:cubicBezTo>
                    <a:cubicBezTo>
                      <a:pt x="0" y="27"/>
                      <a:pt x="3" y="30"/>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5" name="Freeform 472">
                <a:extLst>
                  <a:ext uri="{FF2B5EF4-FFF2-40B4-BE49-F238E27FC236}">
                    <a16:creationId xmlns:a16="http://schemas.microsoft.com/office/drawing/2014/main" id="{26C42198-0316-40BE-59B5-2F62864D1EAE}"/>
                  </a:ext>
                </a:extLst>
              </p:cNvPr>
              <p:cNvSpPr/>
              <p:nvPr/>
            </p:nvSpPr>
            <p:spPr bwMode="auto">
              <a:xfrm>
                <a:off x="3721" y="1423"/>
                <a:ext cx="34" cy="49"/>
              </a:xfrm>
              <a:custGeom>
                <a:avLst/>
                <a:gdLst>
                  <a:gd name="T0" fmla="*/ 4 w 19"/>
                  <a:gd name="T1" fmla="*/ 26 h 28"/>
                  <a:gd name="T2" fmla="*/ 18 w 19"/>
                  <a:gd name="T3" fmla="*/ 3 h 28"/>
                  <a:gd name="T4" fmla="*/ 15 w 19"/>
                  <a:gd name="T5" fmla="*/ 1 h 28"/>
                  <a:gd name="T6" fmla="*/ 1 w 19"/>
                  <a:gd name="T7" fmla="*/ 24 h 28"/>
                  <a:gd name="T8" fmla="*/ 4 w 19"/>
                  <a:gd name="T9" fmla="*/ 26 h 28"/>
                </a:gdLst>
                <a:ahLst/>
                <a:cxnLst>
                  <a:cxn ang="0">
                    <a:pos x="T0" y="T1"/>
                  </a:cxn>
                  <a:cxn ang="0">
                    <a:pos x="T2" y="T3"/>
                  </a:cxn>
                  <a:cxn ang="0">
                    <a:pos x="T4" y="T5"/>
                  </a:cxn>
                  <a:cxn ang="0">
                    <a:pos x="T6" y="T7"/>
                  </a:cxn>
                  <a:cxn ang="0">
                    <a:pos x="T8" y="T9"/>
                  </a:cxn>
                </a:cxnLst>
                <a:rect l="0" t="0" r="r" b="b"/>
                <a:pathLst>
                  <a:path w="19" h="28">
                    <a:moveTo>
                      <a:pt x="4" y="26"/>
                    </a:moveTo>
                    <a:cubicBezTo>
                      <a:pt x="8" y="18"/>
                      <a:pt x="13" y="10"/>
                      <a:pt x="18" y="3"/>
                    </a:cubicBezTo>
                    <a:cubicBezTo>
                      <a:pt x="19" y="1"/>
                      <a:pt x="17" y="0"/>
                      <a:pt x="15" y="1"/>
                    </a:cubicBezTo>
                    <a:cubicBezTo>
                      <a:pt x="9" y="8"/>
                      <a:pt x="5" y="16"/>
                      <a:pt x="1" y="24"/>
                    </a:cubicBezTo>
                    <a:cubicBezTo>
                      <a:pt x="0" y="26"/>
                      <a:pt x="3" y="28"/>
                      <a:pt x="4"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6" name="Freeform 473">
                <a:extLst>
                  <a:ext uri="{FF2B5EF4-FFF2-40B4-BE49-F238E27FC236}">
                    <a16:creationId xmlns:a16="http://schemas.microsoft.com/office/drawing/2014/main" id="{2F534FCE-F3C8-4E93-1D66-73BC78A3AA36}"/>
                  </a:ext>
                </a:extLst>
              </p:cNvPr>
              <p:cNvSpPr/>
              <p:nvPr/>
            </p:nvSpPr>
            <p:spPr bwMode="auto">
              <a:xfrm>
                <a:off x="3734" y="1460"/>
                <a:ext cx="37" cy="45"/>
              </a:xfrm>
              <a:custGeom>
                <a:avLst/>
                <a:gdLst>
                  <a:gd name="T0" fmla="*/ 3 w 21"/>
                  <a:gd name="T1" fmla="*/ 25 h 26"/>
                  <a:gd name="T2" fmla="*/ 21 w 21"/>
                  <a:gd name="T3" fmla="*/ 3 h 26"/>
                  <a:gd name="T4" fmla="*/ 18 w 21"/>
                  <a:gd name="T5" fmla="*/ 2 h 26"/>
                  <a:gd name="T6" fmla="*/ 2 w 21"/>
                  <a:gd name="T7" fmla="*/ 22 h 26"/>
                  <a:gd name="T8" fmla="*/ 3 w 21"/>
                  <a:gd name="T9" fmla="*/ 25 h 26"/>
                </a:gdLst>
                <a:ahLst/>
                <a:cxnLst>
                  <a:cxn ang="0">
                    <a:pos x="T0" y="T1"/>
                  </a:cxn>
                  <a:cxn ang="0">
                    <a:pos x="T2" y="T3"/>
                  </a:cxn>
                  <a:cxn ang="0">
                    <a:pos x="T4" y="T5"/>
                  </a:cxn>
                  <a:cxn ang="0">
                    <a:pos x="T6" y="T7"/>
                  </a:cxn>
                  <a:cxn ang="0">
                    <a:pos x="T8" y="T9"/>
                  </a:cxn>
                </a:cxnLst>
                <a:rect l="0" t="0" r="r" b="b"/>
                <a:pathLst>
                  <a:path w="21" h="26">
                    <a:moveTo>
                      <a:pt x="3" y="25"/>
                    </a:moveTo>
                    <a:cubicBezTo>
                      <a:pt x="12" y="21"/>
                      <a:pt x="19" y="12"/>
                      <a:pt x="21" y="3"/>
                    </a:cubicBezTo>
                    <a:cubicBezTo>
                      <a:pt x="21" y="1"/>
                      <a:pt x="19" y="0"/>
                      <a:pt x="18" y="2"/>
                    </a:cubicBezTo>
                    <a:cubicBezTo>
                      <a:pt x="14" y="10"/>
                      <a:pt x="9" y="17"/>
                      <a:pt x="2" y="22"/>
                    </a:cubicBezTo>
                    <a:cubicBezTo>
                      <a:pt x="0" y="23"/>
                      <a:pt x="1" y="26"/>
                      <a:pt x="3"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7" name="Freeform 474">
                <a:extLst>
                  <a:ext uri="{FF2B5EF4-FFF2-40B4-BE49-F238E27FC236}">
                    <a16:creationId xmlns:a16="http://schemas.microsoft.com/office/drawing/2014/main" id="{898E7DDD-B2C6-061A-6913-BF9A39F0A03E}"/>
                  </a:ext>
                </a:extLst>
              </p:cNvPr>
              <p:cNvSpPr/>
              <p:nvPr/>
            </p:nvSpPr>
            <p:spPr bwMode="auto">
              <a:xfrm>
                <a:off x="3758" y="1481"/>
                <a:ext cx="32" cy="58"/>
              </a:xfrm>
              <a:custGeom>
                <a:avLst/>
                <a:gdLst>
                  <a:gd name="T0" fmla="*/ 4 w 18"/>
                  <a:gd name="T1" fmla="*/ 31 h 33"/>
                  <a:gd name="T2" fmla="*/ 17 w 18"/>
                  <a:gd name="T3" fmla="*/ 4 h 33"/>
                  <a:gd name="T4" fmla="*/ 14 w 18"/>
                  <a:gd name="T5" fmla="*/ 2 h 33"/>
                  <a:gd name="T6" fmla="*/ 1 w 18"/>
                  <a:gd name="T7" fmla="*/ 30 h 33"/>
                  <a:gd name="T8" fmla="*/ 4 w 18"/>
                  <a:gd name="T9" fmla="*/ 31 h 33"/>
                </a:gdLst>
                <a:ahLst/>
                <a:cxnLst>
                  <a:cxn ang="0">
                    <a:pos x="T0" y="T1"/>
                  </a:cxn>
                  <a:cxn ang="0">
                    <a:pos x="T2" y="T3"/>
                  </a:cxn>
                  <a:cxn ang="0">
                    <a:pos x="T4" y="T5"/>
                  </a:cxn>
                  <a:cxn ang="0">
                    <a:pos x="T6" y="T7"/>
                  </a:cxn>
                  <a:cxn ang="0">
                    <a:pos x="T8" y="T9"/>
                  </a:cxn>
                </a:cxnLst>
                <a:rect l="0" t="0" r="r" b="b"/>
                <a:pathLst>
                  <a:path w="18" h="33">
                    <a:moveTo>
                      <a:pt x="4" y="31"/>
                    </a:moveTo>
                    <a:cubicBezTo>
                      <a:pt x="8" y="21"/>
                      <a:pt x="13" y="13"/>
                      <a:pt x="17" y="4"/>
                    </a:cubicBezTo>
                    <a:cubicBezTo>
                      <a:pt x="18" y="2"/>
                      <a:pt x="16" y="0"/>
                      <a:pt x="14" y="2"/>
                    </a:cubicBezTo>
                    <a:cubicBezTo>
                      <a:pt x="7" y="10"/>
                      <a:pt x="3" y="20"/>
                      <a:pt x="1" y="30"/>
                    </a:cubicBezTo>
                    <a:cubicBezTo>
                      <a:pt x="0" y="32"/>
                      <a:pt x="3" y="33"/>
                      <a:pt x="4"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8" name="Freeform 475">
                <a:extLst>
                  <a:ext uri="{FF2B5EF4-FFF2-40B4-BE49-F238E27FC236}">
                    <a16:creationId xmlns:a16="http://schemas.microsoft.com/office/drawing/2014/main" id="{33B1F18A-22D0-2EF1-E114-B869FCE3D68B}"/>
                  </a:ext>
                </a:extLst>
              </p:cNvPr>
              <p:cNvSpPr/>
              <p:nvPr/>
            </p:nvSpPr>
            <p:spPr bwMode="auto">
              <a:xfrm>
                <a:off x="3783" y="1511"/>
                <a:ext cx="26" cy="52"/>
              </a:xfrm>
              <a:custGeom>
                <a:avLst/>
                <a:gdLst>
                  <a:gd name="T0" fmla="*/ 3 w 15"/>
                  <a:gd name="T1" fmla="*/ 27 h 30"/>
                  <a:gd name="T2" fmla="*/ 14 w 15"/>
                  <a:gd name="T3" fmla="*/ 3 h 30"/>
                  <a:gd name="T4" fmla="*/ 12 w 15"/>
                  <a:gd name="T5" fmla="*/ 1 h 30"/>
                  <a:gd name="T6" fmla="*/ 0 w 15"/>
                  <a:gd name="T7" fmla="*/ 27 h 30"/>
                  <a:gd name="T8" fmla="*/ 3 w 15"/>
                  <a:gd name="T9" fmla="*/ 27 h 30"/>
                </a:gdLst>
                <a:ahLst/>
                <a:cxnLst>
                  <a:cxn ang="0">
                    <a:pos x="T0" y="T1"/>
                  </a:cxn>
                  <a:cxn ang="0">
                    <a:pos x="T2" y="T3"/>
                  </a:cxn>
                  <a:cxn ang="0">
                    <a:pos x="T4" y="T5"/>
                  </a:cxn>
                  <a:cxn ang="0">
                    <a:pos x="T6" y="T7"/>
                  </a:cxn>
                  <a:cxn ang="0">
                    <a:pos x="T8" y="T9"/>
                  </a:cxn>
                </a:cxnLst>
                <a:rect l="0" t="0" r="r" b="b"/>
                <a:pathLst>
                  <a:path w="15" h="30">
                    <a:moveTo>
                      <a:pt x="3" y="27"/>
                    </a:moveTo>
                    <a:cubicBezTo>
                      <a:pt x="4" y="18"/>
                      <a:pt x="9" y="10"/>
                      <a:pt x="14" y="3"/>
                    </a:cubicBezTo>
                    <a:cubicBezTo>
                      <a:pt x="15" y="1"/>
                      <a:pt x="13" y="0"/>
                      <a:pt x="12" y="1"/>
                    </a:cubicBezTo>
                    <a:cubicBezTo>
                      <a:pt x="4" y="7"/>
                      <a:pt x="0" y="17"/>
                      <a:pt x="0" y="27"/>
                    </a:cubicBezTo>
                    <a:cubicBezTo>
                      <a:pt x="0" y="30"/>
                      <a:pt x="3" y="30"/>
                      <a:pt x="3"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9" name="Freeform 476">
                <a:extLst>
                  <a:ext uri="{FF2B5EF4-FFF2-40B4-BE49-F238E27FC236}">
                    <a16:creationId xmlns:a16="http://schemas.microsoft.com/office/drawing/2014/main" id="{787B919B-3872-9ECD-794C-79B8D055E09F}"/>
                  </a:ext>
                </a:extLst>
              </p:cNvPr>
              <p:cNvSpPr/>
              <p:nvPr/>
            </p:nvSpPr>
            <p:spPr bwMode="auto">
              <a:xfrm>
                <a:off x="3818" y="1516"/>
                <a:ext cx="21" cy="51"/>
              </a:xfrm>
              <a:custGeom>
                <a:avLst/>
                <a:gdLst>
                  <a:gd name="T0" fmla="*/ 5 w 12"/>
                  <a:gd name="T1" fmla="*/ 26 h 29"/>
                  <a:gd name="T2" fmla="*/ 11 w 12"/>
                  <a:gd name="T3" fmla="*/ 4 h 29"/>
                  <a:gd name="T4" fmla="*/ 9 w 12"/>
                  <a:gd name="T5" fmla="*/ 2 h 29"/>
                  <a:gd name="T6" fmla="*/ 1 w 12"/>
                  <a:gd name="T7" fmla="*/ 26 h 29"/>
                  <a:gd name="T8" fmla="*/ 5 w 12"/>
                  <a:gd name="T9" fmla="*/ 26 h 29"/>
                </a:gdLst>
                <a:ahLst/>
                <a:cxnLst>
                  <a:cxn ang="0">
                    <a:pos x="T0" y="T1"/>
                  </a:cxn>
                  <a:cxn ang="0">
                    <a:pos x="T2" y="T3"/>
                  </a:cxn>
                  <a:cxn ang="0">
                    <a:pos x="T4" y="T5"/>
                  </a:cxn>
                  <a:cxn ang="0">
                    <a:pos x="T6" y="T7"/>
                  </a:cxn>
                  <a:cxn ang="0">
                    <a:pos x="T8" y="T9"/>
                  </a:cxn>
                </a:cxnLst>
                <a:rect l="0" t="0" r="r" b="b"/>
                <a:pathLst>
                  <a:path w="12" h="29">
                    <a:moveTo>
                      <a:pt x="5" y="26"/>
                    </a:moveTo>
                    <a:cubicBezTo>
                      <a:pt x="5" y="18"/>
                      <a:pt x="7" y="11"/>
                      <a:pt x="11" y="4"/>
                    </a:cubicBezTo>
                    <a:cubicBezTo>
                      <a:pt x="12" y="2"/>
                      <a:pt x="10" y="0"/>
                      <a:pt x="9" y="2"/>
                    </a:cubicBezTo>
                    <a:cubicBezTo>
                      <a:pt x="3" y="8"/>
                      <a:pt x="0" y="18"/>
                      <a:pt x="1" y="26"/>
                    </a:cubicBezTo>
                    <a:cubicBezTo>
                      <a:pt x="1" y="29"/>
                      <a:pt x="5" y="28"/>
                      <a:pt x="5"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0" name="Freeform 477">
                <a:extLst>
                  <a:ext uri="{FF2B5EF4-FFF2-40B4-BE49-F238E27FC236}">
                    <a16:creationId xmlns:a16="http://schemas.microsoft.com/office/drawing/2014/main" id="{C1E74CF5-62EA-97FB-AB0E-4FCD00C7C6B9}"/>
                  </a:ext>
                </a:extLst>
              </p:cNvPr>
              <p:cNvSpPr/>
              <p:nvPr/>
            </p:nvSpPr>
            <p:spPr bwMode="auto">
              <a:xfrm>
                <a:off x="3855" y="1516"/>
                <a:ext cx="21" cy="49"/>
              </a:xfrm>
              <a:custGeom>
                <a:avLst/>
                <a:gdLst>
                  <a:gd name="T0" fmla="*/ 3 w 12"/>
                  <a:gd name="T1" fmla="*/ 26 h 28"/>
                  <a:gd name="T2" fmla="*/ 11 w 12"/>
                  <a:gd name="T3" fmla="*/ 4 h 28"/>
                  <a:gd name="T4" fmla="*/ 9 w 12"/>
                  <a:gd name="T5" fmla="*/ 2 h 28"/>
                  <a:gd name="T6" fmla="*/ 0 w 12"/>
                  <a:gd name="T7" fmla="*/ 26 h 28"/>
                  <a:gd name="T8" fmla="*/ 3 w 12"/>
                  <a:gd name="T9" fmla="*/ 26 h 28"/>
                </a:gdLst>
                <a:ahLst/>
                <a:cxnLst>
                  <a:cxn ang="0">
                    <a:pos x="T0" y="T1"/>
                  </a:cxn>
                  <a:cxn ang="0">
                    <a:pos x="T2" y="T3"/>
                  </a:cxn>
                  <a:cxn ang="0">
                    <a:pos x="T4" y="T5"/>
                  </a:cxn>
                  <a:cxn ang="0">
                    <a:pos x="T6" y="T7"/>
                  </a:cxn>
                  <a:cxn ang="0">
                    <a:pos x="T8" y="T9"/>
                  </a:cxn>
                </a:cxnLst>
                <a:rect l="0" t="0" r="r" b="b"/>
                <a:pathLst>
                  <a:path w="12" h="28">
                    <a:moveTo>
                      <a:pt x="3" y="26"/>
                    </a:moveTo>
                    <a:cubicBezTo>
                      <a:pt x="5" y="18"/>
                      <a:pt x="8" y="11"/>
                      <a:pt x="11" y="4"/>
                    </a:cubicBezTo>
                    <a:cubicBezTo>
                      <a:pt x="12" y="2"/>
                      <a:pt x="10" y="0"/>
                      <a:pt x="9" y="2"/>
                    </a:cubicBezTo>
                    <a:cubicBezTo>
                      <a:pt x="3" y="9"/>
                      <a:pt x="0" y="17"/>
                      <a:pt x="0" y="26"/>
                    </a:cubicBezTo>
                    <a:cubicBezTo>
                      <a:pt x="0" y="28"/>
                      <a:pt x="3" y="28"/>
                      <a:pt x="3"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1" name="Freeform 478">
                <a:extLst>
                  <a:ext uri="{FF2B5EF4-FFF2-40B4-BE49-F238E27FC236}">
                    <a16:creationId xmlns:a16="http://schemas.microsoft.com/office/drawing/2014/main" id="{28A1C481-C59F-27BB-8364-9A0516146E6B}"/>
                  </a:ext>
                </a:extLst>
              </p:cNvPr>
              <p:cNvSpPr/>
              <p:nvPr/>
            </p:nvSpPr>
            <p:spPr bwMode="auto">
              <a:xfrm>
                <a:off x="3895" y="1526"/>
                <a:ext cx="25" cy="43"/>
              </a:xfrm>
              <a:custGeom>
                <a:avLst/>
                <a:gdLst>
                  <a:gd name="T0" fmla="*/ 4 w 14"/>
                  <a:gd name="T1" fmla="*/ 22 h 24"/>
                  <a:gd name="T2" fmla="*/ 14 w 14"/>
                  <a:gd name="T3" fmla="*/ 3 h 24"/>
                  <a:gd name="T4" fmla="*/ 11 w 14"/>
                  <a:gd name="T5" fmla="*/ 2 h 24"/>
                  <a:gd name="T6" fmla="*/ 1 w 14"/>
                  <a:gd name="T7" fmla="*/ 20 h 24"/>
                  <a:gd name="T8" fmla="*/ 4 w 14"/>
                  <a:gd name="T9" fmla="*/ 22 h 24"/>
                </a:gdLst>
                <a:ahLst/>
                <a:cxnLst>
                  <a:cxn ang="0">
                    <a:pos x="T0" y="T1"/>
                  </a:cxn>
                  <a:cxn ang="0">
                    <a:pos x="T2" y="T3"/>
                  </a:cxn>
                  <a:cxn ang="0">
                    <a:pos x="T4" y="T5"/>
                  </a:cxn>
                  <a:cxn ang="0">
                    <a:pos x="T6" y="T7"/>
                  </a:cxn>
                  <a:cxn ang="0">
                    <a:pos x="T8" y="T9"/>
                  </a:cxn>
                </a:cxnLst>
                <a:rect l="0" t="0" r="r" b="b"/>
                <a:pathLst>
                  <a:path w="14" h="24">
                    <a:moveTo>
                      <a:pt x="4" y="22"/>
                    </a:moveTo>
                    <a:cubicBezTo>
                      <a:pt x="8" y="16"/>
                      <a:pt x="11" y="9"/>
                      <a:pt x="14" y="3"/>
                    </a:cubicBezTo>
                    <a:cubicBezTo>
                      <a:pt x="14" y="1"/>
                      <a:pt x="12" y="0"/>
                      <a:pt x="11" y="2"/>
                    </a:cubicBezTo>
                    <a:cubicBezTo>
                      <a:pt x="7" y="7"/>
                      <a:pt x="4" y="14"/>
                      <a:pt x="1" y="20"/>
                    </a:cubicBezTo>
                    <a:cubicBezTo>
                      <a:pt x="0" y="22"/>
                      <a:pt x="3" y="24"/>
                      <a:pt x="4"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2" name="Freeform 479">
                <a:extLst>
                  <a:ext uri="{FF2B5EF4-FFF2-40B4-BE49-F238E27FC236}">
                    <a16:creationId xmlns:a16="http://schemas.microsoft.com/office/drawing/2014/main" id="{B779FE05-3603-41D3-007C-B3F27C4A8421}"/>
                  </a:ext>
                </a:extLst>
              </p:cNvPr>
              <p:cNvSpPr/>
              <p:nvPr/>
            </p:nvSpPr>
            <p:spPr bwMode="auto">
              <a:xfrm>
                <a:off x="3924" y="1526"/>
                <a:ext cx="28" cy="43"/>
              </a:xfrm>
              <a:custGeom>
                <a:avLst/>
                <a:gdLst>
                  <a:gd name="T0" fmla="*/ 4 w 16"/>
                  <a:gd name="T1" fmla="*/ 22 h 24"/>
                  <a:gd name="T2" fmla="*/ 15 w 16"/>
                  <a:gd name="T3" fmla="*/ 3 h 24"/>
                  <a:gd name="T4" fmla="*/ 13 w 16"/>
                  <a:gd name="T5" fmla="*/ 1 h 24"/>
                  <a:gd name="T6" fmla="*/ 1 w 16"/>
                  <a:gd name="T7" fmla="*/ 21 h 24"/>
                  <a:gd name="T8" fmla="*/ 4 w 16"/>
                  <a:gd name="T9" fmla="*/ 22 h 24"/>
                </a:gdLst>
                <a:ahLst/>
                <a:cxnLst>
                  <a:cxn ang="0">
                    <a:pos x="T0" y="T1"/>
                  </a:cxn>
                  <a:cxn ang="0">
                    <a:pos x="T2" y="T3"/>
                  </a:cxn>
                  <a:cxn ang="0">
                    <a:pos x="T4" y="T5"/>
                  </a:cxn>
                  <a:cxn ang="0">
                    <a:pos x="T6" y="T7"/>
                  </a:cxn>
                  <a:cxn ang="0">
                    <a:pos x="T8" y="T9"/>
                  </a:cxn>
                </a:cxnLst>
                <a:rect l="0" t="0" r="r" b="b"/>
                <a:pathLst>
                  <a:path w="16" h="24">
                    <a:moveTo>
                      <a:pt x="4" y="22"/>
                    </a:moveTo>
                    <a:cubicBezTo>
                      <a:pt x="8" y="16"/>
                      <a:pt x="11" y="10"/>
                      <a:pt x="15" y="3"/>
                    </a:cubicBezTo>
                    <a:cubicBezTo>
                      <a:pt x="16" y="2"/>
                      <a:pt x="14" y="0"/>
                      <a:pt x="13" y="1"/>
                    </a:cubicBezTo>
                    <a:cubicBezTo>
                      <a:pt x="7" y="7"/>
                      <a:pt x="3" y="14"/>
                      <a:pt x="1" y="21"/>
                    </a:cubicBezTo>
                    <a:cubicBezTo>
                      <a:pt x="0" y="23"/>
                      <a:pt x="3" y="24"/>
                      <a:pt x="4"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3" name="Freeform 480">
                <a:extLst>
                  <a:ext uri="{FF2B5EF4-FFF2-40B4-BE49-F238E27FC236}">
                    <a16:creationId xmlns:a16="http://schemas.microsoft.com/office/drawing/2014/main" id="{5FBA7F3E-7458-567B-69A2-F03E4749C6CB}"/>
                  </a:ext>
                </a:extLst>
              </p:cNvPr>
              <p:cNvSpPr/>
              <p:nvPr/>
            </p:nvSpPr>
            <p:spPr bwMode="auto">
              <a:xfrm>
                <a:off x="2962" y="2107"/>
                <a:ext cx="69" cy="17"/>
              </a:xfrm>
              <a:custGeom>
                <a:avLst/>
                <a:gdLst>
                  <a:gd name="T0" fmla="*/ 3 w 39"/>
                  <a:gd name="T1" fmla="*/ 7 h 10"/>
                  <a:gd name="T2" fmla="*/ 36 w 39"/>
                  <a:gd name="T3" fmla="*/ 10 h 10"/>
                  <a:gd name="T4" fmla="*/ 37 w 39"/>
                  <a:gd name="T5" fmla="*/ 7 h 10"/>
                  <a:gd name="T6" fmla="*/ 2 w 39"/>
                  <a:gd name="T7" fmla="*/ 4 h 10"/>
                  <a:gd name="T8" fmla="*/ 3 w 39"/>
                  <a:gd name="T9" fmla="*/ 7 h 10"/>
                </a:gdLst>
                <a:ahLst/>
                <a:cxnLst>
                  <a:cxn ang="0">
                    <a:pos x="T0" y="T1"/>
                  </a:cxn>
                  <a:cxn ang="0">
                    <a:pos x="T2" y="T3"/>
                  </a:cxn>
                  <a:cxn ang="0">
                    <a:pos x="T4" y="T5"/>
                  </a:cxn>
                  <a:cxn ang="0">
                    <a:pos x="T6" y="T7"/>
                  </a:cxn>
                  <a:cxn ang="0">
                    <a:pos x="T8" y="T9"/>
                  </a:cxn>
                </a:cxnLst>
                <a:rect l="0" t="0" r="r" b="b"/>
                <a:pathLst>
                  <a:path w="39" h="10">
                    <a:moveTo>
                      <a:pt x="3" y="7"/>
                    </a:moveTo>
                    <a:cubicBezTo>
                      <a:pt x="15" y="4"/>
                      <a:pt x="25" y="6"/>
                      <a:pt x="36" y="10"/>
                    </a:cubicBezTo>
                    <a:cubicBezTo>
                      <a:pt x="38" y="10"/>
                      <a:pt x="39" y="8"/>
                      <a:pt x="37" y="7"/>
                    </a:cubicBezTo>
                    <a:cubicBezTo>
                      <a:pt x="27" y="0"/>
                      <a:pt x="13" y="0"/>
                      <a:pt x="2" y="4"/>
                    </a:cubicBezTo>
                    <a:cubicBezTo>
                      <a:pt x="0" y="4"/>
                      <a:pt x="1" y="8"/>
                      <a:pt x="3"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4" name="Freeform 481">
                <a:extLst>
                  <a:ext uri="{FF2B5EF4-FFF2-40B4-BE49-F238E27FC236}">
                    <a16:creationId xmlns:a16="http://schemas.microsoft.com/office/drawing/2014/main" id="{5E6102EA-403C-8D18-E8A5-F4EE6E65D1E1}"/>
                  </a:ext>
                </a:extLst>
              </p:cNvPr>
              <p:cNvSpPr/>
              <p:nvPr/>
            </p:nvSpPr>
            <p:spPr bwMode="auto">
              <a:xfrm>
                <a:off x="2983" y="2080"/>
                <a:ext cx="67" cy="22"/>
              </a:xfrm>
              <a:custGeom>
                <a:avLst/>
                <a:gdLst>
                  <a:gd name="T0" fmla="*/ 3 w 38"/>
                  <a:gd name="T1" fmla="*/ 12 h 12"/>
                  <a:gd name="T2" fmla="*/ 36 w 38"/>
                  <a:gd name="T3" fmla="*/ 5 h 12"/>
                  <a:gd name="T4" fmla="*/ 36 w 38"/>
                  <a:gd name="T5" fmla="*/ 2 h 12"/>
                  <a:gd name="T6" fmla="*/ 2 w 38"/>
                  <a:gd name="T7" fmla="*/ 9 h 12"/>
                  <a:gd name="T8" fmla="*/ 3 w 38"/>
                  <a:gd name="T9" fmla="*/ 12 h 12"/>
                </a:gdLst>
                <a:ahLst/>
                <a:cxnLst>
                  <a:cxn ang="0">
                    <a:pos x="T0" y="T1"/>
                  </a:cxn>
                  <a:cxn ang="0">
                    <a:pos x="T2" y="T3"/>
                  </a:cxn>
                  <a:cxn ang="0">
                    <a:pos x="T4" y="T5"/>
                  </a:cxn>
                  <a:cxn ang="0">
                    <a:pos x="T6" y="T7"/>
                  </a:cxn>
                  <a:cxn ang="0">
                    <a:pos x="T8" y="T9"/>
                  </a:cxn>
                </a:cxnLst>
                <a:rect l="0" t="0" r="r" b="b"/>
                <a:pathLst>
                  <a:path w="38" h="12">
                    <a:moveTo>
                      <a:pt x="3" y="12"/>
                    </a:moveTo>
                    <a:cubicBezTo>
                      <a:pt x="14" y="7"/>
                      <a:pt x="25" y="6"/>
                      <a:pt x="36" y="5"/>
                    </a:cubicBezTo>
                    <a:cubicBezTo>
                      <a:pt x="38" y="5"/>
                      <a:pt x="38" y="2"/>
                      <a:pt x="36" y="2"/>
                    </a:cubicBezTo>
                    <a:cubicBezTo>
                      <a:pt x="25" y="0"/>
                      <a:pt x="12" y="3"/>
                      <a:pt x="2" y="9"/>
                    </a:cubicBezTo>
                    <a:cubicBezTo>
                      <a:pt x="0" y="9"/>
                      <a:pt x="2" y="12"/>
                      <a:pt x="3"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5" name="Freeform 482">
                <a:extLst>
                  <a:ext uri="{FF2B5EF4-FFF2-40B4-BE49-F238E27FC236}">
                    <a16:creationId xmlns:a16="http://schemas.microsoft.com/office/drawing/2014/main" id="{C7EA914F-4BD2-69C5-2A7A-20C79671FA88}"/>
                  </a:ext>
                </a:extLst>
              </p:cNvPr>
              <p:cNvSpPr/>
              <p:nvPr/>
            </p:nvSpPr>
            <p:spPr bwMode="auto">
              <a:xfrm>
                <a:off x="3016" y="2054"/>
                <a:ext cx="74" cy="16"/>
              </a:xfrm>
              <a:custGeom>
                <a:avLst/>
                <a:gdLst>
                  <a:gd name="T0" fmla="*/ 3 w 42"/>
                  <a:gd name="T1" fmla="*/ 8 h 9"/>
                  <a:gd name="T2" fmla="*/ 40 w 42"/>
                  <a:gd name="T3" fmla="*/ 6 h 9"/>
                  <a:gd name="T4" fmla="*/ 40 w 42"/>
                  <a:gd name="T5" fmla="*/ 3 h 9"/>
                  <a:gd name="T6" fmla="*/ 2 w 42"/>
                  <a:gd name="T7" fmla="*/ 5 h 9"/>
                  <a:gd name="T8" fmla="*/ 3 w 42"/>
                  <a:gd name="T9" fmla="*/ 8 h 9"/>
                </a:gdLst>
                <a:ahLst/>
                <a:cxnLst>
                  <a:cxn ang="0">
                    <a:pos x="T0" y="T1"/>
                  </a:cxn>
                  <a:cxn ang="0">
                    <a:pos x="T2" y="T3"/>
                  </a:cxn>
                  <a:cxn ang="0">
                    <a:pos x="T4" y="T5"/>
                  </a:cxn>
                  <a:cxn ang="0">
                    <a:pos x="T6" y="T7"/>
                  </a:cxn>
                  <a:cxn ang="0">
                    <a:pos x="T8" y="T9"/>
                  </a:cxn>
                </a:cxnLst>
                <a:rect l="0" t="0" r="r" b="b"/>
                <a:pathLst>
                  <a:path w="42" h="9">
                    <a:moveTo>
                      <a:pt x="3" y="8"/>
                    </a:moveTo>
                    <a:cubicBezTo>
                      <a:pt x="15" y="6"/>
                      <a:pt x="27" y="6"/>
                      <a:pt x="40" y="6"/>
                    </a:cubicBezTo>
                    <a:cubicBezTo>
                      <a:pt x="41" y="6"/>
                      <a:pt x="42" y="3"/>
                      <a:pt x="40" y="3"/>
                    </a:cubicBezTo>
                    <a:cubicBezTo>
                      <a:pt x="28" y="0"/>
                      <a:pt x="14" y="2"/>
                      <a:pt x="2" y="5"/>
                    </a:cubicBezTo>
                    <a:cubicBezTo>
                      <a:pt x="0" y="5"/>
                      <a:pt x="1" y="9"/>
                      <a:pt x="3"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6" name="Freeform 483">
                <a:extLst>
                  <a:ext uri="{FF2B5EF4-FFF2-40B4-BE49-F238E27FC236}">
                    <a16:creationId xmlns:a16="http://schemas.microsoft.com/office/drawing/2014/main" id="{6809C0BC-EC27-CB54-12BF-079FF4104FA3}"/>
                  </a:ext>
                </a:extLst>
              </p:cNvPr>
              <p:cNvSpPr/>
              <p:nvPr/>
            </p:nvSpPr>
            <p:spPr bwMode="auto">
              <a:xfrm>
                <a:off x="3059" y="2014"/>
                <a:ext cx="81" cy="24"/>
              </a:xfrm>
              <a:custGeom>
                <a:avLst/>
                <a:gdLst>
                  <a:gd name="T0" fmla="*/ 4 w 46"/>
                  <a:gd name="T1" fmla="*/ 13 h 14"/>
                  <a:gd name="T2" fmla="*/ 44 w 46"/>
                  <a:gd name="T3" fmla="*/ 7 h 14"/>
                  <a:gd name="T4" fmla="*/ 45 w 46"/>
                  <a:gd name="T5" fmla="*/ 4 h 14"/>
                  <a:gd name="T6" fmla="*/ 2 w 46"/>
                  <a:gd name="T7" fmla="*/ 10 h 14"/>
                  <a:gd name="T8" fmla="*/ 4 w 46"/>
                  <a:gd name="T9" fmla="*/ 13 h 14"/>
                </a:gdLst>
                <a:ahLst/>
                <a:cxnLst>
                  <a:cxn ang="0">
                    <a:pos x="T0" y="T1"/>
                  </a:cxn>
                  <a:cxn ang="0">
                    <a:pos x="T2" y="T3"/>
                  </a:cxn>
                  <a:cxn ang="0">
                    <a:pos x="T4" y="T5"/>
                  </a:cxn>
                  <a:cxn ang="0">
                    <a:pos x="T6" y="T7"/>
                  </a:cxn>
                  <a:cxn ang="0">
                    <a:pos x="T8" y="T9"/>
                  </a:cxn>
                </a:cxnLst>
                <a:rect l="0" t="0" r="r" b="b"/>
                <a:pathLst>
                  <a:path w="46" h="14">
                    <a:moveTo>
                      <a:pt x="4" y="13"/>
                    </a:moveTo>
                    <a:cubicBezTo>
                      <a:pt x="17" y="6"/>
                      <a:pt x="30" y="6"/>
                      <a:pt x="44" y="7"/>
                    </a:cubicBezTo>
                    <a:cubicBezTo>
                      <a:pt x="46" y="7"/>
                      <a:pt x="46" y="5"/>
                      <a:pt x="45" y="4"/>
                    </a:cubicBezTo>
                    <a:cubicBezTo>
                      <a:pt x="30" y="0"/>
                      <a:pt x="15" y="3"/>
                      <a:pt x="2" y="10"/>
                    </a:cubicBezTo>
                    <a:cubicBezTo>
                      <a:pt x="0" y="11"/>
                      <a:pt x="1" y="14"/>
                      <a:pt x="4"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7" name="Freeform 484">
                <a:extLst>
                  <a:ext uri="{FF2B5EF4-FFF2-40B4-BE49-F238E27FC236}">
                    <a16:creationId xmlns:a16="http://schemas.microsoft.com/office/drawing/2014/main" id="{063953F2-784B-F24D-7CB7-3710649EB550}"/>
                  </a:ext>
                </a:extLst>
              </p:cNvPr>
              <p:cNvSpPr/>
              <p:nvPr/>
            </p:nvSpPr>
            <p:spPr bwMode="auto">
              <a:xfrm>
                <a:off x="3103" y="1987"/>
                <a:ext cx="59" cy="14"/>
              </a:xfrm>
              <a:custGeom>
                <a:avLst/>
                <a:gdLst>
                  <a:gd name="T0" fmla="*/ 4 w 34"/>
                  <a:gd name="T1" fmla="*/ 8 h 8"/>
                  <a:gd name="T2" fmla="*/ 32 w 34"/>
                  <a:gd name="T3" fmla="*/ 7 h 8"/>
                  <a:gd name="T4" fmla="*/ 32 w 34"/>
                  <a:gd name="T5" fmla="*/ 3 h 8"/>
                  <a:gd name="T6" fmla="*/ 3 w 34"/>
                  <a:gd name="T7" fmla="*/ 4 h 8"/>
                  <a:gd name="T8" fmla="*/ 4 w 34"/>
                  <a:gd name="T9" fmla="*/ 8 h 8"/>
                </a:gdLst>
                <a:ahLst/>
                <a:cxnLst>
                  <a:cxn ang="0">
                    <a:pos x="T0" y="T1"/>
                  </a:cxn>
                  <a:cxn ang="0">
                    <a:pos x="T2" y="T3"/>
                  </a:cxn>
                  <a:cxn ang="0">
                    <a:pos x="T4" y="T5"/>
                  </a:cxn>
                  <a:cxn ang="0">
                    <a:pos x="T6" y="T7"/>
                  </a:cxn>
                  <a:cxn ang="0">
                    <a:pos x="T8" y="T9"/>
                  </a:cxn>
                </a:cxnLst>
                <a:rect l="0" t="0" r="r" b="b"/>
                <a:pathLst>
                  <a:path w="34" h="8">
                    <a:moveTo>
                      <a:pt x="4" y="8"/>
                    </a:moveTo>
                    <a:cubicBezTo>
                      <a:pt x="13" y="5"/>
                      <a:pt x="22" y="5"/>
                      <a:pt x="32" y="7"/>
                    </a:cubicBezTo>
                    <a:cubicBezTo>
                      <a:pt x="34" y="7"/>
                      <a:pt x="34" y="4"/>
                      <a:pt x="32" y="3"/>
                    </a:cubicBezTo>
                    <a:cubicBezTo>
                      <a:pt x="23" y="0"/>
                      <a:pt x="12" y="1"/>
                      <a:pt x="3" y="4"/>
                    </a:cubicBezTo>
                    <a:cubicBezTo>
                      <a:pt x="0" y="5"/>
                      <a:pt x="1" y="8"/>
                      <a:pt x="4"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8" name="Freeform 485">
                <a:extLst>
                  <a:ext uri="{FF2B5EF4-FFF2-40B4-BE49-F238E27FC236}">
                    <a16:creationId xmlns:a16="http://schemas.microsoft.com/office/drawing/2014/main" id="{BCE5B7E5-894D-2AA9-11D9-864F2E31CC00}"/>
                  </a:ext>
                </a:extLst>
              </p:cNvPr>
              <p:cNvSpPr/>
              <p:nvPr/>
            </p:nvSpPr>
            <p:spPr bwMode="auto">
              <a:xfrm>
                <a:off x="2491" y="2668"/>
                <a:ext cx="107" cy="46"/>
              </a:xfrm>
              <a:custGeom>
                <a:avLst/>
                <a:gdLst>
                  <a:gd name="T0" fmla="*/ 59 w 61"/>
                  <a:gd name="T1" fmla="*/ 5 h 26"/>
                  <a:gd name="T2" fmla="*/ 1 w 61"/>
                  <a:gd name="T3" fmla="*/ 22 h 26"/>
                  <a:gd name="T4" fmla="*/ 3 w 61"/>
                  <a:gd name="T5" fmla="*/ 25 h 26"/>
                  <a:gd name="T6" fmla="*/ 59 w 61"/>
                  <a:gd name="T7" fmla="*/ 8 h 26"/>
                  <a:gd name="T8" fmla="*/ 59 w 61"/>
                  <a:gd name="T9" fmla="*/ 5 h 26"/>
                </a:gdLst>
                <a:ahLst/>
                <a:cxnLst>
                  <a:cxn ang="0">
                    <a:pos x="T0" y="T1"/>
                  </a:cxn>
                  <a:cxn ang="0">
                    <a:pos x="T2" y="T3"/>
                  </a:cxn>
                  <a:cxn ang="0">
                    <a:pos x="T4" y="T5"/>
                  </a:cxn>
                  <a:cxn ang="0">
                    <a:pos x="T6" y="T7"/>
                  </a:cxn>
                  <a:cxn ang="0">
                    <a:pos x="T8" y="T9"/>
                  </a:cxn>
                </a:cxnLst>
                <a:rect l="0" t="0" r="r" b="b"/>
                <a:pathLst>
                  <a:path w="61" h="26">
                    <a:moveTo>
                      <a:pt x="59" y="5"/>
                    </a:moveTo>
                    <a:cubicBezTo>
                      <a:pt x="38" y="0"/>
                      <a:pt x="16" y="7"/>
                      <a:pt x="1" y="22"/>
                    </a:cubicBezTo>
                    <a:cubicBezTo>
                      <a:pt x="0" y="24"/>
                      <a:pt x="2" y="26"/>
                      <a:pt x="3" y="25"/>
                    </a:cubicBezTo>
                    <a:cubicBezTo>
                      <a:pt x="20" y="12"/>
                      <a:pt x="38" y="6"/>
                      <a:pt x="59" y="8"/>
                    </a:cubicBezTo>
                    <a:cubicBezTo>
                      <a:pt x="60" y="8"/>
                      <a:pt x="61" y="5"/>
                      <a:pt x="59"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9" name="Freeform 486">
                <a:extLst>
                  <a:ext uri="{FF2B5EF4-FFF2-40B4-BE49-F238E27FC236}">
                    <a16:creationId xmlns:a16="http://schemas.microsoft.com/office/drawing/2014/main" id="{D88F94BF-D425-3188-C61A-0BB967021748}"/>
                  </a:ext>
                </a:extLst>
              </p:cNvPr>
              <p:cNvSpPr/>
              <p:nvPr/>
            </p:nvSpPr>
            <p:spPr bwMode="auto">
              <a:xfrm>
                <a:off x="2515" y="2696"/>
                <a:ext cx="65" cy="32"/>
              </a:xfrm>
              <a:custGeom>
                <a:avLst/>
                <a:gdLst>
                  <a:gd name="T0" fmla="*/ 35 w 37"/>
                  <a:gd name="T1" fmla="*/ 0 h 18"/>
                  <a:gd name="T2" fmla="*/ 1 w 37"/>
                  <a:gd name="T3" fmla="*/ 15 h 18"/>
                  <a:gd name="T4" fmla="*/ 3 w 37"/>
                  <a:gd name="T5" fmla="*/ 17 h 18"/>
                  <a:gd name="T6" fmla="*/ 35 w 37"/>
                  <a:gd name="T7" fmla="*/ 3 h 18"/>
                  <a:gd name="T8" fmla="*/ 35 w 37"/>
                  <a:gd name="T9" fmla="*/ 0 h 18"/>
                </a:gdLst>
                <a:ahLst/>
                <a:cxnLst>
                  <a:cxn ang="0">
                    <a:pos x="T0" y="T1"/>
                  </a:cxn>
                  <a:cxn ang="0">
                    <a:pos x="T2" y="T3"/>
                  </a:cxn>
                  <a:cxn ang="0">
                    <a:pos x="T4" y="T5"/>
                  </a:cxn>
                  <a:cxn ang="0">
                    <a:pos x="T6" y="T7"/>
                  </a:cxn>
                  <a:cxn ang="0">
                    <a:pos x="T8" y="T9"/>
                  </a:cxn>
                </a:cxnLst>
                <a:rect l="0" t="0" r="r" b="b"/>
                <a:pathLst>
                  <a:path w="37" h="18">
                    <a:moveTo>
                      <a:pt x="35" y="0"/>
                    </a:moveTo>
                    <a:cubicBezTo>
                      <a:pt x="22" y="0"/>
                      <a:pt x="10" y="5"/>
                      <a:pt x="1" y="15"/>
                    </a:cubicBezTo>
                    <a:cubicBezTo>
                      <a:pt x="0" y="16"/>
                      <a:pt x="1" y="18"/>
                      <a:pt x="3" y="17"/>
                    </a:cubicBezTo>
                    <a:cubicBezTo>
                      <a:pt x="13" y="10"/>
                      <a:pt x="23" y="5"/>
                      <a:pt x="35" y="3"/>
                    </a:cubicBezTo>
                    <a:cubicBezTo>
                      <a:pt x="37" y="3"/>
                      <a:pt x="37" y="0"/>
                      <a:pt x="3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70" name="Freeform 487">
                <a:extLst>
                  <a:ext uri="{FF2B5EF4-FFF2-40B4-BE49-F238E27FC236}">
                    <a16:creationId xmlns:a16="http://schemas.microsoft.com/office/drawing/2014/main" id="{3FCFFB4F-609F-114B-6814-CAADCD7C76F2}"/>
                  </a:ext>
                </a:extLst>
              </p:cNvPr>
              <p:cNvSpPr/>
              <p:nvPr/>
            </p:nvSpPr>
            <p:spPr bwMode="auto">
              <a:xfrm>
                <a:off x="2510" y="2728"/>
                <a:ext cx="41" cy="24"/>
              </a:xfrm>
              <a:custGeom>
                <a:avLst/>
                <a:gdLst>
                  <a:gd name="T0" fmla="*/ 20 w 23"/>
                  <a:gd name="T1" fmla="*/ 0 h 14"/>
                  <a:gd name="T2" fmla="*/ 1 w 23"/>
                  <a:gd name="T3" fmla="*/ 11 h 14"/>
                  <a:gd name="T4" fmla="*/ 3 w 23"/>
                  <a:gd name="T5" fmla="*/ 13 h 14"/>
                  <a:gd name="T6" fmla="*/ 21 w 23"/>
                  <a:gd name="T7" fmla="*/ 4 h 14"/>
                  <a:gd name="T8" fmla="*/ 20 w 23"/>
                  <a:gd name="T9" fmla="*/ 0 h 14"/>
                </a:gdLst>
                <a:ahLst/>
                <a:cxnLst>
                  <a:cxn ang="0">
                    <a:pos x="T0" y="T1"/>
                  </a:cxn>
                  <a:cxn ang="0">
                    <a:pos x="T2" y="T3"/>
                  </a:cxn>
                  <a:cxn ang="0">
                    <a:pos x="T4" y="T5"/>
                  </a:cxn>
                  <a:cxn ang="0">
                    <a:pos x="T6" y="T7"/>
                  </a:cxn>
                  <a:cxn ang="0">
                    <a:pos x="T8" y="T9"/>
                  </a:cxn>
                </a:cxnLst>
                <a:rect l="0" t="0" r="r" b="b"/>
                <a:pathLst>
                  <a:path w="23" h="14">
                    <a:moveTo>
                      <a:pt x="20" y="0"/>
                    </a:moveTo>
                    <a:cubicBezTo>
                      <a:pt x="13" y="3"/>
                      <a:pt x="7" y="6"/>
                      <a:pt x="1" y="11"/>
                    </a:cubicBezTo>
                    <a:cubicBezTo>
                      <a:pt x="0" y="12"/>
                      <a:pt x="1" y="14"/>
                      <a:pt x="3" y="13"/>
                    </a:cubicBezTo>
                    <a:cubicBezTo>
                      <a:pt x="9" y="9"/>
                      <a:pt x="15" y="6"/>
                      <a:pt x="21" y="4"/>
                    </a:cubicBezTo>
                    <a:cubicBezTo>
                      <a:pt x="23" y="3"/>
                      <a:pt x="22" y="0"/>
                      <a:pt x="2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71" name="Freeform 488">
                <a:extLst>
                  <a:ext uri="{FF2B5EF4-FFF2-40B4-BE49-F238E27FC236}">
                    <a16:creationId xmlns:a16="http://schemas.microsoft.com/office/drawing/2014/main" id="{07DD2BC5-D45E-F71D-F748-F2E7D09BC58B}"/>
                  </a:ext>
                </a:extLst>
              </p:cNvPr>
              <p:cNvSpPr/>
              <p:nvPr/>
            </p:nvSpPr>
            <p:spPr bwMode="auto">
              <a:xfrm>
                <a:off x="2507" y="2751"/>
                <a:ext cx="42" cy="31"/>
              </a:xfrm>
              <a:custGeom>
                <a:avLst/>
                <a:gdLst>
                  <a:gd name="T0" fmla="*/ 21 w 24"/>
                  <a:gd name="T1" fmla="*/ 1 h 18"/>
                  <a:gd name="T2" fmla="*/ 1 w 24"/>
                  <a:gd name="T3" fmla="*/ 15 h 18"/>
                  <a:gd name="T4" fmla="*/ 3 w 24"/>
                  <a:gd name="T5" fmla="*/ 17 h 18"/>
                  <a:gd name="T6" fmla="*/ 22 w 24"/>
                  <a:gd name="T7" fmla="*/ 4 h 18"/>
                  <a:gd name="T8" fmla="*/ 21 w 24"/>
                  <a:gd name="T9" fmla="*/ 1 h 18"/>
                </a:gdLst>
                <a:ahLst/>
                <a:cxnLst>
                  <a:cxn ang="0">
                    <a:pos x="T0" y="T1"/>
                  </a:cxn>
                  <a:cxn ang="0">
                    <a:pos x="T2" y="T3"/>
                  </a:cxn>
                  <a:cxn ang="0">
                    <a:pos x="T4" y="T5"/>
                  </a:cxn>
                  <a:cxn ang="0">
                    <a:pos x="T6" y="T7"/>
                  </a:cxn>
                  <a:cxn ang="0">
                    <a:pos x="T8" y="T9"/>
                  </a:cxn>
                </a:cxnLst>
                <a:rect l="0" t="0" r="r" b="b"/>
                <a:pathLst>
                  <a:path w="24" h="18">
                    <a:moveTo>
                      <a:pt x="21" y="1"/>
                    </a:moveTo>
                    <a:cubicBezTo>
                      <a:pt x="13" y="3"/>
                      <a:pt x="5" y="8"/>
                      <a:pt x="1" y="15"/>
                    </a:cubicBezTo>
                    <a:cubicBezTo>
                      <a:pt x="0" y="17"/>
                      <a:pt x="2" y="18"/>
                      <a:pt x="3" y="17"/>
                    </a:cubicBezTo>
                    <a:cubicBezTo>
                      <a:pt x="9" y="12"/>
                      <a:pt x="14" y="7"/>
                      <a:pt x="22" y="4"/>
                    </a:cubicBezTo>
                    <a:cubicBezTo>
                      <a:pt x="24" y="4"/>
                      <a:pt x="23" y="0"/>
                      <a:pt x="21"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72" name="Freeform 489">
                <a:extLst>
                  <a:ext uri="{FF2B5EF4-FFF2-40B4-BE49-F238E27FC236}">
                    <a16:creationId xmlns:a16="http://schemas.microsoft.com/office/drawing/2014/main" id="{85BB21C9-557C-EA1C-16E1-B44BA9563E55}"/>
                  </a:ext>
                </a:extLst>
              </p:cNvPr>
              <p:cNvSpPr/>
              <p:nvPr/>
            </p:nvSpPr>
            <p:spPr bwMode="auto">
              <a:xfrm>
                <a:off x="2512" y="2650"/>
                <a:ext cx="76" cy="18"/>
              </a:xfrm>
              <a:custGeom>
                <a:avLst/>
                <a:gdLst>
                  <a:gd name="T0" fmla="*/ 41 w 43"/>
                  <a:gd name="T1" fmla="*/ 0 h 10"/>
                  <a:gd name="T2" fmla="*/ 2 w 43"/>
                  <a:gd name="T3" fmla="*/ 7 h 10"/>
                  <a:gd name="T4" fmla="*/ 3 w 43"/>
                  <a:gd name="T5" fmla="*/ 10 h 10"/>
                  <a:gd name="T6" fmla="*/ 41 w 43"/>
                  <a:gd name="T7" fmla="*/ 4 h 10"/>
                  <a:gd name="T8" fmla="*/ 41 w 43"/>
                  <a:gd name="T9" fmla="*/ 0 h 10"/>
                </a:gdLst>
                <a:ahLst/>
                <a:cxnLst>
                  <a:cxn ang="0">
                    <a:pos x="T0" y="T1"/>
                  </a:cxn>
                  <a:cxn ang="0">
                    <a:pos x="T2" y="T3"/>
                  </a:cxn>
                  <a:cxn ang="0">
                    <a:pos x="T4" y="T5"/>
                  </a:cxn>
                  <a:cxn ang="0">
                    <a:pos x="T6" y="T7"/>
                  </a:cxn>
                  <a:cxn ang="0">
                    <a:pos x="T8" y="T9"/>
                  </a:cxn>
                </a:cxnLst>
                <a:rect l="0" t="0" r="r" b="b"/>
                <a:pathLst>
                  <a:path w="43" h="10">
                    <a:moveTo>
                      <a:pt x="41" y="0"/>
                    </a:moveTo>
                    <a:cubicBezTo>
                      <a:pt x="28" y="1"/>
                      <a:pt x="15" y="3"/>
                      <a:pt x="2" y="7"/>
                    </a:cubicBezTo>
                    <a:cubicBezTo>
                      <a:pt x="0" y="8"/>
                      <a:pt x="1" y="10"/>
                      <a:pt x="3" y="10"/>
                    </a:cubicBezTo>
                    <a:cubicBezTo>
                      <a:pt x="16" y="8"/>
                      <a:pt x="28" y="5"/>
                      <a:pt x="41" y="4"/>
                    </a:cubicBezTo>
                    <a:cubicBezTo>
                      <a:pt x="43" y="4"/>
                      <a:pt x="43" y="0"/>
                      <a:pt x="4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73" name="Freeform 490">
                <a:extLst>
                  <a:ext uri="{FF2B5EF4-FFF2-40B4-BE49-F238E27FC236}">
                    <a16:creationId xmlns:a16="http://schemas.microsoft.com/office/drawing/2014/main" id="{867F13A0-AD75-8AD4-114E-5FD4B2921965}"/>
                  </a:ext>
                </a:extLst>
              </p:cNvPr>
              <p:cNvSpPr/>
              <p:nvPr/>
            </p:nvSpPr>
            <p:spPr bwMode="auto">
              <a:xfrm>
                <a:off x="2500" y="2620"/>
                <a:ext cx="61" cy="20"/>
              </a:xfrm>
              <a:custGeom>
                <a:avLst/>
                <a:gdLst>
                  <a:gd name="T0" fmla="*/ 33 w 35"/>
                  <a:gd name="T1" fmla="*/ 2 h 11"/>
                  <a:gd name="T2" fmla="*/ 2 w 35"/>
                  <a:gd name="T3" fmla="*/ 7 h 11"/>
                  <a:gd name="T4" fmla="*/ 3 w 35"/>
                  <a:gd name="T5" fmla="*/ 10 h 11"/>
                  <a:gd name="T6" fmla="*/ 32 w 35"/>
                  <a:gd name="T7" fmla="*/ 5 h 11"/>
                  <a:gd name="T8" fmla="*/ 33 w 35"/>
                  <a:gd name="T9" fmla="*/ 2 h 11"/>
                </a:gdLst>
                <a:ahLst/>
                <a:cxnLst>
                  <a:cxn ang="0">
                    <a:pos x="T0" y="T1"/>
                  </a:cxn>
                  <a:cxn ang="0">
                    <a:pos x="T2" y="T3"/>
                  </a:cxn>
                  <a:cxn ang="0">
                    <a:pos x="T4" y="T5"/>
                  </a:cxn>
                  <a:cxn ang="0">
                    <a:pos x="T6" y="T7"/>
                  </a:cxn>
                  <a:cxn ang="0">
                    <a:pos x="T8" y="T9"/>
                  </a:cxn>
                </a:cxnLst>
                <a:rect l="0" t="0" r="r" b="b"/>
                <a:pathLst>
                  <a:path w="35" h="11">
                    <a:moveTo>
                      <a:pt x="33" y="2"/>
                    </a:moveTo>
                    <a:cubicBezTo>
                      <a:pt x="22" y="0"/>
                      <a:pt x="11" y="1"/>
                      <a:pt x="2" y="7"/>
                    </a:cubicBezTo>
                    <a:cubicBezTo>
                      <a:pt x="0" y="8"/>
                      <a:pt x="1" y="11"/>
                      <a:pt x="3" y="10"/>
                    </a:cubicBezTo>
                    <a:cubicBezTo>
                      <a:pt x="13" y="7"/>
                      <a:pt x="22" y="4"/>
                      <a:pt x="32" y="5"/>
                    </a:cubicBezTo>
                    <a:cubicBezTo>
                      <a:pt x="34" y="5"/>
                      <a:pt x="35" y="2"/>
                      <a:pt x="33"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74" name="Freeform 491">
                <a:extLst>
                  <a:ext uri="{FF2B5EF4-FFF2-40B4-BE49-F238E27FC236}">
                    <a16:creationId xmlns:a16="http://schemas.microsoft.com/office/drawing/2014/main" id="{4ADA6435-3909-1832-910D-EDCB26877F5C}"/>
                  </a:ext>
                </a:extLst>
              </p:cNvPr>
              <p:cNvSpPr/>
              <p:nvPr/>
            </p:nvSpPr>
            <p:spPr bwMode="auto">
              <a:xfrm>
                <a:off x="2482" y="2599"/>
                <a:ext cx="46" cy="13"/>
              </a:xfrm>
              <a:custGeom>
                <a:avLst/>
                <a:gdLst>
                  <a:gd name="T0" fmla="*/ 24 w 26"/>
                  <a:gd name="T1" fmla="*/ 1 h 7"/>
                  <a:gd name="T2" fmla="*/ 2 w 26"/>
                  <a:gd name="T3" fmla="*/ 4 h 7"/>
                  <a:gd name="T4" fmla="*/ 3 w 26"/>
                  <a:gd name="T5" fmla="*/ 7 h 7"/>
                  <a:gd name="T6" fmla="*/ 24 w 26"/>
                  <a:gd name="T7" fmla="*/ 4 h 7"/>
                  <a:gd name="T8" fmla="*/ 24 w 26"/>
                  <a:gd name="T9" fmla="*/ 1 h 7"/>
                </a:gdLst>
                <a:ahLst/>
                <a:cxnLst>
                  <a:cxn ang="0">
                    <a:pos x="T0" y="T1"/>
                  </a:cxn>
                  <a:cxn ang="0">
                    <a:pos x="T2" y="T3"/>
                  </a:cxn>
                  <a:cxn ang="0">
                    <a:pos x="T4" y="T5"/>
                  </a:cxn>
                  <a:cxn ang="0">
                    <a:pos x="T6" y="T7"/>
                  </a:cxn>
                  <a:cxn ang="0">
                    <a:pos x="T8" y="T9"/>
                  </a:cxn>
                </a:cxnLst>
                <a:rect l="0" t="0" r="r" b="b"/>
                <a:pathLst>
                  <a:path w="26" h="7">
                    <a:moveTo>
                      <a:pt x="24" y="1"/>
                    </a:moveTo>
                    <a:cubicBezTo>
                      <a:pt x="17" y="0"/>
                      <a:pt x="8" y="1"/>
                      <a:pt x="2" y="4"/>
                    </a:cubicBezTo>
                    <a:cubicBezTo>
                      <a:pt x="0" y="5"/>
                      <a:pt x="1" y="7"/>
                      <a:pt x="3" y="7"/>
                    </a:cubicBezTo>
                    <a:cubicBezTo>
                      <a:pt x="10" y="7"/>
                      <a:pt x="17" y="5"/>
                      <a:pt x="24" y="4"/>
                    </a:cubicBezTo>
                    <a:cubicBezTo>
                      <a:pt x="26" y="4"/>
                      <a:pt x="26" y="1"/>
                      <a:pt x="24"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75" name="Freeform 492">
                <a:extLst>
                  <a:ext uri="{FF2B5EF4-FFF2-40B4-BE49-F238E27FC236}">
                    <a16:creationId xmlns:a16="http://schemas.microsoft.com/office/drawing/2014/main" id="{E18FCD5E-A485-DB21-855C-CA383EFDD909}"/>
                  </a:ext>
                </a:extLst>
              </p:cNvPr>
              <p:cNvSpPr/>
              <p:nvPr/>
            </p:nvSpPr>
            <p:spPr bwMode="auto">
              <a:xfrm>
                <a:off x="2486" y="2564"/>
                <a:ext cx="29" cy="16"/>
              </a:xfrm>
              <a:custGeom>
                <a:avLst/>
                <a:gdLst>
                  <a:gd name="T0" fmla="*/ 14 w 17"/>
                  <a:gd name="T1" fmla="*/ 1 h 9"/>
                  <a:gd name="T2" fmla="*/ 1 w 17"/>
                  <a:gd name="T3" fmla="*/ 5 h 9"/>
                  <a:gd name="T4" fmla="*/ 2 w 17"/>
                  <a:gd name="T5" fmla="*/ 8 h 9"/>
                  <a:gd name="T6" fmla="*/ 15 w 17"/>
                  <a:gd name="T7" fmla="*/ 4 h 9"/>
                  <a:gd name="T8" fmla="*/ 14 w 17"/>
                  <a:gd name="T9" fmla="*/ 1 h 9"/>
                </a:gdLst>
                <a:ahLst/>
                <a:cxnLst>
                  <a:cxn ang="0">
                    <a:pos x="T0" y="T1"/>
                  </a:cxn>
                  <a:cxn ang="0">
                    <a:pos x="T2" y="T3"/>
                  </a:cxn>
                  <a:cxn ang="0">
                    <a:pos x="T4" y="T5"/>
                  </a:cxn>
                  <a:cxn ang="0">
                    <a:pos x="T6" y="T7"/>
                  </a:cxn>
                  <a:cxn ang="0">
                    <a:pos x="T8" y="T9"/>
                  </a:cxn>
                </a:cxnLst>
                <a:rect l="0" t="0" r="r" b="b"/>
                <a:pathLst>
                  <a:path w="17" h="9">
                    <a:moveTo>
                      <a:pt x="14" y="1"/>
                    </a:moveTo>
                    <a:cubicBezTo>
                      <a:pt x="10" y="2"/>
                      <a:pt x="5" y="3"/>
                      <a:pt x="1" y="5"/>
                    </a:cubicBezTo>
                    <a:cubicBezTo>
                      <a:pt x="0" y="6"/>
                      <a:pt x="0" y="9"/>
                      <a:pt x="2" y="8"/>
                    </a:cubicBezTo>
                    <a:cubicBezTo>
                      <a:pt x="6" y="8"/>
                      <a:pt x="11" y="6"/>
                      <a:pt x="15" y="4"/>
                    </a:cubicBezTo>
                    <a:cubicBezTo>
                      <a:pt x="17" y="3"/>
                      <a:pt x="16" y="0"/>
                      <a:pt x="14"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76" name="Freeform 493">
                <a:extLst>
                  <a:ext uri="{FF2B5EF4-FFF2-40B4-BE49-F238E27FC236}">
                    <a16:creationId xmlns:a16="http://schemas.microsoft.com/office/drawing/2014/main" id="{A0A2C649-402F-6A73-788F-481898FC05FD}"/>
                  </a:ext>
                </a:extLst>
              </p:cNvPr>
              <p:cNvSpPr/>
              <p:nvPr/>
            </p:nvSpPr>
            <p:spPr bwMode="auto">
              <a:xfrm>
                <a:off x="2802" y="948"/>
                <a:ext cx="83" cy="53"/>
              </a:xfrm>
              <a:custGeom>
                <a:avLst/>
                <a:gdLst>
                  <a:gd name="T0" fmla="*/ 2 w 47"/>
                  <a:gd name="T1" fmla="*/ 28 h 30"/>
                  <a:gd name="T2" fmla="*/ 45 w 47"/>
                  <a:gd name="T3" fmla="*/ 2 h 30"/>
                  <a:gd name="T4" fmla="*/ 42 w 47"/>
                  <a:gd name="T5" fmla="*/ 2 h 30"/>
                  <a:gd name="T6" fmla="*/ 2 w 47"/>
                  <a:gd name="T7" fmla="*/ 25 h 30"/>
                  <a:gd name="T8" fmla="*/ 2 w 47"/>
                  <a:gd name="T9" fmla="*/ 28 h 30"/>
                </a:gdLst>
                <a:ahLst/>
                <a:cxnLst>
                  <a:cxn ang="0">
                    <a:pos x="T0" y="T1"/>
                  </a:cxn>
                  <a:cxn ang="0">
                    <a:pos x="T2" y="T3"/>
                  </a:cxn>
                  <a:cxn ang="0">
                    <a:pos x="T4" y="T5"/>
                  </a:cxn>
                  <a:cxn ang="0">
                    <a:pos x="T6" y="T7"/>
                  </a:cxn>
                  <a:cxn ang="0">
                    <a:pos x="T8" y="T9"/>
                  </a:cxn>
                </a:cxnLst>
                <a:rect l="0" t="0" r="r" b="b"/>
                <a:pathLst>
                  <a:path w="47" h="30">
                    <a:moveTo>
                      <a:pt x="2" y="28"/>
                    </a:moveTo>
                    <a:cubicBezTo>
                      <a:pt x="17" y="30"/>
                      <a:pt x="47" y="22"/>
                      <a:pt x="45" y="2"/>
                    </a:cubicBezTo>
                    <a:cubicBezTo>
                      <a:pt x="45" y="0"/>
                      <a:pt x="43" y="0"/>
                      <a:pt x="42" y="2"/>
                    </a:cubicBezTo>
                    <a:cubicBezTo>
                      <a:pt x="41" y="20"/>
                      <a:pt x="16" y="24"/>
                      <a:pt x="2" y="25"/>
                    </a:cubicBezTo>
                    <a:cubicBezTo>
                      <a:pt x="0" y="25"/>
                      <a:pt x="0" y="27"/>
                      <a:pt x="2"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77" name="Freeform 494">
                <a:extLst>
                  <a:ext uri="{FF2B5EF4-FFF2-40B4-BE49-F238E27FC236}">
                    <a16:creationId xmlns:a16="http://schemas.microsoft.com/office/drawing/2014/main" id="{B9DDB0AD-5402-81C1-8A82-B3F9D7A99E79}"/>
                  </a:ext>
                </a:extLst>
              </p:cNvPr>
              <p:cNvSpPr/>
              <p:nvPr/>
            </p:nvSpPr>
            <p:spPr bwMode="auto">
              <a:xfrm>
                <a:off x="2104" y="1074"/>
                <a:ext cx="86" cy="16"/>
              </a:xfrm>
              <a:custGeom>
                <a:avLst/>
                <a:gdLst>
                  <a:gd name="T0" fmla="*/ 2 w 49"/>
                  <a:gd name="T1" fmla="*/ 9 h 9"/>
                  <a:gd name="T2" fmla="*/ 46 w 49"/>
                  <a:gd name="T3" fmla="*/ 7 h 9"/>
                  <a:gd name="T4" fmla="*/ 47 w 49"/>
                  <a:gd name="T5" fmla="*/ 5 h 9"/>
                  <a:gd name="T6" fmla="*/ 2 w 49"/>
                  <a:gd name="T7" fmla="*/ 6 h 9"/>
                  <a:gd name="T8" fmla="*/ 2 w 49"/>
                  <a:gd name="T9" fmla="*/ 9 h 9"/>
                </a:gdLst>
                <a:ahLst/>
                <a:cxnLst>
                  <a:cxn ang="0">
                    <a:pos x="T0" y="T1"/>
                  </a:cxn>
                  <a:cxn ang="0">
                    <a:pos x="T2" y="T3"/>
                  </a:cxn>
                  <a:cxn ang="0">
                    <a:pos x="T4" y="T5"/>
                  </a:cxn>
                  <a:cxn ang="0">
                    <a:pos x="T6" y="T7"/>
                  </a:cxn>
                  <a:cxn ang="0">
                    <a:pos x="T8" y="T9"/>
                  </a:cxn>
                </a:cxnLst>
                <a:rect l="0" t="0" r="r" b="b"/>
                <a:pathLst>
                  <a:path w="49" h="9">
                    <a:moveTo>
                      <a:pt x="2" y="9"/>
                    </a:moveTo>
                    <a:cubicBezTo>
                      <a:pt x="17" y="5"/>
                      <a:pt x="31" y="5"/>
                      <a:pt x="46" y="7"/>
                    </a:cubicBezTo>
                    <a:cubicBezTo>
                      <a:pt x="48" y="8"/>
                      <a:pt x="49" y="5"/>
                      <a:pt x="47" y="5"/>
                    </a:cubicBezTo>
                    <a:cubicBezTo>
                      <a:pt x="32" y="0"/>
                      <a:pt x="16" y="1"/>
                      <a:pt x="2" y="6"/>
                    </a:cubicBezTo>
                    <a:cubicBezTo>
                      <a:pt x="0" y="6"/>
                      <a:pt x="1" y="9"/>
                      <a:pt x="2"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78" name="Freeform 495">
                <a:extLst>
                  <a:ext uri="{FF2B5EF4-FFF2-40B4-BE49-F238E27FC236}">
                    <a16:creationId xmlns:a16="http://schemas.microsoft.com/office/drawing/2014/main" id="{A552AF86-2B4D-BA8F-E05B-7FD44AEAC332}"/>
                  </a:ext>
                </a:extLst>
              </p:cNvPr>
              <p:cNvSpPr/>
              <p:nvPr/>
            </p:nvSpPr>
            <p:spPr bwMode="auto">
              <a:xfrm>
                <a:off x="3757" y="1066"/>
                <a:ext cx="33" cy="45"/>
              </a:xfrm>
              <a:custGeom>
                <a:avLst/>
                <a:gdLst>
                  <a:gd name="T0" fmla="*/ 18 w 19"/>
                  <a:gd name="T1" fmla="*/ 23 h 26"/>
                  <a:gd name="T2" fmla="*/ 3 w 19"/>
                  <a:gd name="T3" fmla="*/ 1 h 26"/>
                  <a:gd name="T4" fmla="*/ 1 w 19"/>
                  <a:gd name="T5" fmla="*/ 3 h 26"/>
                  <a:gd name="T6" fmla="*/ 16 w 19"/>
                  <a:gd name="T7" fmla="*/ 25 h 26"/>
                  <a:gd name="T8" fmla="*/ 18 w 19"/>
                  <a:gd name="T9" fmla="*/ 23 h 26"/>
                </a:gdLst>
                <a:ahLst/>
                <a:cxnLst>
                  <a:cxn ang="0">
                    <a:pos x="T0" y="T1"/>
                  </a:cxn>
                  <a:cxn ang="0">
                    <a:pos x="T2" y="T3"/>
                  </a:cxn>
                  <a:cxn ang="0">
                    <a:pos x="T4" y="T5"/>
                  </a:cxn>
                  <a:cxn ang="0">
                    <a:pos x="T6" y="T7"/>
                  </a:cxn>
                  <a:cxn ang="0">
                    <a:pos x="T8" y="T9"/>
                  </a:cxn>
                </a:cxnLst>
                <a:rect l="0" t="0" r="r" b="b"/>
                <a:pathLst>
                  <a:path w="19" h="26">
                    <a:moveTo>
                      <a:pt x="18" y="23"/>
                    </a:moveTo>
                    <a:cubicBezTo>
                      <a:pt x="14" y="15"/>
                      <a:pt x="9" y="8"/>
                      <a:pt x="3" y="1"/>
                    </a:cubicBezTo>
                    <a:cubicBezTo>
                      <a:pt x="2" y="0"/>
                      <a:pt x="0" y="1"/>
                      <a:pt x="1" y="3"/>
                    </a:cubicBezTo>
                    <a:cubicBezTo>
                      <a:pt x="5" y="11"/>
                      <a:pt x="10" y="18"/>
                      <a:pt x="16" y="25"/>
                    </a:cubicBezTo>
                    <a:cubicBezTo>
                      <a:pt x="17" y="26"/>
                      <a:pt x="19" y="24"/>
                      <a:pt x="18"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79" name="Freeform 496">
                <a:extLst>
                  <a:ext uri="{FF2B5EF4-FFF2-40B4-BE49-F238E27FC236}">
                    <a16:creationId xmlns:a16="http://schemas.microsoft.com/office/drawing/2014/main" id="{C5BD0E59-A700-5660-B580-7ED697479BC7}"/>
                  </a:ext>
                </a:extLst>
              </p:cNvPr>
              <p:cNvSpPr/>
              <p:nvPr/>
            </p:nvSpPr>
            <p:spPr bwMode="auto">
              <a:xfrm>
                <a:off x="3779" y="1046"/>
                <a:ext cx="32" cy="46"/>
              </a:xfrm>
              <a:custGeom>
                <a:avLst/>
                <a:gdLst>
                  <a:gd name="T0" fmla="*/ 16 w 18"/>
                  <a:gd name="T1" fmla="*/ 23 h 26"/>
                  <a:gd name="T2" fmla="*/ 3 w 18"/>
                  <a:gd name="T3" fmla="*/ 1 h 26"/>
                  <a:gd name="T4" fmla="*/ 1 w 18"/>
                  <a:gd name="T5" fmla="*/ 2 h 26"/>
                  <a:gd name="T6" fmla="*/ 13 w 18"/>
                  <a:gd name="T7" fmla="*/ 24 h 26"/>
                  <a:gd name="T8" fmla="*/ 16 w 18"/>
                  <a:gd name="T9" fmla="*/ 23 h 26"/>
                </a:gdLst>
                <a:ahLst/>
                <a:cxnLst>
                  <a:cxn ang="0">
                    <a:pos x="T0" y="T1"/>
                  </a:cxn>
                  <a:cxn ang="0">
                    <a:pos x="T2" y="T3"/>
                  </a:cxn>
                  <a:cxn ang="0">
                    <a:pos x="T4" y="T5"/>
                  </a:cxn>
                  <a:cxn ang="0">
                    <a:pos x="T6" y="T7"/>
                  </a:cxn>
                  <a:cxn ang="0">
                    <a:pos x="T8" y="T9"/>
                  </a:cxn>
                </a:cxnLst>
                <a:rect l="0" t="0" r="r" b="b"/>
                <a:pathLst>
                  <a:path w="18" h="26">
                    <a:moveTo>
                      <a:pt x="16" y="23"/>
                    </a:moveTo>
                    <a:cubicBezTo>
                      <a:pt x="12" y="15"/>
                      <a:pt x="9" y="8"/>
                      <a:pt x="3" y="1"/>
                    </a:cubicBezTo>
                    <a:cubicBezTo>
                      <a:pt x="3" y="0"/>
                      <a:pt x="0" y="1"/>
                      <a:pt x="1" y="2"/>
                    </a:cubicBezTo>
                    <a:cubicBezTo>
                      <a:pt x="4" y="10"/>
                      <a:pt x="9" y="17"/>
                      <a:pt x="13" y="24"/>
                    </a:cubicBezTo>
                    <a:cubicBezTo>
                      <a:pt x="15" y="26"/>
                      <a:pt x="18" y="25"/>
                      <a:pt x="16"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80" name="Freeform 497">
                <a:extLst>
                  <a:ext uri="{FF2B5EF4-FFF2-40B4-BE49-F238E27FC236}">
                    <a16:creationId xmlns:a16="http://schemas.microsoft.com/office/drawing/2014/main" id="{CDC5425C-DE3A-DD47-AC40-104D411E8FAB}"/>
                  </a:ext>
                </a:extLst>
              </p:cNvPr>
              <p:cNvSpPr/>
              <p:nvPr/>
            </p:nvSpPr>
            <p:spPr bwMode="auto">
              <a:xfrm>
                <a:off x="3825" y="1050"/>
                <a:ext cx="23" cy="39"/>
              </a:xfrm>
              <a:custGeom>
                <a:avLst/>
                <a:gdLst>
                  <a:gd name="T0" fmla="*/ 11 w 13"/>
                  <a:gd name="T1" fmla="*/ 18 h 22"/>
                  <a:gd name="T2" fmla="*/ 6 w 13"/>
                  <a:gd name="T3" fmla="*/ 10 h 22"/>
                  <a:gd name="T4" fmla="*/ 3 w 13"/>
                  <a:gd name="T5" fmla="*/ 2 h 22"/>
                  <a:gd name="T6" fmla="*/ 0 w 13"/>
                  <a:gd name="T7" fmla="*/ 2 h 22"/>
                  <a:gd name="T8" fmla="*/ 9 w 13"/>
                  <a:gd name="T9" fmla="*/ 21 h 22"/>
                  <a:gd name="T10" fmla="*/ 11 w 13"/>
                  <a:gd name="T11" fmla="*/ 18 h 22"/>
                </a:gdLst>
                <a:ahLst/>
                <a:cxnLst>
                  <a:cxn ang="0">
                    <a:pos x="T0" y="T1"/>
                  </a:cxn>
                  <a:cxn ang="0">
                    <a:pos x="T2" y="T3"/>
                  </a:cxn>
                  <a:cxn ang="0">
                    <a:pos x="T4" y="T5"/>
                  </a:cxn>
                  <a:cxn ang="0">
                    <a:pos x="T6" y="T7"/>
                  </a:cxn>
                  <a:cxn ang="0">
                    <a:pos x="T8" y="T9"/>
                  </a:cxn>
                  <a:cxn ang="0">
                    <a:pos x="T10" y="T11"/>
                  </a:cxn>
                </a:cxnLst>
                <a:rect l="0" t="0" r="r" b="b"/>
                <a:pathLst>
                  <a:path w="13" h="22">
                    <a:moveTo>
                      <a:pt x="11" y="18"/>
                    </a:moveTo>
                    <a:cubicBezTo>
                      <a:pt x="9" y="16"/>
                      <a:pt x="8" y="13"/>
                      <a:pt x="6" y="10"/>
                    </a:cubicBezTo>
                    <a:cubicBezTo>
                      <a:pt x="5" y="8"/>
                      <a:pt x="4" y="5"/>
                      <a:pt x="3" y="2"/>
                    </a:cubicBezTo>
                    <a:cubicBezTo>
                      <a:pt x="3" y="0"/>
                      <a:pt x="0" y="0"/>
                      <a:pt x="0" y="2"/>
                    </a:cubicBezTo>
                    <a:cubicBezTo>
                      <a:pt x="1" y="9"/>
                      <a:pt x="5" y="16"/>
                      <a:pt x="9" y="21"/>
                    </a:cubicBezTo>
                    <a:cubicBezTo>
                      <a:pt x="10" y="22"/>
                      <a:pt x="13" y="20"/>
                      <a:pt x="11"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81" name="Freeform 498">
                <a:extLst>
                  <a:ext uri="{FF2B5EF4-FFF2-40B4-BE49-F238E27FC236}">
                    <a16:creationId xmlns:a16="http://schemas.microsoft.com/office/drawing/2014/main" id="{01011722-3C50-F3E3-A385-D690AD7798E9}"/>
                  </a:ext>
                </a:extLst>
              </p:cNvPr>
              <p:cNvSpPr/>
              <p:nvPr/>
            </p:nvSpPr>
            <p:spPr bwMode="auto">
              <a:xfrm>
                <a:off x="3860" y="1036"/>
                <a:ext cx="18" cy="51"/>
              </a:xfrm>
              <a:custGeom>
                <a:avLst/>
                <a:gdLst>
                  <a:gd name="T0" fmla="*/ 9 w 10"/>
                  <a:gd name="T1" fmla="*/ 24 h 29"/>
                  <a:gd name="T2" fmla="*/ 3 w 10"/>
                  <a:gd name="T3" fmla="*/ 1 h 29"/>
                  <a:gd name="T4" fmla="*/ 0 w 10"/>
                  <a:gd name="T5" fmla="*/ 2 h 29"/>
                  <a:gd name="T6" fmla="*/ 6 w 10"/>
                  <a:gd name="T7" fmla="*/ 26 h 29"/>
                  <a:gd name="T8" fmla="*/ 9 w 10"/>
                  <a:gd name="T9" fmla="*/ 24 h 29"/>
                </a:gdLst>
                <a:ahLst/>
                <a:cxnLst>
                  <a:cxn ang="0">
                    <a:pos x="T0" y="T1"/>
                  </a:cxn>
                  <a:cxn ang="0">
                    <a:pos x="T2" y="T3"/>
                  </a:cxn>
                  <a:cxn ang="0">
                    <a:pos x="T4" y="T5"/>
                  </a:cxn>
                  <a:cxn ang="0">
                    <a:pos x="T6" y="T7"/>
                  </a:cxn>
                  <a:cxn ang="0">
                    <a:pos x="T8" y="T9"/>
                  </a:cxn>
                </a:cxnLst>
                <a:rect l="0" t="0" r="r" b="b"/>
                <a:pathLst>
                  <a:path w="10" h="29">
                    <a:moveTo>
                      <a:pt x="9" y="24"/>
                    </a:moveTo>
                    <a:cubicBezTo>
                      <a:pt x="6" y="17"/>
                      <a:pt x="4" y="9"/>
                      <a:pt x="3" y="1"/>
                    </a:cubicBezTo>
                    <a:cubicBezTo>
                      <a:pt x="2" y="0"/>
                      <a:pt x="0" y="0"/>
                      <a:pt x="0" y="2"/>
                    </a:cubicBezTo>
                    <a:cubicBezTo>
                      <a:pt x="0" y="10"/>
                      <a:pt x="2" y="18"/>
                      <a:pt x="6" y="26"/>
                    </a:cubicBezTo>
                    <a:cubicBezTo>
                      <a:pt x="7" y="29"/>
                      <a:pt x="10" y="27"/>
                      <a:pt x="9"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82" name="Freeform 499">
                <a:extLst>
                  <a:ext uri="{FF2B5EF4-FFF2-40B4-BE49-F238E27FC236}">
                    <a16:creationId xmlns:a16="http://schemas.microsoft.com/office/drawing/2014/main" id="{760373BE-C961-DEBB-FA34-BEEF467D22FB}"/>
                  </a:ext>
                </a:extLst>
              </p:cNvPr>
              <p:cNvSpPr/>
              <p:nvPr/>
            </p:nvSpPr>
            <p:spPr bwMode="auto">
              <a:xfrm>
                <a:off x="4001" y="941"/>
                <a:ext cx="42" cy="68"/>
              </a:xfrm>
              <a:custGeom>
                <a:avLst/>
                <a:gdLst>
                  <a:gd name="T0" fmla="*/ 3 w 24"/>
                  <a:gd name="T1" fmla="*/ 37 h 39"/>
                  <a:gd name="T2" fmla="*/ 22 w 24"/>
                  <a:gd name="T3" fmla="*/ 4 h 39"/>
                  <a:gd name="T4" fmla="*/ 20 w 24"/>
                  <a:gd name="T5" fmla="*/ 1 h 39"/>
                  <a:gd name="T6" fmla="*/ 0 w 24"/>
                  <a:gd name="T7" fmla="*/ 37 h 39"/>
                  <a:gd name="T8" fmla="*/ 3 w 24"/>
                  <a:gd name="T9" fmla="*/ 37 h 39"/>
                </a:gdLst>
                <a:ahLst/>
                <a:cxnLst>
                  <a:cxn ang="0">
                    <a:pos x="T0" y="T1"/>
                  </a:cxn>
                  <a:cxn ang="0">
                    <a:pos x="T2" y="T3"/>
                  </a:cxn>
                  <a:cxn ang="0">
                    <a:pos x="T4" y="T5"/>
                  </a:cxn>
                  <a:cxn ang="0">
                    <a:pos x="T6" y="T7"/>
                  </a:cxn>
                  <a:cxn ang="0">
                    <a:pos x="T8" y="T9"/>
                  </a:cxn>
                </a:cxnLst>
                <a:rect l="0" t="0" r="r" b="b"/>
                <a:pathLst>
                  <a:path w="24" h="39">
                    <a:moveTo>
                      <a:pt x="3" y="37"/>
                    </a:moveTo>
                    <a:cubicBezTo>
                      <a:pt x="5" y="23"/>
                      <a:pt x="12" y="13"/>
                      <a:pt x="22" y="4"/>
                    </a:cubicBezTo>
                    <a:cubicBezTo>
                      <a:pt x="24" y="2"/>
                      <a:pt x="22" y="0"/>
                      <a:pt x="20" y="1"/>
                    </a:cubicBezTo>
                    <a:cubicBezTo>
                      <a:pt x="8" y="9"/>
                      <a:pt x="1" y="22"/>
                      <a:pt x="0" y="37"/>
                    </a:cubicBezTo>
                    <a:cubicBezTo>
                      <a:pt x="0" y="38"/>
                      <a:pt x="3" y="39"/>
                      <a:pt x="3"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83" name="Freeform 500">
                <a:extLst>
                  <a:ext uri="{FF2B5EF4-FFF2-40B4-BE49-F238E27FC236}">
                    <a16:creationId xmlns:a16="http://schemas.microsoft.com/office/drawing/2014/main" id="{B28FECCA-155A-94C4-8286-1F46213976E1}"/>
                  </a:ext>
                </a:extLst>
              </p:cNvPr>
              <p:cNvSpPr/>
              <p:nvPr/>
            </p:nvSpPr>
            <p:spPr bwMode="auto">
              <a:xfrm>
                <a:off x="3978" y="913"/>
                <a:ext cx="35" cy="81"/>
              </a:xfrm>
              <a:custGeom>
                <a:avLst/>
                <a:gdLst>
                  <a:gd name="T0" fmla="*/ 3 w 20"/>
                  <a:gd name="T1" fmla="*/ 44 h 46"/>
                  <a:gd name="T2" fmla="*/ 19 w 20"/>
                  <a:gd name="T3" fmla="*/ 3 h 46"/>
                  <a:gd name="T4" fmla="*/ 17 w 20"/>
                  <a:gd name="T5" fmla="*/ 1 h 46"/>
                  <a:gd name="T6" fmla="*/ 0 w 20"/>
                  <a:gd name="T7" fmla="*/ 44 h 46"/>
                  <a:gd name="T8" fmla="*/ 3 w 20"/>
                  <a:gd name="T9" fmla="*/ 44 h 46"/>
                </a:gdLst>
                <a:ahLst/>
                <a:cxnLst>
                  <a:cxn ang="0">
                    <a:pos x="T0" y="T1"/>
                  </a:cxn>
                  <a:cxn ang="0">
                    <a:pos x="T2" y="T3"/>
                  </a:cxn>
                  <a:cxn ang="0">
                    <a:pos x="T4" y="T5"/>
                  </a:cxn>
                  <a:cxn ang="0">
                    <a:pos x="T6" y="T7"/>
                  </a:cxn>
                  <a:cxn ang="0">
                    <a:pos x="T8" y="T9"/>
                  </a:cxn>
                </a:cxnLst>
                <a:rect l="0" t="0" r="r" b="b"/>
                <a:pathLst>
                  <a:path w="20" h="46">
                    <a:moveTo>
                      <a:pt x="3" y="44"/>
                    </a:moveTo>
                    <a:cubicBezTo>
                      <a:pt x="5" y="29"/>
                      <a:pt x="11" y="16"/>
                      <a:pt x="19" y="3"/>
                    </a:cubicBezTo>
                    <a:cubicBezTo>
                      <a:pt x="20" y="1"/>
                      <a:pt x="18" y="0"/>
                      <a:pt x="17" y="1"/>
                    </a:cubicBezTo>
                    <a:cubicBezTo>
                      <a:pt x="7" y="13"/>
                      <a:pt x="1" y="28"/>
                      <a:pt x="0" y="44"/>
                    </a:cubicBezTo>
                    <a:cubicBezTo>
                      <a:pt x="0" y="46"/>
                      <a:pt x="3" y="46"/>
                      <a:pt x="3" y="4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84" name="Freeform 501">
                <a:extLst>
                  <a:ext uri="{FF2B5EF4-FFF2-40B4-BE49-F238E27FC236}">
                    <a16:creationId xmlns:a16="http://schemas.microsoft.com/office/drawing/2014/main" id="{BA6AE5AB-7541-8635-6256-149FF17FCCAF}"/>
                  </a:ext>
                </a:extLst>
              </p:cNvPr>
              <p:cNvSpPr/>
              <p:nvPr/>
            </p:nvSpPr>
            <p:spPr bwMode="auto">
              <a:xfrm>
                <a:off x="3969" y="874"/>
                <a:ext cx="51" cy="63"/>
              </a:xfrm>
              <a:custGeom>
                <a:avLst/>
                <a:gdLst>
                  <a:gd name="T0" fmla="*/ 3 w 29"/>
                  <a:gd name="T1" fmla="*/ 35 h 36"/>
                  <a:gd name="T2" fmla="*/ 28 w 29"/>
                  <a:gd name="T3" fmla="*/ 3 h 36"/>
                  <a:gd name="T4" fmla="*/ 26 w 29"/>
                  <a:gd name="T5" fmla="*/ 1 h 36"/>
                  <a:gd name="T6" fmla="*/ 1 w 29"/>
                  <a:gd name="T7" fmla="*/ 33 h 36"/>
                  <a:gd name="T8" fmla="*/ 3 w 29"/>
                  <a:gd name="T9" fmla="*/ 35 h 36"/>
                </a:gdLst>
                <a:ahLst/>
                <a:cxnLst>
                  <a:cxn ang="0">
                    <a:pos x="T0" y="T1"/>
                  </a:cxn>
                  <a:cxn ang="0">
                    <a:pos x="T2" y="T3"/>
                  </a:cxn>
                  <a:cxn ang="0">
                    <a:pos x="T4" y="T5"/>
                  </a:cxn>
                  <a:cxn ang="0">
                    <a:pos x="T6" y="T7"/>
                  </a:cxn>
                  <a:cxn ang="0">
                    <a:pos x="T8" y="T9"/>
                  </a:cxn>
                </a:cxnLst>
                <a:rect l="0" t="0" r="r" b="b"/>
                <a:pathLst>
                  <a:path w="29" h="36">
                    <a:moveTo>
                      <a:pt x="3" y="35"/>
                    </a:moveTo>
                    <a:cubicBezTo>
                      <a:pt x="9" y="22"/>
                      <a:pt x="17" y="12"/>
                      <a:pt x="28" y="3"/>
                    </a:cubicBezTo>
                    <a:cubicBezTo>
                      <a:pt x="29" y="2"/>
                      <a:pt x="27" y="0"/>
                      <a:pt x="26" y="1"/>
                    </a:cubicBezTo>
                    <a:cubicBezTo>
                      <a:pt x="14" y="8"/>
                      <a:pt x="5" y="20"/>
                      <a:pt x="1" y="33"/>
                    </a:cubicBezTo>
                    <a:cubicBezTo>
                      <a:pt x="0" y="35"/>
                      <a:pt x="3" y="36"/>
                      <a:pt x="3" y="3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85" name="Freeform 502">
                <a:extLst>
                  <a:ext uri="{FF2B5EF4-FFF2-40B4-BE49-F238E27FC236}">
                    <a16:creationId xmlns:a16="http://schemas.microsoft.com/office/drawing/2014/main" id="{6AFC2DB1-B506-63D2-42BB-4E8FD63B1132}"/>
                  </a:ext>
                </a:extLst>
              </p:cNvPr>
              <p:cNvSpPr/>
              <p:nvPr/>
            </p:nvSpPr>
            <p:spPr bwMode="auto">
              <a:xfrm>
                <a:off x="4029" y="957"/>
                <a:ext cx="39" cy="52"/>
              </a:xfrm>
              <a:custGeom>
                <a:avLst/>
                <a:gdLst>
                  <a:gd name="T0" fmla="*/ 4 w 22"/>
                  <a:gd name="T1" fmla="*/ 28 h 30"/>
                  <a:gd name="T2" fmla="*/ 21 w 22"/>
                  <a:gd name="T3" fmla="*/ 3 h 30"/>
                  <a:gd name="T4" fmla="*/ 19 w 22"/>
                  <a:gd name="T5" fmla="*/ 1 h 30"/>
                  <a:gd name="T6" fmla="*/ 1 w 22"/>
                  <a:gd name="T7" fmla="*/ 27 h 30"/>
                  <a:gd name="T8" fmla="*/ 4 w 22"/>
                  <a:gd name="T9" fmla="*/ 28 h 30"/>
                </a:gdLst>
                <a:ahLst/>
                <a:cxnLst>
                  <a:cxn ang="0">
                    <a:pos x="T0" y="T1"/>
                  </a:cxn>
                  <a:cxn ang="0">
                    <a:pos x="T2" y="T3"/>
                  </a:cxn>
                  <a:cxn ang="0">
                    <a:pos x="T4" y="T5"/>
                  </a:cxn>
                  <a:cxn ang="0">
                    <a:pos x="T6" y="T7"/>
                  </a:cxn>
                  <a:cxn ang="0">
                    <a:pos x="T8" y="T9"/>
                  </a:cxn>
                </a:cxnLst>
                <a:rect l="0" t="0" r="r" b="b"/>
                <a:pathLst>
                  <a:path w="22" h="30">
                    <a:moveTo>
                      <a:pt x="4" y="28"/>
                    </a:moveTo>
                    <a:cubicBezTo>
                      <a:pt x="8" y="18"/>
                      <a:pt x="14" y="11"/>
                      <a:pt x="21" y="3"/>
                    </a:cubicBezTo>
                    <a:cubicBezTo>
                      <a:pt x="22" y="2"/>
                      <a:pt x="21" y="0"/>
                      <a:pt x="19" y="1"/>
                    </a:cubicBezTo>
                    <a:cubicBezTo>
                      <a:pt x="10" y="7"/>
                      <a:pt x="4" y="17"/>
                      <a:pt x="1" y="27"/>
                    </a:cubicBezTo>
                    <a:cubicBezTo>
                      <a:pt x="0" y="29"/>
                      <a:pt x="3" y="30"/>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86" name="Freeform 503">
                <a:extLst>
                  <a:ext uri="{FF2B5EF4-FFF2-40B4-BE49-F238E27FC236}">
                    <a16:creationId xmlns:a16="http://schemas.microsoft.com/office/drawing/2014/main" id="{74CECDBF-0FBE-0615-A73A-691857EC1B19}"/>
                  </a:ext>
                </a:extLst>
              </p:cNvPr>
              <p:cNvSpPr/>
              <p:nvPr/>
            </p:nvSpPr>
            <p:spPr bwMode="auto">
              <a:xfrm>
                <a:off x="4052" y="980"/>
                <a:ext cx="35" cy="45"/>
              </a:xfrm>
              <a:custGeom>
                <a:avLst/>
                <a:gdLst>
                  <a:gd name="T0" fmla="*/ 4 w 20"/>
                  <a:gd name="T1" fmla="*/ 24 h 26"/>
                  <a:gd name="T2" fmla="*/ 19 w 20"/>
                  <a:gd name="T3" fmla="*/ 3 h 26"/>
                  <a:gd name="T4" fmla="*/ 17 w 20"/>
                  <a:gd name="T5" fmla="*/ 1 h 26"/>
                  <a:gd name="T6" fmla="*/ 1 w 20"/>
                  <a:gd name="T7" fmla="*/ 22 h 26"/>
                  <a:gd name="T8" fmla="*/ 4 w 20"/>
                  <a:gd name="T9" fmla="*/ 24 h 26"/>
                </a:gdLst>
                <a:ahLst/>
                <a:cxnLst>
                  <a:cxn ang="0">
                    <a:pos x="T0" y="T1"/>
                  </a:cxn>
                  <a:cxn ang="0">
                    <a:pos x="T2" y="T3"/>
                  </a:cxn>
                  <a:cxn ang="0">
                    <a:pos x="T4" y="T5"/>
                  </a:cxn>
                  <a:cxn ang="0">
                    <a:pos x="T6" y="T7"/>
                  </a:cxn>
                  <a:cxn ang="0">
                    <a:pos x="T8" y="T9"/>
                  </a:cxn>
                </a:cxnLst>
                <a:rect l="0" t="0" r="r" b="b"/>
                <a:pathLst>
                  <a:path w="20" h="26">
                    <a:moveTo>
                      <a:pt x="4" y="24"/>
                    </a:moveTo>
                    <a:cubicBezTo>
                      <a:pt x="9" y="17"/>
                      <a:pt x="15" y="10"/>
                      <a:pt x="19" y="3"/>
                    </a:cubicBezTo>
                    <a:cubicBezTo>
                      <a:pt x="20" y="1"/>
                      <a:pt x="18" y="0"/>
                      <a:pt x="17" y="1"/>
                    </a:cubicBezTo>
                    <a:cubicBezTo>
                      <a:pt x="11" y="7"/>
                      <a:pt x="6" y="15"/>
                      <a:pt x="1" y="22"/>
                    </a:cubicBezTo>
                    <a:cubicBezTo>
                      <a:pt x="0" y="24"/>
                      <a:pt x="3" y="26"/>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87" name="Freeform 504">
                <a:extLst>
                  <a:ext uri="{FF2B5EF4-FFF2-40B4-BE49-F238E27FC236}">
                    <a16:creationId xmlns:a16="http://schemas.microsoft.com/office/drawing/2014/main" id="{4BB395AF-7646-3EAE-D595-63DCA55E990C}"/>
                  </a:ext>
                </a:extLst>
              </p:cNvPr>
              <p:cNvSpPr/>
              <p:nvPr/>
            </p:nvSpPr>
            <p:spPr bwMode="auto">
              <a:xfrm>
                <a:off x="4075" y="1023"/>
                <a:ext cx="23" cy="36"/>
              </a:xfrm>
              <a:custGeom>
                <a:avLst/>
                <a:gdLst>
                  <a:gd name="T0" fmla="*/ 4 w 13"/>
                  <a:gd name="T1" fmla="*/ 18 h 20"/>
                  <a:gd name="T2" fmla="*/ 9 w 13"/>
                  <a:gd name="T3" fmla="*/ 10 h 20"/>
                  <a:gd name="T4" fmla="*/ 12 w 13"/>
                  <a:gd name="T5" fmla="*/ 3 h 20"/>
                  <a:gd name="T6" fmla="*/ 10 w 13"/>
                  <a:gd name="T7" fmla="*/ 1 h 20"/>
                  <a:gd name="T8" fmla="*/ 5 w 13"/>
                  <a:gd name="T9" fmla="*/ 8 h 20"/>
                  <a:gd name="T10" fmla="*/ 1 w 13"/>
                  <a:gd name="T11" fmla="*/ 16 h 20"/>
                  <a:gd name="T12" fmla="*/ 4 w 13"/>
                  <a:gd name="T13" fmla="*/ 18 h 20"/>
                </a:gdLst>
                <a:ahLst/>
                <a:cxnLst>
                  <a:cxn ang="0">
                    <a:pos x="T0" y="T1"/>
                  </a:cxn>
                  <a:cxn ang="0">
                    <a:pos x="T2" y="T3"/>
                  </a:cxn>
                  <a:cxn ang="0">
                    <a:pos x="T4" y="T5"/>
                  </a:cxn>
                  <a:cxn ang="0">
                    <a:pos x="T6" y="T7"/>
                  </a:cxn>
                  <a:cxn ang="0">
                    <a:pos x="T8" y="T9"/>
                  </a:cxn>
                  <a:cxn ang="0">
                    <a:pos x="T10" y="T11"/>
                  </a:cxn>
                  <a:cxn ang="0">
                    <a:pos x="T12" y="T13"/>
                  </a:cxn>
                </a:cxnLst>
                <a:rect l="0" t="0" r="r" b="b"/>
                <a:pathLst>
                  <a:path w="13" h="20">
                    <a:moveTo>
                      <a:pt x="4" y="18"/>
                    </a:moveTo>
                    <a:cubicBezTo>
                      <a:pt x="6" y="16"/>
                      <a:pt x="7" y="13"/>
                      <a:pt x="9" y="10"/>
                    </a:cubicBezTo>
                    <a:cubicBezTo>
                      <a:pt x="10" y="8"/>
                      <a:pt x="12" y="5"/>
                      <a:pt x="12" y="3"/>
                    </a:cubicBezTo>
                    <a:cubicBezTo>
                      <a:pt x="13" y="1"/>
                      <a:pt x="11" y="0"/>
                      <a:pt x="10" y="1"/>
                    </a:cubicBezTo>
                    <a:cubicBezTo>
                      <a:pt x="8" y="3"/>
                      <a:pt x="7" y="6"/>
                      <a:pt x="5" y="8"/>
                    </a:cubicBezTo>
                    <a:cubicBezTo>
                      <a:pt x="4" y="11"/>
                      <a:pt x="2" y="14"/>
                      <a:pt x="1" y="16"/>
                    </a:cubicBezTo>
                    <a:cubicBezTo>
                      <a:pt x="0" y="18"/>
                      <a:pt x="3" y="20"/>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88" name="Freeform 505">
                <a:extLst>
                  <a:ext uri="{FF2B5EF4-FFF2-40B4-BE49-F238E27FC236}">
                    <a16:creationId xmlns:a16="http://schemas.microsoft.com/office/drawing/2014/main" id="{CD998FBE-42B5-EC7D-5863-53A84F13B7C2}"/>
                  </a:ext>
                </a:extLst>
              </p:cNvPr>
              <p:cNvSpPr/>
              <p:nvPr/>
            </p:nvSpPr>
            <p:spPr bwMode="auto">
              <a:xfrm>
                <a:off x="4094" y="1039"/>
                <a:ext cx="26" cy="34"/>
              </a:xfrm>
              <a:custGeom>
                <a:avLst/>
                <a:gdLst>
                  <a:gd name="T0" fmla="*/ 4 w 15"/>
                  <a:gd name="T1" fmla="*/ 17 h 19"/>
                  <a:gd name="T2" fmla="*/ 14 w 15"/>
                  <a:gd name="T3" fmla="*/ 3 h 19"/>
                  <a:gd name="T4" fmla="*/ 13 w 15"/>
                  <a:gd name="T5" fmla="*/ 1 h 19"/>
                  <a:gd name="T6" fmla="*/ 1 w 15"/>
                  <a:gd name="T7" fmla="*/ 17 h 19"/>
                  <a:gd name="T8" fmla="*/ 4 w 15"/>
                  <a:gd name="T9" fmla="*/ 17 h 19"/>
                </a:gdLst>
                <a:ahLst/>
                <a:cxnLst>
                  <a:cxn ang="0">
                    <a:pos x="T0" y="T1"/>
                  </a:cxn>
                  <a:cxn ang="0">
                    <a:pos x="T2" y="T3"/>
                  </a:cxn>
                  <a:cxn ang="0">
                    <a:pos x="T4" y="T5"/>
                  </a:cxn>
                  <a:cxn ang="0">
                    <a:pos x="T6" y="T7"/>
                  </a:cxn>
                  <a:cxn ang="0">
                    <a:pos x="T8" y="T9"/>
                  </a:cxn>
                </a:cxnLst>
                <a:rect l="0" t="0" r="r" b="b"/>
                <a:pathLst>
                  <a:path w="15" h="19">
                    <a:moveTo>
                      <a:pt x="4" y="17"/>
                    </a:moveTo>
                    <a:cubicBezTo>
                      <a:pt x="5" y="11"/>
                      <a:pt x="9" y="7"/>
                      <a:pt x="14" y="3"/>
                    </a:cubicBezTo>
                    <a:cubicBezTo>
                      <a:pt x="15" y="2"/>
                      <a:pt x="14" y="0"/>
                      <a:pt x="13" y="1"/>
                    </a:cubicBezTo>
                    <a:cubicBezTo>
                      <a:pt x="6" y="3"/>
                      <a:pt x="1" y="10"/>
                      <a:pt x="1" y="17"/>
                    </a:cubicBezTo>
                    <a:cubicBezTo>
                      <a:pt x="0" y="19"/>
                      <a:pt x="4" y="19"/>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89" name="Freeform 506">
                <a:extLst>
                  <a:ext uri="{FF2B5EF4-FFF2-40B4-BE49-F238E27FC236}">
                    <a16:creationId xmlns:a16="http://schemas.microsoft.com/office/drawing/2014/main" id="{1B07096F-F819-FF78-9844-51EC9F6E04D8}"/>
                  </a:ext>
                </a:extLst>
              </p:cNvPr>
              <p:cNvSpPr/>
              <p:nvPr/>
            </p:nvSpPr>
            <p:spPr bwMode="auto">
              <a:xfrm>
                <a:off x="4259" y="1106"/>
                <a:ext cx="57" cy="76"/>
              </a:xfrm>
              <a:custGeom>
                <a:avLst/>
                <a:gdLst>
                  <a:gd name="T0" fmla="*/ 3 w 32"/>
                  <a:gd name="T1" fmla="*/ 41 h 43"/>
                  <a:gd name="T2" fmla="*/ 30 w 32"/>
                  <a:gd name="T3" fmla="*/ 3 h 43"/>
                  <a:gd name="T4" fmla="*/ 29 w 32"/>
                  <a:gd name="T5" fmla="*/ 0 h 43"/>
                  <a:gd name="T6" fmla="*/ 0 w 32"/>
                  <a:gd name="T7" fmla="*/ 40 h 43"/>
                  <a:gd name="T8" fmla="*/ 3 w 32"/>
                  <a:gd name="T9" fmla="*/ 41 h 43"/>
                </a:gdLst>
                <a:ahLst/>
                <a:cxnLst>
                  <a:cxn ang="0">
                    <a:pos x="T0" y="T1"/>
                  </a:cxn>
                  <a:cxn ang="0">
                    <a:pos x="T2" y="T3"/>
                  </a:cxn>
                  <a:cxn ang="0">
                    <a:pos x="T4" y="T5"/>
                  </a:cxn>
                  <a:cxn ang="0">
                    <a:pos x="T6" y="T7"/>
                  </a:cxn>
                  <a:cxn ang="0">
                    <a:pos x="T8" y="T9"/>
                  </a:cxn>
                </a:cxnLst>
                <a:rect l="0" t="0" r="r" b="b"/>
                <a:pathLst>
                  <a:path w="32" h="43">
                    <a:moveTo>
                      <a:pt x="3" y="41"/>
                    </a:moveTo>
                    <a:cubicBezTo>
                      <a:pt x="7" y="25"/>
                      <a:pt x="17" y="13"/>
                      <a:pt x="30" y="3"/>
                    </a:cubicBezTo>
                    <a:cubicBezTo>
                      <a:pt x="32" y="2"/>
                      <a:pt x="30" y="0"/>
                      <a:pt x="29" y="0"/>
                    </a:cubicBezTo>
                    <a:cubicBezTo>
                      <a:pt x="13" y="8"/>
                      <a:pt x="3" y="23"/>
                      <a:pt x="0" y="40"/>
                    </a:cubicBezTo>
                    <a:cubicBezTo>
                      <a:pt x="0" y="42"/>
                      <a:pt x="2" y="43"/>
                      <a:pt x="3" y="4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90" name="Freeform 507">
                <a:extLst>
                  <a:ext uri="{FF2B5EF4-FFF2-40B4-BE49-F238E27FC236}">
                    <a16:creationId xmlns:a16="http://schemas.microsoft.com/office/drawing/2014/main" id="{7E7228F7-CC57-C090-9EFF-40ECF30FBB58}"/>
                  </a:ext>
                </a:extLst>
              </p:cNvPr>
              <p:cNvSpPr/>
              <p:nvPr/>
            </p:nvSpPr>
            <p:spPr bwMode="auto">
              <a:xfrm>
                <a:off x="4242" y="1085"/>
                <a:ext cx="56" cy="60"/>
              </a:xfrm>
              <a:custGeom>
                <a:avLst/>
                <a:gdLst>
                  <a:gd name="T0" fmla="*/ 4 w 32"/>
                  <a:gd name="T1" fmla="*/ 32 h 34"/>
                  <a:gd name="T2" fmla="*/ 30 w 32"/>
                  <a:gd name="T3" fmla="*/ 3 h 34"/>
                  <a:gd name="T4" fmla="*/ 29 w 32"/>
                  <a:gd name="T5" fmla="*/ 0 h 34"/>
                  <a:gd name="T6" fmla="*/ 1 w 32"/>
                  <a:gd name="T7" fmla="*/ 31 h 34"/>
                  <a:gd name="T8" fmla="*/ 4 w 32"/>
                  <a:gd name="T9" fmla="*/ 32 h 34"/>
                </a:gdLst>
                <a:ahLst/>
                <a:cxnLst>
                  <a:cxn ang="0">
                    <a:pos x="T0" y="T1"/>
                  </a:cxn>
                  <a:cxn ang="0">
                    <a:pos x="T2" y="T3"/>
                  </a:cxn>
                  <a:cxn ang="0">
                    <a:pos x="T4" y="T5"/>
                  </a:cxn>
                  <a:cxn ang="0">
                    <a:pos x="T6" y="T7"/>
                  </a:cxn>
                  <a:cxn ang="0">
                    <a:pos x="T8" y="T9"/>
                  </a:cxn>
                </a:cxnLst>
                <a:rect l="0" t="0" r="r" b="b"/>
                <a:pathLst>
                  <a:path w="32" h="34">
                    <a:moveTo>
                      <a:pt x="4" y="32"/>
                    </a:moveTo>
                    <a:cubicBezTo>
                      <a:pt x="9" y="19"/>
                      <a:pt x="18" y="10"/>
                      <a:pt x="30" y="3"/>
                    </a:cubicBezTo>
                    <a:cubicBezTo>
                      <a:pt x="32" y="2"/>
                      <a:pt x="31" y="0"/>
                      <a:pt x="29" y="0"/>
                    </a:cubicBezTo>
                    <a:cubicBezTo>
                      <a:pt x="15" y="5"/>
                      <a:pt x="5" y="17"/>
                      <a:pt x="1" y="31"/>
                    </a:cubicBezTo>
                    <a:cubicBezTo>
                      <a:pt x="0" y="33"/>
                      <a:pt x="4" y="34"/>
                      <a:pt x="4"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91" name="Freeform 508">
                <a:extLst>
                  <a:ext uri="{FF2B5EF4-FFF2-40B4-BE49-F238E27FC236}">
                    <a16:creationId xmlns:a16="http://schemas.microsoft.com/office/drawing/2014/main" id="{7FF378F4-2B77-E062-7671-387E54BA6872}"/>
                  </a:ext>
                </a:extLst>
              </p:cNvPr>
              <p:cNvSpPr/>
              <p:nvPr/>
            </p:nvSpPr>
            <p:spPr bwMode="auto">
              <a:xfrm>
                <a:off x="4240" y="1050"/>
                <a:ext cx="60" cy="56"/>
              </a:xfrm>
              <a:custGeom>
                <a:avLst/>
                <a:gdLst>
                  <a:gd name="T0" fmla="*/ 3 w 34"/>
                  <a:gd name="T1" fmla="*/ 31 h 32"/>
                  <a:gd name="T2" fmla="*/ 33 w 34"/>
                  <a:gd name="T3" fmla="*/ 3 h 32"/>
                  <a:gd name="T4" fmla="*/ 32 w 34"/>
                  <a:gd name="T5" fmla="*/ 1 h 32"/>
                  <a:gd name="T6" fmla="*/ 1 w 34"/>
                  <a:gd name="T7" fmla="*/ 29 h 32"/>
                  <a:gd name="T8" fmla="*/ 3 w 34"/>
                  <a:gd name="T9" fmla="*/ 31 h 32"/>
                </a:gdLst>
                <a:ahLst/>
                <a:cxnLst>
                  <a:cxn ang="0">
                    <a:pos x="T0" y="T1"/>
                  </a:cxn>
                  <a:cxn ang="0">
                    <a:pos x="T2" y="T3"/>
                  </a:cxn>
                  <a:cxn ang="0">
                    <a:pos x="T4" y="T5"/>
                  </a:cxn>
                  <a:cxn ang="0">
                    <a:pos x="T6" y="T7"/>
                  </a:cxn>
                  <a:cxn ang="0">
                    <a:pos x="T8" y="T9"/>
                  </a:cxn>
                </a:cxnLst>
                <a:rect l="0" t="0" r="r" b="b"/>
                <a:pathLst>
                  <a:path w="34" h="32">
                    <a:moveTo>
                      <a:pt x="3" y="31"/>
                    </a:moveTo>
                    <a:cubicBezTo>
                      <a:pt x="9" y="18"/>
                      <a:pt x="20" y="9"/>
                      <a:pt x="33" y="3"/>
                    </a:cubicBezTo>
                    <a:cubicBezTo>
                      <a:pt x="34" y="3"/>
                      <a:pt x="34" y="0"/>
                      <a:pt x="32" y="1"/>
                    </a:cubicBezTo>
                    <a:cubicBezTo>
                      <a:pt x="18" y="5"/>
                      <a:pt x="7" y="15"/>
                      <a:pt x="1" y="29"/>
                    </a:cubicBezTo>
                    <a:cubicBezTo>
                      <a:pt x="0" y="31"/>
                      <a:pt x="2" y="32"/>
                      <a:pt x="3"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92" name="Freeform 509">
                <a:extLst>
                  <a:ext uri="{FF2B5EF4-FFF2-40B4-BE49-F238E27FC236}">
                    <a16:creationId xmlns:a16="http://schemas.microsoft.com/office/drawing/2014/main" id="{9117E387-4C98-0189-AB2B-A2F1E51BC8AC}"/>
                  </a:ext>
                </a:extLst>
              </p:cNvPr>
              <p:cNvSpPr/>
              <p:nvPr/>
            </p:nvSpPr>
            <p:spPr bwMode="auto">
              <a:xfrm>
                <a:off x="4266" y="1154"/>
                <a:ext cx="57" cy="65"/>
              </a:xfrm>
              <a:custGeom>
                <a:avLst/>
                <a:gdLst>
                  <a:gd name="T0" fmla="*/ 3 w 32"/>
                  <a:gd name="T1" fmla="*/ 35 h 37"/>
                  <a:gd name="T2" fmla="*/ 31 w 32"/>
                  <a:gd name="T3" fmla="*/ 4 h 37"/>
                  <a:gd name="T4" fmla="*/ 29 w 32"/>
                  <a:gd name="T5" fmla="*/ 1 h 37"/>
                  <a:gd name="T6" fmla="*/ 0 w 32"/>
                  <a:gd name="T7" fmla="*/ 35 h 37"/>
                  <a:gd name="T8" fmla="*/ 3 w 32"/>
                  <a:gd name="T9" fmla="*/ 35 h 37"/>
                </a:gdLst>
                <a:ahLst/>
                <a:cxnLst>
                  <a:cxn ang="0">
                    <a:pos x="T0" y="T1"/>
                  </a:cxn>
                  <a:cxn ang="0">
                    <a:pos x="T2" y="T3"/>
                  </a:cxn>
                  <a:cxn ang="0">
                    <a:pos x="T4" y="T5"/>
                  </a:cxn>
                  <a:cxn ang="0">
                    <a:pos x="T6" y="T7"/>
                  </a:cxn>
                  <a:cxn ang="0">
                    <a:pos x="T8" y="T9"/>
                  </a:cxn>
                </a:cxnLst>
                <a:rect l="0" t="0" r="r" b="b"/>
                <a:pathLst>
                  <a:path w="32" h="37">
                    <a:moveTo>
                      <a:pt x="3" y="35"/>
                    </a:moveTo>
                    <a:cubicBezTo>
                      <a:pt x="8" y="21"/>
                      <a:pt x="17" y="11"/>
                      <a:pt x="31" y="4"/>
                    </a:cubicBezTo>
                    <a:cubicBezTo>
                      <a:pt x="32" y="3"/>
                      <a:pt x="31" y="0"/>
                      <a:pt x="29" y="1"/>
                    </a:cubicBezTo>
                    <a:cubicBezTo>
                      <a:pt x="14" y="5"/>
                      <a:pt x="2" y="20"/>
                      <a:pt x="0" y="35"/>
                    </a:cubicBezTo>
                    <a:cubicBezTo>
                      <a:pt x="0" y="37"/>
                      <a:pt x="3" y="37"/>
                      <a:pt x="3" y="3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93" name="Freeform 510">
                <a:extLst>
                  <a:ext uri="{FF2B5EF4-FFF2-40B4-BE49-F238E27FC236}">
                    <a16:creationId xmlns:a16="http://schemas.microsoft.com/office/drawing/2014/main" id="{748F20BA-4D74-577F-8AFD-EA088BE5D0D7}"/>
                  </a:ext>
                </a:extLst>
              </p:cNvPr>
              <p:cNvSpPr/>
              <p:nvPr/>
            </p:nvSpPr>
            <p:spPr bwMode="auto">
              <a:xfrm>
                <a:off x="4275" y="1203"/>
                <a:ext cx="44" cy="54"/>
              </a:xfrm>
              <a:custGeom>
                <a:avLst/>
                <a:gdLst>
                  <a:gd name="T0" fmla="*/ 4 w 25"/>
                  <a:gd name="T1" fmla="*/ 29 h 31"/>
                  <a:gd name="T2" fmla="*/ 12 w 25"/>
                  <a:gd name="T3" fmla="*/ 15 h 31"/>
                  <a:gd name="T4" fmla="*/ 24 w 25"/>
                  <a:gd name="T5" fmla="*/ 3 h 31"/>
                  <a:gd name="T6" fmla="*/ 22 w 25"/>
                  <a:gd name="T7" fmla="*/ 1 h 31"/>
                  <a:gd name="T8" fmla="*/ 0 w 25"/>
                  <a:gd name="T9" fmla="*/ 28 h 31"/>
                  <a:gd name="T10" fmla="*/ 4 w 25"/>
                  <a:gd name="T11" fmla="*/ 29 h 31"/>
                </a:gdLst>
                <a:ahLst/>
                <a:cxnLst>
                  <a:cxn ang="0">
                    <a:pos x="T0" y="T1"/>
                  </a:cxn>
                  <a:cxn ang="0">
                    <a:pos x="T2" y="T3"/>
                  </a:cxn>
                  <a:cxn ang="0">
                    <a:pos x="T4" y="T5"/>
                  </a:cxn>
                  <a:cxn ang="0">
                    <a:pos x="T6" y="T7"/>
                  </a:cxn>
                  <a:cxn ang="0">
                    <a:pos x="T8" y="T9"/>
                  </a:cxn>
                  <a:cxn ang="0">
                    <a:pos x="T10" y="T11"/>
                  </a:cxn>
                </a:cxnLst>
                <a:rect l="0" t="0" r="r" b="b"/>
                <a:pathLst>
                  <a:path w="25" h="31">
                    <a:moveTo>
                      <a:pt x="4" y="29"/>
                    </a:moveTo>
                    <a:cubicBezTo>
                      <a:pt x="6" y="24"/>
                      <a:pt x="9" y="19"/>
                      <a:pt x="12" y="15"/>
                    </a:cubicBezTo>
                    <a:cubicBezTo>
                      <a:pt x="16" y="11"/>
                      <a:pt x="20" y="7"/>
                      <a:pt x="24" y="3"/>
                    </a:cubicBezTo>
                    <a:cubicBezTo>
                      <a:pt x="25" y="2"/>
                      <a:pt x="23" y="0"/>
                      <a:pt x="22" y="1"/>
                    </a:cubicBezTo>
                    <a:cubicBezTo>
                      <a:pt x="12" y="6"/>
                      <a:pt x="4" y="18"/>
                      <a:pt x="0" y="28"/>
                    </a:cubicBezTo>
                    <a:cubicBezTo>
                      <a:pt x="0" y="30"/>
                      <a:pt x="3" y="31"/>
                      <a:pt x="4"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94" name="Freeform 511">
                <a:extLst>
                  <a:ext uri="{FF2B5EF4-FFF2-40B4-BE49-F238E27FC236}">
                    <a16:creationId xmlns:a16="http://schemas.microsoft.com/office/drawing/2014/main" id="{55A4F590-0385-92CC-7D5E-0F6C81AE40C4}"/>
                  </a:ext>
                </a:extLst>
              </p:cNvPr>
              <p:cNvSpPr/>
              <p:nvPr/>
            </p:nvSpPr>
            <p:spPr bwMode="auto">
              <a:xfrm>
                <a:off x="4284" y="1257"/>
                <a:ext cx="42" cy="50"/>
              </a:xfrm>
              <a:custGeom>
                <a:avLst/>
                <a:gdLst>
                  <a:gd name="T0" fmla="*/ 4 w 24"/>
                  <a:gd name="T1" fmla="*/ 25 h 28"/>
                  <a:gd name="T2" fmla="*/ 11 w 24"/>
                  <a:gd name="T3" fmla="*/ 12 h 28"/>
                  <a:gd name="T4" fmla="*/ 23 w 24"/>
                  <a:gd name="T5" fmla="*/ 3 h 28"/>
                  <a:gd name="T6" fmla="*/ 22 w 24"/>
                  <a:gd name="T7" fmla="*/ 0 h 28"/>
                  <a:gd name="T8" fmla="*/ 1 w 24"/>
                  <a:gd name="T9" fmla="*/ 24 h 28"/>
                  <a:gd name="T10" fmla="*/ 4 w 24"/>
                  <a:gd name="T11" fmla="*/ 25 h 28"/>
                </a:gdLst>
                <a:ahLst/>
                <a:cxnLst>
                  <a:cxn ang="0">
                    <a:pos x="T0" y="T1"/>
                  </a:cxn>
                  <a:cxn ang="0">
                    <a:pos x="T2" y="T3"/>
                  </a:cxn>
                  <a:cxn ang="0">
                    <a:pos x="T4" y="T5"/>
                  </a:cxn>
                  <a:cxn ang="0">
                    <a:pos x="T6" y="T7"/>
                  </a:cxn>
                  <a:cxn ang="0">
                    <a:pos x="T8" y="T9"/>
                  </a:cxn>
                  <a:cxn ang="0">
                    <a:pos x="T10" y="T11"/>
                  </a:cxn>
                </a:cxnLst>
                <a:rect l="0" t="0" r="r" b="b"/>
                <a:pathLst>
                  <a:path w="24" h="28">
                    <a:moveTo>
                      <a:pt x="4" y="25"/>
                    </a:moveTo>
                    <a:cubicBezTo>
                      <a:pt x="6" y="20"/>
                      <a:pt x="8" y="16"/>
                      <a:pt x="11" y="12"/>
                    </a:cubicBezTo>
                    <a:cubicBezTo>
                      <a:pt x="15" y="8"/>
                      <a:pt x="19" y="6"/>
                      <a:pt x="23" y="3"/>
                    </a:cubicBezTo>
                    <a:cubicBezTo>
                      <a:pt x="24" y="2"/>
                      <a:pt x="24" y="0"/>
                      <a:pt x="22" y="0"/>
                    </a:cubicBezTo>
                    <a:cubicBezTo>
                      <a:pt x="11" y="2"/>
                      <a:pt x="3" y="14"/>
                      <a:pt x="1" y="24"/>
                    </a:cubicBezTo>
                    <a:cubicBezTo>
                      <a:pt x="0" y="27"/>
                      <a:pt x="4" y="28"/>
                      <a:pt x="4"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95" name="Freeform 512">
                <a:extLst>
                  <a:ext uri="{FF2B5EF4-FFF2-40B4-BE49-F238E27FC236}">
                    <a16:creationId xmlns:a16="http://schemas.microsoft.com/office/drawing/2014/main" id="{EDCF7D96-354C-C2D1-DD2B-BD60D00B29D2}"/>
                  </a:ext>
                </a:extLst>
              </p:cNvPr>
              <p:cNvSpPr/>
              <p:nvPr/>
            </p:nvSpPr>
            <p:spPr bwMode="auto">
              <a:xfrm>
                <a:off x="4284" y="1312"/>
                <a:ext cx="51" cy="54"/>
              </a:xfrm>
              <a:custGeom>
                <a:avLst/>
                <a:gdLst>
                  <a:gd name="T0" fmla="*/ 4 w 29"/>
                  <a:gd name="T1" fmla="*/ 28 h 31"/>
                  <a:gd name="T2" fmla="*/ 27 w 29"/>
                  <a:gd name="T3" fmla="*/ 3 h 31"/>
                  <a:gd name="T4" fmla="*/ 26 w 29"/>
                  <a:gd name="T5" fmla="*/ 0 h 31"/>
                  <a:gd name="T6" fmla="*/ 1 w 29"/>
                  <a:gd name="T7" fmla="*/ 28 h 31"/>
                  <a:gd name="T8" fmla="*/ 4 w 29"/>
                  <a:gd name="T9" fmla="*/ 28 h 31"/>
                </a:gdLst>
                <a:ahLst/>
                <a:cxnLst>
                  <a:cxn ang="0">
                    <a:pos x="T0" y="T1"/>
                  </a:cxn>
                  <a:cxn ang="0">
                    <a:pos x="T2" y="T3"/>
                  </a:cxn>
                  <a:cxn ang="0">
                    <a:pos x="T4" y="T5"/>
                  </a:cxn>
                  <a:cxn ang="0">
                    <a:pos x="T6" y="T7"/>
                  </a:cxn>
                  <a:cxn ang="0">
                    <a:pos x="T8" y="T9"/>
                  </a:cxn>
                </a:cxnLst>
                <a:rect l="0" t="0" r="r" b="b"/>
                <a:pathLst>
                  <a:path w="29" h="31">
                    <a:moveTo>
                      <a:pt x="4" y="28"/>
                    </a:moveTo>
                    <a:cubicBezTo>
                      <a:pt x="8" y="16"/>
                      <a:pt x="16" y="9"/>
                      <a:pt x="27" y="3"/>
                    </a:cubicBezTo>
                    <a:cubicBezTo>
                      <a:pt x="29" y="2"/>
                      <a:pt x="27" y="0"/>
                      <a:pt x="26" y="0"/>
                    </a:cubicBezTo>
                    <a:cubicBezTo>
                      <a:pt x="13" y="3"/>
                      <a:pt x="4" y="15"/>
                      <a:pt x="1" y="28"/>
                    </a:cubicBezTo>
                    <a:cubicBezTo>
                      <a:pt x="0" y="30"/>
                      <a:pt x="4" y="31"/>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96" name="Freeform 513">
                <a:extLst>
                  <a:ext uri="{FF2B5EF4-FFF2-40B4-BE49-F238E27FC236}">
                    <a16:creationId xmlns:a16="http://schemas.microsoft.com/office/drawing/2014/main" id="{76CB716A-1A6A-CE5B-3BF8-BF1992BA8B9E}"/>
                  </a:ext>
                </a:extLst>
              </p:cNvPr>
              <p:cNvSpPr/>
              <p:nvPr/>
            </p:nvSpPr>
            <p:spPr bwMode="auto">
              <a:xfrm>
                <a:off x="4284" y="1354"/>
                <a:ext cx="58" cy="60"/>
              </a:xfrm>
              <a:custGeom>
                <a:avLst/>
                <a:gdLst>
                  <a:gd name="T0" fmla="*/ 3 w 33"/>
                  <a:gd name="T1" fmla="*/ 32 h 34"/>
                  <a:gd name="T2" fmla="*/ 17 w 33"/>
                  <a:gd name="T3" fmla="*/ 17 h 34"/>
                  <a:gd name="T4" fmla="*/ 32 w 33"/>
                  <a:gd name="T5" fmla="*/ 3 h 34"/>
                  <a:gd name="T6" fmla="*/ 30 w 33"/>
                  <a:gd name="T7" fmla="*/ 1 h 34"/>
                  <a:gd name="T8" fmla="*/ 1 w 33"/>
                  <a:gd name="T9" fmla="*/ 30 h 34"/>
                  <a:gd name="T10" fmla="*/ 3 w 33"/>
                  <a:gd name="T11" fmla="*/ 32 h 34"/>
                </a:gdLst>
                <a:ahLst/>
                <a:cxnLst>
                  <a:cxn ang="0">
                    <a:pos x="T0" y="T1"/>
                  </a:cxn>
                  <a:cxn ang="0">
                    <a:pos x="T2" y="T3"/>
                  </a:cxn>
                  <a:cxn ang="0">
                    <a:pos x="T4" y="T5"/>
                  </a:cxn>
                  <a:cxn ang="0">
                    <a:pos x="T6" y="T7"/>
                  </a:cxn>
                  <a:cxn ang="0">
                    <a:pos x="T8" y="T9"/>
                  </a:cxn>
                  <a:cxn ang="0">
                    <a:pos x="T10" y="T11"/>
                  </a:cxn>
                </a:cxnLst>
                <a:rect l="0" t="0" r="r" b="b"/>
                <a:pathLst>
                  <a:path w="33" h="34">
                    <a:moveTo>
                      <a:pt x="3" y="32"/>
                    </a:moveTo>
                    <a:cubicBezTo>
                      <a:pt x="8" y="27"/>
                      <a:pt x="12" y="22"/>
                      <a:pt x="17" y="17"/>
                    </a:cubicBezTo>
                    <a:cubicBezTo>
                      <a:pt x="22" y="12"/>
                      <a:pt x="27" y="8"/>
                      <a:pt x="32" y="3"/>
                    </a:cubicBezTo>
                    <a:cubicBezTo>
                      <a:pt x="33" y="2"/>
                      <a:pt x="32" y="0"/>
                      <a:pt x="30" y="1"/>
                    </a:cubicBezTo>
                    <a:cubicBezTo>
                      <a:pt x="18" y="7"/>
                      <a:pt x="8" y="19"/>
                      <a:pt x="1" y="30"/>
                    </a:cubicBezTo>
                    <a:cubicBezTo>
                      <a:pt x="0" y="32"/>
                      <a:pt x="2" y="34"/>
                      <a:pt x="3"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97" name="Freeform 514">
                <a:extLst>
                  <a:ext uri="{FF2B5EF4-FFF2-40B4-BE49-F238E27FC236}">
                    <a16:creationId xmlns:a16="http://schemas.microsoft.com/office/drawing/2014/main" id="{9E4CE8A9-C463-8815-347B-05B8C8612E63}"/>
                  </a:ext>
                </a:extLst>
              </p:cNvPr>
              <p:cNvSpPr/>
              <p:nvPr/>
            </p:nvSpPr>
            <p:spPr bwMode="auto">
              <a:xfrm>
                <a:off x="4287" y="1396"/>
                <a:ext cx="55" cy="55"/>
              </a:xfrm>
              <a:custGeom>
                <a:avLst/>
                <a:gdLst>
                  <a:gd name="T0" fmla="*/ 4 w 31"/>
                  <a:gd name="T1" fmla="*/ 30 h 31"/>
                  <a:gd name="T2" fmla="*/ 30 w 31"/>
                  <a:gd name="T3" fmla="*/ 3 h 31"/>
                  <a:gd name="T4" fmla="*/ 28 w 31"/>
                  <a:gd name="T5" fmla="*/ 1 h 31"/>
                  <a:gd name="T6" fmla="*/ 1 w 31"/>
                  <a:gd name="T7" fmla="*/ 28 h 31"/>
                  <a:gd name="T8" fmla="*/ 4 w 31"/>
                  <a:gd name="T9" fmla="*/ 30 h 31"/>
                </a:gdLst>
                <a:ahLst/>
                <a:cxnLst>
                  <a:cxn ang="0">
                    <a:pos x="T0" y="T1"/>
                  </a:cxn>
                  <a:cxn ang="0">
                    <a:pos x="T2" y="T3"/>
                  </a:cxn>
                  <a:cxn ang="0">
                    <a:pos x="T4" y="T5"/>
                  </a:cxn>
                  <a:cxn ang="0">
                    <a:pos x="T6" y="T7"/>
                  </a:cxn>
                  <a:cxn ang="0">
                    <a:pos x="T8" y="T9"/>
                  </a:cxn>
                </a:cxnLst>
                <a:rect l="0" t="0" r="r" b="b"/>
                <a:pathLst>
                  <a:path w="31" h="31">
                    <a:moveTo>
                      <a:pt x="4" y="30"/>
                    </a:moveTo>
                    <a:cubicBezTo>
                      <a:pt x="11" y="19"/>
                      <a:pt x="20" y="11"/>
                      <a:pt x="30" y="3"/>
                    </a:cubicBezTo>
                    <a:cubicBezTo>
                      <a:pt x="31" y="2"/>
                      <a:pt x="30" y="0"/>
                      <a:pt x="28" y="1"/>
                    </a:cubicBezTo>
                    <a:cubicBezTo>
                      <a:pt x="17" y="7"/>
                      <a:pt x="7" y="17"/>
                      <a:pt x="1" y="28"/>
                    </a:cubicBezTo>
                    <a:cubicBezTo>
                      <a:pt x="0" y="30"/>
                      <a:pt x="3" y="31"/>
                      <a:pt x="4"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98" name="Freeform 515">
                <a:extLst>
                  <a:ext uri="{FF2B5EF4-FFF2-40B4-BE49-F238E27FC236}">
                    <a16:creationId xmlns:a16="http://schemas.microsoft.com/office/drawing/2014/main" id="{18C3F389-9D48-57B9-E8C0-6629E9CF5D43}"/>
                  </a:ext>
                </a:extLst>
              </p:cNvPr>
              <p:cNvSpPr/>
              <p:nvPr/>
            </p:nvSpPr>
            <p:spPr bwMode="auto">
              <a:xfrm>
                <a:off x="4319" y="1428"/>
                <a:ext cx="42" cy="65"/>
              </a:xfrm>
              <a:custGeom>
                <a:avLst/>
                <a:gdLst>
                  <a:gd name="T0" fmla="*/ 4 w 24"/>
                  <a:gd name="T1" fmla="*/ 35 h 37"/>
                  <a:gd name="T2" fmla="*/ 23 w 24"/>
                  <a:gd name="T3" fmla="*/ 3 h 37"/>
                  <a:gd name="T4" fmla="*/ 20 w 24"/>
                  <a:gd name="T5" fmla="*/ 2 h 37"/>
                  <a:gd name="T6" fmla="*/ 0 w 24"/>
                  <a:gd name="T7" fmla="*/ 34 h 37"/>
                  <a:gd name="T8" fmla="*/ 4 w 24"/>
                  <a:gd name="T9" fmla="*/ 35 h 37"/>
                </a:gdLst>
                <a:ahLst/>
                <a:cxnLst>
                  <a:cxn ang="0">
                    <a:pos x="T0" y="T1"/>
                  </a:cxn>
                  <a:cxn ang="0">
                    <a:pos x="T2" y="T3"/>
                  </a:cxn>
                  <a:cxn ang="0">
                    <a:pos x="T4" y="T5"/>
                  </a:cxn>
                  <a:cxn ang="0">
                    <a:pos x="T6" y="T7"/>
                  </a:cxn>
                  <a:cxn ang="0">
                    <a:pos x="T8" y="T9"/>
                  </a:cxn>
                </a:cxnLst>
                <a:rect l="0" t="0" r="r" b="b"/>
                <a:pathLst>
                  <a:path w="24" h="37">
                    <a:moveTo>
                      <a:pt x="4" y="35"/>
                    </a:moveTo>
                    <a:cubicBezTo>
                      <a:pt x="9" y="24"/>
                      <a:pt x="16" y="14"/>
                      <a:pt x="23" y="3"/>
                    </a:cubicBezTo>
                    <a:cubicBezTo>
                      <a:pt x="24" y="2"/>
                      <a:pt x="22" y="0"/>
                      <a:pt x="20" y="2"/>
                    </a:cubicBezTo>
                    <a:cubicBezTo>
                      <a:pt x="11" y="10"/>
                      <a:pt x="5" y="22"/>
                      <a:pt x="0" y="34"/>
                    </a:cubicBezTo>
                    <a:cubicBezTo>
                      <a:pt x="0" y="36"/>
                      <a:pt x="3" y="37"/>
                      <a:pt x="4" y="3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99" name="Freeform 516">
                <a:extLst>
                  <a:ext uri="{FF2B5EF4-FFF2-40B4-BE49-F238E27FC236}">
                    <a16:creationId xmlns:a16="http://schemas.microsoft.com/office/drawing/2014/main" id="{6BB37633-90DE-2320-921B-AFA3C1AFEB5C}"/>
                  </a:ext>
                </a:extLst>
              </p:cNvPr>
              <p:cNvSpPr/>
              <p:nvPr/>
            </p:nvSpPr>
            <p:spPr bwMode="auto">
              <a:xfrm>
                <a:off x="4340" y="1472"/>
                <a:ext cx="39" cy="51"/>
              </a:xfrm>
              <a:custGeom>
                <a:avLst/>
                <a:gdLst>
                  <a:gd name="T0" fmla="*/ 4 w 22"/>
                  <a:gd name="T1" fmla="*/ 27 h 29"/>
                  <a:gd name="T2" fmla="*/ 21 w 22"/>
                  <a:gd name="T3" fmla="*/ 4 h 29"/>
                  <a:gd name="T4" fmla="*/ 18 w 22"/>
                  <a:gd name="T5" fmla="*/ 2 h 29"/>
                  <a:gd name="T6" fmla="*/ 1 w 22"/>
                  <a:gd name="T7" fmla="*/ 26 h 29"/>
                  <a:gd name="T8" fmla="*/ 4 w 22"/>
                  <a:gd name="T9" fmla="*/ 27 h 29"/>
                </a:gdLst>
                <a:ahLst/>
                <a:cxnLst>
                  <a:cxn ang="0">
                    <a:pos x="T0" y="T1"/>
                  </a:cxn>
                  <a:cxn ang="0">
                    <a:pos x="T2" y="T3"/>
                  </a:cxn>
                  <a:cxn ang="0">
                    <a:pos x="T4" y="T5"/>
                  </a:cxn>
                  <a:cxn ang="0">
                    <a:pos x="T6" y="T7"/>
                  </a:cxn>
                  <a:cxn ang="0">
                    <a:pos x="T8" y="T9"/>
                  </a:cxn>
                </a:cxnLst>
                <a:rect l="0" t="0" r="r" b="b"/>
                <a:pathLst>
                  <a:path w="22" h="29">
                    <a:moveTo>
                      <a:pt x="4" y="27"/>
                    </a:moveTo>
                    <a:cubicBezTo>
                      <a:pt x="10" y="20"/>
                      <a:pt x="17" y="12"/>
                      <a:pt x="21" y="4"/>
                    </a:cubicBezTo>
                    <a:cubicBezTo>
                      <a:pt x="22" y="2"/>
                      <a:pt x="20" y="0"/>
                      <a:pt x="18" y="2"/>
                    </a:cubicBezTo>
                    <a:cubicBezTo>
                      <a:pt x="12" y="9"/>
                      <a:pt x="7" y="18"/>
                      <a:pt x="1" y="26"/>
                    </a:cubicBezTo>
                    <a:cubicBezTo>
                      <a:pt x="0" y="28"/>
                      <a:pt x="3" y="29"/>
                      <a:pt x="4"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0" name="Freeform 517">
                <a:extLst>
                  <a:ext uri="{FF2B5EF4-FFF2-40B4-BE49-F238E27FC236}">
                    <a16:creationId xmlns:a16="http://schemas.microsoft.com/office/drawing/2014/main" id="{BDF6FD86-5A19-8A72-A825-F5E784FD2133}"/>
                  </a:ext>
                </a:extLst>
              </p:cNvPr>
              <p:cNvSpPr/>
              <p:nvPr/>
            </p:nvSpPr>
            <p:spPr bwMode="auto">
              <a:xfrm>
                <a:off x="4368" y="1497"/>
                <a:ext cx="23" cy="56"/>
              </a:xfrm>
              <a:custGeom>
                <a:avLst/>
                <a:gdLst>
                  <a:gd name="T0" fmla="*/ 3 w 13"/>
                  <a:gd name="T1" fmla="*/ 30 h 32"/>
                  <a:gd name="T2" fmla="*/ 12 w 13"/>
                  <a:gd name="T3" fmla="*/ 3 h 32"/>
                  <a:gd name="T4" fmla="*/ 10 w 13"/>
                  <a:gd name="T5" fmla="*/ 1 h 32"/>
                  <a:gd name="T6" fmla="*/ 0 w 13"/>
                  <a:gd name="T7" fmla="*/ 30 h 32"/>
                  <a:gd name="T8" fmla="*/ 3 w 13"/>
                  <a:gd name="T9" fmla="*/ 30 h 32"/>
                </a:gdLst>
                <a:ahLst/>
                <a:cxnLst>
                  <a:cxn ang="0">
                    <a:pos x="T0" y="T1"/>
                  </a:cxn>
                  <a:cxn ang="0">
                    <a:pos x="T2" y="T3"/>
                  </a:cxn>
                  <a:cxn ang="0">
                    <a:pos x="T4" y="T5"/>
                  </a:cxn>
                  <a:cxn ang="0">
                    <a:pos x="T6" y="T7"/>
                  </a:cxn>
                  <a:cxn ang="0">
                    <a:pos x="T8" y="T9"/>
                  </a:cxn>
                </a:cxnLst>
                <a:rect l="0" t="0" r="r" b="b"/>
                <a:pathLst>
                  <a:path w="13" h="32">
                    <a:moveTo>
                      <a:pt x="3" y="30"/>
                    </a:moveTo>
                    <a:cubicBezTo>
                      <a:pt x="4" y="20"/>
                      <a:pt x="7" y="12"/>
                      <a:pt x="12" y="3"/>
                    </a:cubicBezTo>
                    <a:cubicBezTo>
                      <a:pt x="13" y="1"/>
                      <a:pt x="11" y="0"/>
                      <a:pt x="10" y="1"/>
                    </a:cubicBezTo>
                    <a:cubicBezTo>
                      <a:pt x="3" y="9"/>
                      <a:pt x="0" y="19"/>
                      <a:pt x="0" y="30"/>
                    </a:cubicBezTo>
                    <a:cubicBezTo>
                      <a:pt x="0" y="32"/>
                      <a:pt x="3" y="32"/>
                      <a:pt x="3"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1" name="Freeform 518">
                <a:extLst>
                  <a:ext uri="{FF2B5EF4-FFF2-40B4-BE49-F238E27FC236}">
                    <a16:creationId xmlns:a16="http://schemas.microsoft.com/office/drawing/2014/main" id="{10457F19-64C6-963C-BE2B-001DC3B70C5B}"/>
                  </a:ext>
                </a:extLst>
              </p:cNvPr>
              <p:cNvSpPr/>
              <p:nvPr/>
            </p:nvSpPr>
            <p:spPr bwMode="auto">
              <a:xfrm>
                <a:off x="4402" y="1505"/>
                <a:ext cx="35" cy="51"/>
              </a:xfrm>
              <a:custGeom>
                <a:avLst/>
                <a:gdLst>
                  <a:gd name="T0" fmla="*/ 3 w 20"/>
                  <a:gd name="T1" fmla="*/ 27 h 29"/>
                  <a:gd name="T2" fmla="*/ 18 w 20"/>
                  <a:gd name="T3" fmla="*/ 3 h 29"/>
                  <a:gd name="T4" fmla="*/ 17 w 20"/>
                  <a:gd name="T5" fmla="*/ 0 h 29"/>
                  <a:gd name="T6" fmla="*/ 0 w 20"/>
                  <a:gd name="T7" fmla="*/ 26 h 29"/>
                  <a:gd name="T8" fmla="*/ 3 w 20"/>
                  <a:gd name="T9" fmla="*/ 27 h 29"/>
                </a:gdLst>
                <a:ahLst/>
                <a:cxnLst>
                  <a:cxn ang="0">
                    <a:pos x="T0" y="T1"/>
                  </a:cxn>
                  <a:cxn ang="0">
                    <a:pos x="T2" y="T3"/>
                  </a:cxn>
                  <a:cxn ang="0">
                    <a:pos x="T4" y="T5"/>
                  </a:cxn>
                  <a:cxn ang="0">
                    <a:pos x="T6" y="T7"/>
                  </a:cxn>
                  <a:cxn ang="0">
                    <a:pos x="T8" y="T9"/>
                  </a:cxn>
                </a:cxnLst>
                <a:rect l="0" t="0" r="r" b="b"/>
                <a:pathLst>
                  <a:path w="20" h="29">
                    <a:moveTo>
                      <a:pt x="3" y="27"/>
                    </a:moveTo>
                    <a:cubicBezTo>
                      <a:pt x="6" y="17"/>
                      <a:pt x="11" y="10"/>
                      <a:pt x="18" y="3"/>
                    </a:cubicBezTo>
                    <a:cubicBezTo>
                      <a:pt x="20" y="2"/>
                      <a:pt x="18" y="0"/>
                      <a:pt x="17" y="0"/>
                    </a:cubicBezTo>
                    <a:cubicBezTo>
                      <a:pt x="7" y="6"/>
                      <a:pt x="1" y="16"/>
                      <a:pt x="0" y="26"/>
                    </a:cubicBezTo>
                    <a:cubicBezTo>
                      <a:pt x="0" y="28"/>
                      <a:pt x="3" y="29"/>
                      <a:pt x="3"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2" name="Freeform 519">
                <a:extLst>
                  <a:ext uri="{FF2B5EF4-FFF2-40B4-BE49-F238E27FC236}">
                    <a16:creationId xmlns:a16="http://schemas.microsoft.com/office/drawing/2014/main" id="{5E6F4EEB-3685-A667-77B7-70F4C24E019C}"/>
                  </a:ext>
                </a:extLst>
              </p:cNvPr>
              <p:cNvSpPr/>
              <p:nvPr/>
            </p:nvSpPr>
            <p:spPr bwMode="auto">
              <a:xfrm>
                <a:off x="4437" y="1500"/>
                <a:ext cx="40" cy="42"/>
              </a:xfrm>
              <a:custGeom>
                <a:avLst/>
                <a:gdLst>
                  <a:gd name="T0" fmla="*/ 4 w 23"/>
                  <a:gd name="T1" fmla="*/ 22 h 24"/>
                  <a:gd name="T2" fmla="*/ 22 w 23"/>
                  <a:gd name="T3" fmla="*/ 3 h 24"/>
                  <a:gd name="T4" fmla="*/ 20 w 23"/>
                  <a:gd name="T5" fmla="*/ 1 h 24"/>
                  <a:gd name="T6" fmla="*/ 2 w 23"/>
                  <a:gd name="T7" fmla="*/ 20 h 24"/>
                  <a:gd name="T8" fmla="*/ 4 w 23"/>
                  <a:gd name="T9" fmla="*/ 22 h 24"/>
                </a:gdLst>
                <a:ahLst/>
                <a:cxnLst>
                  <a:cxn ang="0">
                    <a:pos x="T0" y="T1"/>
                  </a:cxn>
                  <a:cxn ang="0">
                    <a:pos x="T2" y="T3"/>
                  </a:cxn>
                  <a:cxn ang="0">
                    <a:pos x="T4" y="T5"/>
                  </a:cxn>
                  <a:cxn ang="0">
                    <a:pos x="T6" y="T7"/>
                  </a:cxn>
                  <a:cxn ang="0">
                    <a:pos x="T8" y="T9"/>
                  </a:cxn>
                </a:cxnLst>
                <a:rect l="0" t="0" r="r" b="b"/>
                <a:pathLst>
                  <a:path w="23" h="24">
                    <a:moveTo>
                      <a:pt x="4" y="22"/>
                    </a:moveTo>
                    <a:cubicBezTo>
                      <a:pt x="11" y="16"/>
                      <a:pt x="17" y="10"/>
                      <a:pt x="22" y="3"/>
                    </a:cubicBezTo>
                    <a:cubicBezTo>
                      <a:pt x="23" y="2"/>
                      <a:pt x="22" y="0"/>
                      <a:pt x="20" y="1"/>
                    </a:cubicBezTo>
                    <a:cubicBezTo>
                      <a:pt x="13" y="6"/>
                      <a:pt x="8" y="13"/>
                      <a:pt x="2" y="20"/>
                    </a:cubicBezTo>
                    <a:cubicBezTo>
                      <a:pt x="0" y="22"/>
                      <a:pt x="3" y="24"/>
                      <a:pt x="4"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3" name="Freeform 520">
                <a:extLst>
                  <a:ext uri="{FF2B5EF4-FFF2-40B4-BE49-F238E27FC236}">
                    <a16:creationId xmlns:a16="http://schemas.microsoft.com/office/drawing/2014/main" id="{D00A80DC-65E2-4F6D-6D9A-9288139765DC}"/>
                  </a:ext>
                </a:extLst>
              </p:cNvPr>
              <p:cNvSpPr/>
              <p:nvPr/>
            </p:nvSpPr>
            <p:spPr bwMode="auto">
              <a:xfrm>
                <a:off x="4251" y="960"/>
                <a:ext cx="28" cy="83"/>
              </a:xfrm>
              <a:custGeom>
                <a:avLst/>
                <a:gdLst>
                  <a:gd name="T0" fmla="*/ 4 w 16"/>
                  <a:gd name="T1" fmla="*/ 45 h 47"/>
                  <a:gd name="T2" fmla="*/ 15 w 16"/>
                  <a:gd name="T3" fmla="*/ 3 h 47"/>
                  <a:gd name="T4" fmla="*/ 12 w 16"/>
                  <a:gd name="T5" fmla="*/ 1 h 47"/>
                  <a:gd name="T6" fmla="*/ 0 w 16"/>
                  <a:gd name="T7" fmla="*/ 45 h 47"/>
                  <a:gd name="T8" fmla="*/ 4 w 16"/>
                  <a:gd name="T9" fmla="*/ 45 h 47"/>
                </a:gdLst>
                <a:ahLst/>
                <a:cxnLst>
                  <a:cxn ang="0">
                    <a:pos x="T0" y="T1"/>
                  </a:cxn>
                  <a:cxn ang="0">
                    <a:pos x="T2" y="T3"/>
                  </a:cxn>
                  <a:cxn ang="0">
                    <a:pos x="T4" y="T5"/>
                  </a:cxn>
                  <a:cxn ang="0">
                    <a:pos x="T6" y="T7"/>
                  </a:cxn>
                  <a:cxn ang="0">
                    <a:pos x="T8" y="T9"/>
                  </a:cxn>
                </a:cxnLst>
                <a:rect l="0" t="0" r="r" b="b"/>
                <a:pathLst>
                  <a:path w="16" h="47">
                    <a:moveTo>
                      <a:pt x="4" y="45"/>
                    </a:moveTo>
                    <a:cubicBezTo>
                      <a:pt x="6" y="30"/>
                      <a:pt x="10" y="17"/>
                      <a:pt x="15" y="3"/>
                    </a:cubicBezTo>
                    <a:cubicBezTo>
                      <a:pt x="16" y="1"/>
                      <a:pt x="13" y="0"/>
                      <a:pt x="12" y="1"/>
                    </a:cubicBezTo>
                    <a:cubicBezTo>
                      <a:pt x="5" y="14"/>
                      <a:pt x="1" y="30"/>
                      <a:pt x="0" y="45"/>
                    </a:cubicBezTo>
                    <a:cubicBezTo>
                      <a:pt x="0" y="47"/>
                      <a:pt x="4" y="47"/>
                      <a:pt x="4" y="4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4" name="Freeform 521">
                <a:extLst>
                  <a:ext uri="{FF2B5EF4-FFF2-40B4-BE49-F238E27FC236}">
                    <a16:creationId xmlns:a16="http://schemas.microsoft.com/office/drawing/2014/main" id="{BB73A309-46C2-461C-25A8-5C40FDB9D1CF}"/>
                  </a:ext>
                </a:extLst>
              </p:cNvPr>
              <p:cNvSpPr/>
              <p:nvPr/>
            </p:nvSpPr>
            <p:spPr bwMode="auto">
              <a:xfrm>
                <a:off x="4222" y="967"/>
                <a:ext cx="20" cy="62"/>
              </a:xfrm>
              <a:custGeom>
                <a:avLst/>
                <a:gdLst>
                  <a:gd name="T0" fmla="*/ 8 w 11"/>
                  <a:gd name="T1" fmla="*/ 32 h 35"/>
                  <a:gd name="T2" fmla="*/ 10 w 11"/>
                  <a:gd name="T3" fmla="*/ 3 h 35"/>
                  <a:gd name="T4" fmla="*/ 7 w 11"/>
                  <a:gd name="T5" fmla="*/ 2 h 35"/>
                  <a:gd name="T6" fmla="*/ 5 w 11"/>
                  <a:gd name="T7" fmla="*/ 33 h 35"/>
                  <a:gd name="T8" fmla="*/ 8 w 11"/>
                  <a:gd name="T9" fmla="*/ 32 h 35"/>
                </a:gdLst>
                <a:ahLst/>
                <a:cxnLst>
                  <a:cxn ang="0">
                    <a:pos x="T0" y="T1"/>
                  </a:cxn>
                  <a:cxn ang="0">
                    <a:pos x="T2" y="T3"/>
                  </a:cxn>
                  <a:cxn ang="0">
                    <a:pos x="T4" y="T5"/>
                  </a:cxn>
                  <a:cxn ang="0">
                    <a:pos x="T6" y="T7"/>
                  </a:cxn>
                  <a:cxn ang="0">
                    <a:pos x="T8" y="T9"/>
                  </a:cxn>
                </a:cxnLst>
                <a:rect l="0" t="0" r="r" b="b"/>
                <a:pathLst>
                  <a:path w="11" h="35">
                    <a:moveTo>
                      <a:pt x="8" y="32"/>
                    </a:moveTo>
                    <a:cubicBezTo>
                      <a:pt x="5" y="22"/>
                      <a:pt x="5" y="13"/>
                      <a:pt x="10" y="3"/>
                    </a:cubicBezTo>
                    <a:cubicBezTo>
                      <a:pt x="11" y="2"/>
                      <a:pt x="8" y="0"/>
                      <a:pt x="7" y="2"/>
                    </a:cubicBezTo>
                    <a:cubicBezTo>
                      <a:pt x="1" y="11"/>
                      <a:pt x="0" y="23"/>
                      <a:pt x="5" y="33"/>
                    </a:cubicBezTo>
                    <a:cubicBezTo>
                      <a:pt x="6" y="35"/>
                      <a:pt x="8" y="33"/>
                      <a:pt x="8"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5" name="Freeform 522">
                <a:extLst>
                  <a:ext uri="{FF2B5EF4-FFF2-40B4-BE49-F238E27FC236}">
                    <a16:creationId xmlns:a16="http://schemas.microsoft.com/office/drawing/2014/main" id="{1DB2211D-AA7A-EE00-790D-AA7EA4647BBF}"/>
                  </a:ext>
                </a:extLst>
              </p:cNvPr>
              <p:cNvSpPr/>
              <p:nvPr/>
            </p:nvSpPr>
            <p:spPr bwMode="auto">
              <a:xfrm>
                <a:off x="4272" y="987"/>
                <a:ext cx="24" cy="52"/>
              </a:xfrm>
              <a:custGeom>
                <a:avLst/>
                <a:gdLst>
                  <a:gd name="T0" fmla="*/ 4 w 14"/>
                  <a:gd name="T1" fmla="*/ 28 h 30"/>
                  <a:gd name="T2" fmla="*/ 13 w 14"/>
                  <a:gd name="T3" fmla="*/ 3 h 30"/>
                  <a:gd name="T4" fmla="*/ 11 w 14"/>
                  <a:gd name="T5" fmla="*/ 1 h 30"/>
                  <a:gd name="T6" fmla="*/ 1 w 14"/>
                  <a:gd name="T7" fmla="*/ 28 h 30"/>
                  <a:gd name="T8" fmla="*/ 4 w 14"/>
                  <a:gd name="T9" fmla="*/ 28 h 30"/>
                </a:gdLst>
                <a:ahLst/>
                <a:cxnLst>
                  <a:cxn ang="0">
                    <a:pos x="T0" y="T1"/>
                  </a:cxn>
                  <a:cxn ang="0">
                    <a:pos x="T2" y="T3"/>
                  </a:cxn>
                  <a:cxn ang="0">
                    <a:pos x="T4" y="T5"/>
                  </a:cxn>
                  <a:cxn ang="0">
                    <a:pos x="T6" y="T7"/>
                  </a:cxn>
                  <a:cxn ang="0">
                    <a:pos x="T8" y="T9"/>
                  </a:cxn>
                </a:cxnLst>
                <a:rect l="0" t="0" r="r" b="b"/>
                <a:pathLst>
                  <a:path w="14" h="30">
                    <a:moveTo>
                      <a:pt x="4" y="28"/>
                    </a:moveTo>
                    <a:cubicBezTo>
                      <a:pt x="5" y="18"/>
                      <a:pt x="9" y="11"/>
                      <a:pt x="13" y="3"/>
                    </a:cubicBezTo>
                    <a:cubicBezTo>
                      <a:pt x="14" y="1"/>
                      <a:pt x="12" y="0"/>
                      <a:pt x="11" y="1"/>
                    </a:cubicBezTo>
                    <a:cubicBezTo>
                      <a:pt x="4" y="8"/>
                      <a:pt x="1" y="18"/>
                      <a:pt x="1" y="28"/>
                    </a:cubicBezTo>
                    <a:cubicBezTo>
                      <a:pt x="0" y="30"/>
                      <a:pt x="4" y="30"/>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6" name="Freeform 523">
                <a:extLst>
                  <a:ext uri="{FF2B5EF4-FFF2-40B4-BE49-F238E27FC236}">
                    <a16:creationId xmlns:a16="http://schemas.microsoft.com/office/drawing/2014/main" id="{5C8D9EFF-FB13-D152-0A53-7EA8E41E4375}"/>
                  </a:ext>
                </a:extLst>
              </p:cNvPr>
              <p:cNvSpPr/>
              <p:nvPr/>
            </p:nvSpPr>
            <p:spPr bwMode="auto">
              <a:xfrm>
                <a:off x="4300" y="997"/>
                <a:ext cx="28" cy="49"/>
              </a:xfrm>
              <a:custGeom>
                <a:avLst/>
                <a:gdLst>
                  <a:gd name="T0" fmla="*/ 4 w 16"/>
                  <a:gd name="T1" fmla="*/ 26 h 28"/>
                  <a:gd name="T2" fmla="*/ 14 w 16"/>
                  <a:gd name="T3" fmla="*/ 4 h 28"/>
                  <a:gd name="T4" fmla="*/ 13 w 16"/>
                  <a:gd name="T5" fmla="*/ 1 h 28"/>
                  <a:gd name="T6" fmla="*/ 1 w 16"/>
                  <a:gd name="T7" fmla="*/ 26 h 28"/>
                  <a:gd name="T8" fmla="*/ 4 w 16"/>
                  <a:gd name="T9" fmla="*/ 26 h 28"/>
                </a:gdLst>
                <a:ahLst/>
                <a:cxnLst>
                  <a:cxn ang="0">
                    <a:pos x="T0" y="T1"/>
                  </a:cxn>
                  <a:cxn ang="0">
                    <a:pos x="T2" y="T3"/>
                  </a:cxn>
                  <a:cxn ang="0">
                    <a:pos x="T4" y="T5"/>
                  </a:cxn>
                  <a:cxn ang="0">
                    <a:pos x="T6" y="T7"/>
                  </a:cxn>
                  <a:cxn ang="0">
                    <a:pos x="T8" y="T9"/>
                  </a:cxn>
                </a:cxnLst>
                <a:rect l="0" t="0" r="r" b="b"/>
                <a:pathLst>
                  <a:path w="16" h="28">
                    <a:moveTo>
                      <a:pt x="4" y="26"/>
                    </a:moveTo>
                    <a:cubicBezTo>
                      <a:pt x="5" y="17"/>
                      <a:pt x="9" y="10"/>
                      <a:pt x="14" y="4"/>
                    </a:cubicBezTo>
                    <a:cubicBezTo>
                      <a:pt x="16" y="3"/>
                      <a:pt x="14" y="0"/>
                      <a:pt x="13" y="1"/>
                    </a:cubicBezTo>
                    <a:cubicBezTo>
                      <a:pt x="5" y="7"/>
                      <a:pt x="1" y="16"/>
                      <a:pt x="1" y="26"/>
                    </a:cubicBezTo>
                    <a:cubicBezTo>
                      <a:pt x="0" y="28"/>
                      <a:pt x="4" y="28"/>
                      <a:pt x="4"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7" name="Freeform 524">
                <a:extLst>
                  <a:ext uri="{FF2B5EF4-FFF2-40B4-BE49-F238E27FC236}">
                    <a16:creationId xmlns:a16="http://schemas.microsoft.com/office/drawing/2014/main" id="{30460E15-8B05-DE08-66EF-4BE41CFBACF7}"/>
                  </a:ext>
                </a:extLst>
              </p:cNvPr>
              <p:cNvSpPr/>
              <p:nvPr/>
            </p:nvSpPr>
            <p:spPr bwMode="auto">
              <a:xfrm>
                <a:off x="4367" y="1567"/>
                <a:ext cx="65" cy="42"/>
              </a:xfrm>
              <a:custGeom>
                <a:avLst/>
                <a:gdLst>
                  <a:gd name="T0" fmla="*/ 4 w 37"/>
                  <a:gd name="T1" fmla="*/ 22 h 24"/>
                  <a:gd name="T2" fmla="*/ 35 w 37"/>
                  <a:gd name="T3" fmla="*/ 6 h 24"/>
                  <a:gd name="T4" fmla="*/ 35 w 37"/>
                  <a:gd name="T5" fmla="*/ 3 h 24"/>
                  <a:gd name="T6" fmla="*/ 1 w 37"/>
                  <a:gd name="T7" fmla="*/ 21 h 24"/>
                  <a:gd name="T8" fmla="*/ 4 w 37"/>
                  <a:gd name="T9" fmla="*/ 22 h 24"/>
                </a:gdLst>
                <a:ahLst/>
                <a:cxnLst>
                  <a:cxn ang="0">
                    <a:pos x="T0" y="T1"/>
                  </a:cxn>
                  <a:cxn ang="0">
                    <a:pos x="T2" y="T3"/>
                  </a:cxn>
                  <a:cxn ang="0">
                    <a:pos x="T4" y="T5"/>
                  </a:cxn>
                  <a:cxn ang="0">
                    <a:pos x="T6" y="T7"/>
                  </a:cxn>
                  <a:cxn ang="0">
                    <a:pos x="T8" y="T9"/>
                  </a:cxn>
                </a:cxnLst>
                <a:rect l="0" t="0" r="r" b="b"/>
                <a:pathLst>
                  <a:path w="37" h="24">
                    <a:moveTo>
                      <a:pt x="4" y="22"/>
                    </a:moveTo>
                    <a:cubicBezTo>
                      <a:pt x="12" y="12"/>
                      <a:pt x="22" y="7"/>
                      <a:pt x="35" y="6"/>
                    </a:cubicBezTo>
                    <a:cubicBezTo>
                      <a:pt x="37" y="6"/>
                      <a:pt x="37" y="3"/>
                      <a:pt x="35" y="3"/>
                    </a:cubicBezTo>
                    <a:cubicBezTo>
                      <a:pt x="22" y="0"/>
                      <a:pt x="7" y="9"/>
                      <a:pt x="1" y="21"/>
                    </a:cubicBezTo>
                    <a:cubicBezTo>
                      <a:pt x="0" y="23"/>
                      <a:pt x="3" y="24"/>
                      <a:pt x="4"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8" name="Freeform 525">
                <a:extLst>
                  <a:ext uri="{FF2B5EF4-FFF2-40B4-BE49-F238E27FC236}">
                    <a16:creationId xmlns:a16="http://schemas.microsoft.com/office/drawing/2014/main" id="{43E20752-88FF-49A9-A383-D17FB83B226B}"/>
                  </a:ext>
                </a:extLst>
              </p:cNvPr>
              <p:cNvSpPr/>
              <p:nvPr/>
            </p:nvSpPr>
            <p:spPr bwMode="auto">
              <a:xfrm>
                <a:off x="4340" y="1620"/>
                <a:ext cx="48" cy="33"/>
              </a:xfrm>
              <a:custGeom>
                <a:avLst/>
                <a:gdLst>
                  <a:gd name="T0" fmla="*/ 3 w 27"/>
                  <a:gd name="T1" fmla="*/ 18 h 19"/>
                  <a:gd name="T2" fmla="*/ 25 w 27"/>
                  <a:gd name="T3" fmla="*/ 3 h 19"/>
                  <a:gd name="T4" fmla="*/ 24 w 27"/>
                  <a:gd name="T5" fmla="*/ 1 h 19"/>
                  <a:gd name="T6" fmla="*/ 2 w 27"/>
                  <a:gd name="T7" fmla="*/ 15 h 19"/>
                  <a:gd name="T8" fmla="*/ 3 w 27"/>
                  <a:gd name="T9" fmla="*/ 18 h 19"/>
                </a:gdLst>
                <a:ahLst/>
                <a:cxnLst>
                  <a:cxn ang="0">
                    <a:pos x="T0" y="T1"/>
                  </a:cxn>
                  <a:cxn ang="0">
                    <a:pos x="T2" y="T3"/>
                  </a:cxn>
                  <a:cxn ang="0">
                    <a:pos x="T4" y="T5"/>
                  </a:cxn>
                  <a:cxn ang="0">
                    <a:pos x="T6" y="T7"/>
                  </a:cxn>
                  <a:cxn ang="0">
                    <a:pos x="T8" y="T9"/>
                  </a:cxn>
                </a:cxnLst>
                <a:rect l="0" t="0" r="r" b="b"/>
                <a:pathLst>
                  <a:path w="27" h="19">
                    <a:moveTo>
                      <a:pt x="3" y="18"/>
                    </a:moveTo>
                    <a:cubicBezTo>
                      <a:pt x="11" y="14"/>
                      <a:pt x="18" y="9"/>
                      <a:pt x="25" y="3"/>
                    </a:cubicBezTo>
                    <a:cubicBezTo>
                      <a:pt x="27" y="2"/>
                      <a:pt x="25" y="0"/>
                      <a:pt x="24" y="1"/>
                    </a:cubicBezTo>
                    <a:cubicBezTo>
                      <a:pt x="16" y="5"/>
                      <a:pt x="9" y="10"/>
                      <a:pt x="2" y="15"/>
                    </a:cubicBezTo>
                    <a:cubicBezTo>
                      <a:pt x="0" y="17"/>
                      <a:pt x="2" y="19"/>
                      <a:pt x="3"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9" name="Freeform 526">
                <a:extLst>
                  <a:ext uri="{FF2B5EF4-FFF2-40B4-BE49-F238E27FC236}">
                    <a16:creationId xmlns:a16="http://schemas.microsoft.com/office/drawing/2014/main" id="{7963407A-2C6F-DCA3-A3DF-0A790BC357CE}"/>
                  </a:ext>
                </a:extLst>
              </p:cNvPr>
              <p:cNvSpPr/>
              <p:nvPr/>
            </p:nvSpPr>
            <p:spPr bwMode="auto">
              <a:xfrm>
                <a:off x="4323" y="1669"/>
                <a:ext cx="42" cy="26"/>
              </a:xfrm>
              <a:custGeom>
                <a:avLst/>
                <a:gdLst>
                  <a:gd name="T0" fmla="*/ 4 w 24"/>
                  <a:gd name="T1" fmla="*/ 14 h 15"/>
                  <a:gd name="T2" fmla="*/ 22 w 24"/>
                  <a:gd name="T3" fmla="*/ 3 h 15"/>
                  <a:gd name="T4" fmla="*/ 21 w 24"/>
                  <a:gd name="T5" fmla="*/ 0 h 15"/>
                  <a:gd name="T6" fmla="*/ 1 w 24"/>
                  <a:gd name="T7" fmla="*/ 12 h 15"/>
                  <a:gd name="T8" fmla="*/ 4 w 24"/>
                  <a:gd name="T9" fmla="*/ 14 h 15"/>
                </a:gdLst>
                <a:ahLst/>
                <a:cxnLst>
                  <a:cxn ang="0">
                    <a:pos x="T0" y="T1"/>
                  </a:cxn>
                  <a:cxn ang="0">
                    <a:pos x="T2" y="T3"/>
                  </a:cxn>
                  <a:cxn ang="0">
                    <a:pos x="T4" y="T5"/>
                  </a:cxn>
                  <a:cxn ang="0">
                    <a:pos x="T6" y="T7"/>
                  </a:cxn>
                  <a:cxn ang="0">
                    <a:pos x="T8" y="T9"/>
                  </a:cxn>
                </a:cxnLst>
                <a:rect l="0" t="0" r="r" b="b"/>
                <a:pathLst>
                  <a:path w="24" h="15">
                    <a:moveTo>
                      <a:pt x="4" y="14"/>
                    </a:moveTo>
                    <a:cubicBezTo>
                      <a:pt x="8" y="8"/>
                      <a:pt x="15" y="5"/>
                      <a:pt x="22" y="3"/>
                    </a:cubicBezTo>
                    <a:cubicBezTo>
                      <a:pt x="24" y="3"/>
                      <a:pt x="23" y="0"/>
                      <a:pt x="21" y="0"/>
                    </a:cubicBezTo>
                    <a:cubicBezTo>
                      <a:pt x="13" y="0"/>
                      <a:pt x="5" y="5"/>
                      <a:pt x="1" y="12"/>
                    </a:cubicBezTo>
                    <a:cubicBezTo>
                      <a:pt x="0" y="14"/>
                      <a:pt x="3" y="15"/>
                      <a:pt x="4"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10" name="Freeform 527">
                <a:extLst>
                  <a:ext uri="{FF2B5EF4-FFF2-40B4-BE49-F238E27FC236}">
                    <a16:creationId xmlns:a16="http://schemas.microsoft.com/office/drawing/2014/main" id="{76A6F855-1AC0-2F61-3C94-05419F39F313}"/>
                  </a:ext>
                </a:extLst>
              </p:cNvPr>
              <p:cNvSpPr/>
              <p:nvPr/>
            </p:nvSpPr>
            <p:spPr bwMode="auto">
              <a:xfrm>
                <a:off x="4300" y="1713"/>
                <a:ext cx="38" cy="24"/>
              </a:xfrm>
              <a:custGeom>
                <a:avLst/>
                <a:gdLst>
                  <a:gd name="T0" fmla="*/ 4 w 22"/>
                  <a:gd name="T1" fmla="*/ 12 h 14"/>
                  <a:gd name="T2" fmla="*/ 20 w 22"/>
                  <a:gd name="T3" fmla="*/ 4 h 14"/>
                  <a:gd name="T4" fmla="*/ 20 w 22"/>
                  <a:gd name="T5" fmla="*/ 1 h 14"/>
                  <a:gd name="T6" fmla="*/ 1 w 22"/>
                  <a:gd name="T7" fmla="*/ 10 h 14"/>
                  <a:gd name="T8" fmla="*/ 4 w 22"/>
                  <a:gd name="T9" fmla="*/ 12 h 14"/>
                </a:gdLst>
                <a:ahLst/>
                <a:cxnLst>
                  <a:cxn ang="0">
                    <a:pos x="T0" y="T1"/>
                  </a:cxn>
                  <a:cxn ang="0">
                    <a:pos x="T2" y="T3"/>
                  </a:cxn>
                  <a:cxn ang="0">
                    <a:pos x="T4" y="T5"/>
                  </a:cxn>
                  <a:cxn ang="0">
                    <a:pos x="T6" y="T7"/>
                  </a:cxn>
                  <a:cxn ang="0">
                    <a:pos x="T8" y="T9"/>
                  </a:cxn>
                </a:cxnLst>
                <a:rect l="0" t="0" r="r" b="b"/>
                <a:pathLst>
                  <a:path w="22" h="14">
                    <a:moveTo>
                      <a:pt x="4" y="12"/>
                    </a:moveTo>
                    <a:cubicBezTo>
                      <a:pt x="8" y="7"/>
                      <a:pt x="14" y="5"/>
                      <a:pt x="20" y="4"/>
                    </a:cubicBezTo>
                    <a:cubicBezTo>
                      <a:pt x="21" y="4"/>
                      <a:pt x="22" y="1"/>
                      <a:pt x="20" y="1"/>
                    </a:cubicBezTo>
                    <a:cubicBezTo>
                      <a:pt x="13" y="0"/>
                      <a:pt x="5" y="4"/>
                      <a:pt x="1" y="10"/>
                    </a:cubicBezTo>
                    <a:cubicBezTo>
                      <a:pt x="0" y="12"/>
                      <a:pt x="3" y="14"/>
                      <a:pt x="4"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11" name="Freeform 528">
                <a:extLst>
                  <a:ext uri="{FF2B5EF4-FFF2-40B4-BE49-F238E27FC236}">
                    <a16:creationId xmlns:a16="http://schemas.microsoft.com/office/drawing/2014/main" id="{E17ADB5E-E2E0-23CF-248E-34CD1A908D4F}"/>
                  </a:ext>
                </a:extLst>
              </p:cNvPr>
              <p:cNvSpPr/>
              <p:nvPr/>
            </p:nvSpPr>
            <p:spPr bwMode="auto">
              <a:xfrm>
                <a:off x="4265" y="1767"/>
                <a:ext cx="51" cy="21"/>
              </a:xfrm>
              <a:custGeom>
                <a:avLst/>
                <a:gdLst>
                  <a:gd name="T0" fmla="*/ 4 w 29"/>
                  <a:gd name="T1" fmla="*/ 11 h 12"/>
                  <a:gd name="T2" fmla="*/ 27 w 29"/>
                  <a:gd name="T3" fmla="*/ 5 h 12"/>
                  <a:gd name="T4" fmla="*/ 27 w 29"/>
                  <a:gd name="T5" fmla="*/ 2 h 12"/>
                  <a:gd name="T6" fmla="*/ 2 w 29"/>
                  <a:gd name="T7" fmla="*/ 8 h 12"/>
                  <a:gd name="T8" fmla="*/ 4 w 29"/>
                  <a:gd name="T9" fmla="*/ 11 h 12"/>
                </a:gdLst>
                <a:ahLst/>
                <a:cxnLst>
                  <a:cxn ang="0">
                    <a:pos x="T0" y="T1"/>
                  </a:cxn>
                  <a:cxn ang="0">
                    <a:pos x="T2" y="T3"/>
                  </a:cxn>
                  <a:cxn ang="0">
                    <a:pos x="T4" y="T5"/>
                  </a:cxn>
                  <a:cxn ang="0">
                    <a:pos x="T6" y="T7"/>
                  </a:cxn>
                  <a:cxn ang="0">
                    <a:pos x="T8" y="T9"/>
                  </a:cxn>
                </a:cxnLst>
                <a:rect l="0" t="0" r="r" b="b"/>
                <a:pathLst>
                  <a:path w="29" h="12">
                    <a:moveTo>
                      <a:pt x="4" y="11"/>
                    </a:moveTo>
                    <a:cubicBezTo>
                      <a:pt x="11" y="7"/>
                      <a:pt x="19" y="6"/>
                      <a:pt x="27" y="5"/>
                    </a:cubicBezTo>
                    <a:cubicBezTo>
                      <a:pt x="28" y="5"/>
                      <a:pt x="29" y="3"/>
                      <a:pt x="27" y="2"/>
                    </a:cubicBezTo>
                    <a:cubicBezTo>
                      <a:pt x="19" y="0"/>
                      <a:pt x="9" y="3"/>
                      <a:pt x="2" y="8"/>
                    </a:cubicBezTo>
                    <a:cubicBezTo>
                      <a:pt x="0" y="9"/>
                      <a:pt x="2" y="12"/>
                      <a:pt x="4"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12" name="Freeform 529">
                <a:extLst>
                  <a:ext uri="{FF2B5EF4-FFF2-40B4-BE49-F238E27FC236}">
                    <a16:creationId xmlns:a16="http://schemas.microsoft.com/office/drawing/2014/main" id="{9288FE15-4603-DA3D-A9F4-89169ADA64A4}"/>
                  </a:ext>
                </a:extLst>
              </p:cNvPr>
              <p:cNvSpPr/>
              <p:nvPr/>
            </p:nvSpPr>
            <p:spPr bwMode="auto">
              <a:xfrm>
                <a:off x="4235" y="1803"/>
                <a:ext cx="51" cy="22"/>
              </a:xfrm>
              <a:custGeom>
                <a:avLst/>
                <a:gdLst>
                  <a:gd name="T0" fmla="*/ 4 w 29"/>
                  <a:gd name="T1" fmla="*/ 12 h 13"/>
                  <a:gd name="T2" fmla="*/ 27 w 29"/>
                  <a:gd name="T3" fmla="*/ 7 h 13"/>
                  <a:gd name="T4" fmla="*/ 27 w 29"/>
                  <a:gd name="T5" fmla="*/ 4 h 13"/>
                  <a:gd name="T6" fmla="*/ 2 w 29"/>
                  <a:gd name="T7" fmla="*/ 10 h 13"/>
                  <a:gd name="T8" fmla="*/ 4 w 29"/>
                  <a:gd name="T9" fmla="*/ 12 h 13"/>
                </a:gdLst>
                <a:ahLst/>
                <a:cxnLst>
                  <a:cxn ang="0">
                    <a:pos x="T0" y="T1"/>
                  </a:cxn>
                  <a:cxn ang="0">
                    <a:pos x="T2" y="T3"/>
                  </a:cxn>
                  <a:cxn ang="0">
                    <a:pos x="T4" y="T5"/>
                  </a:cxn>
                  <a:cxn ang="0">
                    <a:pos x="T6" y="T7"/>
                  </a:cxn>
                  <a:cxn ang="0">
                    <a:pos x="T8" y="T9"/>
                  </a:cxn>
                </a:cxnLst>
                <a:rect l="0" t="0" r="r" b="b"/>
                <a:pathLst>
                  <a:path w="29" h="13">
                    <a:moveTo>
                      <a:pt x="4" y="12"/>
                    </a:moveTo>
                    <a:cubicBezTo>
                      <a:pt x="11" y="7"/>
                      <a:pt x="18" y="7"/>
                      <a:pt x="27" y="7"/>
                    </a:cubicBezTo>
                    <a:cubicBezTo>
                      <a:pt x="28" y="7"/>
                      <a:pt x="29" y="4"/>
                      <a:pt x="27" y="4"/>
                    </a:cubicBezTo>
                    <a:cubicBezTo>
                      <a:pt x="19" y="0"/>
                      <a:pt x="8" y="4"/>
                      <a:pt x="2" y="10"/>
                    </a:cubicBezTo>
                    <a:cubicBezTo>
                      <a:pt x="0" y="11"/>
                      <a:pt x="2" y="13"/>
                      <a:pt x="4"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13" name="Freeform 530">
                <a:extLst>
                  <a:ext uri="{FF2B5EF4-FFF2-40B4-BE49-F238E27FC236}">
                    <a16:creationId xmlns:a16="http://schemas.microsoft.com/office/drawing/2014/main" id="{DB5DC04D-6634-E3B6-0999-07A09B15A927}"/>
                  </a:ext>
                </a:extLst>
              </p:cNvPr>
              <p:cNvSpPr/>
              <p:nvPr/>
            </p:nvSpPr>
            <p:spPr bwMode="auto">
              <a:xfrm>
                <a:off x="4198" y="1843"/>
                <a:ext cx="54" cy="16"/>
              </a:xfrm>
              <a:custGeom>
                <a:avLst/>
                <a:gdLst>
                  <a:gd name="T0" fmla="*/ 3 w 31"/>
                  <a:gd name="T1" fmla="*/ 9 h 9"/>
                  <a:gd name="T2" fmla="*/ 29 w 31"/>
                  <a:gd name="T3" fmla="*/ 5 h 9"/>
                  <a:gd name="T4" fmla="*/ 29 w 31"/>
                  <a:gd name="T5" fmla="*/ 2 h 9"/>
                  <a:gd name="T6" fmla="*/ 2 w 31"/>
                  <a:gd name="T7" fmla="*/ 5 h 9"/>
                  <a:gd name="T8" fmla="*/ 3 w 31"/>
                  <a:gd name="T9" fmla="*/ 9 h 9"/>
                </a:gdLst>
                <a:ahLst/>
                <a:cxnLst>
                  <a:cxn ang="0">
                    <a:pos x="T0" y="T1"/>
                  </a:cxn>
                  <a:cxn ang="0">
                    <a:pos x="T2" y="T3"/>
                  </a:cxn>
                  <a:cxn ang="0">
                    <a:pos x="T4" y="T5"/>
                  </a:cxn>
                  <a:cxn ang="0">
                    <a:pos x="T6" y="T7"/>
                  </a:cxn>
                  <a:cxn ang="0">
                    <a:pos x="T8" y="T9"/>
                  </a:cxn>
                </a:cxnLst>
                <a:rect l="0" t="0" r="r" b="b"/>
                <a:pathLst>
                  <a:path w="31" h="9">
                    <a:moveTo>
                      <a:pt x="3" y="9"/>
                    </a:moveTo>
                    <a:cubicBezTo>
                      <a:pt x="12" y="6"/>
                      <a:pt x="20" y="6"/>
                      <a:pt x="29" y="5"/>
                    </a:cubicBezTo>
                    <a:cubicBezTo>
                      <a:pt x="30" y="5"/>
                      <a:pt x="31" y="2"/>
                      <a:pt x="29" y="2"/>
                    </a:cubicBezTo>
                    <a:cubicBezTo>
                      <a:pt x="20" y="0"/>
                      <a:pt x="10" y="2"/>
                      <a:pt x="2" y="5"/>
                    </a:cubicBezTo>
                    <a:cubicBezTo>
                      <a:pt x="0" y="6"/>
                      <a:pt x="1" y="9"/>
                      <a:pt x="3"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14" name="Freeform 531">
                <a:extLst>
                  <a:ext uri="{FF2B5EF4-FFF2-40B4-BE49-F238E27FC236}">
                    <a16:creationId xmlns:a16="http://schemas.microsoft.com/office/drawing/2014/main" id="{0AAEAD75-E6C0-6F4E-669A-C00F54030747}"/>
                  </a:ext>
                </a:extLst>
              </p:cNvPr>
              <p:cNvSpPr/>
              <p:nvPr/>
            </p:nvSpPr>
            <p:spPr bwMode="auto">
              <a:xfrm>
                <a:off x="4175" y="1876"/>
                <a:ext cx="47" cy="15"/>
              </a:xfrm>
              <a:custGeom>
                <a:avLst/>
                <a:gdLst>
                  <a:gd name="T0" fmla="*/ 4 w 27"/>
                  <a:gd name="T1" fmla="*/ 7 h 8"/>
                  <a:gd name="T2" fmla="*/ 24 w 27"/>
                  <a:gd name="T3" fmla="*/ 5 h 8"/>
                  <a:gd name="T4" fmla="*/ 25 w 27"/>
                  <a:gd name="T5" fmla="*/ 2 h 8"/>
                  <a:gd name="T6" fmla="*/ 2 w 27"/>
                  <a:gd name="T7" fmla="*/ 3 h 8"/>
                  <a:gd name="T8" fmla="*/ 4 w 27"/>
                  <a:gd name="T9" fmla="*/ 7 h 8"/>
                </a:gdLst>
                <a:ahLst/>
                <a:cxnLst>
                  <a:cxn ang="0">
                    <a:pos x="T0" y="T1"/>
                  </a:cxn>
                  <a:cxn ang="0">
                    <a:pos x="T2" y="T3"/>
                  </a:cxn>
                  <a:cxn ang="0">
                    <a:pos x="T4" y="T5"/>
                  </a:cxn>
                  <a:cxn ang="0">
                    <a:pos x="T6" y="T7"/>
                  </a:cxn>
                  <a:cxn ang="0">
                    <a:pos x="T8" y="T9"/>
                  </a:cxn>
                </a:cxnLst>
                <a:rect l="0" t="0" r="r" b="b"/>
                <a:pathLst>
                  <a:path w="27" h="8">
                    <a:moveTo>
                      <a:pt x="4" y="7"/>
                    </a:moveTo>
                    <a:cubicBezTo>
                      <a:pt x="11" y="5"/>
                      <a:pt x="17" y="5"/>
                      <a:pt x="24" y="5"/>
                    </a:cubicBezTo>
                    <a:cubicBezTo>
                      <a:pt x="26" y="5"/>
                      <a:pt x="27" y="3"/>
                      <a:pt x="25" y="2"/>
                    </a:cubicBezTo>
                    <a:cubicBezTo>
                      <a:pt x="18" y="0"/>
                      <a:pt x="10" y="1"/>
                      <a:pt x="2" y="3"/>
                    </a:cubicBezTo>
                    <a:cubicBezTo>
                      <a:pt x="0" y="4"/>
                      <a:pt x="1" y="8"/>
                      <a:pt x="4"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15" name="Freeform 532">
                <a:extLst>
                  <a:ext uri="{FF2B5EF4-FFF2-40B4-BE49-F238E27FC236}">
                    <a16:creationId xmlns:a16="http://schemas.microsoft.com/office/drawing/2014/main" id="{B98EECA7-2871-ECE5-62CF-20AA21F0229C}"/>
                  </a:ext>
                </a:extLst>
              </p:cNvPr>
              <p:cNvSpPr/>
              <p:nvPr/>
            </p:nvSpPr>
            <p:spPr bwMode="auto">
              <a:xfrm>
                <a:off x="4178" y="1898"/>
                <a:ext cx="48" cy="17"/>
              </a:xfrm>
              <a:custGeom>
                <a:avLst/>
                <a:gdLst>
                  <a:gd name="T0" fmla="*/ 4 w 27"/>
                  <a:gd name="T1" fmla="*/ 10 h 10"/>
                  <a:gd name="T2" fmla="*/ 25 w 27"/>
                  <a:gd name="T3" fmla="*/ 3 h 10"/>
                  <a:gd name="T4" fmla="*/ 24 w 27"/>
                  <a:gd name="T5" fmla="*/ 0 h 10"/>
                  <a:gd name="T6" fmla="*/ 3 w 27"/>
                  <a:gd name="T7" fmla="*/ 6 h 10"/>
                  <a:gd name="T8" fmla="*/ 4 w 27"/>
                  <a:gd name="T9" fmla="*/ 10 h 10"/>
                </a:gdLst>
                <a:ahLst/>
                <a:cxnLst>
                  <a:cxn ang="0">
                    <a:pos x="T0" y="T1"/>
                  </a:cxn>
                  <a:cxn ang="0">
                    <a:pos x="T2" y="T3"/>
                  </a:cxn>
                  <a:cxn ang="0">
                    <a:pos x="T4" y="T5"/>
                  </a:cxn>
                  <a:cxn ang="0">
                    <a:pos x="T6" y="T7"/>
                  </a:cxn>
                  <a:cxn ang="0">
                    <a:pos x="T8" y="T9"/>
                  </a:cxn>
                </a:cxnLst>
                <a:rect l="0" t="0" r="r" b="b"/>
                <a:pathLst>
                  <a:path w="27" h="10">
                    <a:moveTo>
                      <a:pt x="4" y="10"/>
                    </a:moveTo>
                    <a:cubicBezTo>
                      <a:pt x="11" y="8"/>
                      <a:pt x="18" y="6"/>
                      <a:pt x="25" y="3"/>
                    </a:cubicBezTo>
                    <a:cubicBezTo>
                      <a:pt x="27" y="2"/>
                      <a:pt x="26" y="0"/>
                      <a:pt x="24" y="0"/>
                    </a:cubicBezTo>
                    <a:cubicBezTo>
                      <a:pt x="17" y="1"/>
                      <a:pt x="10" y="4"/>
                      <a:pt x="3" y="6"/>
                    </a:cubicBezTo>
                    <a:cubicBezTo>
                      <a:pt x="0" y="7"/>
                      <a:pt x="1" y="10"/>
                      <a:pt x="4"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16" name="Freeform 533">
                <a:extLst>
                  <a:ext uri="{FF2B5EF4-FFF2-40B4-BE49-F238E27FC236}">
                    <a16:creationId xmlns:a16="http://schemas.microsoft.com/office/drawing/2014/main" id="{15035634-E2EB-D2B8-3433-0C6FD3429EFD}"/>
                  </a:ext>
                </a:extLst>
              </p:cNvPr>
              <p:cNvSpPr/>
              <p:nvPr/>
            </p:nvSpPr>
            <p:spPr bwMode="auto">
              <a:xfrm>
                <a:off x="4187" y="1929"/>
                <a:ext cx="35" cy="37"/>
              </a:xfrm>
              <a:custGeom>
                <a:avLst/>
                <a:gdLst>
                  <a:gd name="T0" fmla="*/ 4 w 20"/>
                  <a:gd name="T1" fmla="*/ 19 h 21"/>
                  <a:gd name="T2" fmla="*/ 10 w 20"/>
                  <a:gd name="T3" fmla="*/ 9 h 21"/>
                  <a:gd name="T4" fmla="*/ 19 w 20"/>
                  <a:gd name="T5" fmla="*/ 3 h 21"/>
                  <a:gd name="T6" fmla="*/ 17 w 20"/>
                  <a:gd name="T7" fmla="*/ 0 h 21"/>
                  <a:gd name="T8" fmla="*/ 0 w 20"/>
                  <a:gd name="T9" fmla="*/ 18 h 21"/>
                  <a:gd name="T10" fmla="*/ 4 w 20"/>
                  <a:gd name="T11" fmla="*/ 19 h 21"/>
                </a:gdLst>
                <a:ahLst/>
                <a:cxnLst>
                  <a:cxn ang="0">
                    <a:pos x="T0" y="T1"/>
                  </a:cxn>
                  <a:cxn ang="0">
                    <a:pos x="T2" y="T3"/>
                  </a:cxn>
                  <a:cxn ang="0">
                    <a:pos x="T4" y="T5"/>
                  </a:cxn>
                  <a:cxn ang="0">
                    <a:pos x="T6" y="T7"/>
                  </a:cxn>
                  <a:cxn ang="0">
                    <a:pos x="T8" y="T9"/>
                  </a:cxn>
                  <a:cxn ang="0">
                    <a:pos x="T10" y="T11"/>
                  </a:cxn>
                </a:cxnLst>
                <a:rect l="0" t="0" r="r" b="b"/>
                <a:pathLst>
                  <a:path w="20" h="21">
                    <a:moveTo>
                      <a:pt x="4" y="19"/>
                    </a:moveTo>
                    <a:cubicBezTo>
                      <a:pt x="5" y="16"/>
                      <a:pt x="8" y="12"/>
                      <a:pt x="10" y="9"/>
                    </a:cubicBezTo>
                    <a:cubicBezTo>
                      <a:pt x="13" y="7"/>
                      <a:pt x="16" y="5"/>
                      <a:pt x="19" y="3"/>
                    </a:cubicBezTo>
                    <a:cubicBezTo>
                      <a:pt x="20" y="2"/>
                      <a:pt x="19" y="0"/>
                      <a:pt x="17" y="0"/>
                    </a:cubicBezTo>
                    <a:cubicBezTo>
                      <a:pt x="9" y="2"/>
                      <a:pt x="3" y="10"/>
                      <a:pt x="0" y="18"/>
                    </a:cubicBezTo>
                    <a:cubicBezTo>
                      <a:pt x="0" y="20"/>
                      <a:pt x="3" y="21"/>
                      <a:pt x="4"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17" name="Freeform 534">
                <a:extLst>
                  <a:ext uri="{FF2B5EF4-FFF2-40B4-BE49-F238E27FC236}">
                    <a16:creationId xmlns:a16="http://schemas.microsoft.com/office/drawing/2014/main" id="{C4A4771E-5F58-7357-D039-56BE39B35D22}"/>
                  </a:ext>
                </a:extLst>
              </p:cNvPr>
              <p:cNvSpPr/>
              <p:nvPr/>
            </p:nvSpPr>
            <p:spPr bwMode="auto">
              <a:xfrm>
                <a:off x="4210" y="1950"/>
                <a:ext cx="30" cy="35"/>
              </a:xfrm>
              <a:custGeom>
                <a:avLst/>
                <a:gdLst>
                  <a:gd name="T0" fmla="*/ 4 w 17"/>
                  <a:gd name="T1" fmla="*/ 17 h 20"/>
                  <a:gd name="T2" fmla="*/ 16 w 17"/>
                  <a:gd name="T3" fmla="*/ 3 h 20"/>
                  <a:gd name="T4" fmla="*/ 15 w 17"/>
                  <a:gd name="T5" fmla="*/ 0 h 20"/>
                  <a:gd name="T6" fmla="*/ 0 w 17"/>
                  <a:gd name="T7" fmla="*/ 16 h 20"/>
                  <a:gd name="T8" fmla="*/ 4 w 17"/>
                  <a:gd name="T9" fmla="*/ 17 h 20"/>
                </a:gdLst>
                <a:ahLst/>
                <a:cxnLst>
                  <a:cxn ang="0">
                    <a:pos x="T0" y="T1"/>
                  </a:cxn>
                  <a:cxn ang="0">
                    <a:pos x="T2" y="T3"/>
                  </a:cxn>
                  <a:cxn ang="0">
                    <a:pos x="T4" y="T5"/>
                  </a:cxn>
                  <a:cxn ang="0">
                    <a:pos x="T6" y="T7"/>
                  </a:cxn>
                  <a:cxn ang="0">
                    <a:pos x="T8" y="T9"/>
                  </a:cxn>
                </a:cxnLst>
                <a:rect l="0" t="0" r="r" b="b"/>
                <a:pathLst>
                  <a:path w="17" h="20">
                    <a:moveTo>
                      <a:pt x="4" y="17"/>
                    </a:moveTo>
                    <a:cubicBezTo>
                      <a:pt x="6" y="11"/>
                      <a:pt x="10" y="7"/>
                      <a:pt x="16" y="3"/>
                    </a:cubicBezTo>
                    <a:cubicBezTo>
                      <a:pt x="17" y="2"/>
                      <a:pt x="17" y="0"/>
                      <a:pt x="15" y="0"/>
                    </a:cubicBezTo>
                    <a:cubicBezTo>
                      <a:pt x="7" y="2"/>
                      <a:pt x="2" y="9"/>
                      <a:pt x="0" y="16"/>
                    </a:cubicBezTo>
                    <a:cubicBezTo>
                      <a:pt x="0" y="19"/>
                      <a:pt x="3" y="20"/>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18" name="Freeform 535">
                <a:extLst>
                  <a:ext uri="{FF2B5EF4-FFF2-40B4-BE49-F238E27FC236}">
                    <a16:creationId xmlns:a16="http://schemas.microsoft.com/office/drawing/2014/main" id="{302B24E0-9744-16C4-A1BF-A74DE9231848}"/>
                  </a:ext>
                </a:extLst>
              </p:cNvPr>
              <p:cNvSpPr/>
              <p:nvPr/>
            </p:nvSpPr>
            <p:spPr bwMode="auto">
              <a:xfrm>
                <a:off x="4242" y="1968"/>
                <a:ext cx="24" cy="32"/>
              </a:xfrm>
              <a:custGeom>
                <a:avLst/>
                <a:gdLst>
                  <a:gd name="T0" fmla="*/ 4 w 14"/>
                  <a:gd name="T1" fmla="*/ 16 h 18"/>
                  <a:gd name="T2" fmla="*/ 14 w 14"/>
                  <a:gd name="T3" fmla="*/ 3 h 18"/>
                  <a:gd name="T4" fmla="*/ 11 w 14"/>
                  <a:gd name="T5" fmla="*/ 1 h 18"/>
                  <a:gd name="T6" fmla="*/ 2 w 14"/>
                  <a:gd name="T7" fmla="*/ 14 h 18"/>
                  <a:gd name="T8" fmla="*/ 4 w 14"/>
                  <a:gd name="T9" fmla="*/ 16 h 18"/>
                </a:gdLst>
                <a:ahLst/>
                <a:cxnLst>
                  <a:cxn ang="0">
                    <a:pos x="T0" y="T1"/>
                  </a:cxn>
                  <a:cxn ang="0">
                    <a:pos x="T2" y="T3"/>
                  </a:cxn>
                  <a:cxn ang="0">
                    <a:pos x="T4" y="T5"/>
                  </a:cxn>
                  <a:cxn ang="0">
                    <a:pos x="T6" y="T7"/>
                  </a:cxn>
                  <a:cxn ang="0">
                    <a:pos x="T8" y="T9"/>
                  </a:cxn>
                </a:cxnLst>
                <a:rect l="0" t="0" r="r" b="b"/>
                <a:pathLst>
                  <a:path w="14" h="18">
                    <a:moveTo>
                      <a:pt x="4" y="16"/>
                    </a:moveTo>
                    <a:cubicBezTo>
                      <a:pt x="8" y="12"/>
                      <a:pt x="11" y="8"/>
                      <a:pt x="14" y="3"/>
                    </a:cubicBezTo>
                    <a:cubicBezTo>
                      <a:pt x="14" y="2"/>
                      <a:pt x="12" y="0"/>
                      <a:pt x="11" y="1"/>
                    </a:cubicBezTo>
                    <a:cubicBezTo>
                      <a:pt x="7" y="5"/>
                      <a:pt x="4" y="10"/>
                      <a:pt x="2" y="14"/>
                    </a:cubicBezTo>
                    <a:cubicBezTo>
                      <a:pt x="0" y="16"/>
                      <a:pt x="3" y="18"/>
                      <a:pt x="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19" name="Freeform 536">
                <a:extLst>
                  <a:ext uri="{FF2B5EF4-FFF2-40B4-BE49-F238E27FC236}">
                    <a16:creationId xmlns:a16="http://schemas.microsoft.com/office/drawing/2014/main" id="{AC84A234-5820-B9E6-E2BE-1EA802CCE611}"/>
                  </a:ext>
                </a:extLst>
              </p:cNvPr>
              <p:cNvSpPr/>
              <p:nvPr/>
            </p:nvSpPr>
            <p:spPr bwMode="auto">
              <a:xfrm>
                <a:off x="4094" y="1862"/>
                <a:ext cx="86" cy="18"/>
              </a:xfrm>
              <a:custGeom>
                <a:avLst/>
                <a:gdLst>
                  <a:gd name="T0" fmla="*/ 47 w 49"/>
                  <a:gd name="T1" fmla="*/ 1 h 10"/>
                  <a:gd name="T2" fmla="*/ 25 w 49"/>
                  <a:gd name="T3" fmla="*/ 3 h 10"/>
                  <a:gd name="T4" fmla="*/ 2 w 49"/>
                  <a:gd name="T5" fmla="*/ 1 h 10"/>
                  <a:gd name="T6" fmla="*/ 2 w 49"/>
                  <a:gd name="T7" fmla="*/ 4 h 10"/>
                  <a:gd name="T8" fmla="*/ 48 w 49"/>
                  <a:gd name="T9" fmla="*/ 4 h 10"/>
                  <a:gd name="T10" fmla="*/ 47 w 49"/>
                  <a:gd name="T11" fmla="*/ 1 h 10"/>
                </a:gdLst>
                <a:ahLst/>
                <a:cxnLst>
                  <a:cxn ang="0">
                    <a:pos x="T0" y="T1"/>
                  </a:cxn>
                  <a:cxn ang="0">
                    <a:pos x="T2" y="T3"/>
                  </a:cxn>
                  <a:cxn ang="0">
                    <a:pos x="T4" y="T5"/>
                  </a:cxn>
                  <a:cxn ang="0">
                    <a:pos x="T6" y="T7"/>
                  </a:cxn>
                  <a:cxn ang="0">
                    <a:pos x="T8" y="T9"/>
                  </a:cxn>
                  <a:cxn ang="0">
                    <a:pos x="T10" y="T11"/>
                  </a:cxn>
                </a:cxnLst>
                <a:rect l="0" t="0" r="r" b="b"/>
                <a:pathLst>
                  <a:path w="49" h="10">
                    <a:moveTo>
                      <a:pt x="47" y="1"/>
                    </a:moveTo>
                    <a:cubicBezTo>
                      <a:pt x="39" y="2"/>
                      <a:pt x="32" y="3"/>
                      <a:pt x="25" y="3"/>
                    </a:cubicBezTo>
                    <a:cubicBezTo>
                      <a:pt x="17" y="3"/>
                      <a:pt x="10" y="1"/>
                      <a:pt x="2" y="1"/>
                    </a:cubicBezTo>
                    <a:cubicBezTo>
                      <a:pt x="1" y="0"/>
                      <a:pt x="0" y="3"/>
                      <a:pt x="2" y="4"/>
                    </a:cubicBezTo>
                    <a:cubicBezTo>
                      <a:pt x="15" y="10"/>
                      <a:pt x="34" y="10"/>
                      <a:pt x="48" y="4"/>
                    </a:cubicBezTo>
                    <a:cubicBezTo>
                      <a:pt x="49" y="3"/>
                      <a:pt x="48" y="1"/>
                      <a:pt x="47"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0" name="Freeform 537">
                <a:extLst>
                  <a:ext uri="{FF2B5EF4-FFF2-40B4-BE49-F238E27FC236}">
                    <a16:creationId xmlns:a16="http://schemas.microsoft.com/office/drawing/2014/main" id="{702B0461-CB16-18FA-2B85-18F14B1B1C15}"/>
                  </a:ext>
                </a:extLst>
              </p:cNvPr>
              <p:cNvSpPr/>
              <p:nvPr/>
            </p:nvSpPr>
            <p:spPr bwMode="auto">
              <a:xfrm>
                <a:off x="4108" y="1883"/>
                <a:ext cx="58" cy="20"/>
              </a:xfrm>
              <a:custGeom>
                <a:avLst/>
                <a:gdLst>
                  <a:gd name="T0" fmla="*/ 31 w 33"/>
                  <a:gd name="T1" fmla="*/ 7 h 11"/>
                  <a:gd name="T2" fmla="*/ 17 w 33"/>
                  <a:gd name="T3" fmla="*/ 4 h 11"/>
                  <a:gd name="T4" fmla="*/ 3 w 33"/>
                  <a:gd name="T5" fmla="*/ 0 h 11"/>
                  <a:gd name="T6" fmla="*/ 2 w 33"/>
                  <a:gd name="T7" fmla="*/ 3 h 11"/>
                  <a:gd name="T8" fmla="*/ 31 w 33"/>
                  <a:gd name="T9" fmla="*/ 10 h 11"/>
                  <a:gd name="T10" fmla="*/ 31 w 33"/>
                  <a:gd name="T11" fmla="*/ 7 h 11"/>
                </a:gdLst>
                <a:ahLst/>
                <a:cxnLst>
                  <a:cxn ang="0">
                    <a:pos x="T0" y="T1"/>
                  </a:cxn>
                  <a:cxn ang="0">
                    <a:pos x="T2" y="T3"/>
                  </a:cxn>
                  <a:cxn ang="0">
                    <a:pos x="T4" y="T5"/>
                  </a:cxn>
                  <a:cxn ang="0">
                    <a:pos x="T6" y="T7"/>
                  </a:cxn>
                  <a:cxn ang="0">
                    <a:pos x="T8" y="T9"/>
                  </a:cxn>
                  <a:cxn ang="0">
                    <a:pos x="T10" y="T11"/>
                  </a:cxn>
                </a:cxnLst>
                <a:rect l="0" t="0" r="r" b="b"/>
                <a:pathLst>
                  <a:path w="33" h="11">
                    <a:moveTo>
                      <a:pt x="31" y="7"/>
                    </a:moveTo>
                    <a:cubicBezTo>
                      <a:pt x="26" y="6"/>
                      <a:pt x="22" y="5"/>
                      <a:pt x="17" y="4"/>
                    </a:cubicBezTo>
                    <a:cubicBezTo>
                      <a:pt x="12" y="3"/>
                      <a:pt x="8" y="1"/>
                      <a:pt x="3" y="0"/>
                    </a:cubicBezTo>
                    <a:cubicBezTo>
                      <a:pt x="2" y="0"/>
                      <a:pt x="0" y="2"/>
                      <a:pt x="2" y="3"/>
                    </a:cubicBezTo>
                    <a:cubicBezTo>
                      <a:pt x="9" y="9"/>
                      <a:pt x="21" y="11"/>
                      <a:pt x="31" y="10"/>
                    </a:cubicBezTo>
                    <a:cubicBezTo>
                      <a:pt x="32" y="9"/>
                      <a:pt x="33" y="7"/>
                      <a:pt x="31"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1" name="Freeform 538">
                <a:extLst>
                  <a:ext uri="{FF2B5EF4-FFF2-40B4-BE49-F238E27FC236}">
                    <a16:creationId xmlns:a16="http://schemas.microsoft.com/office/drawing/2014/main" id="{263EFC32-534D-B52D-2AEF-0B06A01C9019}"/>
                  </a:ext>
                </a:extLst>
              </p:cNvPr>
              <p:cNvSpPr/>
              <p:nvPr/>
            </p:nvSpPr>
            <p:spPr bwMode="auto">
              <a:xfrm>
                <a:off x="4127" y="1834"/>
                <a:ext cx="62" cy="13"/>
              </a:xfrm>
              <a:custGeom>
                <a:avLst/>
                <a:gdLst>
                  <a:gd name="T0" fmla="*/ 32 w 35"/>
                  <a:gd name="T1" fmla="*/ 2 h 7"/>
                  <a:gd name="T2" fmla="*/ 2 w 35"/>
                  <a:gd name="T3" fmla="*/ 0 h 7"/>
                  <a:gd name="T4" fmla="*/ 2 w 35"/>
                  <a:gd name="T5" fmla="*/ 4 h 7"/>
                  <a:gd name="T6" fmla="*/ 33 w 35"/>
                  <a:gd name="T7" fmla="*/ 6 h 7"/>
                  <a:gd name="T8" fmla="*/ 32 w 35"/>
                  <a:gd name="T9" fmla="*/ 2 h 7"/>
                </a:gdLst>
                <a:ahLst/>
                <a:cxnLst>
                  <a:cxn ang="0">
                    <a:pos x="T0" y="T1"/>
                  </a:cxn>
                  <a:cxn ang="0">
                    <a:pos x="T2" y="T3"/>
                  </a:cxn>
                  <a:cxn ang="0">
                    <a:pos x="T4" y="T5"/>
                  </a:cxn>
                  <a:cxn ang="0">
                    <a:pos x="T6" y="T7"/>
                  </a:cxn>
                  <a:cxn ang="0">
                    <a:pos x="T8" y="T9"/>
                  </a:cxn>
                </a:cxnLst>
                <a:rect l="0" t="0" r="r" b="b"/>
                <a:pathLst>
                  <a:path w="35" h="7">
                    <a:moveTo>
                      <a:pt x="32" y="2"/>
                    </a:moveTo>
                    <a:cubicBezTo>
                      <a:pt x="22" y="2"/>
                      <a:pt x="12" y="1"/>
                      <a:pt x="2" y="0"/>
                    </a:cubicBezTo>
                    <a:cubicBezTo>
                      <a:pt x="0" y="0"/>
                      <a:pt x="0" y="3"/>
                      <a:pt x="2" y="4"/>
                    </a:cubicBezTo>
                    <a:cubicBezTo>
                      <a:pt x="12" y="7"/>
                      <a:pt x="23" y="7"/>
                      <a:pt x="33" y="6"/>
                    </a:cubicBezTo>
                    <a:cubicBezTo>
                      <a:pt x="35" y="5"/>
                      <a:pt x="34" y="2"/>
                      <a:pt x="32"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2" name="Freeform 539">
                <a:extLst>
                  <a:ext uri="{FF2B5EF4-FFF2-40B4-BE49-F238E27FC236}">
                    <a16:creationId xmlns:a16="http://schemas.microsoft.com/office/drawing/2014/main" id="{183330E8-D4BA-5B12-ADF1-46883D120718}"/>
                  </a:ext>
                </a:extLst>
              </p:cNvPr>
              <p:cNvSpPr/>
              <p:nvPr/>
            </p:nvSpPr>
            <p:spPr bwMode="auto">
              <a:xfrm>
                <a:off x="3723" y="2035"/>
                <a:ext cx="99" cy="30"/>
              </a:xfrm>
              <a:custGeom>
                <a:avLst/>
                <a:gdLst>
                  <a:gd name="T0" fmla="*/ 53 w 56"/>
                  <a:gd name="T1" fmla="*/ 1 h 17"/>
                  <a:gd name="T2" fmla="*/ 2 w 56"/>
                  <a:gd name="T3" fmla="*/ 12 h 17"/>
                  <a:gd name="T4" fmla="*/ 2 w 56"/>
                  <a:gd name="T5" fmla="*/ 15 h 17"/>
                  <a:gd name="T6" fmla="*/ 54 w 56"/>
                  <a:gd name="T7" fmla="*/ 4 h 17"/>
                  <a:gd name="T8" fmla="*/ 53 w 56"/>
                  <a:gd name="T9" fmla="*/ 1 h 17"/>
                </a:gdLst>
                <a:ahLst/>
                <a:cxnLst>
                  <a:cxn ang="0">
                    <a:pos x="T0" y="T1"/>
                  </a:cxn>
                  <a:cxn ang="0">
                    <a:pos x="T2" y="T3"/>
                  </a:cxn>
                  <a:cxn ang="0">
                    <a:pos x="T4" y="T5"/>
                  </a:cxn>
                  <a:cxn ang="0">
                    <a:pos x="T6" y="T7"/>
                  </a:cxn>
                  <a:cxn ang="0">
                    <a:pos x="T8" y="T9"/>
                  </a:cxn>
                </a:cxnLst>
                <a:rect l="0" t="0" r="r" b="b"/>
                <a:pathLst>
                  <a:path w="56" h="17">
                    <a:moveTo>
                      <a:pt x="53" y="1"/>
                    </a:moveTo>
                    <a:cubicBezTo>
                      <a:pt x="36" y="7"/>
                      <a:pt x="20" y="11"/>
                      <a:pt x="2" y="12"/>
                    </a:cubicBezTo>
                    <a:cubicBezTo>
                      <a:pt x="0" y="12"/>
                      <a:pt x="0" y="15"/>
                      <a:pt x="2" y="15"/>
                    </a:cubicBezTo>
                    <a:cubicBezTo>
                      <a:pt x="20" y="17"/>
                      <a:pt x="38" y="13"/>
                      <a:pt x="54" y="4"/>
                    </a:cubicBezTo>
                    <a:cubicBezTo>
                      <a:pt x="56" y="3"/>
                      <a:pt x="55" y="0"/>
                      <a:pt x="53"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3" name="Freeform 540">
                <a:extLst>
                  <a:ext uri="{FF2B5EF4-FFF2-40B4-BE49-F238E27FC236}">
                    <a16:creationId xmlns:a16="http://schemas.microsoft.com/office/drawing/2014/main" id="{8D0E234D-1313-19A6-9417-D91596080C84}"/>
                  </a:ext>
                </a:extLst>
              </p:cNvPr>
              <p:cNvSpPr/>
              <p:nvPr/>
            </p:nvSpPr>
            <p:spPr bwMode="auto">
              <a:xfrm>
                <a:off x="3769" y="2035"/>
                <a:ext cx="68" cy="58"/>
              </a:xfrm>
              <a:custGeom>
                <a:avLst/>
                <a:gdLst>
                  <a:gd name="T0" fmla="*/ 36 w 39"/>
                  <a:gd name="T1" fmla="*/ 1 h 33"/>
                  <a:gd name="T2" fmla="*/ 1 w 39"/>
                  <a:gd name="T3" fmla="*/ 29 h 33"/>
                  <a:gd name="T4" fmla="*/ 2 w 39"/>
                  <a:gd name="T5" fmla="*/ 32 h 33"/>
                  <a:gd name="T6" fmla="*/ 38 w 39"/>
                  <a:gd name="T7" fmla="*/ 3 h 33"/>
                  <a:gd name="T8" fmla="*/ 36 w 39"/>
                  <a:gd name="T9" fmla="*/ 1 h 33"/>
                </a:gdLst>
                <a:ahLst/>
                <a:cxnLst>
                  <a:cxn ang="0">
                    <a:pos x="T0" y="T1"/>
                  </a:cxn>
                  <a:cxn ang="0">
                    <a:pos x="T2" y="T3"/>
                  </a:cxn>
                  <a:cxn ang="0">
                    <a:pos x="T4" y="T5"/>
                  </a:cxn>
                  <a:cxn ang="0">
                    <a:pos x="T6" y="T7"/>
                  </a:cxn>
                  <a:cxn ang="0">
                    <a:pos x="T8" y="T9"/>
                  </a:cxn>
                </a:cxnLst>
                <a:rect l="0" t="0" r="r" b="b"/>
                <a:pathLst>
                  <a:path w="39" h="33">
                    <a:moveTo>
                      <a:pt x="36" y="1"/>
                    </a:moveTo>
                    <a:cubicBezTo>
                      <a:pt x="25" y="13"/>
                      <a:pt x="14" y="21"/>
                      <a:pt x="1" y="29"/>
                    </a:cubicBezTo>
                    <a:cubicBezTo>
                      <a:pt x="0" y="30"/>
                      <a:pt x="1" y="33"/>
                      <a:pt x="2" y="32"/>
                    </a:cubicBezTo>
                    <a:cubicBezTo>
                      <a:pt x="17" y="27"/>
                      <a:pt x="30" y="15"/>
                      <a:pt x="38" y="3"/>
                    </a:cubicBezTo>
                    <a:cubicBezTo>
                      <a:pt x="39" y="1"/>
                      <a:pt x="37" y="0"/>
                      <a:pt x="36"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4" name="Freeform 541">
                <a:extLst>
                  <a:ext uri="{FF2B5EF4-FFF2-40B4-BE49-F238E27FC236}">
                    <a16:creationId xmlns:a16="http://schemas.microsoft.com/office/drawing/2014/main" id="{6B2CD8D8-216D-3AE2-50D9-33224070A2F1}"/>
                  </a:ext>
                </a:extLst>
              </p:cNvPr>
              <p:cNvSpPr/>
              <p:nvPr/>
            </p:nvSpPr>
            <p:spPr bwMode="auto">
              <a:xfrm>
                <a:off x="3767" y="2100"/>
                <a:ext cx="48" cy="31"/>
              </a:xfrm>
              <a:custGeom>
                <a:avLst/>
                <a:gdLst>
                  <a:gd name="T0" fmla="*/ 23 w 27"/>
                  <a:gd name="T1" fmla="*/ 1 h 18"/>
                  <a:gd name="T2" fmla="*/ 2 w 27"/>
                  <a:gd name="T3" fmla="*/ 14 h 18"/>
                  <a:gd name="T4" fmla="*/ 4 w 27"/>
                  <a:gd name="T5" fmla="*/ 17 h 18"/>
                  <a:gd name="T6" fmla="*/ 25 w 27"/>
                  <a:gd name="T7" fmla="*/ 4 h 18"/>
                  <a:gd name="T8" fmla="*/ 23 w 27"/>
                  <a:gd name="T9" fmla="*/ 1 h 18"/>
                </a:gdLst>
                <a:ahLst/>
                <a:cxnLst>
                  <a:cxn ang="0">
                    <a:pos x="T0" y="T1"/>
                  </a:cxn>
                  <a:cxn ang="0">
                    <a:pos x="T2" y="T3"/>
                  </a:cxn>
                  <a:cxn ang="0">
                    <a:pos x="T4" y="T5"/>
                  </a:cxn>
                  <a:cxn ang="0">
                    <a:pos x="T6" y="T7"/>
                  </a:cxn>
                  <a:cxn ang="0">
                    <a:pos x="T8" y="T9"/>
                  </a:cxn>
                </a:cxnLst>
                <a:rect l="0" t="0" r="r" b="b"/>
                <a:pathLst>
                  <a:path w="27" h="18">
                    <a:moveTo>
                      <a:pt x="23" y="1"/>
                    </a:moveTo>
                    <a:cubicBezTo>
                      <a:pt x="16" y="5"/>
                      <a:pt x="8" y="9"/>
                      <a:pt x="2" y="14"/>
                    </a:cubicBezTo>
                    <a:cubicBezTo>
                      <a:pt x="0" y="16"/>
                      <a:pt x="2" y="18"/>
                      <a:pt x="4" y="17"/>
                    </a:cubicBezTo>
                    <a:cubicBezTo>
                      <a:pt x="11" y="14"/>
                      <a:pt x="18" y="8"/>
                      <a:pt x="25" y="4"/>
                    </a:cubicBezTo>
                    <a:cubicBezTo>
                      <a:pt x="27" y="3"/>
                      <a:pt x="25" y="0"/>
                      <a:pt x="23"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5" name="Freeform 542">
                <a:extLst>
                  <a:ext uri="{FF2B5EF4-FFF2-40B4-BE49-F238E27FC236}">
                    <a16:creationId xmlns:a16="http://schemas.microsoft.com/office/drawing/2014/main" id="{277C0CEC-85E1-DA00-0588-7760181E18A2}"/>
                  </a:ext>
                </a:extLst>
              </p:cNvPr>
              <p:cNvSpPr/>
              <p:nvPr/>
            </p:nvSpPr>
            <p:spPr bwMode="auto">
              <a:xfrm>
                <a:off x="3732" y="2017"/>
                <a:ext cx="54" cy="16"/>
              </a:xfrm>
              <a:custGeom>
                <a:avLst/>
                <a:gdLst>
                  <a:gd name="T0" fmla="*/ 29 w 31"/>
                  <a:gd name="T1" fmla="*/ 0 h 9"/>
                  <a:gd name="T2" fmla="*/ 15 w 31"/>
                  <a:gd name="T3" fmla="*/ 2 h 9"/>
                  <a:gd name="T4" fmla="*/ 1 w 31"/>
                  <a:gd name="T5" fmla="*/ 6 h 9"/>
                  <a:gd name="T6" fmla="*/ 2 w 31"/>
                  <a:gd name="T7" fmla="*/ 9 h 9"/>
                  <a:gd name="T8" fmla="*/ 15 w 31"/>
                  <a:gd name="T9" fmla="*/ 7 h 9"/>
                  <a:gd name="T10" fmla="*/ 29 w 31"/>
                  <a:gd name="T11" fmla="*/ 2 h 9"/>
                  <a:gd name="T12" fmla="*/ 29 w 31"/>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31" h="9">
                    <a:moveTo>
                      <a:pt x="29" y="0"/>
                    </a:moveTo>
                    <a:cubicBezTo>
                      <a:pt x="24" y="1"/>
                      <a:pt x="19" y="1"/>
                      <a:pt x="15" y="2"/>
                    </a:cubicBezTo>
                    <a:cubicBezTo>
                      <a:pt x="10" y="3"/>
                      <a:pt x="6" y="4"/>
                      <a:pt x="1" y="6"/>
                    </a:cubicBezTo>
                    <a:cubicBezTo>
                      <a:pt x="0" y="7"/>
                      <a:pt x="0" y="9"/>
                      <a:pt x="2" y="9"/>
                    </a:cubicBezTo>
                    <a:cubicBezTo>
                      <a:pt x="6" y="9"/>
                      <a:pt x="10" y="8"/>
                      <a:pt x="15" y="7"/>
                    </a:cubicBezTo>
                    <a:cubicBezTo>
                      <a:pt x="20" y="5"/>
                      <a:pt x="24" y="3"/>
                      <a:pt x="29" y="2"/>
                    </a:cubicBezTo>
                    <a:cubicBezTo>
                      <a:pt x="31" y="2"/>
                      <a:pt x="30" y="0"/>
                      <a:pt x="2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6" name="Freeform 543">
                <a:extLst>
                  <a:ext uri="{FF2B5EF4-FFF2-40B4-BE49-F238E27FC236}">
                    <a16:creationId xmlns:a16="http://schemas.microsoft.com/office/drawing/2014/main" id="{605644A5-A20F-AFCA-9239-B1DB75CD569D}"/>
                  </a:ext>
                </a:extLst>
              </p:cNvPr>
              <p:cNvSpPr/>
              <p:nvPr/>
            </p:nvSpPr>
            <p:spPr bwMode="auto">
              <a:xfrm>
                <a:off x="3704" y="1987"/>
                <a:ext cx="54" cy="16"/>
              </a:xfrm>
              <a:custGeom>
                <a:avLst/>
                <a:gdLst>
                  <a:gd name="T0" fmla="*/ 28 w 31"/>
                  <a:gd name="T1" fmla="*/ 0 h 9"/>
                  <a:gd name="T2" fmla="*/ 2 w 31"/>
                  <a:gd name="T3" fmla="*/ 5 h 9"/>
                  <a:gd name="T4" fmla="*/ 3 w 31"/>
                  <a:gd name="T5" fmla="*/ 8 h 9"/>
                  <a:gd name="T6" fmla="*/ 28 w 31"/>
                  <a:gd name="T7" fmla="*/ 3 h 9"/>
                  <a:gd name="T8" fmla="*/ 28 w 31"/>
                  <a:gd name="T9" fmla="*/ 0 h 9"/>
                </a:gdLst>
                <a:ahLst/>
                <a:cxnLst>
                  <a:cxn ang="0">
                    <a:pos x="T0" y="T1"/>
                  </a:cxn>
                  <a:cxn ang="0">
                    <a:pos x="T2" y="T3"/>
                  </a:cxn>
                  <a:cxn ang="0">
                    <a:pos x="T4" y="T5"/>
                  </a:cxn>
                  <a:cxn ang="0">
                    <a:pos x="T6" y="T7"/>
                  </a:cxn>
                  <a:cxn ang="0">
                    <a:pos x="T8" y="T9"/>
                  </a:cxn>
                </a:cxnLst>
                <a:rect l="0" t="0" r="r" b="b"/>
                <a:pathLst>
                  <a:path w="31" h="9">
                    <a:moveTo>
                      <a:pt x="28" y="0"/>
                    </a:moveTo>
                    <a:cubicBezTo>
                      <a:pt x="19" y="1"/>
                      <a:pt x="10" y="2"/>
                      <a:pt x="2" y="5"/>
                    </a:cubicBezTo>
                    <a:cubicBezTo>
                      <a:pt x="0" y="6"/>
                      <a:pt x="1" y="9"/>
                      <a:pt x="3" y="8"/>
                    </a:cubicBezTo>
                    <a:cubicBezTo>
                      <a:pt x="11" y="8"/>
                      <a:pt x="20" y="5"/>
                      <a:pt x="28" y="3"/>
                    </a:cubicBezTo>
                    <a:cubicBezTo>
                      <a:pt x="31" y="3"/>
                      <a:pt x="30" y="0"/>
                      <a:pt x="2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7" name="Freeform 544">
                <a:extLst>
                  <a:ext uri="{FF2B5EF4-FFF2-40B4-BE49-F238E27FC236}">
                    <a16:creationId xmlns:a16="http://schemas.microsoft.com/office/drawing/2014/main" id="{B113A06E-2E55-E850-4791-31591DE3F469}"/>
                  </a:ext>
                </a:extLst>
              </p:cNvPr>
              <p:cNvSpPr/>
              <p:nvPr/>
            </p:nvSpPr>
            <p:spPr bwMode="auto">
              <a:xfrm>
                <a:off x="3820" y="2045"/>
                <a:ext cx="82" cy="28"/>
              </a:xfrm>
              <a:custGeom>
                <a:avLst/>
                <a:gdLst>
                  <a:gd name="T0" fmla="*/ 2 w 47"/>
                  <a:gd name="T1" fmla="*/ 5 h 16"/>
                  <a:gd name="T2" fmla="*/ 46 w 47"/>
                  <a:gd name="T3" fmla="*/ 13 h 16"/>
                  <a:gd name="T4" fmla="*/ 45 w 47"/>
                  <a:gd name="T5" fmla="*/ 10 h 16"/>
                  <a:gd name="T6" fmla="*/ 4 w 47"/>
                  <a:gd name="T7" fmla="*/ 1 h 16"/>
                  <a:gd name="T8" fmla="*/ 2 w 47"/>
                  <a:gd name="T9" fmla="*/ 5 h 16"/>
                </a:gdLst>
                <a:ahLst/>
                <a:cxnLst>
                  <a:cxn ang="0">
                    <a:pos x="T0" y="T1"/>
                  </a:cxn>
                  <a:cxn ang="0">
                    <a:pos x="T2" y="T3"/>
                  </a:cxn>
                  <a:cxn ang="0">
                    <a:pos x="T4" y="T5"/>
                  </a:cxn>
                  <a:cxn ang="0">
                    <a:pos x="T6" y="T7"/>
                  </a:cxn>
                  <a:cxn ang="0">
                    <a:pos x="T8" y="T9"/>
                  </a:cxn>
                </a:cxnLst>
                <a:rect l="0" t="0" r="r" b="b"/>
                <a:pathLst>
                  <a:path w="47" h="16">
                    <a:moveTo>
                      <a:pt x="2" y="5"/>
                    </a:moveTo>
                    <a:cubicBezTo>
                      <a:pt x="15" y="13"/>
                      <a:pt x="31" y="16"/>
                      <a:pt x="46" y="13"/>
                    </a:cubicBezTo>
                    <a:cubicBezTo>
                      <a:pt x="47" y="13"/>
                      <a:pt x="47" y="10"/>
                      <a:pt x="45" y="10"/>
                    </a:cubicBezTo>
                    <a:cubicBezTo>
                      <a:pt x="30" y="10"/>
                      <a:pt x="17" y="8"/>
                      <a:pt x="4" y="1"/>
                    </a:cubicBezTo>
                    <a:cubicBezTo>
                      <a:pt x="2" y="0"/>
                      <a:pt x="0" y="3"/>
                      <a:pt x="2"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8" name="Freeform 545">
                <a:extLst>
                  <a:ext uri="{FF2B5EF4-FFF2-40B4-BE49-F238E27FC236}">
                    <a16:creationId xmlns:a16="http://schemas.microsoft.com/office/drawing/2014/main" id="{2D02DBC6-E833-5CE8-6334-9D1C6603F1C8}"/>
                  </a:ext>
                </a:extLst>
              </p:cNvPr>
              <p:cNvSpPr/>
              <p:nvPr/>
            </p:nvSpPr>
            <p:spPr bwMode="auto">
              <a:xfrm>
                <a:off x="3816" y="2080"/>
                <a:ext cx="53" cy="30"/>
              </a:xfrm>
              <a:custGeom>
                <a:avLst/>
                <a:gdLst>
                  <a:gd name="T0" fmla="*/ 1 w 30"/>
                  <a:gd name="T1" fmla="*/ 4 h 17"/>
                  <a:gd name="T2" fmla="*/ 28 w 30"/>
                  <a:gd name="T3" fmla="*/ 17 h 17"/>
                  <a:gd name="T4" fmla="*/ 29 w 30"/>
                  <a:gd name="T5" fmla="*/ 14 h 17"/>
                  <a:gd name="T6" fmla="*/ 4 w 30"/>
                  <a:gd name="T7" fmla="*/ 2 h 17"/>
                  <a:gd name="T8" fmla="*/ 1 w 30"/>
                  <a:gd name="T9" fmla="*/ 4 h 17"/>
                </a:gdLst>
                <a:ahLst/>
                <a:cxnLst>
                  <a:cxn ang="0">
                    <a:pos x="T0" y="T1"/>
                  </a:cxn>
                  <a:cxn ang="0">
                    <a:pos x="T2" y="T3"/>
                  </a:cxn>
                  <a:cxn ang="0">
                    <a:pos x="T4" y="T5"/>
                  </a:cxn>
                  <a:cxn ang="0">
                    <a:pos x="T6" y="T7"/>
                  </a:cxn>
                  <a:cxn ang="0">
                    <a:pos x="T8" y="T9"/>
                  </a:cxn>
                </a:cxnLst>
                <a:rect l="0" t="0" r="r" b="b"/>
                <a:pathLst>
                  <a:path w="30" h="17">
                    <a:moveTo>
                      <a:pt x="1" y="4"/>
                    </a:moveTo>
                    <a:cubicBezTo>
                      <a:pt x="8" y="11"/>
                      <a:pt x="18" y="17"/>
                      <a:pt x="28" y="17"/>
                    </a:cubicBezTo>
                    <a:cubicBezTo>
                      <a:pt x="30" y="17"/>
                      <a:pt x="30" y="14"/>
                      <a:pt x="29" y="14"/>
                    </a:cubicBezTo>
                    <a:cubicBezTo>
                      <a:pt x="19" y="11"/>
                      <a:pt x="11" y="8"/>
                      <a:pt x="4" y="2"/>
                    </a:cubicBezTo>
                    <a:cubicBezTo>
                      <a:pt x="2" y="0"/>
                      <a:pt x="0" y="2"/>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9" name="Freeform 546">
                <a:extLst>
                  <a:ext uri="{FF2B5EF4-FFF2-40B4-BE49-F238E27FC236}">
                    <a16:creationId xmlns:a16="http://schemas.microsoft.com/office/drawing/2014/main" id="{CC8A9D33-CCE4-063C-7688-E5AE0054A0FC}"/>
                  </a:ext>
                </a:extLst>
              </p:cNvPr>
              <p:cNvSpPr/>
              <p:nvPr/>
            </p:nvSpPr>
            <p:spPr bwMode="auto">
              <a:xfrm>
                <a:off x="3797" y="2114"/>
                <a:ext cx="44" cy="23"/>
              </a:xfrm>
              <a:custGeom>
                <a:avLst/>
                <a:gdLst>
                  <a:gd name="T0" fmla="*/ 2 w 25"/>
                  <a:gd name="T1" fmla="*/ 4 h 13"/>
                  <a:gd name="T2" fmla="*/ 22 w 25"/>
                  <a:gd name="T3" fmla="*/ 13 h 13"/>
                  <a:gd name="T4" fmla="*/ 23 w 25"/>
                  <a:gd name="T5" fmla="*/ 10 h 13"/>
                  <a:gd name="T6" fmla="*/ 4 w 25"/>
                  <a:gd name="T7" fmla="*/ 1 h 13"/>
                  <a:gd name="T8" fmla="*/ 2 w 25"/>
                  <a:gd name="T9" fmla="*/ 4 h 13"/>
                </a:gdLst>
                <a:ahLst/>
                <a:cxnLst>
                  <a:cxn ang="0">
                    <a:pos x="T0" y="T1"/>
                  </a:cxn>
                  <a:cxn ang="0">
                    <a:pos x="T2" y="T3"/>
                  </a:cxn>
                  <a:cxn ang="0">
                    <a:pos x="T4" y="T5"/>
                  </a:cxn>
                  <a:cxn ang="0">
                    <a:pos x="T6" y="T7"/>
                  </a:cxn>
                  <a:cxn ang="0">
                    <a:pos x="T8" y="T9"/>
                  </a:cxn>
                </a:cxnLst>
                <a:rect l="0" t="0" r="r" b="b"/>
                <a:pathLst>
                  <a:path w="25" h="13">
                    <a:moveTo>
                      <a:pt x="2" y="4"/>
                    </a:moveTo>
                    <a:cubicBezTo>
                      <a:pt x="8" y="8"/>
                      <a:pt x="15" y="11"/>
                      <a:pt x="22" y="13"/>
                    </a:cubicBezTo>
                    <a:cubicBezTo>
                      <a:pt x="23" y="13"/>
                      <a:pt x="25" y="11"/>
                      <a:pt x="23" y="10"/>
                    </a:cubicBezTo>
                    <a:cubicBezTo>
                      <a:pt x="17" y="7"/>
                      <a:pt x="10" y="5"/>
                      <a:pt x="4" y="1"/>
                    </a:cubicBezTo>
                    <a:cubicBezTo>
                      <a:pt x="2"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0" name="Freeform 547">
                <a:extLst>
                  <a:ext uri="{FF2B5EF4-FFF2-40B4-BE49-F238E27FC236}">
                    <a16:creationId xmlns:a16="http://schemas.microsoft.com/office/drawing/2014/main" id="{B741C25E-4798-3660-84A9-E30E29C9B221}"/>
                  </a:ext>
                </a:extLst>
              </p:cNvPr>
              <p:cNvSpPr/>
              <p:nvPr/>
            </p:nvSpPr>
            <p:spPr bwMode="auto">
              <a:xfrm>
                <a:off x="3533" y="2098"/>
                <a:ext cx="48" cy="100"/>
              </a:xfrm>
              <a:custGeom>
                <a:avLst/>
                <a:gdLst>
                  <a:gd name="T0" fmla="*/ 4 w 27"/>
                  <a:gd name="T1" fmla="*/ 55 h 57"/>
                  <a:gd name="T2" fmla="*/ 26 w 27"/>
                  <a:gd name="T3" fmla="*/ 4 h 57"/>
                  <a:gd name="T4" fmla="*/ 23 w 27"/>
                  <a:gd name="T5" fmla="*/ 2 h 57"/>
                  <a:gd name="T6" fmla="*/ 0 w 27"/>
                  <a:gd name="T7" fmla="*/ 54 h 57"/>
                  <a:gd name="T8" fmla="*/ 4 w 27"/>
                  <a:gd name="T9" fmla="*/ 55 h 57"/>
                </a:gdLst>
                <a:ahLst/>
                <a:cxnLst>
                  <a:cxn ang="0">
                    <a:pos x="T0" y="T1"/>
                  </a:cxn>
                  <a:cxn ang="0">
                    <a:pos x="T2" y="T3"/>
                  </a:cxn>
                  <a:cxn ang="0">
                    <a:pos x="T4" y="T5"/>
                  </a:cxn>
                  <a:cxn ang="0">
                    <a:pos x="T6" y="T7"/>
                  </a:cxn>
                  <a:cxn ang="0">
                    <a:pos x="T8" y="T9"/>
                  </a:cxn>
                </a:cxnLst>
                <a:rect l="0" t="0" r="r" b="b"/>
                <a:pathLst>
                  <a:path w="27" h="57">
                    <a:moveTo>
                      <a:pt x="4" y="55"/>
                    </a:moveTo>
                    <a:cubicBezTo>
                      <a:pt x="8" y="36"/>
                      <a:pt x="16" y="20"/>
                      <a:pt x="26" y="4"/>
                    </a:cubicBezTo>
                    <a:cubicBezTo>
                      <a:pt x="27" y="2"/>
                      <a:pt x="24" y="0"/>
                      <a:pt x="23" y="2"/>
                    </a:cubicBezTo>
                    <a:cubicBezTo>
                      <a:pt x="11" y="16"/>
                      <a:pt x="3" y="35"/>
                      <a:pt x="0" y="54"/>
                    </a:cubicBezTo>
                    <a:cubicBezTo>
                      <a:pt x="0" y="56"/>
                      <a:pt x="3" y="57"/>
                      <a:pt x="4" y="5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1" name="Freeform 548">
                <a:extLst>
                  <a:ext uri="{FF2B5EF4-FFF2-40B4-BE49-F238E27FC236}">
                    <a16:creationId xmlns:a16="http://schemas.microsoft.com/office/drawing/2014/main" id="{B9DD0AC5-4A89-AF0C-C3C9-1312CF29C340}"/>
                  </a:ext>
                </a:extLst>
              </p:cNvPr>
              <p:cNvSpPr/>
              <p:nvPr/>
            </p:nvSpPr>
            <p:spPr bwMode="auto">
              <a:xfrm>
                <a:off x="3570" y="2123"/>
                <a:ext cx="49" cy="77"/>
              </a:xfrm>
              <a:custGeom>
                <a:avLst/>
                <a:gdLst>
                  <a:gd name="T0" fmla="*/ 4 w 28"/>
                  <a:gd name="T1" fmla="*/ 43 h 44"/>
                  <a:gd name="T2" fmla="*/ 27 w 28"/>
                  <a:gd name="T3" fmla="*/ 3 h 44"/>
                  <a:gd name="T4" fmla="*/ 25 w 28"/>
                  <a:gd name="T5" fmla="*/ 1 h 44"/>
                  <a:gd name="T6" fmla="*/ 1 w 28"/>
                  <a:gd name="T7" fmla="*/ 42 h 44"/>
                  <a:gd name="T8" fmla="*/ 4 w 28"/>
                  <a:gd name="T9" fmla="*/ 43 h 44"/>
                </a:gdLst>
                <a:ahLst/>
                <a:cxnLst>
                  <a:cxn ang="0">
                    <a:pos x="T0" y="T1"/>
                  </a:cxn>
                  <a:cxn ang="0">
                    <a:pos x="T2" y="T3"/>
                  </a:cxn>
                  <a:cxn ang="0">
                    <a:pos x="T4" y="T5"/>
                  </a:cxn>
                  <a:cxn ang="0">
                    <a:pos x="T6" y="T7"/>
                  </a:cxn>
                  <a:cxn ang="0">
                    <a:pos x="T8" y="T9"/>
                  </a:cxn>
                </a:cxnLst>
                <a:rect l="0" t="0" r="r" b="b"/>
                <a:pathLst>
                  <a:path w="28" h="44">
                    <a:moveTo>
                      <a:pt x="4" y="43"/>
                    </a:moveTo>
                    <a:cubicBezTo>
                      <a:pt x="11" y="29"/>
                      <a:pt x="18" y="16"/>
                      <a:pt x="27" y="3"/>
                    </a:cubicBezTo>
                    <a:cubicBezTo>
                      <a:pt x="28" y="2"/>
                      <a:pt x="26" y="0"/>
                      <a:pt x="25" y="1"/>
                    </a:cubicBezTo>
                    <a:cubicBezTo>
                      <a:pt x="14" y="12"/>
                      <a:pt x="5" y="27"/>
                      <a:pt x="1" y="42"/>
                    </a:cubicBezTo>
                    <a:cubicBezTo>
                      <a:pt x="0" y="43"/>
                      <a:pt x="3" y="44"/>
                      <a:pt x="4" y="4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2" name="Freeform 549">
                <a:extLst>
                  <a:ext uri="{FF2B5EF4-FFF2-40B4-BE49-F238E27FC236}">
                    <a16:creationId xmlns:a16="http://schemas.microsoft.com/office/drawing/2014/main" id="{7BBCDED3-CB9F-4E8B-681A-6863AD4A0953}"/>
                  </a:ext>
                </a:extLst>
              </p:cNvPr>
              <p:cNvSpPr/>
              <p:nvPr/>
            </p:nvSpPr>
            <p:spPr bwMode="auto">
              <a:xfrm>
                <a:off x="3605" y="2149"/>
                <a:ext cx="37" cy="60"/>
              </a:xfrm>
              <a:custGeom>
                <a:avLst/>
                <a:gdLst>
                  <a:gd name="T0" fmla="*/ 4 w 21"/>
                  <a:gd name="T1" fmla="*/ 32 h 34"/>
                  <a:gd name="T2" fmla="*/ 20 w 21"/>
                  <a:gd name="T3" fmla="*/ 3 h 34"/>
                  <a:gd name="T4" fmla="*/ 17 w 21"/>
                  <a:gd name="T5" fmla="*/ 1 h 34"/>
                  <a:gd name="T6" fmla="*/ 1 w 21"/>
                  <a:gd name="T7" fmla="*/ 31 h 34"/>
                  <a:gd name="T8" fmla="*/ 4 w 21"/>
                  <a:gd name="T9" fmla="*/ 32 h 34"/>
                </a:gdLst>
                <a:ahLst/>
                <a:cxnLst>
                  <a:cxn ang="0">
                    <a:pos x="T0" y="T1"/>
                  </a:cxn>
                  <a:cxn ang="0">
                    <a:pos x="T2" y="T3"/>
                  </a:cxn>
                  <a:cxn ang="0">
                    <a:pos x="T4" y="T5"/>
                  </a:cxn>
                  <a:cxn ang="0">
                    <a:pos x="T6" y="T7"/>
                  </a:cxn>
                  <a:cxn ang="0">
                    <a:pos x="T8" y="T9"/>
                  </a:cxn>
                </a:cxnLst>
                <a:rect l="0" t="0" r="r" b="b"/>
                <a:pathLst>
                  <a:path w="21" h="34">
                    <a:moveTo>
                      <a:pt x="4" y="32"/>
                    </a:moveTo>
                    <a:cubicBezTo>
                      <a:pt x="8" y="21"/>
                      <a:pt x="13" y="12"/>
                      <a:pt x="20" y="3"/>
                    </a:cubicBezTo>
                    <a:cubicBezTo>
                      <a:pt x="21" y="2"/>
                      <a:pt x="19" y="0"/>
                      <a:pt x="17" y="1"/>
                    </a:cubicBezTo>
                    <a:cubicBezTo>
                      <a:pt x="9" y="9"/>
                      <a:pt x="3" y="20"/>
                      <a:pt x="1" y="31"/>
                    </a:cubicBezTo>
                    <a:cubicBezTo>
                      <a:pt x="0" y="33"/>
                      <a:pt x="3" y="34"/>
                      <a:pt x="4"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3" name="Freeform 550">
                <a:extLst>
                  <a:ext uri="{FF2B5EF4-FFF2-40B4-BE49-F238E27FC236}">
                    <a16:creationId xmlns:a16="http://schemas.microsoft.com/office/drawing/2014/main" id="{6D1F3287-951F-BA20-9740-DEE1C0C2D24B}"/>
                  </a:ext>
                </a:extLst>
              </p:cNvPr>
              <p:cNvSpPr/>
              <p:nvPr/>
            </p:nvSpPr>
            <p:spPr bwMode="auto">
              <a:xfrm>
                <a:off x="3649" y="2172"/>
                <a:ext cx="27" cy="47"/>
              </a:xfrm>
              <a:custGeom>
                <a:avLst/>
                <a:gdLst>
                  <a:gd name="T0" fmla="*/ 3 w 15"/>
                  <a:gd name="T1" fmla="*/ 26 h 27"/>
                  <a:gd name="T2" fmla="*/ 13 w 15"/>
                  <a:gd name="T3" fmla="*/ 3 h 27"/>
                  <a:gd name="T4" fmla="*/ 11 w 15"/>
                  <a:gd name="T5" fmla="*/ 1 h 27"/>
                  <a:gd name="T6" fmla="*/ 0 w 15"/>
                  <a:gd name="T7" fmla="*/ 25 h 27"/>
                  <a:gd name="T8" fmla="*/ 3 w 15"/>
                  <a:gd name="T9" fmla="*/ 26 h 27"/>
                </a:gdLst>
                <a:ahLst/>
                <a:cxnLst>
                  <a:cxn ang="0">
                    <a:pos x="T0" y="T1"/>
                  </a:cxn>
                  <a:cxn ang="0">
                    <a:pos x="T2" y="T3"/>
                  </a:cxn>
                  <a:cxn ang="0">
                    <a:pos x="T4" y="T5"/>
                  </a:cxn>
                  <a:cxn ang="0">
                    <a:pos x="T6" y="T7"/>
                  </a:cxn>
                  <a:cxn ang="0">
                    <a:pos x="T8" y="T9"/>
                  </a:cxn>
                </a:cxnLst>
                <a:rect l="0" t="0" r="r" b="b"/>
                <a:pathLst>
                  <a:path w="15" h="27">
                    <a:moveTo>
                      <a:pt x="3" y="26"/>
                    </a:moveTo>
                    <a:cubicBezTo>
                      <a:pt x="4" y="17"/>
                      <a:pt x="8" y="10"/>
                      <a:pt x="13" y="3"/>
                    </a:cubicBezTo>
                    <a:cubicBezTo>
                      <a:pt x="15" y="1"/>
                      <a:pt x="13" y="0"/>
                      <a:pt x="11" y="1"/>
                    </a:cubicBezTo>
                    <a:cubicBezTo>
                      <a:pt x="4" y="7"/>
                      <a:pt x="0" y="16"/>
                      <a:pt x="0" y="25"/>
                    </a:cubicBezTo>
                    <a:cubicBezTo>
                      <a:pt x="0" y="27"/>
                      <a:pt x="2" y="27"/>
                      <a:pt x="3"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4" name="Freeform 551">
                <a:extLst>
                  <a:ext uri="{FF2B5EF4-FFF2-40B4-BE49-F238E27FC236}">
                    <a16:creationId xmlns:a16="http://schemas.microsoft.com/office/drawing/2014/main" id="{D2C95A5F-6715-E414-679D-C0840B7AA62A}"/>
                  </a:ext>
                </a:extLst>
              </p:cNvPr>
              <p:cNvSpPr/>
              <p:nvPr/>
            </p:nvSpPr>
            <p:spPr bwMode="auto">
              <a:xfrm>
                <a:off x="3670" y="2186"/>
                <a:ext cx="20" cy="39"/>
              </a:xfrm>
              <a:custGeom>
                <a:avLst/>
                <a:gdLst>
                  <a:gd name="T0" fmla="*/ 4 w 11"/>
                  <a:gd name="T1" fmla="*/ 19 h 22"/>
                  <a:gd name="T2" fmla="*/ 11 w 11"/>
                  <a:gd name="T3" fmla="*/ 4 h 22"/>
                  <a:gd name="T4" fmla="*/ 8 w 11"/>
                  <a:gd name="T5" fmla="*/ 1 h 22"/>
                  <a:gd name="T6" fmla="*/ 0 w 11"/>
                  <a:gd name="T7" fmla="*/ 19 h 22"/>
                  <a:gd name="T8" fmla="*/ 4 w 11"/>
                  <a:gd name="T9" fmla="*/ 19 h 22"/>
                </a:gdLst>
                <a:ahLst/>
                <a:cxnLst>
                  <a:cxn ang="0">
                    <a:pos x="T0" y="T1"/>
                  </a:cxn>
                  <a:cxn ang="0">
                    <a:pos x="T2" y="T3"/>
                  </a:cxn>
                  <a:cxn ang="0">
                    <a:pos x="T4" y="T5"/>
                  </a:cxn>
                  <a:cxn ang="0">
                    <a:pos x="T6" y="T7"/>
                  </a:cxn>
                  <a:cxn ang="0">
                    <a:pos x="T8" y="T9"/>
                  </a:cxn>
                </a:cxnLst>
                <a:rect l="0" t="0" r="r" b="b"/>
                <a:pathLst>
                  <a:path w="11" h="22">
                    <a:moveTo>
                      <a:pt x="4" y="19"/>
                    </a:moveTo>
                    <a:cubicBezTo>
                      <a:pt x="5" y="13"/>
                      <a:pt x="7" y="8"/>
                      <a:pt x="11" y="4"/>
                    </a:cubicBezTo>
                    <a:cubicBezTo>
                      <a:pt x="11" y="2"/>
                      <a:pt x="10" y="0"/>
                      <a:pt x="8" y="1"/>
                    </a:cubicBezTo>
                    <a:cubicBezTo>
                      <a:pt x="3" y="6"/>
                      <a:pt x="0" y="12"/>
                      <a:pt x="0" y="19"/>
                    </a:cubicBezTo>
                    <a:cubicBezTo>
                      <a:pt x="0" y="22"/>
                      <a:pt x="4" y="22"/>
                      <a:pt x="4"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5" name="Freeform 552">
                <a:extLst>
                  <a:ext uri="{FF2B5EF4-FFF2-40B4-BE49-F238E27FC236}">
                    <a16:creationId xmlns:a16="http://schemas.microsoft.com/office/drawing/2014/main" id="{47B0289A-C032-72B5-4D5E-ACEE0FE1AA11}"/>
                  </a:ext>
                </a:extLst>
              </p:cNvPr>
              <p:cNvSpPr/>
              <p:nvPr/>
            </p:nvSpPr>
            <p:spPr bwMode="auto">
              <a:xfrm>
                <a:off x="3699" y="2186"/>
                <a:ext cx="24" cy="42"/>
              </a:xfrm>
              <a:custGeom>
                <a:avLst/>
                <a:gdLst>
                  <a:gd name="T0" fmla="*/ 5 w 14"/>
                  <a:gd name="T1" fmla="*/ 22 h 24"/>
                  <a:gd name="T2" fmla="*/ 14 w 14"/>
                  <a:gd name="T3" fmla="*/ 3 h 24"/>
                  <a:gd name="T4" fmla="*/ 11 w 14"/>
                  <a:gd name="T5" fmla="*/ 2 h 24"/>
                  <a:gd name="T6" fmla="*/ 1 w 14"/>
                  <a:gd name="T7" fmla="*/ 21 h 24"/>
                  <a:gd name="T8" fmla="*/ 5 w 14"/>
                  <a:gd name="T9" fmla="*/ 22 h 24"/>
                </a:gdLst>
                <a:ahLst/>
                <a:cxnLst>
                  <a:cxn ang="0">
                    <a:pos x="T0" y="T1"/>
                  </a:cxn>
                  <a:cxn ang="0">
                    <a:pos x="T2" y="T3"/>
                  </a:cxn>
                  <a:cxn ang="0">
                    <a:pos x="T4" y="T5"/>
                  </a:cxn>
                  <a:cxn ang="0">
                    <a:pos x="T6" y="T7"/>
                  </a:cxn>
                  <a:cxn ang="0">
                    <a:pos x="T8" y="T9"/>
                  </a:cxn>
                </a:cxnLst>
                <a:rect l="0" t="0" r="r" b="b"/>
                <a:pathLst>
                  <a:path w="14" h="24">
                    <a:moveTo>
                      <a:pt x="5" y="22"/>
                    </a:moveTo>
                    <a:cubicBezTo>
                      <a:pt x="8" y="16"/>
                      <a:pt x="12" y="10"/>
                      <a:pt x="14" y="3"/>
                    </a:cubicBezTo>
                    <a:cubicBezTo>
                      <a:pt x="14" y="1"/>
                      <a:pt x="12" y="0"/>
                      <a:pt x="11" y="2"/>
                    </a:cubicBezTo>
                    <a:cubicBezTo>
                      <a:pt x="7" y="8"/>
                      <a:pt x="4" y="14"/>
                      <a:pt x="1" y="21"/>
                    </a:cubicBezTo>
                    <a:cubicBezTo>
                      <a:pt x="0" y="23"/>
                      <a:pt x="4" y="24"/>
                      <a:pt x="5"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6" name="Freeform 553">
                <a:extLst>
                  <a:ext uri="{FF2B5EF4-FFF2-40B4-BE49-F238E27FC236}">
                    <a16:creationId xmlns:a16="http://schemas.microsoft.com/office/drawing/2014/main" id="{0CA3FC55-AB59-C4E7-BD59-86D8715FF576}"/>
                  </a:ext>
                </a:extLst>
              </p:cNvPr>
              <p:cNvSpPr/>
              <p:nvPr/>
            </p:nvSpPr>
            <p:spPr bwMode="auto">
              <a:xfrm>
                <a:off x="3512" y="2080"/>
                <a:ext cx="46" cy="81"/>
              </a:xfrm>
              <a:custGeom>
                <a:avLst/>
                <a:gdLst>
                  <a:gd name="T0" fmla="*/ 5 w 26"/>
                  <a:gd name="T1" fmla="*/ 44 h 46"/>
                  <a:gd name="T2" fmla="*/ 26 w 26"/>
                  <a:gd name="T3" fmla="*/ 3 h 46"/>
                  <a:gd name="T4" fmla="*/ 23 w 26"/>
                  <a:gd name="T5" fmla="*/ 2 h 46"/>
                  <a:gd name="T6" fmla="*/ 1 w 26"/>
                  <a:gd name="T7" fmla="*/ 43 h 46"/>
                  <a:gd name="T8" fmla="*/ 5 w 26"/>
                  <a:gd name="T9" fmla="*/ 44 h 46"/>
                </a:gdLst>
                <a:ahLst/>
                <a:cxnLst>
                  <a:cxn ang="0">
                    <a:pos x="T0" y="T1"/>
                  </a:cxn>
                  <a:cxn ang="0">
                    <a:pos x="T2" y="T3"/>
                  </a:cxn>
                  <a:cxn ang="0">
                    <a:pos x="T4" y="T5"/>
                  </a:cxn>
                  <a:cxn ang="0">
                    <a:pos x="T6" y="T7"/>
                  </a:cxn>
                  <a:cxn ang="0">
                    <a:pos x="T8" y="T9"/>
                  </a:cxn>
                </a:cxnLst>
                <a:rect l="0" t="0" r="r" b="b"/>
                <a:pathLst>
                  <a:path w="26" h="46">
                    <a:moveTo>
                      <a:pt x="5" y="44"/>
                    </a:moveTo>
                    <a:cubicBezTo>
                      <a:pt x="10" y="29"/>
                      <a:pt x="17" y="16"/>
                      <a:pt x="26" y="3"/>
                    </a:cubicBezTo>
                    <a:cubicBezTo>
                      <a:pt x="26" y="2"/>
                      <a:pt x="24" y="0"/>
                      <a:pt x="23" y="2"/>
                    </a:cubicBezTo>
                    <a:cubicBezTo>
                      <a:pt x="13" y="13"/>
                      <a:pt x="5" y="28"/>
                      <a:pt x="1" y="43"/>
                    </a:cubicBezTo>
                    <a:cubicBezTo>
                      <a:pt x="0" y="45"/>
                      <a:pt x="4" y="46"/>
                      <a:pt x="5" y="4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7" name="Freeform 554">
                <a:extLst>
                  <a:ext uri="{FF2B5EF4-FFF2-40B4-BE49-F238E27FC236}">
                    <a16:creationId xmlns:a16="http://schemas.microsoft.com/office/drawing/2014/main" id="{0E2868BE-2282-060A-8DE9-B03372984598}"/>
                  </a:ext>
                </a:extLst>
              </p:cNvPr>
              <p:cNvSpPr/>
              <p:nvPr/>
            </p:nvSpPr>
            <p:spPr bwMode="auto">
              <a:xfrm>
                <a:off x="3498" y="2066"/>
                <a:ext cx="19" cy="46"/>
              </a:xfrm>
              <a:custGeom>
                <a:avLst/>
                <a:gdLst>
                  <a:gd name="T0" fmla="*/ 4 w 11"/>
                  <a:gd name="T1" fmla="*/ 24 h 26"/>
                  <a:gd name="T2" fmla="*/ 10 w 11"/>
                  <a:gd name="T3" fmla="*/ 3 h 26"/>
                  <a:gd name="T4" fmla="*/ 7 w 11"/>
                  <a:gd name="T5" fmla="*/ 1 h 26"/>
                  <a:gd name="T6" fmla="*/ 0 w 11"/>
                  <a:gd name="T7" fmla="*/ 23 h 26"/>
                  <a:gd name="T8" fmla="*/ 4 w 11"/>
                  <a:gd name="T9" fmla="*/ 24 h 26"/>
                </a:gdLst>
                <a:ahLst/>
                <a:cxnLst>
                  <a:cxn ang="0">
                    <a:pos x="T0" y="T1"/>
                  </a:cxn>
                  <a:cxn ang="0">
                    <a:pos x="T2" y="T3"/>
                  </a:cxn>
                  <a:cxn ang="0">
                    <a:pos x="T4" y="T5"/>
                  </a:cxn>
                  <a:cxn ang="0">
                    <a:pos x="T6" y="T7"/>
                  </a:cxn>
                  <a:cxn ang="0">
                    <a:pos x="T8" y="T9"/>
                  </a:cxn>
                </a:cxnLst>
                <a:rect l="0" t="0" r="r" b="b"/>
                <a:pathLst>
                  <a:path w="11" h="26">
                    <a:moveTo>
                      <a:pt x="4" y="24"/>
                    </a:moveTo>
                    <a:cubicBezTo>
                      <a:pt x="5" y="16"/>
                      <a:pt x="8" y="10"/>
                      <a:pt x="10" y="3"/>
                    </a:cubicBezTo>
                    <a:cubicBezTo>
                      <a:pt x="11" y="1"/>
                      <a:pt x="8" y="0"/>
                      <a:pt x="7" y="1"/>
                    </a:cubicBezTo>
                    <a:cubicBezTo>
                      <a:pt x="3" y="8"/>
                      <a:pt x="2" y="16"/>
                      <a:pt x="0" y="23"/>
                    </a:cubicBezTo>
                    <a:cubicBezTo>
                      <a:pt x="0" y="25"/>
                      <a:pt x="3" y="26"/>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8" name="Freeform 555">
                <a:extLst>
                  <a:ext uri="{FF2B5EF4-FFF2-40B4-BE49-F238E27FC236}">
                    <a16:creationId xmlns:a16="http://schemas.microsoft.com/office/drawing/2014/main" id="{E02F242F-598E-812B-75DA-300F5BA6F872}"/>
                  </a:ext>
                </a:extLst>
              </p:cNvPr>
              <p:cNvSpPr/>
              <p:nvPr/>
            </p:nvSpPr>
            <p:spPr bwMode="auto">
              <a:xfrm>
                <a:off x="3482" y="2029"/>
                <a:ext cx="35" cy="37"/>
              </a:xfrm>
              <a:custGeom>
                <a:avLst/>
                <a:gdLst>
                  <a:gd name="T0" fmla="*/ 4 w 20"/>
                  <a:gd name="T1" fmla="*/ 20 h 21"/>
                  <a:gd name="T2" fmla="*/ 18 w 20"/>
                  <a:gd name="T3" fmla="*/ 3 h 21"/>
                  <a:gd name="T4" fmla="*/ 17 w 20"/>
                  <a:gd name="T5" fmla="*/ 0 h 21"/>
                  <a:gd name="T6" fmla="*/ 1 w 20"/>
                  <a:gd name="T7" fmla="*/ 18 h 21"/>
                  <a:gd name="T8" fmla="*/ 4 w 20"/>
                  <a:gd name="T9" fmla="*/ 20 h 21"/>
                </a:gdLst>
                <a:ahLst/>
                <a:cxnLst>
                  <a:cxn ang="0">
                    <a:pos x="T0" y="T1"/>
                  </a:cxn>
                  <a:cxn ang="0">
                    <a:pos x="T2" y="T3"/>
                  </a:cxn>
                  <a:cxn ang="0">
                    <a:pos x="T4" y="T5"/>
                  </a:cxn>
                  <a:cxn ang="0">
                    <a:pos x="T6" y="T7"/>
                  </a:cxn>
                  <a:cxn ang="0">
                    <a:pos x="T8" y="T9"/>
                  </a:cxn>
                </a:cxnLst>
                <a:rect l="0" t="0" r="r" b="b"/>
                <a:pathLst>
                  <a:path w="20" h="21">
                    <a:moveTo>
                      <a:pt x="4" y="20"/>
                    </a:moveTo>
                    <a:cubicBezTo>
                      <a:pt x="7" y="13"/>
                      <a:pt x="12" y="8"/>
                      <a:pt x="18" y="3"/>
                    </a:cubicBezTo>
                    <a:cubicBezTo>
                      <a:pt x="20" y="2"/>
                      <a:pt x="19" y="0"/>
                      <a:pt x="17" y="0"/>
                    </a:cubicBezTo>
                    <a:cubicBezTo>
                      <a:pt x="9" y="4"/>
                      <a:pt x="4" y="11"/>
                      <a:pt x="1" y="18"/>
                    </a:cubicBezTo>
                    <a:cubicBezTo>
                      <a:pt x="0" y="20"/>
                      <a:pt x="3" y="21"/>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9" name="Freeform 556">
                <a:extLst>
                  <a:ext uri="{FF2B5EF4-FFF2-40B4-BE49-F238E27FC236}">
                    <a16:creationId xmlns:a16="http://schemas.microsoft.com/office/drawing/2014/main" id="{FA25E196-4F1E-7C9B-4B42-26CA78F67018}"/>
                  </a:ext>
                </a:extLst>
              </p:cNvPr>
              <p:cNvSpPr/>
              <p:nvPr/>
            </p:nvSpPr>
            <p:spPr bwMode="auto">
              <a:xfrm>
                <a:off x="3252" y="2369"/>
                <a:ext cx="104" cy="109"/>
              </a:xfrm>
              <a:custGeom>
                <a:avLst/>
                <a:gdLst>
                  <a:gd name="T0" fmla="*/ 4 w 59"/>
                  <a:gd name="T1" fmla="*/ 60 h 62"/>
                  <a:gd name="T2" fmla="*/ 58 w 59"/>
                  <a:gd name="T3" fmla="*/ 4 h 62"/>
                  <a:gd name="T4" fmla="*/ 56 w 59"/>
                  <a:gd name="T5" fmla="*/ 1 h 62"/>
                  <a:gd name="T6" fmla="*/ 1 w 59"/>
                  <a:gd name="T7" fmla="*/ 59 h 62"/>
                  <a:gd name="T8" fmla="*/ 4 w 59"/>
                  <a:gd name="T9" fmla="*/ 60 h 62"/>
                </a:gdLst>
                <a:ahLst/>
                <a:cxnLst>
                  <a:cxn ang="0">
                    <a:pos x="T0" y="T1"/>
                  </a:cxn>
                  <a:cxn ang="0">
                    <a:pos x="T2" y="T3"/>
                  </a:cxn>
                  <a:cxn ang="0">
                    <a:pos x="T4" y="T5"/>
                  </a:cxn>
                  <a:cxn ang="0">
                    <a:pos x="T6" y="T7"/>
                  </a:cxn>
                  <a:cxn ang="0">
                    <a:pos x="T8" y="T9"/>
                  </a:cxn>
                </a:cxnLst>
                <a:rect l="0" t="0" r="r" b="b"/>
                <a:pathLst>
                  <a:path w="59" h="62">
                    <a:moveTo>
                      <a:pt x="4" y="60"/>
                    </a:moveTo>
                    <a:cubicBezTo>
                      <a:pt x="21" y="40"/>
                      <a:pt x="40" y="23"/>
                      <a:pt x="58" y="4"/>
                    </a:cubicBezTo>
                    <a:cubicBezTo>
                      <a:pt x="59" y="2"/>
                      <a:pt x="58" y="0"/>
                      <a:pt x="56" y="1"/>
                    </a:cubicBezTo>
                    <a:cubicBezTo>
                      <a:pt x="34" y="15"/>
                      <a:pt x="15" y="37"/>
                      <a:pt x="1" y="59"/>
                    </a:cubicBezTo>
                    <a:cubicBezTo>
                      <a:pt x="0" y="60"/>
                      <a:pt x="2" y="62"/>
                      <a:pt x="4" y="6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0" name="Freeform 557">
                <a:extLst>
                  <a:ext uri="{FF2B5EF4-FFF2-40B4-BE49-F238E27FC236}">
                    <a16:creationId xmlns:a16="http://schemas.microsoft.com/office/drawing/2014/main" id="{CD88428F-5E32-C4ED-596E-38FD6439D25A}"/>
                  </a:ext>
                </a:extLst>
              </p:cNvPr>
              <p:cNvSpPr/>
              <p:nvPr/>
            </p:nvSpPr>
            <p:spPr bwMode="auto">
              <a:xfrm>
                <a:off x="3289" y="2399"/>
                <a:ext cx="74" cy="81"/>
              </a:xfrm>
              <a:custGeom>
                <a:avLst/>
                <a:gdLst>
                  <a:gd name="T0" fmla="*/ 4 w 42"/>
                  <a:gd name="T1" fmla="*/ 44 h 46"/>
                  <a:gd name="T2" fmla="*/ 41 w 42"/>
                  <a:gd name="T3" fmla="*/ 3 h 46"/>
                  <a:gd name="T4" fmla="*/ 39 w 42"/>
                  <a:gd name="T5" fmla="*/ 1 h 46"/>
                  <a:gd name="T6" fmla="*/ 1 w 42"/>
                  <a:gd name="T7" fmla="*/ 43 h 46"/>
                  <a:gd name="T8" fmla="*/ 4 w 42"/>
                  <a:gd name="T9" fmla="*/ 44 h 46"/>
                </a:gdLst>
                <a:ahLst/>
                <a:cxnLst>
                  <a:cxn ang="0">
                    <a:pos x="T0" y="T1"/>
                  </a:cxn>
                  <a:cxn ang="0">
                    <a:pos x="T2" y="T3"/>
                  </a:cxn>
                  <a:cxn ang="0">
                    <a:pos x="T4" y="T5"/>
                  </a:cxn>
                  <a:cxn ang="0">
                    <a:pos x="T6" y="T7"/>
                  </a:cxn>
                  <a:cxn ang="0">
                    <a:pos x="T8" y="T9"/>
                  </a:cxn>
                </a:cxnLst>
                <a:rect l="0" t="0" r="r" b="b"/>
                <a:pathLst>
                  <a:path w="42" h="46">
                    <a:moveTo>
                      <a:pt x="4" y="44"/>
                    </a:moveTo>
                    <a:cubicBezTo>
                      <a:pt x="13" y="27"/>
                      <a:pt x="26" y="15"/>
                      <a:pt x="41" y="3"/>
                    </a:cubicBezTo>
                    <a:cubicBezTo>
                      <a:pt x="42" y="2"/>
                      <a:pt x="41" y="0"/>
                      <a:pt x="39" y="1"/>
                    </a:cubicBezTo>
                    <a:cubicBezTo>
                      <a:pt x="22" y="9"/>
                      <a:pt x="8" y="25"/>
                      <a:pt x="1" y="43"/>
                    </a:cubicBezTo>
                    <a:cubicBezTo>
                      <a:pt x="0" y="44"/>
                      <a:pt x="3" y="46"/>
                      <a:pt x="4" y="4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1" name="Freeform 558">
                <a:extLst>
                  <a:ext uri="{FF2B5EF4-FFF2-40B4-BE49-F238E27FC236}">
                    <a16:creationId xmlns:a16="http://schemas.microsoft.com/office/drawing/2014/main" id="{B9F16933-592F-1A14-FAFC-400C4E6D3558}"/>
                  </a:ext>
                </a:extLst>
              </p:cNvPr>
              <p:cNvSpPr/>
              <p:nvPr/>
            </p:nvSpPr>
            <p:spPr bwMode="auto">
              <a:xfrm>
                <a:off x="3333" y="2430"/>
                <a:ext cx="39" cy="46"/>
              </a:xfrm>
              <a:custGeom>
                <a:avLst/>
                <a:gdLst>
                  <a:gd name="T0" fmla="*/ 4 w 22"/>
                  <a:gd name="T1" fmla="*/ 24 h 26"/>
                  <a:gd name="T2" fmla="*/ 21 w 22"/>
                  <a:gd name="T3" fmla="*/ 3 h 26"/>
                  <a:gd name="T4" fmla="*/ 19 w 22"/>
                  <a:gd name="T5" fmla="*/ 1 h 26"/>
                  <a:gd name="T6" fmla="*/ 1 w 22"/>
                  <a:gd name="T7" fmla="*/ 22 h 26"/>
                  <a:gd name="T8" fmla="*/ 4 w 22"/>
                  <a:gd name="T9" fmla="*/ 24 h 26"/>
                </a:gdLst>
                <a:ahLst/>
                <a:cxnLst>
                  <a:cxn ang="0">
                    <a:pos x="T0" y="T1"/>
                  </a:cxn>
                  <a:cxn ang="0">
                    <a:pos x="T2" y="T3"/>
                  </a:cxn>
                  <a:cxn ang="0">
                    <a:pos x="T4" y="T5"/>
                  </a:cxn>
                  <a:cxn ang="0">
                    <a:pos x="T6" y="T7"/>
                  </a:cxn>
                  <a:cxn ang="0">
                    <a:pos x="T8" y="T9"/>
                  </a:cxn>
                </a:cxnLst>
                <a:rect l="0" t="0" r="r" b="b"/>
                <a:pathLst>
                  <a:path w="22" h="26">
                    <a:moveTo>
                      <a:pt x="4" y="24"/>
                    </a:moveTo>
                    <a:cubicBezTo>
                      <a:pt x="8" y="16"/>
                      <a:pt x="14" y="9"/>
                      <a:pt x="21" y="3"/>
                    </a:cubicBezTo>
                    <a:cubicBezTo>
                      <a:pt x="22" y="2"/>
                      <a:pt x="20" y="0"/>
                      <a:pt x="19" y="1"/>
                    </a:cubicBezTo>
                    <a:cubicBezTo>
                      <a:pt x="11" y="6"/>
                      <a:pt x="5" y="14"/>
                      <a:pt x="1" y="22"/>
                    </a:cubicBezTo>
                    <a:cubicBezTo>
                      <a:pt x="0" y="24"/>
                      <a:pt x="3" y="26"/>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2" name="Freeform 559">
                <a:extLst>
                  <a:ext uri="{FF2B5EF4-FFF2-40B4-BE49-F238E27FC236}">
                    <a16:creationId xmlns:a16="http://schemas.microsoft.com/office/drawing/2014/main" id="{AE718BEB-9717-DD48-3D86-B699A51BF7D1}"/>
                  </a:ext>
                </a:extLst>
              </p:cNvPr>
              <p:cNvSpPr/>
              <p:nvPr/>
            </p:nvSpPr>
            <p:spPr bwMode="auto">
              <a:xfrm>
                <a:off x="3285" y="2342"/>
                <a:ext cx="69" cy="50"/>
              </a:xfrm>
              <a:custGeom>
                <a:avLst/>
                <a:gdLst>
                  <a:gd name="T0" fmla="*/ 4 w 39"/>
                  <a:gd name="T1" fmla="*/ 27 h 28"/>
                  <a:gd name="T2" fmla="*/ 37 w 39"/>
                  <a:gd name="T3" fmla="*/ 3 h 28"/>
                  <a:gd name="T4" fmla="*/ 36 w 39"/>
                  <a:gd name="T5" fmla="*/ 0 h 28"/>
                  <a:gd name="T6" fmla="*/ 1 w 39"/>
                  <a:gd name="T7" fmla="*/ 24 h 28"/>
                  <a:gd name="T8" fmla="*/ 4 w 39"/>
                  <a:gd name="T9" fmla="*/ 27 h 28"/>
                </a:gdLst>
                <a:ahLst/>
                <a:cxnLst>
                  <a:cxn ang="0">
                    <a:pos x="T0" y="T1"/>
                  </a:cxn>
                  <a:cxn ang="0">
                    <a:pos x="T2" y="T3"/>
                  </a:cxn>
                  <a:cxn ang="0">
                    <a:pos x="T4" y="T5"/>
                  </a:cxn>
                  <a:cxn ang="0">
                    <a:pos x="T6" y="T7"/>
                  </a:cxn>
                  <a:cxn ang="0">
                    <a:pos x="T8" y="T9"/>
                  </a:cxn>
                </a:cxnLst>
                <a:rect l="0" t="0" r="r" b="b"/>
                <a:pathLst>
                  <a:path w="39" h="28">
                    <a:moveTo>
                      <a:pt x="4" y="27"/>
                    </a:moveTo>
                    <a:cubicBezTo>
                      <a:pt x="15" y="18"/>
                      <a:pt x="25" y="10"/>
                      <a:pt x="37" y="3"/>
                    </a:cubicBezTo>
                    <a:cubicBezTo>
                      <a:pt x="39" y="2"/>
                      <a:pt x="37" y="0"/>
                      <a:pt x="36" y="0"/>
                    </a:cubicBezTo>
                    <a:cubicBezTo>
                      <a:pt x="23" y="6"/>
                      <a:pt x="11" y="14"/>
                      <a:pt x="1" y="24"/>
                    </a:cubicBezTo>
                    <a:cubicBezTo>
                      <a:pt x="0" y="26"/>
                      <a:pt x="2" y="28"/>
                      <a:pt x="4"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3" name="Freeform 560">
                <a:extLst>
                  <a:ext uri="{FF2B5EF4-FFF2-40B4-BE49-F238E27FC236}">
                    <a16:creationId xmlns:a16="http://schemas.microsoft.com/office/drawing/2014/main" id="{3B7FB036-15ED-8167-C274-3B6763C713EF}"/>
                  </a:ext>
                </a:extLst>
              </p:cNvPr>
              <p:cNvSpPr/>
              <p:nvPr/>
            </p:nvSpPr>
            <p:spPr bwMode="auto">
              <a:xfrm>
                <a:off x="4026" y="1905"/>
                <a:ext cx="86" cy="54"/>
              </a:xfrm>
              <a:custGeom>
                <a:avLst/>
                <a:gdLst>
                  <a:gd name="T0" fmla="*/ 47 w 49"/>
                  <a:gd name="T1" fmla="*/ 28 h 31"/>
                  <a:gd name="T2" fmla="*/ 18 w 49"/>
                  <a:gd name="T3" fmla="*/ 18 h 31"/>
                  <a:gd name="T4" fmla="*/ 3 w 49"/>
                  <a:gd name="T5" fmla="*/ 1 h 31"/>
                  <a:gd name="T6" fmla="*/ 1 w 49"/>
                  <a:gd name="T7" fmla="*/ 3 h 31"/>
                  <a:gd name="T8" fmla="*/ 19 w 49"/>
                  <a:gd name="T9" fmla="*/ 24 h 31"/>
                  <a:gd name="T10" fmla="*/ 47 w 49"/>
                  <a:gd name="T11" fmla="*/ 31 h 31"/>
                  <a:gd name="T12" fmla="*/ 47 w 49"/>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49" h="31">
                    <a:moveTo>
                      <a:pt x="47" y="28"/>
                    </a:moveTo>
                    <a:cubicBezTo>
                      <a:pt x="36" y="27"/>
                      <a:pt x="27" y="25"/>
                      <a:pt x="18" y="18"/>
                    </a:cubicBezTo>
                    <a:cubicBezTo>
                      <a:pt x="13" y="13"/>
                      <a:pt x="8" y="7"/>
                      <a:pt x="3" y="1"/>
                    </a:cubicBezTo>
                    <a:cubicBezTo>
                      <a:pt x="2" y="0"/>
                      <a:pt x="0" y="1"/>
                      <a:pt x="1" y="3"/>
                    </a:cubicBezTo>
                    <a:cubicBezTo>
                      <a:pt x="6" y="11"/>
                      <a:pt x="11" y="18"/>
                      <a:pt x="19" y="24"/>
                    </a:cubicBezTo>
                    <a:cubicBezTo>
                      <a:pt x="27" y="30"/>
                      <a:pt x="37" y="31"/>
                      <a:pt x="47" y="31"/>
                    </a:cubicBezTo>
                    <a:cubicBezTo>
                      <a:pt x="49" y="31"/>
                      <a:pt x="49" y="29"/>
                      <a:pt x="47"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4" name="Freeform 561">
                <a:extLst>
                  <a:ext uri="{FF2B5EF4-FFF2-40B4-BE49-F238E27FC236}">
                    <a16:creationId xmlns:a16="http://schemas.microsoft.com/office/drawing/2014/main" id="{C0198717-805F-2359-A6A6-428A2C207EFF}"/>
                  </a:ext>
                </a:extLst>
              </p:cNvPr>
              <p:cNvSpPr/>
              <p:nvPr/>
            </p:nvSpPr>
            <p:spPr bwMode="auto">
              <a:xfrm>
                <a:off x="3982" y="1917"/>
                <a:ext cx="86" cy="65"/>
              </a:xfrm>
              <a:custGeom>
                <a:avLst/>
                <a:gdLst>
                  <a:gd name="T0" fmla="*/ 47 w 49"/>
                  <a:gd name="T1" fmla="*/ 34 h 37"/>
                  <a:gd name="T2" fmla="*/ 4 w 49"/>
                  <a:gd name="T3" fmla="*/ 1 h 37"/>
                  <a:gd name="T4" fmla="*/ 1 w 49"/>
                  <a:gd name="T5" fmla="*/ 3 h 37"/>
                  <a:gd name="T6" fmla="*/ 46 w 49"/>
                  <a:gd name="T7" fmla="*/ 37 h 37"/>
                  <a:gd name="T8" fmla="*/ 47 w 49"/>
                  <a:gd name="T9" fmla="*/ 34 h 37"/>
                </a:gdLst>
                <a:ahLst/>
                <a:cxnLst>
                  <a:cxn ang="0">
                    <a:pos x="T0" y="T1"/>
                  </a:cxn>
                  <a:cxn ang="0">
                    <a:pos x="T2" y="T3"/>
                  </a:cxn>
                  <a:cxn ang="0">
                    <a:pos x="T4" y="T5"/>
                  </a:cxn>
                  <a:cxn ang="0">
                    <a:pos x="T6" y="T7"/>
                  </a:cxn>
                  <a:cxn ang="0">
                    <a:pos x="T8" y="T9"/>
                  </a:cxn>
                </a:cxnLst>
                <a:rect l="0" t="0" r="r" b="b"/>
                <a:pathLst>
                  <a:path w="49" h="37">
                    <a:moveTo>
                      <a:pt x="47" y="34"/>
                    </a:moveTo>
                    <a:cubicBezTo>
                      <a:pt x="30" y="26"/>
                      <a:pt x="16" y="15"/>
                      <a:pt x="4" y="1"/>
                    </a:cubicBezTo>
                    <a:cubicBezTo>
                      <a:pt x="3" y="0"/>
                      <a:pt x="0" y="2"/>
                      <a:pt x="1" y="3"/>
                    </a:cubicBezTo>
                    <a:cubicBezTo>
                      <a:pt x="12" y="19"/>
                      <a:pt x="28" y="30"/>
                      <a:pt x="46" y="37"/>
                    </a:cubicBezTo>
                    <a:cubicBezTo>
                      <a:pt x="48" y="37"/>
                      <a:pt x="49" y="34"/>
                      <a:pt x="47"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5" name="Freeform 562">
                <a:extLst>
                  <a:ext uri="{FF2B5EF4-FFF2-40B4-BE49-F238E27FC236}">
                    <a16:creationId xmlns:a16="http://schemas.microsoft.com/office/drawing/2014/main" id="{F99055A1-1866-5E9E-8CD2-8E83BA8F2B28}"/>
                  </a:ext>
                </a:extLst>
              </p:cNvPr>
              <p:cNvSpPr/>
              <p:nvPr/>
            </p:nvSpPr>
            <p:spPr bwMode="auto">
              <a:xfrm>
                <a:off x="4071" y="1906"/>
                <a:ext cx="69" cy="39"/>
              </a:xfrm>
              <a:custGeom>
                <a:avLst/>
                <a:gdLst>
                  <a:gd name="T0" fmla="*/ 37 w 39"/>
                  <a:gd name="T1" fmla="*/ 17 h 22"/>
                  <a:gd name="T2" fmla="*/ 4 w 39"/>
                  <a:gd name="T3" fmla="*/ 1 h 22"/>
                  <a:gd name="T4" fmla="*/ 1 w 39"/>
                  <a:gd name="T5" fmla="*/ 3 h 22"/>
                  <a:gd name="T6" fmla="*/ 37 w 39"/>
                  <a:gd name="T7" fmla="*/ 21 h 22"/>
                  <a:gd name="T8" fmla="*/ 37 w 39"/>
                  <a:gd name="T9" fmla="*/ 17 h 22"/>
                </a:gdLst>
                <a:ahLst/>
                <a:cxnLst>
                  <a:cxn ang="0">
                    <a:pos x="T0" y="T1"/>
                  </a:cxn>
                  <a:cxn ang="0">
                    <a:pos x="T2" y="T3"/>
                  </a:cxn>
                  <a:cxn ang="0">
                    <a:pos x="T4" y="T5"/>
                  </a:cxn>
                  <a:cxn ang="0">
                    <a:pos x="T6" y="T7"/>
                  </a:cxn>
                  <a:cxn ang="0">
                    <a:pos x="T8" y="T9"/>
                  </a:cxn>
                </a:cxnLst>
                <a:rect l="0" t="0" r="r" b="b"/>
                <a:pathLst>
                  <a:path w="39" h="22">
                    <a:moveTo>
                      <a:pt x="37" y="17"/>
                    </a:moveTo>
                    <a:cubicBezTo>
                      <a:pt x="23" y="15"/>
                      <a:pt x="14" y="10"/>
                      <a:pt x="4" y="1"/>
                    </a:cubicBezTo>
                    <a:cubicBezTo>
                      <a:pt x="3" y="0"/>
                      <a:pt x="0" y="2"/>
                      <a:pt x="1" y="3"/>
                    </a:cubicBezTo>
                    <a:cubicBezTo>
                      <a:pt x="9" y="15"/>
                      <a:pt x="23" y="22"/>
                      <a:pt x="37" y="21"/>
                    </a:cubicBezTo>
                    <a:cubicBezTo>
                      <a:pt x="39" y="20"/>
                      <a:pt x="39" y="17"/>
                      <a:pt x="37"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6" name="Freeform 563">
                <a:extLst>
                  <a:ext uri="{FF2B5EF4-FFF2-40B4-BE49-F238E27FC236}">
                    <a16:creationId xmlns:a16="http://schemas.microsoft.com/office/drawing/2014/main" id="{D211D9B0-ED41-31DF-7F73-C23057867CD1}"/>
                  </a:ext>
                </a:extLst>
              </p:cNvPr>
              <p:cNvSpPr/>
              <p:nvPr/>
            </p:nvSpPr>
            <p:spPr bwMode="auto">
              <a:xfrm>
                <a:off x="3774" y="1956"/>
                <a:ext cx="30" cy="63"/>
              </a:xfrm>
              <a:custGeom>
                <a:avLst/>
                <a:gdLst>
                  <a:gd name="T0" fmla="*/ 16 w 17"/>
                  <a:gd name="T1" fmla="*/ 33 h 36"/>
                  <a:gd name="T2" fmla="*/ 4 w 17"/>
                  <a:gd name="T3" fmla="*/ 1 h 36"/>
                  <a:gd name="T4" fmla="*/ 1 w 17"/>
                  <a:gd name="T5" fmla="*/ 2 h 36"/>
                  <a:gd name="T6" fmla="*/ 13 w 17"/>
                  <a:gd name="T7" fmla="*/ 35 h 36"/>
                  <a:gd name="T8" fmla="*/ 16 w 17"/>
                  <a:gd name="T9" fmla="*/ 33 h 36"/>
                </a:gdLst>
                <a:ahLst/>
                <a:cxnLst>
                  <a:cxn ang="0">
                    <a:pos x="T0" y="T1"/>
                  </a:cxn>
                  <a:cxn ang="0">
                    <a:pos x="T2" y="T3"/>
                  </a:cxn>
                  <a:cxn ang="0">
                    <a:pos x="T4" y="T5"/>
                  </a:cxn>
                  <a:cxn ang="0">
                    <a:pos x="T6" y="T7"/>
                  </a:cxn>
                  <a:cxn ang="0">
                    <a:pos x="T8" y="T9"/>
                  </a:cxn>
                </a:cxnLst>
                <a:rect l="0" t="0" r="r" b="b"/>
                <a:pathLst>
                  <a:path w="17" h="36">
                    <a:moveTo>
                      <a:pt x="16" y="33"/>
                    </a:moveTo>
                    <a:cubicBezTo>
                      <a:pt x="9" y="23"/>
                      <a:pt x="6" y="13"/>
                      <a:pt x="4" y="1"/>
                    </a:cubicBezTo>
                    <a:cubicBezTo>
                      <a:pt x="4" y="0"/>
                      <a:pt x="1" y="0"/>
                      <a:pt x="1" y="2"/>
                    </a:cubicBezTo>
                    <a:cubicBezTo>
                      <a:pt x="0" y="14"/>
                      <a:pt x="6" y="26"/>
                      <a:pt x="13" y="35"/>
                    </a:cubicBezTo>
                    <a:cubicBezTo>
                      <a:pt x="15" y="36"/>
                      <a:pt x="17" y="34"/>
                      <a:pt x="16"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7" name="Freeform 564">
                <a:extLst>
                  <a:ext uri="{FF2B5EF4-FFF2-40B4-BE49-F238E27FC236}">
                    <a16:creationId xmlns:a16="http://schemas.microsoft.com/office/drawing/2014/main" id="{116AAE46-5482-5860-F994-9B576B4F2EA6}"/>
                  </a:ext>
                </a:extLst>
              </p:cNvPr>
              <p:cNvSpPr/>
              <p:nvPr/>
            </p:nvSpPr>
            <p:spPr bwMode="auto">
              <a:xfrm>
                <a:off x="3813" y="1973"/>
                <a:ext cx="44" cy="55"/>
              </a:xfrm>
              <a:custGeom>
                <a:avLst/>
                <a:gdLst>
                  <a:gd name="T0" fmla="*/ 23 w 25"/>
                  <a:gd name="T1" fmla="*/ 27 h 31"/>
                  <a:gd name="T2" fmla="*/ 6 w 25"/>
                  <a:gd name="T3" fmla="*/ 2 h 31"/>
                  <a:gd name="T4" fmla="*/ 3 w 25"/>
                  <a:gd name="T5" fmla="*/ 1 h 31"/>
                  <a:gd name="T6" fmla="*/ 23 w 25"/>
                  <a:gd name="T7" fmla="*/ 30 h 31"/>
                  <a:gd name="T8" fmla="*/ 23 w 25"/>
                  <a:gd name="T9" fmla="*/ 27 h 31"/>
                </a:gdLst>
                <a:ahLst/>
                <a:cxnLst>
                  <a:cxn ang="0">
                    <a:pos x="T0" y="T1"/>
                  </a:cxn>
                  <a:cxn ang="0">
                    <a:pos x="T2" y="T3"/>
                  </a:cxn>
                  <a:cxn ang="0">
                    <a:pos x="T4" y="T5"/>
                  </a:cxn>
                  <a:cxn ang="0">
                    <a:pos x="T6" y="T7"/>
                  </a:cxn>
                  <a:cxn ang="0">
                    <a:pos x="T8" y="T9"/>
                  </a:cxn>
                </a:cxnLst>
                <a:rect l="0" t="0" r="r" b="b"/>
                <a:pathLst>
                  <a:path w="25" h="31">
                    <a:moveTo>
                      <a:pt x="23" y="27"/>
                    </a:moveTo>
                    <a:cubicBezTo>
                      <a:pt x="12" y="23"/>
                      <a:pt x="7" y="13"/>
                      <a:pt x="6" y="2"/>
                    </a:cubicBezTo>
                    <a:cubicBezTo>
                      <a:pt x="6" y="0"/>
                      <a:pt x="3" y="0"/>
                      <a:pt x="3" y="1"/>
                    </a:cubicBezTo>
                    <a:cubicBezTo>
                      <a:pt x="0" y="14"/>
                      <a:pt x="10" y="27"/>
                      <a:pt x="23" y="30"/>
                    </a:cubicBezTo>
                    <a:cubicBezTo>
                      <a:pt x="24" y="31"/>
                      <a:pt x="25" y="28"/>
                      <a:pt x="23"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8" name="Freeform 565">
                <a:extLst>
                  <a:ext uri="{FF2B5EF4-FFF2-40B4-BE49-F238E27FC236}">
                    <a16:creationId xmlns:a16="http://schemas.microsoft.com/office/drawing/2014/main" id="{70FBC102-7DF3-F80F-820A-80E59D9BD466}"/>
                  </a:ext>
                </a:extLst>
              </p:cNvPr>
              <p:cNvSpPr/>
              <p:nvPr/>
            </p:nvSpPr>
            <p:spPr bwMode="auto">
              <a:xfrm>
                <a:off x="3853" y="1963"/>
                <a:ext cx="41" cy="58"/>
              </a:xfrm>
              <a:custGeom>
                <a:avLst/>
                <a:gdLst>
                  <a:gd name="T0" fmla="*/ 22 w 23"/>
                  <a:gd name="T1" fmla="*/ 29 h 33"/>
                  <a:gd name="T2" fmla="*/ 11 w 23"/>
                  <a:gd name="T3" fmla="*/ 15 h 33"/>
                  <a:gd name="T4" fmla="*/ 4 w 23"/>
                  <a:gd name="T5" fmla="*/ 1 h 33"/>
                  <a:gd name="T6" fmla="*/ 1 w 23"/>
                  <a:gd name="T7" fmla="*/ 3 h 33"/>
                  <a:gd name="T8" fmla="*/ 19 w 23"/>
                  <a:gd name="T9" fmla="*/ 31 h 33"/>
                  <a:gd name="T10" fmla="*/ 22 w 23"/>
                  <a:gd name="T11" fmla="*/ 29 h 33"/>
                </a:gdLst>
                <a:ahLst/>
                <a:cxnLst>
                  <a:cxn ang="0">
                    <a:pos x="T0" y="T1"/>
                  </a:cxn>
                  <a:cxn ang="0">
                    <a:pos x="T2" y="T3"/>
                  </a:cxn>
                  <a:cxn ang="0">
                    <a:pos x="T4" y="T5"/>
                  </a:cxn>
                  <a:cxn ang="0">
                    <a:pos x="T6" y="T7"/>
                  </a:cxn>
                  <a:cxn ang="0">
                    <a:pos x="T8" y="T9"/>
                  </a:cxn>
                  <a:cxn ang="0">
                    <a:pos x="T10" y="T11"/>
                  </a:cxn>
                </a:cxnLst>
                <a:rect l="0" t="0" r="r" b="b"/>
                <a:pathLst>
                  <a:path w="23" h="33">
                    <a:moveTo>
                      <a:pt x="22" y="29"/>
                    </a:moveTo>
                    <a:cubicBezTo>
                      <a:pt x="18" y="25"/>
                      <a:pt x="14" y="20"/>
                      <a:pt x="11" y="15"/>
                    </a:cubicBezTo>
                    <a:cubicBezTo>
                      <a:pt x="8" y="11"/>
                      <a:pt x="6" y="6"/>
                      <a:pt x="4" y="1"/>
                    </a:cubicBezTo>
                    <a:cubicBezTo>
                      <a:pt x="3" y="0"/>
                      <a:pt x="0" y="1"/>
                      <a:pt x="1" y="3"/>
                    </a:cubicBezTo>
                    <a:cubicBezTo>
                      <a:pt x="2" y="14"/>
                      <a:pt x="11" y="24"/>
                      <a:pt x="19" y="31"/>
                    </a:cubicBezTo>
                    <a:cubicBezTo>
                      <a:pt x="21" y="33"/>
                      <a:pt x="23" y="30"/>
                      <a:pt x="22"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9" name="Freeform 566">
                <a:extLst>
                  <a:ext uri="{FF2B5EF4-FFF2-40B4-BE49-F238E27FC236}">
                    <a16:creationId xmlns:a16="http://schemas.microsoft.com/office/drawing/2014/main" id="{7B323C31-04C2-62DB-2C64-915A0834265C}"/>
                  </a:ext>
                </a:extLst>
              </p:cNvPr>
              <p:cNvSpPr/>
              <p:nvPr/>
            </p:nvSpPr>
            <p:spPr bwMode="auto">
              <a:xfrm>
                <a:off x="3883" y="1966"/>
                <a:ext cx="49" cy="39"/>
              </a:xfrm>
              <a:custGeom>
                <a:avLst/>
                <a:gdLst>
                  <a:gd name="T0" fmla="*/ 26 w 28"/>
                  <a:gd name="T1" fmla="*/ 18 h 22"/>
                  <a:gd name="T2" fmla="*/ 14 w 28"/>
                  <a:gd name="T3" fmla="*/ 10 h 22"/>
                  <a:gd name="T4" fmla="*/ 4 w 28"/>
                  <a:gd name="T5" fmla="*/ 1 h 22"/>
                  <a:gd name="T6" fmla="*/ 1 w 28"/>
                  <a:gd name="T7" fmla="*/ 2 h 22"/>
                  <a:gd name="T8" fmla="*/ 25 w 28"/>
                  <a:gd name="T9" fmla="*/ 21 h 22"/>
                  <a:gd name="T10" fmla="*/ 26 w 28"/>
                  <a:gd name="T11" fmla="*/ 18 h 22"/>
                </a:gdLst>
                <a:ahLst/>
                <a:cxnLst>
                  <a:cxn ang="0">
                    <a:pos x="T0" y="T1"/>
                  </a:cxn>
                  <a:cxn ang="0">
                    <a:pos x="T2" y="T3"/>
                  </a:cxn>
                  <a:cxn ang="0">
                    <a:pos x="T4" y="T5"/>
                  </a:cxn>
                  <a:cxn ang="0">
                    <a:pos x="T6" y="T7"/>
                  </a:cxn>
                  <a:cxn ang="0">
                    <a:pos x="T8" y="T9"/>
                  </a:cxn>
                  <a:cxn ang="0">
                    <a:pos x="T10" y="T11"/>
                  </a:cxn>
                </a:cxnLst>
                <a:rect l="0" t="0" r="r" b="b"/>
                <a:pathLst>
                  <a:path w="28" h="22">
                    <a:moveTo>
                      <a:pt x="26" y="18"/>
                    </a:moveTo>
                    <a:cubicBezTo>
                      <a:pt x="22" y="16"/>
                      <a:pt x="17" y="13"/>
                      <a:pt x="14" y="10"/>
                    </a:cubicBezTo>
                    <a:cubicBezTo>
                      <a:pt x="10" y="7"/>
                      <a:pt x="7" y="4"/>
                      <a:pt x="4" y="1"/>
                    </a:cubicBezTo>
                    <a:cubicBezTo>
                      <a:pt x="3" y="0"/>
                      <a:pt x="0" y="1"/>
                      <a:pt x="1" y="2"/>
                    </a:cubicBezTo>
                    <a:cubicBezTo>
                      <a:pt x="5" y="12"/>
                      <a:pt x="16" y="18"/>
                      <a:pt x="25" y="21"/>
                    </a:cubicBezTo>
                    <a:cubicBezTo>
                      <a:pt x="28" y="22"/>
                      <a:pt x="28" y="18"/>
                      <a:pt x="26"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0" name="Freeform 567">
                <a:extLst>
                  <a:ext uri="{FF2B5EF4-FFF2-40B4-BE49-F238E27FC236}">
                    <a16:creationId xmlns:a16="http://schemas.microsoft.com/office/drawing/2014/main" id="{67660FD0-DF4B-6A8E-BBE0-91BCD85C4E7C}"/>
                  </a:ext>
                </a:extLst>
              </p:cNvPr>
              <p:cNvSpPr/>
              <p:nvPr/>
            </p:nvSpPr>
            <p:spPr bwMode="auto">
              <a:xfrm>
                <a:off x="2948" y="2561"/>
                <a:ext cx="54" cy="65"/>
              </a:xfrm>
              <a:custGeom>
                <a:avLst/>
                <a:gdLst>
                  <a:gd name="T0" fmla="*/ 0 w 31"/>
                  <a:gd name="T1" fmla="*/ 3 h 37"/>
                  <a:gd name="T2" fmla="*/ 28 w 31"/>
                  <a:gd name="T3" fmla="*/ 36 h 37"/>
                  <a:gd name="T4" fmla="*/ 30 w 31"/>
                  <a:gd name="T5" fmla="*/ 33 h 37"/>
                  <a:gd name="T6" fmla="*/ 4 w 31"/>
                  <a:gd name="T7" fmla="*/ 2 h 37"/>
                  <a:gd name="T8" fmla="*/ 0 w 31"/>
                  <a:gd name="T9" fmla="*/ 3 h 37"/>
                </a:gdLst>
                <a:ahLst/>
                <a:cxnLst>
                  <a:cxn ang="0">
                    <a:pos x="T0" y="T1"/>
                  </a:cxn>
                  <a:cxn ang="0">
                    <a:pos x="T2" y="T3"/>
                  </a:cxn>
                  <a:cxn ang="0">
                    <a:pos x="T4" y="T5"/>
                  </a:cxn>
                  <a:cxn ang="0">
                    <a:pos x="T6" y="T7"/>
                  </a:cxn>
                  <a:cxn ang="0">
                    <a:pos x="T8" y="T9"/>
                  </a:cxn>
                </a:cxnLst>
                <a:rect l="0" t="0" r="r" b="b"/>
                <a:pathLst>
                  <a:path w="31" h="37">
                    <a:moveTo>
                      <a:pt x="0" y="3"/>
                    </a:moveTo>
                    <a:cubicBezTo>
                      <a:pt x="4" y="17"/>
                      <a:pt x="14" y="31"/>
                      <a:pt x="28" y="36"/>
                    </a:cubicBezTo>
                    <a:cubicBezTo>
                      <a:pt x="30" y="37"/>
                      <a:pt x="31" y="34"/>
                      <a:pt x="30" y="33"/>
                    </a:cubicBezTo>
                    <a:cubicBezTo>
                      <a:pt x="18" y="25"/>
                      <a:pt x="9" y="16"/>
                      <a:pt x="4" y="2"/>
                    </a:cubicBezTo>
                    <a:cubicBezTo>
                      <a:pt x="3" y="0"/>
                      <a:pt x="0" y="1"/>
                      <a:pt x="0"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1" name="Freeform 568">
                <a:extLst>
                  <a:ext uri="{FF2B5EF4-FFF2-40B4-BE49-F238E27FC236}">
                    <a16:creationId xmlns:a16="http://schemas.microsoft.com/office/drawing/2014/main" id="{3420CE46-02B7-ADE9-879C-DDA6B91AEDBD}"/>
                  </a:ext>
                </a:extLst>
              </p:cNvPr>
              <p:cNvSpPr/>
              <p:nvPr/>
            </p:nvSpPr>
            <p:spPr bwMode="auto">
              <a:xfrm>
                <a:off x="2929" y="2585"/>
                <a:ext cx="44" cy="58"/>
              </a:xfrm>
              <a:custGeom>
                <a:avLst/>
                <a:gdLst>
                  <a:gd name="T0" fmla="*/ 1 w 25"/>
                  <a:gd name="T1" fmla="*/ 3 h 33"/>
                  <a:gd name="T2" fmla="*/ 22 w 25"/>
                  <a:gd name="T3" fmla="*/ 32 h 33"/>
                  <a:gd name="T4" fmla="*/ 24 w 25"/>
                  <a:gd name="T5" fmla="*/ 30 h 33"/>
                  <a:gd name="T6" fmla="*/ 13 w 25"/>
                  <a:gd name="T7" fmla="*/ 16 h 33"/>
                  <a:gd name="T8" fmla="*/ 4 w 25"/>
                  <a:gd name="T9" fmla="*/ 2 h 33"/>
                  <a:gd name="T10" fmla="*/ 1 w 25"/>
                  <a:gd name="T11" fmla="*/ 3 h 33"/>
                </a:gdLst>
                <a:ahLst/>
                <a:cxnLst>
                  <a:cxn ang="0">
                    <a:pos x="T0" y="T1"/>
                  </a:cxn>
                  <a:cxn ang="0">
                    <a:pos x="T2" y="T3"/>
                  </a:cxn>
                  <a:cxn ang="0">
                    <a:pos x="T4" y="T5"/>
                  </a:cxn>
                  <a:cxn ang="0">
                    <a:pos x="T6" y="T7"/>
                  </a:cxn>
                  <a:cxn ang="0">
                    <a:pos x="T8" y="T9"/>
                  </a:cxn>
                  <a:cxn ang="0">
                    <a:pos x="T10" y="T11"/>
                  </a:cxn>
                </a:cxnLst>
                <a:rect l="0" t="0" r="r" b="b"/>
                <a:pathLst>
                  <a:path w="25" h="33">
                    <a:moveTo>
                      <a:pt x="1" y="3"/>
                    </a:moveTo>
                    <a:cubicBezTo>
                      <a:pt x="5" y="14"/>
                      <a:pt x="12" y="25"/>
                      <a:pt x="22" y="32"/>
                    </a:cubicBezTo>
                    <a:cubicBezTo>
                      <a:pt x="23" y="33"/>
                      <a:pt x="25" y="31"/>
                      <a:pt x="24" y="30"/>
                    </a:cubicBezTo>
                    <a:cubicBezTo>
                      <a:pt x="20" y="25"/>
                      <a:pt x="17" y="21"/>
                      <a:pt x="13" y="16"/>
                    </a:cubicBezTo>
                    <a:cubicBezTo>
                      <a:pt x="10" y="11"/>
                      <a:pt x="7" y="6"/>
                      <a:pt x="4" y="2"/>
                    </a:cubicBezTo>
                    <a:cubicBezTo>
                      <a:pt x="3" y="0"/>
                      <a:pt x="0" y="1"/>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2" name="Freeform 569">
                <a:extLst>
                  <a:ext uri="{FF2B5EF4-FFF2-40B4-BE49-F238E27FC236}">
                    <a16:creationId xmlns:a16="http://schemas.microsoft.com/office/drawing/2014/main" id="{5823B4DE-63D7-AF28-CD85-11239279EF37}"/>
                  </a:ext>
                </a:extLst>
              </p:cNvPr>
              <p:cNvSpPr/>
              <p:nvPr/>
            </p:nvSpPr>
            <p:spPr bwMode="auto">
              <a:xfrm>
                <a:off x="2927" y="2627"/>
                <a:ext cx="38" cy="51"/>
              </a:xfrm>
              <a:custGeom>
                <a:avLst/>
                <a:gdLst>
                  <a:gd name="T0" fmla="*/ 1 w 22"/>
                  <a:gd name="T1" fmla="*/ 3 h 29"/>
                  <a:gd name="T2" fmla="*/ 19 w 22"/>
                  <a:gd name="T3" fmla="*/ 29 h 29"/>
                  <a:gd name="T4" fmla="*/ 21 w 22"/>
                  <a:gd name="T5" fmla="*/ 26 h 29"/>
                  <a:gd name="T6" fmla="*/ 11 w 22"/>
                  <a:gd name="T7" fmla="*/ 16 h 29"/>
                  <a:gd name="T8" fmla="*/ 4 w 22"/>
                  <a:gd name="T9" fmla="*/ 2 h 29"/>
                  <a:gd name="T10" fmla="*/ 1 w 22"/>
                  <a:gd name="T11" fmla="*/ 3 h 29"/>
                </a:gdLst>
                <a:ahLst/>
                <a:cxnLst>
                  <a:cxn ang="0">
                    <a:pos x="T0" y="T1"/>
                  </a:cxn>
                  <a:cxn ang="0">
                    <a:pos x="T2" y="T3"/>
                  </a:cxn>
                  <a:cxn ang="0">
                    <a:pos x="T4" y="T5"/>
                  </a:cxn>
                  <a:cxn ang="0">
                    <a:pos x="T6" y="T7"/>
                  </a:cxn>
                  <a:cxn ang="0">
                    <a:pos x="T8" y="T9"/>
                  </a:cxn>
                  <a:cxn ang="0">
                    <a:pos x="T10" y="T11"/>
                  </a:cxn>
                </a:cxnLst>
                <a:rect l="0" t="0" r="r" b="b"/>
                <a:pathLst>
                  <a:path w="22" h="29">
                    <a:moveTo>
                      <a:pt x="1" y="3"/>
                    </a:moveTo>
                    <a:cubicBezTo>
                      <a:pt x="2" y="13"/>
                      <a:pt x="9" y="25"/>
                      <a:pt x="19" y="29"/>
                    </a:cubicBezTo>
                    <a:cubicBezTo>
                      <a:pt x="21" y="29"/>
                      <a:pt x="22" y="27"/>
                      <a:pt x="21" y="26"/>
                    </a:cubicBezTo>
                    <a:cubicBezTo>
                      <a:pt x="18" y="23"/>
                      <a:pt x="14" y="20"/>
                      <a:pt x="11" y="16"/>
                    </a:cubicBezTo>
                    <a:cubicBezTo>
                      <a:pt x="7" y="12"/>
                      <a:pt x="5" y="7"/>
                      <a:pt x="4" y="2"/>
                    </a:cubicBezTo>
                    <a:cubicBezTo>
                      <a:pt x="3" y="0"/>
                      <a:pt x="0" y="1"/>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3" name="Freeform 570">
                <a:extLst>
                  <a:ext uri="{FF2B5EF4-FFF2-40B4-BE49-F238E27FC236}">
                    <a16:creationId xmlns:a16="http://schemas.microsoft.com/office/drawing/2014/main" id="{E09876DD-28E8-629A-D43E-7123E011571E}"/>
                  </a:ext>
                </a:extLst>
              </p:cNvPr>
              <p:cNvSpPr/>
              <p:nvPr/>
            </p:nvSpPr>
            <p:spPr bwMode="auto">
              <a:xfrm>
                <a:off x="2927" y="2680"/>
                <a:ext cx="38" cy="48"/>
              </a:xfrm>
              <a:custGeom>
                <a:avLst/>
                <a:gdLst>
                  <a:gd name="T0" fmla="*/ 1 w 22"/>
                  <a:gd name="T1" fmla="*/ 3 h 27"/>
                  <a:gd name="T2" fmla="*/ 19 w 22"/>
                  <a:gd name="T3" fmla="*/ 26 h 27"/>
                  <a:gd name="T4" fmla="*/ 21 w 22"/>
                  <a:gd name="T5" fmla="*/ 24 h 27"/>
                  <a:gd name="T6" fmla="*/ 11 w 22"/>
                  <a:gd name="T7" fmla="*/ 13 h 27"/>
                  <a:gd name="T8" fmla="*/ 4 w 22"/>
                  <a:gd name="T9" fmla="*/ 1 h 27"/>
                  <a:gd name="T10" fmla="*/ 1 w 22"/>
                  <a:gd name="T11" fmla="*/ 3 h 27"/>
                </a:gdLst>
                <a:ahLst/>
                <a:cxnLst>
                  <a:cxn ang="0">
                    <a:pos x="T0" y="T1"/>
                  </a:cxn>
                  <a:cxn ang="0">
                    <a:pos x="T2" y="T3"/>
                  </a:cxn>
                  <a:cxn ang="0">
                    <a:pos x="T4" y="T5"/>
                  </a:cxn>
                  <a:cxn ang="0">
                    <a:pos x="T6" y="T7"/>
                  </a:cxn>
                  <a:cxn ang="0">
                    <a:pos x="T8" y="T9"/>
                  </a:cxn>
                  <a:cxn ang="0">
                    <a:pos x="T10" y="T11"/>
                  </a:cxn>
                </a:cxnLst>
                <a:rect l="0" t="0" r="r" b="b"/>
                <a:pathLst>
                  <a:path w="22" h="27">
                    <a:moveTo>
                      <a:pt x="1" y="3"/>
                    </a:moveTo>
                    <a:cubicBezTo>
                      <a:pt x="4" y="11"/>
                      <a:pt x="10" y="22"/>
                      <a:pt x="19" y="26"/>
                    </a:cubicBezTo>
                    <a:cubicBezTo>
                      <a:pt x="21" y="27"/>
                      <a:pt x="22" y="25"/>
                      <a:pt x="21" y="24"/>
                    </a:cubicBezTo>
                    <a:cubicBezTo>
                      <a:pt x="18" y="20"/>
                      <a:pt x="14" y="17"/>
                      <a:pt x="11" y="13"/>
                    </a:cubicBezTo>
                    <a:cubicBezTo>
                      <a:pt x="8" y="9"/>
                      <a:pt x="6" y="5"/>
                      <a:pt x="4" y="1"/>
                    </a:cubicBezTo>
                    <a:cubicBezTo>
                      <a:pt x="3" y="0"/>
                      <a:pt x="0" y="1"/>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4" name="Freeform 571">
                <a:extLst>
                  <a:ext uri="{FF2B5EF4-FFF2-40B4-BE49-F238E27FC236}">
                    <a16:creationId xmlns:a16="http://schemas.microsoft.com/office/drawing/2014/main" id="{B3A247CB-031B-B359-5DD0-51D87AF091EF}"/>
                  </a:ext>
                </a:extLst>
              </p:cNvPr>
              <p:cNvSpPr/>
              <p:nvPr/>
            </p:nvSpPr>
            <p:spPr bwMode="auto">
              <a:xfrm>
                <a:off x="2939" y="2731"/>
                <a:ext cx="41" cy="32"/>
              </a:xfrm>
              <a:custGeom>
                <a:avLst/>
                <a:gdLst>
                  <a:gd name="T0" fmla="*/ 2 w 23"/>
                  <a:gd name="T1" fmla="*/ 4 h 18"/>
                  <a:gd name="T2" fmla="*/ 21 w 23"/>
                  <a:gd name="T3" fmla="*/ 17 h 18"/>
                  <a:gd name="T4" fmla="*/ 22 w 23"/>
                  <a:gd name="T5" fmla="*/ 15 h 18"/>
                  <a:gd name="T6" fmla="*/ 4 w 23"/>
                  <a:gd name="T7" fmla="*/ 2 h 18"/>
                  <a:gd name="T8" fmla="*/ 2 w 23"/>
                  <a:gd name="T9" fmla="*/ 4 h 18"/>
                </a:gdLst>
                <a:ahLst/>
                <a:cxnLst>
                  <a:cxn ang="0">
                    <a:pos x="T0" y="T1"/>
                  </a:cxn>
                  <a:cxn ang="0">
                    <a:pos x="T2" y="T3"/>
                  </a:cxn>
                  <a:cxn ang="0">
                    <a:pos x="T4" y="T5"/>
                  </a:cxn>
                  <a:cxn ang="0">
                    <a:pos x="T6" y="T7"/>
                  </a:cxn>
                  <a:cxn ang="0">
                    <a:pos x="T8" y="T9"/>
                  </a:cxn>
                </a:cxnLst>
                <a:rect l="0" t="0" r="r" b="b"/>
                <a:pathLst>
                  <a:path w="23" h="18">
                    <a:moveTo>
                      <a:pt x="2" y="4"/>
                    </a:moveTo>
                    <a:cubicBezTo>
                      <a:pt x="6" y="10"/>
                      <a:pt x="13" y="15"/>
                      <a:pt x="21" y="17"/>
                    </a:cubicBezTo>
                    <a:cubicBezTo>
                      <a:pt x="22" y="18"/>
                      <a:pt x="23" y="15"/>
                      <a:pt x="22" y="15"/>
                    </a:cubicBezTo>
                    <a:cubicBezTo>
                      <a:pt x="15" y="11"/>
                      <a:pt x="9" y="7"/>
                      <a:pt x="4" y="2"/>
                    </a:cubicBezTo>
                    <a:cubicBezTo>
                      <a:pt x="2"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5" name="Freeform 572">
                <a:extLst>
                  <a:ext uri="{FF2B5EF4-FFF2-40B4-BE49-F238E27FC236}">
                    <a16:creationId xmlns:a16="http://schemas.microsoft.com/office/drawing/2014/main" id="{56D3190A-38CB-A110-4128-8298ABE2DFA8}"/>
                  </a:ext>
                </a:extLst>
              </p:cNvPr>
              <p:cNvSpPr/>
              <p:nvPr/>
            </p:nvSpPr>
            <p:spPr bwMode="auto">
              <a:xfrm>
                <a:off x="2976" y="2545"/>
                <a:ext cx="46" cy="47"/>
              </a:xfrm>
              <a:custGeom>
                <a:avLst/>
                <a:gdLst>
                  <a:gd name="T0" fmla="*/ 1 w 26"/>
                  <a:gd name="T1" fmla="*/ 3 h 27"/>
                  <a:gd name="T2" fmla="*/ 24 w 26"/>
                  <a:gd name="T3" fmla="*/ 27 h 27"/>
                  <a:gd name="T4" fmla="*/ 25 w 26"/>
                  <a:gd name="T5" fmla="*/ 24 h 27"/>
                  <a:gd name="T6" fmla="*/ 4 w 26"/>
                  <a:gd name="T7" fmla="*/ 1 h 27"/>
                  <a:gd name="T8" fmla="*/ 1 w 26"/>
                  <a:gd name="T9" fmla="*/ 3 h 27"/>
                </a:gdLst>
                <a:ahLst/>
                <a:cxnLst>
                  <a:cxn ang="0">
                    <a:pos x="T0" y="T1"/>
                  </a:cxn>
                  <a:cxn ang="0">
                    <a:pos x="T2" y="T3"/>
                  </a:cxn>
                  <a:cxn ang="0">
                    <a:pos x="T4" y="T5"/>
                  </a:cxn>
                  <a:cxn ang="0">
                    <a:pos x="T6" y="T7"/>
                  </a:cxn>
                  <a:cxn ang="0">
                    <a:pos x="T8" y="T9"/>
                  </a:cxn>
                </a:cxnLst>
                <a:rect l="0" t="0" r="r" b="b"/>
                <a:pathLst>
                  <a:path w="26" h="27">
                    <a:moveTo>
                      <a:pt x="1" y="3"/>
                    </a:moveTo>
                    <a:cubicBezTo>
                      <a:pt x="5" y="13"/>
                      <a:pt x="13" y="23"/>
                      <a:pt x="24" y="27"/>
                    </a:cubicBezTo>
                    <a:cubicBezTo>
                      <a:pt x="26" y="27"/>
                      <a:pt x="26" y="25"/>
                      <a:pt x="25" y="24"/>
                    </a:cubicBezTo>
                    <a:cubicBezTo>
                      <a:pt x="16" y="18"/>
                      <a:pt x="9" y="11"/>
                      <a:pt x="4" y="1"/>
                    </a:cubicBezTo>
                    <a:cubicBezTo>
                      <a:pt x="3" y="0"/>
                      <a:pt x="0" y="1"/>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6" name="Freeform 573">
                <a:extLst>
                  <a:ext uri="{FF2B5EF4-FFF2-40B4-BE49-F238E27FC236}">
                    <a16:creationId xmlns:a16="http://schemas.microsoft.com/office/drawing/2014/main" id="{E7C00CBB-DA97-0242-A7C3-9387DBCC0859}"/>
                  </a:ext>
                </a:extLst>
              </p:cNvPr>
              <p:cNvSpPr/>
              <p:nvPr/>
            </p:nvSpPr>
            <p:spPr bwMode="auto">
              <a:xfrm>
                <a:off x="3011" y="2531"/>
                <a:ext cx="34" cy="38"/>
              </a:xfrm>
              <a:custGeom>
                <a:avLst/>
                <a:gdLst>
                  <a:gd name="T0" fmla="*/ 1 w 19"/>
                  <a:gd name="T1" fmla="*/ 4 h 22"/>
                  <a:gd name="T2" fmla="*/ 16 w 19"/>
                  <a:gd name="T3" fmla="*/ 22 h 22"/>
                  <a:gd name="T4" fmla="*/ 18 w 19"/>
                  <a:gd name="T5" fmla="*/ 19 h 22"/>
                  <a:gd name="T6" fmla="*/ 4 w 19"/>
                  <a:gd name="T7" fmla="*/ 2 h 22"/>
                  <a:gd name="T8" fmla="*/ 1 w 19"/>
                  <a:gd name="T9" fmla="*/ 4 h 22"/>
                </a:gdLst>
                <a:ahLst/>
                <a:cxnLst>
                  <a:cxn ang="0">
                    <a:pos x="T0" y="T1"/>
                  </a:cxn>
                  <a:cxn ang="0">
                    <a:pos x="T2" y="T3"/>
                  </a:cxn>
                  <a:cxn ang="0">
                    <a:pos x="T4" y="T5"/>
                  </a:cxn>
                  <a:cxn ang="0">
                    <a:pos x="T6" y="T7"/>
                  </a:cxn>
                  <a:cxn ang="0">
                    <a:pos x="T8" y="T9"/>
                  </a:cxn>
                </a:cxnLst>
                <a:rect l="0" t="0" r="r" b="b"/>
                <a:pathLst>
                  <a:path w="19" h="22">
                    <a:moveTo>
                      <a:pt x="1" y="4"/>
                    </a:moveTo>
                    <a:cubicBezTo>
                      <a:pt x="3" y="11"/>
                      <a:pt x="9" y="18"/>
                      <a:pt x="16" y="22"/>
                    </a:cubicBezTo>
                    <a:cubicBezTo>
                      <a:pt x="18" y="22"/>
                      <a:pt x="19" y="21"/>
                      <a:pt x="18" y="19"/>
                    </a:cubicBezTo>
                    <a:cubicBezTo>
                      <a:pt x="12" y="14"/>
                      <a:pt x="8" y="9"/>
                      <a:pt x="4" y="2"/>
                    </a:cubicBezTo>
                    <a:cubicBezTo>
                      <a:pt x="4" y="0"/>
                      <a:pt x="0" y="2"/>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7" name="Freeform 574">
                <a:extLst>
                  <a:ext uri="{FF2B5EF4-FFF2-40B4-BE49-F238E27FC236}">
                    <a16:creationId xmlns:a16="http://schemas.microsoft.com/office/drawing/2014/main" id="{076429E4-70E5-1477-9F8E-DCE31253E25E}"/>
                  </a:ext>
                </a:extLst>
              </p:cNvPr>
              <p:cNvSpPr/>
              <p:nvPr/>
            </p:nvSpPr>
            <p:spPr bwMode="auto">
              <a:xfrm>
                <a:off x="3046" y="2531"/>
                <a:ext cx="28" cy="23"/>
              </a:xfrm>
              <a:custGeom>
                <a:avLst/>
                <a:gdLst>
                  <a:gd name="T0" fmla="*/ 2 w 16"/>
                  <a:gd name="T1" fmla="*/ 5 h 13"/>
                  <a:gd name="T2" fmla="*/ 13 w 16"/>
                  <a:gd name="T3" fmla="*/ 12 h 13"/>
                  <a:gd name="T4" fmla="*/ 15 w 16"/>
                  <a:gd name="T5" fmla="*/ 10 h 13"/>
                  <a:gd name="T6" fmla="*/ 4 w 16"/>
                  <a:gd name="T7" fmla="*/ 1 h 13"/>
                  <a:gd name="T8" fmla="*/ 2 w 16"/>
                  <a:gd name="T9" fmla="*/ 5 h 13"/>
                </a:gdLst>
                <a:ahLst/>
                <a:cxnLst>
                  <a:cxn ang="0">
                    <a:pos x="T0" y="T1"/>
                  </a:cxn>
                  <a:cxn ang="0">
                    <a:pos x="T2" y="T3"/>
                  </a:cxn>
                  <a:cxn ang="0">
                    <a:pos x="T4" y="T5"/>
                  </a:cxn>
                  <a:cxn ang="0">
                    <a:pos x="T6" y="T7"/>
                  </a:cxn>
                  <a:cxn ang="0">
                    <a:pos x="T8" y="T9"/>
                  </a:cxn>
                </a:cxnLst>
                <a:rect l="0" t="0" r="r" b="b"/>
                <a:pathLst>
                  <a:path w="16" h="13">
                    <a:moveTo>
                      <a:pt x="2" y="5"/>
                    </a:moveTo>
                    <a:cubicBezTo>
                      <a:pt x="5" y="7"/>
                      <a:pt x="9" y="10"/>
                      <a:pt x="13" y="12"/>
                    </a:cubicBezTo>
                    <a:cubicBezTo>
                      <a:pt x="15" y="13"/>
                      <a:pt x="16" y="11"/>
                      <a:pt x="15" y="10"/>
                    </a:cubicBezTo>
                    <a:cubicBezTo>
                      <a:pt x="12" y="6"/>
                      <a:pt x="8" y="4"/>
                      <a:pt x="4" y="1"/>
                    </a:cubicBezTo>
                    <a:cubicBezTo>
                      <a:pt x="2" y="0"/>
                      <a:pt x="0" y="3"/>
                      <a:pt x="2"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8" name="Freeform 575">
                <a:extLst>
                  <a:ext uri="{FF2B5EF4-FFF2-40B4-BE49-F238E27FC236}">
                    <a16:creationId xmlns:a16="http://schemas.microsoft.com/office/drawing/2014/main" id="{5B7EDCFE-E6E8-4398-B8E9-5B742388ADCC}"/>
                  </a:ext>
                </a:extLst>
              </p:cNvPr>
              <p:cNvSpPr/>
              <p:nvPr/>
            </p:nvSpPr>
            <p:spPr bwMode="auto">
              <a:xfrm>
                <a:off x="3085" y="2522"/>
                <a:ext cx="25" cy="24"/>
              </a:xfrm>
              <a:custGeom>
                <a:avLst/>
                <a:gdLst>
                  <a:gd name="T0" fmla="*/ 1 w 14"/>
                  <a:gd name="T1" fmla="*/ 3 h 14"/>
                  <a:gd name="T2" fmla="*/ 12 w 14"/>
                  <a:gd name="T3" fmla="*/ 14 h 14"/>
                  <a:gd name="T4" fmla="*/ 13 w 14"/>
                  <a:gd name="T5" fmla="*/ 12 h 14"/>
                  <a:gd name="T6" fmla="*/ 4 w 14"/>
                  <a:gd name="T7" fmla="*/ 2 h 14"/>
                  <a:gd name="T8" fmla="*/ 1 w 14"/>
                  <a:gd name="T9" fmla="*/ 3 h 14"/>
                </a:gdLst>
                <a:ahLst/>
                <a:cxnLst>
                  <a:cxn ang="0">
                    <a:pos x="T0" y="T1"/>
                  </a:cxn>
                  <a:cxn ang="0">
                    <a:pos x="T2" y="T3"/>
                  </a:cxn>
                  <a:cxn ang="0">
                    <a:pos x="T4" y="T5"/>
                  </a:cxn>
                  <a:cxn ang="0">
                    <a:pos x="T6" y="T7"/>
                  </a:cxn>
                  <a:cxn ang="0">
                    <a:pos x="T8" y="T9"/>
                  </a:cxn>
                </a:cxnLst>
                <a:rect l="0" t="0" r="r" b="b"/>
                <a:pathLst>
                  <a:path w="14" h="14">
                    <a:moveTo>
                      <a:pt x="1" y="3"/>
                    </a:moveTo>
                    <a:cubicBezTo>
                      <a:pt x="3" y="8"/>
                      <a:pt x="7" y="12"/>
                      <a:pt x="12" y="14"/>
                    </a:cubicBezTo>
                    <a:cubicBezTo>
                      <a:pt x="13" y="14"/>
                      <a:pt x="14" y="12"/>
                      <a:pt x="13" y="12"/>
                    </a:cubicBezTo>
                    <a:cubicBezTo>
                      <a:pt x="9" y="9"/>
                      <a:pt x="6" y="6"/>
                      <a:pt x="4" y="2"/>
                    </a:cubicBezTo>
                    <a:cubicBezTo>
                      <a:pt x="2" y="0"/>
                      <a:pt x="0" y="1"/>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9" name="Freeform 576">
                <a:extLst>
                  <a:ext uri="{FF2B5EF4-FFF2-40B4-BE49-F238E27FC236}">
                    <a16:creationId xmlns:a16="http://schemas.microsoft.com/office/drawing/2014/main" id="{74B1DB83-0D3A-A914-8825-6111C6616811}"/>
                  </a:ext>
                </a:extLst>
              </p:cNvPr>
              <p:cNvSpPr/>
              <p:nvPr/>
            </p:nvSpPr>
            <p:spPr bwMode="auto">
              <a:xfrm>
                <a:off x="2763" y="2437"/>
                <a:ext cx="46" cy="51"/>
              </a:xfrm>
              <a:custGeom>
                <a:avLst/>
                <a:gdLst>
                  <a:gd name="T0" fmla="*/ 23 w 26"/>
                  <a:gd name="T1" fmla="*/ 25 h 29"/>
                  <a:gd name="T2" fmla="*/ 3 w 26"/>
                  <a:gd name="T3" fmla="*/ 2 h 29"/>
                  <a:gd name="T4" fmla="*/ 0 w 26"/>
                  <a:gd name="T5" fmla="*/ 2 h 29"/>
                  <a:gd name="T6" fmla="*/ 23 w 26"/>
                  <a:gd name="T7" fmla="*/ 28 h 29"/>
                  <a:gd name="T8" fmla="*/ 23 w 26"/>
                  <a:gd name="T9" fmla="*/ 25 h 29"/>
                </a:gdLst>
                <a:ahLst/>
                <a:cxnLst>
                  <a:cxn ang="0">
                    <a:pos x="T0" y="T1"/>
                  </a:cxn>
                  <a:cxn ang="0">
                    <a:pos x="T2" y="T3"/>
                  </a:cxn>
                  <a:cxn ang="0">
                    <a:pos x="T4" y="T5"/>
                  </a:cxn>
                  <a:cxn ang="0">
                    <a:pos x="T6" y="T7"/>
                  </a:cxn>
                  <a:cxn ang="0">
                    <a:pos x="T8" y="T9"/>
                  </a:cxn>
                </a:cxnLst>
                <a:rect l="0" t="0" r="r" b="b"/>
                <a:pathLst>
                  <a:path w="26" h="29">
                    <a:moveTo>
                      <a:pt x="23" y="25"/>
                    </a:moveTo>
                    <a:cubicBezTo>
                      <a:pt x="13" y="21"/>
                      <a:pt x="6" y="12"/>
                      <a:pt x="3" y="2"/>
                    </a:cubicBezTo>
                    <a:cubicBezTo>
                      <a:pt x="2" y="0"/>
                      <a:pt x="0" y="0"/>
                      <a:pt x="0" y="2"/>
                    </a:cubicBezTo>
                    <a:cubicBezTo>
                      <a:pt x="1" y="15"/>
                      <a:pt x="10" y="25"/>
                      <a:pt x="23" y="28"/>
                    </a:cubicBezTo>
                    <a:cubicBezTo>
                      <a:pt x="25" y="29"/>
                      <a:pt x="26" y="25"/>
                      <a:pt x="23"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0" name="Freeform 577">
                <a:extLst>
                  <a:ext uri="{FF2B5EF4-FFF2-40B4-BE49-F238E27FC236}">
                    <a16:creationId xmlns:a16="http://schemas.microsoft.com/office/drawing/2014/main" id="{849FE300-7EA2-983B-80F0-3FA34260BE1F}"/>
                  </a:ext>
                </a:extLst>
              </p:cNvPr>
              <p:cNvSpPr/>
              <p:nvPr/>
            </p:nvSpPr>
            <p:spPr bwMode="auto">
              <a:xfrm>
                <a:off x="2728" y="2444"/>
                <a:ext cx="39" cy="48"/>
              </a:xfrm>
              <a:custGeom>
                <a:avLst/>
                <a:gdLst>
                  <a:gd name="T0" fmla="*/ 20 w 22"/>
                  <a:gd name="T1" fmla="*/ 23 h 27"/>
                  <a:gd name="T2" fmla="*/ 3 w 22"/>
                  <a:gd name="T3" fmla="*/ 2 h 27"/>
                  <a:gd name="T4" fmla="*/ 0 w 22"/>
                  <a:gd name="T5" fmla="*/ 2 h 27"/>
                  <a:gd name="T6" fmla="*/ 19 w 22"/>
                  <a:gd name="T7" fmla="*/ 27 h 27"/>
                  <a:gd name="T8" fmla="*/ 20 w 22"/>
                  <a:gd name="T9" fmla="*/ 23 h 27"/>
                </a:gdLst>
                <a:ahLst/>
                <a:cxnLst>
                  <a:cxn ang="0">
                    <a:pos x="T0" y="T1"/>
                  </a:cxn>
                  <a:cxn ang="0">
                    <a:pos x="T2" y="T3"/>
                  </a:cxn>
                  <a:cxn ang="0">
                    <a:pos x="T4" y="T5"/>
                  </a:cxn>
                  <a:cxn ang="0">
                    <a:pos x="T6" y="T7"/>
                  </a:cxn>
                  <a:cxn ang="0">
                    <a:pos x="T8" y="T9"/>
                  </a:cxn>
                </a:cxnLst>
                <a:rect l="0" t="0" r="r" b="b"/>
                <a:pathLst>
                  <a:path w="22" h="27">
                    <a:moveTo>
                      <a:pt x="20" y="23"/>
                    </a:moveTo>
                    <a:cubicBezTo>
                      <a:pt x="10" y="20"/>
                      <a:pt x="5" y="11"/>
                      <a:pt x="3" y="2"/>
                    </a:cubicBezTo>
                    <a:cubicBezTo>
                      <a:pt x="3" y="0"/>
                      <a:pt x="0" y="1"/>
                      <a:pt x="0" y="2"/>
                    </a:cubicBezTo>
                    <a:cubicBezTo>
                      <a:pt x="0" y="14"/>
                      <a:pt x="8" y="23"/>
                      <a:pt x="19" y="27"/>
                    </a:cubicBezTo>
                    <a:cubicBezTo>
                      <a:pt x="21" y="27"/>
                      <a:pt x="22" y="24"/>
                      <a:pt x="20"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1" name="Freeform 578">
                <a:extLst>
                  <a:ext uri="{FF2B5EF4-FFF2-40B4-BE49-F238E27FC236}">
                    <a16:creationId xmlns:a16="http://schemas.microsoft.com/office/drawing/2014/main" id="{4BBA0096-E7EE-BE40-F3C9-A777FCA58C04}"/>
                  </a:ext>
                </a:extLst>
              </p:cNvPr>
              <p:cNvSpPr/>
              <p:nvPr/>
            </p:nvSpPr>
            <p:spPr bwMode="auto">
              <a:xfrm>
                <a:off x="2797" y="2425"/>
                <a:ext cx="35" cy="62"/>
              </a:xfrm>
              <a:custGeom>
                <a:avLst/>
                <a:gdLst>
                  <a:gd name="T0" fmla="*/ 18 w 20"/>
                  <a:gd name="T1" fmla="*/ 30 h 35"/>
                  <a:gd name="T2" fmla="*/ 4 w 20"/>
                  <a:gd name="T3" fmla="*/ 2 h 35"/>
                  <a:gd name="T4" fmla="*/ 0 w 20"/>
                  <a:gd name="T5" fmla="*/ 2 h 35"/>
                  <a:gd name="T6" fmla="*/ 16 w 20"/>
                  <a:gd name="T7" fmla="*/ 33 h 35"/>
                  <a:gd name="T8" fmla="*/ 18 w 20"/>
                  <a:gd name="T9" fmla="*/ 30 h 35"/>
                </a:gdLst>
                <a:ahLst/>
                <a:cxnLst>
                  <a:cxn ang="0">
                    <a:pos x="T0" y="T1"/>
                  </a:cxn>
                  <a:cxn ang="0">
                    <a:pos x="T2" y="T3"/>
                  </a:cxn>
                  <a:cxn ang="0">
                    <a:pos x="T4" y="T5"/>
                  </a:cxn>
                  <a:cxn ang="0">
                    <a:pos x="T6" y="T7"/>
                  </a:cxn>
                  <a:cxn ang="0">
                    <a:pos x="T8" y="T9"/>
                  </a:cxn>
                </a:cxnLst>
                <a:rect l="0" t="0" r="r" b="b"/>
                <a:pathLst>
                  <a:path w="20" h="35">
                    <a:moveTo>
                      <a:pt x="18" y="30"/>
                    </a:moveTo>
                    <a:cubicBezTo>
                      <a:pt x="10" y="22"/>
                      <a:pt x="6" y="13"/>
                      <a:pt x="4" y="2"/>
                    </a:cubicBezTo>
                    <a:cubicBezTo>
                      <a:pt x="3" y="0"/>
                      <a:pt x="1" y="0"/>
                      <a:pt x="0" y="2"/>
                    </a:cubicBezTo>
                    <a:cubicBezTo>
                      <a:pt x="0" y="14"/>
                      <a:pt x="7" y="25"/>
                      <a:pt x="16" y="33"/>
                    </a:cubicBezTo>
                    <a:cubicBezTo>
                      <a:pt x="18" y="35"/>
                      <a:pt x="20" y="32"/>
                      <a:pt x="18"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2" name="Freeform 579">
                <a:extLst>
                  <a:ext uri="{FF2B5EF4-FFF2-40B4-BE49-F238E27FC236}">
                    <a16:creationId xmlns:a16="http://schemas.microsoft.com/office/drawing/2014/main" id="{C3648C13-472C-5524-B378-3831750C99A5}"/>
                  </a:ext>
                </a:extLst>
              </p:cNvPr>
              <p:cNvSpPr/>
              <p:nvPr/>
            </p:nvSpPr>
            <p:spPr bwMode="auto">
              <a:xfrm>
                <a:off x="2837" y="2450"/>
                <a:ext cx="28" cy="51"/>
              </a:xfrm>
              <a:custGeom>
                <a:avLst/>
                <a:gdLst>
                  <a:gd name="T0" fmla="*/ 15 w 16"/>
                  <a:gd name="T1" fmla="*/ 25 h 29"/>
                  <a:gd name="T2" fmla="*/ 4 w 16"/>
                  <a:gd name="T3" fmla="*/ 2 h 29"/>
                  <a:gd name="T4" fmla="*/ 1 w 16"/>
                  <a:gd name="T5" fmla="*/ 2 h 29"/>
                  <a:gd name="T6" fmla="*/ 12 w 16"/>
                  <a:gd name="T7" fmla="*/ 28 h 29"/>
                  <a:gd name="T8" fmla="*/ 15 w 16"/>
                  <a:gd name="T9" fmla="*/ 25 h 29"/>
                </a:gdLst>
                <a:ahLst/>
                <a:cxnLst>
                  <a:cxn ang="0">
                    <a:pos x="T0" y="T1"/>
                  </a:cxn>
                  <a:cxn ang="0">
                    <a:pos x="T2" y="T3"/>
                  </a:cxn>
                  <a:cxn ang="0">
                    <a:pos x="T4" y="T5"/>
                  </a:cxn>
                  <a:cxn ang="0">
                    <a:pos x="T6" y="T7"/>
                  </a:cxn>
                  <a:cxn ang="0">
                    <a:pos x="T8" y="T9"/>
                  </a:cxn>
                </a:cxnLst>
                <a:rect l="0" t="0" r="r" b="b"/>
                <a:pathLst>
                  <a:path w="16" h="29">
                    <a:moveTo>
                      <a:pt x="15" y="25"/>
                    </a:moveTo>
                    <a:cubicBezTo>
                      <a:pt x="9" y="18"/>
                      <a:pt x="6" y="10"/>
                      <a:pt x="4" y="2"/>
                    </a:cubicBezTo>
                    <a:cubicBezTo>
                      <a:pt x="3" y="0"/>
                      <a:pt x="1" y="1"/>
                      <a:pt x="1" y="2"/>
                    </a:cubicBezTo>
                    <a:cubicBezTo>
                      <a:pt x="0" y="12"/>
                      <a:pt x="6" y="21"/>
                      <a:pt x="12" y="28"/>
                    </a:cubicBezTo>
                    <a:cubicBezTo>
                      <a:pt x="14" y="29"/>
                      <a:pt x="16" y="27"/>
                      <a:pt x="15"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3" name="Freeform 580">
                <a:extLst>
                  <a:ext uri="{FF2B5EF4-FFF2-40B4-BE49-F238E27FC236}">
                    <a16:creationId xmlns:a16="http://schemas.microsoft.com/office/drawing/2014/main" id="{BC509D5B-A891-9764-E42A-D3555EE6E7E9}"/>
                  </a:ext>
                </a:extLst>
              </p:cNvPr>
              <p:cNvSpPr/>
              <p:nvPr/>
            </p:nvSpPr>
            <p:spPr bwMode="auto">
              <a:xfrm>
                <a:off x="2858" y="2457"/>
                <a:ext cx="28" cy="63"/>
              </a:xfrm>
              <a:custGeom>
                <a:avLst/>
                <a:gdLst>
                  <a:gd name="T0" fmla="*/ 15 w 16"/>
                  <a:gd name="T1" fmla="*/ 32 h 36"/>
                  <a:gd name="T2" fmla="*/ 6 w 16"/>
                  <a:gd name="T3" fmla="*/ 3 h 36"/>
                  <a:gd name="T4" fmla="*/ 3 w 16"/>
                  <a:gd name="T5" fmla="*/ 2 h 36"/>
                  <a:gd name="T6" fmla="*/ 12 w 16"/>
                  <a:gd name="T7" fmla="*/ 35 h 36"/>
                  <a:gd name="T8" fmla="*/ 15 w 16"/>
                  <a:gd name="T9" fmla="*/ 32 h 36"/>
                </a:gdLst>
                <a:ahLst/>
                <a:cxnLst>
                  <a:cxn ang="0">
                    <a:pos x="T0" y="T1"/>
                  </a:cxn>
                  <a:cxn ang="0">
                    <a:pos x="T2" y="T3"/>
                  </a:cxn>
                  <a:cxn ang="0">
                    <a:pos x="T4" y="T5"/>
                  </a:cxn>
                  <a:cxn ang="0">
                    <a:pos x="T6" y="T7"/>
                  </a:cxn>
                  <a:cxn ang="0">
                    <a:pos x="T8" y="T9"/>
                  </a:cxn>
                </a:cxnLst>
                <a:rect l="0" t="0" r="r" b="b"/>
                <a:pathLst>
                  <a:path w="16" h="36">
                    <a:moveTo>
                      <a:pt x="15" y="32"/>
                    </a:moveTo>
                    <a:cubicBezTo>
                      <a:pt x="9" y="23"/>
                      <a:pt x="7" y="13"/>
                      <a:pt x="6" y="3"/>
                    </a:cubicBezTo>
                    <a:cubicBezTo>
                      <a:pt x="6" y="1"/>
                      <a:pt x="3" y="0"/>
                      <a:pt x="3" y="2"/>
                    </a:cubicBezTo>
                    <a:cubicBezTo>
                      <a:pt x="0" y="14"/>
                      <a:pt x="5" y="26"/>
                      <a:pt x="12" y="35"/>
                    </a:cubicBezTo>
                    <a:cubicBezTo>
                      <a:pt x="14" y="36"/>
                      <a:pt x="16" y="34"/>
                      <a:pt x="15"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4" name="Freeform 581">
                <a:extLst>
                  <a:ext uri="{FF2B5EF4-FFF2-40B4-BE49-F238E27FC236}">
                    <a16:creationId xmlns:a16="http://schemas.microsoft.com/office/drawing/2014/main" id="{034B70ED-1D87-AB1A-8612-89E4E256455F}"/>
                  </a:ext>
                </a:extLst>
              </p:cNvPr>
              <p:cNvSpPr/>
              <p:nvPr/>
            </p:nvSpPr>
            <p:spPr bwMode="auto">
              <a:xfrm>
                <a:off x="2893" y="2490"/>
                <a:ext cx="29" cy="62"/>
              </a:xfrm>
              <a:custGeom>
                <a:avLst/>
                <a:gdLst>
                  <a:gd name="T0" fmla="*/ 15 w 16"/>
                  <a:gd name="T1" fmla="*/ 31 h 35"/>
                  <a:gd name="T2" fmla="*/ 6 w 16"/>
                  <a:gd name="T3" fmla="*/ 2 h 35"/>
                  <a:gd name="T4" fmla="*/ 3 w 16"/>
                  <a:gd name="T5" fmla="*/ 2 h 35"/>
                  <a:gd name="T6" fmla="*/ 11 w 16"/>
                  <a:gd name="T7" fmla="*/ 33 h 35"/>
                  <a:gd name="T8" fmla="*/ 15 w 16"/>
                  <a:gd name="T9" fmla="*/ 31 h 35"/>
                </a:gdLst>
                <a:ahLst/>
                <a:cxnLst>
                  <a:cxn ang="0">
                    <a:pos x="T0" y="T1"/>
                  </a:cxn>
                  <a:cxn ang="0">
                    <a:pos x="T2" y="T3"/>
                  </a:cxn>
                  <a:cxn ang="0">
                    <a:pos x="T4" y="T5"/>
                  </a:cxn>
                  <a:cxn ang="0">
                    <a:pos x="T6" y="T7"/>
                  </a:cxn>
                  <a:cxn ang="0">
                    <a:pos x="T8" y="T9"/>
                  </a:cxn>
                </a:cxnLst>
                <a:rect l="0" t="0" r="r" b="b"/>
                <a:pathLst>
                  <a:path w="16" h="35">
                    <a:moveTo>
                      <a:pt x="15" y="31"/>
                    </a:moveTo>
                    <a:cubicBezTo>
                      <a:pt x="8" y="22"/>
                      <a:pt x="6" y="13"/>
                      <a:pt x="6" y="2"/>
                    </a:cubicBezTo>
                    <a:cubicBezTo>
                      <a:pt x="6" y="0"/>
                      <a:pt x="3" y="0"/>
                      <a:pt x="3" y="2"/>
                    </a:cubicBezTo>
                    <a:cubicBezTo>
                      <a:pt x="0" y="13"/>
                      <a:pt x="4" y="25"/>
                      <a:pt x="11" y="33"/>
                    </a:cubicBezTo>
                    <a:cubicBezTo>
                      <a:pt x="13" y="35"/>
                      <a:pt x="16" y="33"/>
                      <a:pt x="15"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5" name="Freeform 582">
                <a:extLst>
                  <a:ext uri="{FF2B5EF4-FFF2-40B4-BE49-F238E27FC236}">
                    <a16:creationId xmlns:a16="http://schemas.microsoft.com/office/drawing/2014/main" id="{F68B7A85-FE42-32BA-2AA8-0FDD6AFD9E36}"/>
                  </a:ext>
                </a:extLst>
              </p:cNvPr>
              <p:cNvSpPr/>
              <p:nvPr/>
            </p:nvSpPr>
            <p:spPr bwMode="auto">
              <a:xfrm>
                <a:off x="2920" y="2499"/>
                <a:ext cx="30" cy="58"/>
              </a:xfrm>
              <a:custGeom>
                <a:avLst/>
                <a:gdLst>
                  <a:gd name="T0" fmla="*/ 15 w 17"/>
                  <a:gd name="T1" fmla="*/ 29 h 33"/>
                  <a:gd name="T2" fmla="*/ 4 w 17"/>
                  <a:gd name="T3" fmla="*/ 2 h 33"/>
                  <a:gd name="T4" fmla="*/ 0 w 17"/>
                  <a:gd name="T5" fmla="*/ 3 h 33"/>
                  <a:gd name="T6" fmla="*/ 12 w 17"/>
                  <a:gd name="T7" fmla="*/ 31 h 33"/>
                  <a:gd name="T8" fmla="*/ 15 w 17"/>
                  <a:gd name="T9" fmla="*/ 29 h 33"/>
                </a:gdLst>
                <a:ahLst/>
                <a:cxnLst>
                  <a:cxn ang="0">
                    <a:pos x="T0" y="T1"/>
                  </a:cxn>
                  <a:cxn ang="0">
                    <a:pos x="T2" y="T3"/>
                  </a:cxn>
                  <a:cxn ang="0">
                    <a:pos x="T4" y="T5"/>
                  </a:cxn>
                  <a:cxn ang="0">
                    <a:pos x="T6" y="T7"/>
                  </a:cxn>
                  <a:cxn ang="0">
                    <a:pos x="T8" y="T9"/>
                  </a:cxn>
                </a:cxnLst>
                <a:rect l="0" t="0" r="r" b="b"/>
                <a:pathLst>
                  <a:path w="17" h="33">
                    <a:moveTo>
                      <a:pt x="15" y="29"/>
                    </a:moveTo>
                    <a:cubicBezTo>
                      <a:pt x="9" y="21"/>
                      <a:pt x="6" y="12"/>
                      <a:pt x="4" y="2"/>
                    </a:cubicBezTo>
                    <a:cubicBezTo>
                      <a:pt x="3" y="0"/>
                      <a:pt x="0" y="1"/>
                      <a:pt x="0" y="3"/>
                    </a:cubicBezTo>
                    <a:cubicBezTo>
                      <a:pt x="0" y="13"/>
                      <a:pt x="5" y="23"/>
                      <a:pt x="12" y="31"/>
                    </a:cubicBezTo>
                    <a:cubicBezTo>
                      <a:pt x="14" y="33"/>
                      <a:pt x="17" y="30"/>
                      <a:pt x="15"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6" name="Freeform 583">
                <a:extLst>
                  <a:ext uri="{FF2B5EF4-FFF2-40B4-BE49-F238E27FC236}">
                    <a16:creationId xmlns:a16="http://schemas.microsoft.com/office/drawing/2014/main" id="{D217C416-5260-BACC-ADB1-51AF421821B5}"/>
                  </a:ext>
                </a:extLst>
              </p:cNvPr>
              <p:cNvSpPr/>
              <p:nvPr/>
            </p:nvSpPr>
            <p:spPr bwMode="auto">
              <a:xfrm>
                <a:off x="2960" y="2490"/>
                <a:ext cx="27" cy="55"/>
              </a:xfrm>
              <a:custGeom>
                <a:avLst/>
                <a:gdLst>
                  <a:gd name="T0" fmla="*/ 14 w 15"/>
                  <a:gd name="T1" fmla="*/ 26 h 31"/>
                  <a:gd name="T2" fmla="*/ 3 w 15"/>
                  <a:gd name="T3" fmla="*/ 2 h 31"/>
                  <a:gd name="T4" fmla="*/ 0 w 15"/>
                  <a:gd name="T5" fmla="*/ 2 h 31"/>
                  <a:gd name="T6" fmla="*/ 11 w 15"/>
                  <a:gd name="T7" fmla="*/ 29 h 31"/>
                  <a:gd name="T8" fmla="*/ 14 w 15"/>
                  <a:gd name="T9" fmla="*/ 26 h 31"/>
                </a:gdLst>
                <a:ahLst/>
                <a:cxnLst>
                  <a:cxn ang="0">
                    <a:pos x="T0" y="T1"/>
                  </a:cxn>
                  <a:cxn ang="0">
                    <a:pos x="T2" y="T3"/>
                  </a:cxn>
                  <a:cxn ang="0">
                    <a:pos x="T4" y="T5"/>
                  </a:cxn>
                  <a:cxn ang="0">
                    <a:pos x="T6" y="T7"/>
                  </a:cxn>
                  <a:cxn ang="0">
                    <a:pos x="T8" y="T9"/>
                  </a:cxn>
                </a:cxnLst>
                <a:rect l="0" t="0" r="r" b="b"/>
                <a:pathLst>
                  <a:path w="15" h="31">
                    <a:moveTo>
                      <a:pt x="14" y="26"/>
                    </a:moveTo>
                    <a:cubicBezTo>
                      <a:pt x="8" y="19"/>
                      <a:pt x="5" y="11"/>
                      <a:pt x="3" y="2"/>
                    </a:cubicBezTo>
                    <a:cubicBezTo>
                      <a:pt x="3" y="0"/>
                      <a:pt x="0" y="0"/>
                      <a:pt x="0" y="2"/>
                    </a:cubicBezTo>
                    <a:cubicBezTo>
                      <a:pt x="0" y="12"/>
                      <a:pt x="4" y="22"/>
                      <a:pt x="11" y="29"/>
                    </a:cubicBezTo>
                    <a:cubicBezTo>
                      <a:pt x="13" y="31"/>
                      <a:pt x="15" y="28"/>
                      <a:pt x="14"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7" name="Freeform 584">
                <a:extLst>
                  <a:ext uri="{FF2B5EF4-FFF2-40B4-BE49-F238E27FC236}">
                    <a16:creationId xmlns:a16="http://schemas.microsoft.com/office/drawing/2014/main" id="{8A037FCE-011A-A5EA-9DE6-DBFB33D7D6EF}"/>
                  </a:ext>
                </a:extLst>
              </p:cNvPr>
              <p:cNvSpPr/>
              <p:nvPr/>
            </p:nvSpPr>
            <p:spPr bwMode="auto">
              <a:xfrm>
                <a:off x="2999" y="2487"/>
                <a:ext cx="24" cy="47"/>
              </a:xfrm>
              <a:custGeom>
                <a:avLst/>
                <a:gdLst>
                  <a:gd name="T0" fmla="*/ 13 w 14"/>
                  <a:gd name="T1" fmla="*/ 23 h 27"/>
                  <a:gd name="T2" fmla="*/ 4 w 14"/>
                  <a:gd name="T3" fmla="*/ 2 h 27"/>
                  <a:gd name="T4" fmla="*/ 1 w 14"/>
                  <a:gd name="T5" fmla="*/ 3 h 27"/>
                  <a:gd name="T6" fmla="*/ 10 w 14"/>
                  <a:gd name="T7" fmla="*/ 25 h 27"/>
                  <a:gd name="T8" fmla="*/ 13 w 14"/>
                  <a:gd name="T9" fmla="*/ 23 h 27"/>
                </a:gdLst>
                <a:ahLst/>
                <a:cxnLst>
                  <a:cxn ang="0">
                    <a:pos x="T0" y="T1"/>
                  </a:cxn>
                  <a:cxn ang="0">
                    <a:pos x="T2" y="T3"/>
                  </a:cxn>
                  <a:cxn ang="0">
                    <a:pos x="T4" y="T5"/>
                  </a:cxn>
                  <a:cxn ang="0">
                    <a:pos x="T6" y="T7"/>
                  </a:cxn>
                  <a:cxn ang="0">
                    <a:pos x="T8" y="T9"/>
                  </a:cxn>
                </a:cxnLst>
                <a:rect l="0" t="0" r="r" b="b"/>
                <a:pathLst>
                  <a:path w="14" h="27">
                    <a:moveTo>
                      <a:pt x="13" y="23"/>
                    </a:moveTo>
                    <a:cubicBezTo>
                      <a:pt x="8" y="16"/>
                      <a:pt x="6" y="10"/>
                      <a:pt x="4" y="2"/>
                    </a:cubicBezTo>
                    <a:cubicBezTo>
                      <a:pt x="4" y="0"/>
                      <a:pt x="1" y="1"/>
                      <a:pt x="1" y="3"/>
                    </a:cubicBezTo>
                    <a:cubicBezTo>
                      <a:pt x="0" y="11"/>
                      <a:pt x="5" y="19"/>
                      <a:pt x="10" y="25"/>
                    </a:cubicBezTo>
                    <a:cubicBezTo>
                      <a:pt x="12" y="27"/>
                      <a:pt x="14" y="25"/>
                      <a:pt x="13"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8" name="Freeform 585">
                <a:extLst>
                  <a:ext uri="{FF2B5EF4-FFF2-40B4-BE49-F238E27FC236}">
                    <a16:creationId xmlns:a16="http://schemas.microsoft.com/office/drawing/2014/main" id="{2935C5AB-C374-511A-2A25-43D314830C7A}"/>
                  </a:ext>
                </a:extLst>
              </p:cNvPr>
              <p:cNvSpPr/>
              <p:nvPr/>
            </p:nvSpPr>
            <p:spPr bwMode="auto">
              <a:xfrm>
                <a:off x="3041" y="2487"/>
                <a:ext cx="21" cy="44"/>
              </a:xfrm>
              <a:custGeom>
                <a:avLst/>
                <a:gdLst>
                  <a:gd name="T0" fmla="*/ 11 w 12"/>
                  <a:gd name="T1" fmla="*/ 21 h 25"/>
                  <a:gd name="T2" fmla="*/ 4 w 12"/>
                  <a:gd name="T3" fmla="*/ 2 h 25"/>
                  <a:gd name="T4" fmla="*/ 1 w 12"/>
                  <a:gd name="T5" fmla="*/ 2 h 25"/>
                  <a:gd name="T6" fmla="*/ 7 w 12"/>
                  <a:gd name="T7" fmla="*/ 23 h 25"/>
                  <a:gd name="T8" fmla="*/ 11 w 12"/>
                  <a:gd name="T9" fmla="*/ 21 h 25"/>
                </a:gdLst>
                <a:ahLst/>
                <a:cxnLst>
                  <a:cxn ang="0">
                    <a:pos x="T0" y="T1"/>
                  </a:cxn>
                  <a:cxn ang="0">
                    <a:pos x="T2" y="T3"/>
                  </a:cxn>
                  <a:cxn ang="0">
                    <a:pos x="T4" y="T5"/>
                  </a:cxn>
                  <a:cxn ang="0">
                    <a:pos x="T6" y="T7"/>
                  </a:cxn>
                  <a:cxn ang="0">
                    <a:pos x="T8" y="T9"/>
                  </a:cxn>
                </a:cxnLst>
                <a:rect l="0" t="0" r="r" b="b"/>
                <a:pathLst>
                  <a:path w="12" h="25">
                    <a:moveTo>
                      <a:pt x="11" y="21"/>
                    </a:moveTo>
                    <a:cubicBezTo>
                      <a:pt x="8" y="15"/>
                      <a:pt x="6" y="9"/>
                      <a:pt x="4" y="2"/>
                    </a:cubicBezTo>
                    <a:cubicBezTo>
                      <a:pt x="4" y="1"/>
                      <a:pt x="1" y="0"/>
                      <a:pt x="1" y="2"/>
                    </a:cubicBezTo>
                    <a:cubicBezTo>
                      <a:pt x="0" y="9"/>
                      <a:pt x="3" y="17"/>
                      <a:pt x="7" y="23"/>
                    </a:cubicBezTo>
                    <a:cubicBezTo>
                      <a:pt x="9" y="25"/>
                      <a:pt x="12" y="23"/>
                      <a:pt x="11"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9" name="Freeform 586">
                <a:extLst>
                  <a:ext uri="{FF2B5EF4-FFF2-40B4-BE49-F238E27FC236}">
                    <a16:creationId xmlns:a16="http://schemas.microsoft.com/office/drawing/2014/main" id="{383CE54D-DACF-CF83-68B9-E5019B870A79}"/>
                  </a:ext>
                </a:extLst>
              </p:cNvPr>
              <p:cNvSpPr/>
              <p:nvPr/>
            </p:nvSpPr>
            <p:spPr bwMode="auto">
              <a:xfrm>
                <a:off x="3076" y="2487"/>
                <a:ext cx="18" cy="35"/>
              </a:xfrm>
              <a:custGeom>
                <a:avLst/>
                <a:gdLst>
                  <a:gd name="T0" fmla="*/ 9 w 10"/>
                  <a:gd name="T1" fmla="*/ 16 h 20"/>
                  <a:gd name="T2" fmla="*/ 5 w 10"/>
                  <a:gd name="T3" fmla="*/ 3 h 20"/>
                  <a:gd name="T4" fmla="*/ 1 w 10"/>
                  <a:gd name="T5" fmla="*/ 2 h 20"/>
                  <a:gd name="T6" fmla="*/ 6 w 10"/>
                  <a:gd name="T7" fmla="*/ 18 h 20"/>
                  <a:gd name="T8" fmla="*/ 9 w 10"/>
                  <a:gd name="T9" fmla="*/ 16 h 20"/>
                </a:gdLst>
                <a:ahLst/>
                <a:cxnLst>
                  <a:cxn ang="0">
                    <a:pos x="T0" y="T1"/>
                  </a:cxn>
                  <a:cxn ang="0">
                    <a:pos x="T2" y="T3"/>
                  </a:cxn>
                  <a:cxn ang="0">
                    <a:pos x="T4" y="T5"/>
                  </a:cxn>
                  <a:cxn ang="0">
                    <a:pos x="T6" y="T7"/>
                  </a:cxn>
                  <a:cxn ang="0">
                    <a:pos x="T8" y="T9"/>
                  </a:cxn>
                </a:cxnLst>
                <a:rect l="0" t="0" r="r" b="b"/>
                <a:pathLst>
                  <a:path w="10" h="20">
                    <a:moveTo>
                      <a:pt x="9" y="16"/>
                    </a:moveTo>
                    <a:cubicBezTo>
                      <a:pt x="6" y="12"/>
                      <a:pt x="5" y="7"/>
                      <a:pt x="5" y="3"/>
                    </a:cubicBezTo>
                    <a:cubicBezTo>
                      <a:pt x="4" y="1"/>
                      <a:pt x="2" y="0"/>
                      <a:pt x="1" y="2"/>
                    </a:cubicBezTo>
                    <a:cubicBezTo>
                      <a:pt x="0" y="8"/>
                      <a:pt x="2" y="14"/>
                      <a:pt x="6" y="18"/>
                    </a:cubicBezTo>
                    <a:cubicBezTo>
                      <a:pt x="7" y="20"/>
                      <a:pt x="10" y="18"/>
                      <a:pt x="9"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0" name="Freeform 587">
                <a:extLst>
                  <a:ext uri="{FF2B5EF4-FFF2-40B4-BE49-F238E27FC236}">
                    <a16:creationId xmlns:a16="http://schemas.microsoft.com/office/drawing/2014/main" id="{A2B2027A-7CB2-E7F9-15AC-76605CEDB1F9}"/>
                  </a:ext>
                </a:extLst>
              </p:cNvPr>
              <p:cNvSpPr/>
              <p:nvPr/>
            </p:nvSpPr>
            <p:spPr bwMode="auto">
              <a:xfrm>
                <a:off x="2702" y="2935"/>
                <a:ext cx="56" cy="49"/>
              </a:xfrm>
              <a:custGeom>
                <a:avLst/>
                <a:gdLst>
                  <a:gd name="T0" fmla="*/ 1 w 32"/>
                  <a:gd name="T1" fmla="*/ 2 h 28"/>
                  <a:gd name="T2" fmla="*/ 30 w 32"/>
                  <a:gd name="T3" fmla="*/ 28 h 28"/>
                  <a:gd name="T4" fmla="*/ 30 w 32"/>
                  <a:gd name="T5" fmla="*/ 25 h 28"/>
                  <a:gd name="T6" fmla="*/ 4 w 32"/>
                  <a:gd name="T7" fmla="*/ 2 h 28"/>
                  <a:gd name="T8" fmla="*/ 1 w 32"/>
                  <a:gd name="T9" fmla="*/ 2 h 28"/>
                </a:gdLst>
                <a:ahLst/>
                <a:cxnLst>
                  <a:cxn ang="0">
                    <a:pos x="T0" y="T1"/>
                  </a:cxn>
                  <a:cxn ang="0">
                    <a:pos x="T2" y="T3"/>
                  </a:cxn>
                  <a:cxn ang="0">
                    <a:pos x="T4" y="T5"/>
                  </a:cxn>
                  <a:cxn ang="0">
                    <a:pos x="T6" y="T7"/>
                  </a:cxn>
                  <a:cxn ang="0">
                    <a:pos x="T8" y="T9"/>
                  </a:cxn>
                </a:cxnLst>
                <a:rect l="0" t="0" r="r" b="b"/>
                <a:pathLst>
                  <a:path w="32" h="28">
                    <a:moveTo>
                      <a:pt x="1" y="2"/>
                    </a:moveTo>
                    <a:cubicBezTo>
                      <a:pt x="3" y="16"/>
                      <a:pt x="16" y="28"/>
                      <a:pt x="30" y="28"/>
                    </a:cubicBezTo>
                    <a:cubicBezTo>
                      <a:pt x="31" y="28"/>
                      <a:pt x="32" y="25"/>
                      <a:pt x="30" y="25"/>
                    </a:cubicBezTo>
                    <a:cubicBezTo>
                      <a:pt x="17" y="22"/>
                      <a:pt x="8" y="14"/>
                      <a:pt x="4" y="2"/>
                    </a:cubicBezTo>
                    <a:cubicBezTo>
                      <a:pt x="3" y="0"/>
                      <a:pt x="0" y="0"/>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1" name="Freeform 588">
                <a:extLst>
                  <a:ext uri="{FF2B5EF4-FFF2-40B4-BE49-F238E27FC236}">
                    <a16:creationId xmlns:a16="http://schemas.microsoft.com/office/drawing/2014/main" id="{570CAB22-3D7D-FA6D-3438-321DDF8D05AB}"/>
                  </a:ext>
                </a:extLst>
              </p:cNvPr>
              <p:cNvSpPr/>
              <p:nvPr/>
            </p:nvSpPr>
            <p:spPr bwMode="auto">
              <a:xfrm>
                <a:off x="2948" y="2814"/>
                <a:ext cx="77" cy="121"/>
              </a:xfrm>
              <a:custGeom>
                <a:avLst/>
                <a:gdLst>
                  <a:gd name="T0" fmla="*/ 0 w 44"/>
                  <a:gd name="T1" fmla="*/ 3 h 69"/>
                  <a:gd name="T2" fmla="*/ 41 w 44"/>
                  <a:gd name="T3" fmla="*/ 68 h 69"/>
                  <a:gd name="T4" fmla="*/ 43 w 44"/>
                  <a:gd name="T5" fmla="*/ 65 h 69"/>
                  <a:gd name="T6" fmla="*/ 3 w 44"/>
                  <a:gd name="T7" fmla="*/ 2 h 69"/>
                  <a:gd name="T8" fmla="*/ 0 w 44"/>
                  <a:gd name="T9" fmla="*/ 3 h 69"/>
                </a:gdLst>
                <a:ahLst/>
                <a:cxnLst>
                  <a:cxn ang="0">
                    <a:pos x="T0" y="T1"/>
                  </a:cxn>
                  <a:cxn ang="0">
                    <a:pos x="T2" y="T3"/>
                  </a:cxn>
                  <a:cxn ang="0">
                    <a:pos x="T4" y="T5"/>
                  </a:cxn>
                  <a:cxn ang="0">
                    <a:pos x="T6" y="T7"/>
                  </a:cxn>
                  <a:cxn ang="0">
                    <a:pos x="T8" y="T9"/>
                  </a:cxn>
                </a:cxnLst>
                <a:rect l="0" t="0" r="r" b="b"/>
                <a:pathLst>
                  <a:path w="44" h="69">
                    <a:moveTo>
                      <a:pt x="0" y="3"/>
                    </a:moveTo>
                    <a:cubicBezTo>
                      <a:pt x="4" y="29"/>
                      <a:pt x="19" y="54"/>
                      <a:pt x="41" y="68"/>
                    </a:cubicBezTo>
                    <a:cubicBezTo>
                      <a:pt x="43" y="69"/>
                      <a:pt x="44" y="67"/>
                      <a:pt x="43" y="65"/>
                    </a:cubicBezTo>
                    <a:cubicBezTo>
                      <a:pt x="23" y="47"/>
                      <a:pt x="11" y="28"/>
                      <a:pt x="3" y="2"/>
                    </a:cubicBezTo>
                    <a:cubicBezTo>
                      <a:pt x="3" y="0"/>
                      <a:pt x="0" y="1"/>
                      <a:pt x="0"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2" name="Freeform 589">
                <a:extLst>
                  <a:ext uri="{FF2B5EF4-FFF2-40B4-BE49-F238E27FC236}">
                    <a16:creationId xmlns:a16="http://schemas.microsoft.com/office/drawing/2014/main" id="{DCD8E2DA-1248-D000-41A7-14868D14D894}"/>
                  </a:ext>
                </a:extLst>
              </p:cNvPr>
              <p:cNvSpPr/>
              <p:nvPr/>
            </p:nvSpPr>
            <p:spPr bwMode="auto">
              <a:xfrm>
                <a:off x="3333" y="2896"/>
                <a:ext cx="39" cy="111"/>
              </a:xfrm>
              <a:custGeom>
                <a:avLst/>
                <a:gdLst>
                  <a:gd name="T0" fmla="*/ 1 w 22"/>
                  <a:gd name="T1" fmla="*/ 3 h 63"/>
                  <a:gd name="T2" fmla="*/ 18 w 22"/>
                  <a:gd name="T3" fmla="*/ 61 h 63"/>
                  <a:gd name="T4" fmla="*/ 21 w 22"/>
                  <a:gd name="T5" fmla="*/ 61 h 63"/>
                  <a:gd name="T6" fmla="*/ 4 w 22"/>
                  <a:gd name="T7" fmla="*/ 2 h 63"/>
                  <a:gd name="T8" fmla="*/ 1 w 22"/>
                  <a:gd name="T9" fmla="*/ 3 h 63"/>
                </a:gdLst>
                <a:ahLst/>
                <a:cxnLst>
                  <a:cxn ang="0">
                    <a:pos x="T0" y="T1"/>
                  </a:cxn>
                  <a:cxn ang="0">
                    <a:pos x="T2" y="T3"/>
                  </a:cxn>
                  <a:cxn ang="0">
                    <a:pos x="T4" y="T5"/>
                  </a:cxn>
                  <a:cxn ang="0">
                    <a:pos x="T6" y="T7"/>
                  </a:cxn>
                  <a:cxn ang="0">
                    <a:pos x="T8" y="T9"/>
                  </a:cxn>
                </a:cxnLst>
                <a:rect l="0" t="0" r="r" b="b"/>
                <a:pathLst>
                  <a:path w="22" h="63">
                    <a:moveTo>
                      <a:pt x="1" y="3"/>
                    </a:moveTo>
                    <a:cubicBezTo>
                      <a:pt x="8" y="23"/>
                      <a:pt x="13" y="41"/>
                      <a:pt x="18" y="61"/>
                    </a:cubicBezTo>
                    <a:cubicBezTo>
                      <a:pt x="19" y="63"/>
                      <a:pt x="21" y="63"/>
                      <a:pt x="21" y="61"/>
                    </a:cubicBezTo>
                    <a:cubicBezTo>
                      <a:pt x="22" y="41"/>
                      <a:pt x="14" y="19"/>
                      <a:pt x="4" y="2"/>
                    </a:cubicBezTo>
                    <a:cubicBezTo>
                      <a:pt x="3" y="0"/>
                      <a:pt x="0" y="2"/>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3" name="Freeform 590">
                <a:extLst>
                  <a:ext uri="{FF2B5EF4-FFF2-40B4-BE49-F238E27FC236}">
                    <a16:creationId xmlns:a16="http://schemas.microsoft.com/office/drawing/2014/main" id="{AB233214-C9CE-DC76-0F1D-4CF54A2CE265}"/>
                  </a:ext>
                </a:extLst>
              </p:cNvPr>
              <p:cNvSpPr/>
              <p:nvPr/>
            </p:nvSpPr>
            <p:spPr bwMode="auto">
              <a:xfrm>
                <a:off x="3314" y="2939"/>
                <a:ext cx="19" cy="70"/>
              </a:xfrm>
              <a:custGeom>
                <a:avLst/>
                <a:gdLst>
                  <a:gd name="T0" fmla="*/ 0 w 11"/>
                  <a:gd name="T1" fmla="*/ 4 h 40"/>
                  <a:gd name="T2" fmla="*/ 8 w 11"/>
                  <a:gd name="T3" fmla="*/ 39 h 40"/>
                  <a:gd name="T4" fmla="*/ 11 w 11"/>
                  <a:gd name="T5" fmla="*/ 38 h 40"/>
                  <a:gd name="T6" fmla="*/ 4 w 11"/>
                  <a:gd name="T7" fmla="*/ 3 h 40"/>
                  <a:gd name="T8" fmla="*/ 0 w 11"/>
                  <a:gd name="T9" fmla="*/ 4 h 40"/>
                </a:gdLst>
                <a:ahLst/>
                <a:cxnLst>
                  <a:cxn ang="0">
                    <a:pos x="T0" y="T1"/>
                  </a:cxn>
                  <a:cxn ang="0">
                    <a:pos x="T2" y="T3"/>
                  </a:cxn>
                  <a:cxn ang="0">
                    <a:pos x="T4" y="T5"/>
                  </a:cxn>
                  <a:cxn ang="0">
                    <a:pos x="T6" y="T7"/>
                  </a:cxn>
                  <a:cxn ang="0">
                    <a:pos x="T8" y="T9"/>
                  </a:cxn>
                </a:cxnLst>
                <a:rect l="0" t="0" r="r" b="b"/>
                <a:pathLst>
                  <a:path w="11" h="40">
                    <a:moveTo>
                      <a:pt x="0" y="4"/>
                    </a:moveTo>
                    <a:cubicBezTo>
                      <a:pt x="3" y="15"/>
                      <a:pt x="5" y="27"/>
                      <a:pt x="8" y="39"/>
                    </a:cubicBezTo>
                    <a:cubicBezTo>
                      <a:pt x="8" y="40"/>
                      <a:pt x="11" y="40"/>
                      <a:pt x="11" y="38"/>
                    </a:cubicBezTo>
                    <a:cubicBezTo>
                      <a:pt x="11" y="26"/>
                      <a:pt x="8" y="14"/>
                      <a:pt x="4" y="3"/>
                    </a:cubicBezTo>
                    <a:cubicBezTo>
                      <a:pt x="3" y="0"/>
                      <a:pt x="0" y="1"/>
                      <a:pt x="0"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4" name="Freeform 591">
                <a:extLst>
                  <a:ext uri="{FF2B5EF4-FFF2-40B4-BE49-F238E27FC236}">
                    <a16:creationId xmlns:a16="http://schemas.microsoft.com/office/drawing/2014/main" id="{F6071BA5-A6B5-B647-3A83-7BD3855C3EC4}"/>
                  </a:ext>
                </a:extLst>
              </p:cNvPr>
              <p:cNvSpPr/>
              <p:nvPr/>
            </p:nvSpPr>
            <p:spPr bwMode="auto">
              <a:xfrm>
                <a:off x="3284" y="2986"/>
                <a:ext cx="12" cy="49"/>
              </a:xfrm>
              <a:custGeom>
                <a:avLst/>
                <a:gdLst>
                  <a:gd name="T0" fmla="*/ 1 w 7"/>
                  <a:gd name="T1" fmla="*/ 3 h 28"/>
                  <a:gd name="T2" fmla="*/ 4 w 7"/>
                  <a:gd name="T3" fmla="*/ 26 h 28"/>
                  <a:gd name="T4" fmla="*/ 7 w 7"/>
                  <a:gd name="T5" fmla="*/ 26 h 28"/>
                  <a:gd name="T6" fmla="*/ 4 w 7"/>
                  <a:gd name="T7" fmla="*/ 2 h 28"/>
                  <a:gd name="T8" fmla="*/ 1 w 7"/>
                  <a:gd name="T9" fmla="*/ 3 h 28"/>
                </a:gdLst>
                <a:ahLst/>
                <a:cxnLst>
                  <a:cxn ang="0">
                    <a:pos x="T0" y="T1"/>
                  </a:cxn>
                  <a:cxn ang="0">
                    <a:pos x="T2" y="T3"/>
                  </a:cxn>
                  <a:cxn ang="0">
                    <a:pos x="T4" y="T5"/>
                  </a:cxn>
                  <a:cxn ang="0">
                    <a:pos x="T6" y="T7"/>
                  </a:cxn>
                  <a:cxn ang="0">
                    <a:pos x="T8" y="T9"/>
                  </a:cxn>
                </a:cxnLst>
                <a:rect l="0" t="0" r="r" b="b"/>
                <a:pathLst>
                  <a:path w="7" h="28">
                    <a:moveTo>
                      <a:pt x="1" y="3"/>
                    </a:moveTo>
                    <a:cubicBezTo>
                      <a:pt x="2" y="10"/>
                      <a:pt x="2" y="19"/>
                      <a:pt x="4" y="26"/>
                    </a:cubicBezTo>
                    <a:cubicBezTo>
                      <a:pt x="5" y="28"/>
                      <a:pt x="7" y="27"/>
                      <a:pt x="7" y="26"/>
                    </a:cubicBezTo>
                    <a:cubicBezTo>
                      <a:pt x="7" y="18"/>
                      <a:pt x="6" y="10"/>
                      <a:pt x="4" y="2"/>
                    </a:cubicBezTo>
                    <a:cubicBezTo>
                      <a:pt x="4" y="0"/>
                      <a:pt x="0" y="1"/>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5" name="Freeform 592">
                <a:extLst>
                  <a:ext uri="{FF2B5EF4-FFF2-40B4-BE49-F238E27FC236}">
                    <a16:creationId xmlns:a16="http://schemas.microsoft.com/office/drawing/2014/main" id="{3C3CA02A-4BEA-567E-7B05-E6F04CA1980A}"/>
                  </a:ext>
                </a:extLst>
              </p:cNvPr>
              <p:cNvSpPr/>
              <p:nvPr/>
            </p:nvSpPr>
            <p:spPr bwMode="auto">
              <a:xfrm>
                <a:off x="3254" y="3016"/>
                <a:ext cx="10" cy="39"/>
              </a:xfrm>
              <a:custGeom>
                <a:avLst/>
                <a:gdLst>
                  <a:gd name="T0" fmla="*/ 0 w 6"/>
                  <a:gd name="T1" fmla="*/ 3 h 22"/>
                  <a:gd name="T2" fmla="*/ 3 w 6"/>
                  <a:gd name="T3" fmla="*/ 20 h 22"/>
                  <a:gd name="T4" fmla="*/ 6 w 6"/>
                  <a:gd name="T5" fmla="*/ 20 h 22"/>
                  <a:gd name="T6" fmla="*/ 3 w 6"/>
                  <a:gd name="T7" fmla="*/ 2 h 22"/>
                  <a:gd name="T8" fmla="*/ 0 w 6"/>
                  <a:gd name="T9" fmla="*/ 3 h 22"/>
                </a:gdLst>
                <a:ahLst/>
                <a:cxnLst>
                  <a:cxn ang="0">
                    <a:pos x="T0" y="T1"/>
                  </a:cxn>
                  <a:cxn ang="0">
                    <a:pos x="T2" y="T3"/>
                  </a:cxn>
                  <a:cxn ang="0">
                    <a:pos x="T4" y="T5"/>
                  </a:cxn>
                  <a:cxn ang="0">
                    <a:pos x="T6" y="T7"/>
                  </a:cxn>
                  <a:cxn ang="0">
                    <a:pos x="T8" y="T9"/>
                  </a:cxn>
                </a:cxnLst>
                <a:rect l="0" t="0" r="r" b="b"/>
                <a:pathLst>
                  <a:path w="6" h="22">
                    <a:moveTo>
                      <a:pt x="0" y="3"/>
                    </a:moveTo>
                    <a:cubicBezTo>
                      <a:pt x="1" y="9"/>
                      <a:pt x="1" y="15"/>
                      <a:pt x="3" y="20"/>
                    </a:cubicBezTo>
                    <a:cubicBezTo>
                      <a:pt x="4" y="22"/>
                      <a:pt x="6" y="22"/>
                      <a:pt x="6" y="20"/>
                    </a:cubicBezTo>
                    <a:cubicBezTo>
                      <a:pt x="6" y="14"/>
                      <a:pt x="4" y="8"/>
                      <a:pt x="3" y="2"/>
                    </a:cubicBezTo>
                    <a:cubicBezTo>
                      <a:pt x="3" y="0"/>
                      <a:pt x="0" y="1"/>
                      <a:pt x="0"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6" name="Freeform 593">
                <a:extLst>
                  <a:ext uri="{FF2B5EF4-FFF2-40B4-BE49-F238E27FC236}">
                    <a16:creationId xmlns:a16="http://schemas.microsoft.com/office/drawing/2014/main" id="{062F8F82-745E-4F55-8893-98F7631C6B4E}"/>
                  </a:ext>
                </a:extLst>
              </p:cNvPr>
              <p:cNvSpPr/>
              <p:nvPr/>
            </p:nvSpPr>
            <p:spPr bwMode="auto">
              <a:xfrm>
                <a:off x="3210" y="3041"/>
                <a:ext cx="12" cy="31"/>
              </a:xfrm>
              <a:custGeom>
                <a:avLst/>
                <a:gdLst>
                  <a:gd name="T0" fmla="*/ 1 w 7"/>
                  <a:gd name="T1" fmla="*/ 4 h 18"/>
                  <a:gd name="T2" fmla="*/ 4 w 7"/>
                  <a:gd name="T3" fmla="*/ 17 h 18"/>
                  <a:gd name="T4" fmla="*/ 7 w 7"/>
                  <a:gd name="T5" fmla="*/ 16 h 18"/>
                  <a:gd name="T6" fmla="*/ 4 w 7"/>
                  <a:gd name="T7" fmla="*/ 3 h 18"/>
                  <a:gd name="T8" fmla="*/ 1 w 7"/>
                  <a:gd name="T9" fmla="*/ 4 h 18"/>
                </a:gdLst>
                <a:ahLst/>
                <a:cxnLst>
                  <a:cxn ang="0">
                    <a:pos x="T0" y="T1"/>
                  </a:cxn>
                  <a:cxn ang="0">
                    <a:pos x="T2" y="T3"/>
                  </a:cxn>
                  <a:cxn ang="0">
                    <a:pos x="T4" y="T5"/>
                  </a:cxn>
                  <a:cxn ang="0">
                    <a:pos x="T6" y="T7"/>
                  </a:cxn>
                  <a:cxn ang="0">
                    <a:pos x="T8" y="T9"/>
                  </a:cxn>
                </a:cxnLst>
                <a:rect l="0" t="0" r="r" b="b"/>
                <a:pathLst>
                  <a:path w="7" h="18">
                    <a:moveTo>
                      <a:pt x="1" y="4"/>
                    </a:moveTo>
                    <a:cubicBezTo>
                      <a:pt x="2" y="8"/>
                      <a:pt x="2" y="13"/>
                      <a:pt x="4" y="17"/>
                    </a:cubicBezTo>
                    <a:cubicBezTo>
                      <a:pt x="5" y="18"/>
                      <a:pt x="7" y="17"/>
                      <a:pt x="7" y="16"/>
                    </a:cubicBezTo>
                    <a:cubicBezTo>
                      <a:pt x="7" y="11"/>
                      <a:pt x="5" y="7"/>
                      <a:pt x="4" y="3"/>
                    </a:cubicBezTo>
                    <a:cubicBezTo>
                      <a:pt x="3" y="0"/>
                      <a:pt x="0" y="1"/>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7" name="Freeform 594">
                <a:extLst>
                  <a:ext uri="{FF2B5EF4-FFF2-40B4-BE49-F238E27FC236}">
                    <a16:creationId xmlns:a16="http://schemas.microsoft.com/office/drawing/2014/main" id="{C3C3392B-A39B-3662-F239-758A23E15694}"/>
                  </a:ext>
                </a:extLst>
              </p:cNvPr>
              <p:cNvSpPr/>
              <p:nvPr/>
            </p:nvSpPr>
            <p:spPr bwMode="auto">
              <a:xfrm>
                <a:off x="3155" y="3065"/>
                <a:ext cx="9" cy="35"/>
              </a:xfrm>
              <a:custGeom>
                <a:avLst/>
                <a:gdLst>
                  <a:gd name="T0" fmla="*/ 0 w 5"/>
                  <a:gd name="T1" fmla="*/ 2 h 20"/>
                  <a:gd name="T2" fmla="*/ 2 w 5"/>
                  <a:gd name="T3" fmla="*/ 18 h 20"/>
                  <a:gd name="T4" fmla="*/ 5 w 5"/>
                  <a:gd name="T5" fmla="*/ 18 h 20"/>
                  <a:gd name="T6" fmla="*/ 4 w 5"/>
                  <a:gd name="T7" fmla="*/ 2 h 20"/>
                  <a:gd name="T8" fmla="*/ 0 w 5"/>
                  <a:gd name="T9" fmla="*/ 2 h 20"/>
                </a:gdLst>
                <a:ahLst/>
                <a:cxnLst>
                  <a:cxn ang="0">
                    <a:pos x="T0" y="T1"/>
                  </a:cxn>
                  <a:cxn ang="0">
                    <a:pos x="T2" y="T3"/>
                  </a:cxn>
                  <a:cxn ang="0">
                    <a:pos x="T4" y="T5"/>
                  </a:cxn>
                  <a:cxn ang="0">
                    <a:pos x="T6" y="T7"/>
                  </a:cxn>
                  <a:cxn ang="0">
                    <a:pos x="T8" y="T9"/>
                  </a:cxn>
                </a:cxnLst>
                <a:rect l="0" t="0" r="r" b="b"/>
                <a:pathLst>
                  <a:path w="5" h="20">
                    <a:moveTo>
                      <a:pt x="0" y="2"/>
                    </a:moveTo>
                    <a:cubicBezTo>
                      <a:pt x="1" y="7"/>
                      <a:pt x="1" y="13"/>
                      <a:pt x="2" y="18"/>
                    </a:cubicBezTo>
                    <a:cubicBezTo>
                      <a:pt x="3" y="20"/>
                      <a:pt x="5" y="19"/>
                      <a:pt x="5" y="18"/>
                    </a:cubicBezTo>
                    <a:cubicBezTo>
                      <a:pt x="5" y="12"/>
                      <a:pt x="5" y="7"/>
                      <a:pt x="4" y="2"/>
                    </a:cubicBezTo>
                    <a:cubicBezTo>
                      <a:pt x="4" y="0"/>
                      <a:pt x="0" y="0"/>
                      <a:pt x="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8" name="Freeform 595">
                <a:extLst>
                  <a:ext uri="{FF2B5EF4-FFF2-40B4-BE49-F238E27FC236}">
                    <a16:creationId xmlns:a16="http://schemas.microsoft.com/office/drawing/2014/main" id="{2B24ED91-1E23-6042-C690-8A598B1C9461}"/>
                  </a:ext>
                </a:extLst>
              </p:cNvPr>
              <p:cNvSpPr/>
              <p:nvPr/>
            </p:nvSpPr>
            <p:spPr bwMode="auto">
              <a:xfrm>
                <a:off x="3097" y="3072"/>
                <a:ext cx="13" cy="30"/>
              </a:xfrm>
              <a:custGeom>
                <a:avLst/>
                <a:gdLst>
                  <a:gd name="T0" fmla="*/ 0 w 7"/>
                  <a:gd name="T1" fmla="*/ 2 h 17"/>
                  <a:gd name="T2" fmla="*/ 4 w 7"/>
                  <a:gd name="T3" fmla="*/ 16 h 17"/>
                  <a:gd name="T4" fmla="*/ 7 w 7"/>
                  <a:gd name="T5" fmla="*/ 15 h 17"/>
                  <a:gd name="T6" fmla="*/ 4 w 7"/>
                  <a:gd name="T7" fmla="*/ 2 h 17"/>
                  <a:gd name="T8" fmla="*/ 0 w 7"/>
                  <a:gd name="T9" fmla="*/ 2 h 17"/>
                </a:gdLst>
                <a:ahLst/>
                <a:cxnLst>
                  <a:cxn ang="0">
                    <a:pos x="T0" y="T1"/>
                  </a:cxn>
                  <a:cxn ang="0">
                    <a:pos x="T2" y="T3"/>
                  </a:cxn>
                  <a:cxn ang="0">
                    <a:pos x="T4" y="T5"/>
                  </a:cxn>
                  <a:cxn ang="0">
                    <a:pos x="T6" y="T7"/>
                  </a:cxn>
                  <a:cxn ang="0">
                    <a:pos x="T8" y="T9"/>
                  </a:cxn>
                </a:cxnLst>
                <a:rect l="0" t="0" r="r" b="b"/>
                <a:pathLst>
                  <a:path w="7" h="17">
                    <a:moveTo>
                      <a:pt x="0" y="2"/>
                    </a:moveTo>
                    <a:cubicBezTo>
                      <a:pt x="0" y="7"/>
                      <a:pt x="1" y="12"/>
                      <a:pt x="4" y="16"/>
                    </a:cubicBezTo>
                    <a:cubicBezTo>
                      <a:pt x="5" y="17"/>
                      <a:pt x="7" y="16"/>
                      <a:pt x="7" y="15"/>
                    </a:cubicBezTo>
                    <a:cubicBezTo>
                      <a:pt x="5" y="10"/>
                      <a:pt x="4" y="7"/>
                      <a:pt x="4" y="2"/>
                    </a:cubicBezTo>
                    <a:cubicBezTo>
                      <a:pt x="4" y="0"/>
                      <a:pt x="0" y="0"/>
                      <a:pt x="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9" name="Freeform 596">
                <a:extLst>
                  <a:ext uri="{FF2B5EF4-FFF2-40B4-BE49-F238E27FC236}">
                    <a16:creationId xmlns:a16="http://schemas.microsoft.com/office/drawing/2014/main" id="{C7AD9862-0D5D-0AF5-24D3-A85AA02D716C}"/>
                  </a:ext>
                </a:extLst>
              </p:cNvPr>
              <p:cNvSpPr/>
              <p:nvPr/>
            </p:nvSpPr>
            <p:spPr bwMode="auto">
              <a:xfrm>
                <a:off x="3386" y="2912"/>
                <a:ext cx="31" cy="67"/>
              </a:xfrm>
              <a:custGeom>
                <a:avLst/>
                <a:gdLst>
                  <a:gd name="T0" fmla="*/ 0 w 18"/>
                  <a:gd name="T1" fmla="*/ 3 h 38"/>
                  <a:gd name="T2" fmla="*/ 14 w 18"/>
                  <a:gd name="T3" fmla="*/ 36 h 38"/>
                  <a:gd name="T4" fmla="*/ 17 w 18"/>
                  <a:gd name="T5" fmla="*/ 35 h 38"/>
                  <a:gd name="T6" fmla="*/ 3 w 18"/>
                  <a:gd name="T7" fmla="*/ 2 h 38"/>
                  <a:gd name="T8" fmla="*/ 0 w 18"/>
                  <a:gd name="T9" fmla="*/ 3 h 38"/>
                </a:gdLst>
                <a:ahLst/>
                <a:cxnLst>
                  <a:cxn ang="0">
                    <a:pos x="T0" y="T1"/>
                  </a:cxn>
                  <a:cxn ang="0">
                    <a:pos x="T2" y="T3"/>
                  </a:cxn>
                  <a:cxn ang="0">
                    <a:pos x="T4" y="T5"/>
                  </a:cxn>
                  <a:cxn ang="0">
                    <a:pos x="T6" y="T7"/>
                  </a:cxn>
                  <a:cxn ang="0">
                    <a:pos x="T8" y="T9"/>
                  </a:cxn>
                </a:cxnLst>
                <a:rect l="0" t="0" r="r" b="b"/>
                <a:pathLst>
                  <a:path w="18" h="38">
                    <a:moveTo>
                      <a:pt x="0" y="3"/>
                    </a:moveTo>
                    <a:cubicBezTo>
                      <a:pt x="2" y="14"/>
                      <a:pt x="7" y="27"/>
                      <a:pt x="14" y="36"/>
                    </a:cubicBezTo>
                    <a:cubicBezTo>
                      <a:pt x="15" y="38"/>
                      <a:pt x="18" y="36"/>
                      <a:pt x="17" y="35"/>
                    </a:cubicBezTo>
                    <a:cubicBezTo>
                      <a:pt x="13" y="24"/>
                      <a:pt x="8" y="13"/>
                      <a:pt x="3" y="2"/>
                    </a:cubicBezTo>
                    <a:cubicBezTo>
                      <a:pt x="3" y="0"/>
                      <a:pt x="0" y="0"/>
                      <a:pt x="0"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0" name="Freeform 597">
                <a:extLst>
                  <a:ext uri="{FF2B5EF4-FFF2-40B4-BE49-F238E27FC236}">
                    <a16:creationId xmlns:a16="http://schemas.microsoft.com/office/drawing/2014/main" id="{8D48E8EC-6CD2-7077-BEF9-050332582363}"/>
                  </a:ext>
                </a:extLst>
              </p:cNvPr>
              <p:cNvSpPr/>
              <p:nvPr/>
            </p:nvSpPr>
            <p:spPr bwMode="auto">
              <a:xfrm>
                <a:off x="3435" y="2918"/>
                <a:ext cx="14" cy="42"/>
              </a:xfrm>
              <a:custGeom>
                <a:avLst/>
                <a:gdLst>
                  <a:gd name="T0" fmla="*/ 0 w 8"/>
                  <a:gd name="T1" fmla="*/ 2 h 24"/>
                  <a:gd name="T2" fmla="*/ 5 w 8"/>
                  <a:gd name="T3" fmla="*/ 22 h 24"/>
                  <a:gd name="T4" fmla="*/ 8 w 8"/>
                  <a:gd name="T5" fmla="*/ 22 h 24"/>
                  <a:gd name="T6" fmla="*/ 4 w 8"/>
                  <a:gd name="T7" fmla="*/ 2 h 24"/>
                  <a:gd name="T8" fmla="*/ 0 w 8"/>
                  <a:gd name="T9" fmla="*/ 2 h 24"/>
                </a:gdLst>
                <a:ahLst/>
                <a:cxnLst>
                  <a:cxn ang="0">
                    <a:pos x="T0" y="T1"/>
                  </a:cxn>
                  <a:cxn ang="0">
                    <a:pos x="T2" y="T3"/>
                  </a:cxn>
                  <a:cxn ang="0">
                    <a:pos x="T4" y="T5"/>
                  </a:cxn>
                  <a:cxn ang="0">
                    <a:pos x="T6" y="T7"/>
                  </a:cxn>
                  <a:cxn ang="0">
                    <a:pos x="T8" y="T9"/>
                  </a:cxn>
                </a:cxnLst>
                <a:rect l="0" t="0" r="r" b="b"/>
                <a:pathLst>
                  <a:path w="8" h="24">
                    <a:moveTo>
                      <a:pt x="0" y="2"/>
                    </a:moveTo>
                    <a:cubicBezTo>
                      <a:pt x="1" y="9"/>
                      <a:pt x="2" y="16"/>
                      <a:pt x="5" y="22"/>
                    </a:cubicBezTo>
                    <a:cubicBezTo>
                      <a:pt x="5" y="24"/>
                      <a:pt x="8" y="24"/>
                      <a:pt x="8" y="22"/>
                    </a:cubicBezTo>
                    <a:cubicBezTo>
                      <a:pt x="7" y="15"/>
                      <a:pt x="6" y="8"/>
                      <a:pt x="4" y="2"/>
                    </a:cubicBezTo>
                    <a:cubicBezTo>
                      <a:pt x="3" y="0"/>
                      <a:pt x="0" y="0"/>
                      <a:pt x="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1" name="Freeform 598">
                <a:extLst>
                  <a:ext uri="{FF2B5EF4-FFF2-40B4-BE49-F238E27FC236}">
                    <a16:creationId xmlns:a16="http://schemas.microsoft.com/office/drawing/2014/main" id="{3685D184-130F-09A0-8319-231EFCC2CD07}"/>
                  </a:ext>
                </a:extLst>
              </p:cNvPr>
              <p:cNvSpPr/>
              <p:nvPr/>
            </p:nvSpPr>
            <p:spPr bwMode="auto">
              <a:xfrm>
                <a:off x="3474" y="2911"/>
                <a:ext cx="12" cy="31"/>
              </a:xfrm>
              <a:custGeom>
                <a:avLst/>
                <a:gdLst>
                  <a:gd name="T0" fmla="*/ 1 w 7"/>
                  <a:gd name="T1" fmla="*/ 4 h 18"/>
                  <a:gd name="T2" fmla="*/ 4 w 7"/>
                  <a:gd name="T3" fmla="*/ 17 h 18"/>
                  <a:gd name="T4" fmla="*/ 7 w 7"/>
                  <a:gd name="T5" fmla="*/ 16 h 18"/>
                  <a:gd name="T6" fmla="*/ 4 w 7"/>
                  <a:gd name="T7" fmla="*/ 3 h 18"/>
                  <a:gd name="T8" fmla="*/ 1 w 7"/>
                  <a:gd name="T9" fmla="*/ 4 h 18"/>
                </a:gdLst>
                <a:ahLst/>
                <a:cxnLst>
                  <a:cxn ang="0">
                    <a:pos x="T0" y="T1"/>
                  </a:cxn>
                  <a:cxn ang="0">
                    <a:pos x="T2" y="T3"/>
                  </a:cxn>
                  <a:cxn ang="0">
                    <a:pos x="T4" y="T5"/>
                  </a:cxn>
                  <a:cxn ang="0">
                    <a:pos x="T6" y="T7"/>
                  </a:cxn>
                  <a:cxn ang="0">
                    <a:pos x="T8" y="T9"/>
                  </a:cxn>
                </a:cxnLst>
                <a:rect l="0" t="0" r="r" b="b"/>
                <a:pathLst>
                  <a:path w="7" h="18">
                    <a:moveTo>
                      <a:pt x="1" y="4"/>
                    </a:moveTo>
                    <a:cubicBezTo>
                      <a:pt x="1" y="8"/>
                      <a:pt x="2" y="13"/>
                      <a:pt x="4" y="17"/>
                    </a:cubicBezTo>
                    <a:cubicBezTo>
                      <a:pt x="5" y="18"/>
                      <a:pt x="7" y="18"/>
                      <a:pt x="7" y="16"/>
                    </a:cubicBezTo>
                    <a:cubicBezTo>
                      <a:pt x="7" y="12"/>
                      <a:pt x="5" y="7"/>
                      <a:pt x="4" y="3"/>
                    </a:cubicBezTo>
                    <a:cubicBezTo>
                      <a:pt x="4" y="0"/>
                      <a:pt x="0" y="1"/>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2" name="Freeform 599">
                <a:extLst>
                  <a:ext uri="{FF2B5EF4-FFF2-40B4-BE49-F238E27FC236}">
                    <a16:creationId xmlns:a16="http://schemas.microsoft.com/office/drawing/2014/main" id="{5B30DFC9-18D7-41AC-0858-D7689C5189F8}"/>
                  </a:ext>
                </a:extLst>
              </p:cNvPr>
              <p:cNvSpPr/>
              <p:nvPr/>
            </p:nvSpPr>
            <p:spPr bwMode="auto">
              <a:xfrm>
                <a:off x="3505" y="2911"/>
                <a:ext cx="21" cy="24"/>
              </a:xfrm>
              <a:custGeom>
                <a:avLst/>
                <a:gdLst>
                  <a:gd name="T0" fmla="*/ 2 w 12"/>
                  <a:gd name="T1" fmla="*/ 4 h 14"/>
                  <a:gd name="T2" fmla="*/ 10 w 12"/>
                  <a:gd name="T3" fmla="*/ 13 h 14"/>
                  <a:gd name="T4" fmla="*/ 12 w 12"/>
                  <a:gd name="T5" fmla="*/ 11 h 14"/>
                  <a:gd name="T6" fmla="*/ 5 w 12"/>
                  <a:gd name="T7" fmla="*/ 2 h 14"/>
                  <a:gd name="T8" fmla="*/ 2 w 12"/>
                  <a:gd name="T9" fmla="*/ 4 h 14"/>
                </a:gdLst>
                <a:ahLst/>
                <a:cxnLst>
                  <a:cxn ang="0">
                    <a:pos x="T0" y="T1"/>
                  </a:cxn>
                  <a:cxn ang="0">
                    <a:pos x="T2" y="T3"/>
                  </a:cxn>
                  <a:cxn ang="0">
                    <a:pos x="T4" y="T5"/>
                  </a:cxn>
                  <a:cxn ang="0">
                    <a:pos x="T6" y="T7"/>
                  </a:cxn>
                  <a:cxn ang="0">
                    <a:pos x="T8" y="T9"/>
                  </a:cxn>
                </a:cxnLst>
                <a:rect l="0" t="0" r="r" b="b"/>
                <a:pathLst>
                  <a:path w="12" h="14">
                    <a:moveTo>
                      <a:pt x="2" y="4"/>
                    </a:moveTo>
                    <a:cubicBezTo>
                      <a:pt x="4" y="7"/>
                      <a:pt x="6" y="11"/>
                      <a:pt x="10" y="13"/>
                    </a:cubicBezTo>
                    <a:cubicBezTo>
                      <a:pt x="11" y="14"/>
                      <a:pt x="12" y="12"/>
                      <a:pt x="12" y="11"/>
                    </a:cubicBezTo>
                    <a:cubicBezTo>
                      <a:pt x="10" y="7"/>
                      <a:pt x="7" y="5"/>
                      <a:pt x="5" y="2"/>
                    </a:cubicBezTo>
                    <a:cubicBezTo>
                      <a:pt x="3" y="0"/>
                      <a:pt x="0" y="2"/>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3" name="Freeform 600">
                <a:extLst>
                  <a:ext uri="{FF2B5EF4-FFF2-40B4-BE49-F238E27FC236}">
                    <a16:creationId xmlns:a16="http://schemas.microsoft.com/office/drawing/2014/main" id="{F2BB5B31-A1DC-8861-A772-E222B21DFA36}"/>
                  </a:ext>
                </a:extLst>
              </p:cNvPr>
              <p:cNvSpPr/>
              <p:nvPr/>
            </p:nvSpPr>
            <p:spPr bwMode="auto">
              <a:xfrm>
                <a:off x="3523" y="2671"/>
                <a:ext cx="24" cy="88"/>
              </a:xfrm>
              <a:custGeom>
                <a:avLst/>
                <a:gdLst>
                  <a:gd name="T0" fmla="*/ 5 w 14"/>
                  <a:gd name="T1" fmla="*/ 48 h 50"/>
                  <a:gd name="T2" fmla="*/ 13 w 14"/>
                  <a:gd name="T3" fmla="*/ 3 h 50"/>
                  <a:gd name="T4" fmla="*/ 10 w 14"/>
                  <a:gd name="T5" fmla="*/ 2 h 50"/>
                  <a:gd name="T6" fmla="*/ 2 w 14"/>
                  <a:gd name="T7" fmla="*/ 48 h 50"/>
                  <a:gd name="T8" fmla="*/ 5 w 14"/>
                  <a:gd name="T9" fmla="*/ 48 h 50"/>
                </a:gdLst>
                <a:ahLst/>
                <a:cxnLst>
                  <a:cxn ang="0">
                    <a:pos x="T0" y="T1"/>
                  </a:cxn>
                  <a:cxn ang="0">
                    <a:pos x="T2" y="T3"/>
                  </a:cxn>
                  <a:cxn ang="0">
                    <a:pos x="T4" y="T5"/>
                  </a:cxn>
                  <a:cxn ang="0">
                    <a:pos x="T6" y="T7"/>
                  </a:cxn>
                  <a:cxn ang="0">
                    <a:pos x="T8" y="T9"/>
                  </a:cxn>
                </a:cxnLst>
                <a:rect l="0" t="0" r="r" b="b"/>
                <a:pathLst>
                  <a:path w="14" h="50">
                    <a:moveTo>
                      <a:pt x="5" y="48"/>
                    </a:moveTo>
                    <a:cubicBezTo>
                      <a:pt x="6" y="33"/>
                      <a:pt x="9" y="18"/>
                      <a:pt x="13" y="3"/>
                    </a:cubicBezTo>
                    <a:cubicBezTo>
                      <a:pt x="14" y="1"/>
                      <a:pt x="11" y="0"/>
                      <a:pt x="10" y="2"/>
                    </a:cubicBezTo>
                    <a:cubicBezTo>
                      <a:pt x="4" y="16"/>
                      <a:pt x="0" y="33"/>
                      <a:pt x="2" y="48"/>
                    </a:cubicBezTo>
                    <a:cubicBezTo>
                      <a:pt x="2" y="50"/>
                      <a:pt x="5" y="50"/>
                      <a:pt x="5" y="4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4" name="Freeform 601">
                <a:extLst>
                  <a:ext uri="{FF2B5EF4-FFF2-40B4-BE49-F238E27FC236}">
                    <a16:creationId xmlns:a16="http://schemas.microsoft.com/office/drawing/2014/main" id="{E89B2B07-87F0-9B8F-9D4C-B06DD820A95C}"/>
                  </a:ext>
                </a:extLst>
              </p:cNvPr>
              <p:cNvSpPr/>
              <p:nvPr/>
            </p:nvSpPr>
            <p:spPr bwMode="auto">
              <a:xfrm>
                <a:off x="3560" y="2687"/>
                <a:ext cx="17" cy="49"/>
              </a:xfrm>
              <a:custGeom>
                <a:avLst/>
                <a:gdLst>
                  <a:gd name="T0" fmla="*/ 4 w 10"/>
                  <a:gd name="T1" fmla="*/ 26 h 28"/>
                  <a:gd name="T2" fmla="*/ 9 w 10"/>
                  <a:gd name="T3" fmla="*/ 3 h 28"/>
                  <a:gd name="T4" fmla="*/ 6 w 10"/>
                  <a:gd name="T5" fmla="*/ 1 h 28"/>
                  <a:gd name="T6" fmla="*/ 1 w 10"/>
                  <a:gd name="T7" fmla="*/ 26 h 28"/>
                  <a:gd name="T8" fmla="*/ 4 w 10"/>
                  <a:gd name="T9" fmla="*/ 26 h 28"/>
                </a:gdLst>
                <a:ahLst/>
                <a:cxnLst>
                  <a:cxn ang="0">
                    <a:pos x="T0" y="T1"/>
                  </a:cxn>
                  <a:cxn ang="0">
                    <a:pos x="T2" y="T3"/>
                  </a:cxn>
                  <a:cxn ang="0">
                    <a:pos x="T4" y="T5"/>
                  </a:cxn>
                  <a:cxn ang="0">
                    <a:pos x="T6" y="T7"/>
                  </a:cxn>
                  <a:cxn ang="0">
                    <a:pos x="T8" y="T9"/>
                  </a:cxn>
                </a:cxnLst>
                <a:rect l="0" t="0" r="r" b="b"/>
                <a:pathLst>
                  <a:path w="10" h="28">
                    <a:moveTo>
                      <a:pt x="4" y="26"/>
                    </a:moveTo>
                    <a:cubicBezTo>
                      <a:pt x="5" y="18"/>
                      <a:pt x="7" y="11"/>
                      <a:pt x="9" y="3"/>
                    </a:cubicBezTo>
                    <a:cubicBezTo>
                      <a:pt x="10" y="1"/>
                      <a:pt x="7" y="0"/>
                      <a:pt x="6" y="1"/>
                    </a:cubicBezTo>
                    <a:cubicBezTo>
                      <a:pt x="2" y="9"/>
                      <a:pt x="0" y="18"/>
                      <a:pt x="1" y="26"/>
                    </a:cubicBezTo>
                    <a:cubicBezTo>
                      <a:pt x="1" y="28"/>
                      <a:pt x="3" y="28"/>
                      <a:pt x="4"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5" name="Freeform 602">
                <a:extLst>
                  <a:ext uri="{FF2B5EF4-FFF2-40B4-BE49-F238E27FC236}">
                    <a16:creationId xmlns:a16="http://schemas.microsoft.com/office/drawing/2014/main" id="{A8A04258-D2E1-0E69-87DE-ACB4C2A074FD}"/>
                  </a:ext>
                </a:extLst>
              </p:cNvPr>
              <p:cNvSpPr/>
              <p:nvPr/>
            </p:nvSpPr>
            <p:spPr bwMode="auto">
              <a:xfrm>
                <a:off x="3598" y="2692"/>
                <a:ext cx="14" cy="41"/>
              </a:xfrm>
              <a:custGeom>
                <a:avLst/>
                <a:gdLst>
                  <a:gd name="T0" fmla="*/ 5 w 8"/>
                  <a:gd name="T1" fmla="*/ 21 h 23"/>
                  <a:gd name="T2" fmla="*/ 7 w 8"/>
                  <a:gd name="T3" fmla="*/ 3 h 23"/>
                  <a:gd name="T4" fmla="*/ 4 w 8"/>
                  <a:gd name="T5" fmla="*/ 1 h 23"/>
                  <a:gd name="T6" fmla="*/ 1 w 8"/>
                  <a:gd name="T7" fmla="*/ 21 h 23"/>
                  <a:gd name="T8" fmla="*/ 5 w 8"/>
                  <a:gd name="T9" fmla="*/ 21 h 23"/>
                </a:gdLst>
                <a:ahLst/>
                <a:cxnLst>
                  <a:cxn ang="0">
                    <a:pos x="T0" y="T1"/>
                  </a:cxn>
                  <a:cxn ang="0">
                    <a:pos x="T2" y="T3"/>
                  </a:cxn>
                  <a:cxn ang="0">
                    <a:pos x="T4" y="T5"/>
                  </a:cxn>
                  <a:cxn ang="0">
                    <a:pos x="T6" y="T7"/>
                  </a:cxn>
                  <a:cxn ang="0">
                    <a:pos x="T8" y="T9"/>
                  </a:cxn>
                </a:cxnLst>
                <a:rect l="0" t="0" r="r" b="b"/>
                <a:pathLst>
                  <a:path w="8" h="23">
                    <a:moveTo>
                      <a:pt x="5" y="21"/>
                    </a:moveTo>
                    <a:cubicBezTo>
                      <a:pt x="4" y="14"/>
                      <a:pt x="6" y="9"/>
                      <a:pt x="7" y="3"/>
                    </a:cubicBezTo>
                    <a:cubicBezTo>
                      <a:pt x="8" y="1"/>
                      <a:pt x="5" y="0"/>
                      <a:pt x="4" y="1"/>
                    </a:cubicBezTo>
                    <a:cubicBezTo>
                      <a:pt x="1" y="7"/>
                      <a:pt x="0" y="14"/>
                      <a:pt x="1" y="21"/>
                    </a:cubicBezTo>
                    <a:cubicBezTo>
                      <a:pt x="1" y="23"/>
                      <a:pt x="5" y="23"/>
                      <a:pt x="5"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6" name="Freeform 603">
                <a:extLst>
                  <a:ext uri="{FF2B5EF4-FFF2-40B4-BE49-F238E27FC236}">
                    <a16:creationId xmlns:a16="http://schemas.microsoft.com/office/drawing/2014/main" id="{AF7393B9-462E-32BE-CDD9-D80514565A77}"/>
                  </a:ext>
                </a:extLst>
              </p:cNvPr>
              <p:cNvSpPr/>
              <p:nvPr/>
            </p:nvSpPr>
            <p:spPr bwMode="auto">
              <a:xfrm>
                <a:off x="3626" y="2696"/>
                <a:ext cx="18" cy="42"/>
              </a:xfrm>
              <a:custGeom>
                <a:avLst/>
                <a:gdLst>
                  <a:gd name="T0" fmla="*/ 4 w 10"/>
                  <a:gd name="T1" fmla="*/ 21 h 24"/>
                  <a:gd name="T2" fmla="*/ 10 w 10"/>
                  <a:gd name="T3" fmla="*/ 2 h 24"/>
                  <a:gd name="T4" fmla="*/ 7 w 10"/>
                  <a:gd name="T5" fmla="*/ 1 h 24"/>
                  <a:gd name="T6" fmla="*/ 0 w 10"/>
                  <a:gd name="T7" fmla="*/ 21 h 24"/>
                  <a:gd name="T8" fmla="*/ 4 w 10"/>
                  <a:gd name="T9" fmla="*/ 21 h 24"/>
                </a:gdLst>
                <a:ahLst/>
                <a:cxnLst>
                  <a:cxn ang="0">
                    <a:pos x="T0" y="T1"/>
                  </a:cxn>
                  <a:cxn ang="0">
                    <a:pos x="T2" y="T3"/>
                  </a:cxn>
                  <a:cxn ang="0">
                    <a:pos x="T4" y="T5"/>
                  </a:cxn>
                  <a:cxn ang="0">
                    <a:pos x="T6" y="T7"/>
                  </a:cxn>
                  <a:cxn ang="0">
                    <a:pos x="T8" y="T9"/>
                  </a:cxn>
                </a:cxnLst>
                <a:rect l="0" t="0" r="r" b="b"/>
                <a:pathLst>
                  <a:path w="10" h="24">
                    <a:moveTo>
                      <a:pt x="4" y="21"/>
                    </a:moveTo>
                    <a:cubicBezTo>
                      <a:pt x="5" y="15"/>
                      <a:pt x="7" y="8"/>
                      <a:pt x="10" y="2"/>
                    </a:cubicBezTo>
                    <a:cubicBezTo>
                      <a:pt x="10" y="0"/>
                      <a:pt x="8" y="0"/>
                      <a:pt x="7" y="1"/>
                    </a:cubicBezTo>
                    <a:cubicBezTo>
                      <a:pt x="3" y="7"/>
                      <a:pt x="1" y="14"/>
                      <a:pt x="0" y="21"/>
                    </a:cubicBezTo>
                    <a:cubicBezTo>
                      <a:pt x="0" y="24"/>
                      <a:pt x="4" y="24"/>
                      <a:pt x="4"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7" name="Freeform 604">
                <a:extLst>
                  <a:ext uri="{FF2B5EF4-FFF2-40B4-BE49-F238E27FC236}">
                    <a16:creationId xmlns:a16="http://schemas.microsoft.com/office/drawing/2014/main" id="{BC6B4070-6AE8-0778-3855-D18826CC1D26}"/>
                  </a:ext>
                </a:extLst>
              </p:cNvPr>
              <p:cNvSpPr/>
              <p:nvPr/>
            </p:nvSpPr>
            <p:spPr bwMode="auto">
              <a:xfrm>
                <a:off x="3669" y="2684"/>
                <a:ext cx="15" cy="47"/>
              </a:xfrm>
              <a:custGeom>
                <a:avLst/>
                <a:gdLst>
                  <a:gd name="T0" fmla="*/ 4 w 9"/>
                  <a:gd name="T1" fmla="*/ 25 h 27"/>
                  <a:gd name="T2" fmla="*/ 9 w 9"/>
                  <a:gd name="T3" fmla="*/ 1 h 27"/>
                  <a:gd name="T4" fmla="*/ 6 w 9"/>
                  <a:gd name="T5" fmla="*/ 1 h 27"/>
                  <a:gd name="T6" fmla="*/ 1 w 9"/>
                  <a:gd name="T7" fmla="*/ 24 h 27"/>
                  <a:gd name="T8" fmla="*/ 4 w 9"/>
                  <a:gd name="T9" fmla="*/ 25 h 27"/>
                </a:gdLst>
                <a:ahLst/>
                <a:cxnLst>
                  <a:cxn ang="0">
                    <a:pos x="T0" y="T1"/>
                  </a:cxn>
                  <a:cxn ang="0">
                    <a:pos x="T2" y="T3"/>
                  </a:cxn>
                  <a:cxn ang="0">
                    <a:pos x="T4" y="T5"/>
                  </a:cxn>
                  <a:cxn ang="0">
                    <a:pos x="T6" y="T7"/>
                  </a:cxn>
                  <a:cxn ang="0">
                    <a:pos x="T8" y="T9"/>
                  </a:cxn>
                </a:cxnLst>
                <a:rect l="0" t="0" r="r" b="b"/>
                <a:pathLst>
                  <a:path w="9" h="27">
                    <a:moveTo>
                      <a:pt x="4" y="25"/>
                    </a:moveTo>
                    <a:cubicBezTo>
                      <a:pt x="6" y="17"/>
                      <a:pt x="8" y="9"/>
                      <a:pt x="9" y="1"/>
                    </a:cubicBezTo>
                    <a:cubicBezTo>
                      <a:pt x="9" y="0"/>
                      <a:pt x="6" y="0"/>
                      <a:pt x="6" y="1"/>
                    </a:cubicBezTo>
                    <a:cubicBezTo>
                      <a:pt x="3" y="8"/>
                      <a:pt x="2" y="16"/>
                      <a:pt x="1" y="24"/>
                    </a:cubicBezTo>
                    <a:cubicBezTo>
                      <a:pt x="0" y="26"/>
                      <a:pt x="4" y="27"/>
                      <a:pt x="4"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8" name="Freeform 605">
                <a:extLst>
                  <a:ext uri="{FF2B5EF4-FFF2-40B4-BE49-F238E27FC236}">
                    <a16:creationId xmlns:a16="http://schemas.microsoft.com/office/drawing/2014/main" id="{9D464DC0-9138-A375-801B-CC49135EFA72}"/>
                  </a:ext>
                </a:extLst>
              </p:cNvPr>
              <p:cNvSpPr/>
              <p:nvPr/>
            </p:nvSpPr>
            <p:spPr bwMode="auto">
              <a:xfrm>
                <a:off x="3716" y="2682"/>
                <a:ext cx="14" cy="28"/>
              </a:xfrm>
              <a:custGeom>
                <a:avLst/>
                <a:gdLst>
                  <a:gd name="T0" fmla="*/ 4 w 8"/>
                  <a:gd name="T1" fmla="*/ 14 h 16"/>
                  <a:gd name="T2" fmla="*/ 8 w 8"/>
                  <a:gd name="T3" fmla="*/ 2 h 16"/>
                  <a:gd name="T4" fmla="*/ 5 w 8"/>
                  <a:gd name="T5" fmla="*/ 1 h 16"/>
                  <a:gd name="T6" fmla="*/ 0 w 8"/>
                  <a:gd name="T7" fmla="*/ 13 h 16"/>
                  <a:gd name="T8" fmla="*/ 4 w 8"/>
                  <a:gd name="T9" fmla="*/ 14 h 16"/>
                </a:gdLst>
                <a:ahLst/>
                <a:cxnLst>
                  <a:cxn ang="0">
                    <a:pos x="T0" y="T1"/>
                  </a:cxn>
                  <a:cxn ang="0">
                    <a:pos x="T2" y="T3"/>
                  </a:cxn>
                  <a:cxn ang="0">
                    <a:pos x="T4" y="T5"/>
                  </a:cxn>
                  <a:cxn ang="0">
                    <a:pos x="T6" y="T7"/>
                  </a:cxn>
                  <a:cxn ang="0">
                    <a:pos x="T8" y="T9"/>
                  </a:cxn>
                </a:cxnLst>
                <a:rect l="0" t="0" r="r" b="b"/>
                <a:pathLst>
                  <a:path w="8" h="16">
                    <a:moveTo>
                      <a:pt x="4" y="14"/>
                    </a:moveTo>
                    <a:cubicBezTo>
                      <a:pt x="6" y="10"/>
                      <a:pt x="8" y="6"/>
                      <a:pt x="8" y="2"/>
                    </a:cubicBezTo>
                    <a:cubicBezTo>
                      <a:pt x="8" y="1"/>
                      <a:pt x="6" y="0"/>
                      <a:pt x="5" y="1"/>
                    </a:cubicBezTo>
                    <a:cubicBezTo>
                      <a:pt x="3" y="5"/>
                      <a:pt x="2" y="9"/>
                      <a:pt x="0" y="13"/>
                    </a:cubicBezTo>
                    <a:cubicBezTo>
                      <a:pt x="0" y="16"/>
                      <a:pt x="3" y="16"/>
                      <a:pt x="4"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9" name="Freeform 606">
                <a:extLst>
                  <a:ext uri="{FF2B5EF4-FFF2-40B4-BE49-F238E27FC236}">
                    <a16:creationId xmlns:a16="http://schemas.microsoft.com/office/drawing/2014/main" id="{B0A2CA45-8D1C-FFCD-F33B-CE1DD085756D}"/>
                  </a:ext>
                </a:extLst>
              </p:cNvPr>
              <p:cNvSpPr/>
              <p:nvPr/>
            </p:nvSpPr>
            <p:spPr bwMode="auto">
              <a:xfrm>
                <a:off x="3762" y="2668"/>
                <a:ext cx="19" cy="31"/>
              </a:xfrm>
              <a:custGeom>
                <a:avLst/>
                <a:gdLst>
                  <a:gd name="T0" fmla="*/ 5 w 11"/>
                  <a:gd name="T1" fmla="*/ 16 h 18"/>
                  <a:gd name="T2" fmla="*/ 10 w 11"/>
                  <a:gd name="T3" fmla="*/ 1 h 18"/>
                  <a:gd name="T4" fmla="*/ 7 w 11"/>
                  <a:gd name="T5" fmla="*/ 1 h 18"/>
                  <a:gd name="T6" fmla="*/ 2 w 11"/>
                  <a:gd name="T7" fmla="*/ 14 h 18"/>
                  <a:gd name="T8" fmla="*/ 5 w 11"/>
                  <a:gd name="T9" fmla="*/ 16 h 18"/>
                </a:gdLst>
                <a:ahLst/>
                <a:cxnLst>
                  <a:cxn ang="0">
                    <a:pos x="T0" y="T1"/>
                  </a:cxn>
                  <a:cxn ang="0">
                    <a:pos x="T2" y="T3"/>
                  </a:cxn>
                  <a:cxn ang="0">
                    <a:pos x="T4" y="T5"/>
                  </a:cxn>
                  <a:cxn ang="0">
                    <a:pos x="T6" y="T7"/>
                  </a:cxn>
                  <a:cxn ang="0">
                    <a:pos x="T8" y="T9"/>
                  </a:cxn>
                </a:cxnLst>
                <a:rect l="0" t="0" r="r" b="b"/>
                <a:pathLst>
                  <a:path w="11" h="18">
                    <a:moveTo>
                      <a:pt x="5" y="16"/>
                    </a:moveTo>
                    <a:cubicBezTo>
                      <a:pt x="8" y="12"/>
                      <a:pt x="11" y="7"/>
                      <a:pt x="10" y="1"/>
                    </a:cubicBezTo>
                    <a:cubicBezTo>
                      <a:pt x="9" y="0"/>
                      <a:pt x="7" y="0"/>
                      <a:pt x="7" y="1"/>
                    </a:cubicBezTo>
                    <a:cubicBezTo>
                      <a:pt x="5" y="6"/>
                      <a:pt x="4" y="10"/>
                      <a:pt x="2" y="14"/>
                    </a:cubicBezTo>
                    <a:cubicBezTo>
                      <a:pt x="0" y="15"/>
                      <a:pt x="3" y="18"/>
                      <a:pt x="5"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grpSp>
        <p:grpSp>
          <p:nvGrpSpPr>
            <p:cNvPr id="13" name="Group 808">
              <a:extLst>
                <a:ext uri="{FF2B5EF4-FFF2-40B4-BE49-F238E27FC236}">
                  <a16:creationId xmlns:a16="http://schemas.microsoft.com/office/drawing/2014/main" id="{E96C8A85-A26C-831D-FEDA-F98139CCCC04}"/>
                </a:ext>
              </a:extLst>
            </p:cNvPr>
            <p:cNvGrpSpPr/>
            <p:nvPr/>
          </p:nvGrpSpPr>
          <p:grpSpPr bwMode="auto">
            <a:xfrm>
              <a:off x="1322" y="566"/>
              <a:ext cx="4477" cy="2742"/>
              <a:chOff x="1322" y="566"/>
              <a:chExt cx="4477" cy="2742"/>
            </a:xfrm>
            <a:grpFill/>
          </p:grpSpPr>
          <p:sp>
            <p:nvSpPr>
              <p:cNvPr id="190" name="Freeform 608">
                <a:extLst>
                  <a:ext uri="{FF2B5EF4-FFF2-40B4-BE49-F238E27FC236}">
                    <a16:creationId xmlns:a16="http://schemas.microsoft.com/office/drawing/2014/main" id="{7DCB7DDC-CDED-8206-5B7F-C8603AAC67DD}"/>
                  </a:ext>
                </a:extLst>
              </p:cNvPr>
              <p:cNvSpPr/>
              <p:nvPr/>
            </p:nvSpPr>
            <p:spPr bwMode="auto">
              <a:xfrm>
                <a:off x="3484" y="2654"/>
                <a:ext cx="14" cy="49"/>
              </a:xfrm>
              <a:custGeom>
                <a:avLst/>
                <a:gdLst>
                  <a:gd name="T0" fmla="*/ 6 w 8"/>
                  <a:gd name="T1" fmla="*/ 26 h 28"/>
                  <a:gd name="T2" fmla="*/ 8 w 8"/>
                  <a:gd name="T3" fmla="*/ 3 h 28"/>
                  <a:gd name="T4" fmla="*/ 5 w 8"/>
                  <a:gd name="T5" fmla="*/ 2 h 28"/>
                  <a:gd name="T6" fmla="*/ 2 w 8"/>
                  <a:gd name="T7" fmla="*/ 26 h 28"/>
                  <a:gd name="T8" fmla="*/ 6 w 8"/>
                  <a:gd name="T9" fmla="*/ 26 h 28"/>
                </a:gdLst>
                <a:ahLst/>
                <a:cxnLst>
                  <a:cxn ang="0">
                    <a:pos x="T0" y="T1"/>
                  </a:cxn>
                  <a:cxn ang="0">
                    <a:pos x="T2" y="T3"/>
                  </a:cxn>
                  <a:cxn ang="0">
                    <a:pos x="T4" y="T5"/>
                  </a:cxn>
                  <a:cxn ang="0">
                    <a:pos x="T6" y="T7"/>
                  </a:cxn>
                  <a:cxn ang="0">
                    <a:pos x="T8" y="T9"/>
                  </a:cxn>
                </a:cxnLst>
                <a:rect l="0" t="0" r="r" b="b"/>
                <a:pathLst>
                  <a:path w="8" h="28">
                    <a:moveTo>
                      <a:pt x="6" y="26"/>
                    </a:moveTo>
                    <a:cubicBezTo>
                      <a:pt x="6" y="18"/>
                      <a:pt x="6" y="11"/>
                      <a:pt x="8" y="3"/>
                    </a:cubicBezTo>
                    <a:cubicBezTo>
                      <a:pt x="8" y="1"/>
                      <a:pt x="6" y="0"/>
                      <a:pt x="5" y="2"/>
                    </a:cubicBezTo>
                    <a:cubicBezTo>
                      <a:pt x="2" y="9"/>
                      <a:pt x="0" y="18"/>
                      <a:pt x="2" y="26"/>
                    </a:cubicBezTo>
                    <a:cubicBezTo>
                      <a:pt x="3" y="28"/>
                      <a:pt x="6" y="27"/>
                      <a:pt x="6"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91" name="Freeform 609">
                <a:extLst>
                  <a:ext uri="{FF2B5EF4-FFF2-40B4-BE49-F238E27FC236}">
                    <a16:creationId xmlns:a16="http://schemas.microsoft.com/office/drawing/2014/main" id="{9EDAF271-3AD2-9959-205F-E04406FB50DA}"/>
                  </a:ext>
                </a:extLst>
              </p:cNvPr>
              <p:cNvSpPr/>
              <p:nvPr/>
            </p:nvSpPr>
            <p:spPr bwMode="auto">
              <a:xfrm>
                <a:off x="3437" y="2627"/>
                <a:ext cx="8" cy="39"/>
              </a:xfrm>
              <a:custGeom>
                <a:avLst/>
                <a:gdLst>
                  <a:gd name="T0" fmla="*/ 4 w 5"/>
                  <a:gd name="T1" fmla="*/ 20 h 22"/>
                  <a:gd name="T2" fmla="*/ 3 w 5"/>
                  <a:gd name="T3" fmla="*/ 2 h 22"/>
                  <a:gd name="T4" fmla="*/ 0 w 5"/>
                  <a:gd name="T5" fmla="*/ 2 h 22"/>
                  <a:gd name="T6" fmla="*/ 0 w 5"/>
                  <a:gd name="T7" fmla="*/ 19 h 22"/>
                  <a:gd name="T8" fmla="*/ 4 w 5"/>
                  <a:gd name="T9" fmla="*/ 20 h 22"/>
                </a:gdLst>
                <a:ahLst/>
                <a:cxnLst>
                  <a:cxn ang="0">
                    <a:pos x="T0" y="T1"/>
                  </a:cxn>
                  <a:cxn ang="0">
                    <a:pos x="T2" y="T3"/>
                  </a:cxn>
                  <a:cxn ang="0">
                    <a:pos x="T4" y="T5"/>
                  </a:cxn>
                  <a:cxn ang="0">
                    <a:pos x="T6" y="T7"/>
                  </a:cxn>
                  <a:cxn ang="0">
                    <a:pos x="T8" y="T9"/>
                  </a:cxn>
                </a:cxnLst>
                <a:rect l="0" t="0" r="r" b="b"/>
                <a:pathLst>
                  <a:path w="5" h="22">
                    <a:moveTo>
                      <a:pt x="4" y="20"/>
                    </a:moveTo>
                    <a:cubicBezTo>
                      <a:pt x="5" y="14"/>
                      <a:pt x="5" y="8"/>
                      <a:pt x="3" y="2"/>
                    </a:cubicBezTo>
                    <a:cubicBezTo>
                      <a:pt x="2" y="0"/>
                      <a:pt x="0" y="1"/>
                      <a:pt x="0" y="2"/>
                    </a:cubicBezTo>
                    <a:cubicBezTo>
                      <a:pt x="1" y="8"/>
                      <a:pt x="1" y="14"/>
                      <a:pt x="0" y="19"/>
                    </a:cubicBezTo>
                    <a:cubicBezTo>
                      <a:pt x="0" y="21"/>
                      <a:pt x="4" y="22"/>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92" name="Freeform 610">
                <a:extLst>
                  <a:ext uri="{FF2B5EF4-FFF2-40B4-BE49-F238E27FC236}">
                    <a16:creationId xmlns:a16="http://schemas.microsoft.com/office/drawing/2014/main" id="{1247DE73-3FE9-8CAD-5A13-C59429BEF663}"/>
                  </a:ext>
                </a:extLst>
              </p:cNvPr>
              <p:cNvSpPr/>
              <p:nvPr/>
            </p:nvSpPr>
            <p:spPr bwMode="auto">
              <a:xfrm>
                <a:off x="3387" y="2612"/>
                <a:ext cx="13" cy="33"/>
              </a:xfrm>
              <a:custGeom>
                <a:avLst/>
                <a:gdLst>
                  <a:gd name="T0" fmla="*/ 6 w 7"/>
                  <a:gd name="T1" fmla="*/ 15 h 19"/>
                  <a:gd name="T2" fmla="*/ 6 w 7"/>
                  <a:gd name="T3" fmla="*/ 3 h 19"/>
                  <a:gd name="T4" fmla="*/ 3 w 7"/>
                  <a:gd name="T5" fmla="*/ 2 h 19"/>
                  <a:gd name="T6" fmla="*/ 3 w 7"/>
                  <a:gd name="T7" fmla="*/ 16 h 19"/>
                  <a:gd name="T8" fmla="*/ 6 w 7"/>
                  <a:gd name="T9" fmla="*/ 15 h 19"/>
                </a:gdLst>
                <a:ahLst/>
                <a:cxnLst>
                  <a:cxn ang="0">
                    <a:pos x="T0" y="T1"/>
                  </a:cxn>
                  <a:cxn ang="0">
                    <a:pos x="T2" y="T3"/>
                  </a:cxn>
                  <a:cxn ang="0">
                    <a:pos x="T4" y="T5"/>
                  </a:cxn>
                  <a:cxn ang="0">
                    <a:pos x="T6" y="T7"/>
                  </a:cxn>
                  <a:cxn ang="0">
                    <a:pos x="T8" y="T9"/>
                  </a:cxn>
                </a:cxnLst>
                <a:rect l="0" t="0" r="r" b="b"/>
                <a:pathLst>
                  <a:path w="7" h="19">
                    <a:moveTo>
                      <a:pt x="6" y="15"/>
                    </a:moveTo>
                    <a:cubicBezTo>
                      <a:pt x="5" y="11"/>
                      <a:pt x="5" y="7"/>
                      <a:pt x="6" y="3"/>
                    </a:cubicBezTo>
                    <a:cubicBezTo>
                      <a:pt x="7" y="1"/>
                      <a:pt x="4" y="0"/>
                      <a:pt x="3" y="2"/>
                    </a:cubicBezTo>
                    <a:cubicBezTo>
                      <a:pt x="0" y="6"/>
                      <a:pt x="1" y="12"/>
                      <a:pt x="3" y="16"/>
                    </a:cubicBezTo>
                    <a:cubicBezTo>
                      <a:pt x="4" y="19"/>
                      <a:pt x="7" y="17"/>
                      <a:pt x="6"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93" name="Freeform 611">
                <a:extLst>
                  <a:ext uri="{FF2B5EF4-FFF2-40B4-BE49-F238E27FC236}">
                    <a16:creationId xmlns:a16="http://schemas.microsoft.com/office/drawing/2014/main" id="{A85CE19B-5A28-4DDA-3EBB-1E115D9A7972}"/>
                  </a:ext>
                </a:extLst>
              </p:cNvPr>
              <p:cNvSpPr/>
              <p:nvPr/>
            </p:nvSpPr>
            <p:spPr bwMode="auto">
              <a:xfrm>
                <a:off x="3860" y="2520"/>
                <a:ext cx="57" cy="48"/>
              </a:xfrm>
              <a:custGeom>
                <a:avLst/>
                <a:gdLst>
                  <a:gd name="T0" fmla="*/ 4 w 32"/>
                  <a:gd name="T1" fmla="*/ 25 h 27"/>
                  <a:gd name="T2" fmla="*/ 17 w 32"/>
                  <a:gd name="T3" fmla="*/ 12 h 27"/>
                  <a:gd name="T4" fmla="*/ 31 w 32"/>
                  <a:gd name="T5" fmla="*/ 3 h 27"/>
                  <a:gd name="T6" fmla="*/ 30 w 32"/>
                  <a:gd name="T7" fmla="*/ 1 h 27"/>
                  <a:gd name="T8" fmla="*/ 1 w 32"/>
                  <a:gd name="T9" fmla="*/ 24 h 27"/>
                  <a:gd name="T10" fmla="*/ 4 w 32"/>
                  <a:gd name="T11" fmla="*/ 25 h 27"/>
                </a:gdLst>
                <a:ahLst/>
                <a:cxnLst>
                  <a:cxn ang="0">
                    <a:pos x="T0" y="T1"/>
                  </a:cxn>
                  <a:cxn ang="0">
                    <a:pos x="T2" y="T3"/>
                  </a:cxn>
                  <a:cxn ang="0">
                    <a:pos x="T4" y="T5"/>
                  </a:cxn>
                  <a:cxn ang="0">
                    <a:pos x="T6" y="T7"/>
                  </a:cxn>
                  <a:cxn ang="0">
                    <a:pos x="T8" y="T9"/>
                  </a:cxn>
                  <a:cxn ang="0">
                    <a:pos x="T10" y="T11"/>
                  </a:cxn>
                </a:cxnLst>
                <a:rect l="0" t="0" r="r" b="b"/>
                <a:pathLst>
                  <a:path w="32" h="27">
                    <a:moveTo>
                      <a:pt x="4" y="25"/>
                    </a:moveTo>
                    <a:cubicBezTo>
                      <a:pt x="8" y="20"/>
                      <a:pt x="12" y="16"/>
                      <a:pt x="17" y="12"/>
                    </a:cubicBezTo>
                    <a:cubicBezTo>
                      <a:pt x="21" y="9"/>
                      <a:pt x="26" y="6"/>
                      <a:pt x="31" y="3"/>
                    </a:cubicBezTo>
                    <a:cubicBezTo>
                      <a:pt x="32" y="3"/>
                      <a:pt x="31" y="0"/>
                      <a:pt x="30" y="1"/>
                    </a:cubicBezTo>
                    <a:cubicBezTo>
                      <a:pt x="18" y="3"/>
                      <a:pt x="7" y="13"/>
                      <a:pt x="1" y="24"/>
                    </a:cubicBezTo>
                    <a:cubicBezTo>
                      <a:pt x="0" y="25"/>
                      <a:pt x="3" y="27"/>
                      <a:pt x="4"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94" name="Freeform 612">
                <a:extLst>
                  <a:ext uri="{FF2B5EF4-FFF2-40B4-BE49-F238E27FC236}">
                    <a16:creationId xmlns:a16="http://schemas.microsoft.com/office/drawing/2014/main" id="{2AD5CAEA-0B77-2F6E-34CE-5579D5AA1C01}"/>
                  </a:ext>
                </a:extLst>
              </p:cNvPr>
              <p:cNvSpPr/>
              <p:nvPr/>
            </p:nvSpPr>
            <p:spPr bwMode="auto">
              <a:xfrm>
                <a:off x="3855" y="2555"/>
                <a:ext cx="55" cy="46"/>
              </a:xfrm>
              <a:custGeom>
                <a:avLst/>
                <a:gdLst>
                  <a:gd name="T0" fmla="*/ 5 w 31"/>
                  <a:gd name="T1" fmla="*/ 25 h 26"/>
                  <a:gd name="T2" fmla="*/ 30 w 31"/>
                  <a:gd name="T3" fmla="*/ 3 h 26"/>
                  <a:gd name="T4" fmla="*/ 28 w 31"/>
                  <a:gd name="T5" fmla="*/ 1 h 26"/>
                  <a:gd name="T6" fmla="*/ 2 w 31"/>
                  <a:gd name="T7" fmla="*/ 22 h 26"/>
                  <a:gd name="T8" fmla="*/ 5 w 31"/>
                  <a:gd name="T9" fmla="*/ 25 h 26"/>
                </a:gdLst>
                <a:ahLst/>
                <a:cxnLst>
                  <a:cxn ang="0">
                    <a:pos x="T0" y="T1"/>
                  </a:cxn>
                  <a:cxn ang="0">
                    <a:pos x="T2" y="T3"/>
                  </a:cxn>
                  <a:cxn ang="0">
                    <a:pos x="T4" y="T5"/>
                  </a:cxn>
                  <a:cxn ang="0">
                    <a:pos x="T6" y="T7"/>
                  </a:cxn>
                  <a:cxn ang="0">
                    <a:pos x="T8" y="T9"/>
                  </a:cxn>
                </a:cxnLst>
                <a:rect l="0" t="0" r="r" b="b"/>
                <a:pathLst>
                  <a:path w="31" h="26">
                    <a:moveTo>
                      <a:pt x="5" y="25"/>
                    </a:moveTo>
                    <a:cubicBezTo>
                      <a:pt x="12" y="16"/>
                      <a:pt x="21" y="10"/>
                      <a:pt x="30" y="3"/>
                    </a:cubicBezTo>
                    <a:cubicBezTo>
                      <a:pt x="31" y="2"/>
                      <a:pt x="30" y="0"/>
                      <a:pt x="28" y="1"/>
                    </a:cubicBezTo>
                    <a:cubicBezTo>
                      <a:pt x="18" y="4"/>
                      <a:pt x="8" y="13"/>
                      <a:pt x="2" y="22"/>
                    </a:cubicBezTo>
                    <a:cubicBezTo>
                      <a:pt x="0" y="24"/>
                      <a:pt x="3" y="26"/>
                      <a:pt x="5"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95" name="Freeform 613">
                <a:extLst>
                  <a:ext uri="{FF2B5EF4-FFF2-40B4-BE49-F238E27FC236}">
                    <a16:creationId xmlns:a16="http://schemas.microsoft.com/office/drawing/2014/main" id="{25553FA0-92FB-05F0-106A-3617E2A1DA9A}"/>
                  </a:ext>
                </a:extLst>
              </p:cNvPr>
              <p:cNvSpPr/>
              <p:nvPr/>
            </p:nvSpPr>
            <p:spPr bwMode="auto">
              <a:xfrm>
                <a:off x="3859" y="2592"/>
                <a:ext cx="43" cy="41"/>
              </a:xfrm>
              <a:custGeom>
                <a:avLst/>
                <a:gdLst>
                  <a:gd name="T0" fmla="*/ 4 w 25"/>
                  <a:gd name="T1" fmla="*/ 22 h 23"/>
                  <a:gd name="T2" fmla="*/ 23 w 25"/>
                  <a:gd name="T3" fmla="*/ 3 h 23"/>
                  <a:gd name="T4" fmla="*/ 22 w 25"/>
                  <a:gd name="T5" fmla="*/ 1 h 23"/>
                  <a:gd name="T6" fmla="*/ 1 w 25"/>
                  <a:gd name="T7" fmla="*/ 19 h 23"/>
                  <a:gd name="T8" fmla="*/ 4 w 25"/>
                  <a:gd name="T9" fmla="*/ 22 h 23"/>
                </a:gdLst>
                <a:ahLst/>
                <a:cxnLst>
                  <a:cxn ang="0">
                    <a:pos x="T0" y="T1"/>
                  </a:cxn>
                  <a:cxn ang="0">
                    <a:pos x="T2" y="T3"/>
                  </a:cxn>
                  <a:cxn ang="0">
                    <a:pos x="T4" y="T5"/>
                  </a:cxn>
                  <a:cxn ang="0">
                    <a:pos x="T6" y="T7"/>
                  </a:cxn>
                  <a:cxn ang="0">
                    <a:pos x="T8" y="T9"/>
                  </a:cxn>
                </a:cxnLst>
                <a:rect l="0" t="0" r="r" b="b"/>
                <a:pathLst>
                  <a:path w="25" h="23">
                    <a:moveTo>
                      <a:pt x="4" y="22"/>
                    </a:moveTo>
                    <a:cubicBezTo>
                      <a:pt x="10" y="15"/>
                      <a:pt x="17" y="9"/>
                      <a:pt x="23" y="3"/>
                    </a:cubicBezTo>
                    <a:cubicBezTo>
                      <a:pt x="25" y="2"/>
                      <a:pt x="23" y="0"/>
                      <a:pt x="22" y="1"/>
                    </a:cubicBezTo>
                    <a:cubicBezTo>
                      <a:pt x="14" y="5"/>
                      <a:pt x="7" y="12"/>
                      <a:pt x="1" y="19"/>
                    </a:cubicBezTo>
                    <a:cubicBezTo>
                      <a:pt x="0" y="21"/>
                      <a:pt x="2" y="23"/>
                      <a:pt x="4"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96" name="Freeform 614">
                <a:extLst>
                  <a:ext uri="{FF2B5EF4-FFF2-40B4-BE49-F238E27FC236}">
                    <a16:creationId xmlns:a16="http://schemas.microsoft.com/office/drawing/2014/main" id="{527BF2EE-C9D9-01FA-742C-F0CB98F6EFB4}"/>
                  </a:ext>
                </a:extLst>
              </p:cNvPr>
              <p:cNvSpPr/>
              <p:nvPr/>
            </p:nvSpPr>
            <p:spPr bwMode="auto">
              <a:xfrm>
                <a:off x="3895" y="2631"/>
                <a:ext cx="27" cy="28"/>
              </a:xfrm>
              <a:custGeom>
                <a:avLst/>
                <a:gdLst>
                  <a:gd name="T0" fmla="*/ 4 w 15"/>
                  <a:gd name="T1" fmla="*/ 13 h 16"/>
                  <a:gd name="T2" fmla="*/ 14 w 15"/>
                  <a:gd name="T3" fmla="*/ 3 h 16"/>
                  <a:gd name="T4" fmla="*/ 13 w 15"/>
                  <a:gd name="T5" fmla="*/ 0 h 16"/>
                  <a:gd name="T6" fmla="*/ 1 w 15"/>
                  <a:gd name="T7" fmla="*/ 12 h 16"/>
                  <a:gd name="T8" fmla="*/ 4 w 15"/>
                  <a:gd name="T9" fmla="*/ 13 h 16"/>
                </a:gdLst>
                <a:ahLst/>
                <a:cxnLst>
                  <a:cxn ang="0">
                    <a:pos x="T0" y="T1"/>
                  </a:cxn>
                  <a:cxn ang="0">
                    <a:pos x="T2" y="T3"/>
                  </a:cxn>
                  <a:cxn ang="0">
                    <a:pos x="T4" y="T5"/>
                  </a:cxn>
                  <a:cxn ang="0">
                    <a:pos x="T6" y="T7"/>
                  </a:cxn>
                  <a:cxn ang="0">
                    <a:pos x="T8" y="T9"/>
                  </a:cxn>
                </a:cxnLst>
                <a:rect l="0" t="0" r="r" b="b"/>
                <a:pathLst>
                  <a:path w="15" h="16">
                    <a:moveTo>
                      <a:pt x="4" y="13"/>
                    </a:moveTo>
                    <a:cubicBezTo>
                      <a:pt x="6" y="9"/>
                      <a:pt x="10" y="6"/>
                      <a:pt x="14" y="3"/>
                    </a:cubicBezTo>
                    <a:cubicBezTo>
                      <a:pt x="15" y="2"/>
                      <a:pt x="14" y="0"/>
                      <a:pt x="13" y="0"/>
                    </a:cubicBezTo>
                    <a:cubicBezTo>
                      <a:pt x="7" y="1"/>
                      <a:pt x="2" y="7"/>
                      <a:pt x="1" y="12"/>
                    </a:cubicBezTo>
                    <a:cubicBezTo>
                      <a:pt x="0" y="15"/>
                      <a:pt x="4" y="16"/>
                      <a:pt x="4"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97" name="Freeform 615">
                <a:extLst>
                  <a:ext uri="{FF2B5EF4-FFF2-40B4-BE49-F238E27FC236}">
                    <a16:creationId xmlns:a16="http://schemas.microsoft.com/office/drawing/2014/main" id="{AD13A8EC-76B9-C35A-005C-7368EDA44E61}"/>
                  </a:ext>
                </a:extLst>
              </p:cNvPr>
              <p:cNvSpPr/>
              <p:nvPr/>
            </p:nvSpPr>
            <p:spPr bwMode="auto">
              <a:xfrm>
                <a:off x="3931" y="2652"/>
                <a:ext cx="24" cy="25"/>
              </a:xfrm>
              <a:custGeom>
                <a:avLst/>
                <a:gdLst>
                  <a:gd name="T0" fmla="*/ 4 w 14"/>
                  <a:gd name="T1" fmla="*/ 12 h 14"/>
                  <a:gd name="T2" fmla="*/ 13 w 14"/>
                  <a:gd name="T3" fmla="*/ 3 h 14"/>
                  <a:gd name="T4" fmla="*/ 11 w 14"/>
                  <a:gd name="T5" fmla="*/ 1 h 14"/>
                  <a:gd name="T6" fmla="*/ 1 w 14"/>
                  <a:gd name="T7" fmla="*/ 9 h 14"/>
                  <a:gd name="T8" fmla="*/ 4 w 14"/>
                  <a:gd name="T9" fmla="*/ 12 h 14"/>
                </a:gdLst>
                <a:ahLst/>
                <a:cxnLst>
                  <a:cxn ang="0">
                    <a:pos x="T0" y="T1"/>
                  </a:cxn>
                  <a:cxn ang="0">
                    <a:pos x="T2" y="T3"/>
                  </a:cxn>
                  <a:cxn ang="0">
                    <a:pos x="T4" y="T5"/>
                  </a:cxn>
                  <a:cxn ang="0">
                    <a:pos x="T6" y="T7"/>
                  </a:cxn>
                  <a:cxn ang="0">
                    <a:pos x="T8" y="T9"/>
                  </a:cxn>
                </a:cxnLst>
                <a:rect l="0" t="0" r="r" b="b"/>
                <a:pathLst>
                  <a:path w="14" h="14">
                    <a:moveTo>
                      <a:pt x="4" y="12"/>
                    </a:moveTo>
                    <a:cubicBezTo>
                      <a:pt x="7" y="9"/>
                      <a:pt x="10" y="6"/>
                      <a:pt x="13" y="3"/>
                    </a:cubicBezTo>
                    <a:cubicBezTo>
                      <a:pt x="14" y="2"/>
                      <a:pt x="12" y="0"/>
                      <a:pt x="11" y="1"/>
                    </a:cubicBezTo>
                    <a:cubicBezTo>
                      <a:pt x="7" y="3"/>
                      <a:pt x="4" y="6"/>
                      <a:pt x="1" y="9"/>
                    </a:cubicBezTo>
                    <a:cubicBezTo>
                      <a:pt x="0" y="11"/>
                      <a:pt x="2" y="14"/>
                      <a:pt x="4"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98" name="Freeform 616">
                <a:extLst>
                  <a:ext uri="{FF2B5EF4-FFF2-40B4-BE49-F238E27FC236}">
                    <a16:creationId xmlns:a16="http://schemas.microsoft.com/office/drawing/2014/main" id="{C18F743F-2BF3-1059-8139-8E9FFFB94473}"/>
                  </a:ext>
                </a:extLst>
              </p:cNvPr>
              <p:cNvSpPr/>
              <p:nvPr/>
            </p:nvSpPr>
            <p:spPr bwMode="auto">
              <a:xfrm>
                <a:off x="3843" y="2453"/>
                <a:ext cx="42" cy="55"/>
              </a:xfrm>
              <a:custGeom>
                <a:avLst/>
                <a:gdLst>
                  <a:gd name="T0" fmla="*/ 4 w 24"/>
                  <a:gd name="T1" fmla="*/ 29 h 31"/>
                  <a:gd name="T2" fmla="*/ 12 w 24"/>
                  <a:gd name="T3" fmla="*/ 16 h 31"/>
                  <a:gd name="T4" fmla="*/ 23 w 24"/>
                  <a:gd name="T5" fmla="*/ 3 h 31"/>
                  <a:gd name="T6" fmla="*/ 21 w 24"/>
                  <a:gd name="T7" fmla="*/ 1 h 31"/>
                  <a:gd name="T8" fmla="*/ 0 w 24"/>
                  <a:gd name="T9" fmla="*/ 28 h 31"/>
                  <a:gd name="T10" fmla="*/ 4 w 24"/>
                  <a:gd name="T11" fmla="*/ 29 h 31"/>
                </a:gdLst>
                <a:ahLst/>
                <a:cxnLst>
                  <a:cxn ang="0">
                    <a:pos x="T0" y="T1"/>
                  </a:cxn>
                  <a:cxn ang="0">
                    <a:pos x="T2" y="T3"/>
                  </a:cxn>
                  <a:cxn ang="0">
                    <a:pos x="T4" y="T5"/>
                  </a:cxn>
                  <a:cxn ang="0">
                    <a:pos x="T6" y="T7"/>
                  </a:cxn>
                  <a:cxn ang="0">
                    <a:pos x="T8" y="T9"/>
                  </a:cxn>
                  <a:cxn ang="0">
                    <a:pos x="T10" y="T11"/>
                  </a:cxn>
                </a:cxnLst>
                <a:rect l="0" t="0" r="r" b="b"/>
                <a:pathLst>
                  <a:path w="24" h="31">
                    <a:moveTo>
                      <a:pt x="4" y="29"/>
                    </a:moveTo>
                    <a:cubicBezTo>
                      <a:pt x="7" y="25"/>
                      <a:pt x="9" y="20"/>
                      <a:pt x="12" y="16"/>
                    </a:cubicBezTo>
                    <a:cubicBezTo>
                      <a:pt x="16" y="12"/>
                      <a:pt x="20" y="8"/>
                      <a:pt x="23" y="3"/>
                    </a:cubicBezTo>
                    <a:cubicBezTo>
                      <a:pt x="24" y="2"/>
                      <a:pt x="23" y="0"/>
                      <a:pt x="21" y="1"/>
                    </a:cubicBezTo>
                    <a:cubicBezTo>
                      <a:pt x="12" y="7"/>
                      <a:pt x="4" y="17"/>
                      <a:pt x="0" y="28"/>
                    </a:cubicBezTo>
                    <a:cubicBezTo>
                      <a:pt x="0" y="30"/>
                      <a:pt x="3" y="31"/>
                      <a:pt x="4"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99" name="Freeform 617">
                <a:extLst>
                  <a:ext uri="{FF2B5EF4-FFF2-40B4-BE49-F238E27FC236}">
                    <a16:creationId xmlns:a16="http://schemas.microsoft.com/office/drawing/2014/main" id="{2F2405C4-DBA9-B864-80B4-F94FA7E95337}"/>
                  </a:ext>
                </a:extLst>
              </p:cNvPr>
              <p:cNvSpPr/>
              <p:nvPr/>
            </p:nvSpPr>
            <p:spPr bwMode="auto">
              <a:xfrm>
                <a:off x="3808" y="2437"/>
                <a:ext cx="33" cy="43"/>
              </a:xfrm>
              <a:custGeom>
                <a:avLst/>
                <a:gdLst>
                  <a:gd name="T0" fmla="*/ 3 w 19"/>
                  <a:gd name="T1" fmla="*/ 23 h 24"/>
                  <a:gd name="T2" fmla="*/ 10 w 19"/>
                  <a:gd name="T3" fmla="*/ 12 h 24"/>
                  <a:gd name="T4" fmla="*/ 18 w 19"/>
                  <a:gd name="T5" fmla="*/ 3 h 24"/>
                  <a:gd name="T6" fmla="*/ 16 w 19"/>
                  <a:gd name="T7" fmla="*/ 1 h 24"/>
                  <a:gd name="T8" fmla="*/ 0 w 19"/>
                  <a:gd name="T9" fmla="*/ 22 h 24"/>
                  <a:gd name="T10" fmla="*/ 3 w 19"/>
                  <a:gd name="T11" fmla="*/ 23 h 24"/>
                </a:gdLst>
                <a:ahLst/>
                <a:cxnLst>
                  <a:cxn ang="0">
                    <a:pos x="T0" y="T1"/>
                  </a:cxn>
                  <a:cxn ang="0">
                    <a:pos x="T2" y="T3"/>
                  </a:cxn>
                  <a:cxn ang="0">
                    <a:pos x="T4" y="T5"/>
                  </a:cxn>
                  <a:cxn ang="0">
                    <a:pos x="T6" y="T7"/>
                  </a:cxn>
                  <a:cxn ang="0">
                    <a:pos x="T8" y="T9"/>
                  </a:cxn>
                  <a:cxn ang="0">
                    <a:pos x="T10" y="T11"/>
                  </a:cxn>
                </a:cxnLst>
                <a:rect l="0" t="0" r="r" b="b"/>
                <a:pathLst>
                  <a:path w="19" h="24">
                    <a:moveTo>
                      <a:pt x="3" y="23"/>
                    </a:moveTo>
                    <a:cubicBezTo>
                      <a:pt x="5" y="19"/>
                      <a:pt x="8" y="15"/>
                      <a:pt x="10" y="12"/>
                    </a:cubicBezTo>
                    <a:cubicBezTo>
                      <a:pt x="13" y="9"/>
                      <a:pt x="15" y="6"/>
                      <a:pt x="18" y="3"/>
                    </a:cubicBezTo>
                    <a:cubicBezTo>
                      <a:pt x="19" y="2"/>
                      <a:pt x="17" y="0"/>
                      <a:pt x="16" y="1"/>
                    </a:cubicBezTo>
                    <a:cubicBezTo>
                      <a:pt x="8" y="6"/>
                      <a:pt x="3" y="14"/>
                      <a:pt x="0" y="22"/>
                    </a:cubicBezTo>
                    <a:cubicBezTo>
                      <a:pt x="0" y="23"/>
                      <a:pt x="2" y="24"/>
                      <a:pt x="3"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0" name="Freeform 618">
                <a:extLst>
                  <a:ext uri="{FF2B5EF4-FFF2-40B4-BE49-F238E27FC236}">
                    <a16:creationId xmlns:a16="http://schemas.microsoft.com/office/drawing/2014/main" id="{F1F0F7EB-FC12-A5D6-7B3A-76444EC1C500}"/>
                  </a:ext>
                </a:extLst>
              </p:cNvPr>
              <p:cNvSpPr/>
              <p:nvPr/>
            </p:nvSpPr>
            <p:spPr bwMode="auto">
              <a:xfrm>
                <a:off x="3771" y="2420"/>
                <a:ext cx="24" cy="39"/>
              </a:xfrm>
              <a:custGeom>
                <a:avLst/>
                <a:gdLst>
                  <a:gd name="T0" fmla="*/ 4 w 14"/>
                  <a:gd name="T1" fmla="*/ 20 h 22"/>
                  <a:gd name="T2" fmla="*/ 13 w 14"/>
                  <a:gd name="T3" fmla="*/ 3 h 22"/>
                  <a:gd name="T4" fmla="*/ 11 w 14"/>
                  <a:gd name="T5" fmla="*/ 1 h 22"/>
                  <a:gd name="T6" fmla="*/ 1 w 14"/>
                  <a:gd name="T7" fmla="*/ 19 h 22"/>
                  <a:gd name="T8" fmla="*/ 4 w 14"/>
                  <a:gd name="T9" fmla="*/ 20 h 22"/>
                </a:gdLst>
                <a:ahLst/>
                <a:cxnLst>
                  <a:cxn ang="0">
                    <a:pos x="T0" y="T1"/>
                  </a:cxn>
                  <a:cxn ang="0">
                    <a:pos x="T2" y="T3"/>
                  </a:cxn>
                  <a:cxn ang="0">
                    <a:pos x="T4" y="T5"/>
                  </a:cxn>
                  <a:cxn ang="0">
                    <a:pos x="T6" y="T7"/>
                  </a:cxn>
                  <a:cxn ang="0">
                    <a:pos x="T8" y="T9"/>
                  </a:cxn>
                </a:cxnLst>
                <a:rect l="0" t="0" r="r" b="b"/>
                <a:pathLst>
                  <a:path w="14" h="22">
                    <a:moveTo>
                      <a:pt x="4" y="20"/>
                    </a:moveTo>
                    <a:cubicBezTo>
                      <a:pt x="6" y="14"/>
                      <a:pt x="9" y="8"/>
                      <a:pt x="13" y="3"/>
                    </a:cubicBezTo>
                    <a:cubicBezTo>
                      <a:pt x="14" y="2"/>
                      <a:pt x="12" y="0"/>
                      <a:pt x="11" y="1"/>
                    </a:cubicBezTo>
                    <a:cubicBezTo>
                      <a:pt x="5" y="5"/>
                      <a:pt x="2" y="12"/>
                      <a:pt x="1" y="19"/>
                    </a:cubicBezTo>
                    <a:cubicBezTo>
                      <a:pt x="0" y="21"/>
                      <a:pt x="3" y="22"/>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1" name="Freeform 619">
                <a:extLst>
                  <a:ext uri="{FF2B5EF4-FFF2-40B4-BE49-F238E27FC236}">
                    <a16:creationId xmlns:a16="http://schemas.microsoft.com/office/drawing/2014/main" id="{D38E317B-0352-799D-E12B-D9268E2F37BD}"/>
                  </a:ext>
                </a:extLst>
              </p:cNvPr>
              <p:cNvSpPr/>
              <p:nvPr/>
            </p:nvSpPr>
            <p:spPr bwMode="auto">
              <a:xfrm>
                <a:off x="3727" y="2401"/>
                <a:ext cx="23" cy="33"/>
              </a:xfrm>
              <a:custGeom>
                <a:avLst/>
                <a:gdLst>
                  <a:gd name="T0" fmla="*/ 4 w 13"/>
                  <a:gd name="T1" fmla="*/ 16 h 19"/>
                  <a:gd name="T2" fmla="*/ 12 w 13"/>
                  <a:gd name="T3" fmla="*/ 3 h 19"/>
                  <a:gd name="T4" fmla="*/ 10 w 13"/>
                  <a:gd name="T5" fmla="*/ 1 h 19"/>
                  <a:gd name="T6" fmla="*/ 0 w 13"/>
                  <a:gd name="T7" fmla="*/ 15 h 19"/>
                  <a:gd name="T8" fmla="*/ 4 w 13"/>
                  <a:gd name="T9" fmla="*/ 16 h 19"/>
                </a:gdLst>
                <a:ahLst/>
                <a:cxnLst>
                  <a:cxn ang="0">
                    <a:pos x="T0" y="T1"/>
                  </a:cxn>
                  <a:cxn ang="0">
                    <a:pos x="T2" y="T3"/>
                  </a:cxn>
                  <a:cxn ang="0">
                    <a:pos x="T4" y="T5"/>
                  </a:cxn>
                  <a:cxn ang="0">
                    <a:pos x="T6" y="T7"/>
                  </a:cxn>
                  <a:cxn ang="0">
                    <a:pos x="T8" y="T9"/>
                  </a:cxn>
                </a:cxnLst>
                <a:rect l="0" t="0" r="r" b="b"/>
                <a:pathLst>
                  <a:path w="13" h="19">
                    <a:moveTo>
                      <a:pt x="4" y="16"/>
                    </a:moveTo>
                    <a:cubicBezTo>
                      <a:pt x="6" y="11"/>
                      <a:pt x="9" y="7"/>
                      <a:pt x="12" y="3"/>
                    </a:cubicBezTo>
                    <a:cubicBezTo>
                      <a:pt x="13" y="2"/>
                      <a:pt x="12" y="0"/>
                      <a:pt x="10" y="1"/>
                    </a:cubicBezTo>
                    <a:cubicBezTo>
                      <a:pt x="5" y="4"/>
                      <a:pt x="2" y="9"/>
                      <a:pt x="0" y="15"/>
                    </a:cubicBezTo>
                    <a:cubicBezTo>
                      <a:pt x="0" y="18"/>
                      <a:pt x="3" y="19"/>
                      <a:pt x="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2" name="Freeform 620">
                <a:extLst>
                  <a:ext uri="{FF2B5EF4-FFF2-40B4-BE49-F238E27FC236}">
                    <a16:creationId xmlns:a16="http://schemas.microsoft.com/office/drawing/2014/main" id="{48BEF962-84CC-886C-D172-248282B1D1BA}"/>
                  </a:ext>
                </a:extLst>
              </p:cNvPr>
              <p:cNvSpPr/>
              <p:nvPr/>
            </p:nvSpPr>
            <p:spPr bwMode="auto">
              <a:xfrm>
                <a:off x="4323" y="2249"/>
                <a:ext cx="5" cy="4"/>
              </a:xfrm>
              <a:custGeom>
                <a:avLst/>
                <a:gdLst>
                  <a:gd name="T0" fmla="*/ 2 w 3"/>
                  <a:gd name="T1" fmla="*/ 2 h 2"/>
                  <a:gd name="T2" fmla="*/ 2 w 3"/>
                  <a:gd name="T3" fmla="*/ 0 h 2"/>
                  <a:gd name="T4" fmla="*/ 2 w 3"/>
                  <a:gd name="T5" fmla="*/ 2 h 2"/>
                </a:gdLst>
                <a:ahLst/>
                <a:cxnLst>
                  <a:cxn ang="0">
                    <a:pos x="T0" y="T1"/>
                  </a:cxn>
                  <a:cxn ang="0">
                    <a:pos x="T2" y="T3"/>
                  </a:cxn>
                  <a:cxn ang="0">
                    <a:pos x="T4" y="T5"/>
                  </a:cxn>
                </a:cxnLst>
                <a:rect l="0" t="0" r="r" b="b"/>
                <a:pathLst>
                  <a:path w="3" h="2">
                    <a:moveTo>
                      <a:pt x="2" y="2"/>
                    </a:moveTo>
                    <a:cubicBezTo>
                      <a:pt x="3" y="2"/>
                      <a:pt x="3" y="0"/>
                      <a:pt x="2" y="0"/>
                    </a:cubicBezTo>
                    <a:cubicBezTo>
                      <a:pt x="0" y="0"/>
                      <a:pt x="0" y="2"/>
                      <a:pt x="2"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3" name="Freeform 621">
                <a:extLst>
                  <a:ext uri="{FF2B5EF4-FFF2-40B4-BE49-F238E27FC236}">
                    <a16:creationId xmlns:a16="http://schemas.microsoft.com/office/drawing/2014/main" id="{DEDACC1F-7E0B-0D23-7178-439600E6FD0C}"/>
                  </a:ext>
                </a:extLst>
              </p:cNvPr>
              <p:cNvSpPr/>
              <p:nvPr/>
            </p:nvSpPr>
            <p:spPr bwMode="auto">
              <a:xfrm>
                <a:off x="4298" y="2235"/>
                <a:ext cx="77" cy="32"/>
              </a:xfrm>
              <a:custGeom>
                <a:avLst/>
                <a:gdLst>
                  <a:gd name="T0" fmla="*/ 2 w 44"/>
                  <a:gd name="T1" fmla="*/ 4 h 18"/>
                  <a:gd name="T2" fmla="*/ 41 w 44"/>
                  <a:gd name="T3" fmla="*/ 17 h 18"/>
                  <a:gd name="T4" fmla="*/ 42 w 44"/>
                  <a:gd name="T5" fmla="*/ 14 h 18"/>
                  <a:gd name="T6" fmla="*/ 3 w 44"/>
                  <a:gd name="T7" fmla="*/ 0 h 18"/>
                  <a:gd name="T8" fmla="*/ 2 w 44"/>
                  <a:gd name="T9" fmla="*/ 4 h 18"/>
                </a:gdLst>
                <a:ahLst/>
                <a:cxnLst>
                  <a:cxn ang="0">
                    <a:pos x="T0" y="T1"/>
                  </a:cxn>
                  <a:cxn ang="0">
                    <a:pos x="T2" y="T3"/>
                  </a:cxn>
                  <a:cxn ang="0">
                    <a:pos x="T4" y="T5"/>
                  </a:cxn>
                  <a:cxn ang="0">
                    <a:pos x="T6" y="T7"/>
                  </a:cxn>
                  <a:cxn ang="0">
                    <a:pos x="T8" y="T9"/>
                  </a:cxn>
                </a:cxnLst>
                <a:rect l="0" t="0" r="r" b="b"/>
                <a:pathLst>
                  <a:path w="44" h="18">
                    <a:moveTo>
                      <a:pt x="2" y="4"/>
                    </a:moveTo>
                    <a:cubicBezTo>
                      <a:pt x="15" y="8"/>
                      <a:pt x="28" y="12"/>
                      <a:pt x="41" y="17"/>
                    </a:cubicBezTo>
                    <a:cubicBezTo>
                      <a:pt x="43" y="18"/>
                      <a:pt x="44" y="15"/>
                      <a:pt x="42" y="14"/>
                    </a:cubicBezTo>
                    <a:cubicBezTo>
                      <a:pt x="31" y="7"/>
                      <a:pt x="17" y="2"/>
                      <a:pt x="3" y="0"/>
                    </a:cubicBezTo>
                    <a:cubicBezTo>
                      <a:pt x="1" y="0"/>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4" name="Freeform 622">
                <a:extLst>
                  <a:ext uri="{FF2B5EF4-FFF2-40B4-BE49-F238E27FC236}">
                    <a16:creationId xmlns:a16="http://schemas.microsoft.com/office/drawing/2014/main" id="{87C42B0F-7D0F-5D93-0CF2-3804E3C34844}"/>
                  </a:ext>
                </a:extLst>
              </p:cNvPr>
              <p:cNvSpPr/>
              <p:nvPr/>
            </p:nvSpPr>
            <p:spPr bwMode="auto">
              <a:xfrm>
                <a:off x="4282" y="2277"/>
                <a:ext cx="35" cy="16"/>
              </a:xfrm>
              <a:custGeom>
                <a:avLst/>
                <a:gdLst>
                  <a:gd name="T0" fmla="*/ 2 w 20"/>
                  <a:gd name="T1" fmla="*/ 4 h 9"/>
                  <a:gd name="T2" fmla="*/ 17 w 20"/>
                  <a:gd name="T3" fmla="*/ 8 h 9"/>
                  <a:gd name="T4" fmla="*/ 19 w 20"/>
                  <a:gd name="T5" fmla="*/ 5 h 9"/>
                  <a:gd name="T6" fmla="*/ 2 w 20"/>
                  <a:gd name="T7" fmla="*/ 1 h 9"/>
                  <a:gd name="T8" fmla="*/ 2 w 20"/>
                  <a:gd name="T9" fmla="*/ 4 h 9"/>
                </a:gdLst>
                <a:ahLst/>
                <a:cxnLst>
                  <a:cxn ang="0">
                    <a:pos x="T0" y="T1"/>
                  </a:cxn>
                  <a:cxn ang="0">
                    <a:pos x="T2" y="T3"/>
                  </a:cxn>
                  <a:cxn ang="0">
                    <a:pos x="T4" y="T5"/>
                  </a:cxn>
                  <a:cxn ang="0">
                    <a:pos x="T6" y="T7"/>
                  </a:cxn>
                  <a:cxn ang="0">
                    <a:pos x="T8" y="T9"/>
                  </a:cxn>
                </a:cxnLst>
                <a:rect l="0" t="0" r="r" b="b"/>
                <a:pathLst>
                  <a:path w="20" h="9">
                    <a:moveTo>
                      <a:pt x="2" y="4"/>
                    </a:moveTo>
                    <a:cubicBezTo>
                      <a:pt x="7" y="4"/>
                      <a:pt x="12" y="6"/>
                      <a:pt x="17" y="8"/>
                    </a:cubicBezTo>
                    <a:cubicBezTo>
                      <a:pt x="18" y="9"/>
                      <a:pt x="20" y="6"/>
                      <a:pt x="19" y="5"/>
                    </a:cubicBezTo>
                    <a:cubicBezTo>
                      <a:pt x="14" y="2"/>
                      <a:pt x="8" y="0"/>
                      <a:pt x="2" y="1"/>
                    </a:cubicBezTo>
                    <a:cubicBezTo>
                      <a:pt x="0" y="1"/>
                      <a:pt x="0" y="3"/>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5" name="Freeform 623">
                <a:extLst>
                  <a:ext uri="{FF2B5EF4-FFF2-40B4-BE49-F238E27FC236}">
                    <a16:creationId xmlns:a16="http://schemas.microsoft.com/office/drawing/2014/main" id="{C6804C70-B825-EC27-AC53-F91F04C60B6B}"/>
                  </a:ext>
                </a:extLst>
              </p:cNvPr>
              <p:cNvSpPr/>
              <p:nvPr/>
            </p:nvSpPr>
            <p:spPr bwMode="auto">
              <a:xfrm>
                <a:off x="4259" y="2306"/>
                <a:ext cx="37" cy="14"/>
              </a:xfrm>
              <a:custGeom>
                <a:avLst/>
                <a:gdLst>
                  <a:gd name="T0" fmla="*/ 2 w 21"/>
                  <a:gd name="T1" fmla="*/ 5 h 8"/>
                  <a:gd name="T2" fmla="*/ 19 w 21"/>
                  <a:gd name="T3" fmla="*/ 7 h 8"/>
                  <a:gd name="T4" fmla="*/ 20 w 21"/>
                  <a:gd name="T5" fmla="*/ 5 h 8"/>
                  <a:gd name="T6" fmla="*/ 2 w 21"/>
                  <a:gd name="T7" fmla="*/ 2 h 8"/>
                  <a:gd name="T8" fmla="*/ 2 w 21"/>
                  <a:gd name="T9" fmla="*/ 5 h 8"/>
                </a:gdLst>
                <a:ahLst/>
                <a:cxnLst>
                  <a:cxn ang="0">
                    <a:pos x="T0" y="T1"/>
                  </a:cxn>
                  <a:cxn ang="0">
                    <a:pos x="T2" y="T3"/>
                  </a:cxn>
                  <a:cxn ang="0">
                    <a:pos x="T4" y="T5"/>
                  </a:cxn>
                  <a:cxn ang="0">
                    <a:pos x="T6" y="T7"/>
                  </a:cxn>
                  <a:cxn ang="0">
                    <a:pos x="T8" y="T9"/>
                  </a:cxn>
                </a:cxnLst>
                <a:rect l="0" t="0" r="r" b="b"/>
                <a:pathLst>
                  <a:path w="21" h="8">
                    <a:moveTo>
                      <a:pt x="2" y="5"/>
                    </a:moveTo>
                    <a:cubicBezTo>
                      <a:pt x="8" y="4"/>
                      <a:pt x="13" y="6"/>
                      <a:pt x="19" y="7"/>
                    </a:cubicBezTo>
                    <a:cubicBezTo>
                      <a:pt x="20" y="8"/>
                      <a:pt x="21" y="6"/>
                      <a:pt x="20" y="5"/>
                    </a:cubicBezTo>
                    <a:cubicBezTo>
                      <a:pt x="15" y="1"/>
                      <a:pt x="8" y="0"/>
                      <a:pt x="2" y="2"/>
                    </a:cubicBezTo>
                    <a:cubicBezTo>
                      <a:pt x="0" y="2"/>
                      <a:pt x="0" y="5"/>
                      <a:pt x="2"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6" name="Freeform 624">
                <a:extLst>
                  <a:ext uri="{FF2B5EF4-FFF2-40B4-BE49-F238E27FC236}">
                    <a16:creationId xmlns:a16="http://schemas.microsoft.com/office/drawing/2014/main" id="{FBE96734-F3CE-7267-0888-1DB89F5D3085}"/>
                  </a:ext>
                </a:extLst>
              </p:cNvPr>
              <p:cNvSpPr/>
              <p:nvPr/>
            </p:nvSpPr>
            <p:spPr bwMode="auto">
              <a:xfrm>
                <a:off x="4249" y="2337"/>
                <a:ext cx="14" cy="7"/>
              </a:xfrm>
              <a:custGeom>
                <a:avLst/>
                <a:gdLst>
                  <a:gd name="T0" fmla="*/ 2 w 8"/>
                  <a:gd name="T1" fmla="*/ 4 h 4"/>
                  <a:gd name="T2" fmla="*/ 7 w 8"/>
                  <a:gd name="T3" fmla="*/ 4 h 4"/>
                  <a:gd name="T4" fmla="*/ 7 w 8"/>
                  <a:gd name="T5" fmla="*/ 1 h 4"/>
                  <a:gd name="T6" fmla="*/ 2 w 8"/>
                  <a:gd name="T7" fmla="*/ 0 h 4"/>
                  <a:gd name="T8" fmla="*/ 2 w 8"/>
                  <a:gd name="T9" fmla="*/ 4 h 4"/>
                </a:gdLst>
                <a:ahLst/>
                <a:cxnLst>
                  <a:cxn ang="0">
                    <a:pos x="T0" y="T1"/>
                  </a:cxn>
                  <a:cxn ang="0">
                    <a:pos x="T2" y="T3"/>
                  </a:cxn>
                  <a:cxn ang="0">
                    <a:pos x="T4" y="T5"/>
                  </a:cxn>
                  <a:cxn ang="0">
                    <a:pos x="T6" y="T7"/>
                  </a:cxn>
                  <a:cxn ang="0">
                    <a:pos x="T8" y="T9"/>
                  </a:cxn>
                </a:cxnLst>
                <a:rect l="0" t="0" r="r" b="b"/>
                <a:pathLst>
                  <a:path w="8" h="4">
                    <a:moveTo>
                      <a:pt x="2" y="4"/>
                    </a:moveTo>
                    <a:cubicBezTo>
                      <a:pt x="4" y="4"/>
                      <a:pt x="6" y="4"/>
                      <a:pt x="7" y="4"/>
                    </a:cubicBezTo>
                    <a:cubicBezTo>
                      <a:pt x="8" y="3"/>
                      <a:pt x="8" y="1"/>
                      <a:pt x="7" y="1"/>
                    </a:cubicBezTo>
                    <a:cubicBezTo>
                      <a:pt x="6" y="0"/>
                      <a:pt x="4" y="0"/>
                      <a:pt x="2" y="0"/>
                    </a:cubicBezTo>
                    <a:cubicBezTo>
                      <a:pt x="0" y="0"/>
                      <a:pt x="0" y="4"/>
                      <a:pt x="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7" name="Freeform 625">
                <a:extLst>
                  <a:ext uri="{FF2B5EF4-FFF2-40B4-BE49-F238E27FC236}">
                    <a16:creationId xmlns:a16="http://schemas.microsoft.com/office/drawing/2014/main" id="{29E1D935-D73F-3EE0-6BF0-6CA69CFAB4A4}"/>
                  </a:ext>
                </a:extLst>
              </p:cNvPr>
              <p:cNvSpPr/>
              <p:nvPr/>
            </p:nvSpPr>
            <p:spPr bwMode="auto">
              <a:xfrm>
                <a:off x="4483" y="2444"/>
                <a:ext cx="66" cy="60"/>
              </a:xfrm>
              <a:custGeom>
                <a:avLst/>
                <a:gdLst>
                  <a:gd name="T0" fmla="*/ 3 w 38"/>
                  <a:gd name="T1" fmla="*/ 33 h 34"/>
                  <a:gd name="T2" fmla="*/ 37 w 38"/>
                  <a:gd name="T3" fmla="*/ 4 h 34"/>
                  <a:gd name="T4" fmla="*/ 35 w 38"/>
                  <a:gd name="T5" fmla="*/ 1 h 34"/>
                  <a:gd name="T6" fmla="*/ 1 w 38"/>
                  <a:gd name="T7" fmla="*/ 31 h 34"/>
                  <a:gd name="T8" fmla="*/ 3 w 38"/>
                  <a:gd name="T9" fmla="*/ 33 h 34"/>
                </a:gdLst>
                <a:ahLst/>
                <a:cxnLst>
                  <a:cxn ang="0">
                    <a:pos x="T0" y="T1"/>
                  </a:cxn>
                  <a:cxn ang="0">
                    <a:pos x="T2" y="T3"/>
                  </a:cxn>
                  <a:cxn ang="0">
                    <a:pos x="T4" y="T5"/>
                  </a:cxn>
                  <a:cxn ang="0">
                    <a:pos x="T6" y="T7"/>
                  </a:cxn>
                  <a:cxn ang="0">
                    <a:pos x="T8" y="T9"/>
                  </a:cxn>
                </a:cxnLst>
                <a:rect l="0" t="0" r="r" b="b"/>
                <a:pathLst>
                  <a:path w="38" h="34">
                    <a:moveTo>
                      <a:pt x="3" y="33"/>
                    </a:moveTo>
                    <a:cubicBezTo>
                      <a:pt x="14" y="22"/>
                      <a:pt x="26" y="13"/>
                      <a:pt x="37" y="4"/>
                    </a:cubicBezTo>
                    <a:cubicBezTo>
                      <a:pt x="38" y="3"/>
                      <a:pt x="37" y="0"/>
                      <a:pt x="35" y="1"/>
                    </a:cubicBezTo>
                    <a:cubicBezTo>
                      <a:pt x="22" y="8"/>
                      <a:pt x="10" y="19"/>
                      <a:pt x="1" y="31"/>
                    </a:cubicBezTo>
                    <a:cubicBezTo>
                      <a:pt x="0" y="32"/>
                      <a:pt x="2" y="34"/>
                      <a:pt x="3"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8" name="Freeform 626">
                <a:extLst>
                  <a:ext uri="{FF2B5EF4-FFF2-40B4-BE49-F238E27FC236}">
                    <a16:creationId xmlns:a16="http://schemas.microsoft.com/office/drawing/2014/main" id="{1DD2CBFA-17BB-3FAB-F8DF-2186390162F0}"/>
                  </a:ext>
                </a:extLst>
              </p:cNvPr>
              <p:cNvSpPr/>
              <p:nvPr/>
            </p:nvSpPr>
            <p:spPr bwMode="auto">
              <a:xfrm>
                <a:off x="4539" y="2471"/>
                <a:ext cx="40" cy="47"/>
              </a:xfrm>
              <a:custGeom>
                <a:avLst/>
                <a:gdLst>
                  <a:gd name="T0" fmla="*/ 3 w 23"/>
                  <a:gd name="T1" fmla="*/ 25 h 27"/>
                  <a:gd name="T2" fmla="*/ 22 w 23"/>
                  <a:gd name="T3" fmla="*/ 3 h 27"/>
                  <a:gd name="T4" fmla="*/ 20 w 23"/>
                  <a:gd name="T5" fmla="*/ 0 h 27"/>
                  <a:gd name="T6" fmla="*/ 0 w 23"/>
                  <a:gd name="T7" fmla="*/ 24 h 27"/>
                  <a:gd name="T8" fmla="*/ 3 w 23"/>
                  <a:gd name="T9" fmla="*/ 25 h 27"/>
                </a:gdLst>
                <a:ahLst/>
                <a:cxnLst>
                  <a:cxn ang="0">
                    <a:pos x="T0" y="T1"/>
                  </a:cxn>
                  <a:cxn ang="0">
                    <a:pos x="T2" y="T3"/>
                  </a:cxn>
                  <a:cxn ang="0">
                    <a:pos x="T4" y="T5"/>
                  </a:cxn>
                  <a:cxn ang="0">
                    <a:pos x="T6" y="T7"/>
                  </a:cxn>
                  <a:cxn ang="0">
                    <a:pos x="T8" y="T9"/>
                  </a:cxn>
                </a:cxnLst>
                <a:rect l="0" t="0" r="r" b="b"/>
                <a:pathLst>
                  <a:path w="23" h="27">
                    <a:moveTo>
                      <a:pt x="3" y="25"/>
                    </a:moveTo>
                    <a:cubicBezTo>
                      <a:pt x="7" y="16"/>
                      <a:pt x="14" y="9"/>
                      <a:pt x="22" y="3"/>
                    </a:cubicBezTo>
                    <a:cubicBezTo>
                      <a:pt x="23" y="2"/>
                      <a:pt x="22" y="0"/>
                      <a:pt x="20" y="0"/>
                    </a:cubicBezTo>
                    <a:cubicBezTo>
                      <a:pt x="10" y="4"/>
                      <a:pt x="3" y="14"/>
                      <a:pt x="0" y="24"/>
                    </a:cubicBezTo>
                    <a:cubicBezTo>
                      <a:pt x="0" y="25"/>
                      <a:pt x="2" y="27"/>
                      <a:pt x="3"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9" name="Freeform 627">
                <a:extLst>
                  <a:ext uri="{FF2B5EF4-FFF2-40B4-BE49-F238E27FC236}">
                    <a16:creationId xmlns:a16="http://schemas.microsoft.com/office/drawing/2014/main" id="{E25A073B-0105-B344-D30A-463DCF4955C3}"/>
                  </a:ext>
                </a:extLst>
              </p:cNvPr>
              <p:cNvSpPr/>
              <p:nvPr/>
            </p:nvSpPr>
            <p:spPr bwMode="auto">
              <a:xfrm>
                <a:off x="4570" y="2495"/>
                <a:ext cx="32" cy="36"/>
              </a:xfrm>
              <a:custGeom>
                <a:avLst/>
                <a:gdLst>
                  <a:gd name="T0" fmla="*/ 4 w 18"/>
                  <a:gd name="T1" fmla="*/ 18 h 20"/>
                  <a:gd name="T2" fmla="*/ 17 w 18"/>
                  <a:gd name="T3" fmla="*/ 3 h 20"/>
                  <a:gd name="T4" fmla="*/ 15 w 18"/>
                  <a:gd name="T5" fmla="*/ 1 h 20"/>
                  <a:gd name="T6" fmla="*/ 1 w 18"/>
                  <a:gd name="T7" fmla="*/ 16 h 20"/>
                  <a:gd name="T8" fmla="*/ 4 w 18"/>
                  <a:gd name="T9" fmla="*/ 18 h 20"/>
                </a:gdLst>
                <a:ahLst/>
                <a:cxnLst>
                  <a:cxn ang="0">
                    <a:pos x="T0" y="T1"/>
                  </a:cxn>
                  <a:cxn ang="0">
                    <a:pos x="T2" y="T3"/>
                  </a:cxn>
                  <a:cxn ang="0">
                    <a:pos x="T4" y="T5"/>
                  </a:cxn>
                  <a:cxn ang="0">
                    <a:pos x="T6" y="T7"/>
                  </a:cxn>
                  <a:cxn ang="0">
                    <a:pos x="T8" y="T9"/>
                  </a:cxn>
                </a:cxnLst>
                <a:rect l="0" t="0" r="r" b="b"/>
                <a:pathLst>
                  <a:path w="18" h="20">
                    <a:moveTo>
                      <a:pt x="4" y="18"/>
                    </a:moveTo>
                    <a:cubicBezTo>
                      <a:pt x="8" y="13"/>
                      <a:pt x="12" y="8"/>
                      <a:pt x="17" y="3"/>
                    </a:cubicBezTo>
                    <a:cubicBezTo>
                      <a:pt x="18" y="2"/>
                      <a:pt x="16" y="0"/>
                      <a:pt x="15" y="1"/>
                    </a:cubicBezTo>
                    <a:cubicBezTo>
                      <a:pt x="9" y="4"/>
                      <a:pt x="4" y="10"/>
                      <a:pt x="1" y="16"/>
                    </a:cubicBezTo>
                    <a:cubicBezTo>
                      <a:pt x="0" y="18"/>
                      <a:pt x="3" y="20"/>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0" name="Freeform 628">
                <a:extLst>
                  <a:ext uri="{FF2B5EF4-FFF2-40B4-BE49-F238E27FC236}">
                    <a16:creationId xmlns:a16="http://schemas.microsoft.com/office/drawing/2014/main" id="{177F3B30-3398-889B-325A-D369C25EE8D0}"/>
                  </a:ext>
                </a:extLst>
              </p:cNvPr>
              <p:cNvSpPr/>
              <p:nvPr/>
            </p:nvSpPr>
            <p:spPr bwMode="auto">
              <a:xfrm>
                <a:off x="4627" y="2515"/>
                <a:ext cx="23" cy="28"/>
              </a:xfrm>
              <a:custGeom>
                <a:avLst/>
                <a:gdLst>
                  <a:gd name="T0" fmla="*/ 5 w 13"/>
                  <a:gd name="T1" fmla="*/ 14 h 16"/>
                  <a:gd name="T2" fmla="*/ 12 w 13"/>
                  <a:gd name="T3" fmla="*/ 3 h 16"/>
                  <a:gd name="T4" fmla="*/ 9 w 13"/>
                  <a:gd name="T5" fmla="*/ 1 h 16"/>
                  <a:gd name="T6" fmla="*/ 1 w 13"/>
                  <a:gd name="T7" fmla="*/ 12 h 16"/>
                  <a:gd name="T8" fmla="*/ 5 w 13"/>
                  <a:gd name="T9" fmla="*/ 14 h 16"/>
                </a:gdLst>
                <a:ahLst/>
                <a:cxnLst>
                  <a:cxn ang="0">
                    <a:pos x="T0" y="T1"/>
                  </a:cxn>
                  <a:cxn ang="0">
                    <a:pos x="T2" y="T3"/>
                  </a:cxn>
                  <a:cxn ang="0">
                    <a:pos x="T4" y="T5"/>
                  </a:cxn>
                  <a:cxn ang="0">
                    <a:pos x="T6" y="T7"/>
                  </a:cxn>
                  <a:cxn ang="0">
                    <a:pos x="T8" y="T9"/>
                  </a:cxn>
                </a:cxnLst>
                <a:rect l="0" t="0" r="r" b="b"/>
                <a:pathLst>
                  <a:path w="13" h="16">
                    <a:moveTo>
                      <a:pt x="5" y="14"/>
                    </a:moveTo>
                    <a:cubicBezTo>
                      <a:pt x="7" y="11"/>
                      <a:pt x="11" y="7"/>
                      <a:pt x="12" y="3"/>
                    </a:cubicBezTo>
                    <a:cubicBezTo>
                      <a:pt x="13" y="1"/>
                      <a:pt x="11" y="0"/>
                      <a:pt x="9" y="1"/>
                    </a:cubicBezTo>
                    <a:cubicBezTo>
                      <a:pt x="6" y="4"/>
                      <a:pt x="4" y="9"/>
                      <a:pt x="1" y="12"/>
                    </a:cubicBezTo>
                    <a:cubicBezTo>
                      <a:pt x="0" y="14"/>
                      <a:pt x="3" y="16"/>
                      <a:pt x="5"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1" name="Freeform 629">
                <a:extLst>
                  <a:ext uri="{FF2B5EF4-FFF2-40B4-BE49-F238E27FC236}">
                    <a16:creationId xmlns:a16="http://schemas.microsoft.com/office/drawing/2014/main" id="{7A16C143-926B-1F28-3731-0006D9F9C033}"/>
                  </a:ext>
                </a:extLst>
              </p:cNvPr>
              <p:cNvSpPr/>
              <p:nvPr/>
            </p:nvSpPr>
            <p:spPr bwMode="auto">
              <a:xfrm>
                <a:off x="4667" y="2524"/>
                <a:ext cx="32" cy="38"/>
              </a:xfrm>
              <a:custGeom>
                <a:avLst/>
                <a:gdLst>
                  <a:gd name="T0" fmla="*/ 5 w 18"/>
                  <a:gd name="T1" fmla="*/ 20 h 22"/>
                  <a:gd name="T2" fmla="*/ 17 w 18"/>
                  <a:gd name="T3" fmla="*/ 3 h 22"/>
                  <a:gd name="T4" fmla="*/ 15 w 18"/>
                  <a:gd name="T5" fmla="*/ 2 h 22"/>
                  <a:gd name="T6" fmla="*/ 1 w 18"/>
                  <a:gd name="T7" fmla="*/ 17 h 22"/>
                  <a:gd name="T8" fmla="*/ 5 w 18"/>
                  <a:gd name="T9" fmla="*/ 20 h 22"/>
                </a:gdLst>
                <a:ahLst/>
                <a:cxnLst>
                  <a:cxn ang="0">
                    <a:pos x="T0" y="T1"/>
                  </a:cxn>
                  <a:cxn ang="0">
                    <a:pos x="T2" y="T3"/>
                  </a:cxn>
                  <a:cxn ang="0">
                    <a:pos x="T4" y="T5"/>
                  </a:cxn>
                  <a:cxn ang="0">
                    <a:pos x="T6" y="T7"/>
                  </a:cxn>
                  <a:cxn ang="0">
                    <a:pos x="T8" y="T9"/>
                  </a:cxn>
                </a:cxnLst>
                <a:rect l="0" t="0" r="r" b="b"/>
                <a:pathLst>
                  <a:path w="18" h="22">
                    <a:moveTo>
                      <a:pt x="5" y="20"/>
                    </a:moveTo>
                    <a:cubicBezTo>
                      <a:pt x="9" y="15"/>
                      <a:pt x="14" y="9"/>
                      <a:pt x="17" y="3"/>
                    </a:cubicBezTo>
                    <a:cubicBezTo>
                      <a:pt x="18" y="2"/>
                      <a:pt x="16" y="0"/>
                      <a:pt x="15" y="2"/>
                    </a:cubicBezTo>
                    <a:cubicBezTo>
                      <a:pt x="9" y="6"/>
                      <a:pt x="5" y="12"/>
                      <a:pt x="1" y="17"/>
                    </a:cubicBezTo>
                    <a:cubicBezTo>
                      <a:pt x="0" y="19"/>
                      <a:pt x="3" y="22"/>
                      <a:pt x="5"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2" name="Freeform 630">
                <a:extLst>
                  <a:ext uri="{FF2B5EF4-FFF2-40B4-BE49-F238E27FC236}">
                    <a16:creationId xmlns:a16="http://schemas.microsoft.com/office/drawing/2014/main" id="{825D34C8-E297-0C78-91B3-0974FEEDE1D8}"/>
                  </a:ext>
                </a:extLst>
              </p:cNvPr>
              <p:cNvSpPr/>
              <p:nvPr/>
            </p:nvSpPr>
            <p:spPr bwMode="auto">
              <a:xfrm>
                <a:off x="4715" y="2555"/>
                <a:ext cx="22" cy="25"/>
              </a:xfrm>
              <a:custGeom>
                <a:avLst/>
                <a:gdLst>
                  <a:gd name="T0" fmla="*/ 5 w 13"/>
                  <a:gd name="T1" fmla="*/ 12 h 14"/>
                  <a:gd name="T2" fmla="*/ 12 w 13"/>
                  <a:gd name="T3" fmla="*/ 3 h 14"/>
                  <a:gd name="T4" fmla="*/ 9 w 13"/>
                  <a:gd name="T5" fmla="*/ 1 h 14"/>
                  <a:gd name="T6" fmla="*/ 2 w 13"/>
                  <a:gd name="T7" fmla="*/ 9 h 14"/>
                  <a:gd name="T8" fmla="*/ 5 w 13"/>
                  <a:gd name="T9" fmla="*/ 12 h 14"/>
                </a:gdLst>
                <a:ahLst/>
                <a:cxnLst>
                  <a:cxn ang="0">
                    <a:pos x="T0" y="T1"/>
                  </a:cxn>
                  <a:cxn ang="0">
                    <a:pos x="T2" y="T3"/>
                  </a:cxn>
                  <a:cxn ang="0">
                    <a:pos x="T4" y="T5"/>
                  </a:cxn>
                  <a:cxn ang="0">
                    <a:pos x="T6" y="T7"/>
                  </a:cxn>
                  <a:cxn ang="0">
                    <a:pos x="T8" y="T9"/>
                  </a:cxn>
                </a:cxnLst>
                <a:rect l="0" t="0" r="r" b="b"/>
                <a:pathLst>
                  <a:path w="13" h="14">
                    <a:moveTo>
                      <a:pt x="5" y="12"/>
                    </a:moveTo>
                    <a:cubicBezTo>
                      <a:pt x="7" y="9"/>
                      <a:pt x="10" y="6"/>
                      <a:pt x="12" y="3"/>
                    </a:cubicBezTo>
                    <a:cubicBezTo>
                      <a:pt x="13" y="1"/>
                      <a:pt x="11" y="0"/>
                      <a:pt x="9" y="1"/>
                    </a:cubicBezTo>
                    <a:cubicBezTo>
                      <a:pt x="6" y="3"/>
                      <a:pt x="4" y="6"/>
                      <a:pt x="2" y="9"/>
                    </a:cubicBezTo>
                    <a:cubicBezTo>
                      <a:pt x="0" y="11"/>
                      <a:pt x="3" y="14"/>
                      <a:pt x="5"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3" name="Freeform 631">
                <a:extLst>
                  <a:ext uri="{FF2B5EF4-FFF2-40B4-BE49-F238E27FC236}">
                    <a16:creationId xmlns:a16="http://schemas.microsoft.com/office/drawing/2014/main" id="{E0B89407-DAC2-9A47-E672-B7CC2F497DF7}"/>
                  </a:ext>
                </a:extLst>
              </p:cNvPr>
              <p:cNvSpPr/>
              <p:nvPr/>
            </p:nvSpPr>
            <p:spPr bwMode="auto">
              <a:xfrm>
                <a:off x="5108" y="2300"/>
                <a:ext cx="25" cy="101"/>
              </a:xfrm>
              <a:custGeom>
                <a:avLst/>
                <a:gdLst>
                  <a:gd name="T0" fmla="*/ 4 w 14"/>
                  <a:gd name="T1" fmla="*/ 55 h 57"/>
                  <a:gd name="T2" fmla="*/ 14 w 14"/>
                  <a:gd name="T3" fmla="*/ 2 h 57"/>
                  <a:gd name="T4" fmla="*/ 11 w 14"/>
                  <a:gd name="T5" fmla="*/ 1 h 57"/>
                  <a:gd name="T6" fmla="*/ 0 w 14"/>
                  <a:gd name="T7" fmla="*/ 54 h 57"/>
                  <a:gd name="T8" fmla="*/ 4 w 14"/>
                  <a:gd name="T9" fmla="*/ 55 h 57"/>
                </a:gdLst>
                <a:ahLst/>
                <a:cxnLst>
                  <a:cxn ang="0">
                    <a:pos x="T0" y="T1"/>
                  </a:cxn>
                  <a:cxn ang="0">
                    <a:pos x="T2" y="T3"/>
                  </a:cxn>
                  <a:cxn ang="0">
                    <a:pos x="T4" y="T5"/>
                  </a:cxn>
                  <a:cxn ang="0">
                    <a:pos x="T6" y="T7"/>
                  </a:cxn>
                  <a:cxn ang="0">
                    <a:pos x="T8" y="T9"/>
                  </a:cxn>
                </a:cxnLst>
                <a:rect l="0" t="0" r="r" b="b"/>
                <a:pathLst>
                  <a:path w="14" h="57">
                    <a:moveTo>
                      <a:pt x="4" y="55"/>
                    </a:moveTo>
                    <a:cubicBezTo>
                      <a:pt x="6" y="37"/>
                      <a:pt x="10" y="20"/>
                      <a:pt x="14" y="2"/>
                    </a:cubicBezTo>
                    <a:cubicBezTo>
                      <a:pt x="14" y="1"/>
                      <a:pt x="12" y="0"/>
                      <a:pt x="11" y="1"/>
                    </a:cubicBezTo>
                    <a:cubicBezTo>
                      <a:pt x="4" y="18"/>
                      <a:pt x="1" y="37"/>
                      <a:pt x="0" y="54"/>
                    </a:cubicBezTo>
                    <a:cubicBezTo>
                      <a:pt x="0" y="56"/>
                      <a:pt x="4" y="57"/>
                      <a:pt x="4" y="5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4" name="Freeform 632">
                <a:extLst>
                  <a:ext uri="{FF2B5EF4-FFF2-40B4-BE49-F238E27FC236}">
                    <a16:creationId xmlns:a16="http://schemas.microsoft.com/office/drawing/2014/main" id="{A9C6EB4A-C0F0-35B3-9C37-D53D46C1E603}"/>
                  </a:ext>
                </a:extLst>
              </p:cNvPr>
              <p:cNvSpPr/>
              <p:nvPr/>
            </p:nvSpPr>
            <p:spPr bwMode="auto">
              <a:xfrm>
                <a:off x="5137" y="2295"/>
                <a:ext cx="26" cy="83"/>
              </a:xfrm>
              <a:custGeom>
                <a:avLst/>
                <a:gdLst>
                  <a:gd name="T0" fmla="*/ 4 w 15"/>
                  <a:gd name="T1" fmla="*/ 45 h 47"/>
                  <a:gd name="T2" fmla="*/ 14 w 15"/>
                  <a:gd name="T3" fmla="*/ 3 h 47"/>
                  <a:gd name="T4" fmla="*/ 12 w 15"/>
                  <a:gd name="T5" fmla="*/ 1 h 47"/>
                  <a:gd name="T6" fmla="*/ 1 w 15"/>
                  <a:gd name="T7" fmla="*/ 45 h 47"/>
                  <a:gd name="T8" fmla="*/ 4 w 15"/>
                  <a:gd name="T9" fmla="*/ 45 h 47"/>
                </a:gdLst>
                <a:ahLst/>
                <a:cxnLst>
                  <a:cxn ang="0">
                    <a:pos x="T0" y="T1"/>
                  </a:cxn>
                  <a:cxn ang="0">
                    <a:pos x="T2" y="T3"/>
                  </a:cxn>
                  <a:cxn ang="0">
                    <a:pos x="T4" y="T5"/>
                  </a:cxn>
                  <a:cxn ang="0">
                    <a:pos x="T6" y="T7"/>
                  </a:cxn>
                  <a:cxn ang="0">
                    <a:pos x="T8" y="T9"/>
                  </a:cxn>
                </a:cxnLst>
                <a:rect l="0" t="0" r="r" b="b"/>
                <a:pathLst>
                  <a:path w="15" h="47">
                    <a:moveTo>
                      <a:pt x="4" y="45"/>
                    </a:moveTo>
                    <a:cubicBezTo>
                      <a:pt x="4" y="30"/>
                      <a:pt x="8" y="16"/>
                      <a:pt x="14" y="3"/>
                    </a:cubicBezTo>
                    <a:cubicBezTo>
                      <a:pt x="15" y="1"/>
                      <a:pt x="13" y="0"/>
                      <a:pt x="12" y="1"/>
                    </a:cubicBezTo>
                    <a:cubicBezTo>
                      <a:pt x="3" y="14"/>
                      <a:pt x="0" y="29"/>
                      <a:pt x="1" y="45"/>
                    </a:cubicBezTo>
                    <a:cubicBezTo>
                      <a:pt x="1" y="47"/>
                      <a:pt x="4" y="47"/>
                      <a:pt x="4" y="4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5" name="Freeform 633">
                <a:extLst>
                  <a:ext uri="{FF2B5EF4-FFF2-40B4-BE49-F238E27FC236}">
                    <a16:creationId xmlns:a16="http://schemas.microsoft.com/office/drawing/2014/main" id="{F31815FA-5E8D-E62C-3FED-59BA5EFCCFA1}"/>
                  </a:ext>
                </a:extLst>
              </p:cNvPr>
              <p:cNvSpPr/>
              <p:nvPr/>
            </p:nvSpPr>
            <p:spPr bwMode="auto">
              <a:xfrm>
                <a:off x="5166" y="2295"/>
                <a:ext cx="18" cy="51"/>
              </a:xfrm>
              <a:custGeom>
                <a:avLst/>
                <a:gdLst>
                  <a:gd name="T0" fmla="*/ 4 w 10"/>
                  <a:gd name="T1" fmla="*/ 26 h 29"/>
                  <a:gd name="T2" fmla="*/ 9 w 10"/>
                  <a:gd name="T3" fmla="*/ 3 h 29"/>
                  <a:gd name="T4" fmla="*/ 7 w 10"/>
                  <a:gd name="T5" fmla="*/ 1 h 29"/>
                  <a:gd name="T6" fmla="*/ 0 w 10"/>
                  <a:gd name="T7" fmla="*/ 26 h 29"/>
                  <a:gd name="T8" fmla="*/ 4 w 10"/>
                  <a:gd name="T9" fmla="*/ 26 h 29"/>
                </a:gdLst>
                <a:ahLst/>
                <a:cxnLst>
                  <a:cxn ang="0">
                    <a:pos x="T0" y="T1"/>
                  </a:cxn>
                  <a:cxn ang="0">
                    <a:pos x="T2" y="T3"/>
                  </a:cxn>
                  <a:cxn ang="0">
                    <a:pos x="T4" y="T5"/>
                  </a:cxn>
                  <a:cxn ang="0">
                    <a:pos x="T6" y="T7"/>
                  </a:cxn>
                  <a:cxn ang="0">
                    <a:pos x="T8" y="T9"/>
                  </a:cxn>
                </a:cxnLst>
                <a:rect l="0" t="0" r="r" b="b"/>
                <a:pathLst>
                  <a:path w="10" h="29">
                    <a:moveTo>
                      <a:pt x="4" y="26"/>
                    </a:moveTo>
                    <a:cubicBezTo>
                      <a:pt x="4" y="18"/>
                      <a:pt x="7" y="10"/>
                      <a:pt x="9" y="3"/>
                    </a:cubicBezTo>
                    <a:cubicBezTo>
                      <a:pt x="10" y="1"/>
                      <a:pt x="7" y="0"/>
                      <a:pt x="7" y="1"/>
                    </a:cubicBezTo>
                    <a:cubicBezTo>
                      <a:pt x="2" y="9"/>
                      <a:pt x="0" y="17"/>
                      <a:pt x="0" y="26"/>
                    </a:cubicBezTo>
                    <a:cubicBezTo>
                      <a:pt x="0" y="29"/>
                      <a:pt x="4" y="29"/>
                      <a:pt x="4"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6" name="Freeform 634">
                <a:extLst>
                  <a:ext uri="{FF2B5EF4-FFF2-40B4-BE49-F238E27FC236}">
                    <a16:creationId xmlns:a16="http://schemas.microsoft.com/office/drawing/2014/main" id="{A9FFF404-BD5F-D0E7-5E34-BDD9758D1A59}"/>
                  </a:ext>
                </a:extLst>
              </p:cNvPr>
              <p:cNvSpPr/>
              <p:nvPr/>
            </p:nvSpPr>
            <p:spPr bwMode="auto">
              <a:xfrm>
                <a:off x="5196" y="2281"/>
                <a:ext cx="25" cy="44"/>
              </a:xfrm>
              <a:custGeom>
                <a:avLst/>
                <a:gdLst>
                  <a:gd name="T0" fmla="*/ 4 w 14"/>
                  <a:gd name="T1" fmla="*/ 23 h 25"/>
                  <a:gd name="T2" fmla="*/ 13 w 14"/>
                  <a:gd name="T3" fmla="*/ 3 h 25"/>
                  <a:gd name="T4" fmla="*/ 11 w 14"/>
                  <a:gd name="T5" fmla="*/ 2 h 25"/>
                  <a:gd name="T6" fmla="*/ 1 w 14"/>
                  <a:gd name="T7" fmla="*/ 21 h 25"/>
                  <a:gd name="T8" fmla="*/ 4 w 14"/>
                  <a:gd name="T9" fmla="*/ 23 h 25"/>
                </a:gdLst>
                <a:ahLst/>
                <a:cxnLst>
                  <a:cxn ang="0">
                    <a:pos x="T0" y="T1"/>
                  </a:cxn>
                  <a:cxn ang="0">
                    <a:pos x="T2" y="T3"/>
                  </a:cxn>
                  <a:cxn ang="0">
                    <a:pos x="T4" y="T5"/>
                  </a:cxn>
                  <a:cxn ang="0">
                    <a:pos x="T6" y="T7"/>
                  </a:cxn>
                  <a:cxn ang="0">
                    <a:pos x="T8" y="T9"/>
                  </a:cxn>
                </a:cxnLst>
                <a:rect l="0" t="0" r="r" b="b"/>
                <a:pathLst>
                  <a:path w="14" h="25">
                    <a:moveTo>
                      <a:pt x="4" y="23"/>
                    </a:moveTo>
                    <a:cubicBezTo>
                      <a:pt x="7" y="17"/>
                      <a:pt x="12" y="10"/>
                      <a:pt x="13" y="3"/>
                    </a:cubicBezTo>
                    <a:cubicBezTo>
                      <a:pt x="14" y="2"/>
                      <a:pt x="12" y="0"/>
                      <a:pt x="11" y="2"/>
                    </a:cubicBezTo>
                    <a:cubicBezTo>
                      <a:pt x="6" y="7"/>
                      <a:pt x="3" y="14"/>
                      <a:pt x="1" y="21"/>
                    </a:cubicBezTo>
                    <a:cubicBezTo>
                      <a:pt x="0" y="23"/>
                      <a:pt x="3" y="25"/>
                      <a:pt x="4"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7" name="Freeform 635">
                <a:extLst>
                  <a:ext uri="{FF2B5EF4-FFF2-40B4-BE49-F238E27FC236}">
                    <a16:creationId xmlns:a16="http://schemas.microsoft.com/office/drawing/2014/main" id="{D0C2A8A2-DF95-697D-06FE-890A07997194}"/>
                  </a:ext>
                </a:extLst>
              </p:cNvPr>
              <p:cNvSpPr/>
              <p:nvPr/>
            </p:nvSpPr>
            <p:spPr bwMode="auto">
              <a:xfrm>
                <a:off x="5087" y="2283"/>
                <a:ext cx="18" cy="47"/>
              </a:xfrm>
              <a:custGeom>
                <a:avLst/>
                <a:gdLst>
                  <a:gd name="T0" fmla="*/ 5 w 10"/>
                  <a:gd name="T1" fmla="*/ 25 h 27"/>
                  <a:gd name="T2" fmla="*/ 9 w 10"/>
                  <a:gd name="T3" fmla="*/ 3 h 27"/>
                  <a:gd name="T4" fmla="*/ 7 w 10"/>
                  <a:gd name="T5" fmla="*/ 2 h 27"/>
                  <a:gd name="T6" fmla="*/ 1 w 10"/>
                  <a:gd name="T7" fmla="*/ 25 h 27"/>
                  <a:gd name="T8" fmla="*/ 5 w 10"/>
                  <a:gd name="T9" fmla="*/ 25 h 27"/>
                </a:gdLst>
                <a:ahLst/>
                <a:cxnLst>
                  <a:cxn ang="0">
                    <a:pos x="T0" y="T1"/>
                  </a:cxn>
                  <a:cxn ang="0">
                    <a:pos x="T2" y="T3"/>
                  </a:cxn>
                  <a:cxn ang="0">
                    <a:pos x="T4" y="T5"/>
                  </a:cxn>
                  <a:cxn ang="0">
                    <a:pos x="T6" y="T7"/>
                  </a:cxn>
                  <a:cxn ang="0">
                    <a:pos x="T8" y="T9"/>
                  </a:cxn>
                </a:cxnLst>
                <a:rect l="0" t="0" r="r" b="b"/>
                <a:pathLst>
                  <a:path w="10" h="27">
                    <a:moveTo>
                      <a:pt x="5" y="25"/>
                    </a:moveTo>
                    <a:cubicBezTo>
                      <a:pt x="5" y="17"/>
                      <a:pt x="7" y="10"/>
                      <a:pt x="9" y="3"/>
                    </a:cubicBezTo>
                    <a:cubicBezTo>
                      <a:pt x="10" y="1"/>
                      <a:pt x="8" y="0"/>
                      <a:pt x="7" y="2"/>
                    </a:cubicBezTo>
                    <a:cubicBezTo>
                      <a:pt x="2" y="8"/>
                      <a:pt x="0" y="17"/>
                      <a:pt x="1" y="25"/>
                    </a:cubicBezTo>
                    <a:cubicBezTo>
                      <a:pt x="1" y="27"/>
                      <a:pt x="4" y="27"/>
                      <a:pt x="5"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8" name="Freeform 636">
                <a:extLst>
                  <a:ext uri="{FF2B5EF4-FFF2-40B4-BE49-F238E27FC236}">
                    <a16:creationId xmlns:a16="http://schemas.microsoft.com/office/drawing/2014/main" id="{16B75C3B-A950-8AE8-7AF3-7A09237F157B}"/>
                  </a:ext>
                </a:extLst>
              </p:cNvPr>
              <p:cNvSpPr/>
              <p:nvPr/>
            </p:nvSpPr>
            <p:spPr bwMode="auto">
              <a:xfrm>
                <a:off x="5057" y="2260"/>
                <a:ext cx="13" cy="37"/>
              </a:xfrm>
              <a:custGeom>
                <a:avLst/>
                <a:gdLst>
                  <a:gd name="T0" fmla="*/ 6 w 7"/>
                  <a:gd name="T1" fmla="*/ 17 h 21"/>
                  <a:gd name="T2" fmla="*/ 6 w 7"/>
                  <a:gd name="T3" fmla="*/ 3 h 21"/>
                  <a:gd name="T4" fmla="*/ 3 w 7"/>
                  <a:gd name="T5" fmla="*/ 2 h 21"/>
                  <a:gd name="T6" fmla="*/ 2 w 7"/>
                  <a:gd name="T7" fmla="*/ 18 h 21"/>
                  <a:gd name="T8" fmla="*/ 6 w 7"/>
                  <a:gd name="T9" fmla="*/ 17 h 21"/>
                </a:gdLst>
                <a:ahLst/>
                <a:cxnLst>
                  <a:cxn ang="0">
                    <a:pos x="T0" y="T1"/>
                  </a:cxn>
                  <a:cxn ang="0">
                    <a:pos x="T2" y="T3"/>
                  </a:cxn>
                  <a:cxn ang="0">
                    <a:pos x="T4" y="T5"/>
                  </a:cxn>
                  <a:cxn ang="0">
                    <a:pos x="T6" y="T7"/>
                  </a:cxn>
                  <a:cxn ang="0">
                    <a:pos x="T8" y="T9"/>
                  </a:cxn>
                </a:cxnLst>
                <a:rect l="0" t="0" r="r" b="b"/>
                <a:pathLst>
                  <a:path w="7" h="21">
                    <a:moveTo>
                      <a:pt x="6" y="17"/>
                    </a:moveTo>
                    <a:cubicBezTo>
                      <a:pt x="5" y="12"/>
                      <a:pt x="5" y="8"/>
                      <a:pt x="6" y="3"/>
                    </a:cubicBezTo>
                    <a:cubicBezTo>
                      <a:pt x="7" y="1"/>
                      <a:pt x="4" y="0"/>
                      <a:pt x="3" y="2"/>
                    </a:cubicBezTo>
                    <a:cubicBezTo>
                      <a:pt x="0" y="7"/>
                      <a:pt x="0" y="13"/>
                      <a:pt x="2" y="18"/>
                    </a:cubicBezTo>
                    <a:cubicBezTo>
                      <a:pt x="3" y="21"/>
                      <a:pt x="7" y="20"/>
                      <a:pt x="6"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9" name="Freeform 637">
                <a:extLst>
                  <a:ext uri="{FF2B5EF4-FFF2-40B4-BE49-F238E27FC236}">
                    <a16:creationId xmlns:a16="http://schemas.microsoft.com/office/drawing/2014/main" id="{7D31A87E-552F-CD9E-D757-1833132A77CE}"/>
                  </a:ext>
                </a:extLst>
              </p:cNvPr>
              <p:cNvSpPr/>
              <p:nvPr/>
            </p:nvSpPr>
            <p:spPr bwMode="auto">
              <a:xfrm>
                <a:off x="5239" y="2277"/>
                <a:ext cx="15" cy="36"/>
              </a:xfrm>
              <a:custGeom>
                <a:avLst/>
                <a:gdLst>
                  <a:gd name="T0" fmla="*/ 4 w 9"/>
                  <a:gd name="T1" fmla="*/ 18 h 20"/>
                  <a:gd name="T2" fmla="*/ 8 w 9"/>
                  <a:gd name="T3" fmla="*/ 3 h 20"/>
                  <a:gd name="T4" fmla="*/ 5 w 9"/>
                  <a:gd name="T5" fmla="*/ 1 h 20"/>
                  <a:gd name="T6" fmla="*/ 0 w 9"/>
                  <a:gd name="T7" fmla="*/ 18 h 20"/>
                  <a:gd name="T8" fmla="*/ 4 w 9"/>
                  <a:gd name="T9" fmla="*/ 18 h 20"/>
                </a:gdLst>
                <a:ahLst/>
                <a:cxnLst>
                  <a:cxn ang="0">
                    <a:pos x="T0" y="T1"/>
                  </a:cxn>
                  <a:cxn ang="0">
                    <a:pos x="T2" y="T3"/>
                  </a:cxn>
                  <a:cxn ang="0">
                    <a:pos x="T4" y="T5"/>
                  </a:cxn>
                  <a:cxn ang="0">
                    <a:pos x="T6" y="T7"/>
                  </a:cxn>
                  <a:cxn ang="0">
                    <a:pos x="T8" y="T9"/>
                  </a:cxn>
                </a:cxnLst>
                <a:rect l="0" t="0" r="r" b="b"/>
                <a:pathLst>
                  <a:path w="9" h="20">
                    <a:moveTo>
                      <a:pt x="4" y="18"/>
                    </a:moveTo>
                    <a:cubicBezTo>
                      <a:pt x="4" y="13"/>
                      <a:pt x="6" y="8"/>
                      <a:pt x="8" y="3"/>
                    </a:cubicBezTo>
                    <a:cubicBezTo>
                      <a:pt x="9" y="1"/>
                      <a:pt x="6" y="0"/>
                      <a:pt x="5" y="1"/>
                    </a:cubicBezTo>
                    <a:cubicBezTo>
                      <a:pt x="2" y="6"/>
                      <a:pt x="1" y="12"/>
                      <a:pt x="0" y="18"/>
                    </a:cubicBezTo>
                    <a:cubicBezTo>
                      <a:pt x="0" y="20"/>
                      <a:pt x="3" y="20"/>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20" name="Freeform 638">
                <a:extLst>
                  <a:ext uri="{FF2B5EF4-FFF2-40B4-BE49-F238E27FC236}">
                    <a16:creationId xmlns:a16="http://schemas.microsoft.com/office/drawing/2014/main" id="{65515AC3-3378-B5A2-7890-9D6F0B8E44D2}"/>
                  </a:ext>
                </a:extLst>
              </p:cNvPr>
              <p:cNvSpPr/>
              <p:nvPr/>
            </p:nvSpPr>
            <p:spPr bwMode="auto">
              <a:xfrm>
                <a:off x="4839" y="2395"/>
                <a:ext cx="29" cy="60"/>
              </a:xfrm>
              <a:custGeom>
                <a:avLst/>
                <a:gdLst>
                  <a:gd name="T0" fmla="*/ 7 w 16"/>
                  <a:gd name="T1" fmla="*/ 32 h 34"/>
                  <a:gd name="T2" fmla="*/ 15 w 16"/>
                  <a:gd name="T3" fmla="*/ 3 h 34"/>
                  <a:gd name="T4" fmla="*/ 12 w 16"/>
                  <a:gd name="T5" fmla="*/ 1 h 34"/>
                  <a:gd name="T6" fmla="*/ 4 w 16"/>
                  <a:gd name="T7" fmla="*/ 32 h 34"/>
                  <a:gd name="T8" fmla="*/ 7 w 16"/>
                  <a:gd name="T9" fmla="*/ 32 h 34"/>
                </a:gdLst>
                <a:ahLst/>
                <a:cxnLst>
                  <a:cxn ang="0">
                    <a:pos x="T0" y="T1"/>
                  </a:cxn>
                  <a:cxn ang="0">
                    <a:pos x="T2" y="T3"/>
                  </a:cxn>
                  <a:cxn ang="0">
                    <a:pos x="T4" y="T5"/>
                  </a:cxn>
                  <a:cxn ang="0">
                    <a:pos x="T6" y="T7"/>
                  </a:cxn>
                  <a:cxn ang="0">
                    <a:pos x="T8" y="T9"/>
                  </a:cxn>
                </a:cxnLst>
                <a:rect l="0" t="0" r="r" b="b"/>
                <a:pathLst>
                  <a:path w="16" h="34">
                    <a:moveTo>
                      <a:pt x="7" y="32"/>
                    </a:moveTo>
                    <a:cubicBezTo>
                      <a:pt x="7" y="21"/>
                      <a:pt x="8" y="12"/>
                      <a:pt x="15" y="3"/>
                    </a:cubicBezTo>
                    <a:cubicBezTo>
                      <a:pt x="16" y="1"/>
                      <a:pt x="14" y="0"/>
                      <a:pt x="12" y="1"/>
                    </a:cubicBezTo>
                    <a:cubicBezTo>
                      <a:pt x="4" y="8"/>
                      <a:pt x="0" y="22"/>
                      <a:pt x="4" y="32"/>
                    </a:cubicBezTo>
                    <a:cubicBezTo>
                      <a:pt x="5" y="34"/>
                      <a:pt x="7" y="34"/>
                      <a:pt x="7"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21" name="Freeform 639">
                <a:extLst>
                  <a:ext uri="{FF2B5EF4-FFF2-40B4-BE49-F238E27FC236}">
                    <a16:creationId xmlns:a16="http://schemas.microsoft.com/office/drawing/2014/main" id="{82E3FCF4-C502-DD27-A817-57E456E1ED13}"/>
                  </a:ext>
                </a:extLst>
              </p:cNvPr>
              <p:cNvSpPr/>
              <p:nvPr/>
            </p:nvSpPr>
            <p:spPr bwMode="auto">
              <a:xfrm>
                <a:off x="4869" y="2408"/>
                <a:ext cx="23" cy="47"/>
              </a:xfrm>
              <a:custGeom>
                <a:avLst/>
                <a:gdLst>
                  <a:gd name="T0" fmla="*/ 5 w 13"/>
                  <a:gd name="T1" fmla="*/ 25 h 27"/>
                  <a:gd name="T2" fmla="*/ 12 w 13"/>
                  <a:gd name="T3" fmla="*/ 3 h 27"/>
                  <a:gd name="T4" fmla="*/ 9 w 13"/>
                  <a:gd name="T5" fmla="*/ 1 h 27"/>
                  <a:gd name="T6" fmla="*/ 2 w 13"/>
                  <a:gd name="T7" fmla="*/ 25 h 27"/>
                  <a:gd name="T8" fmla="*/ 5 w 13"/>
                  <a:gd name="T9" fmla="*/ 25 h 27"/>
                </a:gdLst>
                <a:ahLst/>
                <a:cxnLst>
                  <a:cxn ang="0">
                    <a:pos x="T0" y="T1"/>
                  </a:cxn>
                  <a:cxn ang="0">
                    <a:pos x="T2" y="T3"/>
                  </a:cxn>
                  <a:cxn ang="0">
                    <a:pos x="T4" y="T5"/>
                  </a:cxn>
                  <a:cxn ang="0">
                    <a:pos x="T6" y="T7"/>
                  </a:cxn>
                  <a:cxn ang="0">
                    <a:pos x="T8" y="T9"/>
                  </a:cxn>
                </a:cxnLst>
                <a:rect l="0" t="0" r="r" b="b"/>
                <a:pathLst>
                  <a:path w="13" h="27">
                    <a:moveTo>
                      <a:pt x="5" y="25"/>
                    </a:moveTo>
                    <a:cubicBezTo>
                      <a:pt x="5" y="17"/>
                      <a:pt x="7" y="10"/>
                      <a:pt x="12" y="3"/>
                    </a:cubicBezTo>
                    <a:cubicBezTo>
                      <a:pt x="13" y="1"/>
                      <a:pt x="11" y="0"/>
                      <a:pt x="9" y="1"/>
                    </a:cubicBezTo>
                    <a:cubicBezTo>
                      <a:pt x="2" y="7"/>
                      <a:pt x="0" y="16"/>
                      <a:pt x="2" y="25"/>
                    </a:cubicBezTo>
                    <a:cubicBezTo>
                      <a:pt x="2" y="27"/>
                      <a:pt x="5" y="27"/>
                      <a:pt x="5"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22" name="Freeform 640">
                <a:extLst>
                  <a:ext uri="{FF2B5EF4-FFF2-40B4-BE49-F238E27FC236}">
                    <a16:creationId xmlns:a16="http://schemas.microsoft.com/office/drawing/2014/main" id="{BD6F010D-21A1-D5DE-489A-9B327ACB2521}"/>
                  </a:ext>
                </a:extLst>
              </p:cNvPr>
              <p:cNvSpPr/>
              <p:nvPr/>
            </p:nvSpPr>
            <p:spPr bwMode="auto">
              <a:xfrm>
                <a:off x="4897" y="2432"/>
                <a:ext cx="16" cy="30"/>
              </a:xfrm>
              <a:custGeom>
                <a:avLst/>
                <a:gdLst>
                  <a:gd name="T0" fmla="*/ 5 w 9"/>
                  <a:gd name="T1" fmla="*/ 15 h 17"/>
                  <a:gd name="T2" fmla="*/ 8 w 9"/>
                  <a:gd name="T3" fmla="*/ 3 h 17"/>
                  <a:gd name="T4" fmla="*/ 6 w 9"/>
                  <a:gd name="T5" fmla="*/ 1 h 17"/>
                  <a:gd name="T6" fmla="*/ 1 w 9"/>
                  <a:gd name="T7" fmla="*/ 15 h 17"/>
                  <a:gd name="T8" fmla="*/ 5 w 9"/>
                  <a:gd name="T9" fmla="*/ 15 h 17"/>
                </a:gdLst>
                <a:ahLst/>
                <a:cxnLst>
                  <a:cxn ang="0">
                    <a:pos x="T0" y="T1"/>
                  </a:cxn>
                  <a:cxn ang="0">
                    <a:pos x="T2" y="T3"/>
                  </a:cxn>
                  <a:cxn ang="0">
                    <a:pos x="T4" y="T5"/>
                  </a:cxn>
                  <a:cxn ang="0">
                    <a:pos x="T6" y="T7"/>
                  </a:cxn>
                  <a:cxn ang="0">
                    <a:pos x="T8" y="T9"/>
                  </a:cxn>
                </a:cxnLst>
                <a:rect l="0" t="0" r="r" b="b"/>
                <a:pathLst>
                  <a:path w="9" h="17">
                    <a:moveTo>
                      <a:pt x="5" y="15"/>
                    </a:moveTo>
                    <a:cubicBezTo>
                      <a:pt x="4" y="10"/>
                      <a:pt x="6" y="7"/>
                      <a:pt x="8" y="3"/>
                    </a:cubicBezTo>
                    <a:cubicBezTo>
                      <a:pt x="9" y="1"/>
                      <a:pt x="8" y="0"/>
                      <a:pt x="6" y="1"/>
                    </a:cubicBezTo>
                    <a:cubicBezTo>
                      <a:pt x="1" y="4"/>
                      <a:pt x="0" y="10"/>
                      <a:pt x="1" y="15"/>
                    </a:cubicBezTo>
                    <a:cubicBezTo>
                      <a:pt x="2" y="17"/>
                      <a:pt x="5" y="17"/>
                      <a:pt x="5"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23" name="Freeform 641">
                <a:extLst>
                  <a:ext uri="{FF2B5EF4-FFF2-40B4-BE49-F238E27FC236}">
                    <a16:creationId xmlns:a16="http://schemas.microsoft.com/office/drawing/2014/main" id="{139E4E5F-38A5-0EF7-31FC-53A2337AAF42}"/>
                  </a:ext>
                </a:extLst>
              </p:cNvPr>
              <p:cNvSpPr/>
              <p:nvPr/>
            </p:nvSpPr>
            <p:spPr bwMode="auto">
              <a:xfrm>
                <a:off x="4931" y="2448"/>
                <a:ext cx="16" cy="30"/>
              </a:xfrm>
              <a:custGeom>
                <a:avLst/>
                <a:gdLst>
                  <a:gd name="T0" fmla="*/ 4 w 9"/>
                  <a:gd name="T1" fmla="*/ 15 h 17"/>
                  <a:gd name="T2" fmla="*/ 6 w 9"/>
                  <a:gd name="T3" fmla="*/ 8 h 17"/>
                  <a:gd name="T4" fmla="*/ 8 w 9"/>
                  <a:gd name="T5" fmla="*/ 2 h 17"/>
                  <a:gd name="T6" fmla="*/ 6 w 9"/>
                  <a:gd name="T7" fmla="*/ 0 h 17"/>
                  <a:gd name="T8" fmla="*/ 1 w 9"/>
                  <a:gd name="T9" fmla="*/ 15 h 17"/>
                  <a:gd name="T10" fmla="*/ 4 w 9"/>
                  <a:gd name="T11" fmla="*/ 15 h 17"/>
                </a:gdLst>
                <a:ahLst/>
                <a:cxnLst>
                  <a:cxn ang="0">
                    <a:pos x="T0" y="T1"/>
                  </a:cxn>
                  <a:cxn ang="0">
                    <a:pos x="T2" y="T3"/>
                  </a:cxn>
                  <a:cxn ang="0">
                    <a:pos x="T4" y="T5"/>
                  </a:cxn>
                  <a:cxn ang="0">
                    <a:pos x="T6" y="T7"/>
                  </a:cxn>
                  <a:cxn ang="0">
                    <a:pos x="T8" y="T9"/>
                  </a:cxn>
                  <a:cxn ang="0">
                    <a:pos x="T10" y="T11"/>
                  </a:cxn>
                </a:cxnLst>
                <a:rect l="0" t="0" r="r" b="b"/>
                <a:pathLst>
                  <a:path w="9" h="17">
                    <a:moveTo>
                      <a:pt x="4" y="15"/>
                    </a:moveTo>
                    <a:cubicBezTo>
                      <a:pt x="4" y="12"/>
                      <a:pt x="5" y="10"/>
                      <a:pt x="6" y="8"/>
                    </a:cubicBezTo>
                    <a:cubicBezTo>
                      <a:pt x="6" y="6"/>
                      <a:pt x="8" y="4"/>
                      <a:pt x="8" y="2"/>
                    </a:cubicBezTo>
                    <a:cubicBezTo>
                      <a:pt x="9" y="1"/>
                      <a:pt x="7" y="0"/>
                      <a:pt x="6" y="0"/>
                    </a:cubicBezTo>
                    <a:cubicBezTo>
                      <a:pt x="2" y="3"/>
                      <a:pt x="0" y="10"/>
                      <a:pt x="1" y="15"/>
                    </a:cubicBezTo>
                    <a:cubicBezTo>
                      <a:pt x="1" y="17"/>
                      <a:pt x="4" y="17"/>
                      <a:pt x="4"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24" name="Freeform 642">
                <a:extLst>
                  <a:ext uri="{FF2B5EF4-FFF2-40B4-BE49-F238E27FC236}">
                    <a16:creationId xmlns:a16="http://schemas.microsoft.com/office/drawing/2014/main" id="{34E58EB4-B7DB-E411-F9D4-F73AFEC7D6E6}"/>
                  </a:ext>
                </a:extLst>
              </p:cNvPr>
              <p:cNvSpPr/>
              <p:nvPr/>
            </p:nvSpPr>
            <p:spPr bwMode="auto">
              <a:xfrm>
                <a:off x="4963" y="2464"/>
                <a:ext cx="10" cy="21"/>
              </a:xfrm>
              <a:custGeom>
                <a:avLst/>
                <a:gdLst>
                  <a:gd name="T0" fmla="*/ 5 w 6"/>
                  <a:gd name="T1" fmla="*/ 9 h 12"/>
                  <a:gd name="T2" fmla="*/ 6 w 6"/>
                  <a:gd name="T3" fmla="*/ 3 h 12"/>
                  <a:gd name="T4" fmla="*/ 3 w 6"/>
                  <a:gd name="T5" fmla="*/ 2 h 12"/>
                  <a:gd name="T6" fmla="*/ 1 w 6"/>
                  <a:gd name="T7" fmla="*/ 8 h 12"/>
                  <a:gd name="T8" fmla="*/ 5 w 6"/>
                  <a:gd name="T9" fmla="*/ 9 h 12"/>
                </a:gdLst>
                <a:ahLst/>
                <a:cxnLst>
                  <a:cxn ang="0">
                    <a:pos x="T0" y="T1"/>
                  </a:cxn>
                  <a:cxn ang="0">
                    <a:pos x="T2" y="T3"/>
                  </a:cxn>
                  <a:cxn ang="0">
                    <a:pos x="T4" y="T5"/>
                  </a:cxn>
                  <a:cxn ang="0">
                    <a:pos x="T6" y="T7"/>
                  </a:cxn>
                  <a:cxn ang="0">
                    <a:pos x="T8" y="T9"/>
                  </a:cxn>
                </a:cxnLst>
                <a:rect l="0" t="0" r="r" b="b"/>
                <a:pathLst>
                  <a:path w="6" h="12">
                    <a:moveTo>
                      <a:pt x="5" y="9"/>
                    </a:moveTo>
                    <a:cubicBezTo>
                      <a:pt x="5" y="7"/>
                      <a:pt x="6" y="5"/>
                      <a:pt x="6" y="3"/>
                    </a:cubicBezTo>
                    <a:cubicBezTo>
                      <a:pt x="6" y="1"/>
                      <a:pt x="4" y="0"/>
                      <a:pt x="3" y="2"/>
                    </a:cubicBezTo>
                    <a:cubicBezTo>
                      <a:pt x="2" y="4"/>
                      <a:pt x="1" y="6"/>
                      <a:pt x="1" y="8"/>
                    </a:cubicBezTo>
                    <a:cubicBezTo>
                      <a:pt x="0" y="11"/>
                      <a:pt x="4" y="12"/>
                      <a:pt x="5"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25" name="Freeform 643">
                <a:extLst>
                  <a:ext uri="{FF2B5EF4-FFF2-40B4-BE49-F238E27FC236}">
                    <a16:creationId xmlns:a16="http://schemas.microsoft.com/office/drawing/2014/main" id="{C2EB55E1-5CA7-E5E1-AD64-05BB4BF79691}"/>
                  </a:ext>
                </a:extLst>
              </p:cNvPr>
              <p:cNvSpPr/>
              <p:nvPr/>
            </p:nvSpPr>
            <p:spPr bwMode="auto">
              <a:xfrm>
                <a:off x="4817" y="2096"/>
                <a:ext cx="98" cy="86"/>
              </a:xfrm>
              <a:custGeom>
                <a:avLst/>
                <a:gdLst>
                  <a:gd name="T0" fmla="*/ 4 w 56"/>
                  <a:gd name="T1" fmla="*/ 47 h 49"/>
                  <a:gd name="T2" fmla="*/ 26 w 56"/>
                  <a:gd name="T3" fmla="*/ 24 h 49"/>
                  <a:gd name="T4" fmla="*/ 55 w 56"/>
                  <a:gd name="T5" fmla="*/ 4 h 49"/>
                  <a:gd name="T6" fmla="*/ 54 w 56"/>
                  <a:gd name="T7" fmla="*/ 1 h 49"/>
                  <a:gd name="T8" fmla="*/ 1 w 56"/>
                  <a:gd name="T9" fmla="*/ 45 h 49"/>
                  <a:gd name="T10" fmla="*/ 4 w 56"/>
                  <a:gd name="T11" fmla="*/ 47 h 49"/>
                </a:gdLst>
                <a:ahLst/>
                <a:cxnLst>
                  <a:cxn ang="0">
                    <a:pos x="T0" y="T1"/>
                  </a:cxn>
                  <a:cxn ang="0">
                    <a:pos x="T2" y="T3"/>
                  </a:cxn>
                  <a:cxn ang="0">
                    <a:pos x="T4" y="T5"/>
                  </a:cxn>
                  <a:cxn ang="0">
                    <a:pos x="T6" y="T7"/>
                  </a:cxn>
                  <a:cxn ang="0">
                    <a:pos x="T8" y="T9"/>
                  </a:cxn>
                  <a:cxn ang="0">
                    <a:pos x="T10" y="T11"/>
                  </a:cxn>
                </a:cxnLst>
                <a:rect l="0" t="0" r="r" b="b"/>
                <a:pathLst>
                  <a:path w="56" h="49">
                    <a:moveTo>
                      <a:pt x="4" y="47"/>
                    </a:moveTo>
                    <a:cubicBezTo>
                      <a:pt x="11" y="39"/>
                      <a:pt x="18" y="31"/>
                      <a:pt x="26" y="24"/>
                    </a:cubicBezTo>
                    <a:cubicBezTo>
                      <a:pt x="35" y="16"/>
                      <a:pt x="45" y="11"/>
                      <a:pt x="55" y="4"/>
                    </a:cubicBezTo>
                    <a:cubicBezTo>
                      <a:pt x="56" y="3"/>
                      <a:pt x="56" y="0"/>
                      <a:pt x="54" y="1"/>
                    </a:cubicBezTo>
                    <a:cubicBezTo>
                      <a:pt x="33" y="9"/>
                      <a:pt x="13" y="27"/>
                      <a:pt x="1" y="45"/>
                    </a:cubicBezTo>
                    <a:cubicBezTo>
                      <a:pt x="0" y="47"/>
                      <a:pt x="3" y="49"/>
                      <a:pt x="4" y="4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26" name="Freeform 644">
                <a:extLst>
                  <a:ext uri="{FF2B5EF4-FFF2-40B4-BE49-F238E27FC236}">
                    <a16:creationId xmlns:a16="http://schemas.microsoft.com/office/drawing/2014/main" id="{65723000-07ED-D576-0B9E-2CED4F75DBF0}"/>
                  </a:ext>
                </a:extLst>
              </p:cNvPr>
              <p:cNvSpPr/>
              <p:nvPr/>
            </p:nvSpPr>
            <p:spPr bwMode="auto">
              <a:xfrm>
                <a:off x="4829" y="2052"/>
                <a:ext cx="88" cy="83"/>
              </a:xfrm>
              <a:custGeom>
                <a:avLst/>
                <a:gdLst>
                  <a:gd name="T0" fmla="*/ 4 w 50"/>
                  <a:gd name="T1" fmla="*/ 45 h 47"/>
                  <a:gd name="T2" fmla="*/ 49 w 50"/>
                  <a:gd name="T3" fmla="*/ 4 h 47"/>
                  <a:gd name="T4" fmla="*/ 47 w 50"/>
                  <a:gd name="T5" fmla="*/ 1 h 47"/>
                  <a:gd name="T6" fmla="*/ 1 w 50"/>
                  <a:gd name="T7" fmla="*/ 43 h 47"/>
                  <a:gd name="T8" fmla="*/ 4 w 50"/>
                  <a:gd name="T9" fmla="*/ 45 h 47"/>
                </a:gdLst>
                <a:ahLst/>
                <a:cxnLst>
                  <a:cxn ang="0">
                    <a:pos x="T0" y="T1"/>
                  </a:cxn>
                  <a:cxn ang="0">
                    <a:pos x="T2" y="T3"/>
                  </a:cxn>
                  <a:cxn ang="0">
                    <a:pos x="T4" y="T5"/>
                  </a:cxn>
                  <a:cxn ang="0">
                    <a:pos x="T6" y="T7"/>
                  </a:cxn>
                  <a:cxn ang="0">
                    <a:pos x="T8" y="T9"/>
                  </a:cxn>
                </a:cxnLst>
                <a:rect l="0" t="0" r="r" b="b"/>
                <a:pathLst>
                  <a:path w="50" h="47">
                    <a:moveTo>
                      <a:pt x="4" y="45"/>
                    </a:moveTo>
                    <a:cubicBezTo>
                      <a:pt x="17" y="29"/>
                      <a:pt x="33" y="17"/>
                      <a:pt x="49" y="4"/>
                    </a:cubicBezTo>
                    <a:cubicBezTo>
                      <a:pt x="50" y="2"/>
                      <a:pt x="48" y="0"/>
                      <a:pt x="47" y="1"/>
                    </a:cubicBezTo>
                    <a:cubicBezTo>
                      <a:pt x="29" y="10"/>
                      <a:pt x="13" y="27"/>
                      <a:pt x="1" y="43"/>
                    </a:cubicBezTo>
                    <a:cubicBezTo>
                      <a:pt x="0" y="45"/>
                      <a:pt x="3" y="47"/>
                      <a:pt x="4" y="4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27" name="Freeform 645">
                <a:extLst>
                  <a:ext uri="{FF2B5EF4-FFF2-40B4-BE49-F238E27FC236}">
                    <a16:creationId xmlns:a16="http://schemas.microsoft.com/office/drawing/2014/main" id="{BBA0DAF8-0CA1-7520-37D1-9107EE159ACD}"/>
                  </a:ext>
                </a:extLst>
              </p:cNvPr>
              <p:cNvSpPr/>
              <p:nvPr/>
            </p:nvSpPr>
            <p:spPr bwMode="auto">
              <a:xfrm>
                <a:off x="4836" y="2005"/>
                <a:ext cx="69" cy="68"/>
              </a:xfrm>
              <a:custGeom>
                <a:avLst/>
                <a:gdLst>
                  <a:gd name="T0" fmla="*/ 3 w 39"/>
                  <a:gd name="T1" fmla="*/ 37 h 39"/>
                  <a:gd name="T2" fmla="*/ 20 w 39"/>
                  <a:gd name="T3" fmla="*/ 20 h 39"/>
                  <a:gd name="T4" fmla="*/ 38 w 39"/>
                  <a:gd name="T5" fmla="*/ 3 h 39"/>
                  <a:gd name="T6" fmla="*/ 36 w 39"/>
                  <a:gd name="T7" fmla="*/ 1 h 39"/>
                  <a:gd name="T8" fmla="*/ 1 w 39"/>
                  <a:gd name="T9" fmla="*/ 35 h 39"/>
                  <a:gd name="T10" fmla="*/ 3 w 39"/>
                  <a:gd name="T11" fmla="*/ 37 h 39"/>
                </a:gdLst>
                <a:ahLst/>
                <a:cxnLst>
                  <a:cxn ang="0">
                    <a:pos x="T0" y="T1"/>
                  </a:cxn>
                  <a:cxn ang="0">
                    <a:pos x="T2" y="T3"/>
                  </a:cxn>
                  <a:cxn ang="0">
                    <a:pos x="T4" y="T5"/>
                  </a:cxn>
                  <a:cxn ang="0">
                    <a:pos x="T6" y="T7"/>
                  </a:cxn>
                  <a:cxn ang="0">
                    <a:pos x="T8" y="T9"/>
                  </a:cxn>
                  <a:cxn ang="0">
                    <a:pos x="T10" y="T11"/>
                  </a:cxn>
                </a:cxnLst>
                <a:rect l="0" t="0" r="r" b="b"/>
                <a:pathLst>
                  <a:path w="39" h="39">
                    <a:moveTo>
                      <a:pt x="3" y="37"/>
                    </a:moveTo>
                    <a:cubicBezTo>
                      <a:pt x="9" y="31"/>
                      <a:pt x="14" y="25"/>
                      <a:pt x="20" y="20"/>
                    </a:cubicBezTo>
                    <a:cubicBezTo>
                      <a:pt x="26" y="14"/>
                      <a:pt x="32" y="9"/>
                      <a:pt x="38" y="3"/>
                    </a:cubicBezTo>
                    <a:cubicBezTo>
                      <a:pt x="39" y="2"/>
                      <a:pt x="37" y="0"/>
                      <a:pt x="36" y="1"/>
                    </a:cubicBezTo>
                    <a:cubicBezTo>
                      <a:pt x="22" y="8"/>
                      <a:pt x="10" y="23"/>
                      <a:pt x="1" y="35"/>
                    </a:cubicBezTo>
                    <a:cubicBezTo>
                      <a:pt x="0" y="37"/>
                      <a:pt x="2" y="39"/>
                      <a:pt x="3"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28" name="Freeform 646">
                <a:extLst>
                  <a:ext uri="{FF2B5EF4-FFF2-40B4-BE49-F238E27FC236}">
                    <a16:creationId xmlns:a16="http://schemas.microsoft.com/office/drawing/2014/main" id="{2B075BBB-CD00-6CFA-051E-B6F24B24DA28}"/>
                  </a:ext>
                </a:extLst>
              </p:cNvPr>
              <p:cNvSpPr/>
              <p:nvPr/>
            </p:nvSpPr>
            <p:spPr bwMode="auto">
              <a:xfrm>
                <a:off x="4843" y="1985"/>
                <a:ext cx="46" cy="39"/>
              </a:xfrm>
              <a:custGeom>
                <a:avLst/>
                <a:gdLst>
                  <a:gd name="T0" fmla="*/ 4 w 26"/>
                  <a:gd name="T1" fmla="*/ 20 h 22"/>
                  <a:gd name="T2" fmla="*/ 25 w 26"/>
                  <a:gd name="T3" fmla="*/ 3 h 22"/>
                  <a:gd name="T4" fmla="*/ 24 w 26"/>
                  <a:gd name="T5" fmla="*/ 0 h 22"/>
                  <a:gd name="T6" fmla="*/ 1 w 26"/>
                  <a:gd name="T7" fmla="*/ 18 h 22"/>
                  <a:gd name="T8" fmla="*/ 4 w 26"/>
                  <a:gd name="T9" fmla="*/ 20 h 22"/>
                </a:gdLst>
                <a:ahLst/>
                <a:cxnLst>
                  <a:cxn ang="0">
                    <a:pos x="T0" y="T1"/>
                  </a:cxn>
                  <a:cxn ang="0">
                    <a:pos x="T2" y="T3"/>
                  </a:cxn>
                  <a:cxn ang="0">
                    <a:pos x="T4" y="T5"/>
                  </a:cxn>
                  <a:cxn ang="0">
                    <a:pos x="T6" y="T7"/>
                  </a:cxn>
                  <a:cxn ang="0">
                    <a:pos x="T8" y="T9"/>
                  </a:cxn>
                </a:cxnLst>
                <a:rect l="0" t="0" r="r" b="b"/>
                <a:pathLst>
                  <a:path w="26" h="22">
                    <a:moveTo>
                      <a:pt x="4" y="20"/>
                    </a:moveTo>
                    <a:cubicBezTo>
                      <a:pt x="10" y="13"/>
                      <a:pt x="17" y="8"/>
                      <a:pt x="25" y="3"/>
                    </a:cubicBezTo>
                    <a:cubicBezTo>
                      <a:pt x="26" y="2"/>
                      <a:pt x="25" y="0"/>
                      <a:pt x="24" y="0"/>
                    </a:cubicBezTo>
                    <a:cubicBezTo>
                      <a:pt x="14" y="3"/>
                      <a:pt x="7" y="10"/>
                      <a:pt x="1" y="18"/>
                    </a:cubicBezTo>
                    <a:cubicBezTo>
                      <a:pt x="0" y="20"/>
                      <a:pt x="3" y="22"/>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29" name="Freeform 647">
                <a:extLst>
                  <a:ext uri="{FF2B5EF4-FFF2-40B4-BE49-F238E27FC236}">
                    <a16:creationId xmlns:a16="http://schemas.microsoft.com/office/drawing/2014/main" id="{9E5A31B1-A7D8-CF33-392C-AA7E017B4F37}"/>
                  </a:ext>
                </a:extLst>
              </p:cNvPr>
              <p:cNvSpPr/>
              <p:nvPr/>
            </p:nvSpPr>
            <p:spPr bwMode="auto">
              <a:xfrm>
                <a:off x="4850" y="2123"/>
                <a:ext cx="77" cy="63"/>
              </a:xfrm>
              <a:custGeom>
                <a:avLst/>
                <a:gdLst>
                  <a:gd name="T0" fmla="*/ 4 w 44"/>
                  <a:gd name="T1" fmla="*/ 35 h 36"/>
                  <a:gd name="T2" fmla="*/ 42 w 44"/>
                  <a:gd name="T3" fmla="*/ 3 h 36"/>
                  <a:gd name="T4" fmla="*/ 40 w 44"/>
                  <a:gd name="T5" fmla="*/ 1 h 36"/>
                  <a:gd name="T6" fmla="*/ 2 w 44"/>
                  <a:gd name="T7" fmla="*/ 32 h 36"/>
                  <a:gd name="T8" fmla="*/ 4 w 44"/>
                  <a:gd name="T9" fmla="*/ 35 h 36"/>
                </a:gdLst>
                <a:ahLst/>
                <a:cxnLst>
                  <a:cxn ang="0">
                    <a:pos x="T0" y="T1"/>
                  </a:cxn>
                  <a:cxn ang="0">
                    <a:pos x="T2" y="T3"/>
                  </a:cxn>
                  <a:cxn ang="0">
                    <a:pos x="T4" y="T5"/>
                  </a:cxn>
                  <a:cxn ang="0">
                    <a:pos x="T6" y="T7"/>
                  </a:cxn>
                  <a:cxn ang="0">
                    <a:pos x="T8" y="T9"/>
                  </a:cxn>
                </a:cxnLst>
                <a:rect l="0" t="0" r="r" b="b"/>
                <a:pathLst>
                  <a:path w="44" h="36">
                    <a:moveTo>
                      <a:pt x="4" y="35"/>
                    </a:moveTo>
                    <a:cubicBezTo>
                      <a:pt x="17" y="24"/>
                      <a:pt x="30" y="14"/>
                      <a:pt x="42" y="3"/>
                    </a:cubicBezTo>
                    <a:cubicBezTo>
                      <a:pt x="44" y="2"/>
                      <a:pt x="42" y="0"/>
                      <a:pt x="40" y="1"/>
                    </a:cubicBezTo>
                    <a:cubicBezTo>
                      <a:pt x="26" y="9"/>
                      <a:pt x="13" y="21"/>
                      <a:pt x="2" y="32"/>
                    </a:cubicBezTo>
                    <a:cubicBezTo>
                      <a:pt x="0" y="34"/>
                      <a:pt x="3" y="36"/>
                      <a:pt x="4" y="3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30" name="Freeform 648">
                <a:extLst>
                  <a:ext uri="{FF2B5EF4-FFF2-40B4-BE49-F238E27FC236}">
                    <a16:creationId xmlns:a16="http://schemas.microsoft.com/office/drawing/2014/main" id="{14C4A440-FB92-93A4-CC30-6AF640697B86}"/>
                  </a:ext>
                </a:extLst>
              </p:cNvPr>
              <p:cNvSpPr/>
              <p:nvPr/>
            </p:nvSpPr>
            <p:spPr bwMode="auto">
              <a:xfrm>
                <a:off x="4903" y="2156"/>
                <a:ext cx="44" cy="44"/>
              </a:xfrm>
              <a:custGeom>
                <a:avLst/>
                <a:gdLst>
                  <a:gd name="T0" fmla="*/ 4 w 25"/>
                  <a:gd name="T1" fmla="*/ 24 h 25"/>
                  <a:gd name="T2" fmla="*/ 13 w 25"/>
                  <a:gd name="T3" fmla="*/ 11 h 25"/>
                  <a:gd name="T4" fmla="*/ 24 w 25"/>
                  <a:gd name="T5" fmla="*/ 3 h 25"/>
                  <a:gd name="T6" fmla="*/ 22 w 25"/>
                  <a:gd name="T7" fmla="*/ 0 h 25"/>
                  <a:gd name="T8" fmla="*/ 1 w 25"/>
                  <a:gd name="T9" fmla="*/ 22 h 25"/>
                  <a:gd name="T10" fmla="*/ 4 w 25"/>
                  <a:gd name="T11" fmla="*/ 24 h 25"/>
                </a:gdLst>
                <a:ahLst/>
                <a:cxnLst>
                  <a:cxn ang="0">
                    <a:pos x="T0" y="T1"/>
                  </a:cxn>
                  <a:cxn ang="0">
                    <a:pos x="T2" y="T3"/>
                  </a:cxn>
                  <a:cxn ang="0">
                    <a:pos x="T4" y="T5"/>
                  </a:cxn>
                  <a:cxn ang="0">
                    <a:pos x="T6" y="T7"/>
                  </a:cxn>
                  <a:cxn ang="0">
                    <a:pos x="T8" y="T9"/>
                  </a:cxn>
                  <a:cxn ang="0">
                    <a:pos x="T10" y="T11"/>
                  </a:cxn>
                </a:cxnLst>
                <a:rect l="0" t="0" r="r" b="b"/>
                <a:pathLst>
                  <a:path w="25" h="25">
                    <a:moveTo>
                      <a:pt x="4" y="24"/>
                    </a:moveTo>
                    <a:cubicBezTo>
                      <a:pt x="6" y="19"/>
                      <a:pt x="9" y="15"/>
                      <a:pt x="13" y="11"/>
                    </a:cubicBezTo>
                    <a:cubicBezTo>
                      <a:pt x="16" y="8"/>
                      <a:pt x="20" y="6"/>
                      <a:pt x="24" y="3"/>
                    </a:cubicBezTo>
                    <a:cubicBezTo>
                      <a:pt x="25" y="2"/>
                      <a:pt x="24" y="0"/>
                      <a:pt x="22" y="0"/>
                    </a:cubicBezTo>
                    <a:cubicBezTo>
                      <a:pt x="12" y="3"/>
                      <a:pt x="4" y="13"/>
                      <a:pt x="1" y="22"/>
                    </a:cubicBezTo>
                    <a:cubicBezTo>
                      <a:pt x="0" y="24"/>
                      <a:pt x="3" y="25"/>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31" name="Freeform 649">
                <a:extLst>
                  <a:ext uri="{FF2B5EF4-FFF2-40B4-BE49-F238E27FC236}">
                    <a16:creationId xmlns:a16="http://schemas.microsoft.com/office/drawing/2014/main" id="{2129AB99-73AA-95B3-18AB-430A0C40DF3C}"/>
                  </a:ext>
                </a:extLst>
              </p:cNvPr>
              <p:cNvSpPr/>
              <p:nvPr/>
            </p:nvSpPr>
            <p:spPr bwMode="auto">
              <a:xfrm>
                <a:off x="4933" y="2191"/>
                <a:ext cx="31" cy="30"/>
              </a:xfrm>
              <a:custGeom>
                <a:avLst/>
                <a:gdLst>
                  <a:gd name="T0" fmla="*/ 4 w 18"/>
                  <a:gd name="T1" fmla="*/ 16 h 17"/>
                  <a:gd name="T2" fmla="*/ 17 w 18"/>
                  <a:gd name="T3" fmla="*/ 4 h 17"/>
                  <a:gd name="T4" fmla="*/ 15 w 18"/>
                  <a:gd name="T5" fmla="*/ 1 h 17"/>
                  <a:gd name="T6" fmla="*/ 2 w 18"/>
                  <a:gd name="T7" fmla="*/ 13 h 17"/>
                  <a:gd name="T8" fmla="*/ 4 w 18"/>
                  <a:gd name="T9" fmla="*/ 16 h 17"/>
                </a:gdLst>
                <a:ahLst/>
                <a:cxnLst>
                  <a:cxn ang="0">
                    <a:pos x="T0" y="T1"/>
                  </a:cxn>
                  <a:cxn ang="0">
                    <a:pos x="T2" y="T3"/>
                  </a:cxn>
                  <a:cxn ang="0">
                    <a:pos x="T4" y="T5"/>
                  </a:cxn>
                  <a:cxn ang="0">
                    <a:pos x="T6" y="T7"/>
                  </a:cxn>
                  <a:cxn ang="0">
                    <a:pos x="T8" y="T9"/>
                  </a:cxn>
                </a:cxnLst>
                <a:rect l="0" t="0" r="r" b="b"/>
                <a:pathLst>
                  <a:path w="18" h="17">
                    <a:moveTo>
                      <a:pt x="4" y="16"/>
                    </a:moveTo>
                    <a:cubicBezTo>
                      <a:pt x="9" y="12"/>
                      <a:pt x="13" y="8"/>
                      <a:pt x="17" y="4"/>
                    </a:cubicBezTo>
                    <a:cubicBezTo>
                      <a:pt x="18" y="3"/>
                      <a:pt x="16" y="0"/>
                      <a:pt x="15" y="1"/>
                    </a:cubicBezTo>
                    <a:cubicBezTo>
                      <a:pt x="10" y="5"/>
                      <a:pt x="6" y="9"/>
                      <a:pt x="2" y="13"/>
                    </a:cubicBezTo>
                    <a:cubicBezTo>
                      <a:pt x="0" y="15"/>
                      <a:pt x="3" y="17"/>
                      <a:pt x="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32" name="Freeform 650">
                <a:extLst>
                  <a:ext uri="{FF2B5EF4-FFF2-40B4-BE49-F238E27FC236}">
                    <a16:creationId xmlns:a16="http://schemas.microsoft.com/office/drawing/2014/main" id="{0D07613F-A62C-F866-42A2-2102240D242E}"/>
                  </a:ext>
                </a:extLst>
              </p:cNvPr>
              <p:cNvSpPr/>
              <p:nvPr/>
            </p:nvSpPr>
            <p:spPr bwMode="auto">
              <a:xfrm>
                <a:off x="4734" y="2079"/>
                <a:ext cx="35" cy="84"/>
              </a:xfrm>
              <a:custGeom>
                <a:avLst/>
                <a:gdLst>
                  <a:gd name="T0" fmla="*/ 20 w 20"/>
                  <a:gd name="T1" fmla="*/ 45 h 48"/>
                  <a:gd name="T2" fmla="*/ 4 w 20"/>
                  <a:gd name="T3" fmla="*/ 1 h 48"/>
                  <a:gd name="T4" fmla="*/ 1 w 20"/>
                  <a:gd name="T5" fmla="*/ 4 h 48"/>
                  <a:gd name="T6" fmla="*/ 16 w 20"/>
                  <a:gd name="T7" fmla="*/ 45 h 48"/>
                  <a:gd name="T8" fmla="*/ 20 w 20"/>
                  <a:gd name="T9" fmla="*/ 45 h 48"/>
                </a:gdLst>
                <a:ahLst/>
                <a:cxnLst>
                  <a:cxn ang="0">
                    <a:pos x="T0" y="T1"/>
                  </a:cxn>
                  <a:cxn ang="0">
                    <a:pos x="T2" y="T3"/>
                  </a:cxn>
                  <a:cxn ang="0">
                    <a:pos x="T4" y="T5"/>
                  </a:cxn>
                  <a:cxn ang="0">
                    <a:pos x="T6" y="T7"/>
                  </a:cxn>
                  <a:cxn ang="0">
                    <a:pos x="T8" y="T9"/>
                  </a:cxn>
                </a:cxnLst>
                <a:rect l="0" t="0" r="r" b="b"/>
                <a:pathLst>
                  <a:path w="20" h="48">
                    <a:moveTo>
                      <a:pt x="20" y="45"/>
                    </a:moveTo>
                    <a:cubicBezTo>
                      <a:pt x="19" y="30"/>
                      <a:pt x="15" y="13"/>
                      <a:pt x="4" y="1"/>
                    </a:cubicBezTo>
                    <a:cubicBezTo>
                      <a:pt x="2" y="0"/>
                      <a:pt x="0" y="2"/>
                      <a:pt x="1" y="4"/>
                    </a:cubicBezTo>
                    <a:cubicBezTo>
                      <a:pt x="9" y="17"/>
                      <a:pt x="15" y="30"/>
                      <a:pt x="16" y="45"/>
                    </a:cubicBezTo>
                    <a:cubicBezTo>
                      <a:pt x="16" y="48"/>
                      <a:pt x="20" y="48"/>
                      <a:pt x="20" y="4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33" name="Freeform 651">
                <a:extLst>
                  <a:ext uri="{FF2B5EF4-FFF2-40B4-BE49-F238E27FC236}">
                    <a16:creationId xmlns:a16="http://schemas.microsoft.com/office/drawing/2014/main" id="{94050577-5333-8154-567C-589F5BC68B4D}"/>
                  </a:ext>
                </a:extLst>
              </p:cNvPr>
              <p:cNvSpPr/>
              <p:nvPr/>
            </p:nvSpPr>
            <p:spPr bwMode="auto">
              <a:xfrm>
                <a:off x="4778" y="2079"/>
                <a:ext cx="32" cy="95"/>
              </a:xfrm>
              <a:custGeom>
                <a:avLst/>
                <a:gdLst>
                  <a:gd name="T0" fmla="*/ 18 w 18"/>
                  <a:gd name="T1" fmla="*/ 51 h 54"/>
                  <a:gd name="T2" fmla="*/ 3 w 18"/>
                  <a:gd name="T3" fmla="*/ 2 h 54"/>
                  <a:gd name="T4" fmla="*/ 1 w 18"/>
                  <a:gd name="T5" fmla="*/ 3 h 54"/>
                  <a:gd name="T6" fmla="*/ 14 w 18"/>
                  <a:gd name="T7" fmla="*/ 51 h 54"/>
                  <a:gd name="T8" fmla="*/ 18 w 18"/>
                  <a:gd name="T9" fmla="*/ 51 h 54"/>
                </a:gdLst>
                <a:ahLst/>
                <a:cxnLst>
                  <a:cxn ang="0">
                    <a:pos x="T0" y="T1"/>
                  </a:cxn>
                  <a:cxn ang="0">
                    <a:pos x="T2" y="T3"/>
                  </a:cxn>
                  <a:cxn ang="0">
                    <a:pos x="T4" y="T5"/>
                  </a:cxn>
                  <a:cxn ang="0">
                    <a:pos x="T6" y="T7"/>
                  </a:cxn>
                  <a:cxn ang="0">
                    <a:pos x="T8" y="T9"/>
                  </a:cxn>
                </a:cxnLst>
                <a:rect l="0" t="0" r="r" b="b"/>
                <a:pathLst>
                  <a:path w="18" h="54">
                    <a:moveTo>
                      <a:pt x="18" y="51"/>
                    </a:moveTo>
                    <a:cubicBezTo>
                      <a:pt x="18" y="34"/>
                      <a:pt x="13" y="16"/>
                      <a:pt x="3" y="2"/>
                    </a:cubicBezTo>
                    <a:cubicBezTo>
                      <a:pt x="2" y="0"/>
                      <a:pt x="0" y="1"/>
                      <a:pt x="1" y="3"/>
                    </a:cubicBezTo>
                    <a:cubicBezTo>
                      <a:pt x="8" y="19"/>
                      <a:pt x="12" y="34"/>
                      <a:pt x="14" y="51"/>
                    </a:cubicBezTo>
                    <a:cubicBezTo>
                      <a:pt x="15" y="53"/>
                      <a:pt x="18" y="54"/>
                      <a:pt x="18" y="5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34" name="Freeform 652">
                <a:extLst>
                  <a:ext uri="{FF2B5EF4-FFF2-40B4-BE49-F238E27FC236}">
                    <a16:creationId xmlns:a16="http://schemas.microsoft.com/office/drawing/2014/main" id="{1DE4FC43-98B0-B6C2-C049-65817D80613E}"/>
                  </a:ext>
                </a:extLst>
              </p:cNvPr>
              <p:cNvSpPr/>
              <p:nvPr/>
            </p:nvSpPr>
            <p:spPr bwMode="auto">
              <a:xfrm>
                <a:off x="4665" y="2095"/>
                <a:ext cx="29" cy="66"/>
              </a:xfrm>
              <a:custGeom>
                <a:avLst/>
                <a:gdLst>
                  <a:gd name="T0" fmla="*/ 14 w 16"/>
                  <a:gd name="T1" fmla="*/ 36 h 38"/>
                  <a:gd name="T2" fmla="*/ 4 w 16"/>
                  <a:gd name="T3" fmla="*/ 1 h 38"/>
                  <a:gd name="T4" fmla="*/ 2 w 16"/>
                  <a:gd name="T5" fmla="*/ 3 h 38"/>
                  <a:gd name="T6" fmla="*/ 11 w 16"/>
                  <a:gd name="T7" fmla="*/ 35 h 38"/>
                  <a:gd name="T8" fmla="*/ 14 w 16"/>
                  <a:gd name="T9" fmla="*/ 36 h 38"/>
                </a:gdLst>
                <a:ahLst/>
                <a:cxnLst>
                  <a:cxn ang="0">
                    <a:pos x="T0" y="T1"/>
                  </a:cxn>
                  <a:cxn ang="0">
                    <a:pos x="T2" y="T3"/>
                  </a:cxn>
                  <a:cxn ang="0">
                    <a:pos x="T4" y="T5"/>
                  </a:cxn>
                  <a:cxn ang="0">
                    <a:pos x="T6" y="T7"/>
                  </a:cxn>
                  <a:cxn ang="0">
                    <a:pos x="T8" y="T9"/>
                  </a:cxn>
                </a:cxnLst>
                <a:rect l="0" t="0" r="r" b="b"/>
                <a:pathLst>
                  <a:path w="16" h="38">
                    <a:moveTo>
                      <a:pt x="14" y="36"/>
                    </a:moveTo>
                    <a:cubicBezTo>
                      <a:pt x="16" y="23"/>
                      <a:pt x="13" y="10"/>
                      <a:pt x="4" y="1"/>
                    </a:cubicBezTo>
                    <a:cubicBezTo>
                      <a:pt x="3" y="0"/>
                      <a:pt x="0" y="2"/>
                      <a:pt x="2" y="3"/>
                    </a:cubicBezTo>
                    <a:cubicBezTo>
                      <a:pt x="8" y="13"/>
                      <a:pt x="12" y="23"/>
                      <a:pt x="11" y="35"/>
                    </a:cubicBezTo>
                    <a:cubicBezTo>
                      <a:pt x="11" y="37"/>
                      <a:pt x="14" y="38"/>
                      <a:pt x="14" y="3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35" name="Freeform 653">
                <a:extLst>
                  <a:ext uri="{FF2B5EF4-FFF2-40B4-BE49-F238E27FC236}">
                    <a16:creationId xmlns:a16="http://schemas.microsoft.com/office/drawing/2014/main" id="{4F96704F-144E-1D56-E883-51DE817266B6}"/>
                  </a:ext>
                </a:extLst>
              </p:cNvPr>
              <p:cNvSpPr/>
              <p:nvPr/>
            </p:nvSpPr>
            <p:spPr bwMode="auto">
              <a:xfrm>
                <a:off x="4718" y="2109"/>
                <a:ext cx="18" cy="52"/>
              </a:xfrm>
              <a:custGeom>
                <a:avLst/>
                <a:gdLst>
                  <a:gd name="T0" fmla="*/ 10 w 10"/>
                  <a:gd name="T1" fmla="*/ 27 h 30"/>
                  <a:gd name="T2" fmla="*/ 3 w 10"/>
                  <a:gd name="T3" fmla="*/ 2 h 30"/>
                  <a:gd name="T4" fmla="*/ 0 w 10"/>
                  <a:gd name="T5" fmla="*/ 3 h 30"/>
                  <a:gd name="T6" fmla="*/ 6 w 10"/>
                  <a:gd name="T7" fmla="*/ 28 h 30"/>
                  <a:gd name="T8" fmla="*/ 10 w 10"/>
                  <a:gd name="T9" fmla="*/ 27 h 30"/>
                </a:gdLst>
                <a:ahLst/>
                <a:cxnLst>
                  <a:cxn ang="0">
                    <a:pos x="T0" y="T1"/>
                  </a:cxn>
                  <a:cxn ang="0">
                    <a:pos x="T2" y="T3"/>
                  </a:cxn>
                  <a:cxn ang="0">
                    <a:pos x="T4" y="T5"/>
                  </a:cxn>
                  <a:cxn ang="0">
                    <a:pos x="T6" y="T7"/>
                  </a:cxn>
                  <a:cxn ang="0">
                    <a:pos x="T8" y="T9"/>
                  </a:cxn>
                </a:cxnLst>
                <a:rect l="0" t="0" r="r" b="b"/>
                <a:pathLst>
                  <a:path w="10" h="30">
                    <a:moveTo>
                      <a:pt x="10" y="27"/>
                    </a:moveTo>
                    <a:cubicBezTo>
                      <a:pt x="8" y="19"/>
                      <a:pt x="7" y="10"/>
                      <a:pt x="3" y="2"/>
                    </a:cubicBezTo>
                    <a:cubicBezTo>
                      <a:pt x="2" y="0"/>
                      <a:pt x="0" y="1"/>
                      <a:pt x="0" y="3"/>
                    </a:cubicBezTo>
                    <a:cubicBezTo>
                      <a:pt x="2" y="11"/>
                      <a:pt x="4" y="19"/>
                      <a:pt x="6" y="28"/>
                    </a:cubicBezTo>
                    <a:cubicBezTo>
                      <a:pt x="6" y="30"/>
                      <a:pt x="10" y="29"/>
                      <a:pt x="10"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36" name="Freeform 654">
                <a:extLst>
                  <a:ext uri="{FF2B5EF4-FFF2-40B4-BE49-F238E27FC236}">
                    <a16:creationId xmlns:a16="http://schemas.microsoft.com/office/drawing/2014/main" id="{4279D70D-2340-FC0D-94A8-875A970168D3}"/>
                  </a:ext>
                </a:extLst>
              </p:cNvPr>
              <p:cNvSpPr/>
              <p:nvPr/>
            </p:nvSpPr>
            <p:spPr bwMode="auto">
              <a:xfrm>
                <a:off x="4600" y="2098"/>
                <a:ext cx="32" cy="67"/>
              </a:xfrm>
              <a:custGeom>
                <a:avLst/>
                <a:gdLst>
                  <a:gd name="T0" fmla="*/ 17 w 18"/>
                  <a:gd name="T1" fmla="*/ 36 h 38"/>
                  <a:gd name="T2" fmla="*/ 4 w 18"/>
                  <a:gd name="T3" fmla="*/ 1 h 38"/>
                  <a:gd name="T4" fmla="*/ 1 w 18"/>
                  <a:gd name="T5" fmla="*/ 3 h 38"/>
                  <a:gd name="T6" fmla="*/ 14 w 18"/>
                  <a:gd name="T7" fmla="*/ 36 h 38"/>
                  <a:gd name="T8" fmla="*/ 17 w 18"/>
                  <a:gd name="T9" fmla="*/ 36 h 38"/>
                </a:gdLst>
                <a:ahLst/>
                <a:cxnLst>
                  <a:cxn ang="0">
                    <a:pos x="T0" y="T1"/>
                  </a:cxn>
                  <a:cxn ang="0">
                    <a:pos x="T2" y="T3"/>
                  </a:cxn>
                  <a:cxn ang="0">
                    <a:pos x="T4" y="T5"/>
                  </a:cxn>
                  <a:cxn ang="0">
                    <a:pos x="T6" y="T7"/>
                  </a:cxn>
                  <a:cxn ang="0">
                    <a:pos x="T8" y="T9"/>
                  </a:cxn>
                </a:cxnLst>
                <a:rect l="0" t="0" r="r" b="b"/>
                <a:pathLst>
                  <a:path w="18" h="38">
                    <a:moveTo>
                      <a:pt x="17" y="36"/>
                    </a:moveTo>
                    <a:cubicBezTo>
                      <a:pt x="18" y="23"/>
                      <a:pt x="14" y="9"/>
                      <a:pt x="4" y="1"/>
                    </a:cubicBezTo>
                    <a:cubicBezTo>
                      <a:pt x="2" y="0"/>
                      <a:pt x="0" y="1"/>
                      <a:pt x="1" y="3"/>
                    </a:cubicBezTo>
                    <a:cubicBezTo>
                      <a:pt x="9" y="13"/>
                      <a:pt x="13" y="23"/>
                      <a:pt x="14" y="36"/>
                    </a:cubicBezTo>
                    <a:cubicBezTo>
                      <a:pt x="14" y="38"/>
                      <a:pt x="17" y="38"/>
                      <a:pt x="17" y="3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37" name="Freeform 655">
                <a:extLst>
                  <a:ext uri="{FF2B5EF4-FFF2-40B4-BE49-F238E27FC236}">
                    <a16:creationId xmlns:a16="http://schemas.microsoft.com/office/drawing/2014/main" id="{2E73A4FD-3989-6F3B-F772-1DAB3CDB616A}"/>
                  </a:ext>
                </a:extLst>
              </p:cNvPr>
              <p:cNvSpPr/>
              <p:nvPr/>
            </p:nvSpPr>
            <p:spPr bwMode="auto">
              <a:xfrm>
                <a:off x="4644" y="2107"/>
                <a:ext cx="20" cy="54"/>
              </a:xfrm>
              <a:custGeom>
                <a:avLst/>
                <a:gdLst>
                  <a:gd name="T0" fmla="*/ 10 w 11"/>
                  <a:gd name="T1" fmla="*/ 28 h 31"/>
                  <a:gd name="T2" fmla="*/ 3 w 11"/>
                  <a:gd name="T3" fmla="*/ 2 h 31"/>
                  <a:gd name="T4" fmla="*/ 0 w 11"/>
                  <a:gd name="T5" fmla="*/ 3 h 31"/>
                  <a:gd name="T6" fmla="*/ 7 w 11"/>
                  <a:gd name="T7" fmla="*/ 29 h 31"/>
                  <a:gd name="T8" fmla="*/ 10 w 11"/>
                  <a:gd name="T9" fmla="*/ 28 h 31"/>
                </a:gdLst>
                <a:ahLst/>
                <a:cxnLst>
                  <a:cxn ang="0">
                    <a:pos x="T0" y="T1"/>
                  </a:cxn>
                  <a:cxn ang="0">
                    <a:pos x="T2" y="T3"/>
                  </a:cxn>
                  <a:cxn ang="0">
                    <a:pos x="T4" y="T5"/>
                  </a:cxn>
                  <a:cxn ang="0">
                    <a:pos x="T6" y="T7"/>
                  </a:cxn>
                  <a:cxn ang="0">
                    <a:pos x="T8" y="T9"/>
                  </a:cxn>
                </a:cxnLst>
                <a:rect l="0" t="0" r="r" b="b"/>
                <a:pathLst>
                  <a:path w="11" h="31">
                    <a:moveTo>
                      <a:pt x="10" y="28"/>
                    </a:moveTo>
                    <a:cubicBezTo>
                      <a:pt x="10" y="19"/>
                      <a:pt x="8" y="10"/>
                      <a:pt x="3" y="2"/>
                    </a:cubicBezTo>
                    <a:cubicBezTo>
                      <a:pt x="3" y="0"/>
                      <a:pt x="0" y="1"/>
                      <a:pt x="0" y="3"/>
                    </a:cubicBezTo>
                    <a:cubicBezTo>
                      <a:pt x="3" y="11"/>
                      <a:pt x="6" y="20"/>
                      <a:pt x="7" y="29"/>
                    </a:cubicBezTo>
                    <a:cubicBezTo>
                      <a:pt x="7" y="31"/>
                      <a:pt x="11" y="30"/>
                      <a:pt x="10"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38" name="Freeform 656">
                <a:extLst>
                  <a:ext uri="{FF2B5EF4-FFF2-40B4-BE49-F238E27FC236}">
                    <a16:creationId xmlns:a16="http://schemas.microsoft.com/office/drawing/2014/main" id="{D0EB8E74-72B1-2D8E-481C-383580494E81}"/>
                  </a:ext>
                </a:extLst>
              </p:cNvPr>
              <p:cNvSpPr/>
              <p:nvPr/>
            </p:nvSpPr>
            <p:spPr bwMode="auto">
              <a:xfrm>
                <a:off x="4548" y="2121"/>
                <a:ext cx="24" cy="56"/>
              </a:xfrm>
              <a:custGeom>
                <a:avLst/>
                <a:gdLst>
                  <a:gd name="T0" fmla="*/ 14 w 14"/>
                  <a:gd name="T1" fmla="*/ 30 h 32"/>
                  <a:gd name="T2" fmla="*/ 3 w 14"/>
                  <a:gd name="T3" fmla="*/ 2 h 32"/>
                  <a:gd name="T4" fmla="*/ 1 w 14"/>
                  <a:gd name="T5" fmla="*/ 3 h 32"/>
                  <a:gd name="T6" fmla="*/ 12 w 14"/>
                  <a:gd name="T7" fmla="*/ 30 h 32"/>
                  <a:gd name="T8" fmla="*/ 14 w 14"/>
                  <a:gd name="T9" fmla="*/ 30 h 32"/>
                </a:gdLst>
                <a:ahLst/>
                <a:cxnLst>
                  <a:cxn ang="0">
                    <a:pos x="T0" y="T1"/>
                  </a:cxn>
                  <a:cxn ang="0">
                    <a:pos x="T2" y="T3"/>
                  </a:cxn>
                  <a:cxn ang="0">
                    <a:pos x="T4" y="T5"/>
                  </a:cxn>
                  <a:cxn ang="0">
                    <a:pos x="T6" y="T7"/>
                  </a:cxn>
                  <a:cxn ang="0">
                    <a:pos x="T8" y="T9"/>
                  </a:cxn>
                </a:cxnLst>
                <a:rect l="0" t="0" r="r" b="b"/>
                <a:pathLst>
                  <a:path w="14" h="32">
                    <a:moveTo>
                      <a:pt x="14" y="30"/>
                    </a:moveTo>
                    <a:cubicBezTo>
                      <a:pt x="14" y="20"/>
                      <a:pt x="11" y="8"/>
                      <a:pt x="3" y="2"/>
                    </a:cubicBezTo>
                    <a:cubicBezTo>
                      <a:pt x="2" y="0"/>
                      <a:pt x="0" y="2"/>
                      <a:pt x="1" y="3"/>
                    </a:cubicBezTo>
                    <a:cubicBezTo>
                      <a:pt x="6" y="12"/>
                      <a:pt x="10" y="20"/>
                      <a:pt x="12" y="30"/>
                    </a:cubicBezTo>
                    <a:cubicBezTo>
                      <a:pt x="12" y="32"/>
                      <a:pt x="14" y="31"/>
                      <a:pt x="14"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39" name="Freeform 657">
                <a:extLst>
                  <a:ext uri="{FF2B5EF4-FFF2-40B4-BE49-F238E27FC236}">
                    <a16:creationId xmlns:a16="http://schemas.microsoft.com/office/drawing/2014/main" id="{E17B575A-A8D1-5B12-1C66-83D977F7962E}"/>
                  </a:ext>
                </a:extLst>
              </p:cNvPr>
              <p:cNvSpPr/>
              <p:nvPr/>
            </p:nvSpPr>
            <p:spPr bwMode="auto">
              <a:xfrm>
                <a:off x="4578" y="2119"/>
                <a:ext cx="22" cy="41"/>
              </a:xfrm>
              <a:custGeom>
                <a:avLst/>
                <a:gdLst>
                  <a:gd name="T0" fmla="*/ 12 w 13"/>
                  <a:gd name="T1" fmla="*/ 19 h 23"/>
                  <a:gd name="T2" fmla="*/ 3 w 13"/>
                  <a:gd name="T3" fmla="*/ 2 h 23"/>
                  <a:gd name="T4" fmla="*/ 0 w 13"/>
                  <a:gd name="T5" fmla="*/ 3 h 23"/>
                  <a:gd name="T6" fmla="*/ 9 w 13"/>
                  <a:gd name="T7" fmla="*/ 20 h 23"/>
                  <a:gd name="T8" fmla="*/ 12 w 13"/>
                  <a:gd name="T9" fmla="*/ 19 h 23"/>
                </a:gdLst>
                <a:ahLst/>
                <a:cxnLst>
                  <a:cxn ang="0">
                    <a:pos x="T0" y="T1"/>
                  </a:cxn>
                  <a:cxn ang="0">
                    <a:pos x="T2" y="T3"/>
                  </a:cxn>
                  <a:cxn ang="0">
                    <a:pos x="T4" y="T5"/>
                  </a:cxn>
                  <a:cxn ang="0">
                    <a:pos x="T6" y="T7"/>
                  </a:cxn>
                  <a:cxn ang="0">
                    <a:pos x="T8" y="T9"/>
                  </a:cxn>
                </a:cxnLst>
                <a:rect l="0" t="0" r="r" b="b"/>
                <a:pathLst>
                  <a:path w="13" h="23">
                    <a:moveTo>
                      <a:pt x="12" y="19"/>
                    </a:moveTo>
                    <a:cubicBezTo>
                      <a:pt x="9" y="13"/>
                      <a:pt x="7" y="7"/>
                      <a:pt x="3" y="2"/>
                    </a:cubicBezTo>
                    <a:cubicBezTo>
                      <a:pt x="2" y="0"/>
                      <a:pt x="0" y="1"/>
                      <a:pt x="0" y="3"/>
                    </a:cubicBezTo>
                    <a:cubicBezTo>
                      <a:pt x="3" y="9"/>
                      <a:pt x="6" y="15"/>
                      <a:pt x="9" y="20"/>
                    </a:cubicBezTo>
                    <a:cubicBezTo>
                      <a:pt x="10" y="23"/>
                      <a:pt x="13" y="21"/>
                      <a:pt x="12"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40" name="Freeform 658">
                <a:extLst>
                  <a:ext uri="{FF2B5EF4-FFF2-40B4-BE49-F238E27FC236}">
                    <a16:creationId xmlns:a16="http://schemas.microsoft.com/office/drawing/2014/main" id="{5E6A1A92-822C-A3E3-7BE1-46DBCCB35277}"/>
                  </a:ext>
                </a:extLst>
              </p:cNvPr>
              <p:cNvSpPr/>
              <p:nvPr/>
            </p:nvSpPr>
            <p:spPr bwMode="auto">
              <a:xfrm>
                <a:off x="4810" y="2049"/>
                <a:ext cx="28" cy="60"/>
              </a:xfrm>
              <a:custGeom>
                <a:avLst/>
                <a:gdLst>
                  <a:gd name="T0" fmla="*/ 16 w 16"/>
                  <a:gd name="T1" fmla="*/ 31 h 34"/>
                  <a:gd name="T2" fmla="*/ 3 w 16"/>
                  <a:gd name="T3" fmla="*/ 1 h 34"/>
                  <a:gd name="T4" fmla="*/ 1 w 16"/>
                  <a:gd name="T5" fmla="*/ 3 h 34"/>
                  <a:gd name="T6" fmla="*/ 13 w 16"/>
                  <a:gd name="T7" fmla="*/ 32 h 34"/>
                  <a:gd name="T8" fmla="*/ 16 w 16"/>
                  <a:gd name="T9" fmla="*/ 31 h 34"/>
                </a:gdLst>
                <a:ahLst/>
                <a:cxnLst>
                  <a:cxn ang="0">
                    <a:pos x="T0" y="T1"/>
                  </a:cxn>
                  <a:cxn ang="0">
                    <a:pos x="T2" y="T3"/>
                  </a:cxn>
                  <a:cxn ang="0">
                    <a:pos x="T4" y="T5"/>
                  </a:cxn>
                  <a:cxn ang="0">
                    <a:pos x="T6" y="T7"/>
                  </a:cxn>
                  <a:cxn ang="0">
                    <a:pos x="T8" y="T9"/>
                  </a:cxn>
                </a:cxnLst>
                <a:rect l="0" t="0" r="r" b="b"/>
                <a:pathLst>
                  <a:path w="16" h="34">
                    <a:moveTo>
                      <a:pt x="16" y="31"/>
                    </a:moveTo>
                    <a:cubicBezTo>
                      <a:pt x="14" y="20"/>
                      <a:pt x="10" y="10"/>
                      <a:pt x="3" y="1"/>
                    </a:cubicBezTo>
                    <a:cubicBezTo>
                      <a:pt x="2" y="0"/>
                      <a:pt x="0" y="2"/>
                      <a:pt x="1" y="3"/>
                    </a:cubicBezTo>
                    <a:cubicBezTo>
                      <a:pt x="6" y="12"/>
                      <a:pt x="11" y="21"/>
                      <a:pt x="13" y="32"/>
                    </a:cubicBezTo>
                    <a:cubicBezTo>
                      <a:pt x="13" y="34"/>
                      <a:pt x="16" y="33"/>
                      <a:pt x="16"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41" name="Freeform 659">
                <a:extLst>
                  <a:ext uri="{FF2B5EF4-FFF2-40B4-BE49-F238E27FC236}">
                    <a16:creationId xmlns:a16="http://schemas.microsoft.com/office/drawing/2014/main" id="{4E013B31-8963-4C89-DB72-A0E2520127C5}"/>
                  </a:ext>
                </a:extLst>
              </p:cNvPr>
              <p:cNvSpPr/>
              <p:nvPr/>
            </p:nvSpPr>
            <p:spPr bwMode="auto">
              <a:xfrm>
                <a:off x="4490" y="2133"/>
                <a:ext cx="28" cy="60"/>
              </a:xfrm>
              <a:custGeom>
                <a:avLst/>
                <a:gdLst>
                  <a:gd name="T0" fmla="*/ 14 w 16"/>
                  <a:gd name="T1" fmla="*/ 32 h 34"/>
                  <a:gd name="T2" fmla="*/ 4 w 16"/>
                  <a:gd name="T3" fmla="*/ 1 h 34"/>
                  <a:gd name="T4" fmla="*/ 1 w 16"/>
                  <a:gd name="T5" fmla="*/ 3 h 34"/>
                  <a:gd name="T6" fmla="*/ 11 w 16"/>
                  <a:gd name="T7" fmla="*/ 32 h 34"/>
                  <a:gd name="T8" fmla="*/ 14 w 16"/>
                  <a:gd name="T9" fmla="*/ 32 h 34"/>
                </a:gdLst>
                <a:ahLst/>
                <a:cxnLst>
                  <a:cxn ang="0">
                    <a:pos x="T0" y="T1"/>
                  </a:cxn>
                  <a:cxn ang="0">
                    <a:pos x="T2" y="T3"/>
                  </a:cxn>
                  <a:cxn ang="0">
                    <a:pos x="T4" y="T5"/>
                  </a:cxn>
                  <a:cxn ang="0">
                    <a:pos x="T6" y="T7"/>
                  </a:cxn>
                  <a:cxn ang="0">
                    <a:pos x="T8" y="T9"/>
                  </a:cxn>
                </a:cxnLst>
                <a:rect l="0" t="0" r="r" b="b"/>
                <a:pathLst>
                  <a:path w="16" h="34">
                    <a:moveTo>
                      <a:pt x="14" y="32"/>
                    </a:moveTo>
                    <a:cubicBezTo>
                      <a:pt x="16" y="21"/>
                      <a:pt x="12" y="9"/>
                      <a:pt x="4" y="1"/>
                    </a:cubicBezTo>
                    <a:cubicBezTo>
                      <a:pt x="2" y="0"/>
                      <a:pt x="0" y="2"/>
                      <a:pt x="1" y="3"/>
                    </a:cubicBezTo>
                    <a:cubicBezTo>
                      <a:pt x="8" y="12"/>
                      <a:pt x="11" y="21"/>
                      <a:pt x="11" y="32"/>
                    </a:cubicBezTo>
                    <a:cubicBezTo>
                      <a:pt x="11" y="33"/>
                      <a:pt x="14" y="34"/>
                      <a:pt x="14"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42" name="Freeform 660">
                <a:extLst>
                  <a:ext uri="{FF2B5EF4-FFF2-40B4-BE49-F238E27FC236}">
                    <a16:creationId xmlns:a16="http://schemas.microsoft.com/office/drawing/2014/main" id="{8643A448-B09C-8EBB-1A96-AF74758FB305}"/>
                  </a:ext>
                </a:extLst>
              </p:cNvPr>
              <p:cNvSpPr/>
              <p:nvPr/>
            </p:nvSpPr>
            <p:spPr bwMode="auto">
              <a:xfrm>
                <a:off x="4442" y="2149"/>
                <a:ext cx="27" cy="42"/>
              </a:xfrm>
              <a:custGeom>
                <a:avLst/>
                <a:gdLst>
                  <a:gd name="T0" fmla="*/ 15 w 15"/>
                  <a:gd name="T1" fmla="*/ 21 h 24"/>
                  <a:gd name="T2" fmla="*/ 3 w 15"/>
                  <a:gd name="T3" fmla="*/ 1 h 24"/>
                  <a:gd name="T4" fmla="*/ 1 w 15"/>
                  <a:gd name="T5" fmla="*/ 3 h 24"/>
                  <a:gd name="T6" fmla="*/ 11 w 15"/>
                  <a:gd name="T7" fmla="*/ 21 h 24"/>
                  <a:gd name="T8" fmla="*/ 15 w 15"/>
                  <a:gd name="T9" fmla="*/ 21 h 24"/>
                </a:gdLst>
                <a:ahLst/>
                <a:cxnLst>
                  <a:cxn ang="0">
                    <a:pos x="T0" y="T1"/>
                  </a:cxn>
                  <a:cxn ang="0">
                    <a:pos x="T2" y="T3"/>
                  </a:cxn>
                  <a:cxn ang="0">
                    <a:pos x="T4" y="T5"/>
                  </a:cxn>
                  <a:cxn ang="0">
                    <a:pos x="T6" y="T7"/>
                  </a:cxn>
                  <a:cxn ang="0">
                    <a:pos x="T8" y="T9"/>
                  </a:cxn>
                </a:cxnLst>
                <a:rect l="0" t="0" r="r" b="b"/>
                <a:pathLst>
                  <a:path w="15" h="24">
                    <a:moveTo>
                      <a:pt x="15" y="21"/>
                    </a:moveTo>
                    <a:cubicBezTo>
                      <a:pt x="15" y="13"/>
                      <a:pt x="11" y="5"/>
                      <a:pt x="3" y="1"/>
                    </a:cubicBezTo>
                    <a:cubicBezTo>
                      <a:pt x="2" y="0"/>
                      <a:pt x="0" y="2"/>
                      <a:pt x="1" y="3"/>
                    </a:cubicBezTo>
                    <a:cubicBezTo>
                      <a:pt x="6" y="8"/>
                      <a:pt x="10" y="14"/>
                      <a:pt x="11" y="21"/>
                    </a:cubicBezTo>
                    <a:cubicBezTo>
                      <a:pt x="11" y="24"/>
                      <a:pt x="15" y="24"/>
                      <a:pt x="15"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43" name="Freeform 661">
                <a:extLst>
                  <a:ext uri="{FF2B5EF4-FFF2-40B4-BE49-F238E27FC236}">
                    <a16:creationId xmlns:a16="http://schemas.microsoft.com/office/drawing/2014/main" id="{086AE42C-30A4-53A0-D01A-6A7D7027772E}"/>
                  </a:ext>
                </a:extLst>
              </p:cNvPr>
              <p:cNvSpPr/>
              <p:nvPr/>
            </p:nvSpPr>
            <p:spPr bwMode="auto">
              <a:xfrm>
                <a:off x="4403" y="2165"/>
                <a:ext cx="16" cy="35"/>
              </a:xfrm>
              <a:custGeom>
                <a:avLst/>
                <a:gdLst>
                  <a:gd name="T0" fmla="*/ 9 w 9"/>
                  <a:gd name="T1" fmla="*/ 18 h 20"/>
                  <a:gd name="T2" fmla="*/ 4 w 9"/>
                  <a:gd name="T3" fmla="*/ 1 h 20"/>
                  <a:gd name="T4" fmla="*/ 1 w 9"/>
                  <a:gd name="T5" fmla="*/ 3 h 20"/>
                  <a:gd name="T6" fmla="*/ 5 w 9"/>
                  <a:gd name="T7" fmla="*/ 18 h 20"/>
                  <a:gd name="T8" fmla="*/ 9 w 9"/>
                  <a:gd name="T9" fmla="*/ 18 h 20"/>
                </a:gdLst>
                <a:ahLst/>
                <a:cxnLst>
                  <a:cxn ang="0">
                    <a:pos x="T0" y="T1"/>
                  </a:cxn>
                  <a:cxn ang="0">
                    <a:pos x="T2" y="T3"/>
                  </a:cxn>
                  <a:cxn ang="0">
                    <a:pos x="T4" y="T5"/>
                  </a:cxn>
                  <a:cxn ang="0">
                    <a:pos x="T6" y="T7"/>
                  </a:cxn>
                  <a:cxn ang="0">
                    <a:pos x="T8" y="T9"/>
                  </a:cxn>
                </a:cxnLst>
                <a:rect l="0" t="0" r="r" b="b"/>
                <a:pathLst>
                  <a:path w="9" h="20">
                    <a:moveTo>
                      <a:pt x="9" y="18"/>
                    </a:moveTo>
                    <a:cubicBezTo>
                      <a:pt x="9" y="12"/>
                      <a:pt x="8" y="5"/>
                      <a:pt x="4" y="1"/>
                    </a:cubicBezTo>
                    <a:cubicBezTo>
                      <a:pt x="2" y="0"/>
                      <a:pt x="0" y="1"/>
                      <a:pt x="1" y="3"/>
                    </a:cubicBezTo>
                    <a:cubicBezTo>
                      <a:pt x="4" y="8"/>
                      <a:pt x="5" y="12"/>
                      <a:pt x="5" y="18"/>
                    </a:cubicBezTo>
                    <a:cubicBezTo>
                      <a:pt x="5" y="20"/>
                      <a:pt x="8" y="20"/>
                      <a:pt x="9"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44" name="Freeform 662">
                <a:extLst>
                  <a:ext uri="{FF2B5EF4-FFF2-40B4-BE49-F238E27FC236}">
                    <a16:creationId xmlns:a16="http://schemas.microsoft.com/office/drawing/2014/main" id="{FFD45A89-9F1E-E9C6-18F2-4D5EA96DFC91}"/>
                  </a:ext>
                </a:extLst>
              </p:cNvPr>
              <p:cNvSpPr/>
              <p:nvPr/>
            </p:nvSpPr>
            <p:spPr bwMode="auto">
              <a:xfrm>
                <a:off x="4360" y="2167"/>
                <a:ext cx="19" cy="47"/>
              </a:xfrm>
              <a:custGeom>
                <a:avLst/>
                <a:gdLst>
                  <a:gd name="T0" fmla="*/ 11 w 11"/>
                  <a:gd name="T1" fmla="*/ 24 h 27"/>
                  <a:gd name="T2" fmla="*/ 3 w 11"/>
                  <a:gd name="T3" fmla="*/ 1 h 27"/>
                  <a:gd name="T4" fmla="*/ 1 w 11"/>
                  <a:gd name="T5" fmla="*/ 3 h 27"/>
                  <a:gd name="T6" fmla="*/ 7 w 11"/>
                  <a:gd name="T7" fmla="*/ 24 h 27"/>
                  <a:gd name="T8" fmla="*/ 11 w 11"/>
                  <a:gd name="T9" fmla="*/ 24 h 27"/>
                </a:gdLst>
                <a:ahLst/>
                <a:cxnLst>
                  <a:cxn ang="0">
                    <a:pos x="T0" y="T1"/>
                  </a:cxn>
                  <a:cxn ang="0">
                    <a:pos x="T2" y="T3"/>
                  </a:cxn>
                  <a:cxn ang="0">
                    <a:pos x="T4" y="T5"/>
                  </a:cxn>
                  <a:cxn ang="0">
                    <a:pos x="T6" y="T7"/>
                  </a:cxn>
                  <a:cxn ang="0">
                    <a:pos x="T8" y="T9"/>
                  </a:cxn>
                </a:cxnLst>
                <a:rect l="0" t="0" r="r" b="b"/>
                <a:pathLst>
                  <a:path w="11" h="27">
                    <a:moveTo>
                      <a:pt x="11" y="24"/>
                    </a:moveTo>
                    <a:cubicBezTo>
                      <a:pt x="11" y="16"/>
                      <a:pt x="9" y="8"/>
                      <a:pt x="3" y="1"/>
                    </a:cubicBezTo>
                    <a:cubicBezTo>
                      <a:pt x="2" y="0"/>
                      <a:pt x="0" y="2"/>
                      <a:pt x="1" y="3"/>
                    </a:cubicBezTo>
                    <a:cubicBezTo>
                      <a:pt x="4" y="10"/>
                      <a:pt x="6" y="17"/>
                      <a:pt x="7" y="24"/>
                    </a:cubicBezTo>
                    <a:cubicBezTo>
                      <a:pt x="7" y="26"/>
                      <a:pt x="11" y="27"/>
                      <a:pt x="11"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45" name="Freeform 663">
                <a:extLst>
                  <a:ext uri="{FF2B5EF4-FFF2-40B4-BE49-F238E27FC236}">
                    <a16:creationId xmlns:a16="http://schemas.microsoft.com/office/drawing/2014/main" id="{4649ADE1-2ACC-BB58-E8EA-2403F28FF322}"/>
                  </a:ext>
                </a:extLst>
              </p:cNvPr>
              <p:cNvSpPr/>
              <p:nvPr/>
            </p:nvSpPr>
            <p:spPr bwMode="auto">
              <a:xfrm>
                <a:off x="4310" y="2182"/>
                <a:ext cx="14" cy="39"/>
              </a:xfrm>
              <a:custGeom>
                <a:avLst/>
                <a:gdLst>
                  <a:gd name="T0" fmla="*/ 8 w 8"/>
                  <a:gd name="T1" fmla="*/ 19 h 22"/>
                  <a:gd name="T2" fmla="*/ 3 w 8"/>
                  <a:gd name="T3" fmla="*/ 1 h 22"/>
                  <a:gd name="T4" fmla="*/ 0 w 8"/>
                  <a:gd name="T5" fmla="*/ 2 h 22"/>
                  <a:gd name="T6" fmla="*/ 4 w 8"/>
                  <a:gd name="T7" fmla="*/ 19 h 22"/>
                  <a:gd name="T8" fmla="*/ 8 w 8"/>
                  <a:gd name="T9" fmla="*/ 19 h 22"/>
                </a:gdLst>
                <a:ahLst/>
                <a:cxnLst>
                  <a:cxn ang="0">
                    <a:pos x="T0" y="T1"/>
                  </a:cxn>
                  <a:cxn ang="0">
                    <a:pos x="T2" y="T3"/>
                  </a:cxn>
                  <a:cxn ang="0">
                    <a:pos x="T4" y="T5"/>
                  </a:cxn>
                  <a:cxn ang="0">
                    <a:pos x="T6" y="T7"/>
                  </a:cxn>
                  <a:cxn ang="0">
                    <a:pos x="T8" y="T9"/>
                  </a:cxn>
                </a:cxnLst>
                <a:rect l="0" t="0" r="r" b="b"/>
                <a:pathLst>
                  <a:path w="8" h="22">
                    <a:moveTo>
                      <a:pt x="8" y="19"/>
                    </a:moveTo>
                    <a:cubicBezTo>
                      <a:pt x="8" y="13"/>
                      <a:pt x="7" y="6"/>
                      <a:pt x="3" y="1"/>
                    </a:cubicBezTo>
                    <a:cubicBezTo>
                      <a:pt x="2" y="0"/>
                      <a:pt x="0" y="1"/>
                      <a:pt x="0" y="2"/>
                    </a:cubicBezTo>
                    <a:cubicBezTo>
                      <a:pt x="2" y="8"/>
                      <a:pt x="4" y="13"/>
                      <a:pt x="4" y="19"/>
                    </a:cubicBezTo>
                    <a:cubicBezTo>
                      <a:pt x="5" y="22"/>
                      <a:pt x="8" y="22"/>
                      <a:pt x="8"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46" name="Freeform 664">
                <a:extLst>
                  <a:ext uri="{FF2B5EF4-FFF2-40B4-BE49-F238E27FC236}">
                    <a16:creationId xmlns:a16="http://schemas.microsoft.com/office/drawing/2014/main" id="{972C8363-9143-C935-87E1-9D5A0FB7E324}"/>
                  </a:ext>
                </a:extLst>
              </p:cNvPr>
              <p:cNvSpPr/>
              <p:nvPr/>
            </p:nvSpPr>
            <p:spPr bwMode="auto">
              <a:xfrm>
                <a:off x="4268" y="2172"/>
                <a:ext cx="16" cy="30"/>
              </a:xfrm>
              <a:custGeom>
                <a:avLst/>
                <a:gdLst>
                  <a:gd name="T0" fmla="*/ 9 w 9"/>
                  <a:gd name="T1" fmla="*/ 13 h 17"/>
                  <a:gd name="T2" fmla="*/ 3 w 9"/>
                  <a:gd name="T3" fmla="*/ 1 h 17"/>
                  <a:gd name="T4" fmla="*/ 0 w 9"/>
                  <a:gd name="T5" fmla="*/ 2 h 17"/>
                  <a:gd name="T6" fmla="*/ 5 w 9"/>
                  <a:gd name="T7" fmla="*/ 15 h 17"/>
                  <a:gd name="T8" fmla="*/ 9 w 9"/>
                  <a:gd name="T9" fmla="*/ 13 h 17"/>
                </a:gdLst>
                <a:ahLst/>
                <a:cxnLst>
                  <a:cxn ang="0">
                    <a:pos x="T0" y="T1"/>
                  </a:cxn>
                  <a:cxn ang="0">
                    <a:pos x="T2" y="T3"/>
                  </a:cxn>
                  <a:cxn ang="0">
                    <a:pos x="T4" y="T5"/>
                  </a:cxn>
                  <a:cxn ang="0">
                    <a:pos x="T6" y="T7"/>
                  </a:cxn>
                  <a:cxn ang="0">
                    <a:pos x="T8" y="T9"/>
                  </a:cxn>
                </a:cxnLst>
                <a:rect l="0" t="0" r="r" b="b"/>
                <a:pathLst>
                  <a:path w="9" h="17">
                    <a:moveTo>
                      <a:pt x="9" y="13"/>
                    </a:moveTo>
                    <a:cubicBezTo>
                      <a:pt x="7" y="9"/>
                      <a:pt x="6" y="4"/>
                      <a:pt x="3" y="1"/>
                    </a:cubicBezTo>
                    <a:cubicBezTo>
                      <a:pt x="2" y="0"/>
                      <a:pt x="0" y="1"/>
                      <a:pt x="0" y="2"/>
                    </a:cubicBezTo>
                    <a:cubicBezTo>
                      <a:pt x="1" y="7"/>
                      <a:pt x="3" y="11"/>
                      <a:pt x="5" y="15"/>
                    </a:cubicBezTo>
                    <a:cubicBezTo>
                      <a:pt x="6" y="17"/>
                      <a:pt x="9" y="16"/>
                      <a:pt x="9"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47" name="Freeform 665">
                <a:extLst>
                  <a:ext uri="{FF2B5EF4-FFF2-40B4-BE49-F238E27FC236}">
                    <a16:creationId xmlns:a16="http://schemas.microsoft.com/office/drawing/2014/main" id="{F831565B-12E7-8664-9CAC-BB2240129722}"/>
                  </a:ext>
                </a:extLst>
              </p:cNvPr>
              <p:cNvSpPr/>
              <p:nvPr/>
            </p:nvSpPr>
            <p:spPr bwMode="auto">
              <a:xfrm>
                <a:off x="4627" y="1769"/>
                <a:ext cx="81" cy="83"/>
              </a:xfrm>
              <a:custGeom>
                <a:avLst/>
                <a:gdLst>
                  <a:gd name="T0" fmla="*/ 4 w 46"/>
                  <a:gd name="T1" fmla="*/ 46 h 47"/>
                  <a:gd name="T2" fmla="*/ 23 w 46"/>
                  <a:gd name="T3" fmla="*/ 21 h 47"/>
                  <a:gd name="T4" fmla="*/ 44 w 46"/>
                  <a:gd name="T5" fmla="*/ 2 h 47"/>
                  <a:gd name="T6" fmla="*/ 43 w 46"/>
                  <a:gd name="T7" fmla="*/ 0 h 47"/>
                  <a:gd name="T8" fmla="*/ 1 w 46"/>
                  <a:gd name="T9" fmla="*/ 44 h 47"/>
                  <a:gd name="T10" fmla="*/ 4 w 46"/>
                  <a:gd name="T11" fmla="*/ 46 h 47"/>
                </a:gdLst>
                <a:ahLst/>
                <a:cxnLst>
                  <a:cxn ang="0">
                    <a:pos x="T0" y="T1"/>
                  </a:cxn>
                  <a:cxn ang="0">
                    <a:pos x="T2" y="T3"/>
                  </a:cxn>
                  <a:cxn ang="0">
                    <a:pos x="T4" y="T5"/>
                  </a:cxn>
                  <a:cxn ang="0">
                    <a:pos x="T6" y="T7"/>
                  </a:cxn>
                  <a:cxn ang="0">
                    <a:pos x="T8" y="T9"/>
                  </a:cxn>
                  <a:cxn ang="0">
                    <a:pos x="T10" y="T11"/>
                  </a:cxn>
                </a:cxnLst>
                <a:rect l="0" t="0" r="r" b="b"/>
                <a:pathLst>
                  <a:path w="46" h="47">
                    <a:moveTo>
                      <a:pt x="4" y="46"/>
                    </a:moveTo>
                    <a:cubicBezTo>
                      <a:pt x="10" y="37"/>
                      <a:pt x="15" y="28"/>
                      <a:pt x="23" y="21"/>
                    </a:cubicBezTo>
                    <a:cubicBezTo>
                      <a:pt x="29" y="14"/>
                      <a:pt x="37" y="8"/>
                      <a:pt x="44" y="2"/>
                    </a:cubicBezTo>
                    <a:cubicBezTo>
                      <a:pt x="46" y="1"/>
                      <a:pt x="44" y="0"/>
                      <a:pt x="43" y="0"/>
                    </a:cubicBezTo>
                    <a:cubicBezTo>
                      <a:pt x="24" y="8"/>
                      <a:pt x="9" y="26"/>
                      <a:pt x="1" y="44"/>
                    </a:cubicBezTo>
                    <a:cubicBezTo>
                      <a:pt x="0" y="46"/>
                      <a:pt x="3" y="47"/>
                      <a:pt x="4" y="4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48" name="Freeform 666">
                <a:extLst>
                  <a:ext uri="{FF2B5EF4-FFF2-40B4-BE49-F238E27FC236}">
                    <a16:creationId xmlns:a16="http://schemas.microsoft.com/office/drawing/2014/main" id="{68957538-6E81-EFAB-7598-F00A86B30C64}"/>
                  </a:ext>
                </a:extLst>
              </p:cNvPr>
              <p:cNvSpPr/>
              <p:nvPr/>
            </p:nvSpPr>
            <p:spPr bwMode="auto">
              <a:xfrm>
                <a:off x="4616" y="1752"/>
                <a:ext cx="39" cy="82"/>
              </a:xfrm>
              <a:custGeom>
                <a:avLst/>
                <a:gdLst>
                  <a:gd name="T0" fmla="*/ 3 w 22"/>
                  <a:gd name="T1" fmla="*/ 46 h 47"/>
                  <a:gd name="T2" fmla="*/ 10 w 22"/>
                  <a:gd name="T3" fmla="*/ 22 h 47"/>
                  <a:gd name="T4" fmla="*/ 21 w 22"/>
                  <a:gd name="T5" fmla="*/ 3 h 47"/>
                  <a:gd name="T6" fmla="*/ 19 w 22"/>
                  <a:gd name="T7" fmla="*/ 1 h 47"/>
                  <a:gd name="T8" fmla="*/ 0 w 22"/>
                  <a:gd name="T9" fmla="*/ 45 h 47"/>
                  <a:gd name="T10" fmla="*/ 3 w 22"/>
                  <a:gd name="T11" fmla="*/ 46 h 47"/>
                </a:gdLst>
                <a:ahLst/>
                <a:cxnLst>
                  <a:cxn ang="0">
                    <a:pos x="T0" y="T1"/>
                  </a:cxn>
                  <a:cxn ang="0">
                    <a:pos x="T2" y="T3"/>
                  </a:cxn>
                  <a:cxn ang="0">
                    <a:pos x="T4" y="T5"/>
                  </a:cxn>
                  <a:cxn ang="0">
                    <a:pos x="T6" y="T7"/>
                  </a:cxn>
                  <a:cxn ang="0">
                    <a:pos x="T8" y="T9"/>
                  </a:cxn>
                  <a:cxn ang="0">
                    <a:pos x="T10" y="T11"/>
                  </a:cxn>
                </a:cxnLst>
                <a:rect l="0" t="0" r="r" b="b"/>
                <a:pathLst>
                  <a:path w="22" h="47">
                    <a:moveTo>
                      <a:pt x="3" y="46"/>
                    </a:moveTo>
                    <a:cubicBezTo>
                      <a:pt x="5" y="38"/>
                      <a:pt x="7" y="30"/>
                      <a:pt x="10" y="22"/>
                    </a:cubicBezTo>
                    <a:cubicBezTo>
                      <a:pt x="13" y="15"/>
                      <a:pt x="18" y="9"/>
                      <a:pt x="21" y="3"/>
                    </a:cubicBezTo>
                    <a:cubicBezTo>
                      <a:pt x="22" y="1"/>
                      <a:pt x="20" y="0"/>
                      <a:pt x="19" y="1"/>
                    </a:cubicBezTo>
                    <a:cubicBezTo>
                      <a:pt x="7" y="12"/>
                      <a:pt x="1" y="30"/>
                      <a:pt x="0" y="45"/>
                    </a:cubicBezTo>
                    <a:cubicBezTo>
                      <a:pt x="0" y="47"/>
                      <a:pt x="3" y="47"/>
                      <a:pt x="3" y="4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49" name="Freeform 667">
                <a:extLst>
                  <a:ext uri="{FF2B5EF4-FFF2-40B4-BE49-F238E27FC236}">
                    <a16:creationId xmlns:a16="http://schemas.microsoft.com/office/drawing/2014/main" id="{DC8EF49A-3457-5181-0CCB-36B274386D0A}"/>
                  </a:ext>
                </a:extLst>
              </p:cNvPr>
              <p:cNvSpPr/>
              <p:nvPr/>
            </p:nvSpPr>
            <p:spPr bwMode="auto">
              <a:xfrm>
                <a:off x="4592" y="1736"/>
                <a:ext cx="24" cy="58"/>
              </a:xfrm>
              <a:custGeom>
                <a:avLst/>
                <a:gdLst>
                  <a:gd name="T0" fmla="*/ 4 w 14"/>
                  <a:gd name="T1" fmla="*/ 31 h 33"/>
                  <a:gd name="T2" fmla="*/ 14 w 14"/>
                  <a:gd name="T3" fmla="*/ 2 h 33"/>
                  <a:gd name="T4" fmla="*/ 11 w 14"/>
                  <a:gd name="T5" fmla="*/ 1 h 33"/>
                  <a:gd name="T6" fmla="*/ 0 w 14"/>
                  <a:gd name="T7" fmla="*/ 30 h 33"/>
                  <a:gd name="T8" fmla="*/ 4 w 14"/>
                  <a:gd name="T9" fmla="*/ 31 h 33"/>
                </a:gdLst>
                <a:ahLst/>
                <a:cxnLst>
                  <a:cxn ang="0">
                    <a:pos x="T0" y="T1"/>
                  </a:cxn>
                  <a:cxn ang="0">
                    <a:pos x="T2" y="T3"/>
                  </a:cxn>
                  <a:cxn ang="0">
                    <a:pos x="T4" y="T5"/>
                  </a:cxn>
                  <a:cxn ang="0">
                    <a:pos x="T6" y="T7"/>
                  </a:cxn>
                  <a:cxn ang="0">
                    <a:pos x="T8" y="T9"/>
                  </a:cxn>
                </a:cxnLst>
                <a:rect l="0" t="0" r="r" b="b"/>
                <a:pathLst>
                  <a:path w="14" h="33">
                    <a:moveTo>
                      <a:pt x="4" y="31"/>
                    </a:moveTo>
                    <a:cubicBezTo>
                      <a:pt x="7" y="21"/>
                      <a:pt x="11" y="12"/>
                      <a:pt x="14" y="2"/>
                    </a:cubicBezTo>
                    <a:cubicBezTo>
                      <a:pt x="14" y="0"/>
                      <a:pt x="12" y="0"/>
                      <a:pt x="11" y="1"/>
                    </a:cubicBezTo>
                    <a:cubicBezTo>
                      <a:pt x="5" y="9"/>
                      <a:pt x="3" y="20"/>
                      <a:pt x="0" y="30"/>
                    </a:cubicBezTo>
                    <a:cubicBezTo>
                      <a:pt x="0" y="32"/>
                      <a:pt x="4" y="33"/>
                      <a:pt x="4"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50" name="Freeform 668">
                <a:extLst>
                  <a:ext uri="{FF2B5EF4-FFF2-40B4-BE49-F238E27FC236}">
                    <a16:creationId xmlns:a16="http://schemas.microsoft.com/office/drawing/2014/main" id="{A7503D87-C9FD-B7A8-9AFA-3C2F2FA4917D}"/>
                  </a:ext>
                </a:extLst>
              </p:cNvPr>
              <p:cNvSpPr/>
              <p:nvPr/>
            </p:nvSpPr>
            <p:spPr bwMode="auto">
              <a:xfrm>
                <a:off x="4563" y="1720"/>
                <a:ext cx="27" cy="53"/>
              </a:xfrm>
              <a:custGeom>
                <a:avLst/>
                <a:gdLst>
                  <a:gd name="T0" fmla="*/ 4 w 15"/>
                  <a:gd name="T1" fmla="*/ 28 h 30"/>
                  <a:gd name="T2" fmla="*/ 14 w 15"/>
                  <a:gd name="T3" fmla="*/ 3 h 30"/>
                  <a:gd name="T4" fmla="*/ 11 w 15"/>
                  <a:gd name="T5" fmla="*/ 1 h 30"/>
                  <a:gd name="T6" fmla="*/ 1 w 15"/>
                  <a:gd name="T7" fmla="*/ 28 h 30"/>
                  <a:gd name="T8" fmla="*/ 4 w 15"/>
                  <a:gd name="T9" fmla="*/ 28 h 30"/>
                </a:gdLst>
                <a:ahLst/>
                <a:cxnLst>
                  <a:cxn ang="0">
                    <a:pos x="T0" y="T1"/>
                  </a:cxn>
                  <a:cxn ang="0">
                    <a:pos x="T2" y="T3"/>
                  </a:cxn>
                  <a:cxn ang="0">
                    <a:pos x="T4" y="T5"/>
                  </a:cxn>
                  <a:cxn ang="0">
                    <a:pos x="T6" y="T7"/>
                  </a:cxn>
                  <a:cxn ang="0">
                    <a:pos x="T8" y="T9"/>
                  </a:cxn>
                </a:cxnLst>
                <a:rect l="0" t="0" r="r" b="b"/>
                <a:pathLst>
                  <a:path w="15" h="30">
                    <a:moveTo>
                      <a:pt x="4" y="28"/>
                    </a:moveTo>
                    <a:cubicBezTo>
                      <a:pt x="4" y="18"/>
                      <a:pt x="8" y="10"/>
                      <a:pt x="14" y="3"/>
                    </a:cubicBezTo>
                    <a:cubicBezTo>
                      <a:pt x="15" y="1"/>
                      <a:pt x="12" y="0"/>
                      <a:pt x="11" y="1"/>
                    </a:cubicBezTo>
                    <a:cubicBezTo>
                      <a:pt x="4" y="8"/>
                      <a:pt x="0" y="18"/>
                      <a:pt x="1" y="28"/>
                    </a:cubicBezTo>
                    <a:cubicBezTo>
                      <a:pt x="1" y="30"/>
                      <a:pt x="4" y="30"/>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51" name="Freeform 669">
                <a:extLst>
                  <a:ext uri="{FF2B5EF4-FFF2-40B4-BE49-F238E27FC236}">
                    <a16:creationId xmlns:a16="http://schemas.microsoft.com/office/drawing/2014/main" id="{D91517FE-B4AE-E680-A020-13DC6E0CD74C}"/>
                  </a:ext>
                </a:extLst>
              </p:cNvPr>
              <p:cNvSpPr/>
              <p:nvPr/>
            </p:nvSpPr>
            <p:spPr bwMode="auto">
              <a:xfrm>
                <a:off x="4664" y="1801"/>
                <a:ext cx="47" cy="60"/>
              </a:xfrm>
              <a:custGeom>
                <a:avLst/>
                <a:gdLst>
                  <a:gd name="T0" fmla="*/ 4 w 27"/>
                  <a:gd name="T1" fmla="*/ 32 h 34"/>
                  <a:gd name="T2" fmla="*/ 26 w 27"/>
                  <a:gd name="T3" fmla="*/ 3 h 34"/>
                  <a:gd name="T4" fmla="*/ 24 w 27"/>
                  <a:gd name="T5" fmla="*/ 0 h 34"/>
                  <a:gd name="T6" fmla="*/ 0 w 27"/>
                  <a:gd name="T7" fmla="*/ 31 h 34"/>
                  <a:gd name="T8" fmla="*/ 4 w 27"/>
                  <a:gd name="T9" fmla="*/ 32 h 34"/>
                </a:gdLst>
                <a:ahLst/>
                <a:cxnLst>
                  <a:cxn ang="0">
                    <a:pos x="T0" y="T1"/>
                  </a:cxn>
                  <a:cxn ang="0">
                    <a:pos x="T2" y="T3"/>
                  </a:cxn>
                  <a:cxn ang="0">
                    <a:pos x="T4" y="T5"/>
                  </a:cxn>
                  <a:cxn ang="0">
                    <a:pos x="T6" y="T7"/>
                  </a:cxn>
                  <a:cxn ang="0">
                    <a:pos x="T8" y="T9"/>
                  </a:cxn>
                </a:cxnLst>
                <a:rect l="0" t="0" r="r" b="b"/>
                <a:pathLst>
                  <a:path w="27" h="34">
                    <a:moveTo>
                      <a:pt x="4" y="32"/>
                    </a:moveTo>
                    <a:cubicBezTo>
                      <a:pt x="9" y="20"/>
                      <a:pt x="17" y="11"/>
                      <a:pt x="26" y="3"/>
                    </a:cubicBezTo>
                    <a:cubicBezTo>
                      <a:pt x="27" y="2"/>
                      <a:pt x="26" y="0"/>
                      <a:pt x="24" y="0"/>
                    </a:cubicBezTo>
                    <a:cubicBezTo>
                      <a:pt x="13" y="7"/>
                      <a:pt x="5" y="19"/>
                      <a:pt x="0" y="31"/>
                    </a:cubicBezTo>
                    <a:cubicBezTo>
                      <a:pt x="0" y="33"/>
                      <a:pt x="3" y="34"/>
                      <a:pt x="4"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52" name="Freeform 670">
                <a:extLst>
                  <a:ext uri="{FF2B5EF4-FFF2-40B4-BE49-F238E27FC236}">
                    <a16:creationId xmlns:a16="http://schemas.microsoft.com/office/drawing/2014/main" id="{3F8688A5-B9EC-5D45-355F-E1E8FACE2D83}"/>
                  </a:ext>
                </a:extLst>
              </p:cNvPr>
              <p:cNvSpPr/>
              <p:nvPr/>
            </p:nvSpPr>
            <p:spPr bwMode="auto">
              <a:xfrm>
                <a:off x="4701" y="1834"/>
                <a:ext cx="19" cy="37"/>
              </a:xfrm>
              <a:custGeom>
                <a:avLst/>
                <a:gdLst>
                  <a:gd name="T0" fmla="*/ 4 w 11"/>
                  <a:gd name="T1" fmla="*/ 18 h 21"/>
                  <a:gd name="T2" fmla="*/ 7 w 11"/>
                  <a:gd name="T3" fmla="*/ 9 h 21"/>
                  <a:gd name="T4" fmla="*/ 10 w 11"/>
                  <a:gd name="T5" fmla="*/ 2 h 21"/>
                  <a:gd name="T6" fmla="*/ 8 w 11"/>
                  <a:gd name="T7" fmla="*/ 0 h 21"/>
                  <a:gd name="T8" fmla="*/ 1 w 11"/>
                  <a:gd name="T9" fmla="*/ 18 h 21"/>
                  <a:gd name="T10" fmla="*/ 4 w 11"/>
                  <a:gd name="T11" fmla="*/ 18 h 21"/>
                </a:gdLst>
                <a:ahLst/>
                <a:cxnLst>
                  <a:cxn ang="0">
                    <a:pos x="T0" y="T1"/>
                  </a:cxn>
                  <a:cxn ang="0">
                    <a:pos x="T2" y="T3"/>
                  </a:cxn>
                  <a:cxn ang="0">
                    <a:pos x="T4" y="T5"/>
                  </a:cxn>
                  <a:cxn ang="0">
                    <a:pos x="T6" y="T7"/>
                  </a:cxn>
                  <a:cxn ang="0">
                    <a:pos x="T8" y="T9"/>
                  </a:cxn>
                  <a:cxn ang="0">
                    <a:pos x="T10" y="T11"/>
                  </a:cxn>
                </a:cxnLst>
                <a:rect l="0" t="0" r="r" b="b"/>
                <a:pathLst>
                  <a:path w="11" h="21">
                    <a:moveTo>
                      <a:pt x="4" y="18"/>
                    </a:moveTo>
                    <a:cubicBezTo>
                      <a:pt x="5" y="15"/>
                      <a:pt x="6" y="12"/>
                      <a:pt x="7" y="9"/>
                    </a:cubicBezTo>
                    <a:cubicBezTo>
                      <a:pt x="8" y="7"/>
                      <a:pt x="9" y="4"/>
                      <a:pt x="10" y="2"/>
                    </a:cubicBezTo>
                    <a:cubicBezTo>
                      <a:pt x="11" y="0"/>
                      <a:pt x="9" y="0"/>
                      <a:pt x="8" y="0"/>
                    </a:cubicBezTo>
                    <a:cubicBezTo>
                      <a:pt x="3" y="4"/>
                      <a:pt x="1" y="12"/>
                      <a:pt x="1" y="18"/>
                    </a:cubicBezTo>
                    <a:cubicBezTo>
                      <a:pt x="0" y="21"/>
                      <a:pt x="4" y="21"/>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53" name="Freeform 671">
                <a:extLst>
                  <a:ext uri="{FF2B5EF4-FFF2-40B4-BE49-F238E27FC236}">
                    <a16:creationId xmlns:a16="http://schemas.microsoft.com/office/drawing/2014/main" id="{1316B405-9353-6BEA-DB5A-EFA5C590455E}"/>
                  </a:ext>
                </a:extLst>
              </p:cNvPr>
              <p:cNvSpPr/>
              <p:nvPr/>
            </p:nvSpPr>
            <p:spPr bwMode="auto">
              <a:xfrm>
                <a:off x="4715" y="1847"/>
                <a:ext cx="24" cy="33"/>
              </a:xfrm>
              <a:custGeom>
                <a:avLst/>
                <a:gdLst>
                  <a:gd name="T0" fmla="*/ 5 w 14"/>
                  <a:gd name="T1" fmla="*/ 16 h 19"/>
                  <a:gd name="T2" fmla="*/ 13 w 14"/>
                  <a:gd name="T3" fmla="*/ 3 h 19"/>
                  <a:gd name="T4" fmla="*/ 10 w 14"/>
                  <a:gd name="T5" fmla="*/ 1 h 19"/>
                  <a:gd name="T6" fmla="*/ 1 w 14"/>
                  <a:gd name="T7" fmla="*/ 14 h 19"/>
                  <a:gd name="T8" fmla="*/ 5 w 14"/>
                  <a:gd name="T9" fmla="*/ 16 h 19"/>
                </a:gdLst>
                <a:ahLst/>
                <a:cxnLst>
                  <a:cxn ang="0">
                    <a:pos x="T0" y="T1"/>
                  </a:cxn>
                  <a:cxn ang="0">
                    <a:pos x="T2" y="T3"/>
                  </a:cxn>
                  <a:cxn ang="0">
                    <a:pos x="T4" y="T5"/>
                  </a:cxn>
                  <a:cxn ang="0">
                    <a:pos x="T6" y="T7"/>
                  </a:cxn>
                  <a:cxn ang="0">
                    <a:pos x="T8" y="T9"/>
                  </a:cxn>
                </a:cxnLst>
                <a:rect l="0" t="0" r="r" b="b"/>
                <a:pathLst>
                  <a:path w="14" h="19">
                    <a:moveTo>
                      <a:pt x="5" y="16"/>
                    </a:moveTo>
                    <a:cubicBezTo>
                      <a:pt x="8" y="12"/>
                      <a:pt x="11" y="8"/>
                      <a:pt x="13" y="3"/>
                    </a:cubicBezTo>
                    <a:cubicBezTo>
                      <a:pt x="14" y="1"/>
                      <a:pt x="11" y="0"/>
                      <a:pt x="10" y="1"/>
                    </a:cubicBezTo>
                    <a:cubicBezTo>
                      <a:pt x="7" y="5"/>
                      <a:pt x="4" y="10"/>
                      <a:pt x="1" y="14"/>
                    </a:cubicBezTo>
                    <a:cubicBezTo>
                      <a:pt x="0" y="17"/>
                      <a:pt x="3" y="19"/>
                      <a:pt x="5"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54" name="Freeform 672">
                <a:extLst>
                  <a:ext uri="{FF2B5EF4-FFF2-40B4-BE49-F238E27FC236}">
                    <a16:creationId xmlns:a16="http://schemas.microsoft.com/office/drawing/2014/main" id="{E59A4072-B667-6DD9-BB00-117D99B94C61}"/>
                  </a:ext>
                </a:extLst>
              </p:cNvPr>
              <p:cNvSpPr/>
              <p:nvPr/>
            </p:nvSpPr>
            <p:spPr bwMode="auto">
              <a:xfrm>
                <a:off x="4753" y="1880"/>
                <a:ext cx="16" cy="23"/>
              </a:xfrm>
              <a:custGeom>
                <a:avLst/>
                <a:gdLst>
                  <a:gd name="T0" fmla="*/ 5 w 9"/>
                  <a:gd name="T1" fmla="*/ 10 h 13"/>
                  <a:gd name="T2" fmla="*/ 9 w 9"/>
                  <a:gd name="T3" fmla="*/ 3 h 13"/>
                  <a:gd name="T4" fmla="*/ 6 w 9"/>
                  <a:gd name="T5" fmla="*/ 1 h 13"/>
                  <a:gd name="T6" fmla="*/ 1 w 9"/>
                  <a:gd name="T7" fmla="*/ 8 h 13"/>
                  <a:gd name="T8" fmla="*/ 5 w 9"/>
                  <a:gd name="T9" fmla="*/ 10 h 13"/>
                </a:gdLst>
                <a:ahLst/>
                <a:cxnLst>
                  <a:cxn ang="0">
                    <a:pos x="T0" y="T1"/>
                  </a:cxn>
                  <a:cxn ang="0">
                    <a:pos x="T2" y="T3"/>
                  </a:cxn>
                  <a:cxn ang="0">
                    <a:pos x="T4" y="T5"/>
                  </a:cxn>
                  <a:cxn ang="0">
                    <a:pos x="T6" y="T7"/>
                  </a:cxn>
                  <a:cxn ang="0">
                    <a:pos x="T8" y="T9"/>
                  </a:cxn>
                </a:cxnLst>
                <a:rect l="0" t="0" r="r" b="b"/>
                <a:pathLst>
                  <a:path w="9" h="13">
                    <a:moveTo>
                      <a:pt x="5" y="10"/>
                    </a:moveTo>
                    <a:cubicBezTo>
                      <a:pt x="6" y="8"/>
                      <a:pt x="8" y="6"/>
                      <a:pt x="9" y="3"/>
                    </a:cubicBezTo>
                    <a:cubicBezTo>
                      <a:pt x="9" y="1"/>
                      <a:pt x="7" y="0"/>
                      <a:pt x="6" y="1"/>
                    </a:cubicBezTo>
                    <a:cubicBezTo>
                      <a:pt x="4" y="3"/>
                      <a:pt x="2" y="6"/>
                      <a:pt x="1" y="8"/>
                    </a:cubicBezTo>
                    <a:cubicBezTo>
                      <a:pt x="0" y="11"/>
                      <a:pt x="3" y="13"/>
                      <a:pt x="5"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55" name="Freeform 673">
                <a:extLst>
                  <a:ext uri="{FF2B5EF4-FFF2-40B4-BE49-F238E27FC236}">
                    <a16:creationId xmlns:a16="http://schemas.microsoft.com/office/drawing/2014/main" id="{594F013F-985B-40ED-515C-30E97BFC7E02}"/>
                  </a:ext>
                </a:extLst>
              </p:cNvPr>
              <p:cNvSpPr/>
              <p:nvPr/>
            </p:nvSpPr>
            <p:spPr bwMode="auto">
              <a:xfrm>
                <a:off x="3271" y="1498"/>
                <a:ext cx="9" cy="65"/>
              </a:xfrm>
              <a:custGeom>
                <a:avLst/>
                <a:gdLst>
                  <a:gd name="T0" fmla="*/ 4 w 5"/>
                  <a:gd name="T1" fmla="*/ 34 h 37"/>
                  <a:gd name="T2" fmla="*/ 3 w 5"/>
                  <a:gd name="T3" fmla="*/ 1 h 37"/>
                  <a:gd name="T4" fmla="*/ 0 w 5"/>
                  <a:gd name="T5" fmla="*/ 2 h 37"/>
                  <a:gd name="T6" fmla="*/ 1 w 5"/>
                  <a:gd name="T7" fmla="*/ 34 h 37"/>
                  <a:gd name="T8" fmla="*/ 4 w 5"/>
                  <a:gd name="T9" fmla="*/ 34 h 37"/>
                </a:gdLst>
                <a:ahLst/>
                <a:cxnLst>
                  <a:cxn ang="0">
                    <a:pos x="T0" y="T1"/>
                  </a:cxn>
                  <a:cxn ang="0">
                    <a:pos x="T2" y="T3"/>
                  </a:cxn>
                  <a:cxn ang="0">
                    <a:pos x="T4" y="T5"/>
                  </a:cxn>
                  <a:cxn ang="0">
                    <a:pos x="T6" y="T7"/>
                  </a:cxn>
                  <a:cxn ang="0">
                    <a:pos x="T8" y="T9"/>
                  </a:cxn>
                </a:cxnLst>
                <a:rect l="0" t="0" r="r" b="b"/>
                <a:pathLst>
                  <a:path w="5" h="37">
                    <a:moveTo>
                      <a:pt x="4" y="34"/>
                    </a:moveTo>
                    <a:cubicBezTo>
                      <a:pt x="5" y="23"/>
                      <a:pt x="5" y="12"/>
                      <a:pt x="3" y="1"/>
                    </a:cubicBezTo>
                    <a:cubicBezTo>
                      <a:pt x="3" y="0"/>
                      <a:pt x="0" y="0"/>
                      <a:pt x="0" y="2"/>
                    </a:cubicBezTo>
                    <a:cubicBezTo>
                      <a:pt x="1" y="13"/>
                      <a:pt x="1" y="23"/>
                      <a:pt x="1" y="34"/>
                    </a:cubicBezTo>
                    <a:cubicBezTo>
                      <a:pt x="1" y="37"/>
                      <a:pt x="4" y="36"/>
                      <a:pt x="4"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56" name="Freeform 674">
                <a:extLst>
                  <a:ext uri="{FF2B5EF4-FFF2-40B4-BE49-F238E27FC236}">
                    <a16:creationId xmlns:a16="http://schemas.microsoft.com/office/drawing/2014/main" id="{4AFE20B9-4286-67B6-DBAE-1357D00CAF3A}"/>
                  </a:ext>
                </a:extLst>
              </p:cNvPr>
              <p:cNvSpPr/>
              <p:nvPr/>
            </p:nvSpPr>
            <p:spPr bwMode="auto">
              <a:xfrm>
                <a:off x="3240" y="1488"/>
                <a:ext cx="10" cy="49"/>
              </a:xfrm>
              <a:custGeom>
                <a:avLst/>
                <a:gdLst>
                  <a:gd name="T0" fmla="*/ 5 w 6"/>
                  <a:gd name="T1" fmla="*/ 26 h 28"/>
                  <a:gd name="T2" fmla="*/ 3 w 6"/>
                  <a:gd name="T3" fmla="*/ 2 h 28"/>
                  <a:gd name="T4" fmla="*/ 0 w 6"/>
                  <a:gd name="T5" fmla="*/ 2 h 28"/>
                  <a:gd name="T6" fmla="*/ 2 w 6"/>
                  <a:gd name="T7" fmla="*/ 26 h 28"/>
                  <a:gd name="T8" fmla="*/ 5 w 6"/>
                  <a:gd name="T9" fmla="*/ 26 h 28"/>
                </a:gdLst>
                <a:ahLst/>
                <a:cxnLst>
                  <a:cxn ang="0">
                    <a:pos x="T0" y="T1"/>
                  </a:cxn>
                  <a:cxn ang="0">
                    <a:pos x="T2" y="T3"/>
                  </a:cxn>
                  <a:cxn ang="0">
                    <a:pos x="T4" y="T5"/>
                  </a:cxn>
                  <a:cxn ang="0">
                    <a:pos x="T6" y="T7"/>
                  </a:cxn>
                  <a:cxn ang="0">
                    <a:pos x="T8" y="T9"/>
                  </a:cxn>
                </a:cxnLst>
                <a:rect l="0" t="0" r="r" b="b"/>
                <a:pathLst>
                  <a:path w="6" h="28">
                    <a:moveTo>
                      <a:pt x="5" y="26"/>
                    </a:moveTo>
                    <a:cubicBezTo>
                      <a:pt x="6" y="18"/>
                      <a:pt x="5" y="10"/>
                      <a:pt x="3" y="2"/>
                    </a:cubicBezTo>
                    <a:cubicBezTo>
                      <a:pt x="3" y="0"/>
                      <a:pt x="0" y="0"/>
                      <a:pt x="0" y="2"/>
                    </a:cubicBezTo>
                    <a:cubicBezTo>
                      <a:pt x="1" y="10"/>
                      <a:pt x="2" y="18"/>
                      <a:pt x="2" y="26"/>
                    </a:cubicBezTo>
                    <a:cubicBezTo>
                      <a:pt x="2" y="28"/>
                      <a:pt x="5" y="28"/>
                      <a:pt x="5"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57" name="Freeform 675">
                <a:extLst>
                  <a:ext uri="{FF2B5EF4-FFF2-40B4-BE49-F238E27FC236}">
                    <a16:creationId xmlns:a16="http://schemas.microsoft.com/office/drawing/2014/main" id="{775E5B0D-CC4B-7835-49AE-4067641C669A}"/>
                  </a:ext>
                </a:extLst>
              </p:cNvPr>
              <p:cNvSpPr/>
              <p:nvPr/>
            </p:nvSpPr>
            <p:spPr bwMode="auto">
              <a:xfrm>
                <a:off x="3299" y="1548"/>
                <a:ext cx="9" cy="59"/>
              </a:xfrm>
              <a:custGeom>
                <a:avLst/>
                <a:gdLst>
                  <a:gd name="T0" fmla="*/ 4 w 5"/>
                  <a:gd name="T1" fmla="*/ 32 h 34"/>
                  <a:gd name="T2" fmla="*/ 4 w 5"/>
                  <a:gd name="T3" fmla="*/ 2 h 34"/>
                  <a:gd name="T4" fmla="*/ 1 w 5"/>
                  <a:gd name="T5" fmla="*/ 2 h 34"/>
                  <a:gd name="T6" fmla="*/ 1 w 5"/>
                  <a:gd name="T7" fmla="*/ 32 h 34"/>
                  <a:gd name="T8" fmla="*/ 4 w 5"/>
                  <a:gd name="T9" fmla="*/ 32 h 34"/>
                </a:gdLst>
                <a:ahLst/>
                <a:cxnLst>
                  <a:cxn ang="0">
                    <a:pos x="T0" y="T1"/>
                  </a:cxn>
                  <a:cxn ang="0">
                    <a:pos x="T2" y="T3"/>
                  </a:cxn>
                  <a:cxn ang="0">
                    <a:pos x="T4" y="T5"/>
                  </a:cxn>
                  <a:cxn ang="0">
                    <a:pos x="T6" y="T7"/>
                  </a:cxn>
                  <a:cxn ang="0">
                    <a:pos x="T8" y="T9"/>
                  </a:cxn>
                </a:cxnLst>
                <a:rect l="0" t="0" r="r" b="b"/>
                <a:pathLst>
                  <a:path w="5" h="34">
                    <a:moveTo>
                      <a:pt x="4" y="32"/>
                    </a:moveTo>
                    <a:cubicBezTo>
                      <a:pt x="4" y="22"/>
                      <a:pt x="5" y="12"/>
                      <a:pt x="4" y="2"/>
                    </a:cubicBezTo>
                    <a:cubicBezTo>
                      <a:pt x="4" y="0"/>
                      <a:pt x="1" y="0"/>
                      <a:pt x="1" y="2"/>
                    </a:cubicBezTo>
                    <a:cubicBezTo>
                      <a:pt x="0" y="12"/>
                      <a:pt x="0" y="22"/>
                      <a:pt x="1" y="32"/>
                    </a:cubicBezTo>
                    <a:cubicBezTo>
                      <a:pt x="1" y="34"/>
                      <a:pt x="4" y="34"/>
                      <a:pt x="4"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58" name="Freeform 676">
                <a:extLst>
                  <a:ext uri="{FF2B5EF4-FFF2-40B4-BE49-F238E27FC236}">
                    <a16:creationId xmlns:a16="http://schemas.microsoft.com/office/drawing/2014/main" id="{399D0401-5F0F-9E67-DCFE-B9939794E463}"/>
                  </a:ext>
                </a:extLst>
              </p:cNvPr>
              <p:cNvSpPr/>
              <p:nvPr/>
            </p:nvSpPr>
            <p:spPr bwMode="auto">
              <a:xfrm>
                <a:off x="3312" y="1570"/>
                <a:ext cx="21" cy="55"/>
              </a:xfrm>
              <a:custGeom>
                <a:avLst/>
                <a:gdLst>
                  <a:gd name="T0" fmla="*/ 4 w 12"/>
                  <a:gd name="T1" fmla="*/ 30 h 31"/>
                  <a:gd name="T2" fmla="*/ 11 w 12"/>
                  <a:gd name="T3" fmla="*/ 2 h 31"/>
                  <a:gd name="T4" fmla="*/ 8 w 12"/>
                  <a:gd name="T5" fmla="*/ 2 h 31"/>
                  <a:gd name="T6" fmla="*/ 1 w 12"/>
                  <a:gd name="T7" fmla="*/ 28 h 31"/>
                  <a:gd name="T8" fmla="*/ 4 w 12"/>
                  <a:gd name="T9" fmla="*/ 30 h 31"/>
                </a:gdLst>
                <a:ahLst/>
                <a:cxnLst>
                  <a:cxn ang="0">
                    <a:pos x="T0" y="T1"/>
                  </a:cxn>
                  <a:cxn ang="0">
                    <a:pos x="T2" y="T3"/>
                  </a:cxn>
                  <a:cxn ang="0">
                    <a:pos x="T4" y="T5"/>
                  </a:cxn>
                  <a:cxn ang="0">
                    <a:pos x="T6" y="T7"/>
                  </a:cxn>
                  <a:cxn ang="0">
                    <a:pos x="T8" y="T9"/>
                  </a:cxn>
                </a:cxnLst>
                <a:rect l="0" t="0" r="r" b="b"/>
                <a:pathLst>
                  <a:path w="12" h="31">
                    <a:moveTo>
                      <a:pt x="4" y="30"/>
                    </a:moveTo>
                    <a:cubicBezTo>
                      <a:pt x="8" y="21"/>
                      <a:pt x="12" y="12"/>
                      <a:pt x="11" y="2"/>
                    </a:cubicBezTo>
                    <a:cubicBezTo>
                      <a:pt x="11" y="0"/>
                      <a:pt x="9" y="0"/>
                      <a:pt x="8" y="2"/>
                    </a:cubicBezTo>
                    <a:cubicBezTo>
                      <a:pt x="7" y="11"/>
                      <a:pt x="5" y="20"/>
                      <a:pt x="1" y="28"/>
                    </a:cubicBezTo>
                    <a:cubicBezTo>
                      <a:pt x="0" y="30"/>
                      <a:pt x="3" y="31"/>
                      <a:pt x="4"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59" name="Freeform 677">
                <a:extLst>
                  <a:ext uri="{FF2B5EF4-FFF2-40B4-BE49-F238E27FC236}">
                    <a16:creationId xmlns:a16="http://schemas.microsoft.com/office/drawing/2014/main" id="{CE06A050-8A98-9D3A-F9C9-3252E3E5A7B4}"/>
                  </a:ext>
                </a:extLst>
              </p:cNvPr>
              <p:cNvSpPr/>
              <p:nvPr/>
            </p:nvSpPr>
            <p:spPr bwMode="auto">
              <a:xfrm>
                <a:off x="3326" y="1611"/>
                <a:ext cx="19" cy="47"/>
              </a:xfrm>
              <a:custGeom>
                <a:avLst/>
                <a:gdLst>
                  <a:gd name="T0" fmla="*/ 4 w 11"/>
                  <a:gd name="T1" fmla="*/ 25 h 27"/>
                  <a:gd name="T2" fmla="*/ 11 w 11"/>
                  <a:gd name="T3" fmla="*/ 2 h 27"/>
                  <a:gd name="T4" fmla="*/ 8 w 11"/>
                  <a:gd name="T5" fmla="*/ 1 h 27"/>
                  <a:gd name="T6" fmla="*/ 1 w 11"/>
                  <a:gd name="T7" fmla="*/ 23 h 27"/>
                  <a:gd name="T8" fmla="*/ 4 w 11"/>
                  <a:gd name="T9" fmla="*/ 25 h 27"/>
                </a:gdLst>
                <a:ahLst/>
                <a:cxnLst>
                  <a:cxn ang="0">
                    <a:pos x="T0" y="T1"/>
                  </a:cxn>
                  <a:cxn ang="0">
                    <a:pos x="T2" y="T3"/>
                  </a:cxn>
                  <a:cxn ang="0">
                    <a:pos x="T4" y="T5"/>
                  </a:cxn>
                  <a:cxn ang="0">
                    <a:pos x="T6" y="T7"/>
                  </a:cxn>
                  <a:cxn ang="0">
                    <a:pos x="T8" y="T9"/>
                  </a:cxn>
                </a:cxnLst>
                <a:rect l="0" t="0" r="r" b="b"/>
                <a:pathLst>
                  <a:path w="11" h="27">
                    <a:moveTo>
                      <a:pt x="4" y="25"/>
                    </a:moveTo>
                    <a:cubicBezTo>
                      <a:pt x="8" y="18"/>
                      <a:pt x="11" y="10"/>
                      <a:pt x="11" y="2"/>
                    </a:cubicBezTo>
                    <a:cubicBezTo>
                      <a:pt x="11" y="0"/>
                      <a:pt x="9" y="0"/>
                      <a:pt x="8" y="1"/>
                    </a:cubicBezTo>
                    <a:cubicBezTo>
                      <a:pt x="7" y="9"/>
                      <a:pt x="5" y="16"/>
                      <a:pt x="1" y="23"/>
                    </a:cubicBezTo>
                    <a:cubicBezTo>
                      <a:pt x="0" y="25"/>
                      <a:pt x="3" y="27"/>
                      <a:pt x="4"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60" name="Freeform 678">
                <a:extLst>
                  <a:ext uri="{FF2B5EF4-FFF2-40B4-BE49-F238E27FC236}">
                    <a16:creationId xmlns:a16="http://schemas.microsoft.com/office/drawing/2014/main" id="{958AC98B-C7C4-1ACE-8EE6-1A0BABE5EC86}"/>
                  </a:ext>
                </a:extLst>
              </p:cNvPr>
              <p:cNvSpPr/>
              <p:nvPr/>
            </p:nvSpPr>
            <p:spPr bwMode="auto">
              <a:xfrm>
                <a:off x="3359" y="1623"/>
                <a:ext cx="13" cy="34"/>
              </a:xfrm>
              <a:custGeom>
                <a:avLst/>
                <a:gdLst>
                  <a:gd name="T0" fmla="*/ 4 w 7"/>
                  <a:gd name="T1" fmla="*/ 16 h 19"/>
                  <a:gd name="T2" fmla="*/ 7 w 7"/>
                  <a:gd name="T3" fmla="*/ 2 h 19"/>
                  <a:gd name="T4" fmla="*/ 4 w 7"/>
                  <a:gd name="T5" fmla="*/ 1 h 19"/>
                  <a:gd name="T6" fmla="*/ 1 w 7"/>
                  <a:gd name="T7" fmla="*/ 16 h 19"/>
                  <a:gd name="T8" fmla="*/ 4 w 7"/>
                  <a:gd name="T9" fmla="*/ 16 h 19"/>
                </a:gdLst>
                <a:ahLst/>
                <a:cxnLst>
                  <a:cxn ang="0">
                    <a:pos x="T0" y="T1"/>
                  </a:cxn>
                  <a:cxn ang="0">
                    <a:pos x="T2" y="T3"/>
                  </a:cxn>
                  <a:cxn ang="0">
                    <a:pos x="T4" y="T5"/>
                  </a:cxn>
                  <a:cxn ang="0">
                    <a:pos x="T6" y="T7"/>
                  </a:cxn>
                  <a:cxn ang="0">
                    <a:pos x="T8" y="T9"/>
                  </a:cxn>
                </a:cxnLst>
                <a:rect l="0" t="0" r="r" b="b"/>
                <a:pathLst>
                  <a:path w="7" h="19">
                    <a:moveTo>
                      <a:pt x="4" y="16"/>
                    </a:moveTo>
                    <a:cubicBezTo>
                      <a:pt x="5" y="12"/>
                      <a:pt x="6" y="7"/>
                      <a:pt x="7" y="2"/>
                    </a:cubicBezTo>
                    <a:cubicBezTo>
                      <a:pt x="7" y="0"/>
                      <a:pt x="4" y="0"/>
                      <a:pt x="4" y="1"/>
                    </a:cubicBezTo>
                    <a:cubicBezTo>
                      <a:pt x="2" y="6"/>
                      <a:pt x="2" y="11"/>
                      <a:pt x="1" y="16"/>
                    </a:cubicBezTo>
                    <a:cubicBezTo>
                      <a:pt x="0" y="18"/>
                      <a:pt x="4" y="19"/>
                      <a:pt x="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61" name="Freeform 679">
                <a:extLst>
                  <a:ext uri="{FF2B5EF4-FFF2-40B4-BE49-F238E27FC236}">
                    <a16:creationId xmlns:a16="http://schemas.microsoft.com/office/drawing/2014/main" id="{8D1A534E-2EDB-1CC3-80DB-2B86FA5A473A}"/>
                  </a:ext>
                </a:extLst>
              </p:cNvPr>
              <p:cNvSpPr/>
              <p:nvPr/>
            </p:nvSpPr>
            <p:spPr bwMode="auto">
              <a:xfrm>
                <a:off x="3387" y="1613"/>
                <a:ext cx="14" cy="38"/>
              </a:xfrm>
              <a:custGeom>
                <a:avLst/>
                <a:gdLst>
                  <a:gd name="T0" fmla="*/ 4 w 8"/>
                  <a:gd name="T1" fmla="*/ 20 h 22"/>
                  <a:gd name="T2" fmla="*/ 7 w 8"/>
                  <a:gd name="T3" fmla="*/ 2 h 22"/>
                  <a:gd name="T4" fmla="*/ 5 w 8"/>
                  <a:gd name="T5" fmla="*/ 2 h 22"/>
                  <a:gd name="T6" fmla="*/ 1 w 8"/>
                  <a:gd name="T7" fmla="*/ 19 h 22"/>
                  <a:gd name="T8" fmla="*/ 4 w 8"/>
                  <a:gd name="T9" fmla="*/ 20 h 22"/>
                </a:gdLst>
                <a:ahLst/>
                <a:cxnLst>
                  <a:cxn ang="0">
                    <a:pos x="T0" y="T1"/>
                  </a:cxn>
                  <a:cxn ang="0">
                    <a:pos x="T2" y="T3"/>
                  </a:cxn>
                  <a:cxn ang="0">
                    <a:pos x="T4" y="T5"/>
                  </a:cxn>
                  <a:cxn ang="0">
                    <a:pos x="T6" y="T7"/>
                  </a:cxn>
                  <a:cxn ang="0">
                    <a:pos x="T8" y="T9"/>
                  </a:cxn>
                </a:cxnLst>
                <a:rect l="0" t="0" r="r" b="b"/>
                <a:pathLst>
                  <a:path w="8" h="22">
                    <a:moveTo>
                      <a:pt x="4" y="20"/>
                    </a:moveTo>
                    <a:cubicBezTo>
                      <a:pt x="5" y="14"/>
                      <a:pt x="7" y="8"/>
                      <a:pt x="7" y="2"/>
                    </a:cubicBezTo>
                    <a:cubicBezTo>
                      <a:pt x="8" y="1"/>
                      <a:pt x="5" y="0"/>
                      <a:pt x="5" y="2"/>
                    </a:cubicBezTo>
                    <a:cubicBezTo>
                      <a:pt x="3" y="7"/>
                      <a:pt x="2" y="13"/>
                      <a:pt x="1" y="19"/>
                    </a:cubicBezTo>
                    <a:cubicBezTo>
                      <a:pt x="0" y="21"/>
                      <a:pt x="3" y="22"/>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62" name="Freeform 680">
                <a:extLst>
                  <a:ext uri="{FF2B5EF4-FFF2-40B4-BE49-F238E27FC236}">
                    <a16:creationId xmlns:a16="http://schemas.microsoft.com/office/drawing/2014/main" id="{D777E36C-A730-D967-3384-1708C06E24C0}"/>
                  </a:ext>
                </a:extLst>
              </p:cNvPr>
              <p:cNvSpPr/>
              <p:nvPr/>
            </p:nvSpPr>
            <p:spPr bwMode="auto">
              <a:xfrm>
                <a:off x="2410" y="1750"/>
                <a:ext cx="35" cy="31"/>
              </a:xfrm>
              <a:custGeom>
                <a:avLst/>
                <a:gdLst>
                  <a:gd name="T0" fmla="*/ 4 w 20"/>
                  <a:gd name="T1" fmla="*/ 16 h 18"/>
                  <a:gd name="T2" fmla="*/ 19 w 20"/>
                  <a:gd name="T3" fmla="*/ 3 h 18"/>
                  <a:gd name="T4" fmla="*/ 18 w 20"/>
                  <a:gd name="T5" fmla="*/ 1 h 18"/>
                  <a:gd name="T6" fmla="*/ 1 w 20"/>
                  <a:gd name="T7" fmla="*/ 14 h 18"/>
                  <a:gd name="T8" fmla="*/ 4 w 20"/>
                  <a:gd name="T9" fmla="*/ 16 h 18"/>
                </a:gdLst>
                <a:ahLst/>
                <a:cxnLst>
                  <a:cxn ang="0">
                    <a:pos x="T0" y="T1"/>
                  </a:cxn>
                  <a:cxn ang="0">
                    <a:pos x="T2" y="T3"/>
                  </a:cxn>
                  <a:cxn ang="0">
                    <a:pos x="T4" y="T5"/>
                  </a:cxn>
                  <a:cxn ang="0">
                    <a:pos x="T6" y="T7"/>
                  </a:cxn>
                  <a:cxn ang="0">
                    <a:pos x="T8" y="T9"/>
                  </a:cxn>
                </a:cxnLst>
                <a:rect l="0" t="0" r="r" b="b"/>
                <a:pathLst>
                  <a:path w="20" h="18">
                    <a:moveTo>
                      <a:pt x="4" y="16"/>
                    </a:moveTo>
                    <a:cubicBezTo>
                      <a:pt x="7" y="10"/>
                      <a:pt x="12" y="6"/>
                      <a:pt x="19" y="3"/>
                    </a:cubicBezTo>
                    <a:cubicBezTo>
                      <a:pt x="20" y="3"/>
                      <a:pt x="19" y="0"/>
                      <a:pt x="18" y="1"/>
                    </a:cubicBezTo>
                    <a:cubicBezTo>
                      <a:pt x="11" y="3"/>
                      <a:pt x="5" y="8"/>
                      <a:pt x="1" y="14"/>
                    </a:cubicBezTo>
                    <a:cubicBezTo>
                      <a:pt x="0" y="16"/>
                      <a:pt x="3" y="18"/>
                      <a:pt x="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63" name="Freeform 681">
                <a:extLst>
                  <a:ext uri="{FF2B5EF4-FFF2-40B4-BE49-F238E27FC236}">
                    <a16:creationId xmlns:a16="http://schemas.microsoft.com/office/drawing/2014/main" id="{71D2135B-81D4-FA8B-6208-22BCFBB883FE}"/>
                  </a:ext>
                </a:extLst>
              </p:cNvPr>
              <p:cNvSpPr/>
              <p:nvPr/>
            </p:nvSpPr>
            <p:spPr bwMode="auto">
              <a:xfrm>
                <a:off x="2394" y="1790"/>
                <a:ext cx="41" cy="46"/>
              </a:xfrm>
              <a:custGeom>
                <a:avLst/>
                <a:gdLst>
                  <a:gd name="T0" fmla="*/ 4 w 23"/>
                  <a:gd name="T1" fmla="*/ 24 h 26"/>
                  <a:gd name="T2" fmla="*/ 22 w 23"/>
                  <a:gd name="T3" fmla="*/ 3 h 26"/>
                  <a:gd name="T4" fmla="*/ 21 w 23"/>
                  <a:gd name="T5" fmla="*/ 0 h 26"/>
                  <a:gd name="T6" fmla="*/ 1 w 23"/>
                  <a:gd name="T7" fmla="*/ 23 h 26"/>
                  <a:gd name="T8" fmla="*/ 4 w 23"/>
                  <a:gd name="T9" fmla="*/ 24 h 26"/>
                </a:gdLst>
                <a:ahLst/>
                <a:cxnLst>
                  <a:cxn ang="0">
                    <a:pos x="T0" y="T1"/>
                  </a:cxn>
                  <a:cxn ang="0">
                    <a:pos x="T2" y="T3"/>
                  </a:cxn>
                  <a:cxn ang="0">
                    <a:pos x="T4" y="T5"/>
                  </a:cxn>
                  <a:cxn ang="0">
                    <a:pos x="T6" y="T7"/>
                  </a:cxn>
                  <a:cxn ang="0">
                    <a:pos x="T8" y="T9"/>
                  </a:cxn>
                </a:cxnLst>
                <a:rect l="0" t="0" r="r" b="b"/>
                <a:pathLst>
                  <a:path w="23" h="26">
                    <a:moveTo>
                      <a:pt x="4" y="24"/>
                    </a:moveTo>
                    <a:cubicBezTo>
                      <a:pt x="8" y="15"/>
                      <a:pt x="14" y="9"/>
                      <a:pt x="22" y="3"/>
                    </a:cubicBezTo>
                    <a:cubicBezTo>
                      <a:pt x="23" y="2"/>
                      <a:pt x="22" y="0"/>
                      <a:pt x="21" y="0"/>
                    </a:cubicBezTo>
                    <a:cubicBezTo>
                      <a:pt x="11" y="4"/>
                      <a:pt x="4" y="13"/>
                      <a:pt x="1" y="23"/>
                    </a:cubicBezTo>
                    <a:cubicBezTo>
                      <a:pt x="0" y="25"/>
                      <a:pt x="3" y="26"/>
                      <a:pt x="4"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64" name="Freeform 682">
                <a:extLst>
                  <a:ext uri="{FF2B5EF4-FFF2-40B4-BE49-F238E27FC236}">
                    <a16:creationId xmlns:a16="http://schemas.microsoft.com/office/drawing/2014/main" id="{466867F8-6161-4B51-5C8F-8CF8085AD4BC}"/>
                  </a:ext>
                </a:extLst>
              </p:cNvPr>
              <p:cNvSpPr/>
              <p:nvPr/>
            </p:nvSpPr>
            <p:spPr bwMode="auto">
              <a:xfrm>
                <a:off x="2399" y="1817"/>
                <a:ext cx="30" cy="44"/>
              </a:xfrm>
              <a:custGeom>
                <a:avLst/>
                <a:gdLst>
                  <a:gd name="T0" fmla="*/ 4 w 17"/>
                  <a:gd name="T1" fmla="*/ 23 h 25"/>
                  <a:gd name="T2" fmla="*/ 17 w 17"/>
                  <a:gd name="T3" fmla="*/ 3 h 25"/>
                  <a:gd name="T4" fmla="*/ 14 w 17"/>
                  <a:gd name="T5" fmla="*/ 2 h 25"/>
                  <a:gd name="T6" fmla="*/ 1 w 17"/>
                  <a:gd name="T7" fmla="*/ 22 h 25"/>
                  <a:gd name="T8" fmla="*/ 4 w 17"/>
                  <a:gd name="T9" fmla="*/ 23 h 25"/>
                </a:gdLst>
                <a:ahLst/>
                <a:cxnLst>
                  <a:cxn ang="0">
                    <a:pos x="T0" y="T1"/>
                  </a:cxn>
                  <a:cxn ang="0">
                    <a:pos x="T2" y="T3"/>
                  </a:cxn>
                  <a:cxn ang="0">
                    <a:pos x="T4" y="T5"/>
                  </a:cxn>
                  <a:cxn ang="0">
                    <a:pos x="T6" y="T7"/>
                  </a:cxn>
                  <a:cxn ang="0">
                    <a:pos x="T8" y="T9"/>
                  </a:cxn>
                </a:cxnLst>
                <a:rect l="0" t="0" r="r" b="b"/>
                <a:pathLst>
                  <a:path w="17" h="25">
                    <a:moveTo>
                      <a:pt x="4" y="23"/>
                    </a:moveTo>
                    <a:cubicBezTo>
                      <a:pt x="7" y="16"/>
                      <a:pt x="12" y="10"/>
                      <a:pt x="17" y="3"/>
                    </a:cubicBezTo>
                    <a:cubicBezTo>
                      <a:pt x="17" y="2"/>
                      <a:pt x="15" y="0"/>
                      <a:pt x="14" y="2"/>
                    </a:cubicBezTo>
                    <a:cubicBezTo>
                      <a:pt x="8" y="7"/>
                      <a:pt x="4" y="14"/>
                      <a:pt x="1" y="22"/>
                    </a:cubicBezTo>
                    <a:cubicBezTo>
                      <a:pt x="0" y="23"/>
                      <a:pt x="3" y="25"/>
                      <a:pt x="4"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65" name="Freeform 683">
                <a:extLst>
                  <a:ext uri="{FF2B5EF4-FFF2-40B4-BE49-F238E27FC236}">
                    <a16:creationId xmlns:a16="http://schemas.microsoft.com/office/drawing/2014/main" id="{CA86594C-C3E0-633B-4A34-546823C9753F}"/>
                  </a:ext>
                </a:extLst>
              </p:cNvPr>
              <p:cNvSpPr/>
              <p:nvPr/>
            </p:nvSpPr>
            <p:spPr bwMode="auto">
              <a:xfrm>
                <a:off x="2403" y="1875"/>
                <a:ext cx="30" cy="44"/>
              </a:xfrm>
              <a:custGeom>
                <a:avLst/>
                <a:gdLst>
                  <a:gd name="T0" fmla="*/ 3 w 17"/>
                  <a:gd name="T1" fmla="*/ 23 h 25"/>
                  <a:gd name="T2" fmla="*/ 16 w 17"/>
                  <a:gd name="T3" fmla="*/ 4 h 25"/>
                  <a:gd name="T4" fmla="*/ 14 w 17"/>
                  <a:gd name="T5" fmla="*/ 1 h 25"/>
                  <a:gd name="T6" fmla="*/ 0 w 17"/>
                  <a:gd name="T7" fmla="*/ 22 h 25"/>
                  <a:gd name="T8" fmla="*/ 3 w 17"/>
                  <a:gd name="T9" fmla="*/ 23 h 25"/>
                </a:gdLst>
                <a:ahLst/>
                <a:cxnLst>
                  <a:cxn ang="0">
                    <a:pos x="T0" y="T1"/>
                  </a:cxn>
                  <a:cxn ang="0">
                    <a:pos x="T2" y="T3"/>
                  </a:cxn>
                  <a:cxn ang="0">
                    <a:pos x="T4" y="T5"/>
                  </a:cxn>
                  <a:cxn ang="0">
                    <a:pos x="T6" y="T7"/>
                  </a:cxn>
                  <a:cxn ang="0">
                    <a:pos x="T8" y="T9"/>
                  </a:cxn>
                </a:cxnLst>
                <a:rect l="0" t="0" r="r" b="b"/>
                <a:pathLst>
                  <a:path w="17" h="25">
                    <a:moveTo>
                      <a:pt x="3" y="23"/>
                    </a:moveTo>
                    <a:cubicBezTo>
                      <a:pt x="6" y="15"/>
                      <a:pt x="10" y="9"/>
                      <a:pt x="16" y="4"/>
                    </a:cubicBezTo>
                    <a:cubicBezTo>
                      <a:pt x="17" y="2"/>
                      <a:pt x="16" y="0"/>
                      <a:pt x="14" y="1"/>
                    </a:cubicBezTo>
                    <a:cubicBezTo>
                      <a:pt x="7" y="5"/>
                      <a:pt x="2" y="13"/>
                      <a:pt x="0" y="22"/>
                    </a:cubicBezTo>
                    <a:cubicBezTo>
                      <a:pt x="0" y="24"/>
                      <a:pt x="3" y="25"/>
                      <a:pt x="3"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66" name="Freeform 684">
                <a:extLst>
                  <a:ext uri="{FF2B5EF4-FFF2-40B4-BE49-F238E27FC236}">
                    <a16:creationId xmlns:a16="http://schemas.microsoft.com/office/drawing/2014/main" id="{51529BA5-68C6-80ED-ABF3-2CAA8C164091}"/>
                  </a:ext>
                </a:extLst>
              </p:cNvPr>
              <p:cNvSpPr/>
              <p:nvPr/>
            </p:nvSpPr>
            <p:spPr bwMode="auto">
              <a:xfrm>
                <a:off x="2401" y="1922"/>
                <a:ext cx="30" cy="37"/>
              </a:xfrm>
              <a:custGeom>
                <a:avLst/>
                <a:gdLst>
                  <a:gd name="T0" fmla="*/ 4 w 17"/>
                  <a:gd name="T1" fmla="*/ 19 h 21"/>
                  <a:gd name="T2" fmla="*/ 16 w 17"/>
                  <a:gd name="T3" fmla="*/ 3 h 21"/>
                  <a:gd name="T4" fmla="*/ 14 w 17"/>
                  <a:gd name="T5" fmla="*/ 1 h 21"/>
                  <a:gd name="T6" fmla="*/ 1 w 17"/>
                  <a:gd name="T7" fmla="*/ 17 h 21"/>
                  <a:gd name="T8" fmla="*/ 4 w 17"/>
                  <a:gd name="T9" fmla="*/ 19 h 21"/>
                </a:gdLst>
                <a:ahLst/>
                <a:cxnLst>
                  <a:cxn ang="0">
                    <a:pos x="T0" y="T1"/>
                  </a:cxn>
                  <a:cxn ang="0">
                    <a:pos x="T2" y="T3"/>
                  </a:cxn>
                  <a:cxn ang="0">
                    <a:pos x="T4" y="T5"/>
                  </a:cxn>
                  <a:cxn ang="0">
                    <a:pos x="T6" y="T7"/>
                  </a:cxn>
                  <a:cxn ang="0">
                    <a:pos x="T8" y="T9"/>
                  </a:cxn>
                </a:cxnLst>
                <a:rect l="0" t="0" r="r" b="b"/>
                <a:pathLst>
                  <a:path w="17" h="21">
                    <a:moveTo>
                      <a:pt x="4" y="19"/>
                    </a:moveTo>
                    <a:cubicBezTo>
                      <a:pt x="8" y="13"/>
                      <a:pt x="12" y="8"/>
                      <a:pt x="16" y="3"/>
                    </a:cubicBezTo>
                    <a:cubicBezTo>
                      <a:pt x="17" y="2"/>
                      <a:pt x="15" y="0"/>
                      <a:pt x="14" y="1"/>
                    </a:cubicBezTo>
                    <a:cubicBezTo>
                      <a:pt x="8" y="5"/>
                      <a:pt x="4" y="11"/>
                      <a:pt x="1" y="17"/>
                    </a:cubicBezTo>
                    <a:cubicBezTo>
                      <a:pt x="0" y="19"/>
                      <a:pt x="3" y="21"/>
                      <a:pt x="4"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67" name="Freeform 685">
                <a:extLst>
                  <a:ext uri="{FF2B5EF4-FFF2-40B4-BE49-F238E27FC236}">
                    <a16:creationId xmlns:a16="http://schemas.microsoft.com/office/drawing/2014/main" id="{FAACD2A9-79F6-4CC3-5A11-803F3A8FCC93}"/>
                  </a:ext>
                </a:extLst>
              </p:cNvPr>
              <p:cNvSpPr/>
              <p:nvPr/>
            </p:nvSpPr>
            <p:spPr bwMode="auto">
              <a:xfrm>
                <a:off x="2410" y="1956"/>
                <a:ext cx="26" cy="35"/>
              </a:xfrm>
              <a:custGeom>
                <a:avLst/>
                <a:gdLst>
                  <a:gd name="T0" fmla="*/ 4 w 15"/>
                  <a:gd name="T1" fmla="*/ 18 h 20"/>
                  <a:gd name="T2" fmla="*/ 14 w 15"/>
                  <a:gd name="T3" fmla="*/ 3 h 20"/>
                  <a:gd name="T4" fmla="*/ 12 w 15"/>
                  <a:gd name="T5" fmla="*/ 1 h 20"/>
                  <a:gd name="T6" fmla="*/ 1 w 15"/>
                  <a:gd name="T7" fmla="*/ 17 h 20"/>
                  <a:gd name="T8" fmla="*/ 4 w 15"/>
                  <a:gd name="T9" fmla="*/ 18 h 20"/>
                </a:gdLst>
                <a:ahLst/>
                <a:cxnLst>
                  <a:cxn ang="0">
                    <a:pos x="T0" y="T1"/>
                  </a:cxn>
                  <a:cxn ang="0">
                    <a:pos x="T2" y="T3"/>
                  </a:cxn>
                  <a:cxn ang="0">
                    <a:pos x="T4" y="T5"/>
                  </a:cxn>
                  <a:cxn ang="0">
                    <a:pos x="T6" y="T7"/>
                  </a:cxn>
                  <a:cxn ang="0">
                    <a:pos x="T8" y="T9"/>
                  </a:cxn>
                </a:cxnLst>
                <a:rect l="0" t="0" r="r" b="b"/>
                <a:pathLst>
                  <a:path w="15" h="20">
                    <a:moveTo>
                      <a:pt x="4" y="18"/>
                    </a:moveTo>
                    <a:cubicBezTo>
                      <a:pt x="7" y="13"/>
                      <a:pt x="11" y="8"/>
                      <a:pt x="14" y="3"/>
                    </a:cubicBezTo>
                    <a:cubicBezTo>
                      <a:pt x="15" y="2"/>
                      <a:pt x="13" y="0"/>
                      <a:pt x="12" y="1"/>
                    </a:cubicBezTo>
                    <a:cubicBezTo>
                      <a:pt x="8" y="6"/>
                      <a:pt x="4" y="11"/>
                      <a:pt x="1" y="17"/>
                    </a:cubicBezTo>
                    <a:cubicBezTo>
                      <a:pt x="0" y="19"/>
                      <a:pt x="3" y="20"/>
                      <a:pt x="4"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68" name="Freeform 686">
                <a:extLst>
                  <a:ext uri="{FF2B5EF4-FFF2-40B4-BE49-F238E27FC236}">
                    <a16:creationId xmlns:a16="http://schemas.microsoft.com/office/drawing/2014/main" id="{6A17C258-F842-110A-A817-297FE37F17E9}"/>
                  </a:ext>
                </a:extLst>
              </p:cNvPr>
              <p:cNvSpPr/>
              <p:nvPr/>
            </p:nvSpPr>
            <p:spPr bwMode="auto">
              <a:xfrm>
                <a:off x="2607" y="2021"/>
                <a:ext cx="49" cy="21"/>
              </a:xfrm>
              <a:custGeom>
                <a:avLst/>
                <a:gdLst>
                  <a:gd name="T0" fmla="*/ 26 w 28"/>
                  <a:gd name="T1" fmla="*/ 2 h 12"/>
                  <a:gd name="T2" fmla="*/ 1 w 28"/>
                  <a:gd name="T3" fmla="*/ 9 h 12"/>
                  <a:gd name="T4" fmla="*/ 3 w 28"/>
                  <a:gd name="T5" fmla="*/ 12 h 12"/>
                  <a:gd name="T6" fmla="*/ 25 w 28"/>
                  <a:gd name="T7" fmla="*/ 5 h 12"/>
                  <a:gd name="T8" fmla="*/ 26 w 28"/>
                  <a:gd name="T9" fmla="*/ 2 h 12"/>
                </a:gdLst>
                <a:ahLst/>
                <a:cxnLst>
                  <a:cxn ang="0">
                    <a:pos x="T0" y="T1"/>
                  </a:cxn>
                  <a:cxn ang="0">
                    <a:pos x="T2" y="T3"/>
                  </a:cxn>
                  <a:cxn ang="0">
                    <a:pos x="T4" y="T5"/>
                  </a:cxn>
                  <a:cxn ang="0">
                    <a:pos x="T6" y="T7"/>
                  </a:cxn>
                  <a:cxn ang="0">
                    <a:pos x="T8" y="T9"/>
                  </a:cxn>
                </a:cxnLst>
                <a:rect l="0" t="0" r="r" b="b"/>
                <a:pathLst>
                  <a:path w="28" h="12">
                    <a:moveTo>
                      <a:pt x="26" y="2"/>
                    </a:moveTo>
                    <a:cubicBezTo>
                      <a:pt x="17" y="0"/>
                      <a:pt x="8" y="3"/>
                      <a:pt x="1" y="9"/>
                    </a:cubicBezTo>
                    <a:cubicBezTo>
                      <a:pt x="0" y="10"/>
                      <a:pt x="2" y="12"/>
                      <a:pt x="3" y="12"/>
                    </a:cubicBezTo>
                    <a:cubicBezTo>
                      <a:pt x="11" y="8"/>
                      <a:pt x="17" y="6"/>
                      <a:pt x="25" y="5"/>
                    </a:cubicBezTo>
                    <a:cubicBezTo>
                      <a:pt x="27" y="5"/>
                      <a:pt x="28" y="2"/>
                      <a:pt x="26"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69" name="Freeform 687">
                <a:extLst>
                  <a:ext uri="{FF2B5EF4-FFF2-40B4-BE49-F238E27FC236}">
                    <a16:creationId xmlns:a16="http://schemas.microsoft.com/office/drawing/2014/main" id="{00A55BB7-15AA-4BDD-4E84-EFCDAB5E6132}"/>
                  </a:ext>
                </a:extLst>
              </p:cNvPr>
              <p:cNvSpPr/>
              <p:nvPr/>
            </p:nvSpPr>
            <p:spPr bwMode="auto">
              <a:xfrm>
                <a:off x="2640" y="2051"/>
                <a:ext cx="35" cy="22"/>
              </a:xfrm>
              <a:custGeom>
                <a:avLst/>
                <a:gdLst>
                  <a:gd name="T0" fmla="*/ 17 w 20"/>
                  <a:gd name="T1" fmla="*/ 0 h 13"/>
                  <a:gd name="T2" fmla="*/ 1 w 20"/>
                  <a:gd name="T3" fmla="*/ 9 h 13"/>
                  <a:gd name="T4" fmla="*/ 3 w 20"/>
                  <a:gd name="T5" fmla="*/ 12 h 13"/>
                  <a:gd name="T6" fmla="*/ 18 w 20"/>
                  <a:gd name="T7" fmla="*/ 3 h 13"/>
                  <a:gd name="T8" fmla="*/ 17 w 20"/>
                  <a:gd name="T9" fmla="*/ 0 h 13"/>
                </a:gdLst>
                <a:ahLst/>
                <a:cxnLst>
                  <a:cxn ang="0">
                    <a:pos x="T0" y="T1"/>
                  </a:cxn>
                  <a:cxn ang="0">
                    <a:pos x="T2" y="T3"/>
                  </a:cxn>
                  <a:cxn ang="0">
                    <a:pos x="T4" y="T5"/>
                  </a:cxn>
                  <a:cxn ang="0">
                    <a:pos x="T6" y="T7"/>
                  </a:cxn>
                  <a:cxn ang="0">
                    <a:pos x="T8" y="T9"/>
                  </a:cxn>
                </a:cxnLst>
                <a:rect l="0" t="0" r="r" b="b"/>
                <a:pathLst>
                  <a:path w="20" h="13">
                    <a:moveTo>
                      <a:pt x="17" y="0"/>
                    </a:moveTo>
                    <a:cubicBezTo>
                      <a:pt x="11" y="2"/>
                      <a:pt x="5" y="4"/>
                      <a:pt x="1" y="9"/>
                    </a:cubicBezTo>
                    <a:cubicBezTo>
                      <a:pt x="0" y="11"/>
                      <a:pt x="1" y="13"/>
                      <a:pt x="3" y="12"/>
                    </a:cubicBezTo>
                    <a:cubicBezTo>
                      <a:pt x="8" y="8"/>
                      <a:pt x="12" y="5"/>
                      <a:pt x="18" y="3"/>
                    </a:cubicBezTo>
                    <a:cubicBezTo>
                      <a:pt x="20" y="3"/>
                      <a:pt x="19"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0" name="Freeform 688">
                <a:extLst>
                  <a:ext uri="{FF2B5EF4-FFF2-40B4-BE49-F238E27FC236}">
                    <a16:creationId xmlns:a16="http://schemas.microsoft.com/office/drawing/2014/main" id="{C6CF417E-5AEA-067D-B475-E1E11FD2BC32}"/>
                  </a:ext>
                </a:extLst>
              </p:cNvPr>
              <p:cNvSpPr/>
              <p:nvPr/>
            </p:nvSpPr>
            <p:spPr bwMode="auto">
              <a:xfrm>
                <a:off x="2660" y="2077"/>
                <a:ext cx="38" cy="23"/>
              </a:xfrm>
              <a:custGeom>
                <a:avLst/>
                <a:gdLst>
                  <a:gd name="T0" fmla="*/ 19 w 22"/>
                  <a:gd name="T1" fmla="*/ 1 h 13"/>
                  <a:gd name="T2" fmla="*/ 2 w 22"/>
                  <a:gd name="T3" fmla="*/ 9 h 13"/>
                  <a:gd name="T4" fmla="*/ 3 w 22"/>
                  <a:gd name="T5" fmla="*/ 12 h 13"/>
                  <a:gd name="T6" fmla="*/ 20 w 22"/>
                  <a:gd name="T7" fmla="*/ 4 h 13"/>
                  <a:gd name="T8" fmla="*/ 19 w 22"/>
                  <a:gd name="T9" fmla="*/ 1 h 13"/>
                </a:gdLst>
                <a:ahLst/>
                <a:cxnLst>
                  <a:cxn ang="0">
                    <a:pos x="T0" y="T1"/>
                  </a:cxn>
                  <a:cxn ang="0">
                    <a:pos x="T2" y="T3"/>
                  </a:cxn>
                  <a:cxn ang="0">
                    <a:pos x="T4" y="T5"/>
                  </a:cxn>
                  <a:cxn ang="0">
                    <a:pos x="T6" y="T7"/>
                  </a:cxn>
                  <a:cxn ang="0">
                    <a:pos x="T8" y="T9"/>
                  </a:cxn>
                </a:cxnLst>
                <a:rect l="0" t="0" r="r" b="b"/>
                <a:pathLst>
                  <a:path w="22" h="13">
                    <a:moveTo>
                      <a:pt x="19" y="1"/>
                    </a:moveTo>
                    <a:cubicBezTo>
                      <a:pt x="13" y="4"/>
                      <a:pt x="7" y="6"/>
                      <a:pt x="2" y="9"/>
                    </a:cubicBezTo>
                    <a:cubicBezTo>
                      <a:pt x="0" y="10"/>
                      <a:pt x="1" y="13"/>
                      <a:pt x="3" y="12"/>
                    </a:cubicBezTo>
                    <a:cubicBezTo>
                      <a:pt x="9" y="11"/>
                      <a:pt x="15" y="7"/>
                      <a:pt x="20" y="4"/>
                    </a:cubicBezTo>
                    <a:cubicBezTo>
                      <a:pt x="22" y="3"/>
                      <a:pt x="21" y="0"/>
                      <a:pt x="19"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1" name="Freeform 689">
                <a:extLst>
                  <a:ext uri="{FF2B5EF4-FFF2-40B4-BE49-F238E27FC236}">
                    <a16:creationId xmlns:a16="http://schemas.microsoft.com/office/drawing/2014/main" id="{A6CAB09D-787F-8D52-55FC-08A84CE021D8}"/>
                  </a:ext>
                </a:extLst>
              </p:cNvPr>
              <p:cNvSpPr/>
              <p:nvPr/>
            </p:nvSpPr>
            <p:spPr bwMode="auto">
              <a:xfrm>
                <a:off x="2689" y="2105"/>
                <a:ext cx="29" cy="21"/>
              </a:xfrm>
              <a:custGeom>
                <a:avLst/>
                <a:gdLst>
                  <a:gd name="T0" fmla="*/ 13 w 16"/>
                  <a:gd name="T1" fmla="*/ 0 h 12"/>
                  <a:gd name="T2" fmla="*/ 1 w 16"/>
                  <a:gd name="T3" fmla="*/ 8 h 12"/>
                  <a:gd name="T4" fmla="*/ 4 w 16"/>
                  <a:gd name="T5" fmla="*/ 10 h 12"/>
                  <a:gd name="T6" fmla="*/ 14 w 16"/>
                  <a:gd name="T7" fmla="*/ 3 h 12"/>
                  <a:gd name="T8" fmla="*/ 13 w 16"/>
                  <a:gd name="T9" fmla="*/ 0 h 12"/>
                </a:gdLst>
                <a:ahLst/>
                <a:cxnLst>
                  <a:cxn ang="0">
                    <a:pos x="T0" y="T1"/>
                  </a:cxn>
                  <a:cxn ang="0">
                    <a:pos x="T2" y="T3"/>
                  </a:cxn>
                  <a:cxn ang="0">
                    <a:pos x="T4" y="T5"/>
                  </a:cxn>
                  <a:cxn ang="0">
                    <a:pos x="T6" y="T7"/>
                  </a:cxn>
                  <a:cxn ang="0">
                    <a:pos x="T8" y="T9"/>
                  </a:cxn>
                </a:cxnLst>
                <a:rect l="0" t="0" r="r" b="b"/>
                <a:pathLst>
                  <a:path w="16" h="12">
                    <a:moveTo>
                      <a:pt x="13" y="0"/>
                    </a:moveTo>
                    <a:cubicBezTo>
                      <a:pt x="9" y="2"/>
                      <a:pt x="4" y="4"/>
                      <a:pt x="1" y="8"/>
                    </a:cubicBezTo>
                    <a:cubicBezTo>
                      <a:pt x="0" y="10"/>
                      <a:pt x="2" y="12"/>
                      <a:pt x="4" y="10"/>
                    </a:cubicBezTo>
                    <a:cubicBezTo>
                      <a:pt x="7" y="7"/>
                      <a:pt x="10" y="5"/>
                      <a:pt x="14" y="3"/>
                    </a:cubicBezTo>
                    <a:cubicBezTo>
                      <a:pt x="16" y="3"/>
                      <a:pt x="15" y="0"/>
                      <a:pt x="13"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2" name="Freeform 690">
                <a:extLst>
                  <a:ext uri="{FF2B5EF4-FFF2-40B4-BE49-F238E27FC236}">
                    <a16:creationId xmlns:a16="http://schemas.microsoft.com/office/drawing/2014/main" id="{907F82B9-F80C-A336-B2DE-5840182EA607}"/>
                  </a:ext>
                </a:extLst>
              </p:cNvPr>
              <p:cNvSpPr/>
              <p:nvPr/>
            </p:nvSpPr>
            <p:spPr bwMode="auto">
              <a:xfrm>
                <a:off x="3950" y="2385"/>
                <a:ext cx="51" cy="77"/>
              </a:xfrm>
              <a:custGeom>
                <a:avLst/>
                <a:gdLst>
                  <a:gd name="T0" fmla="*/ 3 w 29"/>
                  <a:gd name="T1" fmla="*/ 43 h 44"/>
                  <a:gd name="T2" fmla="*/ 29 w 29"/>
                  <a:gd name="T3" fmla="*/ 3 h 44"/>
                  <a:gd name="T4" fmla="*/ 26 w 29"/>
                  <a:gd name="T5" fmla="*/ 2 h 44"/>
                  <a:gd name="T6" fmla="*/ 1 w 29"/>
                  <a:gd name="T7" fmla="*/ 40 h 44"/>
                  <a:gd name="T8" fmla="*/ 3 w 29"/>
                  <a:gd name="T9" fmla="*/ 43 h 44"/>
                </a:gdLst>
                <a:ahLst/>
                <a:cxnLst>
                  <a:cxn ang="0">
                    <a:pos x="T0" y="T1"/>
                  </a:cxn>
                  <a:cxn ang="0">
                    <a:pos x="T2" y="T3"/>
                  </a:cxn>
                  <a:cxn ang="0">
                    <a:pos x="T4" y="T5"/>
                  </a:cxn>
                  <a:cxn ang="0">
                    <a:pos x="T6" y="T7"/>
                  </a:cxn>
                  <a:cxn ang="0">
                    <a:pos x="T8" y="T9"/>
                  </a:cxn>
                </a:cxnLst>
                <a:rect l="0" t="0" r="r" b="b"/>
                <a:pathLst>
                  <a:path w="29" h="44">
                    <a:moveTo>
                      <a:pt x="3" y="43"/>
                    </a:moveTo>
                    <a:cubicBezTo>
                      <a:pt x="16" y="33"/>
                      <a:pt x="26" y="19"/>
                      <a:pt x="29" y="3"/>
                    </a:cubicBezTo>
                    <a:cubicBezTo>
                      <a:pt x="29" y="1"/>
                      <a:pt x="26" y="0"/>
                      <a:pt x="26" y="2"/>
                    </a:cubicBezTo>
                    <a:cubicBezTo>
                      <a:pt x="21" y="17"/>
                      <a:pt x="13" y="30"/>
                      <a:pt x="1" y="40"/>
                    </a:cubicBezTo>
                    <a:cubicBezTo>
                      <a:pt x="0" y="41"/>
                      <a:pt x="2" y="44"/>
                      <a:pt x="3" y="4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3" name="Freeform 691">
                <a:extLst>
                  <a:ext uri="{FF2B5EF4-FFF2-40B4-BE49-F238E27FC236}">
                    <a16:creationId xmlns:a16="http://schemas.microsoft.com/office/drawing/2014/main" id="{17462A0E-60B6-5471-3ACF-6736A6321469}"/>
                  </a:ext>
                </a:extLst>
              </p:cNvPr>
              <p:cNvSpPr/>
              <p:nvPr/>
            </p:nvSpPr>
            <p:spPr bwMode="auto">
              <a:xfrm>
                <a:off x="4029" y="2364"/>
                <a:ext cx="23" cy="61"/>
              </a:xfrm>
              <a:custGeom>
                <a:avLst/>
                <a:gdLst>
                  <a:gd name="T0" fmla="*/ 4 w 13"/>
                  <a:gd name="T1" fmla="*/ 34 h 35"/>
                  <a:gd name="T2" fmla="*/ 12 w 13"/>
                  <a:gd name="T3" fmla="*/ 1 h 35"/>
                  <a:gd name="T4" fmla="*/ 9 w 13"/>
                  <a:gd name="T5" fmla="*/ 1 h 35"/>
                  <a:gd name="T6" fmla="*/ 1 w 13"/>
                  <a:gd name="T7" fmla="*/ 32 h 35"/>
                  <a:gd name="T8" fmla="*/ 4 w 13"/>
                  <a:gd name="T9" fmla="*/ 34 h 35"/>
                </a:gdLst>
                <a:ahLst/>
                <a:cxnLst>
                  <a:cxn ang="0">
                    <a:pos x="T0" y="T1"/>
                  </a:cxn>
                  <a:cxn ang="0">
                    <a:pos x="T2" y="T3"/>
                  </a:cxn>
                  <a:cxn ang="0">
                    <a:pos x="T4" y="T5"/>
                  </a:cxn>
                  <a:cxn ang="0">
                    <a:pos x="T6" y="T7"/>
                  </a:cxn>
                  <a:cxn ang="0">
                    <a:pos x="T8" y="T9"/>
                  </a:cxn>
                </a:cxnLst>
                <a:rect l="0" t="0" r="r" b="b"/>
                <a:pathLst>
                  <a:path w="13" h="35">
                    <a:moveTo>
                      <a:pt x="4" y="34"/>
                    </a:moveTo>
                    <a:cubicBezTo>
                      <a:pt x="10" y="24"/>
                      <a:pt x="13" y="13"/>
                      <a:pt x="12" y="1"/>
                    </a:cubicBezTo>
                    <a:cubicBezTo>
                      <a:pt x="12" y="0"/>
                      <a:pt x="10" y="0"/>
                      <a:pt x="9" y="1"/>
                    </a:cubicBezTo>
                    <a:cubicBezTo>
                      <a:pt x="9" y="12"/>
                      <a:pt x="7" y="22"/>
                      <a:pt x="1" y="32"/>
                    </a:cubicBezTo>
                    <a:cubicBezTo>
                      <a:pt x="0" y="34"/>
                      <a:pt x="3" y="35"/>
                      <a:pt x="4"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4" name="Freeform 692">
                <a:extLst>
                  <a:ext uri="{FF2B5EF4-FFF2-40B4-BE49-F238E27FC236}">
                    <a16:creationId xmlns:a16="http://schemas.microsoft.com/office/drawing/2014/main" id="{A9E25E6E-7ADA-83FE-FDF0-DCC163B21BA1}"/>
                  </a:ext>
                </a:extLst>
              </p:cNvPr>
              <p:cNvSpPr/>
              <p:nvPr/>
            </p:nvSpPr>
            <p:spPr bwMode="auto">
              <a:xfrm>
                <a:off x="4066" y="2358"/>
                <a:ext cx="23" cy="58"/>
              </a:xfrm>
              <a:custGeom>
                <a:avLst/>
                <a:gdLst>
                  <a:gd name="T0" fmla="*/ 4 w 13"/>
                  <a:gd name="T1" fmla="*/ 31 h 33"/>
                  <a:gd name="T2" fmla="*/ 13 w 13"/>
                  <a:gd name="T3" fmla="*/ 2 h 33"/>
                  <a:gd name="T4" fmla="*/ 10 w 13"/>
                  <a:gd name="T5" fmla="*/ 1 h 33"/>
                  <a:gd name="T6" fmla="*/ 1 w 13"/>
                  <a:gd name="T7" fmla="*/ 29 h 33"/>
                  <a:gd name="T8" fmla="*/ 4 w 13"/>
                  <a:gd name="T9" fmla="*/ 31 h 33"/>
                </a:gdLst>
                <a:ahLst/>
                <a:cxnLst>
                  <a:cxn ang="0">
                    <a:pos x="T0" y="T1"/>
                  </a:cxn>
                  <a:cxn ang="0">
                    <a:pos x="T2" y="T3"/>
                  </a:cxn>
                  <a:cxn ang="0">
                    <a:pos x="T4" y="T5"/>
                  </a:cxn>
                  <a:cxn ang="0">
                    <a:pos x="T6" y="T7"/>
                  </a:cxn>
                  <a:cxn ang="0">
                    <a:pos x="T8" y="T9"/>
                  </a:cxn>
                </a:cxnLst>
                <a:rect l="0" t="0" r="r" b="b"/>
                <a:pathLst>
                  <a:path w="13" h="33">
                    <a:moveTo>
                      <a:pt x="4" y="31"/>
                    </a:moveTo>
                    <a:cubicBezTo>
                      <a:pt x="9" y="22"/>
                      <a:pt x="13" y="12"/>
                      <a:pt x="13" y="2"/>
                    </a:cubicBezTo>
                    <a:cubicBezTo>
                      <a:pt x="13" y="0"/>
                      <a:pt x="10" y="0"/>
                      <a:pt x="10" y="1"/>
                    </a:cubicBezTo>
                    <a:cubicBezTo>
                      <a:pt x="8" y="11"/>
                      <a:pt x="6" y="20"/>
                      <a:pt x="1" y="29"/>
                    </a:cubicBezTo>
                    <a:cubicBezTo>
                      <a:pt x="0" y="31"/>
                      <a:pt x="3" y="33"/>
                      <a:pt x="4"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5" name="Freeform 693">
                <a:extLst>
                  <a:ext uri="{FF2B5EF4-FFF2-40B4-BE49-F238E27FC236}">
                    <a16:creationId xmlns:a16="http://schemas.microsoft.com/office/drawing/2014/main" id="{97BAA662-E36B-15DD-B591-A59FFF7B7D9E}"/>
                  </a:ext>
                </a:extLst>
              </p:cNvPr>
              <p:cNvSpPr/>
              <p:nvPr/>
            </p:nvSpPr>
            <p:spPr bwMode="auto">
              <a:xfrm>
                <a:off x="4112" y="2346"/>
                <a:ext cx="23" cy="55"/>
              </a:xfrm>
              <a:custGeom>
                <a:avLst/>
                <a:gdLst>
                  <a:gd name="T0" fmla="*/ 4 w 13"/>
                  <a:gd name="T1" fmla="*/ 29 h 31"/>
                  <a:gd name="T2" fmla="*/ 12 w 13"/>
                  <a:gd name="T3" fmla="*/ 2 h 31"/>
                  <a:gd name="T4" fmla="*/ 10 w 13"/>
                  <a:gd name="T5" fmla="*/ 1 h 31"/>
                  <a:gd name="T6" fmla="*/ 1 w 13"/>
                  <a:gd name="T7" fmla="*/ 28 h 31"/>
                  <a:gd name="T8" fmla="*/ 4 w 13"/>
                  <a:gd name="T9" fmla="*/ 29 h 31"/>
                </a:gdLst>
                <a:ahLst/>
                <a:cxnLst>
                  <a:cxn ang="0">
                    <a:pos x="T0" y="T1"/>
                  </a:cxn>
                  <a:cxn ang="0">
                    <a:pos x="T2" y="T3"/>
                  </a:cxn>
                  <a:cxn ang="0">
                    <a:pos x="T4" y="T5"/>
                  </a:cxn>
                  <a:cxn ang="0">
                    <a:pos x="T6" y="T7"/>
                  </a:cxn>
                  <a:cxn ang="0">
                    <a:pos x="T8" y="T9"/>
                  </a:cxn>
                </a:cxnLst>
                <a:rect l="0" t="0" r="r" b="b"/>
                <a:pathLst>
                  <a:path w="13" h="31">
                    <a:moveTo>
                      <a:pt x="4" y="29"/>
                    </a:moveTo>
                    <a:cubicBezTo>
                      <a:pt x="8" y="21"/>
                      <a:pt x="12" y="11"/>
                      <a:pt x="12" y="2"/>
                    </a:cubicBezTo>
                    <a:cubicBezTo>
                      <a:pt x="13" y="0"/>
                      <a:pt x="10" y="0"/>
                      <a:pt x="10" y="1"/>
                    </a:cubicBezTo>
                    <a:cubicBezTo>
                      <a:pt x="8" y="10"/>
                      <a:pt x="5" y="19"/>
                      <a:pt x="1" y="28"/>
                    </a:cubicBezTo>
                    <a:cubicBezTo>
                      <a:pt x="0" y="30"/>
                      <a:pt x="3" y="31"/>
                      <a:pt x="4"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6" name="Freeform 694">
                <a:extLst>
                  <a:ext uri="{FF2B5EF4-FFF2-40B4-BE49-F238E27FC236}">
                    <a16:creationId xmlns:a16="http://schemas.microsoft.com/office/drawing/2014/main" id="{E9EEAF6B-8B50-F470-2207-22BFC495AAA8}"/>
                  </a:ext>
                </a:extLst>
              </p:cNvPr>
              <p:cNvSpPr/>
              <p:nvPr/>
            </p:nvSpPr>
            <p:spPr bwMode="auto">
              <a:xfrm>
                <a:off x="4154" y="2335"/>
                <a:ext cx="30" cy="53"/>
              </a:xfrm>
              <a:custGeom>
                <a:avLst/>
                <a:gdLst>
                  <a:gd name="T0" fmla="*/ 4 w 17"/>
                  <a:gd name="T1" fmla="*/ 29 h 30"/>
                  <a:gd name="T2" fmla="*/ 16 w 17"/>
                  <a:gd name="T3" fmla="*/ 2 h 30"/>
                  <a:gd name="T4" fmla="*/ 14 w 17"/>
                  <a:gd name="T5" fmla="*/ 1 h 30"/>
                  <a:gd name="T6" fmla="*/ 1 w 17"/>
                  <a:gd name="T7" fmla="*/ 27 h 30"/>
                  <a:gd name="T8" fmla="*/ 4 w 17"/>
                  <a:gd name="T9" fmla="*/ 29 h 30"/>
                </a:gdLst>
                <a:ahLst/>
                <a:cxnLst>
                  <a:cxn ang="0">
                    <a:pos x="T0" y="T1"/>
                  </a:cxn>
                  <a:cxn ang="0">
                    <a:pos x="T2" y="T3"/>
                  </a:cxn>
                  <a:cxn ang="0">
                    <a:pos x="T4" y="T5"/>
                  </a:cxn>
                  <a:cxn ang="0">
                    <a:pos x="T6" y="T7"/>
                  </a:cxn>
                  <a:cxn ang="0">
                    <a:pos x="T8" y="T9"/>
                  </a:cxn>
                </a:cxnLst>
                <a:rect l="0" t="0" r="r" b="b"/>
                <a:pathLst>
                  <a:path w="17" h="30">
                    <a:moveTo>
                      <a:pt x="4" y="29"/>
                    </a:moveTo>
                    <a:cubicBezTo>
                      <a:pt x="11" y="22"/>
                      <a:pt x="17" y="12"/>
                      <a:pt x="16" y="2"/>
                    </a:cubicBezTo>
                    <a:cubicBezTo>
                      <a:pt x="16" y="0"/>
                      <a:pt x="14" y="0"/>
                      <a:pt x="14" y="1"/>
                    </a:cubicBezTo>
                    <a:cubicBezTo>
                      <a:pt x="11" y="11"/>
                      <a:pt x="8" y="19"/>
                      <a:pt x="1" y="27"/>
                    </a:cubicBezTo>
                    <a:cubicBezTo>
                      <a:pt x="0" y="28"/>
                      <a:pt x="2" y="30"/>
                      <a:pt x="4" y="2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7" name="Freeform 695">
                <a:extLst>
                  <a:ext uri="{FF2B5EF4-FFF2-40B4-BE49-F238E27FC236}">
                    <a16:creationId xmlns:a16="http://schemas.microsoft.com/office/drawing/2014/main" id="{FBD5745B-44B0-C5CE-CE37-3F9538DE9C78}"/>
                  </a:ext>
                </a:extLst>
              </p:cNvPr>
              <p:cNvSpPr/>
              <p:nvPr/>
            </p:nvSpPr>
            <p:spPr bwMode="auto">
              <a:xfrm>
                <a:off x="4203" y="2341"/>
                <a:ext cx="18" cy="40"/>
              </a:xfrm>
              <a:custGeom>
                <a:avLst/>
                <a:gdLst>
                  <a:gd name="T0" fmla="*/ 4 w 10"/>
                  <a:gd name="T1" fmla="*/ 21 h 23"/>
                  <a:gd name="T2" fmla="*/ 10 w 10"/>
                  <a:gd name="T3" fmla="*/ 2 h 23"/>
                  <a:gd name="T4" fmla="*/ 7 w 10"/>
                  <a:gd name="T5" fmla="*/ 1 h 23"/>
                  <a:gd name="T6" fmla="*/ 1 w 10"/>
                  <a:gd name="T7" fmla="*/ 19 h 23"/>
                  <a:gd name="T8" fmla="*/ 4 w 10"/>
                  <a:gd name="T9" fmla="*/ 21 h 23"/>
                </a:gdLst>
                <a:ahLst/>
                <a:cxnLst>
                  <a:cxn ang="0">
                    <a:pos x="T0" y="T1"/>
                  </a:cxn>
                  <a:cxn ang="0">
                    <a:pos x="T2" y="T3"/>
                  </a:cxn>
                  <a:cxn ang="0">
                    <a:pos x="T4" y="T5"/>
                  </a:cxn>
                  <a:cxn ang="0">
                    <a:pos x="T6" y="T7"/>
                  </a:cxn>
                  <a:cxn ang="0">
                    <a:pos x="T8" y="T9"/>
                  </a:cxn>
                </a:cxnLst>
                <a:rect l="0" t="0" r="r" b="b"/>
                <a:pathLst>
                  <a:path w="10" h="23">
                    <a:moveTo>
                      <a:pt x="4" y="21"/>
                    </a:moveTo>
                    <a:cubicBezTo>
                      <a:pt x="7" y="15"/>
                      <a:pt x="9" y="9"/>
                      <a:pt x="10" y="2"/>
                    </a:cubicBezTo>
                    <a:cubicBezTo>
                      <a:pt x="10" y="0"/>
                      <a:pt x="8" y="0"/>
                      <a:pt x="7" y="1"/>
                    </a:cubicBezTo>
                    <a:cubicBezTo>
                      <a:pt x="6" y="8"/>
                      <a:pt x="4" y="14"/>
                      <a:pt x="1" y="19"/>
                    </a:cubicBezTo>
                    <a:cubicBezTo>
                      <a:pt x="0" y="21"/>
                      <a:pt x="3" y="23"/>
                      <a:pt x="4"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8" name="Freeform 696">
                <a:extLst>
                  <a:ext uri="{FF2B5EF4-FFF2-40B4-BE49-F238E27FC236}">
                    <a16:creationId xmlns:a16="http://schemas.microsoft.com/office/drawing/2014/main" id="{85C67E5D-A91C-F5CF-0C8C-B632FF00D4BE}"/>
                  </a:ext>
                </a:extLst>
              </p:cNvPr>
              <p:cNvSpPr/>
              <p:nvPr/>
            </p:nvSpPr>
            <p:spPr bwMode="auto">
              <a:xfrm>
                <a:off x="4273" y="2525"/>
                <a:ext cx="34" cy="67"/>
              </a:xfrm>
              <a:custGeom>
                <a:avLst/>
                <a:gdLst>
                  <a:gd name="T0" fmla="*/ 4 w 19"/>
                  <a:gd name="T1" fmla="*/ 37 h 38"/>
                  <a:gd name="T2" fmla="*/ 18 w 19"/>
                  <a:gd name="T3" fmla="*/ 2 h 38"/>
                  <a:gd name="T4" fmla="*/ 16 w 19"/>
                  <a:gd name="T5" fmla="*/ 2 h 38"/>
                  <a:gd name="T6" fmla="*/ 1 w 19"/>
                  <a:gd name="T7" fmla="*/ 35 h 38"/>
                  <a:gd name="T8" fmla="*/ 4 w 19"/>
                  <a:gd name="T9" fmla="*/ 37 h 38"/>
                </a:gdLst>
                <a:ahLst/>
                <a:cxnLst>
                  <a:cxn ang="0">
                    <a:pos x="T0" y="T1"/>
                  </a:cxn>
                  <a:cxn ang="0">
                    <a:pos x="T2" y="T3"/>
                  </a:cxn>
                  <a:cxn ang="0">
                    <a:pos x="T4" y="T5"/>
                  </a:cxn>
                  <a:cxn ang="0">
                    <a:pos x="T6" y="T7"/>
                  </a:cxn>
                  <a:cxn ang="0">
                    <a:pos x="T8" y="T9"/>
                  </a:cxn>
                </a:cxnLst>
                <a:rect l="0" t="0" r="r" b="b"/>
                <a:pathLst>
                  <a:path w="19" h="38">
                    <a:moveTo>
                      <a:pt x="4" y="37"/>
                    </a:moveTo>
                    <a:cubicBezTo>
                      <a:pt x="11" y="26"/>
                      <a:pt x="16" y="15"/>
                      <a:pt x="18" y="2"/>
                    </a:cubicBezTo>
                    <a:cubicBezTo>
                      <a:pt x="19" y="0"/>
                      <a:pt x="16" y="0"/>
                      <a:pt x="16" y="2"/>
                    </a:cubicBezTo>
                    <a:cubicBezTo>
                      <a:pt x="11" y="13"/>
                      <a:pt x="7" y="24"/>
                      <a:pt x="1" y="35"/>
                    </a:cubicBezTo>
                    <a:cubicBezTo>
                      <a:pt x="0" y="37"/>
                      <a:pt x="3" y="38"/>
                      <a:pt x="4" y="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9" name="Freeform 697">
                <a:extLst>
                  <a:ext uri="{FF2B5EF4-FFF2-40B4-BE49-F238E27FC236}">
                    <a16:creationId xmlns:a16="http://schemas.microsoft.com/office/drawing/2014/main" id="{0C931ED5-ABDB-F247-FD24-020A3D0E3F65}"/>
                  </a:ext>
                </a:extLst>
              </p:cNvPr>
              <p:cNvSpPr/>
              <p:nvPr/>
            </p:nvSpPr>
            <p:spPr bwMode="auto">
              <a:xfrm>
                <a:off x="4326" y="2513"/>
                <a:ext cx="19" cy="53"/>
              </a:xfrm>
              <a:custGeom>
                <a:avLst/>
                <a:gdLst>
                  <a:gd name="T0" fmla="*/ 4 w 11"/>
                  <a:gd name="T1" fmla="*/ 28 h 30"/>
                  <a:gd name="T2" fmla="*/ 11 w 11"/>
                  <a:gd name="T3" fmla="*/ 2 h 30"/>
                  <a:gd name="T4" fmla="*/ 8 w 11"/>
                  <a:gd name="T5" fmla="*/ 1 h 30"/>
                  <a:gd name="T6" fmla="*/ 1 w 11"/>
                  <a:gd name="T7" fmla="*/ 27 h 30"/>
                  <a:gd name="T8" fmla="*/ 4 w 11"/>
                  <a:gd name="T9" fmla="*/ 28 h 30"/>
                </a:gdLst>
                <a:ahLst/>
                <a:cxnLst>
                  <a:cxn ang="0">
                    <a:pos x="T0" y="T1"/>
                  </a:cxn>
                  <a:cxn ang="0">
                    <a:pos x="T2" y="T3"/>
                  </a:cxn>
                  <a:cxn ang="0">
                    <a:pos x="T4" y="T5"/>
                  </a:cxn>
                  <a:cxn ang="0">
                    <a:pos x="T6" y="T7"/>
                  </a:cxn>
                  <a:cxn ang="0">
                    <a:pos x="T8" y="T9"/>
                  </a:cxn>
                </a:cxnLst>
                <a:rect l="0" t="0" r="r" b="b"/>
                <a:pathLst>
                  <a:path w="11" h="30">
                    <a:moveTo>
                      <a:pt x="4" y="28"/>
                    </a:moveTo>
                    <a:cubicBezTo>
                      <a:pt x="7" y="19"/>
                      <a:pt x="10" y="11"/>
                      <a:pt x="11" y="2"/>
                    </a:cubicBezTo>
                    <a:cubicBezTo>
                      <a:pt x="11" y="0"/>
                      <a:pt x="8" y="0"/>
                      <a:pt x="8" y="1"/>
                    </a:cubicBezTo>
                    <a:cubicBezTo>
                      <a:pt x="5" y="9"/>
                      <a:pt x="3" y="18"/>
                      <a:pt x="1" y="27"/>
                    </a:cubicBezTo>
                    <a:cubicBezTo>
                      <a:pt x="0" y="29"/>
                      <a:pt x="4" y="30"/>
                      <a:pt x="4"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0" name="Freeform 698">
                <a:extLst>
                  <a:ext uri="{FF2B5EF4-FFF2-40B4-BE49-F238E27FC236}">
                    <a16:creationId xmlns:a16="http://schemas.microsoft.com/office/drawing/2014/main" id="{8F34B101-55AA-C8DF-E658-C7BD2CE2ADEC}"/>
                  </a:ext>
                </a:extLst>
              </p:cNvPr>
              <p:cNvSpPr/>
              <p:nvPr/>
            </p:nvSpPr>
            <p:spPr bwMode="auto">
              <a:xfrm>
                <a:off x="4361" y="2494"/>
                <a:ext cx="21" cy="60"/>
              </a:xfrm>
              <a:custGeom>
                <a:avLst/>
                <a:gdLst>
                  <a:gd name="T0" fmla="*/ 5 w 12"/>
                  <a:gd name="T1" fmla="*/ 32 h 34"/>
                  <a:gd name="T2" fmla="*/ 11 w 12"/>
                  <a:gd name="T3" fmla="*/ 3 h 34"/>
                  <a:gd name="T4" fmla="*/ 8 w 12"/>
                  <a:gd name="T5" fmla="*/ 2 h 34"/>
                  <a:gd name="T6" fmla="*/ 1 w 12"/>
                  <a:gd name="T7" fmla="*/ 31 h 34"/>
                  <a:gd name="T8" fmla="*/ 5 w 12"/>
                  <a:gd name="T9" fmla="*/ 32 h 34"/>
                </a:gdLst>
                <a:ahLst/>
                <a:cxnLst>
                  <a:cxn ang="0">
                    <a:pos x="T0" y="T1"/>
                  </a:cxn>
                  <a:cxn ang="0">
                    <a:pos x="T2" y="T3"/>
                  </a:cxn>
                  <a:cxn ang="0">
                    <a:pos x="T4" y="T5"/>
                  </a:cxn>
                  <a:cxn ang="0">
                    <a:pos x="T6" y="T7"/>
                  </a:cxn>
                  <a:cxn ang="0">
                    <a:pos x="T8" y="T9"/>
                  </a:cxn>
                </a:cxnLst>
                <a:rect l="0" t="0" r="r" b="b"/>
                <a:pathLst>
                  <a:path w="12" h="34">
                    <a:moveTo>
                      <a:pt x="5" y="32"/>
                    </a:moveTo>
                    <a:cubicBezTo>
                      <a:pt x="7" y="22"/>
                      <a:pt x="10" y="13"/>
                      <a:pt x="11" y="3"/>
                    </a:cubicBezTo>
                    <a:cubicBezTo>
                      <a:pt x="12" y="1"/>
                      <a:pt x="9" y="0"/>
                      <a:pt x="8" y="2"/>
                    </a:cubicBezTo>
                    <a:cubicBezTo>
                      <a:pt x="5" y="12"/>
                      <a:pt x="3" y="21"/>
                      <a:pt x="1" y="31"/>
                    </a:cubicBezTo>
                    <a:cubicBezTo>
                      <a:pt x="0" y="33"/>
                      <a:pt x="4" y="34"/>
                      <a:pt x="5"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1" name="Freeform 699">
                <a:extLst>
                  <a:ext uri="{FF2B5EF4-FFF2-40B4-BE49-F238E27FC236}">
                    <a16:creationId xmlns:a16="http://schemas.microsoft.com/office/drawing/2014/main" id="{48BA6411-8B32-7142-4D04-F83BBC30C103}"/>
                  </a:ext>
                </a:extLst>
              </p:cNvPr>
              <p:cNvSpPr/>
              <p:nvPr/>
            </p:nvSpPr>
            <p:spPr bwMode="auto">
              <a:xfrm>
                <a:off x="4402" y="2474"/>
                <a:ext cx="26" cy="58"/>
              </a:xfrm>
              <a:custGeom>
                <a:avLst/>
                <a:gdLst>
                  <a:gd name="T0" fmla="*/ 3 w 15"/>
                  <a:gd name="T1" fmla="*/ 32 h 33"/>
                  <a:gd name="T2" fmla="*/ 15 w 15"/>
                  <a:gd name="T3" fmla="*/ 3 h 33"/>
                  <a:gd name="T4" fmla="*/ 12 w 15"/>
                  <a:gd name="T5" fmla="*/ 2 h 33"/>
                  <a:gd name="T6" fmla="*/ 1 w 15"/>
                  <a:gd name="T7" fmla="*/ 30 h 33"/>
                  <a:gd name="T8" fmla="*/ 3 w 15"/>
                  <a:gd name="T9" fmla="*/ 32 h 33"/>
                </a:gdLst>
                <a:ahLst/>
                <a:cxnLst>
                  <a:cxn ang="0">
                    <a:pos x="T0" y="T1"/>
                  </a:cxn>
                  <a:cxn ang="0">
                    <a:pos x="T2" y="T3"/>
                  </a:cxn>
                  <a:cxn ang="0">
                    <a:pos x="T4" y="T5"/>
                  </a:cxn>
                  <a:cxn ang="0">
                    <a:pos x="T6" y="T7"/>
                  </a:cxn>
                  <a:cxn ang="0">
                    <a:pos x="T8" y="T9"/>
                  </a:cxn>
                </a:cxnLst>
                <a:rect l="0" t="0" r="r" b="b"/>
                <a:pathLst>
                  <a:path w="15" h="33">
                    <a:moveTo>
                      <a:pt x="3" y="32"/>
                    </a:moveTo>
                    <a:cubicBezTo>
                      <a:pt x="8" y="23"/>
                      <a:pt x="13" y="13"/>
                      <a:pt x="15" y="3"/>
                    </a:cubicBezTo>
                    <a:cubicBezTo>
                      <a:pt x="15" y="1"/>
                      <a:pt x="13" y="0"/>
                      <a:pt x="12" y="2"/>
                    </a:cubicBezTo>
                    <a:cubicBezTo>
                      <a:pt x="9" y="12"/>
                      <a:pt x="5" y="21"/>
                      <a:pt x="1" y="30"/>
                    </a:cubicBezTo>
                    <a:cubicBezTo>
                      <a:pt x="0" y="32"/>
                      <a:pt x="2" y="33"/>
                      <a:pt x="3"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2" name="Freeform 700">
                <a:extLst>
                  <a:ext uri="{FF2B5EF4-FFF2-40B4-BE49-F238E27FC236}">
                    <a16:creationId xmlns:a16="http://schemas.microsoft.com/office/drawing/2014/main" id="{63130F60-D405-08FD-F0AA-DDCC16058457}"/>
                  </a:ext>
                </a:extLst>
              </p:cNvPr>
              <p:cNvSpPr/>
              <p:nvPr/>
            </p:nvSpPr>
            <p:spPr bwMode="auto">
              <a:xfrm>
                <a:off x="4440" y="2450"/>
                <a:ext cx="21" cy="63"/>
              </a:xfrm>
              <a:custGeom>
                <a:avLst/>
                <a:gdLst>
                  <a:gd name="T0" fmla="*/ 4 w 12"/>
                  <a:gd name="T1" fmla="*/ 34 h 36"/>
                  <a:gd name="T2" fmla="*/ 10 w 12"/>
                  <a:gd name="T3" fmla="*/ 2 h 36"/>
                  <a:gd name="T4" fmla="*/ 7 w 12"/>
                  <a:gd name="T5" fmla="*/ 2 h 36"/>
                  <a:gd name="T6" fmla="*/ 1 w 12"/>
                  <a:gd name="T7" fmla="*/ 33 h 36"/>
                  <a:gd name="T8" fmla="*/ 4 w 12"/>
                  <a:gd name="T9" fmla="*/ 34 h 36"/>
                </a:gdLst>
                <a:ahLst/>
                <a:cxnLst>
                  <a:cxn ang="0">
                    <a:pos x="T0" y="T1"/>
                  </a:cxn>
                  <a:cxn ang="0">
                    <a:pos x="T2" y="T3"/>
                  </a:cxn>
                  <a:cxn ang="0">
                    <a:pos x="T4" y="T5"/>
                  </a:cxn>
                  <a:cxn ang="0">
                    <a:pos x="T6" y="T7"/>
                  </a:cxn>
                  <a:cxn ang="0">
                    <a:pos x="T8" y="T9"/>
                  </a:cxn>
                </a:cxnLst>
                <a:rect l="0" t="0" r="r" b="b"/>
                <a:pathLst>
                  <a:path w="12" h="36">
                    <a:moveTo>
                      <a:pt x="4" y="34"/>
                    </a:moveTo>
                    <a:cubicBezTo>
                      <a:pt x="9" y="24"/>
                      <a:pt x="12" y="13"/>
                      <a:pt x="10" y="2"/>
                    </a:cubicBezTo>
                    <a:cubicBezTo>
                      <a:pt x="10" y="0"/>
                      <a:pt x="7" y="1"/>
                      <a:pt x="7" y="2"/>
                    </a:cubicBezTo>
                    <a:cubicBezTo>
                      <a:pt x="7" y="13"/>
                      <a:pt x="5" y="23"/>
                      <a:pt x="1" y="33"/>
                    </a:cubicBezTo>
                    <a:cubicBezTo>
                      <a:pt x="0" y="35"/>
                      <a:pt x="3" y="36"/>
                      <a:pt x="4"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3" name="Freeform 701">
                <a:extLst>
                  <a:ext uri="{FF2B5EF4-FFF2-40B4-BE49-F238E27FC236}">
                    <a16:creationId xmlns:a16="http://schemas.microsoft.com/office/drawing/2014/main" id="{DB5831EF-9026-D25C-7DB1-78D5F538C71C}"/>
                  </a:ext>
                </a:extLst>
              </p:cNvPr>
              <p:cNvSpPr/>
              <p:nvPr/>
            </p:nvSpPr>
            <p:spPr bwMode="auto">
              <a:xfrm>
                <a:off x="4472" y="2430"/>
                <a:ext cx="16" cy="71"/>
              </a:xfrm>
              <a:custGeom>
                <a:avLst/>
                <a:gdLst>
                  <a:gd name="T0" fmla="*/ 4 w 9"/>
                  <a:gd name="T1" fmla="*/ 38 h 40"/>
                  <a:gd name="T2" fmla="*/ 8 w 9"/>
                  <a:gd name="T3" fmla="*/ 2 h 40"/>
                  <a:gd name="T4" fmla="*/ 5 w 9"/>
                  <a:gd name="T5" fmla="*/ 2 h 40"/>
                  <a:gd name="T6" fmla="*/ 1 w 9"/>
                  <a:gd name="T7" fmla="*/ 37 h 40"/>
                  <a:gd name="T8" fmla="*/ 4 w 9"/>
                  <a:gd name="T9" fmla="*/ 38 h 40"/>
                </a:gdLst>
                <a:ahLst/>
                <a:cxnLst>
                  <a:cxn ang="0">
                    <a:pos x="T0" y="T1"/>
                  </a:cxn>
                  <a:cxn ang="0">
                    <a:pos x="T2" y="T3"/>
                  </a:cxn>
                  <a:cxn ang="0">
                    <a:pos x="T4" y="T5"/>
                  </a:cxn>
                  <a:cxn ang="0">
                    <a:pos x="T6" y="T7"/>
                  </a:cxn>
                  <a:cxn ang="0">
                    <a:pos x="T8" y="T9"/>
                  </a:cxn>
                </a:cxnLst>
                <a:rect l="0" t="0" r="r" b="b"/>
                <a:pathLst>
                  <a:path w="9" h="40">
                    <a:moveTo>
                      <a:pt x="4" y="38"/>
                    </a:moveTo>
                    <a:cubicBezTo>
                      <a:pt x="7" y="26"/>
                      <a:pt x="9" y="14"/>
                      <a:pt x="8" y="2"/>
                    </a:cubicBezTo>
                    <a:cubicBezTo>
                      <a:pt x="7" y="0"/>
                      <a:pt x="5" y="0"/>
                      <a:pt x="5" y="2"/>
                    </a:cubicBezTo>
                    <a:cubicBezTo>
                      <a:pt x="4" y="14"/>
                      <a:pt x="3" y="25"/>
                      <a:pt x="1" y="37"/>
                    </a:cubicBezTo>
                    <a:cubicBezTo>
                      <a:pt x="0" y="39"/>
                      <a:pt x="3" y="40"/>
                      <a:pt x="4" y="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4" name="Freeform 702">
                <a:extLst>
                  <a:ext uri="{FF2B5EF4-FFF2-40B4-BE49-F238E27FC236}">
                    <a16:creationId xmlns:a16="http://schemas.microsoft.com/office/drawing/2014/main" id="{F3C8BC45-207B-4A4D-D3E7-019702294A27}"/>
                  </a:ext>
                </a:extLst>
              </p:cNvPr>
              <p:cNvSpPr/>
              <p:nvPr/>
            </p:nvSpPr>
            <p:spPr bwMode="auto">
              <a:xfrm>
                <a:off x="4516" y="2401"/>
                <a:ext cx="9" cy="40"/>
              </a:xfrm>
              <a:custGeom>
                <a:avLst/>
                <a:gdLst>
                  <a:gd name="T0" fmla="*/ 4 w 5"/>
                  <a:gd name="T1" fmla="*/ 20 h 23"/>
                  <a:gd name="T2" fmla="*/ 4 w 5"/>
                  <a:gd name="T3" fmla="*/ 1 h 23"/>
                  <a:gd name="T4" fmla="*/ 1 w 5"/>
                  <a:gd name="T5" fmla="*/ 1 h 23"/>
                  <a:gd name="T6" fmla="*/ 1 w 5"/>
                  <a:gd name="T7" fmla="*/ 20 h 23"/>
                  <a:gd name="T8" fmla="*/ 4 w 5"/>
                  <a:gd name="T9" fmla="*/ 20 h 23"/>
                </a:gdLst>
                <a:ahLst/>
                <a:cxnLst>
                  <a:cxn ang="0">
                    <a:pos x="T0" y="T1"/>
                  </a:cxn>
                  <a:cxn ang="0">
                    <a:pos x="T2" y="T3"/>
                  </a:cxn>
                  <a:cxn ang="0">
                    <a:pos x="T4" y="T5"/>
                  </a:cxn>
                  <a:cxn ang="0">
                    <a:pos x="T6" y="T7"/>
                  </a:cxn>
                  <a:cxn ang="0">
                    <a:pos x="T8" y="T9"/>
                  </a:cxn>
                </a:cxnLst>
                <a:rect l="0" t="0" r="r" b="b"/>
                <a:pathLst>
                  <a:path w="5" h="23">
                    <a:moveTo>
                      <a:pt x="4" y="20"/>
                    </a:moveTo>
                    <a:cubicBezTo>
                      <a:pt x="5" y="14"/>
                      <a:pt x="5" y="7"/>
                      <a:pt x="4" y="1"/>
                    </a:cubicBezTo>
                    <a:cubicBezTo>
                      <a:pt x="4" y="0"/>
                      <a:pt x="1" y="0"/>
                      <a:pt x="1" y="1"/>
                    </a:cubicBezTo>
                    <a:cubicBezTo>
                      <a:pt x="0" y="7"/>
                      <a:pt x="0" y="14"/>
                      <a:pt x="1" y="20"/>
                    </a:cubicBezTo>
                    <a:cubicBezTo>
                      <a:pt x="1" y="23"/>
                      <a:pt x="4" y="23"/>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5" name="Freeform 703">
                <a:extLst>
                  <a:ext uri="{FF2B5EF4-FFF2-40B4-BE49-F238E27FC236}">
                    <a16:creationId xmlns:a16="http://schemas.microsoft.com/office/drawing/2014/main" id="{11AA370E-E6B8-DF0F-94CB-A626F350BC29}"/>
                  </a:ext>
                </a:extLst>
              </p:cNvPr>
              <p:cNvSpPr/>
              <p:nvPr/>
            </p:nvSpPr>
            <p:spPr bwMode="auto">
              <a:xfrm>
                <a:off x="4539" y="2371"/>
                <a:ext cx="10" cy="40"/>
              </a:xfrm>
              <a:custGeom>
                <a:avLst/>
                <a:gdLst>
                  <a:gd name="T0" fmla="*/ 4 w 6"/>
                  <a:gd name="T1" fmla="*/ 20 h 23"/>
                  <a:gd name="T2" fmla="*/ 5 w 6"/>
                  <a:gd name="T3" fmla="*/ 2 h 23"/>
                  <a:gd name="T4" fmla="*/ 2 w 6"/>
                  <a:gd name="T5" fmla="*/ 1 h 23"/>
                  <a:gd name="T6" fmla="*/ 0 w 6"/>
                  <a:gd name="T7" fmla="*/ 20 h 23"/>
                  <a:gd name="T8" fmla="*/ 4 w 6"/>
                  <a:gd name="T9" fmla="*/ 20 h 23"/>
                </a:gdLst>
                <a:ahLst/>
                <a:cxnLst>
                  <a:cxn ang="0">
                    <a:pos x="T0" y="T1"/>
                  </a:cxn>
                  <a:cxn ang="0">
                    <a:pos x="T2" y="T3"/>
                  </a:cxn>
                  <a:cxn ang="0">
                    <a:pos x="T4" y="T5"/>
                  </a:cxn>
                  <a:cxn ang="0">
                    <a:pos x="T6" y="T7"/>
                  </a:cxn>
                  <a:cxn ang="0">
                    <a:pos x="T8" y="T9"/>
                  </a:cxn>
                </a:cxnLst>
                <a:rect l="0" t="0" r="r" b="b"/>
                <a:pathLst>
                  <a:path w="6" h="23">
                    <a:moveTo>
                      <a:pt x="4" y="20"/>
                    </a:moveTo>
                    <a:cubicBezTo>
                      <a:pt x="5" y="14"/>
                      <a:pt x="6" y="8"/>
                      <a:pt x="5" y="2"/>
                    </a:cubicBezTo>
                    <a:cubicBezTo>
                      <a:pt x="5" y="0"/>
                      <a:pt x="3" y="0"/>
                      <a:pt x="2" y="1"/>
                    </a:cubicBezTo>
                    <a:cubicBezTo>
                      <a:pt x="1" y="7"/>
                      <a:pt x="1" y="14"/>
                      <a:pt x="0" y="20"/>
                    </a:cubicBezTo>
                    <a:cubicBezTo>
                      <a:pt x="0" y="23"/>
                      <a:pt x="4" y="22"/>
                      <a:pt x="4"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6" name="Freeform 704">
                <a:extLst>
                  <a:ext uri="{FF2B5EF4-FFF2-40B4-BE49-F238E27FC236}">
                    <a16:creationId xmlns:a16="http://schemas.microsoft.com/office/drawing/2014/main" id="{F0586D8B-519F-6005-43EB-E80616202977}"/>
                  </a:ext>
                </a:extLst>
              </p:cNvPr>
              <p:cNvSpPr/>
              <p:nvPr/>
            </p:nvSpPr>
            <p:spPr bwMode="auto">
              <a:xfrm>
                <a:off x="4572" y="2357"/>
                <a:ext cx="9" cy="28"/>
              </a:xfrm>
              <a:custGeom>
                <a:avLst/>
                <a:gdLst>
                  <a:gd name="T0" fmla="*/ 4 w 5"/>
                  <a:gd name="T1" fmla="*/ 14 h 16"/>
                  <a:gd name="T2" fmla="*/ 5 w 5"/>
                  <a:gd name="T3" fmla="*/ 3 h 16"/>
                  <a:gd name="T4" fmla="*/ 2 w 5"/>
                  <a:gd name="T5" fmla="*/ 2 h 16"/>
                  <a:gd name="T6" fmla="*/ 0 w 5"/>
                  <a:gd name="T7" fmla="*/ 14 h 16"/>
                  <a:gd name="T8" fmla="*/ 4 w 5"/>
                  <a:gd name="T9" fmla="*/ 14 h 16"/>
                </a:gdLst>
                <a:ahLst/>
                <a:cxnLst>
                  <a:cxn ang="0">
                    <a:pos x="T0" y="T1"/>
                  </a:cxn>
                  <a:cxn ang="0">
                    <a:pos x="T2" y="T3"/>
                  </a:cxn>
                  <a:cxn ang="0">
                    <a:pos x="T4" y="T5"/>
                  </a:cxn>
                  <a:cxn ang="0">
                    <a:pos x="T6" y="T7"/>
                  </a:cxn>
                  <a:cxn ang="0">
                    <a:pos x="T8" y="T9"/>
                  </a:cxn>
                </a:cxnLst>
                <a:rect l="0" t="0" r="r" b="b"/>
                <a:pathLst>
                  <a:path w="5" h="16">
                    <a:moveTo>
                      <a:pt x="4" y="14"/>
                    </a:moveTo>
                    <a:cubicBezTo>
                      <a:pt x="3" y="10"/>
                      <a:pt x="4" y="7"/>
                      <a:pt x="5" y="3"/>
                    </a:cubicBezTo>
                    <a:cubicBezTo>
                      <a:pt x="5" y="1"/>
                      <a:pt x="3" y="0"/>
                      <a:pt x="2" y="2"/>
                    </a:cubicBezTo>
                    <a:cubicBezTo>
                      <a:pt x="0" y="5"/>
                      <a:pt x="0" y="10"/>
                      <a:pt x="0" y="14"/>
                    </a:cubicBezTo>
                    <a:cubicBezTo>
                      <a:pt x="0" y="16"/>
                      <a:pt x="4" y="16"/>
                      <a:pt x="4"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7" name="Freeform 705">
                <a:extLst>
                  <a:ext uri="{FF2B5EF4-FFF2-40B4-BE49-F238E27FC236}">
                    <a16:creationId xmlns:a16="http://schemas.microsoft.com/office/drawing/2014/main" id="{3F5DC592-AF73-14FC-A9E2-F1E5242C1BBF}"/>
                  </a:ext>
                </a:extLst>
              </p:cNvPr>
              <p:cNvSpPr/>
              <p:nvPr/>
            </p:nvSpPr>
            <p:spPr bwMode="auto">
              <a:xfrm>
                <a:off x="4599" y="2332"/>
                <a:ext cx="10" cy="26"/>
              </a:xfrm>
              <a:custGeom>
                <a:avLst/>
                <a:gdLst>
                  <a:gd name="T0" fmla="*/ 4 w 6"/>
                  <a:gd name="T1" fmla="*/ 13 h 15"/>
                  <a:gd name="T2" fmla="*/ 5 w 6"/>
                  <a:gd name="T3" fmla="*/ 2 h 15"/>
                  <a:gd name="T4" fmla="*/ 3 w 6"/>
                  <a:gd name="T5" fmla="*/ 2 h 15"/>
                  <a:gd name="T6" fmla="*/ 0 w 6"/>
                  <a:gd name="T7" fmla="*/ 12 h 15"/>
                  <a:gd name="T8" fmla="*/ 4 w 6"/>
                  <a:gd name="T9" fmla="*/ 13 h 15"/>
                </a:gdLst>
                <a:ahLst/>
                <a:cxnLst>
                  <a:cxn ang="0">
                    <a:pos x="T0" y="T1"/>
                  </a:cxn>
                  <a:cxn ang="0">
                    <a:pos x="T2" y="T3"/>
                  </a:cxn>
                  <a:cxn ang="0">
                    <a:pos x="T4" y="T5"/>
                  </a:cxn>
                  <a:cxn ang="0">
                    <a:pos x="T6" y="T7"/>
                  </a:cxn>
                  <a:cxn ang="0">
                    <a:pos x="T8" y="T9"/>
                  </a:cxn>
                </a:cxnLst>
                <a:rect l="0" t="0" r="r" b="b"/>
                <a:pathLst>
                  <a:path w="6" h="15">
                    <a:moveTo>
                      <a:pt x="4" y="13"/>
                    </a:moveTo>
                    <a:cubicBezTo>
                      <a:pt x="5" y="9"/>
                      <a:pt x="6" y="6"/>
                      <a:pt x="5" y="2"/>
                    </a:cubicBezTo>
                    <a:cubicBezTo>
                      <a:pt x="5" y="1"/>
                      <a:pt x="3" y="0"/>
                      <a:pt x="3" y="2"/>
                    </a:cubicBezTo>
                    <a:cubicBezTo>
                      <a:pt x="1" y="5"/>
                      <a:pt x="1" y="9"/>
                      <a:pt x="0" y="12"/>
                    </a:cubicBezTo>
                    <a:cubicBezTo>
                      <a:pt x="0" y="14"/>
                      <a:pt x="4" y="15"/>
                      <a:pt x="4"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8" name="Freeform 706">
                <a:extLst>
                  <a:ext uri="{FF2B5EF4-FFF2-40B4-BE49-F238E27FC236}">
                    <a16:creationId xmlns:a16="http://schemas.microsoft.com/office/drawing/2014/main" id="{4C28EDF5-DEEE-DFD5-9D62-C04FB5034154}"/>
                  </a:ext>
                </a:extLst>
              </p:cNvPr>
              <p:cNvSpPr/>
              <p:nvPr/>
            </p:nvSpPr>
            <p:spPr bwMode="auto">
              <a:xfrm>
                <a:off x="5042" y="1328"/>
                <a:ext cx="12" cy="81"/>
              </a:xfrm>
              <a:custGeom>
                <a:avLst/>
                <a:gdLst>
                  <a:gd name="T0" fmla="*/ 3 w 7"/>
                  <a:gd name="T1" fmla="*/ 44 h 46"/>
                  <a:gd name="T2" fmla="*/ 3 w 7"/>
                  <a:gd name="T3" fmla="*/ 2 h 46"/>
                  <a:gd name="T4" fmla="*/ 1 w 7"/>
                  <a:gd name="T5" fmla="*/ 2 h 46"/>
                  <a:gd name="T6" fmla="*/ 0 w 7"/>
                  <a:gd name="T7" fmla="*/ 43 h 46"/>
                  <a:gd name="T8" fmla="*/ 3 w 7"/>
                  <a:gd name="T9" fmla="*/ 44 h 46"/>
                </a:gdLst>
                <a:ahLst/>
                <a:cxnLst>
                  <a:cxn ang="0">
                    <a:pos x="T0" y="T1"/>
                  </a:cxn>
                  <a:cxn ang="0">
                    <a:pos x="T2" y="T3"/>
                  </a:cxn>
                  <a:cxn ang="0">
                    <a:pos x="T4" y="T5"/>
                  </a:cxn>
                  <a:cxn ang="0">
                    <a:pos x="T6" y="T7"/>
                  </a:cxn>
                  <a:cxn ang="0">
                    <a:pos x="T8" y="T9"/>
                  </a:cxn>
                </a:cxnLst>
                <a:rect l="0" t="0" r="r" b="b"/>
                <a:pathLst>
                  <a:path w="7" h="46">
                    <a:moveTo>
                      <a:pt x="3" y="44"/>
                    </a:moveTo>
                    <a:cubicBezTo>
                      <a:pt x="6" y="30"/>
                      <a:pt x="7" y="16"/>
                      <a:pt x="3" y="2"/>
                    </a:cubicBezTo>
                    <a:cubicBezTo>
                      <a:pt x="3" y="0"/>
                      <a:pt x="0" y="0"/>
                      <a:pt x="1" y="2"/>
                    </a:cubicBezTo>
                    <a:cubicBezTo>
                      <a:pt x="2" y="16"/>
                      <a:pt x="2" y="29"/>
                      <a:pt x="0" y="43"/>
                    </a:cubicBezTo>
                    <a:cubicBezTo>
                      <a:pt x="0" y="45"/>
                      <a:pt x="3" y="46"/>
                      <a:pt x="3" y="4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9" name="Freeform 707">
                <a:extLst>
                  <a:ext uri="{FF2B5EF4-FFF2-40B4-BE49-F238E27FC236}">
                    <a16:creationId xmlns:a16="http://schemas.microsoft.com/office/drawing/2014/main" id="{44588957-3009-F010-3EF4-A34352843DD3}"/>
                  </a:ext>
                </a:extLst>
              </p:cNvPr>
              <p:cNvSpPr/>
              <p:nvPr/>
            </p:nvSpPr>
            <p:spPr bwMode="auto">
              <a:xfrm>
                <a:off x="5059" y="1366"/>
                <a:ext cx="13" cy="58"/>
              </a:xfrm>
              <a:custGeom>
                <a:avLst/>
                <a:gdLst>
                  <a:gd name="T0" fmla="*/ 3 w 7"/>
                  <a:gd name="T1" fmla="*/ 32 h 33"/>
                  <a:gd name="T2" fmla="*/ 3 w 7"/>
                  <a:gd name="T3" fmla="*/ 1 h 33"/>
                  <a:gd name="T4" fmla="*/ 1 w 7"/>
                  <a:gd name="T5" fmla="*/ 1 h 33"/>
                  <a:gd name="T6" fmla="*/ 0 w 7"/>
                  <a:gd name="T7" fmla="*/ 31 h 33"/>
                  <a:gd name="T8" fmla="*/ 3 w 7"/>
                  <a:gd name="T9" fmla="*/ 32 h 33"/>
                </a:gdLst>
                <a:ahLst/>
                <a:cxnLst>
                  <a:cxn ang="0">
                    <a:pos x="T0" y="T1"/>
                  </a:cxn>
                  <a:cxn ang="0">
                    <a:pos x="T2" y="T3"/>
                  </a:cxn>
                  <a:cxn ang="0">
                    <a:pos x="T4" y="T5"/>
                  </a:cxn>
                  <a:cxn ang="0">
                    <a:pos x="T6" y="T7"/>
                  </a:cxn>
                  <a:cxn ang="0">
                    <a:pos x="T8" y="T9"/>
                  </a:cxn>
                </a:cxnLst>
                <a:rect l="0" t="0" r="r" b="b"/>
                <a:pathLst>
                  <a:path w="7" h="33">
                    <a:moveTo>
                      <a:pt x="3" y="32"/>
                    </a:moveTo>
                    <a:cubicBezTo>
                      <a:pt x="6" y="22"/>
                      <a:pt x="7" y="11"/>
                      <a:pt x="3" y="1"/>
                    </a:cubicBezTo>
                    <a:cubicBezTo>
                      <a:pt x="3" y="0"/>
                      <a:pt x="0" y="0"/>
                      <a:pt x="1" y="1"/>
                    </a:cubicBezTo>
                    <a:cubicBezTo>
                      <a:pt x="1" y="11"/>
                      <a:pt x="2" y="21"/>
                      <a:pt x="0" y="31"/>
                    </a:cubicBezTo>
                    <a:cubicBezTo>
                      <a:pt x="0" y="33"/>
                      <a:pt x="3" y="33"/>
                      <a:pt x="3"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0" name="Freeform 708">
                <a:extLst>
                  <a:ext uri="{FF2B5EF4-FFF2-40B4-BE49-F238E27FC236}">
                    <a16:creationId xmlns:a16="http://schemas.microsoft.com/office/drawing/2014/main" id="{1E4F05F4-EF86-6D57-D4DC-39709263B333}"/>
                  </a:ext>
                </a:extLst>
              </p:cNvPr>
              <p:cNvSpPr/>
              <p:nvPr/>
            </p:nvSpPr>
            <p:spPr bwMode="auto">
              <a:xfrm>
                <a:off x="5079" y="1388"/>
                <a:ext cx="15" cy="47"/>
              </a:xfrm>
              <a:custGeom>
                <a:avLst/>
                <a:gdLst>
                  <a:gd name="T0" fmla="*/ 4 w 9"/>
                  <a:gd name="T1" fmla="*/ 26 h 27"/>
                  <a:gd name="T2" fmla="*/ 8 w 9"/>
                  <a:gd name="T3" fmla="*/ 2 h 27"/>
                  <a:gd name="T4" fmla="*/ 5 w 9"/>
                  <a:gd name="T5" fmla="*/ 2 h 27"/>
                  <a:gd name="T6" fmla="*/ 1 w 9"/>
                  <a:gd name="T7" fmla="*/ 24 h 27"/>
                  <a:gd name="T8" fmla="*/ 4 w 9"/>
                  <a:gd name="T9" fmla="*/ 26 h 27"/>
                </a:gdLst>
                <a:ahLst/>
                <a:cxnLst>
                  <a:cxn ang="0">
                    <a:pos x="T0" y="T1"/>
                  </a:cxn>
                  <a:cxn ang="0">
                    <a:pos x="T2" y="T3"/>
                  </a:cxn>
                  <a:cxn ang="0">
                    <a:pos x="T4" y="T5"/>
                  </a:cxn>
                  <a:cxn ang="0">
                    <a:pos x="T6" y="T7"/>
                  </a:cxn>
                  <a:cxn ang="0">
                    <a:pos x="T8" y="T9"/>
                  </a:cxn>
                </a:cxnLst>
                <a:rect l="0" t="0" r="r" b="b"/>
                <a:pathLst>
                  <a:path w="9" h="27">
                    <a:moveTo>
                      <a:pt x="4" y="26"/>
                    </a:moveTo>
                    <a:cubicBezTo>
                      <a:pt x="7" y="19"/>
                      <a:pt x="9" y="10"/>
                      <a:pt x="8" y="2"/>
                    </a:cubicBezTo>
                    <a:cubicBezTo>
                      <a:pt x="8" y="0"/>
                      <a:pt x="5" y="0"/>
                      <a:pt x="5" y="2"/>
                    </a:cubicBezTo>
                    <a:cubicBezTo>
                      <a:pt x="4" y="9"/>
                      <a:pt x="3" y="17"/>
                      <a:pt x="1" y="24"/>
                    </a:cubicBezTo>
                    <a:cubicBezTo>
                      <a:pt x="0" y="26"/>
                      <a:pt x="3" y="27"/>
                      <a:pt x="4"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1" name="Freeform 709">
                <a:extLst>
                  <a:ext uri="{FF2B5EF4-FFF2-40B4-BE49-F238E27FC236}">
                    <a16:creationId xmlns:a16="http://schemas.microsoft.com/office/drawing/2014/main" id="{13535AD4-0A25-AD8F-D531-C481900A9052}"/>
                  </a:ext>
                </a:extLst>
              </p:cNvPr>
              <p:cNvSpPr/>
              <p:nvPr/>
            </p:nvSpPr>
            <p:spPr bwMode="auto">
              <a:xfrm>
                <a:off x="5103" y="1416"/>
                <a:ext cx="9" cy="40"/>
              </a:xfrm>
              <a:custGeom>
                <a:avLst/>
                <a:gdLst>
                  <a:gd name="T0" fmla="*/ 3 w 5"/>
                  <a:gd name="T1" fmla="*/ 21 h 23"/>
                  <a:gd name="T2" fmla="*/ 4 w 5"/>
                  <a:gd name="T3" fmla="*/ 1 h 23"/>
                  <a:gd name="T4" fmla="*/ 1 w 5"/>
                  <a:gd name="T5" fmla="*/ 2 h 23"/>
                  <a:gd name="T6" fmla="*/ 0 w 5"/>
                  <a:gd name="T7" fmla="*/ 20 h 23"/>
                  <a:gd name="T8" fmla="*/ 3 w 5"/>
                  <a:gd name="T9" fmla="*/ 21 h 23"/>
                </a:gdLst>
                <a:ahLst/>
                <a:cxnLst>
                  <a:cxn ang="0">
                    <a:pos x="T0" y="T1"/>
                  </a:cxn>
                  <a:cxn ang="0">
                    <a:pos x="T2" y="T3"/>
                  </a:cxn>
                  <a:cxn ang="0">
                    <a:pos x="T4" y="T5"/>
                  </a:cxn>
                  <a:cxn ang="0">
                    <a:pos x="T6" y="T7"/>
                  </a:cxn>
                  <a:cxn ang="0">
                    <a:pos x="T8" y="T9"/>
                  </a:cxn>
                </a:cxnLst>
                <a:rect l="0" t="0" r="r" b="b"/>
                <a:pathLst>
                  <a:path w="5" h="23">
                    <a:moveTo>
                      <a:pt x="3" y="21"/>
                    </a:moveTo>
                    <a:cubicBezTo>
                      <a:pt x="5" y="14"/>
                      <a:pt x="5" y="8"/>
                      <a:pt x="4" y="1"/>
                    </a:cubicBezTo>
                    <a:cubicBezTo>
                      <a:pt x="3" y="0"/>
                      <a:pt x="1" y="0"/>
                      <a:pt x="1" y="2"/>
                    </a:cubicBezTo>
                    <a:cubicBezTo>
                      <a:pt x="1" y="8"/>
                      <a:pt x="1" y="14"/>
                      <a:pt x="0" y="20"/>
                    </a:cubicBezTo>
                    <a:cubicBezTo>
                      <a:pt x="0" y="22"/>
                      <a:pt x="3" y="23"/>
                      <a:pt x="3"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2" name="Freeform 710">
                <a:extLst>
                  <a:ext uri="{FF2B5EF4-FFF2-40B4-BE49-F238E27FC236}">
                    <a16:creationId xmlns:a16="http://schemas.microsoft.com/office/drawing/2014/main" id="{279D8751-EDFE-9638-8565-373297003DBD}"/>
                  </a:ext>
                </a:extLst>
              </p:cNvPr>
              <p:cNvSpPr/>
              <p:nvPr/>
            </p:nvSpPr>
            <p:spPr bwMode="auto">
              <a:xfrm>
                <a:off x="5117" y="1458"/>
                <a:ext cx="11" cy="30"/>
              </a:xfrm>
              <a:custGeom>
                <a:avLst/>
                <a:gdLst>
                  <a:gd name="T0" fmla="*/ 3 w 6"/>
                  <a:gd name="T1" fmla="*/ 15 h 17"/>
                  <a:gd name="T2" fmla="*/ 6 w 6"/>
                  <a:gd name="T3" fmla="*/ 2 h 17"/>
                  <a:gd name="T4" fmla="*/ 3 w 6"/>
                  <a:gd name="T5" fmla="*/ 1 h 17"/>
                  <a:gd name="T6" fmla="*/ 0 w 6"/>
                  <a:gd name="T7" fmla="*/ 14 h 17"/>
                  <a:gd name="T8" fmla="*/ 3 w 6"/>
                  <a:gd name="T9" fmla="*/ 15 h 17"/>
                </a:gdLst>
                <a:ahLst/>
                <a:cxnLst>
                  <a:cxn ang="0">
                    <a:pos x="T0" y="T1"/>
                  </a:cxn>
                  <a:cxn ang="0">
                    <a:pos x="T2" y="T3"/>
                  </a:cxn>
                  <a:cxn ang="0">
                    <a:pos x="T4" y="T5"/>
                  </a:cxn>
                  <a:cxn ang="0">
                    <a:pos x="T6" y="T7"/>
                  </a:cxn>
                  <a:cxn ang="0">
                    <a:pos x="T8" y="T9"/>
                  </a:cxn>
                </a:cxnLst>
                <a:rect l="0" t="0" r="r" b="b"/>
                <a:pathLst>
                  <a:path w="6" h="17">
                    <a:moveTo>
                      <a:pt x="3" y="15"/>
                    </a:moveTo>
                    <a:cubicBezTo>
                      <a:pt x="5" y="11"/>
                      <a:pt x="6" y="6"/>
                      <a:pt x="6" y="2"/>
                    </a:cubicBezTo>
                    <a:cubicBezTo>
                      <a:pt x="6" y="1"/>
                      <a:pt x="4" y="0"/>
                      <a:pt x="3" y="1"/>
                    </a:cubicBezTo>
                    <a:cubicBezTo>
                      <a:pt x="2" y="5"/>
                      <a:pt x="1" y="10"/>
                      <a:pt x="0" y="14"/>
                    </a:cubicBezTo>
                    <a:cubicBezTo>
                      <a:pt x="0" y="16"/>
                      <a:pt x="3" y="17"/>
                      <a:pt x="3"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3" name="Freeform 711">
                <a:extLst>
                  <a:ext uri="{FF2B5EF4-FFF2-40B4-BE49-F238E27FC236}">
                    <a16:creationId xmlns:a16="http://schemas.microsoft.com/office/drawing/2014/main" id="{597E9605-7858-C304-2512-13759EB1AE7A}"/>
                  </a:ext>
                </a:extLst>
              </p:cNvPr>
              <p:cNvSpPr/>
              <p:nvPr/>
            </p:nvSpPr>
            <p:spPr bwMode="auto">
              <a:xfrm>
                <a:off x="3892" y="1729"/>
                <a:ext cx="91" cy="16"/>
              </a:xfrm>
              <a:custGeom>
                <a:avLst/>
                <a:gdLst>
                  <a:gd name="T0" fmla="*/ 3 w 52"/>
                  <a:gd name="T1" fmla="*/ 9 h 9"/>
                  <a:gd name="T2" fmla="*/ 49 w 52"/>
                  <a:gd name="T3" fmla="*/ 8 h 9"/>
                  <a:gd name="T4" fmla="*/ 50 w 52"/>
                  <a:gd name="T5" fmla="*/ 5 h 9"/>
                  <a:gd name="T6" fmla="*/ 2 w 52"/>
                  <a:gd name="T7" fmla="*/ 6 h 9"/>
                  <a:gd name="T8" fmla="*/ 3 w 52"/>
                  <a:gd name="T9" fmla="*/ 9 h 9"/>
                </a:gdLst>
                <a:ahLst/>
                <a:cxnLst>
                  <a:cxn ang="0">
                    <a:pos x="T0" y="T1"/>
                  </a:cxn>
                  <a:cxn ang="0">
                    <a:pos x="T2" y="T3"/>
                  </a:cxn>
                  <a:cxn ang="0">
                    <a:pos x="T4" y="T5"/>
                  </a:cxn>
                  <a:cxn ang="0">
                    <a:pos x="T6" y="T7"/>
                  </a:cxn>
                  <a:cxn ang="0">
                    <a:pos x="T8" y="T9"/>
                  </a:cxn>
                </a:cxnLst>
                <a:rect l="0" t="0" r="r" b="b"/>
                <a:pathLst>
                  <a:path w="52" h="9">
                    <a:moveTo>
                      <a:pt x="3" y="9"/>
                    </a:moveTo>
                    <a:cubicBezTo>
                      <a:pt x="19" y="6"/>
                      <a:pt x="33" y="7"/>
                      <a:pt x="49" y="8"/>
                    </a:cubicBezTo>
                    <a:cubicBezTo>
                      <a:pt x="51" y="9"/>
                      <a:pt x="52" y="6"/>
                      <a:pt x="50" y="5"/>
                    </a:cubicBezTo>
                    <a:cubicBezTo>
                      <a:pt x="35" y="0"/>
                      <a:pt x="17" y="1"/>
                      <a:pt x="2" y="6"/>
                    </a:cubicBezTo>
                    <a:cubicBezTo>
                      <a:pt x="0" y="7"/>
                      <a:pt x="1" y="9"/>
                      <a:pt x="3"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4" name="Freeform 712">
                <a:extLst>
                  <a:ext uri="{FF2B5EF4-FFF2-40B4-BE49-F238E27FC236}">
                    <a16:creationId xmlns:a16="http://schemas.microsoft.com/office/drawing/2014/main" id="{DBCBB2D7-6B5E-4938-D3D7-7EE3B39EF372}"/>
                  </a:ext>
                </a:extLst>
              </p:cNvPr>
              <p:cNvSpPr/>
              <p:nvPr/>
            </p:nvSpPr>
            <p:spPr bwMode="auto">
              <a:xfrm>
                <a:off x="4467" y="1532"/>
                <a:ext cx="111" cy="30"/>
              </a:xfrm>
              <a:custGeom>
                <a:avLst/>
                <a:gdLst>
                  <a:gd name="T0" fmla="*/ 1 w 63"/>
                  <a:gd name="T1" fmla="*/ 3 h 17"/>
                  <a:gd name="T2" fmla="*/ 31 w 63"/>
                  <a:gd name="T3" fmla="*/ 8 h 17"/>
                  <a:gd name="T4" fmla="*/ 60 w 63"/>
                  <a:gd name="T5" fmla="*/ 17 h 17"/>
                  <a:gd name="T6" fmla="*/ 62 w 63"/>
                  <a:gd name="T7" fmla="*/ 14 h 17"/>
                  <a:gd name="T8" fmla="*/ 2 w 63"/>
                  <a:gd name="T9" fmla="*/ 0 h 17"/>
                  <a:gd name="T10" fmla="*/ 1 w 63"/>
                  <a:gd name="T11" fmla="*/ 3 h 17"/>
                </a:gdLst>
                <a:ahLst/>
                <a:cxnLst>
                  <a:cxn ang="0">
                    <a:pos x="T0" y="T1"/>
                  </a:cxn>
                  <a:cxn ang="0">
                    <a:pos x="T2" y="T3"/>
                  </a:cxn>
                  <a:cxn ang="0">
                    <a:pos x="T4" y="T5"/>
                  </a:cxn>
                  <a:cxn ang="0">
                    <a:pos x="T6" y="T7"/>
                  </a:cxn>
                  <a:cxn ang="0">
                    <a:pos x="T8" y="T9"/>
                  </a:cxn>
                  <a:cxn ang="0">
                    <a:pos x="T10" y="T11"/>
                  </a:cxn>
                </a:cxnLst>
                <a:rect l="0" t="0" r="r" b="b"/>
                <a:pathLst>
                  <a:path w="63" h="17">
                    <a:moveTo>
                      <a:pt x="1" y="3"/>
                    </a:moveTo>
                    <a:cubicBezTo>
                      <a:pt x="11" y="5"/>
                      <a:pt x="22" y="6"/>
                      <a:pt x="31" y="8"/>
                    </a:cubicBezTo>
                    <a:cubicBezTo>
                      <a:pt x="41" y="10"/>
                      <a:pt x="50" y="14"/>
                      <a:pt x="60" y="17"/>
                    </a:cubicBezTo>
                    <a:cubicBezTo>
                      <a:pt x="62" y="17"/>
                      <a:pt x="63" y="15"/>
                      <a:pt x="62" y="14"/>
                    </a:cubicBezTo>
                    <a:cubicBezTo>
                      <a:pt x="47" y="2"/>
                      <a:pt x="21" y="0"/>
                      <a:pt x="2" y="0"/>
                    </a:cubicBezTo>
                    <a:cubicBezTo>
                      <a:pt x="0" y="0"/>
                      <a:pt x="0" y="2"/>
                      <a:pt x="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5" name="Freeform 713">
                <a:extLst>
                  <a:ext uri="{FF2B5EF4-FFF2-40B4-BE49-F238E27FC236}">
                    <a16:creationId xmlns:a16="http://schemas.microsoft.com/office/drawing/2014/main" id="{1DE64205-C04B-80D5-5A5A-BA76DA275484}"/>
                  </a:ext>
                </a:extLst>
              </p:cNvPr>
              <p:cNvSpPr/>
              <p:nvPr/>
            </p:nvSpPr>
            <p:spPr bwMode="auto">
              <a:xfrm>
                <a:off x="4469" y="1525"/>
                <a:ext cx="77" cy="24"/>
              </a:xfrm>
              <a:custGeom>
                <a:avLst/>
                <a:gdLst>
                  <a:gd name="T0" fmla="*/ 1 w 44"/>
                  <a:gd name="T1" fmla="*/ 4 h 14"/>
                  <a:gd name="T2" fmla="*/ 21 w 44"/>
                  <a:gd name="T3" fmla="*/ 8 h 14"/>
                  <a:gd name="T4" fmla="*/ 41 w 44"/>
                  <a:gd name="T5" fmla="*/ 14 h 14"/>
                  <a:gd name="T6" fmla="*/ 42 w 44"/>
                  <a:gd name="T7" fmla="*/ 11 h 14"/>
                  <a:gd name="T8" fmla="*/ 2 w 44"/>
                  <a:gd name="T9" fmla="*/ 1 h 14"/>
                  <a:gd name="T10" fmla="*/ 1 w 44"/>
                  <a:gd name="T11" fmla="*/ 4 h 14"/>
                </a:gdLst>
                <a:ahLst/>
                <a:cxnLst>
                  <a:cxn ang="0">
                    <a:pos x="T0" y="T1"/>
                  </a:cxn>
                  <a:cxn ang="0">
                    <a:pos x="T2" y="T3"/>
                  </a:cxn>
                  <a:cxn ang="0">
                    <a:pos x="T4" y="T5"/>
                  </a:cxn>
                  <a:cxn ang="0">
                    <a:pos x="T6" y="T7"/>
                  </a:cxn>
                  <a:cxn ang="0">
                    <a:pos x="T8" y="T9"/>
                  </a:cxn>
                  <a:cxn ang="0">
                    <a:pos x="T10" y="T11"/>
                  </a:cxn>
                </a:cxnLst>
                <a:rect l="0" t="0" r="r" b="b"/>
                <a:pathLst>
                  <a:path w="44" h="14">
                    <a:moveTo>
                      <a:pt x="1" y="4"/>
                    </a:moveTo>
                    <a:cubicBezTo>
                      <a:pt x="8" y="5"/>
                      <a:pt x="15" y="6"/>
                      <a:pt x="21" y="8"/>
                    </a:cubicBezTo>
                    <a:cubicBezTo>
                      <a:pt x="28" y="10"/>
                      <a:pt x="34" y="12"/>
                      <a:pt x="41" y="14"/>
                    </a:cubicBezTo>
                    <a:cubicBezTo>
                      <a:pt x="43" y="14"/>
                      <a:pt x="44" y="12"/>
                      <a:pt x="42" y="11"/>
                    </a:cubicBezTo>
                    <a:cubicBezTo>
                      <a:pt x="31" y="4"/>
                      <a:pt x="15" y="0"/>
                      <a:pt x="2" y="1"/>
                    </a:cubicBezTo>
                    <a:cubicBezTo>
                      <a:pt x="0" y="1"/>
                      <a:pt x="0" y="3"/>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6" name="Freeform 714">
                <a:extLst>
                  <a:ext uri="{FF2B5EF4-FFF2-40B4-BE49-F238E27FC236}">
                    <a16:creationId xmlns:a16="http://schemas.microsoft.com/office/drawing/2014/main" id="{5D87C5A9-517E-8E5A-5243-FDE8398ED61A}"/>
                  </a:ext>
                </a:extLst>
              </p:cNvPr>
              <p:cNvSpPr/>
              <p:nvPr/>
            </p:nvSpPr>
            <p:spPr bwMode="auto">
              <a:xfrm>
                <a:off x="4535" y="886"/>
                <a:ext cx="71" cy="28"/>
              </a:xfrm>
              <a:custGeom>
                <a:avLst/>
                <a:gdLst>
                  <a:gd name="T0" fmla="*/ 38 w 40"/>
                  <a:gd name="T1" fmla="*/ 1 h 16"/>
                  <a:gd name="T2" fmla="*/ 2 w 40"/>
                  <a:gd name="T3" fmla="*/ 13 h 16"/>
                  <a:gd name="T4" fmla="*/ 3 w 40"/>
                  <a:gd name="T5" fmla="*/ 15 h 16"/>
                  <a:gd name="T6" fmla="*/ 38 w 40"/>
                  <a:gd name="T7" fmla="*/ 4 h 16"/>
                  <a:gd name="T8" fmla="*/ 38 w 40"/>
                  <a:gd name="T9" fmla="*/ 1 h 16"/>
                </a:gdLst>
                <a:ahLst/>
                <a:cxnLst>
                  <a:cxn ang="0">
                    <a:pos x="T0" y="T1"/>
                  </a:cxn>
                  <a:cxn ang="0">
                    <a:pos x="T2" y="T3"/>
                  </a:cxn>
                  <a:cxn ang="0">
                    <a:pos x="T4" y="T5"/>
                  </a:cxn>
                  <a:cxn ang="0">
                    <a:pos x="T6" y="T7"/>
                  </a:cxn>
                  <a:cxn ang="0">
                    <a:pos x="T8" y="T9"/>
                  </a:cxn>
                </a:cxnLst>
                <a:rect l="0" t="0" r="r" b="b"/>
                <a:pathLst>
                  <a:path w="40" h="16">
                    <a:moveTo>
                      <a:pt x="38" y="1"/>
                    </a:moveTo>
                    <a:cubicBezTo>
                      <a:pt x="25" y="0"/>
                      <a:pt x="12" y="5"/>
                      <a:pt x="2" y="13"/>
                    </a:cubicBezTo>
                    <a:cubicBezTo>
                      <a:pt x="0" y="14"/>
                      <a:pt x="2" y="16"/>
                      <a:pt x="3" y="15"/>
                    </a:cubicBezTo>
                    <a:cubicBezTo>
                      <a:pt x="14" y="9"/>
                      <a:pt x="26" y="5"/>
                      <a:pt x="38" y="4"/>
                    </a:cubicBezTo>
                    <a:cubicBezTo>
                      <a:pt x="40" y="4"/>
                      <a:pt x="40" y="1"/>
                      <a:pt x="38"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7" name="Freeform 715">
                <a:extLst>
                  <a:ext uri="{FF2B5EF4-FFF2-40B4-BE49-F238E27FC236}">
                    <a16:creationId xmlns:a16="http://schemas.microsoft.com/office/drawing/2014/main" id="{F5939709-B9F8-6128-8D59-4DE385209A4E}"/>
                  </a:ext>
                </a:extLst>
              </p:cNvPr>
              <p:cNvSpPr/>
              <p:nvPr/>
            </p:nvSpPr>
            <p:spPr bwMode="auto">
              <a:xfrm>
                <a:off x="4477" y="885"/>
                <a:ext cx="51" cy="28"/>
              </a:xfrm>
              <a:custGeom>
                <a:avLst/>
                <a:gdLst>
                  <a:gd name="T0" fmla="*/ 27 w 29"/>
                  <a:gd name="T1" fmla="*/ 0 h 16"/>
                  <a:gd name="T2" fmla="*/ 1 w 29"/>
                  <a:gd name="T3" fmla="*/ 13 h 16"/>
                  <a:gd name="T4" fmla="*/ 3 w 29"/>
                  <a:gd name="T5" fmla="*/ 15 h 16"/>
                  <a:gd name="T6" fmla="*/ 28 w 29"/>
                  <a:gd name="T7" fmla="*/ 3 h 16"/>
                  <a:gd name="T8" fmla="*/ 27 w 29"/>
                  <a:gd name="T9" fmla="*/ 0 h 16"/>
                </a:gdLst>
                <a:ahLst/>
                <a:cxnLst>
                  <a:cxn ang="0">
                    <a:pos x="T0" y="T1"/>
                  </a:cxn>
                  <a:cxn ang="0">
                    <a:pos x="T2" y="T3"/>
                  </a:cxn>
                  <a:cxn ang="0">
                    <a:pos x="T4" y="T5"/>
                  </a:cxn>
                  <a:cxn ang="0">
                    <a:pos x="T6" y="T7"/>
                  </a:cxn>
                  <a:cxn ang="0">
                    <a:pos x="T8" y="T9"/>
                  </a:cxn>
                </a:cxnLst>
                <a:rect l="0" t="0" r="r" b="b"/>
                <a:pathLst>
                  <a:path w="29" h="16">
                    <a:moveTo>
                      <a:pt x="27" y="0"/>
                    </a:moveTo>
                    <a:cubicBezTo>
                      <a:pt x="17" y="2"/>
                      <a:pt x="7" y="5"/>
                      <a:pt x="1" y="13"/>
                    </a:cubicBezTo>
                    <a:cubicBezTo>
                      <a:pt x="0" y="14"/>
                      <a:pt x="1" y="16"/>
                      <a:pt x="3" y="15"/>
                    </a:cubicBezTo>
                    <a:cubicBezTo>
                      <a:pt x="10" y="10"/>
                      <a:pt x="18" y="5"/>
                      <a:pt x="28" y="3"/>
                    </a:cubicBezTo>
                    <a:cubicBezTo>
                      <a:pt x="29" y="3"/>
                      <a:pt x="29" y="0"/>
                      <a:pt x="2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8" name="Freeform 716">
                <a:extLst>
                  <a:ext uri="{FF2B5EF4-FFF2-40B4-BE49-F238E27FC236}">
                    <a16:creationId xmlns:a16="http://schemas.microsoft.com/office/drawing/2014/main" id="{3BA35C1D-431C-FD63-6AFF-BE4E3AC0B14A}"/>
                  </a:ext>
                </a:extLst>
              </p:cNvPr>
              <p:cNvSpPr/>
              <p:nvPr/>
            </p:nvSpPr>
            <p:spPr bwMode="auto">
              <a:xfrm>
                <a:off x="4396" y="900"/>
                <a:ext cx="50" cy="34"/>
              </a:xfrm>
              <a:custGeom>
                <a:avLst/>
                <a:gdLst>
                  <a:gd name="T0" fmla="*/ 26 w 28"/>
                  <a:gd name="T1" fmla="*/ 0 h 19"/>
                  <a:gd name="T2" fmla="*/ 1 w 28"/>
                  <a:gd name="T3" fmla="*/ 15 h 19"/>
                  <a:gd name="T4" fmla="*/ 3 w 28"/>
                  <a:gd name="T5" fmla="*/ 18 h 19"/>
                  <a:gd name="T6" fmla="*/ 27 w 28"/>
                  <a:gd name="T7" fmla="*/ 3 h 19"/>
                  <a:gd name="T8" fmla="*/ 26 w 28"/>
                  <a:gd name="T9" fmla="*/ 0 h 19"/>
                </a:gdLst>
                <a:ahLst/>
                <a:cxnLst>
                  <a:cxn ang="0">
                    <a:pos x="T0" y="T1"/>
                  </a:cxn>
                  <a:cxn ang="0">
                    <a:pos x="T2" y="T3"/>
                  </a:cxn>
                  <a:cxn ang="0">
                    <a:pos x="T4" y="T5"/>
                  </a:cxn>
                  <a:cxn ang="0">
                    <a:pos x="T6" y="T7"/>
                  </a:cxn>
                  <a:cxn ang="0">
                    <a:pos x="T8" y="T9"/>
                  </a:cxn>
                </a:cxnLst>
                <a:rect l="0" t="0" r="r" b="b"/>
                <a:pathLst>
                  <a:path w="28" h="19">
                    <a:moveTo>
                      <a:pt x="26" y="0"/>
                    </a:moveTo>
                    <a:cubicBezTo>
                      <a:pt x="17" y="3"/>
                      <a:pt x="7" y="8"/>
                      <a:pt x="1" y="15"/>
                    </a:cubicBezTo>
                    <a:cubicBezTo>
                      <a:pt x="0" y="16"/>
                      <a:pt x="2" y="19"/>
                      <a:pt x="3" y="18"/>
                    </a:cubicBezTo>
                    <a:cubicBezTo>
                      <a:pt x="11" y="12"/>
                      <a:pt x="18" y="6"/>
                      <a:pt x="27" y="3"/>
                    </a:cubicBezTo>
                    <a:cubicBezTo>
                      <a:pt x="28" y="2"/>
                      <a:pt x="28" y="0"/>
                      <a:pt x="2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9" name="Freeform 717">
                <a:extLst>
                  <a:ext uri="{FF2B5EF4-FFF2-40B4-BE49-F238E27FC236}">
                    <a16:creationId xmlns:a16="http://schemas.microsoft.com/office/drawing/2014/main" id="{2C6666F5-7341-F2ED-03A7-5F251F22DF69}"/>
                  </a:ext>
                </a:extLst>
              </p:cNvPr>
              <p:cNvSpPr/>
              <p:nvPr/>
            </p:nvSpPr>
            <p:spPr bwMode="auto">
              <a:xfrm>
                <a:off x="4071" y="818"/>
                <a:ext cx="56" cy="35"/>
              </a:xfrm>
              <a:custGeom>
                <a:avLst/>
                <a:gdLst>
                  <a:gd name="T0" fmla="*/ 4 w 32"/>
                  <a:gd name="T1" fmla="*/ 19 h 20"/>
                  <a:gd name="T2" fmla="*/ 30 w 32"/>
                  <a:gd name="T3" fmla="*/ 3 h 20"/>
                  <a:gd name="T4" fmla="*/ 29 w 32"/>
                  <a:gd name="T5" fmla="*/ 1 h 20"/>
                  <a:gd name="T6" fmla="*/ 1 w 32"/>
                  <a:gd name="T7" fmla="*/ 17 h 20"/>
                  <a:gd name="T8" fmla="*/ 4 w 32"/>
                  <a:gd name="T9" fmla="*/ 19 h 20"/>
                </a:gdLst>
                <a:ahLst/>
                <a:cxnLst>
                  <a:cxn ang="0">
                    <a:pos x="T0" y="T1"/>
                  </a:cxn>
                  <a:cxn ang="0">
                    <a:pos x="T2" y="T3"/>
                  </a:cxn>
                  <a:cxn ang="0">
                    <a:pos x="T4" y="T5"/>
                  </a:cxn>
                  <a:cxn ang="0">
                    <a:pos x="T6" y="T7"/>
                  </a:cxn>
                  <a:cxn ang="0">
                    <a:pos x="T8" y="T9"/>
                  </a:cxn>
                </a:cxnLst>
                <a:rect l="0" t="0" r="r" b="b"/>
                <a:pathLst>
                  <a:path w="32" h="20">
                    <a:moveTo>
                      <a:pt x="4" y="19"/>
                    </a:moveTo>
                    <a:cubicBezTo>
                      <a:pt x="12" y="12"/>
                      <a:pt x="21" y="8"/>
                      <a:pt x="30" y="3"/>
                    </a:cubicBezTo>
                    <a:cubicBezTo>
                      <a:pt x="32" y="3"/>
                      <a:pt x="31" y="0"/>
                      <a:pt x="29" y="1"/>
                    </a:cubicBezTo>
                    <a:cubicBezTo>
                      <a:pt x="19" y="3"/>
                      <a:pt x="9" y="10"/>
                      <a:pt x="1" y="17"/>
                    </a:cubicBezTo>
                    <a:cubicBezTo>
                      <a:pt x="0" y="18"/>
                      <a:pt x="2" y="20"/>
                      <a:pt x="4"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0" name="Freeform 718">
                <a:extLst>
                  <a:ext uri="{FF2B5EF4-FFF2-40B4-BE49-F238E27FC236}">
                    <a16:creationId xmlns:a16="http://schemas.microsoft.com/office/drawing/2014/main" id="{164C142E-C989-C60B-67DD-963CE599BABC}"/>
                  </a:ext>
                </a:extLst>
              </p:cNvPr>
              <p:cNvSpPr/>
              <p:nvPr/>
            </p:nvSpPr>
            <p:spPr bwMode="auto">
              <a:xfrm>
                <a:off x="4149" y="821"/>
                <a:ext cx="40" cy="23"/>
              </a:xfrm>
              <a:custGeom>
                <a:avLst/>
                <a:gdLst>
                  <a:gd name="T0" fmla="*/ 3 w 23"/>
                  <a:gd name="T1" fmla="*/ 12 h 13"/>
                  <a:gd name="T2" fmla="*/ 21 w 23"/>
                  <a:gd name="T3" fmla="*/ 3 h 13"/>
                  <a:gd name="T4" fmla="*/ 21 w 23"/>
                  <a:gd name="T5" fmla="*/ 0 h 13"/>
                  <a:gd name="T6" fmla="*/ 2 w 23"/>
                  <a:gd name="T7" fmla="*/ 9 h 13"/>
                  <a:gd name="T8" fmla="*/ 3 w 23"/>
                  <a:gd name="T9" fmla="*/ 12 h 13"/>
                </a:gdLst>
                <a:ahLst/>
                <a:cxnLst>
                  <a:cxn ang="0">
                    <a:pos x="T0" y="T1"/>
                  </a:cxn>
                  <a:cxn ang="0">
                    <a:pos x="T2" y="T3"/>
                  </a:cxn>
                  <a:cxn ang="0">
                    <a:pos x="T4" y="T5"/>
                  </a:cxn>
                  <a:cxn ang="0">
                    <a:pos x="T6" y="T7"/>
                  </a:cxn>
                  <a:cxn ang="0">
                    <a:pos x="T8" y="T9"/>
                  </a:cxn>
                </a:cxnLst>
                <a:rect l="0" t="0" r="r" b="b"/>
                <a:pathLst>
                  <a:path w="23" h="13">
                    <a:moveTo>
                      <a:pt x="3" y="12"/>
                    </a:moveTo>
                    <a:cubicBezTo>
                      <a:pt x="9" y="8"/>
                      <a:pt x="15" y="5"/>
                      <a:pt x="21" y="3"/>
                    </a:cubicBezTo>
                    <a:cubicBezTo>
                      <a:pt x="23" y="2"/>
                      <a:pt x="22" y="0"/>
                      <a:pt x="21" y="0"/>
                    </a:cubicBezTo>
                    <a:cubicBezTo>
                      <a:pt x="14" y="2"/>
                      <a:pt x="8" y="5"/>
                      <a:pt x="2" y="9"/>
                    </a:cubicBezTo>
                    <a:cubicBezTo>
                      <a:pt x="0" y="10"/>
                      <a:pt x="2" y="13"/>
                      <a:pt x="3"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1" name="Freeform 719">
                <a:extLst>
                  <a:ext uri="{FF2B5EF4-FFF2-40B4-BE49-F238E27FC236}">
                    <a16:creationId xmlns:a16="http://schemas.microsoft.com/office/drawing/2014/main" id="{91A68B0C-FA08-1A4D-1E33-7871FE0FE1A5}"/>
                  </a:ext>
                </a:extLst>
              </p:cNvPr>
              <p:cNvSpPr/>
              <p:nvPr/>
            </p:nvSpPr>
            <p:spPr bwMode="auto">
              <a:xfrm>
                <a:off x="4194" y="834"/>
                <a:ext cx="39" cy="22"/>
              </a:xfrm>
              <a:custGeom>
                <a:avLst/>
                <a:gdLst>
                  <a:gd name="T0" fmla="*/ 5 w 22"/>
                  <a:gd name="T1" fmla="*/ 11 h 13"/>
                  <a:gd name="T2" fmla="*/ 20 w 22"/>
                  <a:gd name="T3" fmla="*/ 3 h 13"/>
                  <a:gd name="T4" fmla="*/ 19 w 22"/>
                  <a:gd name="T5" fmla="*/ 0 h 13"/>
                  <a:gd name="T6" fmla="*/ 2 w 22"/>
                  <a:gd name="T7" fmla="*/ 9 h 13"/>
                  <a:gd name="T8" fmla="*/ 5 w 22"/>
                  <a:gd name="T9" fmla="*/ 11 h 13"/>
                </a:gdLst>
                <a:ahLst/>
                <a:cxnLst>
                  <a:cxn ang="0">
                    <a:pos x="T0" y="T1"/>
                  </a:cxn>
                  <a:cxn ang="0">
                    <a:pos x="T2" y="T3"/>
                  </a:cxn>
                  <a:cxn ang="0">
                    <a:pos x="T4" y="T5"/>
                  </a:cxn>
                  <a:cxn ang="0">
                    <a:pos x="T6" y="T7"/>
                  </a:cxn>
                  <a:cxn ang="0">
                    <a:pos x="T8" y="T9"/>
                  </a:cxn>
                </a:cxnLst>
                <a:rect l="0" t="0" r="r" b="b"/>
                <a:pathLst>
                  <a:path w="22" h="13">
                    <a:moveTo>
                      <a:pt x="5" y="11"/>
                    </a:moveTo>
                    <a:cubicBezTo>
                      <a:pt x="9" y="8"/>
                      <a:pt x="15" y="5"/>
                      <a:pt x="20" y="3"/>
                    </a:cubicBezTo>
                    <a:cubicBezTo>
                      <a:pt x="22" y="2"/>
                      <a:pt x="20" y="0"/>
                      <a:pt x="19" y="0"/>
                    </a:cubicBezTo>
                    <a:cubicBezTo>
                      <a:pt x="13" y="1"/>
                      <a:pt x="7" y="5"/>
                      <a:pt x="2" y="9"/>
                    </a:cubicBezTo>
                    <a:cubicBezTo>
                      <a:pt x="0" y="10"/>
                      <a:pt x="3" y="13"/>
                      <a:pt x="5"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2" name="Freeform 720">
                <a:extLst>
                  <a:ext uri="{FF2B5EF4-FFF2-40B4-BE49-F238E27FC236}">
                    <a16:creationId xmlns:a16="http://schemas.microsoft.com/office/drawing/2014/main" id="{307FEB52-1817-E3B1-E34B-2B9555A4FD10}"/>
                  </a:ext>
                </a:extLst>
              </p:cNvPr>
              <p:cNvSpPr/>
              <p:nvPr/>
            </p:nvSpPr>
            <p:spPr bwMode="auto">
              <a:xfrm>
                <a:off x="4256" y="855"/>
                <a:ext cx="31" cy="19"/>
              </a:xfrm>
              <a:custGeom>
                <a:avLst/>
                <a:gdLst>
                  <a:gd name="T0" fmla="*/ 4 w 18"/>
                  <a:gd name="T1" fmla="*/ 9 h 11"/>
                  <a:gd name="T2" fmla="*/ 16 w 18"/>
                  <a:gd name="T3" fmla="*/ 4 h 11"/>
                  <a:gd name="T4" fmla="*/ 15 w 18"/>
                  <a:gd name="T5" fmla="*/ 1 h 11"/>
                  <a:gd name="T6" fmla="*/ 1 w 18"/>
                  <a:gd name="T7" fmla="*/ 7 h 11"/>
                  <a:gd name="T8" fmla="*/ 4 w 18"/>
                  <a:gd name="T9" fmla="*/ 9 h 11"/>
                </a:gdLst>
                <a:ahLst/>
                <a:cxnLst>
                  <a:cxn ang="0">
                    <a:pos x="T0" y="T1"/>
                  </a:cxn>
                  <a:cxn ang="0">
                    <a:pos x="T2" y="T3"/>
                  </a:cxn>
                  <a:cxn ang="0">
                    <a:pos x="T4" y="T5"/>
                  </a:cxn>
                  <a:cxn ang="0">
                    <a:pos x="T6" y="T7"/>
                  </a:cxn>
                  <a:cxn ang="0">
                    <a:pos x="T8" y="T9"/>
                  </a:cxn>
                </a:cxnLst>
                <a:rect l="0" t="0" r="r" b="b"/>
                <a:pathLst>
                  <a:path w="18" h="11">
                    <a:moveTo>
                      <a:pt x="4" y="9"/>
                    </a:moveTo>
                    <a:cubicBezTo>
                      <a:pt x="7" y="6"/>
                      <a:pt x="11" y="5"/>
                      <a:pt x="16" y="4"/>
                    </a:cubicBezTo>
                    <a:cubicBezTo>
                      <a:pt x="18" y="4"/>
                      <a:pt x="17" y="1"/>
                      <a:pt x="15" y="1"/>
                    </a:cubicBezTo>
                    <a:cubicBezTo>
                      <a:pt x="10" y="0"/>
                      <a:pt x="5" y="3"/>
                      <a:pt x="1" y="7"/>
                    </a:cubicBezTo>
                    <a:cubicBezTo>
                      <a:pt x="0" y="9"/>
                      <a:pt x="2" y="11"/>
                      <a:pt x="4"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3" name="Freeform 721">
                <a:extLst>
                  <a:ext uri="{FF2B5EF4-FFF2-40B4-BE49-F238E27FC236}">
                    <a16:creationId xmlns:a16="http://schemas.microsoft.com/office/drawing/2014/main" id="{51CC3A51-CF67-33F6-7E1C-080D6FCDFD70}"/>
                  </a:ext>
                </a:extLst>
              </p:cNvPr>
              <p:cNvSpPr/>
              <p:nvPr/>
            </p:nvSpPr>
            <p:spPr bwMode="auto">
              <a:xfrm>
                <a:off x="4020" y="819"/>
                <a:ext cx="57" cy="50"/>
              </a:xfrm>
              <a:custGeom>
                <a:avLst/>
                <a:gdLst>
                  <a:gd name="T0" fmla="*/ 4 w 32"/>
                  <a:gd name="T1" fmla="*/ 26 h 28"/>
                  <a:gd name="T2" fmla="*/ 31 w 32"/>
                  <a:gd name="T3" fmla="*/ 3 h 28"/>
                  <a:gd name="T4" fmla="*/ 30 w 32"/>
                  <a:gd name="T5" fmla="*/ 1 h 28"/>
                  <a:gd name="T6" fmla="*/ 1 w 32"/>
                  <a:gd name="T7" fmla="*/ 24 h 28"/>
                  <a:gd name="T8" fmla="*/ 4 w 32"/>
                  <a:gd name="T9" fmla="*/ 26 h 28"/>
                </a:gdLst>
                <a:ahLst/>
                <a:cxnLst>
                  <a:cxn ang="0">
                    <a:pos x="T0" y="T1"/>
                  </a:cxn>
                  <a:cxn ang="0">
                    <a:pos x="T2" y="T3"/>
                  </a:cxn>
                  <a:cxn ang="0">
                    <a:pos x="T4" y="T5"/>
                  </a:cxn>
                  <a:cxn ang="0">
                    <a:pos x="T6" y="T7"/>
                  </a:cxn>
                  <a:cxn ang="0">
                    <a:pos x="T8" y="T9"/>
                  </a:cxn>
                </a:cxnLst>
                <a:rect l="0" t="0" r="r" b="b"/>
                <a:pathLst>
                  <a:path w="32" h="28">
                    <a:moveTo>
                      <a:pt x="4" y="26"/>
                    </a:moveTo>
                    <a:cubicBezTo>
                      <a:pt x="10" y="15"/>
                      <a:pt x="19" y="8"/>
                      <a:pt x="31" y="3"/>
                    </a:cubicBezTo>
                    <a:cubicBezTo>
                      <a:pt x="32" y="3"/>
                      <a:pt x="32" y="0"/>
                      <a:pt x="30" y="1"/>
                    </a:cubicBezTo>
                    <a:cubicBezTo>
                      <a:pt x="17" y="4"/>
                      <a:pt x="7" y="12"/>
                      <a:pt x="1" y="24"/>
                    </a:cubicBezTo>
                    <a:cubicBezTo>
                      <a:pt x="0" y="26"/>
                      <a:pt x="3" y="28"/>
                      <a:pt x="4"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4" name="Freeform 722">
                <a:extLst>
                  <a:ext uri="{FF2B5EF4-FFF2-40B4-BE49-F238E27FC236}">
                    <a16:creationId xmlns:a16="http://schemas.microsoft.com/office/drawing/2014/main" id="{1DD445B4-F4E8-DE57-0922-E47F7368114F}"/>
                  </a:ext>
                </a:extLst>
              </p:cNvPr>
              <p:cNvSpPr/>
              <p:nvPr/>
            </p:nvSpPr>
            <p:spPr bwMode="auto">
              <a:xfrm>
                <a:off x="3969" y="851"/>
                <a:ext cx="41" cy="44"/>
              </a:xfrm>
              <a:custGeom>
                <a:avLst/>
                <a:gdLst>
                  <a:gd name="T0" fmla="*/ 4 w 23"/>
                  <a:gd name="T1" fmla="*/ 23 h 25"/>
                  <a:gd name="T2" fmla="*/ 21 w 23"/>
                  <a:gd name="T3" fmla="*/ 3 h 25"/>
                  <a:gd name="T4" fmla="*/ 20 w 23"/>
                  <a:gd name="T5" fmla="*/ 0 h 25"/>
                  <a:gd name="T6" fmla="*/ 1 w 23"/>
                  <a:gd name="T7" fmla="*/ 22 h 25"/>
                  <a:gd name="T8" fmla="*/ 4 w 23"/>
                  <a:gd name="T9" fmla="*/ 23 h 25"/>
                </a:gdLst>
                <a:ahLst/>
                <a:cxnLst>
                  <a:cxn ang="0">
                    <a:pos x="T0" y="T1"/>
                  </a:cxn>
                  <a:cxn ang="0">
                    <a:pos x="T2" y="T3"/>
                  </a:cxn>
                  <a:cxn ang="0">
                    <a:pos x="T4" y="T5"/>
                  </a:cxn>
                  <a:cxn ang="0">
                    <a:pos x="T6" y="T7"/>
                  </a:cxn>
                  <a:cxn ang="0">
                    <a:pos x="T8" y="T9"/>
                  </a:cxn>
                </a:cxnLst>
                <a:rect l="0" t="0" r="r" b="b"/>
                <a:pathLst>
                  <a:path w="23" h="25">
                    <a:moveTo>
                      <a:pt x="4" y="23"/>
                    </a:moveTo>
                    <a:cubicBezTo>
                      <a:pt x="7" y="15"/>
                      <a:pt x="14" y="8"/>
                      <a:pt x="21" y="3"/>
                    </a:cubicBezTo>
                    <a:cubicBezTo>
                      <a:pt x="23" y="2"/>
                      <a:pt x="21" y="0"/>
                      <a:pt x="20" y="0"/>
                    </a:cubicBezTo>
                    <a:cubicBezTo>
                      <a:pt x="11" y="5"/>
                      <a:pt x="4" y="13"/>
                      <a:pt x="1" y="22"/>
                    </a:cubicBezTo>
                    <a:cubicBezTo>
                      <a:pt x="0" y="24"/>
                      <a:pt x="3" y="25"/>
                      <a:pt x="4"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5" name="Freeform 723">
                <a:extLst>
                  <a:ext uri="{FF2B5EF4-FFF2-40B4-BE49-F238E27FC236}">
                    <a16:creationId xmlns:a16="http://schemas.microsoft.com/office/drawing/2014/main" id="{B93E28D5-A07D-0703-82A7-549455DB8D3B}"/>
                  </a:ext>
                </a:extLst>
              </p:cNvPr>
              <p:cNvSpPr/>
              <p:nvPr/>
            </p:nvSpPr>
            <p:spPr bwMode="auto">
              <a:xfrm>
                <a:off x="3500" y="976"/>
                <a:ext cx="90" cy="32"/>
              </a:xfrm>
              <a:custGeom>
                <a:avLst/>
                <a:gdLst>
                  <a:gd name="T0" fmla="*/ 2 w 51"/>
                  <a:gd name="T1" fmla="*/ 17 h 18"/>
                  <a:gd name="T2" fmla="*/ 49 w 51"/>
                  <a:gd name="T3" fmla="*/ 3 h 18"/>
                  <a:gd name="T4" fmla="*/ 48 w 51"/>
                  <a:gd name="T5" fmla="*/ 0 h 18"/>
                  <a:gd name="T6" fmla="*/ 1 w 51"/>
                  <a:gd name="T7" fmla="*/ 15 h 18"/>
                  <a:gd name="T8" fmla="*/ 2 w 51"/>
                  <a:gd name="T9" fmla="*/ 17 h 18"/>
                </a:gdLst>
                <a:ahLst/>
                <a:cxnLst>
                  <a:cxn ang="0">
                    <a:pos x="T0" y="T1"/>
                  </a:cxn>
                  <a:cxn ang="0">
                    <a:pos x="T2" y="T3"/>
                  </a:cxn>
                  <a:cxn ang="0">
                    <a:pos x="T4" y="T5"/>
                  </a:cxn>
                  <a:cxn ang="0">
                    <a:pos x="T6" y="T7"/>
                  </a:cxn>
                  <a:cxn ang="0">
                    <a:pos x="T8" y="T9"/>
                  </a:cxn>
                </a:cxnLst>
                <a:rect l="0" t="0" r="r" b="b"/>
                <a:pathLst>
                  <a:path w="51" h="18">
                    <a:moveTo>
                      <a:pt x="2" y="17"/>
                    </a:moveTo>
                    <a:cubicBezTo>
                      <a:pt x="18" y="12"/>
                      <a:pt x="33" y="7"/>
                      <a:pt x="49" y="3"/>
                    </a:cubicBezTo>
                    <a:cubicBezTo>
                      <a:pt x="51" y="2"/>
                      <a:pt x="50" y="0"/>
                      <a:pt x="48" y="0"/>
                    </a:cubicBezTo>
                    <a:cubicBezTo>
                      <a:pt x="32" y="2"/>
                      <a:pt x="16" y="8"/>
                      <a:pt x="1" y="15"/>
                    </a:cubicBezTo>
                    <a:cubicBezTo>
                      <a:pt x="0" y="15"/>
                      <a:pt x="1" y="18"/>
                      <a:pt x="2"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6" name="Freeform 724">
                <a:extLst>
                  <a:ext uri="{FF2B5EF4-FFF2-40B4-BE49-F238E27FC236}">
                    <a16:creationId xmlns:a16="http://schemas.microsoft.com/office/drawing/2014/main" id="{FFFC1CD5-A8ED-AECD-310E-10F94CF5C094}"/>
                  </a:ext>
                </a:extLst>
              </p:cNvPr>
              <p:cNvSpPr/>
              <p:nvPr/>
            </p:nvSpPr>
            <p:spPr bwMode="auto">
              <a:xfrm>
                <a:off x="3579" y="944"/>
                <a:ext cx="67" cy="13"/>
              </a:xfrm>
              <a:custGeom>
                <a:avLst/>
                <a:gdLst>
                  <a:gd name="T0" fmla="*/ 2 w 38"/>
                  <a:gd name="T1" fmla="*/ 7 h 7"/>
                  <a:gd name="T2" fmla="*/ 37 w 38"/>
                  <a:gd name="T3" fmla="*/ 4 h 7"/>
                  <a:gd name="T4" fmla="*/ 37 w 38"/>
                  <a:gd name="T5" fmla="*/ 1 h 7"/>
                  <a:gd name="T6" fmla="*/ 2 w 38"/>
                  <a:gd name="T7" fmla="*/ 4 h 7"/>
                  <a:gd name="T8" fmla="*/ 2 w 38"/>
                  <a:gd name="T9" fmla="*/ 7 h 7"/>
                </a:gdLst>
                <a:ahLst/>
                <a:cxnLst>
                  <a:cxn ang="0">
                    <a:pos x="T0" y="T1"/>
                  </a:cxn>
                  <a:cxn ang="0">
                    <a:pos x="T2" y="T3"/>
                  </a:cxn>
                  <a:cxn ang="0">
                    <a:pos x="T4" y="T5"/>
                  </a:cxn>
                  <a:cxn ang="0">
                    <a:pos x="T6" y="T7"/>
                  </a:cxn>
                  <a:cxn ang="0">
                    <a:pos x="T8" y="T9"/>
                  </a:cxn>
                </a:cxnLst>
                <a:rect l="0" t="0" r="r" b="b"/>
                <a:pathLst>
                  <a:path w="38" h="7">
                    <a:moveTo>
                      <a:pt x="2" y="7"/>
                    </a:moveTo>
                    <a:cubicBezTo>
                      <a:pt x="14" y="6"/>
                      <a:pt x="25" y="5"/>
                      <a:pt x="37" y="4"/>
                    </a:cubicBezTo>
                    <a:cubicBezTo>
                      <a:pt x="38" y="4"/>
                      <a:pt x="38" y="1"/>
                      <a:pt x="37" y="1"/>
                    </a:cubicBezTo>
                    <a:cubicBezTo>
                      <a:pt x="25" y="0"/>
                      <a:pt x="13" y="1"/>
                      <a:pt x="2" y="4"/>
                    </a:cubicBezTo>
                    <a:cubicBezTo>
                      <a:pt x="0" y="5"/>
                      <a:pt x="1" y="7"/>
                      <a:pt x="2"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7" name="Freeform 725">
                <a:extLst>
                  <a:ext uri="{FF2B5EF4-FFF2-40B4-BE49-F238E27FC236}">
                    <a16:creationId xmlns:a16="http://schemas.microsoft.com/office/drawing/2014/main" id="{BAE93856-A6C7-66FE-9F8B-61B2E0B4683C}"/>
                  </a:ext>
                </a:extLst>
              </p:cNvPr>
              <p:cNvSpPr/>
              <p:nvPr/>
            </p:nvSpPr>
            <p:spPr bwMode="auto">
              <a:xfrm>
                <a:off x="3635" y="913"/>
                <a:ext cx="64" cy="19"/>
              </a:xfrm>
              <a:custGeom>
                <a:avLst/>
                <a:gdLst>
                  <a:gd name="T0" fmla="*/ 3 w 36"/>
                  <a:gd name="T1" fmla="*/ 10 h 11"/>
                  <a:gd name="T2" fmla="*/ 34 w 36"/>
                  <a:gd name="T3" fmla="*/ 5 h 11"/>
                  <a:gd name="T4" fmla="*/ 35 w 36"/>
                  <a:gd name="T5" fmla="*/ 2 h 11"/>
                  <a:gd name="T6" fmla="*/ 2 w 36"/>
                  <a:gd name="T7" fmla="*/ 7 h 11"/>
                  <a:gd name="T8" fmla="*/ 3 w 36"/>
                  <a:gd name="T9" fmla="*/ 10 h 11"/>
                </a:gdLst>
                <a:ahLst/>
                <a:cxnLst>
                  <a:cxn ang="0">
                    <a:pos x="T0" y="T1"/>
                  </a:cxn>
                  <a:cxn ang="0">
                    <a:pos x="T2" y="T3"/>
                  </a:cxn>
                  <a:cxn ang="0">
                    <a:pos x="T4" y="T5"/>
                  </a:cxn>
                  <a:cxn ang="0">
                    <a:pos x="T6" y="T7"/>
                  </a:cxn>
                  <a:cxn ang="0">
                    <a:pos x="T8" y="T9"/>
                  </a:cxn>
                </a:cxnLst>
                <a:rect l="0" t="0" r="r" b="b"/>
                <a:pathLst>
                  <a:path w="36" h="11">
                    <a:moveTo>
                      <a:pt x="3" y="10"/>
                    </a:moveTo>
                    <a:cubicBezTo>
                      <a:pt x="14" y="7"/>
                      <a:pt x="24" y="6"/>
                      <a:pt x="34" y="5"/>
                    </a:cubicBezTo>
                    <a:cubicBezTo>
                      <a:pt x="36" y="5"/>
                      <a:pt x="36" y="3"/>
                      <a:pt x="35" y="2"/>
                    </a:cubicBezTo>
                    <a:cubicBezTo>
                      <a:pt x="24" y="0"/>
                      <a:pt x="12" y="3"/>
                      <a:pt x="2" y="7"/>
                    </a:cubicBezTo>
                    <a:cubicBezTo>
                      <a:pt x="0" y="8"/>
                      <a:pt x="2" y="11"/>
                      <a:pt x="3"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8" name="Freeform 726">
                <a:extLst>
                  <a:ext uri="{FF2B5EF4-FFF2-40B4-BE49-F238E27FC236}">
                    <a16:creationId xmlns:a16="http://schemas.microsoft.com/office/drawing/2014/main" id="{A8062BE7-2BFC-D421-138F-08D6857BCB0E}"/>
                  </a:ext>
                </a:extLst>
              </p:cNvPr>
              <p:cNvSpPr/>
              <p:nvPr/>
            </p:nvSpPr>
            <p:spPr bwMode="auto">
              <a:xfrm>
                <a:off x="3700" y="890"/>
                <a:ext cx="69" cy="17"/>
              </a:xfrm>
              <a:custGeom>
                <a:avLst/>
                <a:gdLst>
                  <a:gd name="T0" fmla="*/ 3 w 39"/>
                  <a:gd name="T1" fmla="*/ 9 h 10"/>
                  <a:gd name="T2" fmla="*/ 37 w 39"/>
                  <a:gd name="T3" fmla="*/ 5 h 10"/>
                  <a:gd name="T4" fmla="*/ 38 w 39"/>
                  <a:gd name="T5" fmla="*/ 2 h 10"/>
                  <a:gd name="T6" fmla="*/ 2 w 39"/>
                  <a:gd name="T7" fmla="*/ 6 h 10"/>
                  <a:gd name="T8" fmla="*/ 3 w 39"/>
                  <a:gd name="T9" fmla="*/ 9 h 10"/>
                </a:gdLst>
                <a:ahLst/>
                <a:cxnLst>
                  <a:cxn ang="0">
                    <a:pos x="T0" y="T1"/>
                  </a:cxn>
                  <a:cxn ang="0">
                    <a:pos x="T2" y="T3"/>
                  </a:cxn>
                  <a:cxn ang="0">
                    <a:pos x="T4" y="T5"/>
                  </a:cxn>
                  <a:cxn ang="0">
                    <a:pos x="T6" y="T7"/>
                  </a:cxn>
                  <a:cxn ang="0">
                    <a:pos x="T8" y="T9"/>
                  </a:cxn>
                </a:cxnLst>
                <a:rect l="0" t="0" r="r" b="b"/>
                <a:pathLst>
                  <a:path w="39" h="10">
                    <a:moveTo>
                      <a:pt x="3" y="9"/>
                    </a:moveTo>
                    <a:cubicBezTo>
                      <a:pt x="15" y="6"/>
                      <a:pt x="26" y="5"/>
                      <a:pt x="37" y="5"/>
                    </a:cubicBezTo>
                    <a:cubicBezTo>
                      <a:pt x="39" y="5"/>
                      <a:pt x="39" y="3"/>
                      <a:pt x="38" y="2"/>
                    </a:cubicBezTo>
                    <a:cubicBezTo>
                      <a:pt x="26" y="0"/>
                      <a:pt x="14" y="2"/>
                      <a:pt x="2" y="6"/>
                    </a:cubicBezTo>
                    <a:cubicBezTo>
                      <a:pt x="0" y="7"/>
                      <a:pt x="1" y="10"/>
                      <a:pt x="3"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9" name="Freeform 727">
                <a:extLst>
                  <a:ext uri="{FF2B5EF4-FFF2-40B4-BE49-F238E27FC236}">
                    <a16:creationId xmlns:a16="http://schemas.microsoft.com/office/drawing/2014/main" id="{99705B1D-D691-0BA2-15CD-AB47E68EF761}"/>
                  </a:ext>
                </a:extLst>
              </p:cNvPr>
              <p:cNvSpPr/>
              <p:nvPr/>
            </p:nvSpPr>
            <p:spPr bwMode="auto">
              <a:xfrm>
                <a:off x="2871" y="812"/>
                <a:ext cx="54" cy="30"/>
              </a:xfrm>
              <a:custGeom>
                <a:avLst/>
                <a:gdLst>
                  <a:gd name="T0" fmla="*/ 29 w 31"/>
                  <a:gd name="T1" fmla="*/ 13 h 17"/>
                  <a:gd name="T2" fmla="*/ 3 w 31"/>
                  <a:gd name="T3" fmla="*/ 0 h 17"/>
                  <a:gd name="T4" fmla="*/ 1 w 31"/>
                  <a:gd name="T5" fmla="*/ 3 h 17"/>
                  <a:gd name="T6" fmla="*/ 28 w 31"/>
                  <a:gd name="T7" fmla="*/ 16 h 17"/>
                  <a:gd name="T8" fmla="*/ 29 w 31"/>
                  <a:gd name="T9" fmla="*/ 13 h 17"/>
                </a:gdLst>
                <a:ahLst/>
                <a:cxnLst>
                  <a:cxn ang="0">
                    <a:pos x="T0" y="T1"/>
                  </a:cxn>
                  <a:cxn ang="0">
                    <a:pos x="T2" y="T3"/>
                  </a:cxn>
                  <a:cxn ang="0">
                    <a:pos x="T4" y="T5"/>
                  </a:cxn>
                  <a:cxn ang="0">
                    <a:pos x="T6" y="T7"/>
                  </a:cxn>
                  <a:cxn ang="0">
                    <a:pos x="T8" y="T9"/>
                  </a:cxn>
                </a:cxnLst>
                <a:rect l="0" t="0" r="r" b="b"/>
                <a:pathLst>
                  <a:path w="31" h="17">
                    <a:moveTo>
                      <a:pt x="29" y="13"/>
                    </a:moveTo>
                    <a:cubicBezTo>
                      <a:pt x="20" y="10"/>
                      <a:pt x="12" y="4"/>
                      <a:pt x="3" y="0"/>
                    </a:cubicBezTo>
                    <a:cubicBezTo>
                      <a:pt x="2" y="0"/>
                      <a:pt x="0" y="1"/>
                      <a:pt x="1" y="3"/>
                    </a:cubicBezTo>
                    <a:cubicBezTo>
                      <a:pt x="8" y="9"/>
                      <a:pt x="19" y="13"/>
                      <a:pt x="28" y="16"/>
                    </a:cubicBezTo>
                    <a:cubicBezTo>
                      <a:pt x="30" y="17"/>
                      <a:pt x="31" y="14"/>
                      <a:pt x="29"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0" name="Freeform 728">
                <a:extLst>
                  <a:ext uri="{FF2B5EF4-FFF2-40B4-BE49-F238E27FC236}">
                    <a16:creationId xmlns:a16="http://schemas.microsoft.com/office/drawing/2014/main" id="{2A41507F-BC8C-42AB-D17B-978EBB521678}"/>
                  </a:ext>
                </a:extLst>
              </p:cNvPr>
              <p:cNvSpPr/>
              <p:nvPr/>
            </p:nvSpPr>
            <p:spPr bwMode="auto">
              <a:xfrm>
                <a:off x="2825" y="832"/>
                <a:ext cx="56" cy="17"/>
              </a:xfrm>
              <a:custGeom>
                <a:avLst/>
                <a:gdLst>
                  <a:gd name="T0" fmla="*/ 30 w 32"/>
                  <a:gd name="T1" fmla="*/ 6 h 10"/>
                  <a:gd name="T2" fmla="*/ 2 w 32"/>
                  <a:gd name="T3" fmla="*/ 0 h 10"/>
                  <a:gd name="T4" fmla="*/ 2 w 32"/>
                  <a:gd name="T5" fmla="*/ 3 h 10"/>
                  <a:gd name="T6" fmla="*/ 29 w 32"/>
                  <a:gd name="T7" fmla="*/ 10 h 10"/>
                  <a:gd name="T8" fmla="*/ 30 w 32"/>
                  <a:gd name="T9" fmla="*/ 6 h 10"/>
                </a:gdLst>
                <a:ahLst/>
                <a:cxnLst>
                  <a:cxn ang="0">
                    <a:pos x="T0" y="T1"/>
                  </a:cxn>
                  <a:cxn ang="0">
                    <a:pos x="T2" y="T3"/>
                  </a:cxn>
                  <a:cxn ang="0">
                    <a:pos x="T4" y="T5"/>
                  </a:cxn>
                  <a:cxn ang="0">
                    <a:pos x="T6" y="T7"/>
                  </a:cxn>
                  <a:cxn ang="0">
                    <a:pos x="T8" y="T9"/>
                  </a:cxn>
                </a:cxnLst>
                <a:rect l="0" t="0" r="r" b="b"/>
                <a:pathLst>
                  <a:path w="32" h="10">
                    <a:moveTo>
                      <a:pt x="30" y="6"/>
                    </a:moveTo>
                    <a:cubicBezTo>
                      <a:pt x="21" y="4"/>
                      <a:pt x="11" y="1"/>
                      <a:pt x="2" y="0"/>
                    </a:cubicBezTo>
                    <a:cubicBezTo>
                      <a:pt x="0" y="0"/>
                      <a:pt x="0" y="2"/>
                      <a:pt x="2" y="3"/>
                    </a:cubicBezTo>
                    <a:cubicBezTo>
                      <a:pt x="10" y="7"/>
                      <a:pt x="20" y="8"/>
                      <a:pt x="29" y="10"/>
                    </a:cubicBezTo>
                    <a:cubicBezTo>
                      <a:pt x="31" y="10"/>
                      <a:pt x="32" y="7"/>
                      <a:pt x="30"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1" name="Freeform 729">
                <a:extLst>
                  <a:ext uri="{FF2B5EF4-FFF2-40B4-BE49-F238E27FC236}">
                    <a16:creationId xmlns:a16="http://schemas.microsoft.com/office/drawing/2014/main" id="{C2EEA4B4-A368-64C7-2091-D9EE4ECEBBF7}"/>
                  </a:ext>
                </a:extLst>
              </p:cNvPr>
              <p:cNvSpPr/>
              <p:nvPr/>
            </p:nvSpPr>
            <p:spPr bwMode="auto">
              <a:xfrm>
                <a:off x="2925" y="797"/>
                <a:ext cx="46" cy="22"/>
              </a:xfrm>
              <a:custGeom>
                <a:avLst/>
                <a:gdLst>
                  <a:gd name="T0" fmla="*/ 24 w 26"/>
                  <a:gd name="T1" fmla="*/ 10 h 13"/>
                  <a:gd name="T2" fmla="*/ 2 w 26"/>
                  <a:gd name="T3" fmla="*/ 0 h 13"/>
                  <a:gd name="T4" fmla="*/ 1 w 26"/>
                  <a:gd name="T5" fmla="*/ 3 h 13"/>
                  <a:gd name="T6" fmla="*/ 23 w 26"/>
                  <a:gd name="T7" fmla="*/ 12 h 13"/>
                  <a:gd name="T8" fmla="*/ 24 w 26"/>
                  <a:gd name="T9" fmla="*/ 10 h 13"/>
                </a:gdLst>
                <a:ahLst/>
                <a:cxnLst>
                  <a:cxn ang="0">
                    <a:pos x="T0" y="T1"/>
                  </a:cxn>
                  <a:cxn ang="0">
                    <a:pos x="T2" y="T3"/>
                  </a:cxn>
                  <a:cxn ang="0">
                    <a:pos x="T4" y="T5"/>
                  </a:cxn>
                  <a:cxn ang="0">
                    <a:pos x="T6" y="T7"/>
                  </a:cxn>
                  <a:cxn ang="0">
                    <a:pos x="T8" y="T9"/>
                  </a:cxn>
                </a:cxnLst>
                <a:rect l="0" t="0" r="r" b="b"/>
                <a:pathLst>
                  <a:path w="26" h="13">
                    <a:moveTo>
                      <a:pt x="24" y="10"/>
                    </a:moveTo>
                    <a:cubicBezTo>
                      <a:pt x="18" y="6"/>
                      <a:pt x="10" y="1"/>
                      <a:pt x="2" y="0"/>
                    </a:cubicBezTo>
                    <a:cubicBezTo>
                      <a:pt x="1" y="0"/>
                      <a:pt x="0" y="2"/>
                      <a:pt x="1" y="3"/>
                    </a:cubicBezTo>
                    <a:cubicBezTo>
                      <a:pt x="8" y="7"/>
                      <a:pt x="16" y="9"/>
                      <a:pt x="23" y="12"/>
                    </a:cubicBezTo>
                    <a:cubicBezTo>
                      <a:pt x="25" y="13"/>
                      <a:pt x="26" y="11"/>
                      <a:pt x="24"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2" name="Freeform 730">
                <a:extLst>
                  <a:ext uri="{FF2B5EF4-FFF2-40B4-BE49-F238E27FC236}">
                    <a16:creationId xmlns:a16="http://schemas.microsoft.com/office/drawing/2014/main" id="{4A608BF5-133D-DF11-F987-D8625416455C}"/>
                  </a:ext>
                </a:extLst>
              </p:cNvPr>
              <p:cNvSpPr/>
              <p:nvPr/>
            </p:nvSpPr>
            <p:spPr bwMode="auto">
              <a:xfrm>
                <a:off x="2980" y="783"/>
                <a:ext cx="31" cy="17"/>
              </a:xfrm>
              <a:custGeom>
                <a:avLst/>
                <a:gdLst>
                  <a:gd name="T0" fmla="*/ 16 w 18"/>
                  <a:gd name="T1" fmla="*/ 5 h 10"/>
                  <a:gd name="T2" fmla="*/ 2 w 18"/>
                  <a:gd name="T3" fmla="*/ 0 h 10"/>
                  <a:gd name="T4" fmla="*/ 2 w 18"/>
                  <a:gd name="T5" fmla="*/ 4 h 10"/>
                  <a:gd name="T6" fmla="*/ 14 w 18"/>
                  <a:gd name="T7" fmla="*/ 8 h 10"/>
                  <a:gd name="T8" fmla="*/ 16 w 18"/>
                  <a:gd name="T9" fmla="*/ 5 h 10"/>
                </a:gdLst>
                <a:ahLst/>
                <a:cxnLst>
                  <a:cxn ang="0">
                    <a:pos x="T0" y="T1"/>
                  </a:cxn>
                  <a:cxn ang="0">
                    <a:pos x="T2" y="T3"/>
                  </a:cxn>
                  <a:cxn ang="0">
                    <a:pos x="T4" y="T5"/>
                  </a:cxn>
                  <a:cxn ang="0">
                    <a:pos x="T6" y="T7"/>
                  </a:cxn>
                  <a:cxn ang="0">
                    <a:pos x="T8" y="T9"/>
                  </a:cxn>
                </a:cxnLst>
                <a:rect l="0" t="0" r="r" b="b"/>
                <a:pathLst>
                  <a:path w="18" h="10">
                    <a:moveTo>
                      <a:pt x="16" y="5"/>
                    </a:moveTo>
                    <a:cubicBezTo>
                      <a:pt x="12" y="2"/>
                      <a:pt x="7" y="0"/>
                      <a:pt x="2" y="0"/>
                    </a:cubicBezTo>
                    <a:cubicBezTo>
                      <a:pt x="1" y="1"/>
                      <a:pt x="0" y="3"/>
                      <a:pt x="2" y="4"/>
                    </a:cubicBezTo>
                    <a:cubicBezTo>
                      <a:pt x="6" y="5"/>
                      <a:pt x="10" y="6"/>
                      <a:pt x="14" y="8"/>
                    </a:cubicBezTo>
                    <a:cubicBezTo>
                      <a:pt x="16" y="10"/>
                      <a:pt x="18" y="6"/>
                      <a:pt x="16"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3" name="Freeform 731">
                <a:extLst>
                  <a:ext uri="{FF2B5EF4-FFF2-40B4-BE49-F238E27FC236}">
                    <a16:creationId xmlns:a16="http://schemas.microsoft.com/office/drawing/2014/main" id="{4EEC6972-46D4-05BE-1104-8E5DC97F7A06}"/>
                  </a:ext>
                </a:extLst>
              </p:cNvPr>
              <p:cNvSpPr/>
              <p:nvPr/>
            </p:nvSpPr>
            <p:spPr bwMode="auto">
              <a:xfrm>
                <a:off x="1591" y="1491"/>
                <a:ext cx="79" cy="42"/>
              </a:xfrm>
              <a:custGeom>
                <a:avLst/>
                <a:gdLst>
                  <a:gd name="T0" fmla="*/ 3 w 45"/>
                  <a:gd name="T1" fmla="*/ 23 h 24"/>
                  <a:gd name="T2" fmla="*/ 44 w 45"/>
                  <a:gd name="T3" fmla="*/ 3 h 24"/>
                  <a:gd name="T4" fmla="*/ 43 w 45"/>
                  <a:gd name="T5" fmla="*/ 0 h 24"/>
                  <a:gd name="T6" fmla="*/ 1 w 45"/>
                  <a:gd name="T7" fmla="*/ 20 h 24"/>
                  <a:gd name="T8" fmla="*/ 3 w 45"/>
                  <a:gd name="T9" fmla="*/ 23 h 24"/>
                </a:gdLst>
                <a:ahLst/>
                <a:cxnLst>
                  <a:cxn ang="0">
                    <a:pos x="T0" y="T1"/>
                  </a:cxn>
                  <a:cxn ang="0">
                    <a:pos x="T2" y="T3"/>
                  </a:cxn>
                  <a:cxn ang="0">
                    <a:pos x="T4" y="T5"/>
                  </a:cxn>
                  <a:cxn ang="0">
                    <a:pos x="T6" y="T7"/>
                  </a:cxn>
                  <a:cxn ang="0">
                    <a:pos x="T8" y="T9"/>
                  </a:cxn>
                </a:cxnLst>
                <a:rect l="0" t="0" r="r" b="b"/>
                <a:pathLst>
                  <a:path w="45" h="24">
                    <a:moveTo>
                      <a:pt x="3" y="23"/>
                    </a:moveTo>
                    <a:cubicBezTo>
                      <a:pt x="16" y="15"/>
                      <a:pt x="31" y="10"/>
                      <a:pt x="44" y="3"/>
                    </a:cubicBezTo>
                    <a:cubicBezTo>
                      <a:pt x="45" y="2"/>
                      <a:pt x="44" y="0"/>
                      <a:pt x="43" y="0"/>
                    </a:cubicBezTo>
                    <a:cubicBezTo>
                      <a:pt x="28" y="4"/>
                      <a:pt x="14" y="12"/>
                      <a:pt x="1" y="20"/>
                    </a:cubicBezTo>
                    <a:cubicBezTo>
                      <a:pt x="0" y="21"/>
                      <a:pt x="1" y="24"/>
                      <a:pt x="3"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4" name="Freeform 732">
                <a:extLst>
                  <a:ext uri="{FF2B5EF4-FFF2-40B4-BE49-F238E27FC236}">
                    <a16:creationId xmlns:a16="http://schemas.microsoft.com/office/drawing/2014/main" id="{18525022-7D2B-BF46-4F7F-765E7F7CFC2E}"/>
                  </a:ext>
                </a:extLst>
              </p:cNvPr>
              <p:cNvSpPr/>
              <p:nvPr/>
            </p:nvSpPr>
            <p:spPr bwMode="auto">
              <a:xfrm>
                <a:off x="1605" y="1463"/>
                <a:ext cx="70" cy="34"/>
              </a:xfrm>
              <a:custGeom>
                <a:avLst/>
                <a:gdLst>
                  <a:gd name="T0" fmla="*/ 3 w 40"/>
                  <a:gd name="T1" fmla="*/ 18 h 19"/>
                  <a:gd name="T2" fmla="*/ 38 w 40"/>
                  <a:gd name="T3" fmla="*/ 3 h 19"/>
                  <a:gd name="T4" fmla="*/ 38 w 40"/>
                  <a:gd name="T5" fmla="*/ 0 h 19"/>
                  <a:gd name="T6" fmla="*/ 2 w 40"/>
                  <a:gd name="T7" fmla="*/ 14 h 19"/>
                  <a:gd name="T8" fmla="*/ 3 w 40"/>
                  <a:gd name="T9" fmla="*/ 18 h 19"/>
                </a:gdLst>
                <a:ahLst/>
                <a:cxnLst>
                  <a:cxn ang="0">
                    <a:pos x="T0" y="T1"/>
                  </a:cxn>
                  <a:cxn ang="0">
                    <a:pos x="T2" y="T3"/>
                  </a:cxn>
                  <a:cxn ang="0">
                    <a:pos x="T4" y="T5"/>
                  </a:cxn>
                  <a:cxn ang="0">
                    <a:pos x="T6" y="T7"/>
                  </a:cxn>
                  <a:cxn ang="0">
                    <a:pos x="T8" y="T9"/>
                  </a:cxn>
                </a:cxnLst>
                <a:rect l="0" t="0" r="r" b="b"/>
                <a:pathLst>
                  <a:path w="40" h="19">
                    <a:moveTo>
                      <a:pt x="3" y="18"/>
                    </a:moveTo>
                    <a:cubicBezTo>
                      <a:pt x="15" y="11"/>
                      <a:pt x="26" y="7"/>
                      <a:pt x="38" y="3"/>
                    </a:cubicBezTo>
                    <a:cubicBezTo>
                      <a:pt x="40" y="2"/>
                      <a:pt x="40" y="0"/>
                      <a:pt x="38" y="0"/>
                    </a:cubicBezTo>
                    <a:cubicBezTo>
                      <a:pt x="25" y="1"/>
                      <a:pt x="12" y="7"/>
                      <a:pt x="2" y="14"/>
                    </a:cubicBezTo>
                    <a:cubicBezTo>
                      <a:pt x="0" y="16"/>
                      <a:pt x="1" y="19"/>
                      <a:pt x="3"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5" name="Freeform 733">
                <a:extLst>
                  <a:ext uri="{FF2B5EF4-FFF2-40B4-BE49-F238E27FC236}">
                    <a16:creationId xmlns:a16="http://schemas.microsoft.com/office/drawing/2014/main" id="{4849BDAC-BE27-49C1-B61E-ABC61BA57BD9}"/>
                  </a:ext>
                </a:extLst>
              </p:cNvPr>
              <p:cNvSpPr/>
              <p:nvPr/>
            </p:nvSpPr>
            <p:spPr bwMode="auto">
              <a:xfrm>
                <a:off x="1635" y="1431"/>
                <a:ext cx="63" cy="32"/>
              </a:xfrm>
              <a:custGeom>
                <a:avLst/>
                <a:gdLst>
                  <a:gd name="T0" fmla="*/ 4 w 36"/>
                  <a:gd name="T1" fmla="*/ 17 h 18"/>
                  <a:gd name="T2" fmla="*/ 34 w 36"/>
                  <a:gd name="T3" fmla="*/ 3 h 18"/>
                  <a:gd name="T4" fmla="*/ 34 w 36"/>
                  <a:gd name="T5" fmla="*/ 0 h 18"/>
                  <a:gd name="T6" fmla="*/ 1 w 36"/>
                  <a:gd name="T7" fmla="*/ 14 h 18"/>
                  <a:gd name="T8" fmla="*/ 4 w 36"/>
                  <a:gd name="T9" fmla="*/ 17 h 18"/>
                </a:gdLst>
                <a:ahLst/>
                <a:cxnLst>
                  <a:cxn ang="0">
                    <a:pos x="T0" y="T1"/>
                  </a:cxn>
                  <a:cxn ang="0">
                    <a:pos x="T2" y="T3"/>
                  </a:cxn>
                  <a:cxn ang="0">
                    <a:pos x="T4" y="T5"/>
                  </a:cxn>
                  <a:cxn ang="0">
                    <a:pos x="T6" y="T7"/>
                  </a:cxn>
                  <a:cxn ang="0">
                    <a:pos x="T8" y="T9"/>
                  </a:cxn>
                </a:cxnLst>
                <a:rect l="0" t="0" r="r" b="b"/>
                <a:pathLst>
                  <a:path w="36" h="18">
                    <a:moveTo>
                      <a:pt x="4" y="17"/>
                    </a:moveTo>
                    <a:cubicBezTo>
                      <a:pt x="13" y="10"/>
                      <a:pt x="23" y="6"/>
                      <a:pt x="34" y="3"/>
                    </a:cubicBezTo>
                    <a:cubicBezTo>
                      <a:pt x="36" y="2"/>
                      <a:pt x="36" y="0"/>
                      <a:pt x="34" y="0"/>
                    </a:cubicBezTo>
                    <a:cubicBezTo>
                      <a:pt x="22" y="1"/>
                      <a:pt x="11" y="7"/>
                      <a:pt x="1" y="14"/>
                    </a:cubicBezTo>
                    <a:cubicBezTo>
                      <a:pt x="0" y="16"/>
                      <a:pt x="2" y="18"/>
                      <a:pt x="4"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6" name="Freeform 734">
                <a:extLst>
                  <a:ext uri="{FF2B5EF4-FFF2-40B4-BE49-F238E27FC236}">
                    <a16:creationId xmlns:a16="http://schemas.microsoft.com/office/drawing/2014/main" id="{61F10AF7-0FDB-C4DE-060F-2E730454D805}"/>
                  </a:ext>
                </a:extLst>
              </p:cNvPr>
              <p:cNvSpPr/>
              <p:nvPr/>
            </p:nvSpPr>
            <p:spPr bwMode="auto">
              <a:xfrm>
                <a:off x="1677" y="1393"/>
                <a:ext cx="68" cy="31"/>
              </a:xfrm>
              <a:custGeom>
                <a:avLst/>
                <a:gdLst>
                  <a:gd name="T0" fmla="*/ 4 w 39"/>
                  <a:gd name="T1" fmla="*/ 16 h 18"/>
                  <a:gd name="T2" fmla="*/ 37 w 39"/>
                  <a:gd name="T3" fmla="*/ 3 h 18"/>
                  <a:gd name="T4" fmla="*/ 37 w 39"/>
                  <a:gd name="T5" fmla="*/ 0 h 18"/>
                  <a:gd name="T6" fmla="*/ 2 w 39"/>
                  <a:gd name="T7" fmla="*/ 13 h 18"/>
                  <a:gd name="T8" fmla="*/ 4 w 39"/>
                  <a:gd name="T9" fmla="*/ 16 h 18"/>
                </a:gdLst>
                <a:ahLst/>
                <a:cxnLst>
                  <a:cxn ang="0">
                    <a:pos x="T0" y="T1"/>
                  </a:cxn>
                  <a:cxn ang="0">
                    <a:pos x="T2" y="T3"/>
                  </a:cxn>
                  <a:cxn ang="0">
                    <a:pos x="T4" y="T5"/>
                  </a:cxn>
                  <a:cxn ang="0">
                    <a:pos x="T6" y="T7"/>
                  </a:cxn>
                  <a:cxn ang="0">
                    <a:pos x="T8" y="T9"/>
                  </a:cxn>
                </a:cxnLst>
                <a:rect l="0" t="0" r="r" b="b"/>
                <a:pathLst>
                  <a:path w="39" h="18">
                    <a:moveTo>
                      <a:pt x="4" y="16"/>
                    </a:moveTo>
                    <a:cubicBezTo>
                      <a:pt x="14" y="9"/>
                      <a:pt x="25" y="6"/>
                      <a:pt x="37" y="3"/>
                    </a:cubicBezTo>
                    <a:cubicBezTo>
                      <a:pt x="39" y="3"/>
                      <a:pt x="39" y="0"/>
                      <a:pt x="37" y="0"/>
                    </a:cubicBezTo>
                    <a:cubicBezTo>
                      <a:pt x="24" y="1"/>
                      <a:pt x="12" y="5"/>
                      <a:pt x="2" y="13"/>
                    </a:cubicBezTo>
                    <a:cubicBezTo>
                      <a:pt x="0" y="14"/>
                      <a:pt x="2" y="18"/>
                      <a:pt x="4" y="1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7" name="Freeform 735">
                <a:extLst>
                  <a:ext uri="{FF2B5EF4-FFF2-40B4-BE49-F238E27FC236}">
                    <a16:creationId xmlns:a16="http://schemas.microsoft.com/office/drawing/2014/main" id="{0DC34E6F-8CFA-39A2-7D6A-39CA5AC7F641}"/>
                  </a:ext>
                </a:extLst>
              </p:cNvPr>
              <p:cNvSpPr/>
              <p:nvPr/>
            </p:nvSpPr>
            <p:spPr bwMode="auto">
              <a:xfrm>
                <a:off x="2656" y="710"/>
                <a:ext cx="536" cy="175"/>
              </a:xfrm>
              <a:custGeom>
                <a:avLst/>
                <a:gdLst>
                  <a:gd name="T0" fmla="*/ 298 w 305"/>
                  <a:gd name="T1" fmla="*/ 18 h 99"/>
                  <a:gd name="T2" fmla="*/ 119 w 305"/>
                  <a:gd name="T3" fmla="*/ 16 h 99"/>
                  <a:gd name="T4" fmla="*/ 1 w 305"/>
                  <a:gd name="T5" fmla="*/ 89 h 99"/>
                  <a:gd name="T6" fmla="*/ 12 w 305"/>
                  <a:gd name="T7" fmla="*/ 96 h 99"/>
                  <a:gd name="T8" fmla="*/ 61 w 305"/>
                  <a:gd name="T9" fmla="*/ 58 h 99"/>
                  <a:gd name="T10" fmla="*/ 136 w 305"/>
                  <a:gd name="T11" fmla="*/ 35 h 99"/>
                  <a:gd name="T12" fmla="*/ 214 w 305"/>
                  <a:gd name="T13" fmla="*/ 28 h 99"/>
                  <a:gd name="T14" fmla="*/ 296 w 305"/>
                  <a:gd name="T15" fmla="*/ 31 h 99"/>
                  <a:gd name="T16" fmla="*/ 298 w 305"/>
                  <a:gd name="T17"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5" h="99">
                    <a:moveTo>
                      <a:pt x="298" y="18"/>
                    </a:moveTo>
                    <a:cubicBezTo>
                      <a:pt x="243" y="0"/>
                      <a:pt x="175" y="4"/>
                      <a:pt x="119" y="16"/>
                    </a:cubicBezTo>
                    <a:cubicBezTo>
                      <a:pt x="82" y="24"/>
                      <a:pt x="6" y="43"/>
                      <a:pt x="1" y="89"/>
                    </a:cubicBezTo>
                    <a:cubicBezTo>
                      <a:pt x="0" y="95"/>
                      <a:pt x="8" y="99"/>
                      <a:pt x="12" y="96"/>
                    </a:cubicBezTo>
                    <a:cubicBezTo>
                      <a:pt x="29" y="83"/>
                      <a:pt x="41" y="67"/>
                      <a:pt x="61" y="58"/>
                    </a:cubicBezTo>
                    <a:cubicBezTo>
                      <a:pt x="84" y="47"/>
                      <a:pt x="110" y="39"/>
                      <a:pt x="136" y="35"/>
                    </a:cubicBezTo>
                    <a:cubicBezTo>
                      <a:pt x="161" y="30"/>
                      <a:pt x="188" y="28"/>
                      <a:pt x="214" y="28"/>
                    </a:cubicBezTo>
                    <a:cubicBezTo>
                      <a:pt x="241" y="28"/>
                      <a:pt x="268" y="32"/>
                      <a:pt x="296" y="31"/>
                    </a:cubicBezTo>
                    <a:cubicBezTo>
                      <a:pt x="303" y="31"/>
                      <a:pt x="305" y="21"/>
                      <a:pt x="298"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8" name="Freeform 736">
                <a:extLst>
                  <a:ext uri="{FF2B5EF4-FFF2-40B4-BE49-F238E27FC236}">
                    <a16:creationId xmlns:a16="http://schemas.microsoft.com/office/drawing/2014/main" id="{3995E297-8C8C-4244-4C60-F1A5E7BC4C59}"/>
                  </a:ext>
                </a:extLst>
              </p:cNvPr>
              <p:cNvSpPr/>
              <p:nvPr/>
            </p:nvSpPr>
            <p:spPr bwMode="auto">
              <a:xfrm>
                <a:off x="2002" y="851"/>
                <a:ext cx="680" cy="440"/>
              </a:xfrm>
              <a:custGeom>
                <a:avLst/>
                <a:gdLst>
                  <a:gd name="T0" fmla="*/ 372 w 387"/>
                  <a:gd name="T1" fmla="*/ 5 h 250"/>
                  <a:gd name="T2" fmla="*/ 243 w 387"/>
                  <a:gd name="T3" fmla="*/ 25 h 250"/>
                  <a:gd name="T4" fmla="*/ 128 w 387"/>
                  <a:gd name="T5" fmla="*/ 79 h 250"/>
                  <a:gd name="T6" fmla="*/ 38 w 387"/>
                  <a:gd name="T7" fmla="*/ 137 h 250"/>
                  <a:gd name="T8" fmla="*/ 0 w 387"/>
                  <a:gd name="T9" fmla="*/ 239 h 250"/>
                  <a:gd name="T10" fmla="*/ 17 w 387"/>
                  <a:gd name="T11" fmla="*/ 241 h 250"/>
                  <a:gd name="T12" fmla="*/ 63 w 387"/>
                  <a:gd name="T13" fmla="*/ 138 h 250"/>
                  <a:gd name="T14" fmla="*/ 169 w 387"/>
                  <a:gd name="T15" fmla="*/ 82 h 250"/>
                  <a:gd name="T16" fmla="*/ 217 w 387"/>
                  <a:gd name="T17" fmla="*/ 55 h 250"/>
                  <a:gd name="T18" fmla="*/ 285 w 387"/>
                  <a:gd name="T19" fmla="*/ 42 h 250"/>
                  <a:gd name="T20" fmla="*/ 382 w 387"/>
                  <a:gd name="T21" fmla="*/ 15 h 250"/>
                  <a:gd name="T22" fmla="*/ 372 w 387"/>
                  <a:gd name="T23" fmla="*/ 5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7" h="250">
                    <a:moveTo>
                      <a:pt x="372" y="5"/>
                    </a:moveTo>
                    <a:cubicBezTo>
                      <a:pt x="334" y="35"/>
                      <a:pt x="287" y="17"/>
                      <a:pt x="243" y="25"/>
                    </a:cubicBezTo>
                    <a:cubicBezTo>
                      <a:pt x="201" y="32"/>
                      <a:pt x="167" y="63"/>
                      <a:pt x="128" y="79"/>
                    </a:cubicBezTo>
                    <a:cubicBezTo>
                      <a:pt x="93" y="92"/>
                      <a:pt x="61" y="107"/>
                      <a:pt x="38" y="137"/>
                    </a:cubicBezTo>
                    <a:cubicBezTo>
                      <a:pt x="17" y="165"/>
                      <a:pt x="1" y="204"/>
                      <a:pt x="0" y="239"/>
                    </a:cubicBezTo>
                    <a:cubicBezTo>
                      <a:pt x="0" y="249"/>
                      <a:pt x="14" y="250"/>
                      <a:pt x="17" y="241"/>
                    </a:cubicBezTo>
                    <a:cubicBezTo>
                      <a:pt x="28" y="204"/>
                      <a:pt x="36" y="168"/>
                      <a:pt x="63" y="138"/>
                    </a:cubicBezTo>
                    <a:cubicBezTo>
                      <a:pt x="92" y="108"/>
                      <a:pt x="133" y="101"/>
                      <a:pt x="169" y="82"/>
                    </a:cubicBezTo>
                    <a:cubicBezTo>
                      <a:pt x="185" y="74"/>
                      <a:pt x="200" y="63"/>
                      <a:pt x="217" y="55"/>
                    </a:cubicBezTo>
                    <a:cubicBezTo>
                      <a:pt x="239" y="44"/>
                      <a:pt x="261" y="42"/>
                      <a:pt x="285" y="42"/>
                    </a:cubicBezTo>
                    <a:cubicBezTo>
                      <a:pt x="319" y="42"/>
                      <a:pt x="358" y="43"/>
                      <a:pt x="382" y="15"/>
                    </a:cubicBezTo>
                    <a:cubicBezTo>
                      <a:pt x="387" y="8"/>
                      <a:pt x="379" y="0"/>
                      <a:pt x="372"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9" name="Freeform 737">
                <a:extLst>
                  <a:ext uri="{FF2B5EF4-FFF2-40B4-BE49-F238E27FC236}">
                    <a16:creationId xmlns:a16="http://schemas.microsoft.com/office/drawing/2014/main" id="{C10D70D4-E792-FDE5-AEBA-62FADAEB08F9}"/>
                  </a:ext>
                </a:extLst>
              </p:cNvPr>
              <p:cNvSpPr/>
              <p:nvPr/>
            </p:nvSpPr>
            <p:spPr bwMode="auto">
              <a:xfrm>
                <a:off x="1745" y="1161"/>
                <a:ext cx="306" cy="197"/>
              </a:xfrm>
              <a:custGeom>
                <a:avLst/>
                <a:gdLst>
                  <a:gd name="T0" fmla="*/ 166 w 174"/>
                  <a:gd name="T1" fmla="*/ 0 h 112"/>
                  <a:gd name="T2" fmla="*/ 76 w 174"/>
                  <a:gd name="T3" fmla="*/ 25 h 112"/>
                  <a:gd name="T4" fmla="*/ 48 w 174"/>
                  <a:gd name="T5" fmla="*/ 54 h 112"/>
                  <a:gd name="T6" fmla="*/ 6 w 174"/>
                  <a:gd name="T7" fmla="*/ 94 h 112"/>
                  <a:gd name="T8" fmla="*/ 17 w 174"/>
                  <a:gd name="T9" fmla="*/ 108 h 112"/>
                  <a:gd name="T10" fmla="*/ 81 w 174"/>
                  <a:gd name="T11" fmla="*/ 47 h 112"/>
                  <a:gd name="T12" fmla="*/ 169 w 174"/>
                  <a:gd name="T13" fmla="*/ 11 h 112"/>
                  <a:gd name="T14" fmla="*/ 166 w 174"/>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4" h="112">
                    <a:moveTo>
                      <a:pt x="166" y="0"/>
                    </a:moveTo>
                    <a:cubicBezTo>
                      <a:pt x="137" y="0"/>
                      <a:pt x="100" y="8"/>
                      <a:pt x="76" y="25"/>
                    </a:cubicBezTo>
                    <a:cubicBezTo>
                      <a:pt x="65" y="33"/>
                      <a:pt x="57" y="44"/>
                      <a:pt x="48" y="54"/>
                    </a:cubicBezTo>
                    <a:cubicBezTo>
                      <a:pt x="35" y="68"/>
                      <a:pt x="19" y="80"/>
                      <a:pt x="6" y="94"/>
                    </a:cubicBezTo>
                    <a:cubicBezTo>
                      <a:pt x="0" y="101"/>
                      <a:pt x="8" y="112"/>
                      <a:pt x="17" y="108"/>
                    </a:cubicBezTo>
                    <a:cubicBezTo>
                      <a:pt x="43" y="93"/>
                      <a:pt x="60" y="67"/>
                      <a:pt x="81" y="47"/>
                    </a:cubicBezTo>
                    <a:cubicBezTo>
                      <a:pt x="106" y="24"/>
                      <a:pt x="140" y="25"/>
                      <a:pt x="169" y="11"/>
                    </a:cubicBezTo>
                    <a:cubicBezTo>
                      <a:pt x="174" y="8"/>
                      <a:pt x="171" y="0"/>
                      <a:pt x="16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0" name="Freeform 738">
                <a:extLst>
                  <a:ext uri="{FF2B5EF4-FFF2-40B4-BE49-F238E27FC236}">
                    <a16:creationId xmlns:a16="http://schemas.microsoft.com/office/drawing/2014/main" id="{950A30B7-B3FF-FEFD-0FCE-D4FDA3617A5A}"/>
                  </a:ext>
                </a:extLst>
              </p:cNvPr>
              <p:cNvSpPr/>
              <p:nvPr/>
            </p:nvSpPr>
            <p:spPr bwMode="auto">
              <a:xfrm>
                <a:off x="1545" y="1312"/>
                <a:ext cx="251" cy="309"/>
              </a:xfrm>
              <a:custGeom>
                <a:avLst/>
                <a:gdLst>
                  <a:gd name="T0" fmla="*/ 130 w 143"/>
                  <a:gd name="T1" fmla="*/ 3 h 176"/>
                  <a:gd name="T2" fmla="*/ 41 w 143"/>
                  <a:gd name="T3" fmla="*/ 76 h 176"/>
                  <a:gd name="T4" fmla="*/ 6 w 143"/>
                  <a:gd name="T5" fmla="*/ 169 h 176"/>
                  <a:gd name="T6" fmla="*/ 20 w 143"/>
                  <a:gd name="T7" fmla="*/ 171 h 176"/>
                  <a:gd name="T8" fmla="*/ 33 w 143"/>
                  <a:gd name="T9" fmla="*/ 131 h 176"/>
                  <a:gd name="T10" fmla="*/ 61 w 143"/>
                  <a:gd name="T11" fmla="*/ 83 h 176"/>
                  <a:gd name="T12" fmla="*/ 138 w 143"/>
                  <a:gd name="T13" fmla="*/ 13 h 176"/>
                  <a:gd name="T14" fmla="*/ 130 w 143"/>
                  <a:gd name="T15" fmla="*/ 3 h 1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3" h="176">
                    <a:moveTo>
                      <a:pt x="130" y="3"/>
                    </a:moveTo>
                    <a:cubicBezTo>
                      <a:pt x="97" y="18"/>
                      <a:pt x="64" y="46"/>
                      <a:pt x="41" y="76"/>
                    </a:cubicBezTo>
                    <a:cubicBezTo>
                      <a:pt x="24" y="99"/>
                      <a:pt x="0" y="139"/>
                      <a:pt x="6" y="169"/>
                    </a:cubicBezTo>
                    <a:cubicBezTo>
                      <a:pt x="7" y="176"/>
                      <a:pt x="17" y="176"/>
                      <a:pt x="20" y="171"/>
                    </a:cubicBezTo>
                    <a:cubicBezTo>
                      <a:pt x="27" y="159"/>
                      <a:pt x="28" y="144"/>
                      <a:pt x="33" y="131"/>
                    </a:cubicBezTo>
                    <a:cubicBezTo>
                      <a:pt x="40" y="114"/>
                      <a:pt x="49" y="97"/>
                      <a:pt x="61" y="83"/>
                    </a:cubicBezTo>
                    <a:cubicBezTo>
                      <a:pt x="83" y="55"/>
                      <a:pt x="113" y="38"/>
                      <a:pt x="138" y="13"/>
                    </a:cubicBezTo>
                    <a:cubicBezTo>
                      <a:pt x="143" y="7"/>
                      <a:pt x="137" y="0"/>
                      <a:pt x="130"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1" name="Freeform 739">
                <a:extLst>
                  <a:ext uri="{FF2B5EF4-FFF2-40B4-BE49-F238E27FC236}">
                    <a16:creationId xmlns:a16="http://schemas.microsoft.com/office/drawing/2014/main" id="{83E25B61-69CE-525E-9B7A-F18AF3FE9155}"/>
                  </a:ext>
                </a:extLst>
              </p:cNvPr>
              <p:cNvSpPr/>
              <p:nvPr/>
            </p:nvSpPr>
            <p:spPr bwMode="auto">
              <a:xfrm>
                <a:off x="1322" y="1604"/>
                <a:ext cx="473" cy="1067"/>
              </a:xfrm>
              <a:custGeom>
                <a:avLst/>
                <a:gdLst>
                  <a:gd name="T0" fmla="*/ 132 w 269"/>
                  <a:gd name="T1" fmla="*/ 1 h 607"/>
                  <a:gd name="T2" fmla="*/ 35 w 269"/>
                  <a:gd name="T3" fmla="*/ 119 h 607"/>
                  <a:gd name="T4" fmla="*/ 30 w 269"/>
                  <a:gd name="T5" fmla="*/ 180 h 607"/>
                  <a:gd name="T6" fmla="*/ 12 w 269"/>
                  <a:gd name="T7" fmla="*/ 230 h 607"/>
                  <a:gd name="T8" fmla="*/ 11 w 269"/>
                  <a:gd name="T9" fmla="*/ 323 h 607"/>
                  <a:gd name="T10" fmla="*/ 49 w 269"/>
                  <a:gd name="T11" fmla="*/ 421 h 607"/>
                  <a:gd name="T12" fmla="*/ 81 w 269"/>
                  <a:gd name="T13" fmla="*/ 517 h 607"/>
                  <a:gd name="T14" fmla="*/ 145 w 269"/>
                  <a:gd name="T15" fmla="*/ 559 h 607"/>
                  <a:gd name="T16" fmla="*/ 248 w 269"/>
                  <a:gd name="T17" fmla="*/ 600 h 607"/>
                  <a:gd name="T18" fmla="*/ 258 w 269"/>
                  <a:gd name="T19" fmla="*/ 583 h 607"/>
                  <a:gd name="T20" fmla="*/ 176 w 269"/>
                  <a:gd name="T21" fmla="*/ 544 h 607"/>
                  <a:gd name="T22" fmla="*/ 99 w 269"/>
                  <a:gd name="T23" fmla="*/ 506 h 607"/>
                  <a:gd name="T24" fmla="*/ 71 w 269"/>
                  <a:gd name="T25" fmla="*/ 422 h 607"/>
                  <a:gd name="T26" fmla="*/ 37 w 269"/>
                  <a:gd name="T27" fmla="*/ 334 h 607"/>
                  <a:gd name="T28" fmla="*/ 35 w 269"/>
                  <a:gd name="T29" fmla="*/ 232 h 607"/>
                  <a:gd name="T30" fmla="*/ 55 w 269"/>
                  <a:gd name="T31" fmla="*/ 155 h 607"/>
                  <a:gd name="T32" fmla="*/ 73 w 269"/>
                  <a:gd name="T33" fmla="*/ 67 h 607"/>
                  <a:gd name="T34" fmla="*/ 138 w 269"/>
                  <a:gd name="T35" fmla="*/ 14 h 607"/>
                  <a:gd name="T36" fmla="*/ 132 w 269"/>
                  <a:gd name="T37" fmla="*/ 1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9" h="607">
                    <a:moveTo>
                      <a:pt x="132" y="1"/>
                    </a:moveTo>
                    <a:cubicBezTo>
                      <a:pt x="76" y="9"/>
                      <a:pt x="40" y="67"/>
                      <a:pt x="35" y="119"/>
                    </a:cubicBezTo>
                    <a:cubicBezTo>
                      <a:pt x="33" y="140"/>
                      <a:pt x="34" y="160"/>
                      <a:pt x="30" y="180"/>
                    </a:cubicBezTo>
                    <a:cubicBezTo>
                      <a:pt x="27" y="198"/>
                      <a:pt x="18" y="213"/>
                      <a:pt x="12" y="230"/>
                    </a:cubicBezTo>
                    <a:cubicBezTo>
                      <a:pt x="0" y="260"/>
                      <a:pt x="2" y="292"/>
                      <a:pt x="11" y="323"/>
                    </a:cubicBezTo>
                    <a:cubicBezTo>
                      <a:pt x="21" y="357"/>
                      <a:pt x="38" y="388"/>
                      <a:pt x="49" y="421"/>
                    </a:cubicBezTo>
                    <a:cubicBezTo>
                      <a:pt x="58" y="453"/>
                      <a:pt x="62" y="488"/>
                      <a:pt x="81" y="517"/>
                    </a:cubicBezTo>
                    <a:cubicBezTo>
                      <a:pt x="96" y="541"/>
                      <a:pt x="118" y="553"/>
                      <a:pt x="145" y="559"/>
                    </a:cubicBezTo>
                    <a:cubicBezTo>
                      <a:pt x="182" y="568"/>
                      <a:pt x="215" y="582"/>
                      <a:pt x="248" y="600"/>
                    </a:cubicBezTo>
                    <a:cubicBezTo>
                      <a:pt x="260" y="607"/>
                      <a:pt x="269" y="590"/>
                      <a:pt x="258" y="583"/>
                    </a:cubicBezTo>
                    <a:cubicBezTo>
                      <a:pt x="234" y="564"/>
                      <a:pt x="206" y="552"/>
                      <a:pt x="176" y="544"/>
                    </a:cubicBezTo>
                    <a:cubicBezTo>
                      <a:pt x="147" y="536"/>
                      <a:pt x="118" y="534"/>
                      <a:pt x="99" y="506"/>
                    </a:cubicBezTo>
                    <a:cubicBezTo>
                      <a:pt x="83" y="481"/>
                      <a:pt x="79" y="450"/>
                      <a:pt x="71" y="422"/>
                    </a:cubicBezTo>
                    <a:cubicBezTo>
                      <a:pt x="62" y="392"/>
                      <a:pt x="48" y="364"/>
                      <a:pt x="37" y="334"/>
                    </a:cubicBezTo>
                    <a:cubicBezTo>
                      <a:pt x="25" y="300"/>
                      <a:pt x="20" y="266"/>
                      <a:pt x="35" y="232"/>
                    </a:cubicBezTo>
                    <a:cubicBezTo>
                      <a:pt x="45" y="206"/>
                      <a:pt x="53" y="183"/>
                      <a:pt x="55" y="155"/>
                    </a:cubicBezTo>
                    <a:cubicBezTo>
                      <a:pt x="56" y="124"/>
                      <a:pt x="56" y="94"/>
                      <a:pt x="73" y="67"/>
                    </a:cubicBezTo>
                    <a:cubicBezTo>
                      <a:pt x="88" y="41"/>
                      <a:pt x="112" y="27"/>
                      <a:pt x="138" y="14"/>
                    </a:cubicBezTo>
                    <a:cubicBezTo>
                      <a:pt x="145" y="10"/>
                      <a:pt x="139" y="0"/>
                      <a:pt x="132"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2" name="Freeform 740">
                <a:extLst>
                  <a:ext uri="{FF2B5EF4-FFF2-40B4-BE49-F238E27FC236}">
                    <a16:creationId xmlns:a16="http://schemas.microsoft.com/office/drawing/2014/main" id="{53EE7184-C38A-D0C9-57A1-E2BE21C5C554}"/>
                  </a:ext>
                </a:extLst>
              </p:cNvPr>
              <p:cNvSpPr/>
              <p:nvPr/>
            </p:nvSpPr>
            <p:spPr bwMode="auto">
              <a:xfrm>
                <a:off x="1749" y="2538"/>
                <a:ext cx="633" cy="193"/>
              </a:xfrm>
              <a:custGeom>
                <a:avLst/>
                <a:gdLst>
                  <a:gd name="T0" fmla="*/ 12 w 360"/>
                  <a:gd name="T1" fmla="*/ 71 h 110"/>
                  <a:gd name="T2" fmla="*/ 67 w 360"/>
                  <a:gd name="T3" fmla="*/ 63 h 110"/>
                  <a:gd name="T4" fmla="*/ 113 w 360"/>
                  <a:gd name="T5" fmla="*/ 85 h 110"/>
                  <a:gd name="T6" fmla="*/ 190 w 360"/>
                  <a:gd name="T7" fmla="*/ 96 h 110"/>
                  <a:gd name="T8" fmla="*/ 233 w 360"/>
                  <a:gd name="T9" fmla="*/ 72 h 110"/>
                  <a:gd name="T10" fmla="*/ 280 w 360"/>
                  <a:gd name="T11" fmla="*/ 57 h 110"/>
                  <a:gd name="T12" fmla="*/ 354 w 360"/>
                  <a:gd name="T13" fmla="*/ 18 h 110"/>
                  <a:gd name="T14" fmla="*/ 341 w 360"/>
                  <a:gd name="T15" fmla="*/ 4 h 110"/>
                  <a:gd name="T16" fmla="*/ 299 w 360"/>
                  <a:gd name="T17" fmla="*/ 29 h 110"/>
                  <a:gd name="T18" fmla="*/ 254 w 360"/>
                  <a:gd name="T19" fmla="*/ 42 h 110"/>
                  <a:gd name="T20" fmla="*/ 213 w 360"/>
                  <a:gd name="T21" fmla="*/ 58 h 110"/>
                  <a:gd name="T22" fmla="*/ 170 w 360"/>
                  <a:gd name="T23" fmla="*/ 80 h 110"/>
                  <a:gd name="T24" fmla="*/ 85 w 360"/>
                  <a:gd name="T25" fmla="*/ 44 h 110"/>
                  <a:gd name="T26" fmla="*/ 5 w 360"/>
                  <a:gd name="T27" fmla="*/ 58 h 110"/>
                  <a:gd name="T28" fmla="*/ 12 w 360"/>
                  <a:gd name="T29" fmla="*/ 7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0" h="110">
                    <a:moveTo>
                      <a:pt x="12" y="71"/>
                    </a:moveTo>
                    <a:cubicBezTo>
                      <a:pt x="31" y="66"/>
                      <a:pt x="47" y="59"/>
                      <a:pt x="67" y="63"/>
                    </a:cubicBezTo>
                    <a:cubicBezTo>
                      <a:pt x="85" y="66"/>
                      <a:pt x="98" y="75"/>
                      <a:pt x="113" y="85"/>
                    </a:cubicBezTo>
                    <a:cubicBezTo>
                      <a:pt x="137" y="102"/>
                      <a:pt x="161" y="110"/>
                      <a:pt x="190" y="96"/>
                    </a:cubicBezTo>
                    <a:cubicBezTo>
                      <a:pt x="204" y="88"/>
                      <a:pt x="217" y="78"/>
                      <a:pt x="233" y="72"/>
                    </a:cubicBezTo>
                    <a:cubicBezTo>
                      <a:pt x="248" y="66"/>
                      <a:pt x="264" y="62"/>
                      <a:pt x="280" y="57"/>
                    </a:cubicBezTo>
                    <a:cubicBezTo>
                      <a:pt x="306" y="50"/>
                      <a:pt x="338" y="41"/>
                      <a:pt x="354" y="18"/>
                    </a:cubicBezTo>
                    <a:cubicBezTo>
                      <a:pt x="360" y="10"/>
                      <a:pt x="349" y="0"/>
                      <a:pt x="341" y="4"/>
                    </a:cubicBezTo>
                    <a:cubicBezTo>
                      <a:pt x="327" y="13"/>
                      <a:pt x="315" y="23"/>
                      <a:pt x="299" y="29"/>
                    </a:cubicBezTo>
                    <a:cubicBezTo>
                      <a:pt x="284" y="34"/>
                      <a:pt x="269" y="38"/>
                      <a:pt x="254" y="42"/>
                    </a:cubicBezTo>
                    <a:cubicBezTo>
                      <a:pt x="240" y="46"/>
                      <a:pt x="226" y="51"/>
                      <a:pt x="213" y="58"/>
                    </a:cubicBezTo>
                    <a:cubicBezTo>
                      <a:pt x="198" y="65"/>
                      <a:pt x="186" y="76"/>
                      <a:pt x="170" y="80"/>
                    </a:cubicBezTo>
                    <a:cubicBezTo>
                      <a:pt x="139" y="88"/>
                      <a:pt x="113" y="52"/>
                      <a:pt x="85" y="44"/>
                    </a:cubicBezTo>
                    <a:cubicBezTo>
                      <a:pt x="59" y="36"/>
                      <a:pt x="25" y="39"/>
                      <a:pt x="5" y="58"/>
                    </a:cubicBezTo>
                    <a:cubicBezTo>
                      <a:pt x="0" y="63"/>
                      <a:pt x="5" y="73"/>
                      <a:pt x="12" y="7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3" name="Freeform 741">
                <a:extLst>
                  <a:ext uri="{FF2B5EF4-FFF2-40B4-BE49-F238E27FC236}">
                    <a16:creationId xmlns:a16="http://schemas.microsoft.com/office/drawing/2014/main" id="{A1CCB47E-EE50-3A19-4898-F962D3923C49}"/>
                  </a:ext>
                </a:extLst>
              </p:cNvPr>
              <p:cNvSpPr/>
              <p:nvPr/>
            </p:nvSpPr>
            <p:spPr bwMode="auto">
              <a:xfrm>
                <a:off x="2957" y="1544"/>
                <a:ext cx="817" cy="577"/>
              </a:xfrm>
              <a:custGeom>
                <a:avLst/>
                <a:gdLst>
                  <a:gd name="T0" fmla="*/ 450 w 465"/>
                  <a:gd name="T1" fmla="*/ 6 h 328"/>
                  <a:gd name="T2" fmla="*/ 353 w 465"/>
                  <a:gd name="T3" fmla="*/ 95 h 328"/>
                  <a:gd name="T4" fmla="*/ 233 w 465"/>
                  <a:gd name="T5" fmla="*/ 171 h 328"/>
                  <a:gd name="T6" fmla="*/ 166 w 465"/>
                  <a:gd name="T7" fmla="*/ 202 h 328"/>
                  <a:gd name="T8" fmla="*/ 106 w 465"/>
                  <a:gd name="T9" fmla="*/ 222 h 328"/>
                  <a:gd name="T10" fmla="*/ 57 w 465"/>
                  <a:gd name="T11" fmla="*/ 258 h 328"/>
                  <a:gd name="T12" fmla="*/ 5 w 465"/>
                  <a:gd name="T13" fmla="*/ 312 h 328"/>
                  <a:gd name="T14" fmla="*/ 16 w 465"/>
                  <a:gd name="T15" fmla="*/ 324 h 328"/>
                  <a:gd name="T16" fmla="*/ 72 w 465"/>
                  <a:gd name="T17" fmla="*/ 274 h 328"/>
                  <a:gd name="T18" fmla="*/ 137 w 465"/>
                  <a:gd name="T19" fmla="*/ 234 h 328"/>
                  <a:gd name="T20" fmla="*/ 265 w 465"/>
                  <a:gd name="T21" fmla="*/ 178 h 328"/>
                  <a:gd name="T22" fmla="*/ 382 w 465"/>
                  <a:gd name="T23" fmla="*/ 99 h 328"/>
                  <a:gd name="T24" fmla="*/ 462 w 465"/>
                  <a:gd name="T25" fmla="*/ 12 h 328"/>
                  <a:gd name="T26" fmla="*/ 450 w 465"/>
                  <a:gd name="T27" fmla="*/ 6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5" h="328">
                    <a:moveTo>
                      <a:pt x="450" y="6"/>
                    </a:moveTo>
                    <a:cubicBezTo>
                      <a:pt x="425" y="44"/>
                      <a:pt x="389" y="69"/>
                      <a:pt x="353" y="95"/>
                    </a:cubicBezTo>
                    <a:cubicBezTo>
                      <a:pt x="314" y="122"/>
                      <a:pt x="275" y="149"/>
                      <a:pt x="233" y="171"/>
                    </a:cubicBezTo>
                    <a:cubicBezTo>
                      <a:pt x="211" y="183"/>
                      <a:pt x="189" y="193"/>
                      <a:pt x="166" y="202"/>
                    </a:cubicBezTo>
                    <a:cubicBezTo>
                      <a:pt x="147" y="209"/>
                      <a:pt x="125" y="213"/>
                      <a:pt x="106" y="222"/>
                    </a:cubicBezTo>
                    <a:cubicBezTo>
                      <a:pt x="87" y="230"/>
                      <a:pt x="72" y="244"/>
                      <a:pt x="57" y="258"/>
                    </a:cubicBezTo>
                    <a:cubicBezTo>
                      <a:pt x="40" y="275"/>
                      <a:pt x="16" y="291"/>
                      <a:pt x="5" y="312"/>
                    </a:cubicBezTo>
                    <a:cubicBezTo>
                      <a:pt x="0" y="320"/>
                      <a:pt x="9" y="328"/>
                      <a:pt x="16" y="324"/>
                    </a:cubicBezTo>
                    <a:cubicBezTo>
                      <a:pt x="37" y="313"/>
                      <a:pt x="55" y="290"/>
                      <a:pt x="72" y="274"/>
                    </a:cubicBezTo>
                    <a:cubicBezTo>
                      <a:pt x="92" y="255"/>
                      <a:pt x="110" y="242"/>
                      <a:pt x="137" y="234"/>
                    </a:cubicBezTo>
                    <a:cubicBezTo>
                      <a:pt x="182" y="221"/>
                      <a:pt x="224" y="202"/>
                      <a:pt x="265" y="178"/>
                    </a:cubicBezTo>
                    <a:cubicBezTo>
                      <a:pt x="305" y="154"/>
                      <a:pt x="344" y="127"/>
                      <a:pt x="382" y="99"/>
                    </a:cubicBezTo>
                    <a:cubicBezTo>
                      <a:pt x="415" y="76"/>
                      <a:pt x="447" y="50"/>
                      <a:pt x="462" y="12"/>
                    </a:cubicBezTo>
                    <a:cubicBezTo>
                      <a:pt x="465" y="4"/>
                      <a:pt x="454" y="0"/>
                      <a:pt x="450"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4" name="Freeform 742">
                <a:extLst>
                  <a:ext uri="{FF2B5EF4-FFF2-40B4-BE49-F238E27FC236}">
                    <a16:creationId xmlns:a16="http://schemas.microsoft.com/office/drawing/2014/main" id="{719FC23B-5E53-611D-3586-49BD8C6E645E}"/>
                  </a:ext>
                </a:extLst>
              </p:cNvPr>
              <p:cNvSpPr/>
              <p:nvPr/>
            </p:nvSpPr>
            <p:spPr bwMode="auto">
              <a:xfrm>
                <a:off x="2540" y="2095"/>
                <a:ext cx="455" cy="246"/>
              </a:xfrm>
              <a:custGeom>
                <a:avLst/>
                <a:gdLst>
                  <a:gd name="T0" fmla="*/ 248 w 259"/>
                  <a:gd name="T1" fmla="*/ 1 h 140"/>
                  <a:gd name="T2" fmla="*/ 206 w 259"/>
                  <a:gd name="T3" fmla="*/ 10 h 140"/>
                  <a:gd name="T4" fmla="*/ 166 w 259"/>
                  <a:gd name="T5" fmla="*/ 12 h 140"/>
                  <a:gd name="T6" fmla="*/ 102 w 259"/>
                  <a:gd name="T7" fmla="*/ 26 h 140"/>
                  <a:gd name="T8" fmla="*/ 6 w 259"/>
                  <a:gd name="T9" fmla="*/ 115 h 140"/>
                  <a:gd name="T10" fmla="*/ 26 w 259"/>
                  <a:gd name="T11" fmla="*/ 127 h 140"/>
                  <a:gd name="T12" fmla="*/ 127 w 259"/>
                  <a:gd name="T13" fmla="*/ 41 h 140"/>
                  <a:gd name="T14" fmla="*/ 254 w 259"/>
                  <a:gd name="T15" fmla="*/ 12 h 140"/>
                  <a:gd name="T16" fmla="*/ 248 w 259"/>
                  <a:gd name="T17"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 h="140">
                    <a:moveTo>
                      <a:pt x="248" y="1"/>
                    </a:moveTo>
                    <a:cubicBezTo>
                      <a:pt x="234" y="4"/>
                      <a:pt x="221" y="9"/>
                      <a:pt x="206" y="10"/>
                    </a:cubicBezTo>
                    <a:cubicBezTo>
                      <a:pt x="193" y="11"/>
                      <a:pt x="179" y="11"/>
                      <a:pt x="166" y="12"/>
                    </a:cubicBezTo>
                    <a:cubicBezTo>
                      <a:pt x="144" y="13"/>
                      <a:pt x="122" y="18"/>
                      <a:pt x="102" y="26"/>
                    </a:cubicBezTo>
                    <a:cubicBezTo>
                      <a:pt x="61" y="44"/>
                      <a:pt x="27" y="76"/>
                      <a:pt x="6" y="115"/>
                    </a:cubicBezTo>
                    <a:cubicBezTo>
                      <a:pt x="0" y="128"/>
                      <a:pt x="19" y="140"/>
                      <a:pt x="26" y="127"/>
                    </a:cubicBezTo>
                    <a:cubicBezTo>
                      <a:pt x="47" y="86"/>
                      <a:pt x="83" y="54"/>
                      <a:pt x="127" y="41"/>
                    </a:cubicBezTo>
                    <a:cubicBezTo>
                      <a:pt x="165" y="29"/>
                      <a:pt x="224" y="43"/>
                      <a:pt x="254" y="12"/>
                    </a:cubicBezTo>
                    <a:cubicBezTo>
                      <a:pt x="259" y="7"/>
                      <a:pt x="254" y="0"/>
                      <a:pt x="248"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5" name="Freeform 743">
                <a:extLst>
                  <a:ext uri="{FF2B5EF4-FFF2-40B4-BE49-F238E27FC236}">
                    <a16:creationId xmlns:a16="http://schemas.microsoft.com/office/drawing/2014/main" id="{DDD92255-43EA-A473-CD8C-BD8CB1308119}"/>
                  </a:ext>
                </a:extLst>
              </p:cNvPr>
              <p:cNvSpPr/>
              <p:nvPr/>
            </p:nvSpPr>
            <p:spPr bwMode="auto">
              <a:xfrm>
                <a:off x="2357" y="2293"/>
                <a:ext cx="236" cy="396"/>
              </a:xfrm>
              <a:custGeom>
                <a:avLst/>
                <a:gdLst>
                  <a:gd name="T0" fmla="*/ 122 w 134"/>
                  <a:gd name="T1" fmla="*/ 0 h 225"/>
                  <a:gd name="T2" fmla="*/ 20 w 134"/>
                  <a:gd name="T3" fmla="*/ 94 h 225"/>
                  <a:gd name="T4" fmla="*/ 3 w 134"/>
                  <a:gd name="T5" fmla="*/ 171 h 225"/>
                  <a:gd name="T6" fmla="*/ 36 w 134"/>
                  <a:gd name="T7" fmla="*/ 222 h 225"/>
                  <a:gd name="T8" fmla="*/ 47 w 134"/>
                  <a:gd name="T9" fmla="*/ 208 h 225"/>
                  <a:gd name="T10" fmla="*/ 31 w 134"/>
                  <a:gd name="T11" fmla="*/ 184 h 225"/>
                  <a:gd name="T12" fmla="*/ 26 w 134"/>
                  <a:gd name="T13" fmla="*/ 149 h 225"/>
                  <a:gd name="T14" fmla="*/ 48 w 134"/>
                  <a:gd name="T15" fmla="*/ 87 h 225"/>
                  <a:gd name="T16" fmla="*/ 84 w 134"/>
                  <a:gd name="T17" fmla="*/ 44 h 225"/>
                  <a:gd name="T18" fmla="*/ 128 w 134"/>
                  <a:gd name="T19" fmla="*/ 12 h 225"/>
                  <a:gd name="T20" fmla="*/ 122 w 134"/>
                  <a:gd name="T21"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25">
                    <a:moveTo>
                      <a:pt x="122" y="0"/>
                    </a:moveTo>
                    <a:cubicBezTo>
                      <a:pt x="78" y="7"/>
                      <a:pt x="38" y="57"/>
                      <a:pt x="20" y="94"/>
                    </a:cubicBezTo>
                    <a:cubicBezTo>
                      <a:pt x="8" y="118"/>
                      <a:pt x="0" y="144"/>
                      <a:pt x="3" y="171"/>
                    </a:cubicBezTo>
                    <a:cubicBezTo>
                      <a:pt x="5" y="191"/>
                      <a:pt x="15" y="215"/>
                      <a:pt x="36" y="222"/>
                    </a:cubicBezTo>
                    <a:cubicBezTo>
                      <a:pt x="44" y="225"/>
                      <a:pt x="51" y="215"/>
                      <a:pt x="47" y="208"/>
                    </a:cubicBezTo>
                    <a:cubicBezTo>
                      <a:pt x="42" y="199"/>
                      <a:pt x="35" y="193"/>
                      <a:pt x="31" y="184"/>
                    </a:cubicBezTo>
                    <a:cubicBezTo>
                      <a:pt x="26" y="173"/>
                      <a:pt x="25" y="161"/>
                      <a:pt x="26" y="149"/>
                    </a:cubicBezTo>
                    <a:cubicBezTo>
                      <a:pt x="28" y="127"/>
                      <a:pt x="37" y="106"/>
                      <a:pt x="48" y="87"/>
                    </a:cubicBezTo>
                    <a:cubicBezTo>
                      <a:pt x="58" y="71"/>
                      <a:pt x="70" y="57"/>
                      <a:pt x="84" y="44"/>
                    </a:cubicBezTo>
                    <a:cubicBezTo>
                      <a:pt x="98" y="32"/>
                      <a:pt x="115" y="24"/>
                      <a:pt x="128" y="12"/>
                    </a:cubicBezTo>
                    <a:cubicBezTo>
                      <a:pt x="134" y="7"/>
                      <a:pt x="128" y="0"/>
                      <a:pt x="12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6" name="Freeform 744">
                <a:extLst>
                  <a:ext uri="{FF2B5EF4-FFF2-40B4-BE49-F238E27FC236}">
                    <a16:creationId xmlns:a16="http://schemas.microsoft.com/office/drawing/2014/main" id="{7929084B-937E-9B99-B039-AF8D40F38442}"/>
                  </a:ext>
                </a:extLst>
              </p:cNvPr>
              <p:cNvSpPr/>
              <p:nvPr/>
            </p:nvSpPr>
            <p:spPr bwMode="auto">
              <a:xfrm>
                <a:off x="2394" y="2657"/>
                <a:ext cx="376" cy="568"/>
              </a:xfrm>
              <a:custGeom>
                <a:avLst/>
                <a:gdLst>
                  <a:gd name="T0" fmla="*/ 16 w 214"/>
                  <a:gd name="T1" fmla="*/ 8 h 323"/>
                  <a:gd name="T2" fmla="*/ 10 w 214"/>
                  <a:gd name="T3" fmla="*/ 130 h 323"/>
                  <a:gd name="T4" fmla="*/ 65 w 214"/>
                  <a:gd name="T5" fmla="*/ 228 h 323"/>
                  <a:gd name="T6" fmla="*/ 122 w 214"/>
                  <a:gd name="T7" fmla="*/ 296 h 323"/>
                  <a:gd name="T8" fmla="*/ 166 w 214"/>
                  <a:gd name="T9" fmla="*/ 313 h 323"/>
                  <a:gd name="T10" fmla="*/ 209 w 214"/>
                  <a:gd name="T11" fmla="*/ 316 h 323"/>
                  <a:gd name="T12" fmla="*/ 211 w 214"/>
                  <a:gd name="T13" fmla="*/ 303 h 323"/>
                  <a:gd name="T14" fmla="*/ 175 w 214"/>
                  <a:gd name="T15" fmla="*/ 289 h 323"/>
                  <a:gd name="T16" fmla="*/ 136 w 214"/>
                  <a:gd name="T17" fmla="*/ 276 h 323"/>
                  <a:gd name="T18" fmla="*/ 82 w 214"/>
                  <a:gd name="T19" fmla="*/ 208 h 323"/>
                  <a:gd name="T20" fmla="*/ 59 w 214"/>
                  <a:gd name="T21" fmla="*/ 175 h 323"/>
                  <a:gd name="T22" fmla="*/ 31 w 214"/>
                  <a:gd name="T23" fmla="*/ 124 h 323"/>
                  <a:gd name="T24" fmla="*/ 30 w 214"/>
                  <a:gd name="T25" fmla="*/ 10 h 323"/>
                  <a:gd name="T26" fmla="*/ 16 w 214"/>
                  <a:gd name="T27" fmla="*/ 8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4" h="323">
                    <a:moveTo>
                      <a:pt x="16" y="8"/>
                    </a:moveTo>
                    <a:cubicBezTo>
                      <a:pt x="4" y="45"/>
                      <a:pt x="0" y="92"/>
                      <a:pt x="10" y="130"/>
                    </a:cubicBezTo>
                    <a:cubicBezTo>
                      <a:pt x="20" y="169"/>
                      <a:pt x="51" y="192"/>
                      <a:pt x="65" y="228"/>
                    </a:cubicBezTo>
                    <a:cubicBezTo>
                      <a:pt x="77" y="258"/>
                      <a:pt x="93" y="280"/>
                      <a:pt x="122" y="296"/>
                    </a:cubicBezTo>
                    <a:cubicBezTo>
                      <a:pt x="136" y="303"/>
                      <a:pt x="151" y="308"/>
                      <a:pt x="166" y="313"/>
                    </a:cubicBezTo>
                    <a:cubicBezTo>
                      <a:pt x="180" y="317"/>
                      <a:pt x="196" y="323"/>
                      <a:pt x="209" y="316"/>
                    </a:cubicBezTo>
                    <a:cubicBezTo>
                      <a:pt x="214" y="313"/>
                      <a:pt x="214" y="307"/>
                      <a:pt x="211" y="303"/>
                    </a:cubicBezTo>
                    <a:cubicBezTo>
                      <a:pt x="202" y="292"/>
                      <a:pt x="188" y="292"/>
                      <a:pt x="175" y="289"/>
                    </a:cubicBezTo>
                    <a:cubicBezTo>
                      <a:pt x="162" y="286"/>
                      <a:pt x="149" y="282"/>
                      <a:pt x="136" y="276"/>
                    </a:cubicBezTo>
                    <a:cubicBezTo>
                      <a:pt x="105" y="261"/>
                      <a:pt x="95" y="238"/>
                      <a:pt x="82" y="208"/>
                    </a:cubicBezTo>
                    <a:cubicBezTo>
                      <a:pt x="76" y="195"/>
                      <a:pt x="69" y="185"/>
                      <a:pt x="59" y="175"/>
                    </a:cubicBezTo>
                    <a:cubicBezTo>
                      <a:pt x="46" y="160"/>
                      <a:pt x="37" y="144"/>
                      <a:pt x="31" y="124"/>
                    </a:cubicBezTo>
                    <a:cubicBezTo>
                      <a:pt x="21" y="86"/>
                      <a:pt x="31" y="49"/>
                      <a:pt x="30" y="10"/>
                    </a:cubicBezTo>
                    <a:cubicBezTo>
                      <a:pt x="30" y="2"/>
                      <a:pt x="19" y="0"/>
                      <a:pt x="16"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7" name="Freeform 745">
                <a:extLst>
                  <a:ext uri="{FF2B5EF4-FFF2-40B4-BE49-F238E27FC236}">
                    <a16:creationId xmlns:a16="http://schemas.microsoft.com/office/drawing/2014/main" id="{7FDF97CB-1F7B-5E42-0AD0-FBC9B7EB1D22}"/>
                  </a:ext>
                </a:extLst>
              </p:cNvPr>
              <p:cNvSpPr/>
              <p:nvPr/>
            </p:nvSpPr>
            <p:spPr bwMode="auto">
              <a:xfrm>
                <a:off x="2725" y="3051"/>
                <a:ext cx="942" cy="257"/>
              </a:xfrm>
              <a:custGeom>
                <a:avLst/>
                <a:gdLst>
                  <a:gd name="T0" fmla="*/ 9 w 536"/>
                  <a:gd name="T1" fmla="*/ 90 h 146"/>
                  <a:gd name="T2" fmla="*/ 153 w 536"/>
                  <a:gd name="T3" fmla="*/ 133 h 146"/>
                  <a:gd name="T4" fmla="*/ 293 w 536"/>
                  <a:gd name="T5" fmla="*/ 132 h 146"/>
                  <a:gd name="T6" fmla="*/ 424 w 536"/>
                  <a:gd name="T7" fmla="*/ 72 h 146"/>
                  <a:gd name="T8" fmla="*/ 530 w 536"/>
                  <a:gd name="T9" fmla="*/ 19 h 146"/>
                  <a:gd name="T10" fmla="*/ 516 w 536"/>
                  <a:gd name="T11" fmla="*/ 5 h 146"/>
                  <a:gd name="T12" fmla="*/ 464 w 536"/>
                  <a:gd name="T13" fmla="*/ 35 h 146"/>
                  <a:gd name="T14" fmla="*/ 406 w 536"/>
                  <a:gd name="T15" fmla="*/ 53 h 146"/>
                  <a:gd name="T16" fmla="*/ 276 w 536"/>
                  <a:gd name="T17" fmla="*/ 111 h 146"/>
                  <a:gd name="T18" fmla="*/ 133 w 536"/>
                  <a:gd name="T19" fmla="*/ 102 h 146"/>
                  <a:gd name="T20" fmla="*/ 7 w 536"/>
                  <a:gd name="T21" fmla="*/ 77 h 146"/>
                  <a:gd name="T22" fmla="*/ 9 w 536"/>
                  <a:gd name="T23" fmla="*/ 9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6" h="146">
                    <a:moveTo>
                      <a:pt x="9" y="90"/>
                    </a:moveTo>
                    <a:cubicBezTo>
                      <a:pt x="61" y="89"/>
                      <a:pt x="104" y="121"/>
                      <a:pt x="153" y="133"/>
                    </a:cubicBezTo>
                    <a:cubicBezTo>
                      <a:pt x="199" y="144"/>
                      <a:pt x="248" y="146"/>
                      <a:pt x="293" y="132"/>
                    </a:cubicBezTo>
                    <a:cubicBezTo>
                      <a:pt x="339" y="118"/>
                      <a:pt x="378" y="87"/>
                      <a:pt x="424" y="72"/>
                    </a:cubicBezTo>
                    <a:cubicBezTo>
                      <a:pt x="459" y="61"/>
                      <a:pt x="509" y="53"/>
                      <a:pt x="530" y="19"/>
                    </a:cubicBezTo>
                    <a:cubicBezTo>
                      <a:pt x="536" y="11"/>
                      <a:pt x="525" y="0"/>
                      <a:pt x="516" y="5"/>
                    </a:cubicBezTo>
                    <a:cubicBezTo>
                      <a:pt x="498" y="17"/>
                      <a:pt x="484" y="28"/>
                      <a:pt x="464" y="35"/>
                    </a:cubicBezTo>
                    <a:cubicBezTo>
                      <a:pt x="445" y="42"/>
                      <a:pt x="425" y="47"/>
                      <a:pt x="406" y="53"/>
                    </a:cubicBezTo>
                    <a:cubicBezTo>
                      <a:pt x="361" y="69"/>
                      <a:pt x="323" y="99"/>
                      <a:pt x="276" y="111"/>
                    </a:cubicBezTo>
                    <a:cubicBezTo>
                      <a:pt x="228" y="123"/>
                      <a:pt x="179" y="117"/>
                      <a:pt x="133" y="102"/>
                    </a:cubicBezTo>
                    <a:cubicBezTo>
                      <a:pt x="93" y="89"/>
                      <a:pt x="50" y="61"/>
                      <a:pt x="7" y="77"/>
                    </a:cubicBezTo>
                    <a:cubicBezTo>
                      <a:pt x="0" y="79"/>
                      <a:pt x="1" y="90"/>
                      <a:pt x="9" y="9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8" name="Freeform 746">
                <a:extLst>
                  <a:ext uri="{FF2B5EF4-FFF2-40B4-BE49-F238E27FC236}">
                    <a16:creationId xmlns:a16="http://schemas.microsoft.com/office/drawing/2014/main" id="{B066944E-3FF4-10D8-1B59-329A0DBD2DD3}"/>
                  </a:ext>
                </a:extLst>
              </p:cNvPr>
              <p:cNvSpPr/>
              <p:nvPr/>
            </p:nvSpPr>
            <p:spPr bwMode="auto">
              <a:xfrm>
                <a:off x="3609" y="2717"/>
                <a:ext cx="903" cy="380"/>
              </a:xfrm>
              <a:custGeom>
                <a:avLst/>
                <a:gdLst>
                  <a:gd name="T0" fmla="*/ 14 w 514"/>
                  <a:gd name="T1" fmla="*/ 214 h 216"/>
                  <a:gd name="T2" fmla="*/ 131 w 514"/>
                  <a:gd name="T3" fmla="*/ 158 h 216"/>
                  <a:gd name="T4" fmla="*/ 246 w 514"/>
                  <a:gd name="T5" fmla="*/ 92 h 216"/>
                  <a:gd name="T6" fmla="*/ 303 w 514"/>
                  <a:gd name="T7" fmla="*/ 79 h 216"/>
                  <a:gd name="T8" fmla="*/ 362 w 514"/>
                  <a:gd name="T9" fmla="*/ 52 h 216"/>
                  <a:gd name="T10" fmla="*/ 498 w 514"/>
                  <a:gd name="T11" fmla="*/ 27 h 216"/>
                  <a:gd name="T12" fmla="*/ 498 w 514"/>
                  <a:gd name="T13" fmla="*/ 2 h 216"/>
                  <a:gd name="T14" fmla="*/ 368 w 514"/>
                  <a:gd name="T15" fmla="*/ 23 h 216"/>
                  <a:gd name="T16" fmla="*/ 309 w 514"/>
                  <a:gd name="T17" fmla="*/ 49 h 216"/>
                  <a:gd name="T18" fmla="*/ 243 w 514"/>
                  <a:gd name="T19" fmla="*/ 68 h 216"/>
                  <a:gd name="T20" fmla="*/ 131 w 514"/>
                  <a:gd name="T21" fmla="*/ 130 h 216"/>
                  <a:gd name="T22" fmla="*/ 8 w 514"/>
                  <a:gd name="T23" fmla="*/ 199 h 216"/>
                  <a:gd name="T24" fmla="*/ 14 w 514"/>
                  <a:gd name="T25" fmla="*/ 21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4" h="216">
                    <a:moveTo>
                      <a:pt x="14" y="214"/>
                    </a:moveTo>
                    <a:cubicBezTo>
                      <a:pt x="55" y="203"/>
                      <a:pt x="95" y="180"/>
                      <a:pt x="131" y="158"/>
                    </a:cubicBezTo>
                    <a:cubicBezTo>
                      <a:pt x="167" y="136"/>
                      <a:pt x="203" y="100"/>
                      <a:pt x="246" y="92"/>
                    </a:cubicBezTo>
                    <a:cubicBezTo>
                      <a:pt x="266" y="89"/>
                      <a:pt x="284" y="87"/>
                      <a:pt x="303" y="79"/>
                    </a:cubicBezTo>
                    <a:cubicBezTo>
                      <a:pt x="323" y="70"/>
                      <a:pt x="342" y="60"/>
                      <a:pt x="362" y="52"/>
                    </a:cubicBezTo>
                    <a:cubicBezTo>
                      <a:pt x="406" y="35"/>
                      <a:pt x="451" y="28"/>
                      <a:pt x="498" y="27"/>
                    </a:cubicBezTo>
                    <a:cubicBezTo>
                      <a:pt x="514" y="26"/>
                      <a:pt x="514" y="3"/>
                      <a:pt x="498" y="2"/>
                    </a:cubicBezTo>
                    <a:cubicBezTo>
                      <a:pt x="454" y="0"/>
                      <a:pt x="409" y="8"/>
                      <a:pt x="368" y="23"/>
                    </a:cubicBezTo>
                    <a:cubicBezTo>
                      <a:pt x="348" y="30"/>
                      <a:pt x="328" y="39"/>
                      <a:pt x="309" y="49"/>
                    </a:cubicBezTo>
                    <a:cubicBezTo>
                      <a:pt x="287" y="59"/>
                      <a:pt x="267" y="64"/>
                      <a:pt x="243" y="68"/>
                    </a:cubicBezTo>
                    <a:cubicBezTo>
                      <a:pt x="199" y="75"/>
                      <a:pt x="167" y="107"/>
                      <a:pt x="131" y="130"/>
                    </a:cubicBezTo>
                    <a:cubicBezTo>
                      <a:pt x="92" y="156"/>
                      <a:pt x="48" y="175"/>
                      <a:pt x="8" y="199"/>
                    </a:cubicBezTo>
                    <a:cubicBezTo>
                      <a:pt x="0" y="204"/>
                      <a:pt x="5" y="216"/>
                      <a:pt x="14" y="2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9" name="Freeform 747">
                <a:extLst>
                  <a:ext uri="{FF2B5EF4-FFF2-40B4-BE49-F238E27FC236}">
                    <a16:creationId xmlns:a16="http://schemas.microsoft.com/office/drawing/2014/main" id="{908FF7C4-D603-6F24-3259-021EC09E4143}"/>
                  </a:ext>
                </a:extLst>
              </p:cNvPr>
              <p:cNvSpPr/>
              <p:nvPr/>
            </p:nvSpPr>
            <p:spPr bwMode="auto">
              <a:xfrm>
                <a:off x="4469" y="2728"/>
                <a:ext cx="1109" cy="244"/>
              </a:xfrm>
              <a:custGeom>
                <a:avLst/>
                <a:gdLst>
                  <a:gd name="T0" fmla="*/ 9 w 631"/>
                  <a:gd name="T1" fmla="*/ 15 h 139"/>
                  <a:gd name="T2" fmla="*/ 102 w 631"/>
                  <a:gd name="T3" fmla="*/ 32 h 139"/>
                  <a:gd name="T4" fmla="*/ 179 w 631"/>
                  <a:gd name="T5" fmla="*/ 51 h 139"/>
                  <a:gd name="T6" fmla="*/ 264 w 631"/>
                  <a:gd name="T7" fmla="*/ 56 h 139"/>
                  <a:gd name="T8" fmla="*/ 354 w 631"/>
                  <a:gd name="T9" fmla="*/ 74 h 139"/>
                  <a:gd name="T10" fmla="*/ 511 w 631"/>
                  <a:gd name="T11" fmla="*/ 121 h 139"/>
                  <a:gd name="T12" fmla="*/ 628 w 631"/>
                  <a:gd name="T13" fmla="*/ 100 h 139"/>
                  <a:gd name="T14" fmla="*/ 619 w 631"/>
                  <a:gd name="T15" fmla="*/ 89 h 139"/>
                  <a:gd name="T16" fmla="*/ 556 w 631"/>
                  <a:gd name="T17" fmla="*/ 102 h 139"/>
                  <a:gd name="T18" fmla="*/ 488 w 631"/>
                  <a:gd name="T19" fmla="*/ 88 h 139"/>
                  <a:gd name="T20" fmla="*/ 329 w 631"/>
                  <a:gd name="T21" fmla="*/ 42 h 139"/>
                  <a:gd name="T22" fmla="*/ 253 w 631"/>
                  <a:gd name="T23" fmla="*/ 30 h 139"/>
                  <a:gd name="T24" fmla="*/ 169 w 631"/>
                  <a:gd name="T25" fmla="*/ 25 h 139"/>
                  <a:gd name="T26" fmla="*/ 91 w 631"/>
                  <a:gd name="T27" fmla="*/ 6 h 139"/>
                  <a:gd name="T28" fmla="*/ 9 w 631"/>
                  <a:gd name="T29" fmla="*/ 1 h 139"/>
                  <a:gd name="T30" fmla="*/ 9 w 631"/>
                  <a:gd name="T31" fmla="*/ 1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1" h="139">
                    <a:moveTo>
                      <a:pt x="9" y="15"/>
                    </a:moveTo>
                    <a:cubicBezTo>
                      <a:pt x="41" y="19"/>
                      <a:pt x="72" y="23"/>
                      <a:pt x="102" y="32"/>
                    </a:cubicBezTo>
                    <a:cubicBezTo>
                      <a:pt x="128" y="40"/>
                      <a:pt x="152" y="48"/>
                      <a:pt x="179" y="51"/>
                    </a:cubicBezTo>
                    <a:cubicBezTo>
                      <a:pt x="207" y="54"/>
                      <a:pt x="235" y="53"/>
                      <a:pt x="264" y="56"/>
                    </a:cubicBezTo>
                    <a:cubicBezTo>
                      <a:pt x="294" y="59"/>
                      <a:pt x="324" y="66"/>
                      <a:pt x="354" y="74"/>
                    </a:cubicBezTo>
                    <a:cubicBezTo>
                      <a:pt x="407" y="88"/>
                      <a:pt x="458" y="109"/>
                      <a:pt x="511" y="121"/>
                    </a:cubicBezTo>
                    <a:cubicBezTo>
                      <a:pt x="545" y="129"/>
                      <a:pt x="608" y="139"/>
                      <a:pt x="628" y="100"/>
                    </a:cubicBezTo>
                    <a:cubicBezTo>
                      <a:pt x="631" y="94"/>
                      <a:pt x="626" y="87"/>
                      <a:pt x="619" y="89"/>
                    </a:cubicBezTo>
                    <a:cubicBezTo>
                      <a:pt x="597" y="93"/>
                      <a:pt x="579" y="103"/>
                      <a:pt x="556" y="102"/>
                    </a:cubicBezTo>
                    <a:cubicBezTo>
                      <a:pt x="533" y="101"/>
                      <a:pt x="510" y="95"/>
                      <a:pt x="488" y="88"/>
                    </a:cubicBezTo>
                    <a:cubicBezTo>
                      <a:pt x="435" y="72"/>
                      <a:pt x="383" y="53"/>
                      <a:pt x="329" y="42"/>
                    </a:cubicBezTo>
                    <a:cubicBezTo>
                      <a:pt x="304" y="36"/>
                      <a:pt x="278" y="32"/>
                      <a:pt x="253" y="30"/>
                    </a:cubicBezTo>
                    <a:cubicBezTo>
                      <a:pt x="225" y="27"/>
                      <a:pt x="197" y="29"/>
                      <a:pt x="169" y="25"/>
                    </a:cubicBezTo>
                    <a:cubicBezTo>
                      <a:pt x="142" y="22"/>
                      <a:pt x="118" y="12"/>
                      <a:pt x="91" y="6"/>
                    </a:cubicBezTo>
                    <a:cubicBezTo>
                      <a:pt x="64" y="0"/>
                      <a:pt x="37" y="0"/>
                      <a:pt x="9" y="1"/>
                    </a:cubicBezTo>
                    <a:cubicBezTo>
                      <a:pt x="0" y="2"/>
                      <a:pt x="1" y="14"/>
                      <a:pt x="9"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0" name="Freeform 748">
                <a:extLst>
                  <a:ext uri="{FF2B5EF4-FFF2-40B4-BE49-F238E27FC236}">
                    <a16:creationId xmlns:a16="http://schemas.microsoft.com/office/drawing/2014/main" id="{EC51141E-53E5-6433-D81E-ADF97C4402BB}"/>
                  </a:ext>
                </a:extLst>
              </p:cNvPr>
              <p:cNvSpPr/>
              <p:nvPr/>
            </p:nvSpPr>
            <p:spPr bwMode="auto">
              <a:xfrm>
                <a:off x="5522" y="2768"/>
                <a:ext cx="89" cy="158"/>
              </a:xfrm>
              <a:custGeom>
                <a:avLst/>
                <a:gdLst>
                  <a:gd name="T0" fmla="*/ 11 w 51"/>
                  <a:gd name="T1" fmla="*/ 19 h 90"/>
                  <a:gd name="T2" fmla="*/ 29 w 51"/>
                  <a:gd name="T3" fmla="*/ 47 h 90"/>
                  <a:gd name="T4" fmla="*/ 3 w 51"/>
                  <a:gd name="T5" fmla="*/ 77 h 90"/>
                  <a:gd name="T6" fmla="*/ 8 w 51"/>
                  <a:gd name="T7" fmla="*/ 89 h 90"/>
                  <a:gd name="T8" fmla="*/ 51 w 51"/>
                  <a:gd name="T9" fmla="*/ 41 h 90"/>
                  <a:gd name="T10" fmla="*/ 11 w 51"/>
                  <a:gd name="T11" fmla="*/ 6 h 90"/>
                  <a:gd name="T12" fmla="*/ 11 w 51"/>
                  <a:gd name="T13" fmla="*/ 19 h 90"/>
                </a:gdLst>
                <a:ahLst/>
                <a:cxnLst>
                  <a:cxn ang="0">
                    <a:pos x="T0" y="T1"/>
                  </a:cxn>
                  <a:cxn ang="0">
                    <a:pos x="T2" y="T3"/>
                  </a:cxn>
                  <a:cxn ang="0">
                    <a:pos x="T4" y="T5"/>
                  </a:cxn>
                  <a:cxn ang="0">
                    <a:pos x="T6" y="T7"/>
                  </a:cxn>
                  <a:cxn ang="0">
                    <a:pos x="T8" y="T9"/>
                  </a:cxn>
                  <a:cxn ang="0">
                    <a:pos x="T10" y="T11"/>
                  </a:cxn>
                  <a:cxn ang="0">
                    <a:pos x="T12" y="T13"/>
                  </a:cxn>
                </a:cxnLst>
                <a:rect l="0" t="0" r="r" b="b"/>
                <a:pathLst>
                  <a:path w="51" h="90">
                    <a:moveTo>
                      <a:pt x="11" y="19"/>
                    </a:moveTo>
                    <a:cubicBezTo>
                      <a:pt x="24" y="22"/>
                      <a:pt x="33" y="34"/>
                      <a:pt x="29" y="47"/>
                    </a:cubicBezTo>
                    <a:cubicBezTo>
                      <a:pt x="25" y="60"/>
                      <a:pt x="11" y="67"/>
                      <a:pt x="3" y="77"/>
                    </a:cubicBezTo>
                    <a:cubicBezTo>
                      <a:pt x="0" y="81"/>
                      <a:pt x="1" y="90"/>
                      <a:pt x="8" y="89"/>
                    </a:cubicBezTo>
                    <a:cubicBezTo>
                      <a:pt x="31" y="86"/>
                      <a:pt x="51" y="65"/>
                      <a:pt x="51" y="41"/>
                    </a:cubicBezTo>
                    <a:cubicBezTo>
                      <a:pt x="50" y="21"/>
                      <a:pt x="33" y="0"/>
                      <a:pt x="11" y="6"/>
                    </a:cubicBezTo>
                    <a:cubicBezTo>
                      <a:pt x="5" y="8"/>
                      <a:pt x="5" y="18"/>
                      <a:pt x="11"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1" name="Freeform 749">
                <a:extLst>
                  <a:ext uri="{FF2B5EF4-FFF2-40B4-BE49-F238E27FC236}">
                    <a16:creationId xmlns:a16="http://schemas.microsoft.com/office/drawing/2014/main" id="{1C61086C-69FA-BD92-C537-EE3CA61D07E9}"/>
                  </a:ext>
                </a:extLst>
              </p:cNvPr>
              <p:cNvSpPr/>
              <p:nvPr/>
            </p:nvSpPr>
            <p:spPr bwMode="auto">
              <a:xfrm>
                <a:off x="5580" y="2323"/>
                <a:ext cx="214" cy="524"/>
              </a:xfrm>
              <a:custGeom>
                <a:avLst/>
                <a:gdLst>
                  <a:gd name="T0" fmla="*/ 15 w 122"/>
                  <a:gd name="T1" fmla="*/ 294 h 298"/>
                  <a:gd name="T2" fmla="*/ 65 w 122"/>
                  <a:gd name="T3" fmla="*/ 252 h 298"/>
                  <a:gd name="T4" fmla="*/ 94 w 122"/>
                  <a:gd name="T5" fmla="*/ 174 h 298"/>
                  <a:gd name="T6" fmla="*/ 114 w 122"/>
                  <a:gd name="T7" fmla="*/ 89 h 298"/>
                  <a:gd name="T8" fmla="*/ 109 w 122"/>
                  <a:gd name="T9" fmla="*/ 6 h 298"/>
                  <a:gd name="T10" fmla="*/ 95 w 122"/>
                  <a:gd name="T11" fmla="*/ 7 h 298"/>
                  <a:gd name="T12" fmla="*/ 90 w 122"/>
                  <a:gd name="T13" fmla="*/ 89 h 298"/>
                  <a:gd name="T14" fmla="*/ 72 w 122"/>
                  <a:gd name="T15" fmla="*/ 168 h 298"/>
                  <a:gd name="T16" fmla="*/ 47 w 122"/>
                  <a:gd name="T17" fmla="*/ 242 h 298"/>
                  <a:gd name="T18" fmla="*/ 4 w 122"/>
                  <a:gd name="T19" fmla="*/ 285 h 298"/>
                  <a:gd name="T20" fmla="*/ 15 w 122"/>
                  <a:gd name="T21" fmla="*/ 294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2" h="298">
                    <a:moveTo>
                      <a:pt x="15" y="294"/>
                    </a:moveTo>
                    <a:cubicBezTo>
                      <a:pt x="32" y="280"/>
                      <a:pt x="53" y="272"/>
                      <a:pt x="65" y="252"/>
                    </a:cubicBezTo>
                    <a:cubicBezTo>
                      <a:pt x="79" y="229"/>
                      <a:pt x="86" y="200"/>
                      <a:pt x="94" y="174"/>
                    </a:cubicBezTo>
                    <a:cubicBezTo>
                      <a:pt x="103" y="146"/>
                      <a:pt x="110" y="118"/>
                      <a:pt x="114" y="89"/>
                    </a:cubicBezTo>
                    <a:cubicBezTo>
                      <a:pt x="117" y="63"/>
                      <a:pt x="122" y="29"/>
                      <a:pt x="109" y="6"/>
                    </a:cubicBezTo>
                    <a:cubicBezTo>
                      <a:pt x="105" y="0"/>
                      <a:pt x="96" y="1"/>
                      <a:pt x="95" y="7"/>
                    </a:cubicBezTo>
                    <a:cubicBezTo>
                      <a:pt x="88" y="33"/>
                      <a:pt x="94" y="63"/>
                      <a:pt x="90" y="89"/>
                    </a:cubicBezTo>
                    <a:cubicBezTo>
                      <a:pt x="86" y="116"/>
                      <a:pt x="79" y="142"/>
                      <a:pt x="72" y="168"/>
                    </a:cubicBezTo>
                    <a:cubicBezTo>
                      <a:pt x="64" y="192"/>
                      <a:pt x="59" y="220"/>
                      <a:pt x="47" y="242"/>
                    </a:cubicBezTo>
                    <a:cubicBezTo>
                      <a:pt x="37" y="260"/>
                      <a:pt x="14" y="266"/>
                      <a:pt x="4" y="285"/>
                    </a:cubicBezTo>
                    <a:cubicBezTo>
                      <a:pt x="0" y="293"/>
                      <a:pt x="9" y="298"/>
                      <a:pt x="15" y="29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2" name="Freeform 750">
                <a:extLst>
                  <a:ext uri="{FF2B5EF4-FFF2-40B4-BE49-F238E27FC236}">
                    <a16:creationId xmlns:a16="http://schemas.microsoft.com/office/drawing/2014/main" id="{F47F04E3-5181-14DE-01A4-EEE4A184D233}"/>
                  </a:ext>
                </a:extLst>
              </p:cNvPr>
              <p:cNvSpPr/>
              <p:nvPr/>
            </p:nvSpPr>
            <p:spPr bwMode="auto">
              <a:xfrm>
                <a:off x="5664" y="2051"/>
                <a:ext cx="135" cy="321"/>
              </a:xfrm>
              <a:custGeom>
                <a:avLst/>
                <a:gdLst>
                  <a:gd name="T0" fmla="*/ 58 w 77"/>
                  <a:gd name="T1" fmla="*/ 176 h 183"/>
                  <a:gd name="T2" fmla="*/ 70 w 77"/>
                  <a:gd name="T3" fmla="*/ 76 h 183"/>
                  <a:gd name="T4" fmla="*/ 53 w 77"/>
                  <a:gd name="T5" fmla="*/ 39 h 183"/>
                  <a:gd name="T6" fmla="*/ 37 w 77"/>
                  <a:gd name="T7" fmla="*/ 20 h 183"/>
                  <a:gd name="T8" fmla="*/ 27 w 77"/>
                  <a:gd name="T9" fmla="*/ 3 h 183"/>
                  <a:gd name="T10" fmla="*/ 16 w 77"/>
                  <a:gd name="T11" fmla="*/ 3 h 183"/>
                  <a:gd name="T12" fmla="*/ 40 w 77"/>
                  <a:gd name="T13" fmla="*/ 59 h 183"/>
                  <a:gd name="T14" fmla="*/ 46 w 77"/>
                  <a:gd name="T15" fmla="*/ 172 h 183"/>
                  <a:gd name="T16" fmla="*/ 58 w 77"/>
                  <a:gd name="T17" fmla="*/ 17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 h="183">
                    <a:moveTo>
                      <a:pt x="58" y="176"/>
                    </a:moveTo>
                    <a:cubicBezTo>
                      <a:pt x="76" y="148"/>
                      <a:pt x="77" y="108"/>
                      <a:pt x="70" y="76"/>
                    </a:cubicBezTo>
                    <a:cubicBezTo>
                      <a:pt x="67" y="62"/>
                      <a:pt x="61" y="50"/>
                      <a:pt x="53" y="39"/>
                    </a:cubicBezTo>
                    <a:cubicBezTo>
                      <a:pt x="47" y="33"/>
                      <a:pt x="41" y="27"/>
                      <a:pt x="37" y="20"/>
                    </a:cubicBezTo>
                    <a:cubicBezTo>
                      <a:pt x="33" y="14"/>
                      <a:pt x="33" y="8"/>
                      <a:pt x="27" y="3"/>
                    </a:cubicBezTo>
                    <a:cubicBezTo>
                      <a:pt x="24" y="1"/>
                      <a:pt x="19" y="0"/>
                      <a:pt x="16" y="3"/>
                    </a:cubicBezTo>
                    <a:cubicBezTo>
                      <a:pt x="0" y="24"/>
                      <a:pt x="30" y="44"/>
                      <a:pt x="40" y="59"/>
                    </a:cubicBezTo>
                    <a:cubicBezTo>
                      <a:pt x="63" y="92"/>
                      <a:pt x="52" y="136"/>
                      <a:pt x="46" y="172"/>
                    </a:cubicBezTo>
                    <a:cubicBezTo>
                      <a:pt x="45" y="178"/>
                      <a:pt x="54" y="183"/>
                      <a:pt x="58" y="17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3" name="Freeform 751">
                <a:extLst>
                  <a:ext uri="{FF2B5EF4-FFF2-40B4-BE49-F238E27FC236}">
                    <a16:creationId xmlns:a16="http://schemas.microsoft.com/office/drawing/2014/main" id="{9B71287D-1818-DC84-3DF6-17FC7D1FF7AD}"/>
                  </a:ext>
                </a:extLst>
              </p:cNvPr>
              <p:cNvSpPr/>
              <p:nvPr/>
            </p:nvSpPr>
            <p:spPr bwMode="auto">
              <a:xfrm>
                <a:off x="5573" y="1831"/>
                <a:ext cx="175" cy="258"/>
              </a:xfrm>
              <a:custGeom>
                <a:avLst/>
                <a:gdLst>
                  <a:gd name="T0" fmla="*/ 76 w 100"/>
                  <a:gd name="T1" fmla="*/ 141 h 147"/>
                  <a:gd name="T2" fmla="*/ 11 w 100"/>
                  <a:gd name="T3" fmla="*/ 1 h 147"/>
                  <a:gd name="T4" fmla="*/ 3 w 100"/>
                  <a:gd name="T5" fmla="*/ 15 h 147"/>
                  <a:gd name="T6" fmla="*/ 23 w 100"/>
                  <a:gd name="T7" fmla="*/ 29 h 147"/>
                  <a:gd name="T8" fmla="*/ 50 w 100"/>
                  <a:gd name="T9" fmla="*/ 51 h 147"/>
                  <a:gd name="T10" fmla="*/ 64 w 100"/>
                  <a:gd name="T11" fmla="*/ 138 h 147"/>
                  <a:gd name="T12" fmla="*/ 76 w 100"/>
                  <a:gd name="T13" fmla="*/ 141 h 147"/>
                </a:gdLst>
                <a:ahLst/>
                <a:cxnLst>
                  <a:cxn ang="0">
                    <a:pos x="T0" y="T1"/>
                  </a:cxn>
                  <a:cxn ang="0">
                    <a:pos x="T2" y="T3"/>
                  </a:cxn>
                  <a:cxn ang="0">
                    <a:pos x="T4" y="T5"/>
                  </a:cxn>
                  <a:cxn ang="0">
                    <a:pos x="T6" y="T7"/>
                  </a:cxn>
                  <a:cxn ang="0">
                    <a:pos x="T8" y="T9"/>
                  </a:cxn>
                  <a:cxn ang="0">
                    <a:pos x="T10" y="T11"/>
                  </a:cxn>
                  <a:cxn ang="0">
                    <a:pos x="T12" y="T13"/>
                  </a:cxn>
                </a:cxnLst>
                <a:rect l="0" t="0" r="r" b="b"/>
                <a:pathLst>
                  <a:path w="100" h="147">
                    <a:moveTo>
                      <a:pt x="76" y="141"/>
                    </a:moveTo>
                    <a:cubicBezTo>
                      <a:pt x="100" y="88"/>
                      <a:pt x="75" y="8"/>
                      <a:pt x="11" y="1"/>
                    </a:cubicBezTo>
                    <a:cubicBezTo>
                      <a:pt x="4" y="0"/>
                      <a:pt x="0" y="10"/>
                      <a:pt x="3" y="15"/>
                    </a:cubicBezTo>
                    <a:cubicBezTo>
                      <a:pt x="8" y="24"/>
                      <a:pt x="14" y="26"/>
                      <a:pt x="23" y="29"/>
                    </a:cubicBezTo>
                    <a:cubicBezTo>
                      <a:pt x="36" y="33"/>
                      <a:pt x="43" y="39"/>
                      <a:pt x="50" y="51"/>
                    </a:cubicBezTo>
                    <a:cubicBezTo>
                      <a:pt x="64" y="79"/>
                      <a:pt x="62" y="108"/>
                      <a:pt x="64" y="138"/>
                    </a:cubicBezTo>
                    <a:cubicBezTo>
                      <a:pt x="64" y="143"/>
                      <a:pt x="73" y="147"/>
                      <a:pt x="76" y="14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4" name="Freeform 752">
                <a:extLst>
                  <a:ext uri="{FF2B5EF4-FFF2-40B4-BE49-F238E27FC236}">
                    <a16:creationId xmlns:a16="http://schemas.microsoft.com/office/drawing/2014/main" id="{B89DDF9C-8213-41FF-95BC-25D6E36176BC}"/>
                  </a:ext>
                </a:extLst>
              </p:cNvPr>
              <p:cNvSpPr/>
              <p:nvPr/>
            </p:nvSpPr>
            <p:spPr bwMode="auto">
              <a:xfrm>
                <a:off x="5402" y="1456"/>
                <a:ext cx="214" cy="412"/>
              </a:xfrm>
              <a:custGeom>
                <a:avLst/>
                <a:gdLst>
                  <a:gd name="T0" fmla="*/ 115 w 122"/>
                  <a:gd name="T1" fmla="*/ 227 h 234"/>
                  <a:gd name="T2" fmla="*/ 109 w 122"/>
                  <a:gd name="T3" fmla="*/ 162 h 234"/>
                  <a:gd name="T4" fmla="*/ 93 w 122"/>
                  <a:gd name="T5" fmla="*/ 126 h 234"/>
                  <a:gd name="T6" fmla="*/ 90 w 122"/>
                  <a:gd name="T7" fmla="*/ 88 h 234"/>
                  <a:gd name="T8" fmla="*/ 18 w 122"/>
                  <a:gd name="T9" fmla="*/ 2 h 234"/>
                  <a:gd name="T10" fmla="*/ 10 w 122"/>
                  <a:gd name="T11" fmla="*/ 21 h 234"/>
                  <a:gd name="T12" fmla="*/ 54 w 122"/>
                  <a:gd name="T13" fmla="*/ 54 h 234"/>
                  <a:gd name="T14" fmla="*/ 70 w 122"/>
                  <a:gd name="T15" fmla="*/ 112 h 234"/>
                  <a:gd name="T16" fmla="*/ 84 w 122"/>
                  <a:gd name="T17" fmla="*/ 159 h 234"/>
                  <a:gd name="T18" fmla="*/ 102 w 122"/>
                  <a:gd name="T19" fmla="*/ 225 h 234"/>
                  <a:gd name="T20" fmla="*/ 115 w 122"/>
                  <a:gd name="T21" fmla="*/ 22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2" h="234">
                    <a:moveTo>
                      <a:pt x="115" y="227"/>
                    </a:moveTo>
                    <a:cubicBezTo>
                      <a:pt x="122" y="205"/>
                      <a:pt x="119" y="183"/>
                      <a:pt x="109" y="162"/>
                    </a:cubicBezTo>
                    <a:cubicBezTo>
                      <a:pt x="103" y="150"/>
                      <a:pt x="95" y="140"/>
                      <a:pt x="93" y="126"/>
                    </a:cubicBezTo>
                    <a:cubicBezTo>
                      <a:pt x="90" y="114"/>
                      <a:pt x="92" y="101"/>
                      <a:pt x="90" y="88"/>
                    </a:cubicBezTo>
                    <a:cubicBezTo>
                      <a:pt x="86" y="52"/>
                      <a:pt x="56" y="8"/>
                      <a:pt x="18" y="2"/>
                    </a:cubicBezTo>
                    <a:cubicBezTo>
                      <a:pt x="7" y="0"/>
                      <a:pt x="0" y="14"/>
                      <a:pt x="10" y="21"/>
                    </a:cubicBezTo>
                    <a:cubicBezTo>
                      <a:pt x="27" y="31"/>
                      <a:pt x="42" y="38"/>
                      <a:pt x="54" y="54"/>
                    </a:cubicBezTo>
                    <a:cubicBezTo>
                      <a:pt x="66" y="72"/>
                      <a:pt x="70" y="91"/>
                      <a:pt x="70" y="112"/>
                    </a:cubicBezTo>
                    <a:cubicBezTo>
                      <a:pt x="71" y="129"/>
                      <a:pt x="75" y="144"/>
                      <a:pt x="84" y="159"/>
                    </a:cubicBezTo>
                    <a:cubicBezTo>
                      <a:pt x="96" y="181"/>
                      <a:pt x="101" y="200"/>
                      <a:pt x="102" y="225"/>
                    </a:cubicBezTo>
                    <a:cubicBezTo>
                      <a:pt x="102" y="233"/>
                      <a:pt x="112" y="234"/>
                      <a:pt x="115" y="2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5" name="Freeform 753">
                <a:extLst>
                  <a:ext uri="{FF2B5EF4-FFF2-40B4-BE49-F238E27FC236}">
                    <a16:creationId xmlns:a16="http://schemas.microsoft.com/office/drawing/2014/main" id="{FD66E111-F4CF-E141-3CF9-F9DBC1A6DE50}"/>
                  </a:ext>
                </a:extLst>
              </p:cNvPr>
              <p:cNvSpPr/>
              <p:nvPr/>
            </p:nvSpPr>
            <p:spPr bwMode="auto">
              <a:xfrm>
                <a:off x="5124" y="1245"/>
                <a:ext cx="313" cy="248"/>
              </a:xfrm>
              <a:custGeom>
                <a:avLst/>
                <a:gdLst>
                  <a:gd name="T0" fmla="*/ 177 w 178"/>
                  <a:gd name="T1" fmla="*/ 130 h 141"/>
                  <a:gd name="T2" fmla="*/ 107 w 178"/>
                  <a:gd name="T3" fmla="*/ 8 h 141"/>
                  <a:gd name="T4" fmla="*/ 35 w 178"/>
                  <a:gd name="T5" fmla="*/ 15 h 141"/>
                  <a:gd name="T6" fmla="*/ 16 w 178"/>
                  <a:gd name="T7" fmla="*/ 64 h 141"/>
                  <a:gd name="T8" fmla="*/ 32 w 178"/>
                  <a:gd name="T9" fmla="*/ 57 h 141"/>
                  <a:gd name="T10" fmla="*/ 79 w 178"/>
                  <a:gd name="T11" fmla="*/ 29 h 141"/>
                  <a:gd name="T12" fmla="*/ 125 w 178"/>
                  <a:gd name="T13" fmla="*/ 48 h 141"/>
                  <a:gd name="T14" fmla="*/ 163 w 178"/>
                  <a:gd name="T15" fmla="*/ 134 h 141"/>
                  <a:gd name="T16" fmla="*/ 177 w 178"/>
                  <a:gd name="T17" fmla="*/ 13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141">
                    <a:moveTo>
                      <a:pt x="177" y="130"/>
                    </a:moveTo>
                    <a:cubicBezTo>
                      <a:pt x="178" y="83"/>
                      <a:pt x="155" y="24"/>
                      <a:pt x="107" y="8"/>
                    </a:cubicBezTo>
                    <a:cubicBezTo>
                      <a:pt x="83" y="0"/>
                      <a:pt x="56" y="5"/>
                      <a:pt x="35" y="15"/>
                    </a:cubicBezTo>
                    <a:cubicBezTo>
                      <a:pt x="16" y="24"/>
                      <a:pt x="0" y="45"/>
                      <a:pt x="16" y="64"/>
                    </a:cubicBezTo>
                    <a:cubicBezTo>
                      <a:pt x="22" y="70"/>
                      <a:pt x="31" y="64"/>
                      <a:pt x="32" y="57"/>
                    </a:cubicBezTo>
                    <a:cubicBezTo>
                      <a:pt x="34" y="37"/>
                      <a:pt x="61" y="30"/>
                      <a:pt x="79" y="29"/>
                    </a:cubicBezTo>
                    <a:cubicBezTo>
                      <a:pt x="97" y="28"/>
                      <a:pt x="113" y="36"/>
                      <a:pt x="125" y="48"/>
                    </a:cubicBezTo>
                    <a:cubicBezTo>
                      <a:pt x="148" y="72"/>
                      <a:pt x="150" y="105"/>
                      <a:pt x="163" y="134"/>
                    </a:cubicBezTo>
                    <a:cubicBezTo>
                      <a:pt x="166" y="141"/>
                      <a:pt x="177" y="137"/>
                      <a:pt x="177" y="1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6" name="Freeform 754">
                <a:extLst>
                  <a:ext uri="{FF2B5EF4-FFF2-40B4-BE49-F238E27FC236}">
                    <a16:creationId xmlns:a16="http://schemas.microsoft.com/office/drawing/2014/main" id="{C907F813-6957-0D36-7442-9007AD810C3E}"/>
                  </a:ext>
                </a:extLst>
              </p:cNvPr>
              <p:cNvSpPr/>
              <p:nvPr/>
            </p:nvSpPr>
            <p:spPr bwMode="auto">
              <a:xfrm>
                <a:off x="4985" y="1038"/>
                <a:ext cx="296" cy="244"/>
              </a:xfrm>
              <a:custGeom>
                <a:avLst/>
                <a:gdLst>
                  <a:gd name="T0" fmla="*/ 168 w 168"/>
                  <a:gd name="T1" fmla="*/ 131 h 139"/>
                  <a:gd name="T2" fmla="*/ 97 w 168"/>
                  <a:gd name="T3" fmla="*/ 11 h 139"/>
                  <a:gd name="T4" fmla="*/ 38 w 168"/>
                  <a:gd name="T5" fmla="*/ 6 h 139"/>
                  <a:gd name="T6" fmla="*/ 1 w 168"/>
                  <a:gd name="T7" fmla="*/ 43 h 139"/>
                  <a:gd name="T8" fmla="*/ 12 w 168"/>
                  <a:gd name="T9" fmla="*/ 50 h 139"/>
                  <a:gd name="T10" fmla="*/ 50 w 168"/>
                  <a:gd name="T11" fmla="*/ 28 h 139"/>
                  <a:gd name="T12" fmla="*/ 100 w 168"/>
                  <a:gd name="T13" fmla="*/ 41 h 139"/>
                  <a:gd name="T14" fmla="*/ 157 w 168"/>
                  <a:gd name="T15" fmla="*/ 134 h 139"/>
                  <a:gd name="T16" fmla="*/ 168 w 168"/>
                  <a:gd name="T17" fmla="*/ 1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139">
                    <a:moveTo>
                      <a:pt x="168" y="131"/>
                    </a:moveTo>
                    <a:cubicBezTo>
                      <a:pt x="166" y="84"/>
                      <a:pt x="141" y="32"/>
                      <a:pt x="97" y="11"/>
                    </a:cubicBezTo>
                    <a:cubicBezTo>
                      <a:pt x="79" y="2"/>
                      <a:pt x="58" y="0"/>
                      <a:pt x="38" y="6"/>
                    </a:cubicBezTo>
                    <a:cubicBezTo>
                      <a:pt x="21" y="11"/>
                      <a:pt x="0" y="23"/>
                      <a:pt x="1" y="43"/>
                    </a:cubicBezTo>
                    <a:cubicBezTo>
                      <a:pt x="1" y="49"/>
                      <a:pt x="7" y="52"/>
                      <a:pt x="12" y="50"/>
                    </a:cubicBezTo>
                    <a:cubicBezTo>
                      <a:pt x="26" y="43"/>
                      <a:pt x="34" y="31"/>
                      <a:pt x="50" y="28"/>
                    </a:cubicBezTo>
                    <a:cubicBezTo>
                      <a:pt x="68" y="24"/>
                      <a:pt x="86" y="30"/>
                      <a:pt x="100" y="41"/>
                    </a:cubicBezTo>
                    <a:cubicBezTo>
                      <a:pt x="131" y="63"/>
                      <a:pt x="140" y="101"/>
                      <a:pt x="157" y="134"/>
                    </a:cubicBezTo>
                    <a:cubicBezTo>
                      <a:pt x="160" y="139"/>
                      <a:pt x="168" y="137"/>
                      <a:pt x="168" y="1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7" name="Freeform 755">
                <a:extLst>
                  <a:ext uri="{FF2B5EF4-FFF2-40B4-BE49-F238E27FC236}">
                    <a16:creationId xmlns:a16="http://schemas.microsoft.com/office/drawing/2014/main" id="{E83EC4B7-986E-4F66-8CC4-9050769AE6DB}"/>
                  </a:ext>
                </a:extLst>
              </p:cNvPr>
              <p:cNvSpPr/>
              <p:nvPr/>
            </p:nvSpPr>
            <p:spPr bwMode="auto">
              <a:xfrm>
                <a:off x="4657" y="812"/>
                <a:ext cx="386" cy="289"/>
              </a:xfrm>
              <a:custGeom>
                <a:avLst/>
                <a:gdLst>
                  <a:gd name="T0" fmla="*/ 210 w 220"/>
                  <a:gd name="T1" fmla="*/ 157 h 164"/>
                  <a:gd name="T2" fmla="*/ 133 w 220"/>
                  <a:gd name="T3" fmla="*/ 46 h 164"/>
                  <a:gd name="T4" fmla="*/ 3 w 220"/>
                  <a:gd name="T5" fmla="*/ 47 h 164"/>
                  <a:gd name="T6" fmla="*/ 12 w 220"/>
                  <a:gd name="T7" fmla="*/ 58 h 164"/>
                  <a:gd name="T8" fmla="*/ 62 w 220"/>
                  <a:gd name="T9" fmla="*/ 48 h 164"/>
                  <a:gd name="T10" fmla="*/ 123 w 220"/>
                  <a:gd name="T11" fmla="*/ 69 h 164"/>
                  <a:gd name="T12" fmla="*/ 168 w 220"/>
                  <a:gd name="T13" fmla="*/ 105 h 164"/>
                  <a:gd name="T14" fmla="*/ 197 w 220"/>
                  <a:gd name="T15" fmla="*/ 157 h 164"/>
                  <a:gd name="T16" fmla="*/ 210 w 220"/>
                  <a:gd name="T17" fmla="*/ 157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0" h="164">
                    <a:moveTo>
                      <a:pt x="210" y="157"/>
                    </a:moveTo>
                    <a:cubicBezTo>
                      <a:pt x="220" y="110"/>
                      <a:pt x="167" y="68"/>
                      <a:pt x="133" y="46"/>
                    </a:cubicBezTo>
                    <a:cubicBezTo>
                      <a:pt x="101" y="25"/>
                      <a:pt x="26" y="0"/>
                      <a:pt x="3" y="47"/>
                    </a:cubicBezTo>
                    <a:cubicBezTo>
                      <a:pt x="0" y="53"/>
                      <a:pt x="5" y="59"/>
                      <a:pt x="12" y="58"/>
                    </a:cubicBezTo>
                    <a:cubicBezTo>
                      <a:pt x="29" y="55"/>
                      <a:pt x="44" y="47"/>
                      <a:pt x="62" y="48"/>
                    </a:cubicBezTo>
                    <a:cubicBezTo>
                      <a:pt x="84" y="48"/>
                      <a:pt x="105" y="58"/>
                      <a:pt x="123" y="69"/>
                    </a:cubicBezTo>
                    <a:cubicBezTo>
                      <a:pt x="140" y="79"/>
                      <a:pt x="155" y="91"/>
                      <a:pt x="168" y="105"/>
                    </a:cubicBezTo>
                    <a:cubicBezTo>
                      <a:pt x="183" y="120"/>
                      <a:pt x="190" y="137"/>
                      <a:pt x="197" y="157"/>
                    </a:cubicBezTo>
                    <a:cubicBezTo>
                      <a:pt x="199" y="162"/>
                      <a:pt x="209" y="164"/>
                      <a:pt x="210" y="15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8" name="Freeform 756">
                <a:extLst>
                  <a:ext uri="{FF2B5EF4-FFF2-40B4-BE49-F238E27FC236}">
                    <a16:creationId xmlns:a16="http://schemas.microsoft.com/office/drawing/2014/main" id="{C7C3B0E2-691E-7D01-199B-C88B240D8356}"/>
                  </a:ext>
                </a:extLst>
              </p:cNvPr>
              <p:cNvSpPr/>
              <p:nvPr/>
            </p:nvSpPr>
            <p:spPr bwMode="auto">
              <a:xfrm>
                <a:off x="4122" y="633"/>
                <a:ext cx="566" cy="280"/>
              </a:xfrm>
              <a:custGeom>
                <a:avLst/>
                <a:gdLst>
                  <a:gd name="T0" fmla="*/ 318 w 322"/>
                  <a:gd name="T1" fmla="*/ 150 h 159"/>
                  <a:gd name="T2" fmla="*/ 278 w 322"/>
                  <a:gd name="T3" fmla="*/ 80 h 159"/>
                  <a:gd name="T4" fmla="*/ 221 w 322"/>
                  <a:gd name="T5" fmla="*/ 62 h 159"/>
                  <a:gd name="T6" fmla="*/ 160 w 322"/>
                  <a:gd name="T7" fmla="*/ 36 h 159"/>
                  <a:gd name="T8" fmla="*/ 64 w 322"/>
                  <a:gd name="T9" fmla="*/ 0 h 159"/>
                  <a:gd name="T10" fmla="*/ 0 w 322"/>
                  <a:gd name="T11" fmla="*/ 37 h 159"/>
                  <a:gd name="T12" fmla="*/ 10 w 322"/>
                  <a:gd name="T13" fmla="*/ 44 h 159"/>
                  <a:gd name="T14" fmla="*/ 41 w 322"/>
                  <a:gd name="T15" fmla="*/ 28 h 159"/>
                  <a:gd name="T16" fmla="*/ 77 w 322"/>
                  <a:gd name="T17" fmla="*/ 26 h 159"/>
                  <a:gd name="T18" fmla="*/ 156 w 322"/>
                  <a:gd name="T19" fmla="*/ 63 h 159"/>
                  <a:gd name="T20" fmla="*/ 238 w 322"/>
                  <a:gd name="T21" fmla="*/ 93 h 159"/>
                  <a:gd name="T22" fmla="*/ 306 w 322"/>
                  <a:gd name="T23" fmla="*/ 150 h 159"/>
                  <a:gd name="T24" fmla="*/ 318 w 322"/>
                  <a:gd name="T25" fmla="*/ 15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2" h="159">
                    <a:moveTo>
                      <a:pt x="318" y="150"/>
                    </a:moveTo>
                    <a:cubicBezTo>
                      <a:pt x="322" y="120"/>
                      <a:pt x="304" y="95"/>
                      <a:pt x="278" y="80"/>
                    </a:cubicBezTo>
                    <a:cubicBezTo>
                      <a:pt x="260" y="71"/>
                      <a:pt x="240" y="67"/>
                      <a:pt x="221" y="62"/>
                    </a:cubicBezTo>
                    <a:cubicBezTo>
                      <a:pt x="199" y="56"/>
                      <a:pt x="180" y="48"/>
                      <a:pt x="160" y="36"/>
                    </a:cubicBezTo>
                    <a:cubicBezTo>
                      <a:pt x="130" y="19"/>
                      <a:pt x="100" y="1"/>
                      <a:pt x="64" y="0"/>
                    </a:cubicBezTo>
                    <a:cubicBezTo>
                      <a:pt x="40" y="0"/>
                      <a:pt x="3" y="9"/>
                      <a:pt x="0" y="37"/>
                    </a:cubicBezTo>
                    <a:cubicBezTo>
                      <a:pt x="0" y="42"/>
                      <a:pt x="6" y="46"/>
                      <a:pt x="10" y="44"/>
                    </a:cubicBezTo>
                    <a:cubicBezTo>
                      <a:pt x="21" y="40"/>
                      <a:pt x="29" y="32"/>
                      <a:pt x="41" y="28"/>
                    </a:cubicBezTo>
                    <a:cubicBezTo>
                      <a:pt x="52" y="24"/>
                      <a:pt x="65" y="24"/>
                      <a:pt x="77" y="26"/>
                    </a:cubicBezTo>
                    <a:cubicBezTo>
                      <a:pt x="107" y="31"/>
                      <a:pt x="131" y="49"/>
                      <a:pt x="156" y="63"/>
                    </a:cubicBezTo>
                    <a:cubicBezTo>
                      <a:pt x="183" y="78"/>
                      <a:pt x="209" y="85"/>
                      <a:pt x="238" y="93"/>
                    </a:cubicBezTo>
                    <a:cubicBezTo>
                      <a:pt x="266" y="100"/>
                      <a:pt x="304" y="116"/>
                      <a:pt x="306" y="150"/>
                    </a:cubicBezTo>
                    <a:cubicBezTo>
                      <a:pt x="306" y="159"/>
                      <a:pt x="318" y="158"/>
                      <a:pt x="318" y="15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9" name="Freeform 757">
                <a:extLst>
                  <a:ext uri="{FF2B5EF4-FFF2-40B4-BE49-F238E27FC236}">
                    <a16:creationId xmlns:a16="http://schemas.microsoft.com/office/drawing/2014/main" id="{E1144060-FA53-8955-F49E-4CB6A70329F5}"/>
                  </a:ext>
                </a:extLst>
              </p:cNvPr>
              <p:cNvSpPr/>
              <p:nvPr/>
            </p:nvSpPr>
            <p:spPr bwMode="auto">
              <a:xfrm>
                <a:off x="3855" y="644"/>
                <a:ext cx="287" cy="93"/>
              </a:xfrm>
              <a:custGeom>
                <a:avLst/>
                <a:gdLst>
                  <a:gd name="T0" fmla="*/ 156 w 163"/>
                  <a:gd name="T1" fmla="*/ 24 h 53"/>
                  <a:gd name="T2" fmla="*/ 22 w 163"/>
                  <a:gd name="T3" fmla="*/ 47 h 53"/>
                  <a:gd name="T4" fmla="*/ 34 w 163"/>
                  <a:gd name="T5" fmla="*/ 49 h 53"/>
                  <a:gd name="T6" fmla="*/ 94 w 163"/>
                  <a:gd name="T7" fmla="*/ 40 h 53"/>
                  <a:gd name="T8" fmla="*/ 153 w 163"/>
                  <a:gd name="T9" fmla="*/ 40 h 53"/>
                  <a:gd name="T10" fmla="*/ 156 w 163"/>
                  <a:gd name="T11" fmla="*/ 24 h 53"/>
                </a:gdLst>
                <a:ahLst/>
                <a:cxnLst>
                  <a:cxn ang="0">
                    <a:pos x="T0" y="T1"/>
                  </a:cxn>
                  <a:cxn ang="0">
                    <a:pos x="T2" y="T3"/>
                  </a:cxn>
                  <a:cxn ang="0">
                    <a:pos x="T4" y="T5"/>
                  </a:cxn>
                  <a:cxn ang="0">
                    <a:pos x="T6" y="T7"/>
                  </a:cxn>
                  <a:cxn ang="0">
                    <a:pos x="T8" y="T9"/>
                  </a:cxn>
                  <a:cxn ang="0">
                    <a:pos x="T10" y="T11"/>
                  </a:cxn>
                </a:cxnLst>
                <a:rect l="0" t="0" r="r" b="b"/>
                <a:pathLst>
                  <a:path w="163" h="53">
                    <a:moveTo>
                      <a:pt x="156" y="24"/>
                    </a:moveTo>
                    <a:cubicBezTo>
                      <a:pt x="135" y="16"/>
                      <a:pt x="0" y="0"/>
                      <a:pt x="22" y="47"/>
                    </a:cubicBezTo>
                    <a:cubicBezTo>
                      <a:pt x="24" y="53"/>
                      <a:pt x="30" y="52"/>
                      <a:pt x="34" y="49"/>
                    </a:cubicBezTo>
                    <a:cubicBezTo>
                      <a:pt x="50" y="36"/>
                      <a:pt x="74" y="40"/>
                      <a:pt x="94" y="40"/>
                    </a:cubicBezTo>
                    <a:cubicBezTo>
                      <a:pt x="114" y="39"/>
                      <a:pt x="133" y="39"/>
                      <a:pt x="153" y="40"/>
                    </a:cubicBezTo>
                    <a:cubicBezTo>
                      <a:pt x="163" y="40"/>
                      <a:pt x="163" y="27"/>
                      <a:pt x="156"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0" name="Freeform 758">
                <a:extLst>
                  <a:ext uri="{FF2B5EF4-FFF2-40B4-BE49-F238E27FC236}">
                    <a16:creationId xmlns:a16="http://schemas.microsoft.com/office/drawing/2014/main" id="{3E8D872F-36AD-C160-A910-CA4A1C5BFF07}"/>
                  </a:ext>
                </a:extLst>
              </p:cNvPr>
              <p:cNvSpPr/>
              <p:nvPr/>
            </p:nvSpPr>
            <p:spPr bwMode="auto">
              <a:xfrm>
                <a:off x="3493" y="566"/>
                <a:ext cx="473" cy="141"/>
              </a:xfrm>
              <a:custGeom>
                <a:avLst/>
                <a:gdLst>
                  <a:gd name="T0" fmla="*/ 266 w 269"/>
                  <a:gd name="T1" fmla="*/ 70 h 80"/>
                  <a:gd name="T2" fmla="*/ 215 w 269"/>
                  <a:gd name="T3" fmla="*/ 27 h 80"/>
                  <a:gd name="T4" fmla="*/ 131 w 269"/>
                  <a:gd name="T5" fmla="*/ 13 h 80"/>
                  <a:gd name="T6" fmla="*/ 10 w 269"/>
                  <a:gd name="T7" fmla="*/ 56 h 80"/>
                  <a:gd name="T8" fmla="*/ 28 w 269"/>
                  <a:gd name="T9" fmla="*/ 59 h 80"/>
                  <a:gd name="T10" fmla="*/ 80 w 269"/>
                  <a:gd name="T11" fmla="*/ 37 h 80"/>
                  <a:gd name="T12" fmla="*/ 146 w 269"/>
                  <a:gd name="T13" fmla="*/ 37 h 80"/>
                  <a:gd name="T14" fmla="*/ 206 w 269"/>
                  <a:gd name="T15" fmla="*/ 48 h 80"/>
                  <a:gd name="T16" fmla="*/ 256 w 269"/>
                  <a:gd name="T17" fmla="*/ 78 h 80"/>
                  <a:gd name="T18" fmla="*/ 266 w 269"/>
                  <a:gd name="T19" fmla="*/ 7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9" h="80">
                    <a:moveTo>
                      <a:pt x="266" y="70"/>
                    </a:moveTo>
                    <a:cubicBezTo>
                      <a:pt x="258" y="50"/>
                      <a:pt x="234" y="36"/>
                      <a:pt x="215" y="27"/>
                    </a:cubicBezTo>
                    <a:cubicBezTo>
                      <a:pt x="189" y="15"/>
                      <a:pt x="160" y="13"/>
                      <a:pt x="131" y="13"/>
                    </a:cubicBezTo>
                    <a:cubicBezTo>
                      <a:pt x="101" y="13"/>
                      <a:pt x="0" y="0"/>
                      <a:pt x="10" y="56"/>
                    </a:cubicBezTo>
                    <a:cubicBezTo>
                      <a:pt x="11" y="64"/>
                      <a:pt x="25" y="67"/>
                      <a:pt x="28" y="59"/>
                    </a:cubicBezTo>
                    <a:cubicBezTo>
                      <a:pt x="38" y="36"/>
                      <a:pt x="58" y="37"/>
                      <a:pt x="80" y="37"/>
                    </a:cubicBezTo>
                    <a:cubicBezTo>
                      <a:pt x="102" y="37"/>
                      <a:pt x="124" y="37"/>
                      <a:pt x="146" y="37"/>
                    </a:cubicBezTo>
                    <a:cubicBezTo>
                      <a:pt x="167" y="38"/>
                      <a:pt x="187" y="40"/>
                      <a:pt x="206" y="48"/>
                    </a:cubicBezTo>
                    <a:cubicBezTo>
                      <a:pt x="225" y="55"/>
                      <a:pt x="239" y="70"/>
                      <a:pt x="256" y="78"/>
                    </a:cubicBezTo>
                    <a:cubicBezTo>
                      <a:pt x="261" y="80"/>
                      <a:pt x="269" y="76"/>
                      <a:pt x="266" y="7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1" name="Freeform 759">
                <a:extLst>
                  <a:ext uri="{FF2B5EF4-FFF2-40B4-BE49-F238E27FC236}">
                    <a16:creationId xmlns:a16="http://schemas.microsoft.com/office/drawing/2014/main" id="{8033E72D-ECAF-DED3-09AA-77905C2B162C}"/>
                  </a:ext>
                </a:extLst>
              </p:cNvPr>
              <p:cNvSpPr/>
              <p:nvPr/>
            </p:nvSpPr>
            <p:spPr bwMode="auto">
              <a:xfrm>
                <a:off x="3166" y="635"/>
                <a:ext cx="380" cy="142"/>
              </a:xfrm>
              <a:custGeom>
                <a:avLst/>
                <a:gdLst>
                  <a:gd name="T0" fmla="*/ 211 w 216"/>
                  <a:gd name="T1" fmla="*/ 17 h 81"/>
                  <a:gd name="T2" fmla="*/ 93 w 216"/>
                  <a:gd name="T3" fmla="*/ 8 h 81"/>
                  <a:gd name="T4" fmla="*/ 4 w 216"/>
                  <a:gd name="T5" fmla="*/ 61 h 81"/>
                  <a:gd name="T6" fmla="*/ 18 w 216"/>
                  <a:gd name="T7" fmla="*/ 75 h 81"/>
                  <a:gd name="T8" fmla="*/ 57 w 216"/>
                  <a:gd name="T9" fmla="*/ 45 h 81"/>
                  <a:gd name="T10" fmla="*/ 102 w 216"/>
                  <a:gd name="T11" fmla="*/ 28 h 81"/>
                  <a:gd name="T12" fmla="*/ 157 w 216"/>
                  <a:gd name="T13" fmla="*/ 26 h 81"/>
                  <a:gd name="T14" fmla="*/ 209 w 216"/>
                  <a:gd name="T15" fmla="*/ 28 h 81"/>
                  <a:gd name="T16" fmla="*/ 211 w 216"/>
                  <a:gd name="T17" fmla="*/ 1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81">
                    <a:moveTo>
                      <a:pt x="211" y="17"/>
                    </a:moveTo>
                    <a:cubicBezTo>
                      <a:pt x="178" y="0"/>
                      <a:pt x="128" y="0"/>
                      <a:pt x="93" y="8"/>
                    </a:cubicBezTo>
                    <a:cubicBezTo>
                      <a:pt x="61" y="14"/>
                      <a:pt x="21" y="32"/>
                      <a:pt x="4" y="61"/>
                    </a:cubicBezTo>
                    <a:cubicBezTo>
                      <a:pt x="0" y="69"/>
                      <a:pt x="9" y="81"/>
                      <a:pt x="18" y="75"/>
                    </a:cubicBezTo>
                    <a:cubicBezTo>
                      <a:pt x="31" y="65"/>
                      <a:pt x="42" y="53"/>
                      <a:pt x="57" y="45"/>
                    </a:cubicBezTo>
                    <a:cubicBezTo>
                      <a:pt x="71" y="37"/>
                      <a:pt x="86" y="31"/>
                      <a:pt x="102" y="28"/>
                    </a:cubicBezTo>
                    <a:cubicBezTo>
                      <a:pt x="120" y="25"/>
                      <a:pt x="139" y="25"/>
                      <a:pt x="157" y="26"/>
                    </a:cubicBezTo>
                    <a:cubicBezTo>
                      <a:pt x="174" y="27"/>
                      <a:pt x="192" y="31"/>
                      <a:pt x="209" y="28"/>
                    </a:cubicBezTo>
                    <a:cubicBezTo>
                      <a:pt x="215" y="27"/>
                      <a:pt x="216" y="19"/>
                      <a:pt x="211"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2" name="Freeform 760">
                <a:extLst>
                  <a:ext uri="{FF2B5EF4-FFF2-40B4-BE49-F238E27FC236}">
                    <a16:creationId xmlns:a16="http://schemas.microsoft.com/office/drawing/2014/main" id="{5FF5B578-E1B1-E59B-C224-954D0450D9A0}"/>
                  </a:ext>
                </a:extLst>
              </p:cNvPr>
              <p:cNvSpPr/>
              <p:nvPr/>
            </p:nvSpPr>
            <p:spPr bwMode="auto">
              <a:xfrm>
                <a:off x="2245" y="1233"/>
                <a:ext cx="207" cy="176"/>
              </a:xfrm>
              <a:custGeom>
                <a:avLst/>
                <a:gdLst>
                  <a:gd name="T0" fmla="*/ 4 w 118"/>
                  <a:gd name="T1" fmla="*/ 8 h 100"/>
                  <a:gd name="T2" fmla="*/ 40 w 118"/>
                  <a:gd name="T3" fmla="*/ 23 h 100"/>
                  <a:gd name="T4" fmla="*/ 76 w 118"/>
                  <a:gd name="T5" fmla="*/ 61 h 100"/>
                  <a:gd name="T6" fmla="*/ 112 w 118"/>
                  <a:gd name="T7" fmla="*/ 99 h 100"/>
                  <a:gd name="T8" fmla="*/ 114 w 118"/>
                  <a:gd name="T9" fmla="*/ 91 h 100"/>
                  <a:gd name="T10" fmla="*/ 68 w 118"/>
                  <a:gd name="T11" fmla="*/ 30 h 100"/>
                  <a:gd name="T12" fmla="*/ 6 w 118"/>
                  <a:gd name="T13" fmla="*/ 1 h 100"/>
                  <a:gd name="T14" fmla="*/ 4 w 118"/>
                  <a:gd name="T15" fmla="*/ 8 h 1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00">
                    <a:moveTo>
                      <a:pt x="4" y="8"/>
                    </a:moveTo>
                    <a:cubicBezTo>
                      <a:pt x="16" y="13"/>
                      <a:pt x="28" y="18"/>
                      <a:pt x="40" y="23"/>
                    </a:cubicBezTo>
                    <a:cubicBezTo>
                      <a:pt x="58" y="31"/>
                      <a:pt x="66" y="44"/>
                      <a:pt x="76" y="61"/>
                    </a:cubicBezTo>
                    <a:cubicBezTo>
                      <a:pt x="84" y="74"/>
                      <a:pt x="94" y="100"/>
                      <a:pt x="112" y="99"/>
                    </a:cubicBezTo>
                    <a:cubicBezTo>
                      <a:pt x="115" y="98"/>
                      <a:pt x="118" y="93"/>
                      <a:pt x="114" y="91"/>
                    </a:cubicBezTo>
                    <a:cubicBezTo>
                      <a:pt x="90" y="81"/>
                      <a:pt x="84" y="48"/>
                      <a:pt x="68" y="30"/>
                    </a:cubicBezTo>
                    <a:cubicBezTo>
                      <a:pt x="53" y="14"/>
                      <a:pt x="26" y="8"/>
                      <a:pt x="6" y="1"/>
                    </a:cubicBezTo>
                    <a:cubicBezTo>
                      <a:pt x="3" y="0"/>
                      <a:pt x="0" y="6"/>
                      <a:pt x="4"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3" name="Freeform 761">
                <a:extLst>
                  <a:ext uri="{FF2B5EF4-FFF2-40B4-BE49-F238E27FC236}">
                    <a16:creationId xmlns:a16="http://schemas.microsoft.com/office/drawing/2014/main" id="{C9C092F7-2134-A715-34FA-15F593C1E035}"/>
                  </a:ext>
                </a:extLst>
              </p:cNvPr>
              <p:cNvSpPr/>
              <p:nvPr/>
            </p:nvSpPr>
            <p:spPr bwMode="auto">
              <a:xfrm>
                <a:off x="2324" y="1322"/>
                <a:ext cx="390" cy="299"/>
              </a:xfrm>
              <a:custGeom>
                <a:avLst/>
                <a:gdLst>
                  <a:gd name="T0" fmla="*/ 212 w 222"/>
                  <a:gd name="T1" fmla="*/ 3 h 170"/>
                  <a:gd name="T2" fmla="*/ 70 w 222"/>
                  <a:gd name="T3" fmla="*/ 39 h 170"/>
                  <a:gd name="T4" fmla="*/ 36 w 222"/>
                  <a:gd name="T5" fmla="*/ 85 h 170"/>
                  <a:gd name="T6" fmla="*/ 1 w 222"/>
                  <a:gd name="T7" fmla="*/ 161 h 170"/>
                  <a:gd name="T8" fmla="*/ 10 w 222"/>
                  <a:gd name="T9" fmla="*/ 166 h 170"/>
                  <a:gd name="T10" fmla="*/ 46 w 222"/>
                  <a:gd name="T11" fmla="*/ 95 h 170"/>
                  <a:gd name="T12" fmla="*/ 67 w 222"/>
                  <a:gd name="T13" fmla="*/ 57 h 170"/>
                  <a:gd name="T14" fmla="*/ 114 w 222"/>
                  <a:gd name="T15" fmla="*/ 45 h 170"/>
                  <a:gd name="T16" fmla="*/ 219 w 222"/>
                  <a:gd name="T17" fmla="*/ 9 h 170"/>
                  <a:gd name="T18" fmla="*/ 212 w 222"/>
                  <a:gd name="T19" fmla="*/ 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2" h="170">
                    <a:moveTo>
                      <a:pt x="212" y="3"/>
                    </a:moveTo>
                    <a:cubicBezTo>
                      <a:pt x="172" y="45"/>
                      <a:pt x="118" y="19"/>
                      <a:pt x="70" y="39"/>
                    </a:cubicBezTo>
                    <a:cubicBezTo>
                      <a:pt x="51" y="47"/>
                      <a:pt x="45" y="68"/>
                      <a:pt x="36" y="85"/>
                    </a:cubicBezTo>
                    <a:cubicBezTo>
                      <a:pt x="25" y="109"/>
                      <a:pt x="8" y="135"/>
                      <a:pt x="1" y="161"/>
                    </a:cubicBezTo>
                    <a:cubicBezTo>
                      <a:pt x="0" y="165"/>
                      <a:pt x="6" y="170"/>
                      <a:pt x="10" y="166"/>
                    </a:cubicBezTo>
                    <a:cubicBezTo>
                      <a:pt x="26" y="146"/>
                      <a:pt x="35" y="118"/>
                      <a:pt x="46" y="95"/>
                    </a:cubicBezTo>
                    <a:cubicBezTo>
                      <a:pt x="52" y="83"/>
                      <a:pt x="57" y="67"/>
                      <a:pt x="67" y="57"/>
                    </a:cubicBezTo>
                    <a:cubicBezTo>
                      <a:pt x="78" y="46"/>
                      <a:pt x="98" y="46"/>
                      <a:pt x="114" y="45"/>
                    </a:cubicBezTo>
                    <a:cubicBezTo>
                      <a:pt x="150" y="42"/>
                      <a:pt x="197" y="44"/>
                      <a:pt x="219" y="9"/>
                    </a:cubicBezTo>
                    <a:cubicBezTo>
                      <a:pt x="222" y="4"/>
                      <a:pt x="215" y="0"/>
                      <a:pt x="212"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4" name="Freeform 762">
                <a:extLst>
                  <a:ext uri="{FF2B5EF4-FFF2-40B4-BE49-F238E27FC236}">
                    <a16:creationId xmlns:a16="http://schemas.microsoft.com/office/drawing/2014/main" id="{B52C463C-7AEE-2EE0-D4E3-419EF3F5A24C}"/>
                  </a:ext>
                </a:extLst>
              </p:cNvPr>
              <p:cNvSpPr/>
              <p:nvPr/>
            </p:nvSpPr>
            <p:spPr bwMode="auto">
              <a:xfrm>
                <a:off x="2011" y="1581"/>
                <a:ext cx="325" cy="54"/>
              </a:xfrm>
              <a:custGeom>
                <a:avLst/>
                <a:gdLst>
                  <a:gd name="T0" fmla="*/ 181 w 185"/>
                  <a:gd name="T1" fmla="*/ 11 h 31"/>
                  <a:gd name="T2" fmla="*/ 97 w 185"/>
                  <a:gd name="T3" fmla="*/ 18 h 31"/>
                  <a:gd name="T4" fmla="*/ 55 w 185"/>
                  <a:gd name="T5" fmla="*/ 19 h 31"/>
                  <a:gd name="T6" fmla="*/ 8 w 185"/>
                  <a:gd name="T7" fmla="*/ 2 h 31"/>
                  <a:gd name="T8" fmla="*/ 3 w 185"/>
                  <a:gd name="T9" fmla="*/ 8 h 31"/>
                  <a:gd name="T10" fmla="*/ 82 w 185"/>
                  <a:gd name="T11" fmla="*/ 30 h 31"/>
                  <a:gd name="T12" fmla="*/ 182 w 185"/>
                  <a:gd name="T13" fmla="*/ 17 h 31"/>
                  <a:gd name="T14" fmla="*/ 181 w 185"/>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5" h="31">
                    <a:moveTo>
                      <a:pt x="181" y="11"/>
                    </a:moveTo>
                    <a:cubicBezTo>
                      <a:pt x="153" y="10"/>
                      <a:pt x="125" y="15"/>
                      <a:pt x="97" y="18"/>
                    </a:cubicBezTo>
                    <a:cubicBezTo>
                      <a:pt x="84" y="19"/>
                      <a:pt x="69" y="20"/>
                      <a:pt x="55" y="19"/>
                    </a:cubicBezTo>
                    <a:cubicBezTo>
                      <a:pt x="37" y="17"/>
                      <a:pt x="24" y="10"/>
                      <a:pt x="8" y="2"/>
                    </a:cubicBezTo>
                    <a:cubicBezTo>
                      <a:pt x="4" y="0"/>
                      <a:pt x="0" y="5"/>
                      <a:pt x="3" y="8"/>
                    </a:cubicBezTo>
                    <a:cubicBezTo>
                      <a:pt x="22" y="29"/>
                      <a:pt x="56" y="31"/>
                      <a:pt x="82" y="30"/>
                    </a:cubicBezTo>
                    <a:cubicBezTo>
                      <a:pt x="115" y="28"/>
                      <a:pt x="150" y="25"/>
                      <a:pt x="182" y="17"/>
                    </a:cubicBezTo>
                    <a:cubicBezTo>
                      <a:pt x="185" y="16"/>
                      <a:pt x="185" y="11"/>
                      <a:pt x="181"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5" name="Freeform 763">
                <a:extLst>
                  <a:ext uri="{FF2B5EF4-FFF2-40B4-BE49-F238E27FC236}">
                    <a16:creationId xmlns:a16="http://schemas.microsoft.com/office/drawing/2014/main" id="{63906168-7C71-EFBC-FC1D-D908A75FF6F7}"/>
                  </a:ext>
                </a:extLst>
              </p:cNvPr>
              <p:cNvSpPr/>
              <p:nvPr/>
            </p:nvSpPr>
            <p:spPr bwMode="auto">
              <a:xfrm>
                <a:off x="2326" y="1593"/>
                <a:ext cx="103" cy="136"/>
              </a:xfrm>
              <a:custGeom>
                <a:avLst/>
                <a:gdLst>
                  <a:gd name="T0" fmla="*/ 4 w 59"/>
                  <a:gd name="T1" fmla="*/ 3 h 77"/>
                  <a:gd name="T2" fmla="*/ 14 w 59"/>
                  <a:gd name="T3" fmla="*/ 35 h 77"/>
                  <a:gd name="T4" fmla="*/ 52 w 59"/>
                  <a:gd name="T5" fmla="*/ 75 h 77"/>
                  <a:gd name="T6" fmla="*/ 57 w 59"/>
                  <a:gd name="T7" fmla="*/ 70 h 77"/>
                  <a:gd name="T8" fmla="*/ 11 w 59"/>
                  <a:gd name="T9" fmla="*/ 4 h 77"/>
                  <a:gd name="T10" fmla="*/ 4 w 59"/>
                  <a:gd name="T11" fmla="*/ 3 h 77"/>
                </a:gdLst>
                <a:ahLst/>
                <a:cxnLst>
                  <a:cxn ang="0">
                    <a:pos x="T0" y="T1"/>
                  </a:cxn>
                  <a:cxn ang="0">
                    <a:pos x="T2" y="T3"/>
                  </a:cxn>
                  <a:cxn ang="0">
                    <a:pos x="T4" y="T5"/>
                  </a:cxn>
                  <a:cxn ang="0">
                    <a:pos x="T6" y="T7"/>
                  </a:cxn>
                  <a:cxn ang="0">
                    <a:pos x="T8" y="T9"/>
                  </a:cxn>
                  <a:cxn ang="0">
                    <a:pos x="T10" y="T11"/>
                  </a:cxn>
                </a:cxnLst>
                <a:rect l="0" t="0" r="r" b="b"/>
                <a:pathLst>
                  <a:path w="59" h="77">
                    <a:moveTo>
                      <a:pt x="4" y="3"/>
                    </a:moveTo>
                    <a:cubicBezTo>
                      <a:pt x="0" y="15"/>
                      <a:pt x="7" y="26"/>
                      <a:pt x="14" y="35"/>
                    </a:cubicBezTo>
                    <a:cubicBezTo>
                      <a:pt x="25" y="48"/>
                      <a:pt x="37" y="66"/>
                      <a:pt x="52" y="75"/>
                    </a:cubicBezTo>
                    <a:cubicBezTo>
                      <a:pt x="56" y="77"/>
                      <a:pt x="59" y="73"/>
                      <a:pt x="57" y="70"/>
                    </a:cubicBezTo>
                    <a:cubicBezTo>
                      <a:pt x="47" y="46"/>
                      <a:pt x="11" y="32"/>
                      <a:pt x="11" y="4"/>
                    </a:cubicBezTo>
                    <a:cubicBezTo>
                      <a:pt x="10" y="0"/>
                      <a:pt x="5" y="0"/>
                      <a:pt x="4"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6" name="Freeform 764">
                <a:extLst>
                  <a:ext uri="{FF2B5EF4-FFF2-40B4-BE49-F238E27FC236}">
                    <a16:creationId xmlns:a16="http://schemas.microsoft.com/office/drawing/2014/main" id="{D0EEC64B-1641-C7B7-F5A1-C05D9063DC61}"/>
                  </a:ext>
                </a:extLst>
              </p:cNvPr>
              <p:cNvSpPr/>
              <p:nvPr/>
            </p:nvSpPr>
            <p:spPr bwMode="auto">
              <a:xfrm>
                <a:off x="2370" y="1697"/>
                <a:ext cx="96" cy="334"/>
              </a:xfrm>
              <a:custGeom>
                <a:avLst/>
                <a:gdLst>
                  <a:gd name="T0" fmla="*/ 46 w 55"/>
                  <a:gd name="T1" fmla="*/ 2 h 190"/>
                  <a:gd name="T2" fmla="*/ 9 w 55"/>
                  <a:gd name="T3" fmla="*/ 92 h 190"/>
                  <a:gd name="T4" fmla="*/ 30 w 55"/>
                  <a:gd name="T5" fmla="*/ 188 h 190"/>
                  <a:gd name="T6" fmla="*/ 38 w 55"/>
                  <a:gd name="T7" fmla="*/ 183 h 190"/>
                  <a:gd name="T8" fmla="*/ 24 w 55"/>
                  <a:gd name="T9" fmla="*/ 149 h 190"/>
                  <a:gd name="T10" fmla="*/ 22 w 55"/>
                  <a:gd name="T11" fmla="*/ 106 h 190"/>
                  <a:gd name="T12" fmla="*/ 50 w 55"/>
                  <a:gd name="T13" fmla="*/ 10 h 190"/>
                  <a:gd name="T14" fmla="*/ 46 w 55"/>
                  <a:gd name="T15" fmla="*/ 2 h 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190">
                    <a:moveTo>
                      <a:pt x="46" y="2"/>
                    </a:moveTo>
                    <a:cubicBezTo>
                      <a:pt x="8" y="11"/>
                      <a:pt x="10" y="61"/>
                      <a:pt x="9" y="92"/>
                    </a:cubicBezTo>
                    <a:cubicBezTo>
                      <a:pt x="8" y="118"/>
                      <a:pt x="0" y="175"/>
                      <a:pt x="30" y="188"/>
                    </a:cubicBezTo>
                    <a:cubicBezTo>
                      <a:pt x="34" y="190"/>
                      <a:pt x="39" y="187"/>
                      <a:pt x="38" y="183"/>
                    </a:cubicBezTo>
                    <a:cubicBezTo>
                      <a:pt x="33" y="171"/>
                      <a:pt x="26" y="162"/>
                      <a:pt x="24" y="149"/>
                    </a:cubicBezTo>
                    <a:cubicBezTo>
                      <a:pt x="21" y="135"/>
                      <a:pt x="22" y="120"/>
                      <a:pt x="22" y="106"/>
                    </a:cubicBezTo>
                    <a:cubicBezTo>
                      <a:pt x="23" y="72"/>
                      <a:pt x="17" y="31"/>
                      <a:pt x="50" y="10"/>
                    </a:cubicBezTo>
                    <a:cubicBezTo>
                      <a:pt x="55" y="8"/>
                      <a:pt x="52" y="0"/>
                      <a:pt x="46"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7" name="Freeform 765">
                <a:extLst>
                  <a:ext uri="{FF2B5EF4-FFF2-40B4-BE49-F238E27FC236}">
                    <a16:creationId xmlns:a16="http://schemas.microsoft.com/office/drawing/2014/main" id="{F42CAD41-64FA-CFFF-D6C5-2645C41BE5F1}"/>
                  </a:ext>
                </a:extLst>
              </p:cNvPr>
              <p:cNvSpPr/>
              <p:nvPr/>
            </p:nvSpPr>
            <p:spPr bwMode="auto">
              <a:xfrm>
                <a:off x="2582" y="1922"/>
                <a:ext cx="44" cy="92"/>
              </a:xfrm>
              <a:custGeom>
                <a:avLst/>
                <a:gdLst>
                  <a:gd name="T0" fmla="*/ 17 w 25"/>
                  <a:gd name="T1" fmla="*/ 3 h 52"/>
                  <a:gd name="T2" fmla="*/ 11 w 25"/>
                  <a:gd name="T3" fmla="*/ 50 h 52"/>
                  <a:gd name="T4" fmla="*/ 16 w 25"/>
                  <a:gd name="T5" fmla="*/ 49 h 52"/>
                  <a:gd name="T6" fmla="*/ 17 w 25"/>
                  <a:gd name="T7" fmla="*/ 30 h 52"/>
                  <a:gd name="T8" fmla="*/ 23 w 25"/>
                  <a:gd name="T9" fmla="*/ 7 h 52"/>
                  <a:gd name="T10" fmla="*/ 17 w 25"/>
                  <a:gd name="T11" fmla="*/ 3 h 52"/>
                </a:gdLst>
                <a:ahLst/>
                <a:cxnLst>
                  <a:cxn ang="0">
                    <a:pos x="T0" y="T1"/>
                  </a:cxn>
                  <a:cxn ang="0">
                    <a:pos x="T2" y="T3"/>
                  </a:cxn>
                  <a:cxn ang="0">
                    <a:pos x="T4" y="T5"/>
                  </a:cxn>
                  <a:cxn ang="0">
                    <a:pos x="T6" y="T7"/>
                  </a:cxn>
                  <a:cxn ang="0">
                    <a:pos x="T8" y="T9"/>
                  </a:cxn>
                  <a:cxn ang="0">
                    <a:pos x="T10" y="T11"/>
                  </a:cxn>
                </a:cxnLst>
                <a:rect l="0" t="0" r="r" b="b"/>
                <a:pathLst>
                  <a:path w="25" h="52">
                    <a:moveTo>
                      <a:pt x="17" y="3"/>
                    </a:moveTo>
                    <a:cubicBezTo>
                      <a:pt x="9" y="15"/>
                      <a:pt x="0" y="38"/>
                      <a:pt x="11" y="50"/>
                    </a:cubicBezTo>
                    <a:cubicBezTo>
                      <a:pt x="12" y="52"/>
                      <a:pt x="15" y="51"/>
                      <a:pt x="16" y="49"/>
                    </a:cubicBezTo>
                    <a:cubicBezTo>
                      <a:pt x="18" y="43"/>
                      <a:pt x="16" y="36"/>
                      <a:pt x="17" y="30"/>
                    </a:cubicBezTo>
                    <a:cubicBezTo>
                      <a:pt x="18" y="22"/>
                      <a:pt x="20" y="14"/>
                      <a:pt x="23" y="7"/>
                    </a:cubicBezTo>
                    <a:cubicBezTo>
                      <a:pt x="25" y="3"/>
                      <a:pt x="20" y="0"/>
                      <a:pt x="17"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8" name="Freeform 766">
                <a:extLst>
                  <a:ext uri="{FF2B5EF4-FFF2-40B4-BE49-F238E27FC236}">
                    <a16:creationId xmlns:a16="http://schemas.microsoft.com/office/drawing/2014/main" id="{CBF67F80-31E6-B158-52D8-F8EB81DC225F}"/>
                  </a:ext>
                </a:extLst>
              </p:cNvPr>
              <p:cNvSpPr/>
              <p:nvPr/>
            </p:nvSpPr>
            <p:spPr bwMode="auto">
              <a:xfrm>
                <a:off x="2382" y="1998"/>
                <a:ext cx="232" cy="137"/>
              </a:xfrm>
              <a:custGeom>
                <a:avLst/>
                <a:gdLst>
                  <a:gd name="T0" fmla="*/ 128 w 132"/>
                  <a:gd name="T1" fmla="*/ 3 h 78"/>
                  <a:gd name="T2" fmla="*/ 61 w 132"/>
                  <a:gd name="T3" fmla="*/ 3 h 78"/>
                  <a:gd name="T4" fmla="*/ 17 w 132"/>
                  <a:gd name="T5" fmla="*/ 11 h 78"/>
                  <a:gd name="T6" fmla="*/ 34 w 132"/>
                  <a:gd name="T7" fmla="*/ 76 h 78"/>
                  <a:gd name="T8" fmla="*/ 39 w 132"/>
                  <a:gd name="T9" fmla="*/ 71 h 78"/>
                  <a:gd name="T10" fmla="*/ 24 w 132"/>
                  <a:gd name="T11" fmla="*/ 43 h 78"/>
                  <a:gd name="T12" fmla="*/ 39 w 132"/>
                  <a:gd name="T13" fmla="*/ 15 h 78"/>
                  <a:gd name="T14" fmla="*/ 57 w 132"/>
                  <a:gd name="T15" fmla="*/ 14 h 78"/>
                  <a:gd name="T16" fmla="*/ 129 w 132"/>
                  <a:gd name="T17" fmla="*/ 10 h 78"/>
                  <a:gd name="T18" fmla="*/ 128 w 132"/>
                  <a:gd name="T19" fmla="*/ 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78">
                    <a:moveTo>
                      <a:pt x="128" y="3"/>
                    </a:moveTo>
                    <a:cubicBezTo>
                      <a:pt x="106" y="1"/>
                      <a:pt x="83" y="3"/>
                      <a:pt x="61" y="3"/>
                    </a:cubicBezTo>
                    <a:cubicBezTo>
                      <a:pt x="48" y="3"/>
                      <a:pt x="28" y="0"/>
                      <a:pt x="17" y="11"/>
                    </a:cubicBezTo>
                    <a:cubicBezTo>
                      <a:pt x="0" y="29"/>
                      <a:pt x="15" y="66"/>
                      <a:pt x="34" y="76"/>
                    </a:cubicBezTo>
                    <a:cubicBezTo>
                      <a:pt x="37" y="78"/>
                      <a:pt x="41" y="74"/>
                      <a:pt x="39" y="71"/>
                    </a:cubicBezTo>
                    <a:cubicBezTo>
                      <a:pt x="34" y="62"/>
                      <a:pt x="27" y="54"/>
                      <a:pt x="24" y="43"/>
                    </a:cubicBezTo>
                    <a:cubicBezTo>
                      <a:pt x="19" y="29"/>
                      <a:pt x="21" y="20"/>
                      <a:pt x="39" y="15"/>
                    </a:cubicBezTo>
                    <a:cubicBezTo>
                      <a:pt x="44" y="13"/>
                      <a:pt x="52" y="14"/>
                      <a:pt x="57" y="14"/>
                    </a:cubicBezTo>
                    <a:cubicBezTo>
                      <a:pt x="81" y="13"/>
                      <a:pt x="105" y="13"/>
                      <a:pt x="129" y="10"/>
                    </a:cubicBezTo>
                    <a:cubicBezTo>
                      <a:pt x="132" y="9"/>
                      <a:pt x="131" y="4"/>
                      <a:pt x="128"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9" name="Freeform 767">
                <a:extLst>
                  <a:ext uri="{FF2B5EF4-FFF2-40B4-BE49-F238E27FC236}">
                    <a16:creationId xmlns:a16="http://schemas.microsoft.com/office/drawing/2014/main" id="{E434A404-ECF6-D295-8BD2-BE55219AC96B}"/>
                  </a:ext>
                </a:extLst>
              </p:cNvPr>
              <p:cNvSpPr/>
              <p:nvPr/>
            </p:nvSpPr>
            <p:spPr bwMode="auto">
              <a:xfrm>
                <a:off x="2370" y="2110"/>
                <a:ext cx="96" cy="159"/>
              </a:xfrm>
              <a:custGeom>
                <a:avLst/>
                <a:gdLst>
                  <a:gd name="T0" fmla="*/ 48 w 55"/>
                  <a:gd name="T1" fmla="*/ 2 h 90"/>
                  <a:gd name="T2" fmla="*/ 2 w 55"/>
                  <a:gd name="T3" fmla="*/ 83 h 90"/>
                  <a:gd name="T4" fmla="*/ 6 w 55"/>
                  <a:gd name="T5" fmla="*/ 88 h 90"/>
                  <a:gd name="T6" fmla="*/ 29 w 55"/>
                  <a:gd name="T7" fmla="*/ 55 h 90"/>
                  <a:gd name="T8" fmla="*/ 52 w 55"/>
                  <a:gd name="T9" fmla="*/ 7 h 90"/>
                  <a:gd name="T10" fmla="*/ 48 w 55"/>
                  <a:gd name="T11" fmla="*/ 2 h 90"/>
                </a:gdLst>
                <a:ahLst/>
                <a:cxnLst>
                  <a:cxn ang="0">
                    <a:pos x="T0" y="T1"/>
                  </a:cxn>
                  <a:cxn ang="0">
                    <a:pos x="T2" y="T3"/>
                  </a:cxn>
                  <a:cxn ang="0">
                    <a:pos x="T4" y="T5"/>
                  </a:cxn>
                  <a:cxn ang="0">
                    <a:pos x="T6" y="T7"/>
                  </a:cxn>
                  <a:cxn ang="0">
                    <a:pos x="T8" y="T9"/>
                  </a:cxn>
                  <a:cxn ang="0">
                    <a:pos x="T10" y="T11"/>
                  </a:cxn>
                </a:cxnLst>
                <a:rect l="0" t="0" r="r" b="b"/>
                <a:pathLst>
                  <a:path w="55" h="90">
                    <a:moveTo>
                      <a:pt x="48" y="2"/>
                    </a:moveTo>
                    <a:cubicBezTo>
                      <a:pt x="18" y="15"/>
                      <a:pt x="22" y="61"/>
                      <a:pt x="2" y="83"/>
                    </a:cubicBezTo>
                    <a:cubicBezTo>
                      <a:pt x="0" y="86"/>
                      <a:pt x="3" y="90"/>
                      <a:pt x="6" y="88"/>
                    </a:cubicBezTo>
                    <a:cubicBezTo>
                      <a:pt x="18" y="81"/>
                      <a:pt x="24" y="69"/>
                      <a:pt x="29" y="55"/>
                    </a:cubicBezTo>
                    <a:cubicBezTo>
                      <a:pt x="35" y="37"/>
                      <a:pt x="38" y="21"/>
                      <a:pt x="52" y="7"/>
                    </a:cubicBezTo>
                    <a:cubicBezTo>
                      <a:pt x="55" y="4"/>
                      <a:pt x="51" y="0"/>
                      <a:pt x="48"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0" name="Freeform 768">
                <a:extLst>
                  <a:ext uri="{FF2B5EF4-FFF2-40B4-BE49-F238E27FC236}">
                    <a16:creationId xmlns:a16="http://schemas.microsoft.com/office/drawing/2014/main" id="{0BF6CAFC-F995-07DA-CC3F-C143D7B81C3B}"/>
                  </a:ext>
                </a:extLst>
              </p:cNvPr>
              <p:cNvSpPr/>
              <p:nvPr/>
            </p:nvSpPr>
            <p:spPr bwMode="auto">
              <a:xfrm>
                <a:off x="1795" y="1683"/>
                <a:ext cx="96" cy="162"/>
              </a:xfrm>
              <a:custGeom>
                <a:avLst/>
                <a:gdLst>
                  <a:gd name="T0" fmla="*/ 2 w 55"/>
                  <a:gd name="T1" fmla="*/ 5 h 92"/>
                  <a:gd name="T2" fmla="*/ 49 w 55"/>
                  <a:gd name="T3" fmla="*/ 90 h 92"/>
                  <a:gd name="T4" fmla="*/ 53 w 55"/>
                  <a:gd name="T5" fmla="*/ 84 h 92"/>
                  <a:gd name="T6" fmla="*/ 22 w 55"/>
                  <a:gd name="T7" fmla="*/ 49 h 92"/>
                  <a:gd name="T8" fmla="*/ 9 w 55"/>
                  <a:gd name="T9" fmla="*/ 4 h 92"/>
                  <a:gd name="T10" fmla="*/ 2 w 55"/>
                  <a:gd name="T11" fmla="*/ 5 h 92"/>
                </a:gdLst>
                <a:ahLst/>
                <a:cxnLst>
                  <a:cxn ang="0">
                    <a:pos x="T0" y="T1"/>
                  </a:cxn>
                  <a:cxn ang="0">
                    <a:pos x="T2" y="T3"/>
                  </a:cxn>
                  <a:cxn ang="0">
                    <a:pos x="T4" y="T5"/>
                  </a:cxn>
                  <a:cxn ang="0">
                    <a:pos x="T6" y="T7"/>
                  </a:cxn>
                  <a:cxn ang="0">
                    <a:pos x="T8" y="T9"/>
                  </a:cxn>
                  <a:cxn ang="0">
                    <a:pos x="T10" y="T11"/>
                  </a:cxn>
                </a:cxnLst>
                <a:rect l="0" t="0" r="r" b="b"/>
                <a:pathLst>
                  <a:path w="55" h="92">
                    <a:moveTo>
                      <a:pt x="2" y="5"/>
                    </a:moveTo>
                    <a:cubicBezTo>
                      <a:pt x="0" y="35"/>
                      <a:pt x="17" y="81"/>
                      <a:pt x="49" y="90"/>
                    </a:cubicBezTo>
                    <a:cubicBezTo>
                      <a:pt x="53" y="92"/>
                      <a:pt x="55" y="87"/>
                      <a:pt x="53" y="84"/>
                    </a:cubicBezTo>
                    <a:cubicBezTo>
                      <a:pt x="43" y="72"/>
                      <a:pt x="30" y="64"/>
                      <a:pt x="22" y="49"/>
                    </a:cubicBezTo>
                    <a:cubicBezTo>
                      <a:pt x="14" y="35"/>
                      <a:pt x="12" y="20"/>
                      <a:pt x="9" y="4"/>
                    </a:cubicBezTo>
                    <a:cubicBezTo>
                      <a:pt x="8" y="0"/>
                      <a:pt x="3" y="1"/>
                      <a:pt x="2"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1" name="Freeform 769">
                <a:extLst>
                  <a:ext uri="{FF2B5EF4-FFF2-40B4-BE49-F238E27FC236}">
                    <a16:creationId xmlns:a16="http://schemas.microsoft.com/office/drawing/2014/main" id="{1AB17152-8D23-CBE6-0A24-23EB0FF8D3CC}"/>
                  </a:ext>
                </a:extLst>
              </p:cNvPr>
              <p:cNvSpPr/>
              <p:nvPr/>
            </p:nvSpPr>
            <p:spPr bwMode="auto">
              <a:xfrm>
                <a:off x="1775" y="1785"/>
                <a:ext cx="359" cy="204"/>
              </a:xfrm>
              <a:custGeom>
                <a:avLst/>
                <a:gdLst>
                  <a:gd name="T0" fmla="*/ 7 w 204"/>
                  <a:gd name="T1" fmla="*/ 113 h 116"/>
                  <a:gd name="T2" fmla="*/ 87 w 204"/>
                  <a:gd name="T3" fmla="*/ 25 h 116"/>
                  <a:gd name="T4" fmla="*/ 201 w 204"/>
                  <a:gd name="T5" fmla="*/ 9 h 116"/>
                  <a:gd name="T6" fmla="*/ 198 w 204"/>
                  <a:gd name="T7" fmla="*/ 1 h 116"/>
                  <a:gd name="T8" fmla="*/ 128 w 204"/>
                  <a:gd name="T9" fmla="*/ 7 h 116"/>
                  <a:gd name="T10" fmla="*/ 72 w 204"/>
                  <a:gd name="T11" fmla="*/ 16 h 116"/>
                  <a:gd name="T12" fmla="*/ 41 w 204"/>
                  <a:gd name="T13" fmla="*/ 46 h 116"/>
                  <a:gd name="T14" fmla="*/ 2 w 204"/>
                  <a:gd name="T15" fmla="*/ 109 h 116"/>
                  <a:gd name="T16" fmla="*/ 7 w 204"/>
                  <a:gd name="T17" fmla="*/ 11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116">
                    <a:moveTo>
                      <a:pt x="7" y="113"/>
                    </a:moveTo>
                    <a:cubicBezTo>
                      <a:pt x="32" y="86"/>
                      <a:pt x="48" y="34"/>
                      <a:pt x="87" y="25"/>
                    </a:cubicBezTo>
                    <a:cubicBezTo>
                      <a:pt x="123" y="16"/>
                      <a:pt x="167" y="26"/>
                      <a:pt x="201" y="9"/>
                    </a:cubicBezTo>
                    <a:cubicBezTo>
                      <a:pt x="204" y="7"/>
                      <a:pt x="203" y="0"/>
                      <a:pt x="198" y="1"/>
                    </a:cubicBezTo>
                    <a:cubicBezTo>
                      <a:pt x="175" y="4"/>
                      <a:pt x="151" y="5"/>
                      <a:pt x="128" y="7"/>
                    </a:cubicBezTo>
                    <a:cubicBezTo>
                      <a:pt x="110" y="9"/>
                      <a:pt x="89" y="8"/>
                      <a:pt x="72" y="16"/>
                    </a:cubicBezTo>
                    <a:cubicBezTo>
                      <a:pt x="58" y="22"/>
                      <a:pt x="49" y="34"/>
                      <a:pt x="41" y="46"/>
                    </a:cubicBezTo>
                    <a:cubicBezTo>
                      <a:pt x="27" y="66"/>
                      <a:pt x="12" y="87"/>
                      <a:pt x="2" y="109"/>
                    </a:cubicBezTo>
                    <a:cubicBezTo>
                      <a:pt x="0" y="112"/>
                      <a:pt x="4" y="116"/>
                      <a:pt x="7" y="1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2" name="Freeform 770">
                <a:extLst>
                  <a:ext uri="{FF2B5EF4-FFF2-40B4-BE49-F238E27FC236}">
                    <a16:creationId xmlns:a16="http://schemas.microsoft.com/office/drawing/2014/main" id="{9E9FE06D-B077-3A17-23EA-EFE19EB02C5E}"/>
                  </a:ext>
                </a:extLst>
              </p:cNvPr>
              <p:cNvSpPr/>
              <p:nvPr/>
            </p:nvSpPr>
            <p:spPr bwMode="auto">
              <a:xfrm>
                <a:off x="2014" y="1889"/>
                <a:ext cx="139" cy="218"/>
              </a:xfrm>
              <a:custGeom>
                <a:avLst/>
                <a:gdLst>
                  <a:gd name="T0" fmla="*/ 0 w 79"/>
                  <a:gd name="T1" fmla="*/ 5 h 124"/>
                  <a:gd name="T2" fmla="*/ 24 w 79"/>
                  <a:gd name="T3" fmla="*/ 71 h 124"/>
                  <a:gd name="T4" fmla="*/ 71 w 79"/>
                  <a:gd name="T5" fmla="*/ 123 h 124"/>
                  <a:gd name="T6" fmla="*/ 76 w 79"/>
                  <a:gd name="T7" fmla="*/ 118 h 124"/>
                  <a:gd name="T8" fmla="*/ 34 w 79"/>
                  <a:gd name="T9" fmla="*/ 69 h 124"/>
                  <a:gd name="T10" fmla="*/ 7 w 79"/>
                  <a:gd name="T11" fmla="*/ 4 h 124"/>
                  <a:gd name="T12" fmla="*/ 0 w 79"/>
                  <a:gd name="T13" fmla="*/ 5 h 124"/>
                </a:gdLst>
                <a:ahLst/>
                <a:cxnLst>
                  <a:cxn ang="0">
                    <a:pos x="T0" y="T1"/>
                  </a:cxn>
                  <a:cxn ang="0">
                    <a:pos x="T2" y="T3"/>
                  </a:cxn>
                  <a:cxn ang="0">
                    <a:pos x="T4" y="T5"/>
                  </a:cxn>
                  <a:cxn ang="0">
                    <a:pos x="T6" y="T7"/>
                  </a:cxn>
                  <a:cxn ang="0">
                    <a:pos x="T8" y="T9"/>
                  </a:cxn>
                  <a:cxn ang="0">
                    <a:pos x="T10" y="T11"/>
                  </a:cxn>
                  <a:cxn ang="0">
                    <a:pos x="T12" y="T13"/>
                  </a:cxn>
                </a:cxnLst>
                <a:rect l="0" t="0" r="r" b="b"/>
                <a:pathLst>
                  <a:path w="79" h="124">
                    <a:moveTo>
                      <a:pt x="0" y="5"/>
                    </a:moveTo>
                    <a:cubicBezTo>
                      <a:pt x="3" y="28"/>
                      <a:pt x="12" y="51"/>
                      <a:pt x="24" y="71"/>
                    </a:cubicBezTo>
                    <a:cubicBezTo>
                      <a:pt x="35" y="89"/>
                      <a:pt x="51" y="114"/>
                      <a:pt x="71" y="123"/>
                    </a:cubicBezTo>
                    <a:cubicBezTo>
                      <a:pt x="74" y="124"/>
                      <a:pt x="79" y="121"/>
                      <a:pt x="76" y="118"/>
                    </a:cubicBezTo>
                    <a:cubicBezTo>
                      <a:pt x="64" y="100"/>
                      <a:pt x="46" y="87"/>
                      <a:pt x="34" y="69"/>
                    </a:cubicBezTo>
                    <a:cubicBezTo>
                      <a:pt x="22" y="49"/>
                      <a:pt x="14" y="27"/>
                      <a:pt x="7" y="4"/>
                    </a:cubicBezTo>
                    <a:cubicBezTo>
                      <a:pt x="6" y="0"/>
                      <a:pt x="0" y="1"/>
                      <a:pt x="0"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3" name="Freeform 771">
                <a:extLst>
                  <a:ext uri="{FF2B5EF4-FFF2-40B4-BE49-F238E27FC236}">
                    <a16:creationId xmlns:a16="http://schemas.microsoft.com/office/drawing/2014/main" id="{96829D4B-AD57-22C5-8E8F-81DF11776FFF}"/>
                  </a:ext>
                </a:extLst>
              </p:cNvPr>
              <p:cNvSpPr/>
              <p:nvPr/>
            </p:nvSpPr>
            <p:spPr bwMode="auto">
              <a:xfrm>
                <a:off x="2136" y="2082"/>
                <a:ext cx="216" cy="484"/>
              </a:xfrm>
              <a:custGeom>
                <a:avLst/>
                <a:gdLst>
                  <a:gd name="T0" fmla="*/ 0 w 123"/>
                  <a:gd name="T1" fmla="*/ 6 h 275"/>
                  <a:gd name="T2" fmla="*/ 48 w 123"/>
                  <a:gd name="T3" fmla="*/ 162 h 275"/>
                  <a:gd name="T4" fmla="*/ 68 w 123"/>
                  <a:gd name="T5" fmla="*/ 204 h 275"/>
                  <a:gd name="T6" fmla="*/ 79 w 123"/>
                  <a:gd name="T7" fmla="*/ 241 h 275"/>
                  <a:gd name="T8" fmla="*/ 116 w 123"/>
                  <a:gd name="T9" fmla="*/ 274 h 275"/>
                  <a:gd name="T10" fmla="*/ 118 w 123"/>
                  <a:gd name="T11" fmla="*/ 264 h 275"/>
                  <a:gd name="T12" fmla="*/ 81 w 123"/>
                  <a:gd name="T13" fmla="*/ 200 h 275"/>
                  <a:gd name="T14" fmla="*/ 53 w 123"/>
                  <a:gd name="T15" fmla="*/ 143 h 275"/>
                  <a:gd name="T16" fmla="*/ 8 w 123"/>
                  <a:gd name="T17" fmla="*/ 5 h 275"/>
                  <a:gd name="T18" fmla="*/ 0 w 123"/>
                  <a:gd name="T19" fmla="*/ 6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3" h="275">
                    <a:moveTo>
                      <a:pt x="0" y="6"/>
                    </a:moveTo>
                    <a:cubicBezTo>
                      <a:pt x="0" y="60"/>
                      <a:pt x="23" y="115"/>
                      <a:pt x="48" y="162"/>
                    </a:cubicBezTo>
                    <a:cubicBezTo>
                      <a:pt x="55" y="176"/>
                      <a:pt x="62" y="189"/>
                      <a:pt x="68" y="204"/>
                    </a:cubicBezTo>
                    <a:cubicBezTo>
                      <a:pt x="72" y="216"/>
                      <a:pt x="74" y="229"/>
                      <a:pt x="79" y="241"/>
                    </a:cubicBezTo>
                    <a:cubicBezTo>
                      <a:pt x="86" y="258"/>
                      <a:pt x="98" y="273"/>
                      <a:pt x="116" y="274"/>
                    </a:cubicBezTo>
                    <a:cubicBezTo>
                      <a:pt x="123" y="275"/>
                      <a:pt x="123" y="266"/>
                      <a:pt x="118" y="264"/>
                    </a:cubicBezTo>
                    <a:cubicBezTo>
                      <a:pt x="91" y="253"/>
                      <a:pt x="89" y="225"/>
                      <a:pt x="81" y="200"/>
                    </a:cubicBezTo>
                    <a:cubicBezTo>
                      <a:pt x="74" y="180"/>
                      <a:pt x="63" y="162"/>
                      <a:pt x="53" y="143"/>
                    </a:cubicBezTo>
                    <a:cubicBezTo>
                      <a:pt x="30" y="98"/>
                      <a:pt x="21" y="53"/>
                      <a:pt x="8" y="5"/>
                    </a:cubicBezTo>
                    <a:cubicBezTo>
                      <a:pt x="7" y="0"/>
                      <a:pt x="0" y="1"/>
                      <a:pt x="0"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4" name="Freeform 772">
                <a:extLst>
                  <a:ext uri="{FF2B5EF4-FFF2-40B4-BE49-F238E27FC236}">
                    <a16:creationId xmlns:a16="http://schemas.microsoft.com/office/drawing/2014/main" id="{C354FC68-6D30-6471-3B32-8394320CBDA4}"/>
                  </a:ext>
                </a:extLst>
              </p:cNvPr>
              <p:cNvSpPr/>
              <p:nvPr/>
            </p:nvSpPr>
            <p:spPr bwMode="auto">
              <a:xfrm>
                <a:off x="2078" y="2503"/>
                <a:ext cx="219" cy="65"/>
              </a:xfrm>
              <a:custGeom>
                <a:avLst/>
                <a:gdLst>
                  <a:gd name="T0" fmla="*/ 118 w 125"/>
                  <a:gd name="T1" fmla="*/ 2 h 37"/>
                  <a:gd name="T2" fmla="*/ 55 w 125"/>
                  <a:gd name="T3" fmla="*/ 20 h 37"/>
                  <a:gd name="T4" fmla="*/ 3 w 125"/>
                  <a:gd name="T5" fmla="*/ 21 h 37"/>
                  <a:gd name="T6" fmla="*/ 3 w 125"/>
                  <a:gd name="T7" fmla="*/ 27 h 37"/>
                  <a:gd name="T8" fmla="*/ 122 w 125"/>
                  <a:gd name="T9" fmla="*/ 8 h 37"/>
                  <a:gd name="T10" fmla="*/ 118 w 125"/>
                  <a:gd name="T11" fmla="*/ 2 h 37"/>
                </a:gdLst>
                <a:ahLst/>
                <a:cxnLst>
                  <a:cxn ang="0">
                    <a:pos x="T0" y="T1"/>
                  </a:cxn>
                  <a:cxn ang="0">
                    <a:pos x="T2" y="T3"/>
                  </a:cxn>
                  <a:cxn ang="0">
                    <a:pos x="T4" y="T5"/>
                  </a:cxn>
                  <a:cxn ang="0">
                    <a:pos x="T6" y="T7"/>
                  </a:cxn>
                  <a:cxn ang="0">
                    <a:pos x="T8" y="T9"/>
                  </a:cxn>
                  <a:cxn ang="0">
                    <a:pos x="T10" y="T11"/>
                  </a:cxn>
                </a:cxnLst>
                <a:rect l="0" t="0" r="r" b="b"/>
                <a:pathLst>
                  <a:path w="125" h="37">
                    <a:moveTo>
                      <a:pt x="118" y="2"/>
                    </a:moveTo>
                    <a:cubicBezTo>
                      <a:pt x="97" y="13"/>
                      <a:pt x="78" y="19"/>
                      <a:pt x="55" y="20"/>
                    </a:cubicBezTo>
                    <a:cubicBezTo>
                      <a:pt x="38" y="21"/>
                      <a:pt x="20" y="18"/>
                      <a:pt x="3" y="21"/>
                    </a:cubicBezTo>
                    <a:cubicBezTo>
                      <a:pt x="0" y="21"/>
                      <a:pt x="0" y="27"/>
                      <a:pt x="3" y="27"/>
                    </a:cubicBezTo>
                    <a:cubicBezTo>
                      <a:pt x="39" y="37"/>
                      <a:pt x="93" y="31"/>
                      <a:pt x="122" y="8"/>
                    </a:cubicBezTo>
                    <a:cubicBezTo>
                      <a:pt x="125" y="5"/>
                      <a:pt x="121" y="0"/>
                      <a:pt x="118"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5" name="Freeform 773">
                <a:extLst>
                  <a:ext uri="{FF2B5EF4-FFF2-40B4-BE49-F238E27FC236}">
                    <a16:creationId xmlns:a16="http://schemas.microsoft.com/office/drawing/2014/main" id="{1EB82070-C49C-05DA-A629-975CD3E774BE}"/>
                  </a:ext>
                </a:extLst>
              </p:cNvPr>
              <p:cNvSpPr/>
              <p:nvPr/>
            </p:nvSpPr>
            <p:spPr bwMode="auto">
              <a:xfrm>
                <a:off x="1995" y="2532"/>
                <a:ext cx="99" cy="80"/>
              </a:xfrm>
              <a:custGeom>
                <a:avLst/>
                <a:gdLst>
                  <a:gd name="T0" fmla="*/ 49 w 56"/>
                  <a:gd name="T1" fmla="*/ 3 h 45"/>
                  <a:gd name="T2" fmla="*/ 28 w 56"/>
                  <a:gd name="T3" fmla="*/ 26 h 45"/>
                  <a:gd name="T4" fmla="*/ 3 w 56"/>
                  <a:gd name="T5" fmla="*/ 39 h 45"/>
                  <a:gd name="T6" fmla="*/ 5 w 56"/>
                  <a:gd name="T7" fmla="*/ 45 h 45"/>
                  <a:gd name="T8" fmla="*/ 55 w 56"/>
                  <a:gd name="T9" fmla="*/ 6 h 45"/>
                  <a:gd name="T10" fmla="*/ 49 w 56"/>
                  <a:gd name="T11" fmla="*/ 3 h 45"/>
                </a:gdLst>
                <a:ahLst/>
                <a:cxnLst>
                  <a:cxn ang="0">
                    <a:pos x="T0" y="T1"/>
                  </a:cxn>
                  <a:cxn ang="0">
                    <a:pos x="T2" y="T3"/>
                  </a:cxn>
                  <a:cxn ang="0">
                    <a:pos x="T4" y="T5"/>
                  </a:cxn>
                  <a:cxn ang="0">
                    <a:pos x="T6" y="T7"/>
                  </a:cxn>
                  <a:cxn ang="0">
                    <a:pos x="T8" y="T9"/>
                  </a:cxn>
                  <a:cxn ang="0">
                    <a:pos x="T10" y="T11"/>
                  </a:cxn>
                </a:cxnLst>
                <a:rect l="0" t="0" r="r" b="b"/>
                <a:pathLst>
                  <a:path w="56" h="45">
                    <a:moveTo>
                      <a:pt x="49" y="3"/>
                    </a:moveTo>
                    <a:cubicBezTo>
                      <a:pt x="42" y="11"/>
                      <a:pt x="36" y="19"/>
                      <a:pt x="28" y="26"/>
                    </a:cubicBezTo>
                    <a:cubicBezTo>
                      <a:pt x="20" y="31"/>
                      <a:pt x="11" y="34"/>
                      <a:pt x="3" y="39"/>
                    </a:cubicBezTo>
                    <a:cubicBezTo>
                      <a:pt x="0" y="40"/>
                      <a:pt x="2" y="45"/>
                      <a:pt x="5" y="45"/>
                    </a:cubicBezTo>
                    <a:cubicBezTo>
                      <a:pt x="26" y="45"/>
                      <a:pt x="48" y="25"/>
                      <a:pt x="55" y="6"/>
                    </a:cubicBezTo>
                    <a:cubicBezTo>
                      <a:pt x="56" y="2"/>
                      <a:pt x="51" y="0"/>
                      <a:pt x="49"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6" name="Freeform 774">
                <a:extLst>
                  <a:ext uri="{FF2B5EF4-FFF2-40B4-BE49-F238E27FC236}">
                    <a16:creationId xmlns:a16="http://schemas.microsoft.com/office/drawing/2014/main" id="{8B579440-3F34-EB28-584B-B7157E60C7BF}"/>
                  </a:ext>
                </a:extLst>
              </p:cNvPr>
              <p:cNvSpPr/>
              <p:nvPr/>
            </p:nvSpPr>
            <p:spPr bwMode="auto">
              <a:xfrm>
                <a:off x="2030" y="2501"/>
                <a:ext cx="65" cy="51"/>
              </a:xfrm>
              <a:custGeom>
                <a:avLst/>
                <a:gdLst>
                  <a:gd name="T0" fmla="*/ 35 w 37"/>
                  <a:gd name="T1" fmla="*/ 23 h 29"/>
                  <a:gd name="T2" fmla="*/ 21 w 37"/>
                  <a:gd name="T3" fmla="*/ 12 h 29"/>
                  <a:gd name="T4" fmla="*/ 6 w 37"/>
                  <a:gd name="T5" fmla="*/ 1 h 29"/>
                  <a:gd name="T6" fmla="*/ 2 w 37"/>
                  <a:gd name="T7" fmla="*/ 6 h 29"/>
                  <a:gd name="T8" fmla="*/ 15 w 37"/>
                  <a:gd name="T9" fmla="*/ 19 h 29"/>
                  <a:gd name="T10" fmla="*/ 32 w 37"/>
                  <a:gd name="T11" fmla="*/ 28 h 29"/>
                  <a:gd name="T12" fmla="*/ 35 w 37"/>
                  <a:gd name="T13" fmla="*/ 23 h 29"/>
                </a:gdLst>
                <a:ahLst/>
                <a:cxnLst>
                  <a:cxn ang="0">
                    <a:pos x="T0" y="T1"/>
                  </a:cxn>
                  <a:cxn ang="0">
                    <a:pos x="T2" y="T3"/>
                  </a:cxn>
                  <a:cxn ang="0">
                    <a:pos x="T4" y="T5"/>
                  </a:cxn>
                  <a:cxn ang="0">
                    <a:pos x="T6" y="T7"/>
                  </a:cxn>
                  <a:cxn ang="0">
                    <a:pos x="T8" y="T9"/>
                  </a:cxn>
                  <a:cxn ang="0">
                    <a:pos x="T10" y="T11"/>
                  </a:cxn>
                  <a:cxn ang="0">
                    <a:pos x="T12" y="T13"/>
                  </a:cxn>
                </a:cxnLst>
                <a:rect l="0" t="0" r="r" b="b"/>
                <a:pathLst>
                  <a:path w="37" h="29">
                    <a:moveTo>
                      <a:pt x="35" y="23"/>
                    </a:moveTo>
                    <a:cubicBezTo>
                      <a:pt x="31" y="19"/>
                      <a:pt x="26" y="16"/>
                      <a:pt x="21" y="12"/>
                    </a:cubicBezTo>
                    <a:cubicBezTo>
                      <a:pt x="16" y="8"/>
                      <a:pt x="11" y="4"/>
                      <a:pt x="6" y="1"/>
                    </a:cubicBezTo>
                    <a:cubicBezTo>
                      <a:pt x="3" y="0"/>
                      <a:pt x="0" y="3"/>
                      <a:pt x="2" y="6"/>
                    </a:cubicBezTo>
                    <a:cubicBezTo>
                      <a:pt x="5" y="11"/>
                      <a:pt x="10" y="15"/>
                      <a:pt x="15" y="19"/>
                    </a:cubicBezTo>
                    <a:cubicBezTo>
                      <a:pt x="20" y="23"/>
                      <a:pt x="26" y="27"/>
                      <a:pt x="32" y="28"/>
                    </a:cubicBezTo>
                    <a:cubicBezTo>
                      <a:pt x="35" y="29"/>
                      <a:pt x="37" y="25"/>
                      <a:pt x="35"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7" name="Freeform 775">
                <a:extLst>
                  <a:ext uri="{FF2B5EF4-FFF2-40B4-BE49-F238E27FC236}">
                    <a16:creationId xmlns:a16="http://schemas.microsoft.com/office/drawing/2014/main" id="{60D5D05C-4767-BEA7-D1B4-4147BD9BC547}"/>
                  </a:ext>
                </a:extLst>
              </p:cNvPr>
              <p:cNvSpPr/>
              <p:nvPr/>
            </p:nvSpPr>
            <p:spPr bwMode="auto">
              <a:xfrm>
                <a:off x="2352" y="2332"/>
                <a:ext cx="79" cy="118"/>
              </a:xfrm>
              <a:custGeom>
                <a:avLst/>
                <a:gdLst>
                  <a:gd name="T0" fmla="*/ 42 w 45"/>
                  <a:gd name="T1" fmla="*/ 60 h 67"/>
                  <a:gd name="T2" fmla="*/ 6 w 45"/>
                  <a:gd name="T3" fmla="*/ 2 h 67"/>
                  <a:gd name="T4" fmla="*/ 0 w 45"/>
                  <a:gd name="T5" fmla="*/ 5 h 67"/>
                  <a:gd name="T6" fmla="*/ 39 w 45"/>
                  <a:gd name="T7" fmla="*/ 66 h 67"/>
                  <a:gd name="T8" fmla="*/ 42 w 45"/>
                  <a:gd name="T9" fmla="*/ 60 h 67"/>
                </a:gdLst>
                <a:ahLst/>
                <a:cxnLst>
                  <a:cxn ang="0">
                    <a:pos x="T0" y="T1"/>
                  </a:cxn>
                  <a:cxn ang="0">
                    <a:pos x="T2" y="T3"/>
                  </a:cxn>
                  <a:cxn ang="0">
                    <a:pos x="T4" y="T5"/>
                  </a:cxn>
                  <a:cxn ang="0">
                    <a:pos x="T6" y="T7"/>
                  </a:cxn>
                  <a:cxn ang="0">
                    <a:pos x="T8" y="T9"/>
                  </a:cxn>
                </a:cxnLst>
                <a:rect l="0" t="0" r="r" b="b"/>
                <a:pathLst>
                  <a:path w="45" h="67">
                    <a:moveTo>
                      <a:pt x="42" y="60"/>
                    </a:moveTo>
                    <a:cubicBezTo>
                      <a:pt x="18" y="48"/>
                      <a:pt x="21" y="20"/>
                      <a:pt x="6" y="2"/>
                    </a:cubicBezTo>
                    <a:cubicBezTo>
                      <a:pt x="4" y="0"/>
                      <a:pt x="0" y="2"/>
                      <a:pt x="0" y="5"/>
                    </a:cubicBezTo>
                    <a:cubicBezTo>
                      <a:pt x="5" y="27"/>
                      <a:pt x="14" y="60"/>
                      <a:pt x="39" y="66"/>
                    </a:cubicBezTo>
                    <a:cubicBezTo>
                      <a:pt x="43" y="67"/>
                      <a:pt x="45" y="62"/>
                      <a:pt x="42" y="6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8" name="Freeform 776">
                <a:extLst>
                  <a:ext uri="{FF2B5EF4-FFF2-40B4-BE49-F238E27FC236}">
                    <a16:creationId xmlns:a16="http://schemas.microsoft.com/office/drawing/2014/main" id="{4E53A77F-DA03-E247-9AE2-BDE731849542}"/>
                  </a:ext>
                </a:extLst>
              </p:cNvPr>
              <p:cNvSpPr/>
              <p:nvPr/>
            </p:nvSpPr>
            <p:spPr bwMode="auto">
              <a:xfrm>
                <a:off x="1988" y="2341"/>
                <a:ext cx="144" cy="60"/>
              </a:xfrm>
              <a:custGeom>
                <a:avLst/>
                <a:gdLst>
                  <a:gd name="T0" fmla="*/ 82 w 82"/>
                  <a:gd name="T1" fmla="*/ 30 h 34"/>
                  <a:gd name="T2" fmla="*/ 60 w 82"/>
                  <a:gd name="T3" fmla="*/ 15 h 34"/>
                  <a:gd name="T4" fmla="*/ 5 w 82"/>
                  <a:gd name="T5" fmla="*/ 2 h 34"/>
                  <a:gd name="T6" fmla="*/ 3 w 82"/>
                  <a:gd name="T7" fmla="*/ 9 h 34"/>
                  <a:gd name="T8" fmla="*/ 39 w 82"/>
                  <a:gd name="T9" fmla="*/ 19 h 34"/>
                  <a:gd name="T10" fmla="*/ 77 w 82"/>
                  <a:gd name="T11" fmla="*/ 32 h 34"/>
                  <a:gd name="T12" fmla="*/ 82 w 82"/>
                  <a:gd name="T13" fmla="*/ 30 h 34"/>
                </a:gdLst>
                <a:ahLst/>
                <a:cxnLst>
                  <a:cxn ang="0">
                    <a:pos x="T0" y="T1"/>
                  </a:cxn>
                  <a:cxn ang="0">
                    <a:pos x="T2" y="T3"/>
                  </a:cxn>
                  <a:cxn ang="0">
                    <a:pos x="T4" y="T5"/>
                  </a:cxn>
                  <a:cxn ang="0">
                    <a:pos x="T6" y="T7"/>
                  </a:cxn>
                  <a:cxn ang="0">
                    <a:pos x="T8" y="T9"/>
                  </a:cxn>
                  <a:cxn ang="0">
                    <a:pos x="T10" y="T11"/>
                  </a:cxn>
                  <a:cxn ang="0">
                    <a:pos x="T12" y="T13"/>
                  </a:cxn>
                </a:cxnLst>
                <a:rect l="0" t="0" r="r" b="b"/>
                <a:pathLst>
                  <a:path w="82" h="34">
                    <a:moveTo>
                      <a:pt x="82" y="30"/>
                    </a:moveTo>
                    <a:cubicBezTo>
                      <a:pt x="81" y="19"/>
                      <a:pt x="69" y="17"/>
                      <a:pt x="60" y="15"/>
                    </a:cubicBezTo>
                    <a:cubicBezTo>
                      <a:pt x="44" y="9"/>
                      <a:pt x="23" y="0"/>
                      <a:pt x="5" y="2"/>
                    </a:cubicBezTo>
                    <a:cubicBezTo>
                      <a:pt x="2" y="2"/>
                      <a:pt x="0" y="7"/>
                      <a:pt x="3" y="9"/>
                    </a:cubicBezTo>
                    <a:cubicBezTo>
                      <a:pt x="14" y="14"/>
                      <a:pt x="27" y="16"/>
                      <a:pt x="39" y="19"/>
                    </a:cubicBezTo>
                    <a:cubicBezTo>
                      <a:pt x="50" y="21"/>
                      <a:pt x="69" y="23"/>
                      <a:pt x="77" y="32"/>
                    </a:cubicBezTo>
                    <a:cubicBezTo>
                      <a:pt x="78" y="34"/>
                      <a:pt x="82" y="33"/>
                      <a:pt x="82"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9" name="Freeform 777">
                <a:extLst>
                  <a:ext uri="{FF2B5EF4-FFF2-40B4-BE49-F238E27FC236}">
                    <a16:creationId xmlns:a16="http://schemas.microsoft.com/office/drawing/2014/main" id="{EA082B8B-86AE-A5A7-03E2-C7CD9A23481D}"/>
                  </a:ext>
                </a:extLst>
              </p:cNvPr>
              <p:cNvSpPr/>
              <p:nvPr/>
            </p:nvSpPr>
            <p:spPr bwMode="auto">
              <a:xfrm>
                <a:off x="1832" y="2174"/>
                <a:ext cx="181" cy="242"/>
              </a:xfrm>
              <a:custGeom>
                <a:avLst/>
                <a:gdLst>
                  <a:gd name="T0" fmla="*/ 103 w 103"/>
                  <a:gd name="T1" fmla="*/ 134 h 138"/>
                  <a:gd name="T2" fmla="*/ 73 w 103"/>
                  <a:gd name="T3" fmla="*/ 50 h 138"/>
                  <a:gd name="T4" fmla="*/ 3 w 103"/>
                  <a:gd name="T5" fmla="*/ 6 h 138"/>
                  <a:gd name="T6" fmla="*/ 3 w 103"/>
                  <a:gd name="T7" fmla="*/ 13 h 138"/>
                  <a:gd name="T8" fmla="*/ 98 w 103"/>
                  <a:gd name="T9" fmla="*/ 134 h 138"/>
                  <a:gd name="T10" fmla="*/ 103 w 103"/>
                  <a:gd name="T11" fmla="*/ 134 h 138"/>
                </a:gdLst>
                <a:ahLst/>
                <a:cxnLst>
                  <a:cxn ang="0">
                    <a:pos x="T0" y="T1"/>
                  </a:cxn>
                  <a:cxn ang="0">
                    <a:pos x="T2" y="T3"/>
                  </a:cxn>
                  <a:cxn ang="0">
                    <a:pos x="T4" y="T5"/>
                  </a:cxn>
                  <a:cxn ang="0">
                    <a:pos x="T6" y="T7"/>
                  </a:cxn>
                  <a:cxn ang="0">
                    <a:pos x="T8" y="T9"/>
                  </a:cxn>
                  <a:cxn ang="0">
                    <a:pos x="T10" y="T11"/>
                  </a:cxn>
                </a:cxnLst>
                <a:rect l="0" t="0" r="r" b="b"/>
                <a:pathLst>
                  <a:path w="103" h="138">
                    <a:moveTo>
                      <a:pt x="103" y="134"/>
                    </a:moveTo>
                    <a:cubicBezTo>
                      <a:pt x="103" y="103"/>
                      <a:pt x="92" y="74"/>
                      <a:pt x="73" y="50"/>
                    </a:cubicBezTo>
                    <a:cubicBezTo>
                      <a:pt x="59" y="30"/>
                      <a:pt x="31" y="0"/>
                      <a:pt x="3" y="6"/>
                    </a:cubicBezTo>
                    <a:cubicBezTo>
                      <a:pt x="0" y="7"/>
                      <a:pt x="0" y="12"/>
                      <a:pt x="3" y="13"/>
                    </a:cubicBezTo>
                    <a:cubicBezTo>
                      <a:pt x="58" y="32"/>
                      <a:pt x="87" y="80"/>
                      <a:pt x="98" y="134"/>
                    </a:cubicBezTo>
                    <a:cubicBezTo>
                      <a:pt x="98" y="138"/>
                      <a:pt x="103" y="137"/>
                      <a:pt x="103" y="1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0" name="Freeform 778">
                <a:extLst>
                  <a:ext uri="{FF2B5EF4-FFF2-40B4-BE49-F238E27FC236}">
                    <a16:creationId xmlns:a16="http://schemas.microsoft.com/office/drawing/2014/main" id="{A86992DA-2F84-3C32-5941-107ED3FEA900}"/>
                  </a:ext>
                </a:extLst>
              </p:cNvPr>
              <p:cNvSpPr/>
              <p:nvPr/>
            </p:nvSpPr>
            <p:spPr bwMode="auto">
              <a:xfrm>
                <a:off x="1587" y="1912"/>
                <a:ext cx="292" cy="346"/>
              </a:xfrm>
              <a:custGeom>
                <a:avLst/>
                <a:gdLst>
                  <a:gd name="T0" fmla="*/ 112 w 166"/>
                  <a:gd name="T1" fmla="*/ 194 h 197"/>
                  <a:gd name="T2" fmla="*/ 121 w 166"/>
                  <a:gd name="T3" fmla="*/ 42 h 197"/>
                  <a:gd name="T4" fmla="*/ 0 w 166"/>
                  <a:gd name="T5" fmla="*/ 83 h 197"/>
                  <a:gd name="T6" fmla="*/ 8 w 166"/>
                  <a:gd name="T7" fmla="*/ 87 h 197"/>
                  <a:gd name="T8" fmla="*/ 46 w 166"/>
                  <a:gd name="T9" fmla="*/ 48 h 197"/>
                  <a:gd name="T10" fmla="*/ 77 w 166"/>
                  <a:gd name="T11" fmla="*/ 37 h 197"/>
                  <a:gd name="T12" fmla="*/ 117 w 166"/>
                  <a:gd name="T13" fmla="*/ 61 h 197"/>
                  <a:gd name="T14" fmla="*/ 107 w 166"/>
                  <a:gd name="T15" fmla="*/ 186 h 197"/>
                  <a:gd name="T16" fmla="*/ 112 w 166"/>
                  <a:gd name="T17" fmla="*/ 19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6" h="197">
                    <a:moveTo>
                      <a:pt x="112" y="194"/>
                    </a:moveTo>
                    <a:cubicBezTo>
                      <a:pt x="166" y="161"/>
                      <a:pt x="155" y="87"/>
                      <a:pt x="121" y="42"/>
                    </a:cubicBezTo>
                    <a:cubicBezTo>
                      <a:pt x="89" y="0"/>
                      <a:pt x="5" y="34"/>
                      <a:pt x="0" y="83"/>
                    </a:cubicBezTo>
                    <a:cubicBezTo>
                      <a:pt x="0" y="88"/>
                      <a:pt x="5" y="89"/>
                      <a:pt x="8" y="87"/>
                    </a:cubicBezTo>
                    <a:cubicBezTo>
                      <a:pt x="22" y="73"/>
                      <a:pt x="29" y="58"/>
                      <a:pt x="46" y="48"/>
                    </a:cubicBezTo>
                    <a:cubicBezTo>
                      <a:pt x="55" y="42"/>
                      <a:pt x="66" y="38"/>
                      <a:pt x="77" y="37"/>
                    </a:cubicBezTo>
                    <a:cubicBezTo>
                      <a:pt x="96" y="35"/>
                      <a:pt x="107" y="45"/>
                      <a:pt x="117" y="61"/>
                    </a:cubicBezTo>
                    <a:cubicBezTo>
                      <a:pt x="140" y="101"/>
                      <a:pt x="149" y="154"/>
                      <a:pt x="107" y="186"/>
                    </a:cubicBezTo>
                    <a:cubicBezTo>
                      <a:pt x="102" y="189"/>
                      <a:pt x="107" y="197"/>
                      <a:pt x="112" y="19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1" name="Freeform 779">
                <a:extLst>
                  <a:ext uri="{FF2B5EF4-FFF2-40B4-BE49-F238E27FC236}">
                    <a16:creationId xmlns:a16="http://schemas.microsoft.com/office/drawing/2014/main" id="{9C96FB90-6B2A-4F2D-A4FF-1ABAC758213B}"/>
                  </a:ext>
                </a:extLst>
              </p:cNvPr>
              <p:cNvSpPr/>
              <p:nvPr/>
            </p:nvSpPr>
            <p:spPr bwMode="auto">
              <a:xfrm>
                <a:off x="1390" y="1882"/>
                <a:ext cx="232" cy="144"/>
              </a:xfrm>
              <a:custGeom>
                <a:avLst/>
                <a:gdLst>
                  <a:gd name="T0" fmla="*/ 132 w 132"/>
                  <a:gd name="T1" fmla="*/ 78 h 82"/>
                  <a:gd name="T2" fmla="*/ 3 w 132"/>
                  <a:gd name="T3" fmla="*/ 30 h 82"/>
                  <a:gd name="T4" fmla="*/ 6 w 132"/>
                  <a:gd name="T5" fmla="*/ 36 h 82"/>
                  <a:gd name="T6" fmla="*/ 80 w 132"/>
                  <a:gd name="T7" fmla="*/ 33 h 82"/>
                  <a:gd name="T8" fmla="*/ 127 w 132"/>
                  <a:gd name="T9" fmla="*/ 79 h 82"/>
                  <a:gd name="T10" fmla="*/ 132 w 132"/>
                  <a:gd name="T11" fmla="*/ 78 h 82"/>
                </a:gdLst>
                <a:ahLst/>
                <a:cxnLst>
                  <a:cxn ang="0">
                    <a:pos x="T0" y="T1"/>
                  </a:cxn>
                  <a:cxn ang="0">
                    <a:pos x="T2" y="T3"/>
                  </a:cxn>
                  <a:cxn ang="0">
                    <a:pos x="T4" y="T5"/>
                  </a:cxn>
                  <a:cxn ang="0">
                    <a:pos x="T6" y="T7"/>
                  </a:cxn>
                  <a:cxn ang="0">
                    <a:pos x="T8" y="T9"/>
                  </a:cxn>
                  <a:cxn ang="0">
                    <a:pos x="T10" y="T11"/>
                  </a:cxn>
                </a:cxnLst>
                <a:rect l="0" t="0" r="r" b="b"/>
                <a:pathLst>
                  <a:path w="132" h="82">
                    <a:moveTo>
                      <a:pt x="132" y="78"/>
                    </a:moveTo>
                    <a:cubicBezTo>
                      <a:pt x="130" y="21"/>
                      <a:pt x="42" y="0"/>
                      <a:pt x="3" y="30"/>
                    </a:cubicBezTo>
                    <a:cubicBezTo>
                      <a:pt x="0" y="32"/>
                      <a:pt x="2" y="38"/>
                      <a:pt x="6" y="36"/>
                    </a:cubicBezTo>
                    <a:cubicBezTo>
                      <a:pt x="31" y="29"/>
                      <a:pt x="54" y="23"/>
                      <a:pt x="80" y="33"/>
                    </a:cubicBezTo>
                    <a:cubicBezTo>
                      <a:pt x="102" y="42"/>
                      <a:pt x="117" y="58"/>
                      <a:pt x="127" y="79"/>
                    </a:cubicBezTo>
                    <a:cubicBezTo>
                      <a:pt x="128" y="82"/>
                      <a:pt x="132" y="81"/>
                      <a:pt x="132" y="7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2" name="Freeform 780">
                <a:extLst>
                  <a:ext uri="{FF2B5EF4-FFF2-40B4-BE49-F238E27FC236}">
                    <a16:creationId xmlns:a16="http://schemas.microsoft.com/office/drawing/2014/main" id="{6F30D17C-D9EF-14F7-518F-68D3180BAFC3}"/>
                  </a:ext>
                </a:extLst>
              </p:cNvPr>
              <p:cNvSpPr/>
              <p:nvPr/>
            </p:nvSpPr>
            <p:spPr bwMode="auto">
              <a:xfrm>
                <a:off x="1543" y="1695"/>
                <a:ext cx="88" cy="252"/>
              </a:xfrm>
              <a:custGeom>
                <a:avLst/>
                <a:gdLst>
                  <a:gd name="T0" fmla="*/ 15 w 50"/>
                  <a:gd name="T1" fmla="*/ 137 h 143"/>
                  <a:gd name="T2" fmla="*/ 18 w 50"/>
                  <a:gd name="T3" fmla="*/ 66 h 143"/>
                  <a:gd name="T4" fmla="*/ 48 w 50"/>
                  <a:gd name="T5" fmla="*/ 8 h 143"/>
                  <a:gd name="T6" fmla="*/ 42 w 50"/>
                  <a:gd name="T7" fmla="*/ 2 h 143"/>
                  <a:gd name="T8" fmla="*/ 7 w 50"/>
                  <a:gd name="T9" fmla="*/ 60 h 143"/>
                  <a:gd name="T10" fmla="*/ 6 w 50"/>
                  <a:gd name="T11" fmla="*/ 138 h 143"/>
                  <a:gd name="T12" fmla="*/ 15 w 50"/>
                  <a:gd name="T13" fmla="*/ 137 h 143"/>
                </a:gdLst>
                <a:ahLst/>
                <a:cxnLst>
                  <a:cxn ang="0">
                    <a:pos x="T0" y="T1"/>
                  </a:cxn>
                  <a:cxn ang="0">
                    <a:pos x="T2" y="T3"/>
                  </a:cxn>
                  <a:cxn ang="0">
                    <a:pos x="T4" y="T5"/>
                  </a:cxn>
                  <a:cxn ang="0">
                    <a:pos x="T6" y="T7"/>
                  </a:cxn>
                  <a:cxn ang="0">
                    <a:pos x="T8" y="T9"/>
                  </a:cxn>
                  <a:cxn ang="0">
                    <a:pos x="T10" y="T11"/>
                  </a:cxn>
                  <a:cxn ang="0">
                    <a:pos x="T12" y="T13"/>
                  </a:cxn>
                </a:cxnLst>
                <a:rect l="0" t="0" r="r" b="b"/>
                <a:pathLst>
                  <a:path w="50" h="143">
                    <a:moveTo>
                      <a:pt x="15" y="137"/>
                    </a:moveTo>
                    <a:cubicBezTo>
                      <a:pt x="15" y="113"/>
                      <a:pt x="11" y="90"/>
                      <a:pt x="18" y="66"/>
                    </a:cubicBezTo>
                    <a:cubicBezTo>
                      <a:pt x="24" y="43"/>
                      <a:pt x="39" y="29"/>
                      <a:pt x="48" y="8"/>
                    </a:cubicBezTo>
                    <a:cubicBezTo>
                      <a:pt x="50" y="4"/>
                      <a:pt x="46" y="0"/>
                      <a:pt x="42" y="2"/>
                    </a:cubicBezTo>
                    <a:cubicBezTo>
                      <a:pt x="23" y="13"/>
                      <a:pt x="12" y="40"/>
                      <a:pt x="7" y="60"/>
                    </a:cubicBezTo>
                    <a:cubicBezTo>
                      <a:pt x="0" y="85"/>
                      <a:pt x="0" y="113"/>
                      <a:pt x="6" y="138"/>
                    </a:cubicBezTo>
                    <a:cubicBezTo>
                      <a:pt x="8" y="143"/>
                      <a:pt x="15" y="142"/>
                      <a:pt x="15" y="1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3" name="Freeform 781">
                <a:extLst>
                  <a:ext uri="{FF2B5EF4-FFF2-40B4-BE49-F238E27FC236}">
                    <a16:creationId xmlns:a16="http://schemas.microsoft.com/office/drawing/2014/main" id="{193AE071-E96C-0C87-6387-5DA917788630}"/>
                  </a:ext>
                </a:extLst>
              </p:cNvPr>
              <p:cNvSpPr/>
              <p:nvPr/>
            </p:nvSpPr>
            <p:spPr bwMode="auto">
              <a:xfrm>
                <a:off x="1585" y="1535"/>
                <a:ext cx="46" cy="183"/>
              </a:xfrm>
              <a:custGeom>
                <a:avLst/>
                <a:gdLst>
                  <a:gd name="T0" fmla="*/ 23 w 26"/>
                  <a:gd name="T1" fmla="*/ 99 h 104"/>
                  <a:gd name="T2" fmla="*/ 20 w 26"/>
                  <a:gd name="T3" fmla="*/ 52 h 104"/>
                  <a:gd name="T4" fmla="*/ 25 w 26"/>
                  <a:gd name="T5" fmla="*/ 7 h 104"/>
                  <a:gd name="T6" fmla="*/ 19 w 26"/>
                  <a:gd name="T7" fmla="*/ 3 h 104"/>
                  <a:gd name="T8" fmla="*/ 16 w 26"/>
                  <a:gd name="T9" fmla="*/ 100 h 104"/>
                  <a:gd name="T10" fmla="*/ 23 w 26"/>
                  <a:gd name="T11" fmla="*/ 99 h 104"/>
                </a:gdLst>
                <a:ahLst/>
                <a:cxnLst>
                  <a:cxn ang="0">
                    <a:pos x="T0" y="T1"/>
                  </a:cxn>
                  <a:cxn ang="0">
                    <a:pos x="T2" y="T3"/>
                  </a:cxn>
                  <a:cxn ang="0">
                    <a:pos x="T4" y="T5"/>
                  </a:cxn>
                  <a:cxn ang="0">
                    <a:pos x="T6" y="T7"/>
                  </a:cxn>
                  <a:cxn ang="0">
                    <a:pos x="T8" y="T9"/>
                  </a:cxn>
                  <a:cxn ang="0">
                    <a:pos x="T10" y="T11"/>
                  </a:cxn>
                </a:cxnLst>
                <a:rect l="0" t="0" r="r" b="b"/>
                <a:pathLst>
                  <a:path w="26" h="104">
                    <a:moveTo>
                      <a:pt x="23" y="99"/>
                    </a:moveTo>
                    <a:cubicBezTo>
                      <a:pt x="24" y="83"/>
                      <a:pt x="21" y="68"/>
                      <a:pt x="20" y="52"/>
                    </a:cubicBezTo>
                    <a:cubicBezTo>
                      <a:pt x="19" y="36"/>
                      <a:pt x="23" y="22"/>
                      <a:pt x="25" y="7"/>
                    </a:cubicBezTo>
                    <a:cubicBezTo>
                      <a:pt x="26" y="4"/>
                      <a:pt x="22" y="0"/>
                      <a:pt x="19" y="3"/>
                    </a:cubicBezTo>
                    <a:cubicBezTo>
                      <a:pt x="0" y="28"/>
                      <a:pt x="11" y="72"/>
                      <a:pt x="16" y="100"/>
                    </a:cubicBezTo>
                    <a:cubicBezTo>
                      <a:pt x="17" y="104"/>
                      <a:pt x="23" y="103"/>
                      <a:pt x="23" y="9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4" name="Freeform 782">
                <a:extLst>
                  <a:ext uri="{FF2B5EF4-FFF2-40B4-BE49-F238E27FC236}">
                    <a16:creationId xmlns:a16="http://schemas.microsoft.com/office/drawing/2014/main" id="{BDFB73A7-6685-68C4-10A3-4FDDEE8171B7}"/>
                  </a:ext>
                </a:extLst>
              </p:cNvPr>
              <p:cNvSpPr/>
              <p:nvPr/>
            </p:nvSpPr>
            <p:spPr bwMode="auto">
              <a:xfrm>
                <a:off x="1709" y="1375"/>
                <a:ext cx="485" cy="341"/>
              </a:xfrm>
              <a:custGeom>
                <a:avLst/>
                <a:gdLst>
                  <a:gd name="T0" fmla="*/ 7 w 276"/>
                  <a:gd name="T1" fmla="*/ 191 h 194"/>
                  <a:gd name="T2" fmla="*/ 43 w 276"/>
                  <a:gd name="T3" fmla="*/ 115 h 194"/>
                  <a:gd name="T4" fmla="*/ 106 w 276"/>
                  <a:gd name="T5" fmla="*/ 43 h 194"/>
                  <a:gd name="T6" fmla="*/ 188 w 276"/>
                  <a:gd name="T7" fmla="*/ 12 h 194"/>
                  <a:gd name="T8" fmla="*/ 231 w 276"/>
                  <a:gd name="T9" fmla="*/ 15 h 194"/>
                  <a:gd name="T10" fmla="*/ 269 w 276"/>
                  <a:gd name="T11" fmla="*/ 29 h 194"/>
                  <a:gd name="T12" fmla="*/ 273 w 276"/>
                  <a:gd name="T13" fmla="*/ 23 h 194"/>
                  <a:gd name="T14" fmla="*/ 194 w 276"/>
                  <a:gd name="T15" fmla="*/ 1 h 194"/>
                  <a:gd name="T16" fmla="*/ 109 w 276"/>
                  <a:gd name="T17" fmla="*/ 29 h 194"/>
                  <a:gd name="T18" fmla="*/ 1 w 276"/>
                  <a:gd name="T19" fmla="*/ 189 h 194"/>
                  <a:gd name="T20" fmla="*/ 7 w 276"/>
                  <a:gd name="T21" fmla="*/ 191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6" h="194">
                    <a:moveTo>
                      <a:pt x="7" y="191"/>
                    </a:moveTo>
                    <a:cubicBezTo>
                      <a:pt x="19" y="166"/>
                      <a:pt x="28" y="139"/>
                      <a:pt x="43" y="115"/>
                    </a:cubicBezTo>
                    <a:cubicBezTo>
                      <a:pt x="59" y="88"/>
                      <a:pt x="80" y="62"/>
                      <a:pt x="106" y="43"/>
                    </a:cubicBezTo>
                    <a:cubicBezTo>
                      <a:pt x="130" y="26"/>
                      <a:pt x="159" y="15"/>
                      <a:pt x="188" y="12"/>
                    </a:cubicBezTo>
                    <a:cubicBezTo>
                      <a:pt x="202" y="11"/>
                      <a:pt x="217" y="12"/>
                      <a:pt x="231" y="15"/>
                    </a:cubicBezTo>
                    <a:cubicBezTo>
                      <a:pt x="244" y="18"/>
                      <a:pt x="256" y="25"/>
                      <a:pt x="269" y="29"/>
                    </a:cubicBezTo>
                    <a:cubicBezTo>
                      <a:pt x="273" y="30"/>
                      <a:pt x="276" y="25"/>
                      <a:pt x="273" y="23"/>
                    </a:cubicBezTo>
                    <a:cubicBezTo>
                      <a:pt x="254" y="4"/>
                      <a:pt x="219" y="0"/>
                      <a:pt x="194" y="1"/>
                    </a:cubicBezTo>
                    <a:cubicBezTo>
                      <a:pt x="164" y="3"/>
                      <a:pt x="134" y="13"/>
                      <a:pt x="109" y="29"/>
                    </a:cubicBezTo>
                    <a:cubicBezTo>
                      <a:pt x="56" y="63"/>
                      <a:pt x="13" y="128"/>
                      <a:pt x="1" y="189"/>
                    </a:cubicBezTo>
                    <a:cubicBezTo>
                      <a:pt x="0" y="192"/>
                      <a:pt x="5" y="194"/>
                      <a:pt x="7" y="19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5" name="Freeform 783">
                <a:extLst>
                  <a:ext uri="{FF2B5EF4-FFF2-40B4-BE49-F238E27FC236}">
                    <a16:creationId xmlns:a16="http://schemas.microsoft.com/office/drawing/2014/main" id="{53527ED5-1112-1648-9061-8B2644C32E2F}"/>
                  </a:ext>
                </a:extLst>
              </p:cNvPr>
              <p:cNvSpPr/>
              <p:nvPr/>
            </p:nvSpPr>
            <p:spPr bwMode="auto">
              <a:xfrm>
                <a:off x="1754" y="1307"/>
                <a:ext cx="51" cy="116"/>
              </a:xfrm>
              <a:custGeom>
                <a:avLst/>
                <a:gdLst>
                  <a:gd name="T0" fmla="*/ 28 w 29"/>
                  <a:gd name="T1" fmla="*/ 60 h 66"/>
                  <a:gd name="T2" fmla="*/ 20 w 29"/>
                  <a:gd name="T3" fmla="*/ 32 h 66"/>
                  <a:gd name="T4" fmla="*/ 26 w 29"/>
                  <a:gd name="T5" fmla="*/ 6 h 66"/>
                  <a:gd name="T6" fmla="*/ 22 w 29"/>
                  <a:gd name="T7" fmla="*/ 2 h 66"/>
                  <a:gd name="T8" fmla="*/ 23 w 29"/>
                  <a:gd name="T9" fmla="*/ 63 h 66"/>
                  <a:gd name="T10" fmla="*/ 28 w 29"/>
                  <a:gd name="T11" fmla="*/ 60 h 66"/>
                </a:gdLst>
                <a:ahLst/>
                <a:cxnLst>
                  <a:cxn ang="0">
                    <a:pos x="T0" y="T1"/>
                  </a:cxn>
                  <a:cxn ang="0">
                    <a:pos x="T2" y="T3"/>
                  </a:cxn>
                  <a:cxn ang="0">
                    <a:pos x="T4" y="T5"/>
                  </a:cxn>
                  <a:cxn ang="0">
                    <a:pos x="T6" y="T7"/>
                  </a:cxn>
                  <a:cxn ang="0">
                    <a:pos x="T8" y="T9"/>
                  </a:cxn>
                  <a:cxn ang="0">
                    <a:pos x="T10" y="T11"/>
                  </a:cxn>
                </a:cxnLst>
                <a:rect l="0" t="0" r="r" b="b"/>
                <a:pathLst>
                  <a:path w="29" h="66">
                    <a:moveTo>
                      <a:pt x="28" y="60"/>
                    </a:moveTo>
                    <a:cubicBezTo>
                      <a:pt x="27" y="50"/>
                      <a:pt x="22" y="42"/>
                      <a:pt x="20" y="32"/>
                    </a:cubicBezTo>
                    <a:cubicBezTo>
                      <a:pt x="19" y="23"/>
                      <a:pt x="21" y="14"/>
                      <a:pt x="26" y="6"/>
                    </a:cubicBezTo>
                    <a:cubicBezTo>
                      <a:pt x="28" y="3"/>
                      <a:pt x="25" y="0"/>
                      <a:pt x="22" y="2"/>
                    </a:cubicBezTo>
                    <a:cubicBezTo>
                      <a:pt x="0" y="14"/>
                      <a:pt x="12" y="47"/>
                      <a:pt x="23" y="63"/>
                    </a:cubicBezTo>
                    <a:cubicBezTo>
                      <a:pt x="25" y="66"/>
                      <a:pt x="29" y="64"/>
                      <a:pt x="28" y="6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6" name="Freeform 784">
                <a:extLst>
                  <a:ext uri="{FF2B5EF4-FFF2-40B4-BE49-F238E27FC236}">
                    <a16:creationId xmlns:a16="http://schemas.microsoft.com/office/drawing/2014/main" id="{F16CB70F-BE3B-49F5-FD7D-80735F84BFE0}"/>
                  </a:ext>
                </a:extLst>
              </p:cNvPr>
              <p:cNvSpPr/>
              <p:nvPr/>
            </p:nvSpPr>
            <p:spPr bwMode="auto">
              <a:xfrm>
                <a:off x="1649" y="2246"/>
                <a:ext cx="95" cy="197"/>
              </a:xfrm>
              <a:custGeom>
                <a:avLst/>
                <a:gdLst>
                  <a:gd name="T0" fmla="*/ 12 w 54"/>
                  <a:gd name="T1" fmla="*/ 5 h 112"/>
                  <a:gd name="T2" fmla="*/ 48 w 54"/>
                  <a:gd name="T3" fmla="*/ 110 h 112"/>
                  <a:gd name="T4" fmla="*/ 51 w 54"/>
                  <a:gd name="T5" fmla="*/ 105 h 112"/>
                  <a:gd name="T6" fmla="*/ 19 w 54"/>
                  <a:gd name="T7" fmla="*/ 7 h 112"/>
                  <a:gd name="T8" fmla="*/ 12 w 54"/>
                  <a:gd name="T9" fmla="*/ 5 h 112"/>
                </a:gdLst>
                <a:ahLst/>
                <a:cxnLst>
                  <a:cxn ang="0">
                    <a:pos x="T0" y="T1"/>
                  </a:cxn>
                  <a:cxn ang="0">
                    <a:pos x="T2" y="T3"/>
                  </a:cxn>
                  <a:cxn ang="0">
                    <a:pos x="T4" y="T5"/>
                  </a:cxn>
                  <a:cxn ang="0">
                    <a:pos x="T6" y="T7"/>
                  </a:cxn>
                  <a:cxn ang="0">
                    <a:pos x="T8" y="T9"/>
                  </a:cxn>
                </a:cxnLst>
                <a:rect l="0" t="0" r="r" b="b"/>
                <a:pathLst>
                  <a:path w="54" h="112">
                    <a:moveTo>
                      <a:pt x="12" y="5"/>
                    </a:moveTo>
                    <a:cubicBezTo>
                      <a:pt x="0" y="40"/>
                      <a:pt x="13" y="92"/>
                      <a:pt x="48" y="110"/>
                    </a:cubicBezTo>
                    <a:cubicBezTo>
                      <a:pt x="51" y="112"/>
                      <a:pt x="54" y="108"/>
                      <a:pt x="51" y="105"/>
                    </a:cubicBezTo>
                    <a:cubicBezTo>
                      <a:pt x="26" y="75"/>
                      <a:pt x="12" y="48"/>
                      <a:pt x="19" y="7"/>
                    </a:cubicBezTo>
                    <a:cubicBezTo>
                      <a:pt x="20" y="2"/>
                      <a:pt x="13" y="0"/>
                      <a:pt x="12"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7" name="Freeform 785">
                <a:extLst>
                  <a:ext uri="{FF2B5EF4-FFF2-40B4-BE49-F238E27FC236}">
                    <a16:creationId xmlns:a16="http://schemas.microsoft.com/office/drawing/2014/main" id="{E0244E28-AAB3-93B3-A76D-643A10810D63}"/>
                  </a:ext>
                </a:extLst>
              </p:cNvPr>
              <p:cNvSpPr/>
              <p:nvPr/>
            </p:nvSpPr>
            <p:spPr bwMode="auto">
              <a:xfrm>
                <a:off x="1543" y="2098"/>
                <a:ext cx="111" cy="139"/>
              </a:xfrm>
              <a:custGeom>
                <a:avLst/>
                <a:gdLst>
                  <a:gd name="T0" fmla="*/ 60 w 63"/>
                  <a:gd name="T1" fmla="*/ 71 h 79"/>
                  <a:gd name="T2" fmla="*/ 27 w 63"/>
                  <a:gd name="T3" fmla="*/ 44 h 79"/>
                  <a:gd name="T4" fmla="*/ 9 w 63"/>
                  <a:gd name="T5" fmla="*/ 4 h 79"/>
                  <a:gd name="T6" fmla="*/ 3 w 63"/>
                  <a:gd name="T7" fmla="*/ 5 h 79"/>
                  <a:gd name="T8" fmla="*/ 55 w 63"/>
                  <a:gd name="T9" fmla="*/ 77 h 79"/>
                  <a:gd name="T10" fmla="*/ 60 w 63"/>
                  <a:gd name="T11" fmla="*/ 71 h 79"/>
                </a:gdLst>
                <a:ahLst/>
                <a:cxnLst>
                  <a:cxn ang="0">
                    <a:pos x="T0" y="T1"/>
                  </a:cxn>
                  <a:cxn ang="0">
                    <a:pos x="T2" y="T3"/>
                  </a:cxn>
                  <a:cxn ang="0">
                    <a:pos x="T4" y="T5"/>
                  </a:cxn>
                  <a:cxn ang="0">
                    <a:pos x="T6" y="T7"/>
                  </a:cxn>
                  <a:cxn ang="0">
                    <a:pos x="T8" y="T9"/>
                  </a:cxn>
                  <a:cxn ang="0">
                    <a:pos x="T10" y="T11"/>
                  </a:cxn>
                </a:cxnLst>
                <a:rect l="0" t="0" r="r" b="b"/>
                <a:pathLst>
                  <a:path w="63" h="79">
                    <a:moveTo>
                      <a:pt x="60" y="71"/>
                    </a:moveTo>
                    <a:cubicBezTo>
                      <a:pt x="50" y="61"/>
                      <a:pt x="37" y="54"/>
                      <a:pt x="27" y="44"/>
                    </a:cubicBezTo>
                    <a:cubicBezTo>
                      <a:pt x="15" y="33"/>
                      <a:pt x="15" y="18"/>
                      <a:pt x="9" y="4"/>
                    </a:cubicBezTo>
                    <a:cubicBezTo>
                      <a:pt x="8" y="0"/>
                      <a:pt x="3" y="1"/>
                      <a:pt x="3" y="5"/>
                    </a:cubicBezTo>
                    <a:cubicBezTo>
                      <a:pt x="0" y="39"/>
                      <a:pt x="28" y="62"/>
                      <a:pt x="55" y="77"/>
                    </a:cubicBezTo>
                    <a:cubicBezTo>
                      <a:pt x="59" y="79"/>
                      <a:pt x="63" y="74"/>
                      <a:pt x="60" y="7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8" name="Freeform 786">
                <a:extLst>
                  <a:ext uri="{FF2B5EF4-FFF2-40B4-BE49-F238E27FC236}">
                    <a16:creationId xmlns:a16="http://schemas.microsoft.com/office/drawing/2014/main" id="{EB0AE0EF-611E-1063-12FE-CBB8583B273C}"/>
                  </a:ext>
                </a:extLst>
              </p:cNvPr>
              <p:cNvSpPr/>
              <p:nvPr/>
            </p:nvSpPr>
            <p:spPr bwMode="auto">
              <a:xfrm>
                <a:off x="1508" y="2225"/>
                <a:ext cx="148" cy="144"/>
              </a:xfrm>
              <a:custGeom>
                <a:avLst/>
                <a:gdLst>
                  <a:gd name="T0" fmla="*/ 78 w 84"/>
                  <a:gd name="T1" fmla="*/ 2 h 82"/>
                  <a:gd name="T2" fmla="*/ 1 w 84"/>
                  <a:gd name="T3" fmla="*/ 74 h 82"/>
                  <a:gd name="T4" fmla="*/ 7 w 84"/>
                  <a:gd name="T5" fmla="*/ 78 h 82"/>
                  <a:gd name="T6" fmla="*/ 38 w 84"/>
                  <a:gd name="T7" fmla="*/ 40 h 82"/>
                  <a:gd name="T8" fmla="*/ 81 w 84"/>
                  <a:gd name="T9" fmla="*/ 8 h 82"/>
                  <a:gd name="T10" fmla="*/ 78 w 84"/>
                  <a:gd name="T11" fmla="*/ 2 h 82"/>
                </a:gdLst>
                <a:ahLst/>
                <a:cxnLst>
                  <a:cxn ang="0">
                    <a:pos x="T0" y="T1"/>
                  </a:cxn>
                  <a:cxn ang="0">
                    <a:pos x="T2" y="T3"/>
                  </a:cxn>
                  <a:cxn ang="0">
                    <a:pos x="T4" y="T5"/>
                  </a:cxn>
                  <a:cxn ang="0">
                    <a:pos x="T6" y="T7"/>
                  </a:cxn>
                  <a:cxn ang="0">
                    <a:pos x="T8" y="T9"/>
                  </a:cxn>
                  <a:cxn ang="0">
                    <a:pos x="T10" y="T11"/>
                  </a:cxn>
                </a:cxnLst>
                <a:rect l="0" t="0" r="r" b="b"/>
                <a:pathLst>
                  <a:path w="84" h="82">
                    <a:moveTo>
                      <a:pt x="78" y="2"/>
                    </a:moveTo>
                    <a:cubicBezTo>
                      <a:pt x="46" y="14"/>
                      <a:pt x="15" y="43"/>
                      <a:pt x="1" y="74"/>
                    </a:cubicBezTo>
                    <a:cubicBezTo>
                      <a:pt x="0" y="77"/>
                      <a:pt x="4" y="82"/>
                      <a:pt x="7" y="78"/>
                    </a:cubicBezTo>
                    <a:cubicBezTo>
                      <a:pt x="17" y="65"/>
                      <a:pt x="26" y="52"/>
                      <a:pt x="38" y="40"/>
                    </a:cubicBezTo>
                    <a:cubicBezTo>
                      <a:pt x="51" y="28"/>
                      <a:pt x="66" y="18"/>
                      <a:pt x="81" y="8"/>
                    </a:cubicBezTo>
                    <a:cubicBezTo>
                      <a:pt x="84" y="6"/>
                      <a:pt x="82" y="0"/>
                      <a:pt x="78"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9" name="Freeform 787">
                <a:extLst>
                  <a:ext uri="{FF2B5EF4-FFF2-40B4-BE49-F238E27FC236}">
                    <a16:creationId xmlns:a16="http://schemas.microsoft.com/office/drawing/2014/main" id="{6D7EF531-ECBB-A8E7-1D22-FF85A841E7B2}"/>
                  </a:ext>
                </a:extLst>
              </p:cNvPr>
              <p:cNvSpPr/>
              <p:nvPr/>
            </p:nvSpPr>
            <p:spPr bwMode="auto">
              <a:xfrm>
                <a:off x="1540" y="2395"/>
                <a:ext cx="53" cy="120"/>
              </a:xfrm>
              <a:custGeom>
                <a:avLst/>
                <a:gdLst>
                  <a:gd name="T0" fmla="*/ 6 w 30"/>
                  <a:gd name="T1" fmla="*/ 4 h 68"/>
                  <a:gd name="T2" fmla="*/ 22 w 30"/>
                  <a:gd name="T3" fmla="*/ 65 h 68"/>
                  <a:gd name="T4" fmla="*/ 29 w 30"/>
                  <a:gd name="T5" fmla="*/ 63 h 68"/>
                  <a:gd name="T6" fmla="*/ 21 w 30"/>
                  <a:gd name="T7" fmla="*/ 40 h 68"/>
                  <a:gd name="T8" fmla="*/ 13 w 30"/>
                  <a:gd name="T9" fmla="*/ 5 h 68"/>
                  <a:gd name="T10" fmla="*/ 6 w 30"/>
                  <a:gd name="T11" fmla="*/ 4 h 68"/>
                </a:gdLst>
                <a:ahLst/>
                <a:cxnLst>
                  <a:cxn ang="0">
                    <a:pos x="T0" y="T1"/>
                  </a:cxn>
                  <a:cxn ang="0">
                    <a:pos x="T2" y="T3"/>
                  </a:cxn>
                  <a:cxn ang="0">
                    <a:pos x="T4" y="T5"/>
                  </a:cxn>
                  <a:cxn ang="0">
                    <a:pos x="T6" y="T7"/>
                  </a:cxn>
                  <a:cxn ang="0">
                    <a:pos x="T8" y="T9"/>
                  </a:cxn>
                  <a:cxn ang="0">
                    <a:pos x="T10" y="T11"/>
                  </a:cxn>
                </a:cxnLst>
                <a:rect l="0" t="0" r="r" b="b"/>
                <a:pathLst>
                  <a:path w="30" h="68">
                    <a:moveTo>
                      <a:pt x="6" y="4"/>
                    </a:moveTo>
                    <a:cubicBezTo>
                      <a:pt x="0" y="27"/>
                      <a:pt x="12" y="46"/>
                      <a:pt x="22" y="65"/>
                    </a:cubicBezTo>
                    <a:cubicBezTo>
                      <a:pt x="24" y="68"/>
                      <a:pt x="29" y="67"/>
                      <a:pt x="29" y="63"/>
                    </a:cubicBezTo>
                    <a:cubicBezTo>
                      <a:pt x="30" y="54"/>
                      <a:pt x="25" y="48"/>
                      <a:pt x="21" y="40"/>
                    </a:cubicBezTo>
                    <a:cubicBezTo>
                      <a:pt x="14" y="29"/>
                      <a:pt x="13" y="18"/>
                      <a:pt x="13" y="5"/>
                    </a:cubicBezTo>
                    <a:cubicBezTo>
                      <a:pt x="12" y="1"/>
                      <a:pt x="7" y="0"/>
                      <a:pt x="6"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0" name="Freeform 788">
                <a:extLst>
                  <a:ext uri="{FF2B5EF4-FFF2-40B4-BE49-F238E27FC236}">
                    <a16:creationId xmlns:a16="http://schemas.microsoft.com/office/drawing/2014/main" id="{2B545228-8CBE-7E22-3399-6C055B944B60}"/>
                  </a:ext>
                </a:extLst>
              </p:cNvPr>
              <p:cNvSpPr/>
              <p:nvPr/>
            </p:nvSpPr>
            <p:spPr bwMode="auto">
              <a:xfrm>
                <a:off x="2380" y="1034"/>
                <a:ext cx="84" cy="130"/>
              </a:xfrm>
              <a:custGeom>
                <a:avLst/>
                <a:gdLst>
                  <a:gd name="T0" fmla="*/ 38 w 48"/>
                  <a:gd name="T1" fmla="*/ 71 h 74"/>
                  <a:gd name="T2" fmla="*/ 5 w 48"/>
                  <a:gd name="T3" fmla="*/ 0 h 74"/>
                  <a:gd name="T4" fmla="*/ 2 w 48"/>
                  <a:gd name="T5" fmla="*/ 6 h 74"/>
                  <a:gd name="T6" fmla="*/ 26 w 48"/>
                  <a:gd name="T7" fmla="*/ 31 h 74"/>
                  <a:gd name="T8" fmla="*/ 33 w 48"/>
                  <a:gd name="T9" fmla="*/ 69 h 74"/>
                  <a:gd name="T10" fmla="*/ 38 w 48"/>
                  <a:gd name="T11" fmla="*/ 71 h 74"/>
                </a:gdLst>
                <a:ahLst/>
                <a:cxnLst>
                  <a:cxn ang="0">
                    <a:pos x="T0" y="T1"/>
                  </a:cxn>
                  <a:cxn ang="0">
                    <a:pos x="T2" y="T3"/>
                  </a:cxn>
                  <a:cxn ang="0">
                    <a:pos x="T4" y="T5"/>
                  </a:cxn>
                  <a:cxn ang="0">
                    <a:pos x="T6" y="T7"/>
                  </a:cxn>
                  <a:cxn ang="0">
                    <a:pos x="T8" y="T9"/>
                  </a:cxn>
                  <a:cxn ang="0">
                    <a:pos x="T10" y="T11"/>
                  </a:cxn>
                </a:cxnLst>
                <a:rect l="0" t="0" r="r" b="b"/>
                <a:pathLst>
                  <a:path w="48" h="74">
                    <a:moveTo>
                      <a:pt x="38" y="71"/>
                    </a:moveTo>
                    <a:cubicBezTo>
                      <a:pt x="48" y="47"/>
                      <a:pt x="34" y="3"/>
                      <a:pt x="5" y="0"/>
                    </a:cubicBezTo>
                    <a:cubicBezTo>
                      <a:pt x="2" y="0"/>
                      <a:pt x="0" y="4"/>
                      <a:pt x="2" y="6"/>
                    </a:cubicBezTo>
                    <a:cubicBezTo>
                      <a:pt x="11" y="15"/>
                      <a:pt x="20" y="20"/>
                      <a:pt x="26" y="31"/>
                    </a:cubicBezTo>
                    <a:cubicBezTo>
                      <a:pt x="33" y="42"/>
                      <a:pt x="35" y="56"/>
                      <a:pt x="33" y="69"/>
                    </a:cubicBezTo>
                    <a:cubicBezTo>
                      <a:pt x="32" y="73"/>
                      <a:pt x="37" y="74"/>
                      <a:pt x="38" y="7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1" name="Freeform 789">
                <a:extLst>
                  <a:ext uri="{FF2B5EF4-FFF2-40B4-BE49-F238E27FC236}">
                    <a16:creationId xmlns:a16="http://schemas.microsoft.com/office/drawing/2014/main" id="{31539988-2F92-9209-903E-5351D9DA7708}"/>
                  </a:ext>
                </a:extLst>
              </p:cNvPr>
              <p:cNvSpPr/>
              <p:nvPr/>
            </p:nvSpPr>
            <p:spPr bwMode="auto">
              <a:xfrm>
                <a:off x="2577" y="920"/>
                <a:ext cx="46" cy="74"/>
              </a:xfrm>
              <a:custGeom>
                <a:avLst/>
                <a:gdLst>
                  <a:gd name="T0" fmla="*/ 17 w 26"/>
                  <a:gd name="T1" fmla="*/ 3 h 42"/>
                  <a:gd name="T2" fmla="*/ 3 w 26"/>
                  <a:gd name="T3" fmla="*/ 39 h 42"/>
                  <a:gd name="T4" fmla="*/ 10 w 26"/>
                  <a:gd name="T5" fmla="*/ 40 h 42"/>
                  <a:gd name="T6" fmla="*/ 15 w 26"/>
                  <a:gd name="T7" fmla="*/ 24 h 42"/>
                  <a:gd name="T8" fmla="*/ 23 w 26"/>
                  <a:gd name="T9" fmla="*/ 8 h 42"/>
                  <a:gd name="T10" fmla="*/ 17 w 26"/>
                  <a:gd name="T11" fmla="*/ 3 h 42"/>
                </a:gdLst>
                <a:ahLst/>
                <a:cxnLst>
                  <a:cxn ang="0">
                    <a:pos x="T0" y="T1"/>
                  </a:cxn>
                  <a:cxn ang="0">
                    <a:pos x="T2" y="T3"/>
                  </a:cxn>
                  <a:cxn ang="0">
                    <a:pos x="T4" y="T5"/>
                  </a:cxn>
                  <a:cxn ang="0">
                    <a:pos x="T6" y="T7"/>
                  </a:cxn>
                  <a:cxn ang="0">
                    <a:pos x="T8" y="T9"/>
                  </a:cxn>
                  <a:cxn ang="0">
                    <a:pos x="T10" y="T11"/>
                  </a:cxn>
                </a:cxnLst>
                <a:rect l="0" t="0" r="r" b="b"/>
                <a:pathLst>
                  <a:path w="26" h="42">
                    <a:moveTo>
                      <a:pt x="17" y="3"/>
                    </a:moveTo>
                    <a:cubicBezTo>
                      <a:pt x="9" y="10"/>
                      <a:pt x="0" y="27"/>
                      <a:pt x="3" y="39"/>
                    </a:cubicBezTo>
                    <a:cubicBezTo>
                      <a:pt x="4" y="42"/>
                      <a:pt x="8" y="42"/>
                      <a:pt x="10" y="40"/>
                    </a:cubicBezTo>
                    <a:cubicBezTo>
                      <a:pt x="12" y="35"/>
                      <a:pt x="13" y="29"/>
                      <a:pt x="15" y="24"/>
                    </a:cubicBezTo>
                    <a:cubicBezTo>
                      <a:pt x="17" y="18"/>
                      <a:pt x="20" y="13"/>
                      <a:pt x="23" y="8"/>
                    </a:cubicBezTo>
                    <a:cubicBezTo>
                      <a:pt x="26" y="4"/>
                      <a:pt x="20" y="0"/>
                      <a:pt x="17"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2" name="Freeform 790">
                <a:extLst>
                  <a:ext uri="{FF2B5EF4-FFF2-40B4-BE49-F238E27FC236}">
                    <a16:creationId xmlns:a16="http://schemas.microsoft.com/office/drawing/2014/main" id="{0DDE2E5D-1F58-18BF-BE2D-B964F47FF67A}"/>
                  </a:ext>
                </a:extLst>
              </p:cNvPr>
              <p:cNvSpPr/>
              <p:nvPr/>
            </p:nvSpPr>
            <p:spPr bwMode="auto">
              <a:xfrm>
                <a:off x="2473" y="974"/>
                <a:ext cx="109" cy="34"/>
              </a:xfrm>
              <a:custGeom>
                <a:avLst/>
                <a:gdLst>
                  <a:gd name="T0" fmla="*/ 5 w 62"/>
                  <a:gd name="T1" fmla="*/ 18 h 19"/>
                  <a:gd name="T2" fmla="*/ 30 w 62"/>
                  <a:gd name="T3" fmla="*/ 14 h 19"/>
                  <a:gd name="T4" fmla="*/ 58 w 62"/>
                  <a:gd name="T5" fmla="*/ 9 h 19"/>
                  <a:gd name="T6" fmla="*/ 58 w 62"/>
                  <a:gd name="T7" fmla="*/ 3 h 19"/>
                  <a:gd name="T8" fmla="*/ 3 w 62"/>
                  <a:gd name="T9" fmla="*/ 13 h 19"/>
                  <a:gd name="T10" fmla="*/ 5 w 62"/>
                  <a:gd name="T11" fmla="*/ 18 h 19"/>
                </a:gdLst>
                <a:ahLst/>
                <a:cxnLst>
                  <a:cxn ang="0">
                    <a:pos x="T0" y="T1"/>
                  </a:cxn>
                  <a:cxn ang="0">
                    <a:pos x="T2" y="T3"/>
                  </a:cxn>
                  <a:cxn ang="0">
                    <a:pos x="T4" y="T5"/>
                  </a:cxn>
                  <a:cxn ang="0">
                    <a:pos x="T6" y="T7"/>
                  </a:cxn>
                  <a:cxn ang="0">
                    <a:pos x="T8" y="T9"/>
                  </a:cxn>
                  <a:cxn ang="0">
                    <a:pos x="T10" y="T11"/>
                  </a:cxn>
                </a:cxnLst>
                <a:rect l="0" t="0" r="r" b="b"/>
                <a:pathLst>
                  <a:path w="62" h="19">
                    <a:moveTo>
                      <a:pt x="5" y="18"/>
                    </a:moveTo>
                    <a:cubicBezTo>
                      <a:pt x="13" y="17"/>
                      <a:pt x="22" y="15"/>
                      <a:pt x="30" y="14"/>
                    </a:cubicBezTo>
                    <a:cubicBezTo>
                      <a:pt x="39" y="13"/>
                      <a:pt x="49" y="12"/>
                      <a:pt x="58" y="9"/>
                    </a:cubicBezTo>
                    <a:cubicBezTo>
                      <a:pt x="61" y="9"/>
                      <a:pt x="62" y="3"/>
                      <a:pt x="58" y="3"/>
                    </a:cubicBezTo>
                    <a:cubicBezTo>
                      <a:pt x="40" y="0"/>
                      <a:pt x="19" y="5"/>
                      <a:pt x="3" y="13"/>
                    </a:cubicBezTo>
                    <a:cubicBezTo>
                      <a:pt x="0" y="14"/>
                      <a:pt x="2" y="19"/>
                      <a:pt x="5"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3" name="Freeform 791">
                <a:extLst>
                  <a:ext uri="{FF2B5EF4-FFF2-40B4-BE49-F238E27FC236}">
                    <a16:creationId xmlns:a16="http://schemas.microsoft.com/office/drawing/2014/main" id="{7F56E398-69E7-F753-5036-1BB6EB40C482}"/>
                  </a:ext>
                </a:extLst>
              </p:cNvPr>
              <p:cNvSpPr/>
              <p:nvPr/>
            </p:nvSpPr>
            <p:spPr bwMode="auto">
              <a:xfrm>
                <a:off x="2538" y="974"/>
                <a:ext cx="108" cy="294"/>
              </a:xfrm>
              <a:custGeom>
                <a:avLst/>
                <a:gdLst>
                  <a:gd name="T0" fmla="*/ 18 w 61"/>
                  <a:gd name="T1" fmla="*/ 9 h 167"/>
                  <a:gd name="T2" fmla="*/ 39 w 61"/>
                  <a:gd name="T3" fmla="*/ 44 h 167"/>
                  <a:gd name="T4" fmla="*/ 44 w 61"/>
                  <a:gd name="T5" fmla="*/ 85 h 167"/>
                  <a:gd name="T6" fmla="*/ 38 w 61"/>
                  <a:gd name="T7" fmla="*/ 127 h 167"/>
                  <a:gd name="T8" fmla="*/ 4 w 61"/>
                  <a:gd name="T9" fmla="*/ 157 h 167"/>
                  <a:gd name="T10" fmla="*/ 7 w 61"/>
                  <a:gd name="T11" fmla="*/ 165 h 167"/>
                  <a:gd name="T12" fmla="*/ 59 w 61"/>
                  <a:gd name="T13" fmla="*/ 99 h 167"/>
                  <a:gd name="T14" fmla="*/ 25 w 61"/>
                  <a:gd name="T15" fmla="*/ 3 h 167"/>
                  <a:gd name="T16" fmla="*/ 18 w 61"/>
                  <a:gd name="T17" fmla="*/ 9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67">
                    <a:moveTo>
                      <a:pt x="18" y="9"/>
                    </a:moveTo>
                    <a:cubicBezTo>
                      <a:pt x="27" y="20"/>
                      <a:pt x="35" y="31"/>
                      <a:pt x="39" y="44"/>
                    </a:cubicBezTo>
                    <a:cubicBezTo>
                      <a:pt x="43" y="57"/>
                      <a:pt x="44" y="72"/>
                      <a:pt x="44" y="85"/>
                    </a:cubicBezTo>
                    <a:cubicBezTo>
                      <a:pt x="45" y="99"/>
                      <a:pt x="45" y="115"/>
                      <a:pt x="38" y="127"/>
                    </a:cubicBezTo>
                    <a:cubicBezTo>
                      <a:pt x="30" y="140"/>
                      <a:pt x="15" y="148"/>
                      <a:pt x="4" y="157"/>
                    </a:cubicBezTo>
                    <a:cubicBezTo>
                      <a:pt x="0" y="160"/>
                      <a:pt x="2" y="167"/>
                      <a:pt x="7" y="165"/>
                    </a:cubicBezTo>
                    <a:cubicBezTo>
                      <a:pt x="38" y="153"/>
                      <a:pt x="58" y="133"/>
                      <a:pt x="59" y="99"/>
                    </a:cubicBezTo>
                    <a:cubicBezTo>
                      <a:pt x="61" y="62"/>
                      <a:pt x="54" y="27"/>
                      <a:pt x="25" y="3"/>
                    </a:cubicBezTo>
                    <a:cubicBezTo>
                      <a:pt x="22" y="0"/>
                      <a:pt x="15" y="4"/>
                      <a:pt x="18"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4" name="Freeform 792">
                <a:extLst>
                  <a:ext uri="{FF2B5EF4-FFF2-40B4-BE49-F238E27FC236}">
                    <a16:creationId xmlns:a16="http://schemas.microsoft.com/office/drawing/2014/main" id="{E269AE8C-A0F6-97BE-3878-8A09E0B1071E}"/>
                  </a:ext>
                </a:extLst>
              </p:cNvPr>
              <p:cNvSpPr/>
              <p:nvPr/>
            </p:nvSpPr>
            <p:spPr bwMode="auto">
              <a:xfrm>
                <a:off x="2762" y="730"/>
                <a:ext cx="423" cy="153"/>
              </a:xfrm>
              <a:custGeom>
                <a:avLst/>
                <a:gdLst>
                  <a:gd name="T0" fmla="*/ 4 w 241"/>
                  <a:gd name="T1" fmla="*/ 69 h 87"/>
                  <a:gd name="T2" fmla="*/ 114 w 241"/>
                  <a:gd name="T3" fmla="*/ 61 h 87"/>
                  <a:gd name="T4" fmla="*/ 172 w 241"/>
                  <a:gd name="T5" fmla="*/ 36 h 87"/>
                  <a:gd name="T6" fmla="*/ 237 w 241"/>
                  <a:gd name="T7" fmla="*/ 18 h 87"/>
                  <a:gd name="T8" fmla="*/ 237 w 241"/>
                  <a:gd name="T9" fmla="*/ 9 h 87"/>
                  <a:gd name="T10" fmla="*/ 139 w 241"/>
                  <a:gd name="T11" fmla="*/ 36 h 87"/>
                  <a:gd name="T12" fmla="*/ 7 w 241"/>
                  <a:gd name="T13" fmla="*/ 62 h 87"/>
                  <a:gd name="T14" fmla="*/ 4 w 241"/>
                  <a:gd name="T15" fmla="*/ 69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1" h="87">
                    <a:moveTo>
                      <a:pt x="4" y="69"/>
                    </a:moveTo>
                    <a:cubicBezTo>
                      <a:pt x="38" y="87"/>
                      <a:pt x="81" y="75"/>
                      <a:pt x="114" y="61"/>
                    </a:cubicBezTo>
                    <a:cubicBezTo>
                      <a:pt x="134" y="53"/>
                      <a:pt x="153" y="44"/>
                      <a:pt x="172" y="36"/>
                    </a:cubicBezTo>
                    <a:cubicBezTo>
                      <a:pt x="194" y="27"/>
                      <a:pt x="215" y="24"/>
                      <a:pt x="237" y="18"/>
                    </a:cubicBezTo>
                    <a:cubicBezTo>
                      <a:pt x="241" y="17"/>
                      <a:pt x="241" y="11"/>
                      <a:pt x="237" y="9"/>
                    </a:cubicBezTo>
                    <a:cubicBezTo>
                      <a:pt x="206" y="0"/>
                      <a:pt x="167" y="23"/>
                      <a:pt x="139" y="36"/>
                    </a:cubicBezTo>
                    <a:cubicBezTo>
                      <a:pt x="96" y="57"/>
                      <a:pt x="55" y="74"/>
                      <a:pt x="7" y="62"/>
                    </a:cubicBezTo>
                    <a:cubicBezTo>
                      <a:pt x="3" y="61"/>
                      <a:pt x="0" y="67"/>
                      <a:pt x="4" y="6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5" name="Freeform 793">
                <a:extLst>
                  <a:ext uri="{FF2B5EF4-FFF2-40B4-BE49-F238E27FC236}">
                    <a16:creationId xmlns:a16="http://schemas.microsoft.com/office/drawing/2014/main" id="{F2F5EBC9-2C16-6CE1-58BF-C3014E52B927}"/>
                  </a:ext>
                </a:extLst>
              </p:cNvPr>
              <p:cNvSpPr/>
              <p:nvPr/>
            </p:nvSpPr>
            <p:spPr bwMode="auto">
              <a:xfrm>
                <a:off x="3424" y="695"/>
                <a:ext cx="25" cy="88"/>
              </a:xfrm>
              <a:custGeom>
                <a:avLst/>
                <a:gdLst>
                  <a:gd name="T0" fmla="*/ 6 w 14"/>
                  <a:gd name="T1" fmla="*/ 2 h 50"/>
                  <a:gd name="T2" fmla="*/ 3 w 14"/>
                  <a:gd name="T3" fmla="*/ 23 h 50"/>
                  <a:gd name="T4" fmla="*/ 3 w 14"/>
                  <a:gd name="T5" fmla="*/ 46 h 50"/>
                  <a:gd name="T6" fmla="*/ 9 w 14"/>
                  <a:gd name="T7" fmla="*/ 47 h 50"/>
                  <a:gd name="T8" fmla="*/ 12 w 14"/>
                  <a:gd name="T9" fmla="*/ 26 h 50"/>
                  <a:gd name="T10" fmla="*/ 12 w 14"/>
                  <a:gd name="T11" fmla="*/ 3 h 50"/>
                  <a:gd name="T12" fmla="*/ 6 w 14"/>
                  <a:gd name="T13" fmla="*/ 2 h 50"/>
                </a:gdLst>
                <a:ahLst/>
                <a:cxnLst>
                  <a:cxn ang="0">
                    <a:pos x="T0" y="T1"/>
                  </a:cxn>
                  <a:cxn ang="0">
                    <a:pos x="T2" y="T3"/>
                  </a:cxn>
                  <a:cxn ang="0">
                    <a:pos x="T4" y="T5"/>
                  </a:cxn>
                  <a:cxn ang="0">
                    <a:pos x="T6" y="T7"/>
                  </a:cxn>
                  <a:cxn ang="0">
                    <a:pos x="T8" y="T9"/>
                  </a:cxn>
                  <a:cxn ang="0">
                    <a:pos x="T10" y="T11"/>
                  </a:cxn>
                  <a:cxn ang="0">
                    <a:pos x="T12" y="T13"/>
                  </a:cxn>
                </a:cxnLst>
                <a:rect l="0" t="0" r="r" b="b"/>
                <a:pathLst>
                  <a:path w="14" h="50">
                    <a:moveTo>
                      <a:pt x="6" y="2"/>
                    </a:moveTo>
                    <a:cubicBezTo>
                      <a:pt x="3" y="9"/>
                      <a:pt x="4" y="16"/>
                      <a:pt x="3" y="23"/>
                    </a:cubicBezTo>
                    <a:cubicBezTo>
                      <a:pt x="2" y="30"/>
                      <a:pt x="0" y="39"/>
                      <a:pt x="3" y="46"/>
                    </a:cubicBezTo>
                    <a:cubicBezTo>
                      <a:pt x="3" y="49"/>
                      <a:pt x="8" y="50"/>
                      <a:pt x="9" y="47"/>
                    </a:cubicBezTo>
                    <a:cubicBezTo>
                      <a:pt x="12" y="40"/>
                      <a:pt x="12" y="33"/>
                      <a:pt x="12" y="26"/>
                    </a:cubicBezTo>
                    <a:cubicBezTo>
                      <a:pt x="12" y="19"/>
                      <a:pt x="14" y="10"/>
                      <a:pt x="12" y="3"/>
                    </a:cubicBezTo>
                    <a:cubicBezTo>
                      <a:pt x="11" y="1"/>
                      <a:pt x="7" y="0"/>
                      <a:pt x="6"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6" name="Freeform 794">
                <a:extLst>
                  <a:ext uri="{FF2B5EF4-FFF2-40B4-BE49-F238E27FC236}">
                    <a16:creationId xmlns:a16="http://schemas.microsoft.com/office/drawing/2014/main" id="{8EFBB6E4-6CC7-2DF6-335A-17E0CE6BF771}"/>
                  </a:ext>
                </a:extLst>
              </p:cNvPr>
              <p:cNvSpPr/>
              <p:nvPr/>
            </p:nvSpPr>
            <p:spPr bwMode="auto">
              <a:xfrm>
                <a:off x="2997" y="756"/>
                <a:ext cx="520" cy="260"/>
              </a:xfrm>
              <a:custGeom>
                <a:avLst/>
                <a:gdLst>
                  <a:gd name="T0" fmla="*/ 291 w 296"/>
                  <a:gd name="T1" fmla="*/ 4 h 148"/>
                  <a:gd name="T2" fmla="*/ 206 w 296"/>
                  <a:gd name="T3" fmla="*/ 21 h 148"/>
                  <a:gd name="T4" fmla="*/ 158 w 296"/>
                  <a:gd name="T5" fmla="*/ 45 h 148"/>
                  <a:gd name="T6" fmla="*/ 103 w 296"/>
                  <a:gd name="T7" fmla="*/ 50 h 148"/>
                  <a:gd name="T8" fmla="*/ 1 w 296"/>
                  <a:gd name="T9" fmla="*/ 138 h 148"/>
                  <a:gd name="T10" fmla="*/ 11 w 296"/>
                  <a:gd name="T11" fmla="*/ 142 h 148"/>
                  <a:gd name="T12" fmla="*/ 56 w 296"/>
                  <a:gd name="T13" fmla="*/ 86 h 148"/>
                  <a:gd name="T14" fmla="*/ 135 w 296"/>
                  <a:gd name="T15" fmla="*/ 65 h 148"/>
                  <a:gd name="T16" fmla="*/ 205 w 296"/>
                  <a:gd name="T17" fmla="*/ 39 h 148"/>
                  <a:gd name="T18" fmla="*/ 291 w 296"/>
                  <a:gd name="T19" fmla="*/ 14 h 148"/>
                  <a:gd name="T20" fmla="*/ 291 w 296"/>
                  <a:gd name="T21" fmla="*/ 4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6" h="148">
                    <a:moveTo>
                      <a:pt x="291" y="4"/>
                    </a:moveTo>
                    <a:cubicBezTo>
                      <a:pt x="263" y="0"/>
                      <a:pt x="231" y="10"/>
                      <a:pt x="206" y="21"/>
                    </a:cubicBezTo>
                    <a:cubicBezTo>
                      <a:pt x="190" y="28"/>
                      <a:pt x="175" y="39"/>
                      <a:pt x="158" y="45"/>
                    </a:cubicBezTo>
                    <a:cubicBezTo>
                      <a:pt x="140" y="51"/>
                      <a:pt x="121" y="48"/>
                      <a:pt x="103" y="50"/>
                    </a:cubicBezTo>
                    <a:cubicBezTo>
                      <a:pt x="55" y="56"/>
                      <a:pt x="11" y="91"/>
                      <a:pt x="1" y="138"/>
                    </a:cubicBezTo>
                    <a:cubicBezTo>
                      <a:pt x="0" y="144"/>
                      <a:pt x="8" y="148"/>
                      <a:pt x="11" y="142"/>
                    </a:cubicBezTo>
                    <a:cubicBezTo>
                      <a:pt x="21" y="121"/>
                      <a:pt x="36" y="99"/>
                      <a:pt x="56" y="86"/>
                    </a:cubicBezTo>
                    <a:cubicBezTo>
                      <a:pt x="81" y="68"/>
                      <a:pt x="105" y="67"/>
                      <a:pt x="135" y="65"/>
                    </a:cubicBezTo>
                    <a:cubicBezTo>
                      <a:pt x="162" y="64"/>
                      <a:pt x="181" y="50"/>
                      <a:pt x="205" y="39"/>
                    </a:cubicBezTo>
                    <a:cubicBezTo>
                      <a:pt x="233" y="26"/>
                      <a:pt x="262" y="23"/>
                      <a:pt x="291" y="14"/>
                    </a:cubicBezTo>
                    <a:cubicBezTo>
                      <a:pt x="295" y="13"/>
                      <a:pt x="296" y="5"/>
                      <a:pt x="29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7" name="Freeform 795">
                <a:extLst>
                  <a:ext uri="{FF2B5EF4-FFF2-40B4-BE49-F238E27FC236}">
                    <a16:creationId xmlns:a16="http://schemas.microsoft.com/office/drawing/2014/main" id="{0F972B50-216B-6E61-3666-F3112D36F256}"/>
                  </a:ext>
                </a:extLst>
              </p:cNvPr>
              <p:cNvSpPr/>
              <p:nvPr/>
            </p:nvSpPr>
            <p:spPr bwMode="auto">
              <a:xfrm>
                <a:off x="2934" y="990"/>
                <a:ext cx="89" cy="169"/>
              </a:xfrm>
              <a:custGeom>
                <a:avLst/>
                <a:gdLst>
                  <a:gd name="T0" fmla="*/ 41 w 51"/>
                  <a:gd name="T1" fmla="*/ 4 h 96"/>
                  <a:gd name="T2" fmla="*/ 20 w 51"/>
                  <a:gd name="T3" fmla="*/ 92 h 96"/>
                  <a:gd name="T4" fmla="*/ 31 w 51"/>
                  <a:gd name="T5" fmla="*/ 87 h 96"/>
                  <a:gd name="T6" fmla="*/ 30 w 51"/>
                  <a:gd name="T7" fmla="*/ 50 h 96"/>
                  <a:gd name="T8" fmla="*/ 48 w 51"/>
                  <a:gd name="T9" fmla="*/ 10 h 96"/>
                  <a:gd name="T10" fmla="*/ 41 w 51"/>
                  <a:gd name="T11" fmla="*/ 4 h 96"/>
                </a:gdLst>
                <a:ahLst/>
                <a:cxnLst>
                  <a:cxn ang="0">
                    <a:pos x="T0" y="T1"/>
                  </a:cxn>
                  <a:cxn ang="0">
                    <a:pos x="T2" y="T3"/>
                  </a:cxn>
                  <a:cxn ang="0">
                    <a:pos x="T4" y="T5"/>
                  </a:cxn>
                  <a:cxn ang="0">
                    <a:pos x="T6" y="T7"/>
                  </a:cxn>
                  <a:cxn ang="0">
                    <a:pos x="T8" y="T9"/>
                  </a:cxn>
                  <a:cxn ang="0">
                    <a:pos x="T10" y="T11"/>
                  </a:cxn>
                </a:cxnLst>
                <a:rect l="0" t="0" r="r" b="b"/>
                <a:pathLst>
                  <a:path w="51" h="96">
                    <a:moveTo>
                      <a:pt x="41" y="4"/>
                    </a:moveTo>
                    <a:cubicBezTo>
                      <a:pt x="20" y="22"/>
                      <a:pt x="0" y="66"/>
                      <a:pt x="20" y="92"/>
                    </a:cubicBezTo>
                    <a:cubicBezTo>
                      <a:pt x="24" y="96"/>
                      <a:pt x="30" y="92"/>
                      <a:pt x="31" y="87"/>
                    </a:cubicBezTo>
                    <a:cubicBezTo>
                      <a:pt x="32" y="75"/>
                      <a:pt x="28" y="63"/>
                      <a:pt x="30" y="50"/>
                    </a:cubicBezTo>
                    <a:cubicBezTo>
                      <a:pt x="32" y="36"/>
                      <a:pt x="38" y="22"/>
                      <a:pt x="48" y="10"/>
                    </a:cubicBezTo>
                    <a:cubicBezTo>
                      <a:pt x="51" y="6"/>
                      <a:pt x="46" y="0"/>
                      <a:pt x="4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8" name="Freeform 796">
                <a:extLst>
                  <a:ext uri="{FF2B5EF4-FFF2-40B4-BE49-F238E27FC236}">
                    <a16:creationId xmlns:a16="http://schemas.microsoft.com/office/drawing/2014/main" id="{46BDBBA2-7D0D-FBB9-C69B-A8B5A0DA68CC}"/>
                  </a:ext>
                </a:extLst>
              </p:cNvPr>
              <p:cNvSpPr/>
              <p:nvPr/>
            </p:nvSpPr>
            <p:spPr bwMode="auto">
              <a:xfrm>
                <a:off x="2881" y="1133"/>
                <a:ext cx="107" cy="269"/>
              </a:xfrm>
              <a:custGeom>
                <a:avLst/>
                <a:gdLst>
                  <a:gd name="T0" fmla="*/ 50 w 61"/>
                  <a:gd name="T1" fmla="*/ 5 h 153"/>
                  <a:gd name="T2" fmla="*/ 12 w 61"/>
                  <a:gd name="T3" fmla="*/ 86 h 153"/>
                  <a:gd name="T4" fmla="*/ 15 w 61"/>
                  <a:gd name="T5" fmla="*/ 149 h 153"/>
                  <a:gd name="T6" fmla="*/ 25 w 61"/>
                  <a:gd name="T7" fmla="*/ 145 h 153"/>
                  <a:gd name="T8" fmla="*/ 23 w 61"/>
                  <a:gd name="T9" fmla="*/ 114 h 153"/>
                  <a:gd name="T10" fmla="*/ 32 w 61"/>
                  <a:gd name="T11" fmla="*/ 78 h 153"/>
                  <a:gd name="T12" fmla="*/ 59 w 61"/>
                  <a:gd name="T13" fmla="*/ 9 h 153"/>
                  <a:gd name="T14" fmla="*/ 50 w 61"/>
                  <a:gd name="T15" fmla="*/ 5 h 1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153">
                    <a:moveTo>
                      <a:pt x="50" y="5"/>
                    </a:moveTo>
                    <a:cubicBezTo>
                      <a:pt x="36" y="31"/>
                      <a:pt x="21" y="58"/>
                      <a:pt x="12" y="86"/>
                    </a:cubicBezTo>
                    <a:cubicBezTo>
                      <a:pt x="6" y="105"/>
                      <a:pt x="0" y="134"/>
                      <a:pt x="15" y="149"/>
                    </a:cubicBezTo>
                    <a:cubicBezTo>
                      <a:pt x="19" y="153"/>
                      <a:pt x="25" y="150"/>
                      <a:pt x="25" y="145"/>
                    </a:cubicBezTo>
                    <a:cubicBezTo>
                      <a:pt x="26" y="135"/>
                      <a:pt x="23" y="125"/>
                      <a:pt x="23" y="114"/>
                    </a:cubicBezTo>
                    <a:cubicBezTo>
                      <a:pt x="24" y="101"/>
                      <a:pt x="28" y="89"/>
                      <a:pt x="32" y="78"/>
                    </a:cubicBezTo>
                    <a:cubicBezTo>
                      <a:pt x="41" y="55"/>
                      <a:pt x="51" y="32"/>
                      <a:pt x="59" y="9"/>
                    </a:cubicBezTo>
                    <a:cubicBezTo>
                      <a:pt x="61" y="4"/>
                      <a:pt x="52" y="0"/>
                      <a:pt x="50"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9" name="Freeform 797">
                <a:extLst>
                  <a:ext uri="{FF2B5EF4-FFF2-40B4-BE49-F238E27FC236}">
                    <a16:creationId xmlns:a16="http://schemas.microsoft.com/office/drawing/2014/main" id="{6F2358F6-1370-53FF-52F8-10EC6CD61E8B}"/>
                  </a:ext>
                </a:extLst>
              </p:cNvPr>
              <p:cNvSpPr/>
              <p:nvPr/>
            </p:nvSpPr>
            <p:spPr bwMode="auto">
              <a:xfrm>
                <a:off x="2813" y="1372"/>
                <a:ext cx="174" cy="197"/>
              </a:xfrm>
              <a:custGeom>
                <a:avLst/>
                <a:gdLst>
                  <a:gd name="T0" fmla="*/ 93 w 99"/>
                  <a:gd name="T1" fmla="*/ 4 h 112"/>
                  <a:gd name="T2" fmla="*/ 34 w 99"/>
                  <a:gd name="T3" fmla="*/ 30 h 112"/>
                  <a:gd name="T4" fmla="*/ 13 w 99"/>
                  <a:gd name="T5" fmla="*/ 108 h 112"/>
                  <a:gd name="T6" fmla="*/ 23 w 99"/>
                  <a:gd name="T7" fmla="*/ 107 h 112"/>
                  <a:gd name="T8" fmla="*/ 29 w 99"/>
                  <a:gd name="T9" fmla="*/ 79 h 112"/>
                  <a:gd name="T10" fmla="*/ 44 w 99"/>
                  <a:gd name="T11" fmla="*/ 46 h 112"/>
                  <a:gd name="T12" fmla="*/ 62 w 99"/>
                  <a:gd name="T13" fmla="*/ 22 h 112"/>
                  <a:gd name="T14" fmla="*/ 93 w 99"/>
                  <a:gd name="T15" fmla="*/ 15 h 112"/>
                  <a:gd name="T16" fmla="*/ 93 w 99"/>
                  <a:gd name="T17" fmla="*/ 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12">
                    <a:moveTo>
                      <a:pt x="93" y="4"/>
                    </a:moveTo>
                    <a:cubicBezTo>
                      <a:pt x="67" y="0"/>
                      <a:pt x="48" y="8"/>
                      <a:pt x="34" y="30"/>
                    </a:cubicBezTo>
                    <a:cubicBezTo>
                      <a:pt x="22" y="50"/>
                      <a:pt x="0" y="85"/>
                      <a:pt x="13" y="108"/>
                    </a:cubicBezTo>
                    <a:cubicBezTo>
                      <a:pt x="15" y="112"/>
                      <a:pt x="22" y="111"/>
                      <a:pt x="23" y="107"/>
                    </a:cubicBezTo>
                    <a:cubicBezTo>
                      <a:pt x="27" y="98"/>
                      <a:pt x="26" y="88"/>
                      <a:pt x="29" y="79"/>
                    </a:cubicBezTo>
                    <a:cubicBezTo>
                      <a:pt x="32" y="67"/>
                      <a:pt x="38" y="56"/>
                      <a:pt x="44" y="46"/>
                    </a:cubicBezTo>
                    <a:cubicBezTo>
                      <a:pt x="49" y="37"/>
                      <a:pt x="54" y="27"/>
                      <a:pt x="62" y="22"/>
                    </a:cubicBezTo>
                    <a:cubicBezTo>
                      <a:pt x="71" y="16"/>
                      <a:pt x="83" y="17"/>
                      <a:pt x="93" y="15"/>
                    </a:cubicBezTo>
                    <a:cubicBezTo>
                      <a:pt x="99" y="15"/>
                      <a:pt x="99" y="5"/>
                      <a:pt x="93"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0" name="Freeform 798">
                <a:extLst>
                  <a:ext uri="{FF2B5EF4-FFF2-40B4-BE49-F238E27FC236}">
                    <a16:creationId xmlns:a16="http://schemas.microsoft.com/office/drawing/2014/main" id="{6008D552-E429-59F1-5515-48BD8F4F0924}"/>
                  </a:ext>
                </a:extLst>
              </p:cNvPr>
              <p:cNvSpPr/>
              <p:nvPr/>
            </p:nvSpPr>
            <p:spPr bwMode="auto">
              <a:xfrm>
                <a:off x="2747" y="1535"/>
                <a:ext cx="127" cy="356"/>
              </a:xfrm>
              <a:custGeom>
                <a:avLst/>
                <a:gdLst>
                  <a:gd name="T0" fmla="*/ 53 w 72"/>
                  <a:gd name="T1" fmla="*/ 3 h 202"/>
                  <a:gd name="T2" fmla="*/ 4 w 72"/>
                  <a:gd name="T3" fmla="*/ 108 h 202"/>
                  <a:gd name="T4" fmla="*/ 27 w 72"/>
                  <a:gd name="T5" fmla="*/ 170 h 202"/>
                  <a:gd name="T6" fmla="*/ 65 w 72"/>
                  <a:gd name="T7" fmla="*/ 196 h 202"/>
                  <a:gd name="T8" fmla="*/ 65 w 72"/>
                  <a:gd name="T9" fmla="*/ 183 h 202"/>
                  <a:gd name="T10" fmla="*/ 19 w 72"/>
                  <a:gd name="T11" fmla="*/ 92 h 202"/>
                  <a:gd name="T12" fmla="*/ 60 w 72"/>
                  <a:gd name="T13" fmla="*/ 12 h 202"/>
                  <a:gd name="T14" fmla="*/ 53 w 72"/>
                  <a:gd name="T15" fmla="*/ 3 h 2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02">
                    <a:moveTo>
                      <a:pt x="53" y="3"/>
                    </a:moveTo>
                    <a:cubicBezTo>
                      <a:pt x="17" y="20"/>
                      <a:pt x="0" y="70"/>
                      <a:pt x="4" y="108"/>
                    </a:cubicBezTo>
                    <a:cubicBezTo>
                      <a:pt x="7" y="130"/>
                      <a:pt x="15" y="151"/>
                      <a:pt x="27" y="170"/>
                    </a:cubicBezTo>
                    <a:cubicBezTo>
                      <a:pt x="35" y="182"/>
                      <a:pt x="48" y="202"/>
                      <a:pt x="65" y="196"/>
                    </a:cubicBezTo>
                    <a:cubicBezTo>
                      <a:pt x="72" y="194"/>
                      <a:pt x="71" y="186"/>
                      <a:pt x="65" y="183"/>
                    </a:cubicBezTo>
                    <a:cubicBezTo>
                      <a:pt x="34" y="171"/>
                      <a:pt x="19" y="122"/>
                      <a:pt x="19" y="92"/>
                    </a:cubicBezTo>
                    <a:cubicBezTo>
                      <a:pt x="20" y="57"/>
                      <a:pt x="37" y="35"/>
                      <a:pt x="60" y="12"/>
                    </a:cubicBezTo>
                    <a:cubicBezTo>
                      <a:pt x="65" y="7"/>
                      <a:pt x="59" y="0"/>
                      <a:pt x="53"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1" name="Freeform 799">
                <a:extLst>
                  <a:ext uri="{FF2B5EF4-FFF2-40B4-BE49-F238E27FC236}">
                    <a16:creationId xmlns:a16="http://schemas.microsoft.com/office/drawing/2014/main" id="{A09F42E8-CDEB-DB31-465B-7DABAB5F990C}"/>
                  </a:ext>
                </a:extLst>
              </p:cNvPr>
              <p:cNvSpPr/>
              <p:nvPr/>
            </p:nvSpPr>
            <p:spPr bwMode="auto">
              <a:xfrm>
                <a:off x="2811" y="1855"/>
                <a:ext cx="84" cy="48"/>
              </a:xfrm>
              <a:custGeom>
                <a:avLst/>
                <a:gdLst>
                  <a:gd name="T0" fmla="*/ 44 w 48"/>
                  <a:gd name="T1" fmla="*/ 3 h 27"/>
                  <a:gd name="T2" fmla="*/ 1 w 48"/>
                  <a:gd name="T3" fmla="*/ 20 h 27"/>
                  <a:gd name="T4" fmla="*/ 6 w 48"/>
                  <a:gd name="T5" fmla="*/ 25 h 27"/>
                  <a:gd name="T6" fmla="*/ 22 w 48"/>
                  <a:gd name="T7" fmla="*/ 15 h 27"/>
                  <a:gd name="T8" fmla="*/ 43 w 48"/>
                  <a:gd name="T9" fmla="*/ 10 h 27"/>
                  <a:gd name="T10" fmla="*/ 44 w 48"/>
                  <a:gd name="T11" fmla="*/ 3 h 27"/>
                </a:gdLst>
                <a:ahLst/>
                <a:cxnLst>
                  <a:cxn ang="0">
                    <a:pos x="T0" y="T1"/>
                  </a:cxn>
                  <a:cxn ang="0">
                    <a:pos x="T2" y="T3"/>
                  </a:cxn>
                  <a:cxn ang="0">
                    <a:pos x="T4" y="T5"/>
                  </a:cxn>
                  <a:cxn ang="0">
                    <a:pos x="T6" y="T7"/>
                  </a:cxn>
                  <a:cxn ang="0">
                    <a:pos x="T8" y="T9"/>
                  </a:cxn>
                  <a:cxn ang="0">
                    <a:pos x="T10" y="T11"/>
                  </a:cxn>
                </a:cxnLst>
                <a:rect l="0" t="0" r="r" b="b"/>
                <a:pathLst>
                  <a:path w="48" h="27">
                    <a:moveTo>
                      <a:pt x="44" y="3"/>
                    </a:moveTo>
                    <a:cubicBezTo>
                      <a:pt x="29" y="0"/>
                      <a:pt x="9" y="5"/>
                      <a:pt x="1" y="20"/>
                    </a:cubicBezTo>
                    <a:cubicBezTo>
                      <a:pt x="0" y="23"/>
                      <a:pt x="3" y="27"/>
                      <a:pt x="6" y="25"/>
                    </a:cubicBezTo>
                    <a:cubicBezTo>
                      <a:pt x="12" y="22"/>
                      <a:pt x="17" y="18"/>
                      <a:pt x="22" y="15"/>
                    </a:cubicBezTo>
                    <a:cubicBezTo>
                      <a:pt x="29" y="12"/>
                      <a:pt x="36" y="11"/>
                      <a:pt x="43" y="10"/>
                    </a:cubicBezTo>
                    <a:cubicBezTo>
                      <a:pt x="47" y="10"/>
                      <a:pt x="48" y="3"/>
                      <a:pt x="44"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2" name="Freeform 800">
                <a:extLst>
                  <a:ext uri="{FF2B5EF4-FFF2-40B4-BE49-F238E27FC236}">
                    <a16:creationId xmlns:a16="http://schemas.microsoft.com/office/drawing/2014/main" id="{6BFE8BB2-D0F0-8ADA-8E06-273A0015A322}"/>
                  </a:ext>
                </a:extLst>
              </p:cNvPr>
              <p:cNvSpPr/>
              <p:nvPr/>
            </p:nvSpPr>
            <p:spPr bwMode="auto">
              <a:xfrm>
                <a:off x="2600" y="1991"/>
                <a:ext cx="135" cy="153"/>
              </a:xfrm>
              <a:custGeom>
                <a:avLst/>
                <a:gdLst>
                  <a:gd name="T0" fmla="*/ 4 w 77"/>
                  <a:gd name="T1" fmla="*/ 7 h 87"/>
                  <a:gd name="T2" fmla="*/ 44 w 77"/>
                  <a:gd name="T3" fmla="*/ 41 h 87"/>
                  <a:gd name="T4" fmla="*/ 71 w 77"/>
                  <a:gd name="T5" fmla="*/ 84 h 87"/>
                  <a:gd name="T6" fmla="*/ 77 w 77"/>
                  <a:gd name="T7" fmla="*/ 83 h 87"/>
                  <a:gd name="T8" fmla="*/ 7 w 77"/>
                  <a:gd name="T9" fmla="*/ 2 h 87"/>
                  <a:gd name="T10" fmla="*/ 4 w 77"/>
                  <a:gd name="T11" fmla="*/ 7 h 87"/>
                </a:gdLst>
                <a:ahLst/>
                <a:cxnLst>
                  <a:cxn ang="0">
                    <a:pos x="T0" y="T1"/>
                  </a:cxn>
                  <a:cxn ang="0">
                    <a:pos x="T2" y="T3"/>
                  </a:cxn>
                  <a:cxn ang="0">
                    <a:pos x="T4" y="T5"/>
                  </a:cxn>
                  <a:cxn ang="0">
                    <a:pos x="T6" y="T7"/>
                  </a:cxn>
                  <a:cxn ang="0">
                    <a:pos x="T8" y="T9"/>
                  </a:cxn>
                  <a:cxn ang="0">
                    <a:pos x="T10" y="T11"/>
                  </a:cxn>
                </a:cxnLst>
                <a:rect l="0" t="0" r="r" b="b"/>
                <a:pathLst>
                  <a:path w="77" h="87">
                    <a:moveTo>
                      <a:pt x="4" y="7"/>
                    </a:moveTo>
                    <a:cubicBezTo>
                      <a:pt x="18" y="17"/>
                      <a:pt x="32" y="28"/>
                      <a:pt x="44" y="41"/>
                    </a:cubicBezTo>
                    <a:cubicBezTo>
                      <a:pt x="56" y="55"/>
                      <a:pt x="61" y="70"/>
                      <a:pt x="71" y="84"/>
                    </a:cubicBezTo>
                    <a:cubicBezTo>
                      <a:pt x="72" y="87"/>
                      <a:pt x="77" y="86"/>
                      <a:pt x="77" y="83"/>
                    </a:cubicBezTo>
                    <a:cubicBezTo>
                      <a:pt x="76" y="48"/>
                      <a:pt x="35" y="17"/>
                      <a:pt x="7" y="2"/>
                    </a:cubicBezTo>
                    <a:cubicBezTo>
                      <a:pt x="4" y="0"/>
                      <a:pt x="0" y="5"/>
                      <a:pt x="4"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3" name="Freeform 801">
                <a:extLst>
                  <a:ext uri="{FF2B5EF4-FFF2-40B4-BE49-F238E27FC236}">
                    <a16:creationId xmlns:a16="http://schemas.microsoft.com/office/drawing/2014/main" id="{AE7300DB-5339-2298-D660-42F7D3022649}"/>
                  </a:ext>
                </a:extLst>
              </p:cNvPr>
              <p:cNvSpPr/>
              <p:nvPr/>
            </p:nvSpPr>
            <p:spPr bwMode="auto">
              <a:xfrm>
                <a:off x="2951" y="1690"/>
                <a:ext cx="232" cy="244"/>
              </a:xfrm>
              <a:custGeom>
                <a:avLst/>
                <a:gdLst>
                  <a:gd name="T0" fmla="*/ 5 w 132"/>
                  <a:gd name="T1" fmla="*/ 8 h 139"/>
                  <a:gd name="T2" fmla="*/ 78 w 132"/>
                  <a:gd name="T3" fmla="*/ 61 h 139"/>
                  <a:gd name="T4" fmla="*/ 124 w 132"/>
                  <a:gd name="T5" fmla="*/ 136 h 139"/>
                  <a:gd name="T6" fmla="*/ 131 w 132"/>
                  <a:gd name="T7" fmla="*/ 134 h 139"/>
                  <a:gd name="T8" fmla="*/ 84 w 132"/>
                  <a:gd name="T9" fmla="*/ 51 h 139"/>
                  <a:gd name="T10" fmla="*/ 6 w 132"/>
                  <a:gd name="T11" fmla="*/ 1 h 139"/>
                  <a:gd name="T12" fmla="*/ 5 w 132"/>
                  <a:gd name="T13" fmla="*/ 8 h 139"/>
                </a:gdLst>
                <a:ahLst/>
                <a:cxnLst>
                  <a:cxn ang="0">
                    <a:pos x="T0" y="T1"/>
                  </a:cxn>
                  <a:cxn ang="0">
                    <a:pos x="T2" y="T3"/>
                  </a:cxn>
                  <a:cxn ang="0">
                    <a:pos x="T4" y="T5"/>
                  </a:cxn>
                  <a:cxn ang="0">
                    <a:pos x="T6" y="T7"/>
                  </a:cxn>
                  <a:cxn ang="0">
                    <a:pos x="T8" y="T9"/>
                  </a:cxn>
                  <a:cxn ang="0">
                    <a:pos x="T10" y="T11"/>
                  </a:cxn>
                  <a:cxn ang="0">
                    <a:pos x="T12" y="T13"/>
                  </a:cxn>
                </a:cxnLst>
                <a:rect l="0" t="0" r="r" b="b"/>
                <a:pathLst>
                  <a:path w="132" h="139">
                    <a:moveTo>
                      <a:pt x="5" y="8"/>
                    </a:moveTo>
                    <a:cubicBezTo>
                      <a:pt x="37" y="14"/>
                      <a:pt x="58" y="37"/>
                      <a:pt x="78" y="61"/>
                    </a:cubicBezTo>
                    <a:cubicBezTo>
                      <a:pt x="99" y="84"/>
                      <a:pt x="112" y="108"/>
                      <a:pt x="124" y="136"/>
                    </a:cubicBezTo>
                    <a:cubicBezTo>
                      <a:pt x="126" y="139"/>
                      <a:pt x="132" y="138"/>
                      <a:pt x="131" y="134"/>
                    </a:cubicBezTo>
                    <a:cubicBezTo>
                      <a:pt x="127" y="102"/>
                      <a:pt x="105" y="74"/>
                      <a:pt x="84" y="51"/>
                    </a:cubicBezTo>
                    <a:cubicBezTo>
                      <a:pt x="64" y="28"/>
                      <a:pt x="39" y="0"/>
                      <a:pt x="6" y="1"/>
                    </a:cubicBezTo>
                    <a:cubicBezTo>
                      <a:pt x="2" y="1"/>
                      <a:pt x="0" y="7"/>
                      <a:pt x="5"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4" name="Freeform 802">
                <a:extLst>
                  <a:ext uri="{FF2B5EF4-FFF2-40B4-BE49-F238E27FC236}">
                    <a16:creationId xmlns:a16="http://schemas.microsoft.com/office/drawing/2014/main" id="{DD161777-BE7E-AA9E-A4D1-5EE27DA9A86F}"/>
                  </a:ext>
                </a:extLst>
              </p:cNvPr>
              <p:cNvSpPr/>
              <p:nvPr/>
            </p:nvSpPr>
            <p:spPr bwMode="auto">
              <a:xfrm>
                <a:off x="3022" y="1651"/>
                <a:ext cx="35" cy="102"/>
              </a:xfrm>
              <a:custGeom>
                <a:avLst/>
                <a:gdLst>
                  <a:gd name="T0" fmla="*/ 19 w 20"/>
                  <a:gd name="T1" fmla="*/ 52 h 58"/>
                  <a:gd name="T2" fmla="*/ 13 w 20"/>
                  <a:gd name="T3" fmla="*/ 27 h 58"/>
                  <a:gd name="T4" fmla="*/ 14 w 20"/>
                  <a:gd name="T5" fmla="*/ 4 h 58"/>
                  <a:gd name="T6" fmla="*/ 8 w 20"/>
                  <a:gd name="T7" fmla="*/ 3 h 58"/>
                  <a:gd name="T8" fmla="*/ 14 w 20"/>
                  <a:gd name="T9" fmla="*/ 55 h 58"/>
                  <a:gd name="T10" fmla="*/ 19 w 20"/>
                  <a:gd name="T11" fmla="*/ 52 h 58"/>
                </a:gdLst>
                <a:ahLst/>
                <a:cxnLst>
                  <a:cxn ang="0">
                    <a:pos x="T0" y="T1"/>
                  </a:cxn>
                  <a:cxn ang="0">
                    <a:pos x="T2" y="T3"/>
                  </a:cxn>
                  <a:cxn ang="0">
                    <a:pos x="T4" y="T5"/>
                  </a:cxn>
                  <a:cxn ang="0">
                    <a:pos x="T6" y="T7"/>
                  </a:cxn>
                  <a:cxn ang="0">
                    <a:pos x="T8" y="T9"/>
                  </a:cxn>
                  <a:cxn ang="0">
                    <a:pos x="T10" y="T11"/>
                  </a:cxn>
                </a:cxnLst>
                <a:rect l="0" t="0" r="r" b="b"/>
                <a:pathLst>
                  <a:path w="20" h="58">
                    <a:moveTo>
                      <a:pt x="19" y="52"/>
                    </a:moveTo>
                    <a:cubicBezTo>
                      <a:pt x="17" y="44"/>
                      <a:pt x="14" y="36"/>
                      <a:pt x="13" y="27"/>
                    </a:cubicBezTo>
                    <a:cubicBezTo>
                      <a:pt x="13" y="20"/>
                      <a:pt x="13" y="12"/>
                      <a:pt x="14" y="4"/>
                    </a:cubicBezTo>
                    <a:cubicBezTo>
                      <a:pt x="14" y="1"/>
                      <a:pt x="9" y="0"/>
                      <a:pt x="8" y="3"/>
                    </a:cubicBezTo>
                    <a:cubicBezTo>
                      <a:pt x="0" y="19"/>
                      <a:pt x="2" y="41"/>
                      <a:pt x="14" y="55"/>
                    </a:cubicBezTo>
                    <a:cubicBezTo>
                      <a:pt x="16" y="58"/>
                      <a:pt x="20" y="55"/>
                      <a:pt x="19" y="5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5" name="Freeform 803">
                <a:extLst>
                  <a:ext uri="{FF2B5EF4-FFF2-40B4-BE49-F238E27FC236}">
                    <a16:creationId xmlns:a16="http://schemas.microsoft.com/office/drawing/2014/main" id="{F6FE4A61-9535-4115-A058-F3CCB42C3F4A}"/>
                  </a:ext>
                </a:extLst>
              </p:cNvPr>
              <p:cNvSpPr/>
              <p:nvPr/>
            </p:nvSpPr>
            <p:spPr bwMode="auto">
              <a:xfrm>
                <a:off x="3136" y="1475"/>
                <a:ext cx="209" cy="194"/>
              </a:xfrm>
              <a:custGeom>
                <a:avLst/>
                <a:gdLst>
                  <a:gd name="T0" fmla="*/ 4 w 119"/>
                  <a:gd name="T1" fmla="*/ 7 h 110"/>
                  <a:gd name="T2" fmla="*/ 112 w 119"/>
                  <a:gd name="T3" fmla="*/ 107 h 110"/>
                  <a:gd name="T4" fmla="*/ 118 w 119"/>
                  <a:gd name="T5" fmla="*/ 105 h 110"/>
                  <a:gd name="T6" fmla="*/ 69 w 119"/>
                  <a:gd name="T7" fmla="*/ 33 h 110"/>
                  <a:gd name="T8" fmla="*/ 4 w 119"/>
                  <a:gd name="T9" fmla="*/ 0 h 110"/>
                  <a:gd name="T10" fmla="*/ 4 w 119"/>
                  <a:gd name="T11" fmla="*/ 7 h 110"/>
                </a:gdLst>
                <a:ahLst/>
                <a:cxnLst>
                  <a:cxn ang="0">
                    <a:pos x="T0" y="T1"/>
                  </a:cxn>
                  <a:cxn ang="0">
                    <a:pos x="T2" y="T3"/>
                  </a:cxn>
                  <a:cxn ang="0">
                    <a:pos x="T4" y="T5"/>
                  </a:cxn>
                  <a:cxn ang="0">
                    <a:pos x="T6" y="T7"/>
                  </a:cxn>
                  <a:cxn ang="0">
                    <a:pos x="T8" y="T9"/>
                  </a:cxn>
                  <a:cxn ang="0">
                    <a:pos x="T10" y="T11"/>
                  </a:cxn>
                </a:cxnLst>
                <a:rect l="0" t="0" r="r" b="b"/>
                <a:pathLst>
                  <a:path w="119" h="110">
                    <a:moveTo>
                      <a:pt x="4" y="7"/>
                    </a:moveTo>
                    <a:cubicBezTo>
                      <a:pt x="57" y="11"/>
                      <a:pt x="85" y="69"/>
                      <a:pt x="112" y="107"/>
                    </a:cubicBezTo>
                    <a:cubicBezTo>
                      <a:pt x="114" y="110"/>
                      <a:pt x="119" y="109"/>
                      <a:pt x="118" y="105"/>
                    </a:cubicBezTo>
                    <a:cubicBezTo>
                      <a:pt x="108" y="78"/>
                      <a:pt x="88" y="55"/>
                      <a:pt x="69" y="33"/>
                    </a:cubicBezTo>
                    <a:cubicBezTo>
                      <a:pt x="52" y="13"/>
                      <a:pt x="32" y="0"/>
                      <a:pt x="4" y="0"/>
                    </a:cubicBezTo>
                    <a:cubicBezTo>
                      <a:pt x="0" y="0"/>
                      <a:pt x="0" y="6"/>
                      <a:pt x="4"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6" name="Freeform 804">
                <a:extLst>
                  <a:ext uri="{FF2B5EF4-FFF2-40B4-BE49-F238E27FC236}">
                    <a16:creationId xmlns:a16="http://schemas.microsoft.com/office/drawing/2014/main" id="{9F64E169-4753-7DAA-CAB7-1A975FEE9868}"/>
                  </a:ext>
                </a:extLst>
              </p:cNvPr>
              <p:cNvSpPr/>
              <p:nvPr/>
            </p:nvSpPr>
            <p:spPr bwMode="auto">
              <a:xfrm>
                <a:off x="3331" y="1639"/>
                <a:ext cx="102" cy="21"/>
              </a:xfrm>
              <a:custGeom>
                <a:avLst/>
                <a:gdLst>
                  <a:gd name="T0" fmla="*/ 4 w 58"/>
                  <a:gd name="T1" fmla="*/ 12 h 12"/>
                  <a:gd name="T2" fmla="*/ 31 w 58"/>
                  <a:gd name="T3" fmla="*/ 10 h 12"/>
                  <a:gd name="T4" fmla="*/ 55 w 58"/>
                  <a:gd name="T5" fmla="*/ 10 h 12"/>
                  <a:gd name="T6" fmla="*/ 56 w 58"/>
                  <a:gd name="T7" fmla="*/ 4 h 12"/>
                  <a:gd name="T8" fmla="*/ 29 w 58"/>
                  <a:gd name="T9" fmla="*/ 1 h 12"/>
                  <a:gd name="T10" fmla="*/ 2 w 58"/>
                  <a:gd name="T11" fmla="*/ 7 h 12"/>
                  <a:gd name="T12" fmla="*/ 4 w 5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58" h="12">
                    <a:moveTo>
                      <a:pt x="4" y="12"/>
                    </a:moveTo>
                    <a:cubicBezTo>
                      <a:pt x="13" y="12"/>
                      <a:pt x="22" y="10"/>
                      <a:pt x="31" y="10"/>
                    </a:cubicBezTo>
                    <a:cubicBezTo>
                      <a:pt x="39" y="9"/>
                      <a:pt x="47" y="11"/>
                      <a:pt x="55" y="10"/>
                    </a:cubicBezTo>
                    <a:cubicBezTo>
                      <a:pt x="57" y="9"/>
                      <a:pt x="58" y="5"/>
                      <a:pt x="56" y="4"/>
                    </a:cubicBezTo>
                    <a:cubicBezTo>
                      <a:pt x="48" y="0"/>
                      <a:pt x="37" y="0"/>
                      <a:pt x="29" y="1"/>
                    </a:cubicBezTo>
                    <a:cubicBezTo>
                      <a:pt x="20" y="1"/>
                      <a:pt x="11" y="2"/>
                      <a:pt x="2" y="7"/>
                    </a:cubicBezTo>
                    <a:cubicBezTo>
                      <a:pt x="0" y="8"/>
                      <a:pt x="1" y="12"/>
                      <a:pt x="4"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7" name="Freeform 805">
                <a:extLst>
                  <a:ext uri="{FF2B5EF4-FFF2-40B4-BE49-F238E27FC236}">
                    <a16:creationId xmlns:a16="http://schemas.microsoft.com/office/drawing/2014/main" id="{514B356D-FB5B-4168-F838-45DA6A61579A}"/>
                  </a:ext>
                </a:extLst>
              </p:cNvPr>
              <p:cNvSpPr/>
              <p:nvPr/>
            </p:nvSpPr>
            <p:spPr bwMode="auto">
              <a:xfrm>
                <a:off x="3201" y="1428"/>
                <a:ext cx="32" cy="86"/>
              </a:xfrm>
              <a:custGeom>
                <a:avLst/>
                <a:gdLst>
                  <a:gd name="T0" fmla="*/ 18 w 18"/>
                  <a:gd name="T1" fmla="*/ 45 h 49"/>
                  <a:gd name="T2" fmla="*/ 7 w 18"/>
                  <a:gd name="T3" fmla="*/ 3 h 49"/>
                  <a:gd name="T4" fmla="*/ 1 w 18"/>
                  <a:gd name="T5" fmla="*/ 6 h 49"/>
                  <a:gd name="T6" fmla="*/ 11 w 18"/>
                  <a:gd name="T7" fmla="*/ 45 h 49"/>
                  <a:gd name="T8" fmla="*/ 18 w 18"/>
                  <a:gd name="T9" fmla="*/ 45 h 49"/>
                </a:gdLst>
                <a:ahLst/>
                <a:cxnLst>
                  <a:cxn ang="0">
                    <a:pos x="T0" y="T1"/>
                  </a:cxn>
                  <a:cxn ang="0">
                    <a:pos x="T2" y="T3"/>
                  </a:cxn>
                  <a:cxn ang="0">
                    <a:pos x="T4" y="T5"/>
                  </a:cxn>
                  <a:cxn ang="0">
                    <a:pos x="T6" y="T7"/>
                  </a:cxn>
                  <a:cxn ang="0">
                    <a:pos x="T8" y="T9"/>
                  </a:cxn>
                </a:cxnLst>
                <a:rect l="0" t="0" r="r" b="b"/>
                <a:pathLst>
                  <a:path w="18" h="49">
                    <a:moveTo>
                      <a:pt x="18" y="45"/>
                    </a:moveTo>
                    <a:cubicBezTo>
                      <a:pt x="17" y="30"/>
                      <a:pt x="13" y="16"/>
                      <a:pt x="7" y="3"/>
                    </a:cubicBezTo>
                    <a:cubicBezTo>
                      <a:pt x="5" y="0"/>
                      <a:pt x="0" y="2"/>
                      <a:pt x="1" y="6"/>
                    </a:cubicBezTo>
                    <a:cubicBezTo>
                      <a:pt x="5" y="19"/>
                      <a:pt x="8" y="32"/>
                      <a:pt x="11" y="45"/>
                    </a:cubicBezTo>
                    <a:cubicBezTo>
                      <a:pt x="12" y="49"/>
                      <a:pt x="18" y="48"/>
                      <a:pt x="18" y="4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8" name="Freeform 806">
                <a:extLst>
                  <a:ext uri="{FF2B5EF4-FFF2-40B4-BE49-F238E27FC236}">
                    <a16:creationId xmlns:a16="http://schemas.microsoft.com/office/drawing/2014/main" id="{49548F2A-C80C-EA6D-B660-999F3E453E91}"/>
                  </a:ext>
                </a:extLst>
              </p:cNvPr>
              <p:cNvSpPr/>
              <p:nvPr/>
            </p:nvSpPr>
            <p:spPr bwMode="auto">
              <a:xfrm>
                <a:off x="3203" y="1059"/>
                <a:ext cx="96" cy="88"/>
              </a:xfrm>
              <a:custGeom>
                <a:avLst/>
                <a:gdLst>
                  <a:gd name="T0" fmla="*/ 3 w 55"/>
                  <a:gd name="T1" fmla="*/ 6 h 50"/>
                  <a:gd name="T2" fmla="*/ 29 w 55"/>
                  <a:gd name="T3" fmla="*/ 24 h 50"/>
                  <a:gd name="T4" fmla="*/ 49 w 55"/>
                  <a:gd name="T5" fmla="*/ 48 h 50"/>
                  <a:gd name="T6" fmla="*/ 55 w 55"/>
                  <a:gd name="T7" fmla="*/ 44 h 50"/>
                  <a:gd name="T8" fmla="*/ 35 w 55"/>
                  <a:gd name="T9" fmla="*/ 17 h 50"/>
                  <a:gd name="T10" fmla="*/ 5 w 55"/>
                  <a:gd name="T11" fmla="*/ 0 h 50"/>
                  <a:gd name="T12" fmla="*/ 3 w 55"/>
                  <a:gd name="T13" fmla="*/ 6 h 50"/>
                </a:gdLst>
                <a:ahLst/>
                <a:cxnLst>
                  <a:cxn ang="0">
                    <a:pos x="T0" y="T1"/>
                  </a:cxn>
                  <a:cxn ang="0">
                    <a:pos x="T2" y="T3"/>
                  </a:cxn>
                  <a:cxn ang="0">
                    <a:pos x="T4" y="T5"/>
                  </a:cxn>
                  <a:cxn ang="0">
                    <a:pos x="T6" y="T7"/>
                  </a:cxn>
                  <a:cxn ang="0">
                    <a:pos x="T8" y="T9"/>
                  </a:cxn>
                  <a:cxn ang="0">
                    <a:pos x="T10" y="T11"/>
                  </a:cxn>
                  <a:cxn ang="0">
                    <a:pos x="T12" y="T13"/>
                  </a:cxn>
                </a:cxnLst>
                <a:rect l="0" t="0" r="r" b="b"/>
                <a:pathLst>
                  <a:path w="55" h="50">
                    <a:moveTo>
                      <a:pt x="3" y="6"/>
                    </a:moveTo>
                    <a:cubicBezTo>
                      <a:pt x="12" y="12"/>
                      <a:pt x="21" y="17"/>
                      <a:pt x="29" y="24"/>
                    </a:cubicBezTo>
                    <a:cubicBezTo>
                      <a:pt x="37" y="31"/>
                      <a:pt x="41" y="41"/>
                      <a:pt x="49" y="48"/>
                    </a:cubicBezTo>
                    <a:cubicBezTo>
                      <a:pt x="51" y="50"/>
                      <a:pt x="55" y="48"/>
                      <a:pt x="55" y="44"/>
                    </a:cubicBezTo>
                    <a:cubicBezTo>
                      <a:pt x="53" y="33"/>
                      <a:pt x="43" y="23"/>
                      <a:pt x="35" y="17"/>
                    </a:cubicBezTo>
                    <a:cubicBezTo>
                      <a:pt x="27" y="9"/>
                      <a:pt x="17" y="2"/>
                      <a:pt x="5" y="0"/>
                    </a:cubicBezTo>
                    <a:cubicBezTo>
                      <a:pt x="2" y="0"/>
                      <a:pt x="0" y="4"/>
                      <a:pt x="3"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9" name="Freeform 807">
                <a:extLst>
                  <a:ext uri="{FF2B5EF4-FFF2-40B4-BE49-F238E27FC236}">
                    <a16:creationId xmlns:a16="http://schemas.microsoft.com/office/drawing/2014/main" id="{3F2DB3B1-A4F1-08D4-213B-AA479DB596C0}"/>
                  </a:ext>
                </a:extLst>
              </p:cNvPr>
              <p:cNvSpPr/>
              <p:nvPr/>
            </p:nvSpPr>
            <p:spPr bwMode="auto">
              <a:xfrm>
                <a:off x="3575" y="665"/>
                <a:ext cx="153" cy="58"/>
              </a:xfrm>
              <a:custGeom>
                <a:avLst/>
                <a:gdLst>
                  <a:gd name="T0" fmla="*/ 4 w 87"/>
                  <a:gd name="T1" fmla="*/ 11 h 33"/>
                  <a:gd name="T2" fmla="*/ 46 w 87"/>
                  <a:gd name="T3" fmla="*/ 17 h 33"/>
                  <a:gd name="T4" fmla="*/ 82 w 87"/>
                  <a:gd name="T5" fmla="*/ 31 h 33"/>
                  <a:gd name="T6" fmla="*/ 85 w 87"/>
                  <a:gd name="T7" fmla="*/ 26 h 33"/>
                  <a:gd name="T8" fmla="*/ 4 w 87"/>
                  <a:gd name="T9" fmla="*/ 5 h 33"/>
                  <a:gd name="T10" fmla="*/ 4 w 87"/>
                  <a:gd name="T11" fmla="*/ 11 h 33"/>
                </a:gdLst>
                <a:ahLst/>
                <a:cxnLst>
                  <a:cxn ang="0">
                    <a:pos x="T0" y="T1"/>
                  </a:cxn>
                  <a:cxn ang="0">
                    <a:pos x="T2" y="T3"/>
                  </a:cxn>
                  <a:cxn ang="0">
                    <a:pos x="T4" y="T5"/>
                  </a:cxn>
                  <a:cxn ang="0">
                    <a:pos x="T6" y="T7"/>
                  </a:cxn>
                  <a:cxn ang="0">
                    <a:pos x="T8" y="T9"/>
                  </a:cxn>
                  <a:cxn ang="0">
                    <a:pos x="T10" y="T11"/>
                  </a:cxn>
                </a:cxnLst>
                <a:rect l="0" t="0" r="r" b="b"/>
                <a:pathLst>
                  <a:path w="87" h="33">
                    <a:moveTo>
                      <a:pt x="4" y="11"/>
                    </a:moveTo>
                    <a:cubicBezTo>
                      <a:pt x="19" y="12"/>
                      <a:pt x="33" y="13"/>
                      <a:pt x="46" y="17"/>
                    </a:cubicBezTo>
                    <a:cubicBezTo>
                      <a:pt x="59" y="20"/>
                      <a:pt x="70" y="27"/>
                      <a:pt x="82" y="31"/>
                    </a:cubicBezTo>
                    <a:cubicBezTo>
                      <a:pt x="85" y="33"/>
                      <a:pt x="87" y="28"/>
                      <a:pt x="85" y="26"/>
                    </a:cubicBezTo>
                    <a:cubicBezTo>
                      <a:pt x="67" y="7"/>
                      <a:pt x="29" y="0"/>
                      <a:pt x="4" y="5"/>
                    </a:cubicBezTo>
                    <a:cubicBezTo>
                      <a:pt x="0" y="6"/>
                      <a:pt x="1" y="11"/>
                      <a:pt x="4"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grpSp>
        <p:sp>
          <p:nvSpPr>
            <p:cNvPr id="14" name="Freeform 809">
              <a:extLst>
                <a:ext uri="{FF2B5EF4-FFF2-40B4-BE49-F238E27FC236}">
                  <a16:creationId xmlns:a16="http://schemas.microsoft.com/office/drawing/2014/main" id="{EA6257A4-81A0-72E5-1AE3-84492E4E1816}"/>
                </a:ext>
              </a:extLst>
            </p:cNvPr>
            <p:cNvSpPr/>
            <p:nvPr/>
          </p:nvSpPr>
          <p:spPr bwMode="auto">
            <a:xfrm>
              <a:off x="3707" y="656"/>
              <a:ext cx="118" cy="225"/>
            </a:xfrm>
            <a:custGeom>
              <a:avLst/>
              <a:gdLst>
                <a:gd name="T0" fmla="*/ 63 w 67"/>
                <a:gd name="T1" fmla="*/ 1 h 128"/>
                <a:gd name="T2" fmla="*/ 2 w 67"/>
                <a:gd name="T3" fmla="*/ 41 h 128"/>
                <a:gd name="T4" fmla="*/ 6 w 67"/>
                <a:gd name="T5" fmla="*/ 81 h 128"/>
                <a:gd name="T6" fmla="*/ 22 w 67"/>
                <a:gd name="T7" fmla="*/ 125 h 128"/>
                <a:gd name="T8" fmla="*/ 28 w 67"/>
                <a:gd name="T9" fmla="*/ 122 h 128"/>
                <a:gd name="T10" fmla="*/ 12 w 67"/>
                <a:gd name="T11" fmla="*/ 58 h 128"/>
                <a:gd name="T12" fmla="*/ 30 w 67"/>
                <a:gd name="T13" fmla="*/ 22 h 128"/>
                <a:gd name="T14" fmla="*/ 64 w 67"/>
                <a:gd name="T15" fmla="*/ 7 h 128"/>
                <a:gd name="T16" fmla="*/ 63 w 67"/>
                <a:gd name="T17"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128">
                  <a:moveTo>
                    <a:pt x="63" y="1"/>
                  </a:moveTo>
                  <a:cubicBezTo>
                    <a:pt x="40" y="7"/>
                    <a:pt x="8" y="15"/>
                    <a:pt x="2" y="41"/>
                  </a:cubicBezTo>
                  <a:cubicBezTo>
                    <a:pt x="0" y="54"/>
                    <a:pt x="4" y="69"/>
                    <a:pt x="6" y="81"/>
                  </a:cubicBezTo>
                  <a:cubicBezTo>
                    <a:pt x="9" y="97"/>
                    <a:pt x="12" y="113"/>
                    <a:pt x="22" y="125"/>
                  </a:cubicBezTo>
                  <a:cubicBezTo>
                    <a:pt x="24" y="128"/>
                    <a:pt x="29" y="125"/>
                    <a:pt x="28" y="122"/>
                  </a:cubicBezTo>
                  <a:cubicBezTo>
                    <a:pt x="23" y="100"/>
                    <a:pt x="15" y="80"/>
                    <a:pt x="12" y="58"/>
                  </a:cubicBezTo>
                  <a:cubicBezTo>
                    <a:pt x="10" y="42"/>
                    <a:pt x="15" y="30"/>
                    <a:pt x="30" y="22"/>
                  </a:cubicBezTo>
                  <a:cubicBezTo>
                    <a:pt x="41" y="16"/>
                    <a:pt x="53" y="11"/>
                    <a:pt x="64" y="7"/>
                  </a:cubicBezTo>
                  <a:cubicBezTo>
                    <a:pt x="67" y="5"/>
                    <a:pt x="66" y="0"/>
                    <a:pt x="63"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 name="Freeform 810">
              <a:extLst>
                <a:ext uri="{FF2B5EF4-FFF2-40B4-BE49-F238E27FC236}">
                  <a16:creationId xmlns:a16="http://schemas.microsoft.com/office/drawing/2014/main" id="{E09A8034-749C-19EE-4F61-B99749464E66}"/>
                </a:ext>
              </a:extLst>
            </p:cNvPr>
            <p:cNvSpPr/>
            <p:nvPr/>
          </p:nvSpPr>
          <p:spPr bwMode="auto">
            <a:xfrm>
              <a:off x="3465" y="863"/>
              <a:ext cx="300" cy="190"/>
            </a:xfrm>
            <a:custGeom>
              <a:avLst/>
              <a:gdLst>
                <a:gd name="T0" fmla="*/ 164 w 171"/>
                <a:gd name="T1" fmla="*/ 2 h 108"/>
                <a:gd name="T2" fmla="*/ 53 w 171"/>
                <a:gd name="T3" fmla="*/ 51 h 108"/>
                <a:gd name="T4" fmla="*/ 4 w 171"/>
                <a:gd name="T5" fmla="*/ 104 h 108"/>
                <a:gd name="T6" fmla="*/ 12 w 171"/>
                <a:gd name="T7" fmla="*/ 105 h 108"/>
                <a:gd name="T8" fmla="*/ 38 w 171"/>
                <a:gd name="T9" fmla="*/ 72 h 108"/>
                <a:gd name="T10" fmla="*/ 80 w 171"/>
                <a:gd name="T11" fmla="*/ 52 h 108"/>
                <a:gd name="T12" fmla="*/ 167 w 171"/>
                <a:gd name="T13" fmla="*/ 10 h 108"/>
                <a:gd name="T14" fmla="*/ 164 w 171"/>
                <a:gd name="T15" fmla="*/ 2 h 1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 h="108">
                  <a:moveTo>
                    <a:pt x="164" y="2"/>
                  </a:moveTo>
                  <a:cubicBezTo>
                    <a:pt x="126" y="16"/>
                    <a:pt x="90" y="35"/>
                    <a:pt x="53" y="51"/>
                  </a:cubicBezTo>
                  <a:cubicBezTo>
                    <a:pt x="31" y="61"/>
                    <a:pt x="0" y="75"/>
                    <a:pt x="4" y="104"/>
                  </a:cubicBezTo>
                  <a:cubicBezTo>
                    <a:pt x="5" y="107"/>
                    <a:pt x="11" y="108"/>
                    <a:pt x="12" y="105"/>
                  </a:cubicBezTo>
                  <a:cubicBezTo>
                    <a:pt x="19" y="91"/>
                    <a:pt x="23" y="80"/>
                    <a:pt x="38" y="72"/>
                  </a:cubicBezTo>
                  <a:cubicBezTo>
                    <a:pt x="51" y="64"/>
                    <a:pt x="66" y="58"/>
                    <a:pt x="80" y="52"/>
                  </a:cubicBezTo>
                  <a:cubicBezTo>
                    <a:pt x="109" y="38"/>
                    <a:pt x="139" y="25"/>
                    <a:pt x="167" y="10"/>
                  </a:cubicBezTo>
                  <a:cubicBezTo>
                    <a:pt x="171" y="8"/>
                    <a:pt x="168" y="0"/>
                    <a:pt x="16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 name="Freeform 811">
              <a:extLst>
                <a:ext uri="{FF2B5EF4-FFF2-40B4-BE49-F238E27FC236}">
                  <a16:creationId xmlns:a16="http://schemas.microsoft.com/office/drawing/2014/main" id="{27CF9D51-D775-6C09-1F4B-7D204C7682F2}"/>
                </a:ext>
              </a:extLst>
            </p:cNvPr>
            <p:cNvSpPr/>
            <p:nvPr/>
          </p:nvSpPr>
          <p:spPr bwMode="auto">
            <a:xfrm>
              <a:off x="3289" y="1027"/>
              <a:ext cx="230" cy="157"/>
            </a:xfrm>
            <a:custGeom>
              <a:avLst/>
              <a:gdLst>
                <a:gd name="T0" fmla="*/ 125 w 131"/>
                <a:gd name="T1" fmla="*/ 3 h 89"/>
                <a:gd name="T2" fmla="*/ 43 w 131"/>
                <a:gd name="T3" fmla="*/ 33 h 89"/>
                <a:gd name="T4" fmla="*/ 6 w 131"/>
                <a:gd name="T5" fmla="*/ 85 h 89"/>
                <a:gd name="T6" fmla="*/ 15 w 131"/>
                <a:gd name="T7" fmla="*/ 85 h 89"/>
                <a:gd name="T8" fmla="*/ 126 w 131"/>
                <a:gd name="T9" fmla="*/ 12 h 89"/>
                <a:gd name="T10" fmla="*/ 125 w 131"/>
                <a:gd name="T11" fmla="*/ 3 h 89"/>
              </a:gdLst>
              <a:ahLst/>
              <a:cxnLst>
                <a:cxn ang="0">
                  <a:pos x="T0" y="T1"/>
                </a:cxn>
                <a:cxn ang="0">
                  <a:pos x="T2" y="T3"/>
                </a:cxn>
                <a:cxn ang="0">
                  <a:pos x="T4" y="T5"/>
                </a:cxn>
                <a:cxn ang="0">
                  <a:pos x="T6" y="T7"/>
                </a:cxn>
                <a:cxn ang="0">
                  <a:pos x="T8" y="T9"/>
                </a:cxn>
                <a:cxn ang="0">
                  <a:pos x="T10" y="T11"/>
                </a:cxn>
              </a:cxnLst>
              <a:rect l="0" t="0" r="r" b="b"/>
              <a:pathLst>
                <a:path w="131" h="89">
                  <a:moveTo>
                    <a:pt x="125" y="3"/>
                  </a:moveTo>
                  <a:cubicBezTo>
                    <a:pt x="95" y="0"/>
                    <a:pt x="67" y="17"/>
                    <a:pt x="43" y="33"/>
                  </a:cubicBezTo>
                  <a:cubicBezTo>
                    <a:pt x="26" y="45"/>
                    <a:pt x="0" y="60"/>
                    <a:pt x="6" y="85"/>
                  </a:cubicBezTo>
                  <a:cubicBezTo>
                    <a:pt x="7" y="89"/>
                    <a:pt x="13" y="89"/>
                    <a:pt x="15" y="85"/>
                  </a:cubicBezTo>
                  <a:cubicBezTo>
                    <a:pt x="30" y="43"/>
                    <a:pt x="84" y="19"/>
                    <a:pt x="126" y="12"/>
                  </a:cubicBezTo>
                  <a:cubicBezTo>
                    <a:pt x="131" y="11"/>
                    <a:pt x="130" y="4"/>
                    <a:pt x="125"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 name="Freeform 812">
              <a:extLst>
                <a:ext uri="{FF2B5EF4-FFF2-40B4-BE49-F238E27FC236}">
                  <a16:creationId xmlns:a16="http://schemas.microsoft.com/office/drawing/2014/main" id="{7A91F1BC-DB5E-536A-BE7C-3C39252682A7}"/>
                </a:ext>
              </a:extLst>
            </p:cNvPr>
            <p:cNvSpPr/>
            <p:nvPr/>
          </p:nvSpPr>
          <p:spPr bwMode="auto">
            <a:xfrm>
              <a:off x="3291" y="1129"/>
              <a:ext cx="47" cy="208"/>
            </a:xfrm>
            <a:custGeom>
              <a:avLst/>
              <a:gdLst>
                <a:gd name="T0" fmla="*/ 0 w 27"/>
                <a:gd name="T1" fmla="*/ 5 h 118"/>
                <a:gd name="T2" fmla="*/ 11 w 27"/>
                <a:gd name="T3" fmla="*/ 62 h 118"/>
                <a:gd name="T4" fmla="*/ 17 w 27"/>
                <a:gd name="T5" fmla="*/ 115 h 118"/>
                <a:gd name="T6" fmla="*/ 25 w 27"/>
                <a:gd name="T7" fmla="*/ 112 h 118"/>
                <a:gd name="T8" fmla="*/ 22 w 27"/>
                <a:gd name="T9" fmla="*/ 48 h 118"/>
                <a:gd name="T10" fmla="*/ 6 w 27"/>
                <a:gd name="T11" fmla="*/ 2 h 118"/>
                <a:gd name="T12" fmla="*/ 0 w 27"/>
                <a:gd name="T13" fmla="*/ 5 h 118"/>
              </a:gdLst>
              <a:ahLst/>
              <a:cxnLst>
                <a:cxn ang="0">
                  <a:pos x="T0" y="T1"/>
                </a:cxn>
                <a:cxn ang="0">
                  <a:pos x="T2" y="T3"/>
                </a:cxn>
                <a:cxn ang="0">
                  <a:pos x="T4" y="T5"/>
                </a:cxn>
                <a:cxn ang="0">
                  <a:pos x="T6" y="T7"/>
                </a:cxn>
                <a:cxn ang="0">
                  <a:pos x="T8" y="T9"/>
                </a:cxn>
                <a:cxn ang="0">
                  <a:pos x="T10" y="T11"/>
                </a:cxn>
                <a:cxn ang="0">
                  <a:pos x="T12" y="T13"/>
                </a:cxn>
              </a:cxnLst>
              <a:rect l="0" t="0" r="r" b="b"/>
              <a:pathLst>
                <a:path w="27" h="118">
                  <a:moveTo>
                    <a:pt x="0" y="5"/>
                  </a:moveTo>
                  <a:cubicBezTo>
                    <a:pt x="2" y="24"/>
                    <a:pt x="10" y="42"/>
                    <a:pt x="11" y="62"/>
                  </a:cubicBezTo>
                  <a:cubicBezTo>
                    <a:pt x="11" y="80"/>
                    <a:pt x="8" y="99"/>
                    <a:pt x="17" y="115"/>
                  </a:cubicBezTo>
                  <a:cubicBezTo>
                    <a:pt x="20" y="118"/>
                    <a:pt x="25" y="117"/>
                    <a:pt x="25" y="112"/>
                  </a:cubicBezTo>
                  <a:cubicBezTo>
                    <a:pt x="27" y="92"/>
                    <a:pt x="25" y="68"/>
                    <a:pt x="22" y="48"/>
                  </a:cubicBezTo>
                  <a:cubicBezTo>
                    <a:pt x="20" y="32"/>
                    <a:pt x="17" y="14"/>
                    <a:pt x="6" y="2"/>
                  </a:cubicBezTo>
                  <a:cubicBezTo>
                    <a:pt x="4" y="0"/>
                    <a:pt x="0" y="2"/>
                    <a:pt x="0"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 name="Freeform 813">
              <a:extLst>
                <a:ext uri="{FF2B5EF4-FFF2-40B4-BE49-F238E27FC236}">
                  <a16:creationId xmlns:a16="http://schemas.microsoft.com/office/drawing/2014/main" id="{187CA4D5-5E56-0534-1411-6F4D2E5E15B6}"/>
                </a:ext>
              </a:extLst>
            </p:cNvPr>
            <p:cNvSpPr/>
            <p:nvPr/>
          </p:nvSpPr>
          <p:spPr bwMode="auto">
            <a:xfrm>
              <a:off x="3314" y="1322"/>
              <a:ext cx="131" cy="160"/>
            </a:xfrm>
            <a:custGeom>
              <a:avLst/>
              <a:gdLst>
                <a:gd name="T0" fmla="*/ 5 w 75"/>
                <a:gd name="T1" fmla="*/ 10 h 91"/>
                <a:gd name="T2" fmla="*/ 53 w 75"/>
                <a:gd name="T3" fmla="*/ 42 h 91"/>
                <a:gd name="T4" fmla="*/ 58 w 75"/>
                <a:gd name="T5" fmla="*/ 73 h 91"/>
                <a:gd name="T6" fmla="*/ 60 w 75"/>
                <a:gd name="T7" fmla="*/ 88 h 91"/>
                <a:gd name="T8" fmla="*/ 68 w 75"/>
                <a:gd name="T9" fmla="*/ 87 h 91"/>
                <a:gd name="T10" fmla="*/ 74 w 75"/>
                <a:gd name="T11" fmla="*/ 56 h 91"/>
                <a:gd name="T12" fmla="*/ 60 w 75"/>
                <a:gd name="T13" fmla="*/ 30 h 91"/>
                <a:gd name="T14" fmla="*/ 6 w 75"/>
                <a:gd name="T15" fmla="*/ 2 h 91"/>
                <a:gd name="T16" fmla="*/ 5 w 75"/>
                <a:gd name="T17" fmla="*/ 1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91">
                  <a:moveTo>
                    <a:pt x="5" y="10"/>
                  </a:moveTo>
                  <a:cubicBezTo>
                    <a:pt x="25" y="15"/>
                    <a:pt x="41" y="24"/>
                    <a:pt x="53" y="42"/>
                  </a:cubicBezTo>
                  <a:cubicBezTo>
                    <a:pt x="61" y="52"/>
                    <a:pt x="61" y="60"/>
                    <a:pt x="58" y="73"/>
                  </a:cubicBezTo>
                  <a:cubicBezTo>
                    <a:pt x="57" y="79"/>
                    <a:pt x="57" y="82"/>
                    <a:pt x="60" y="88"/>
                  </a:cubicBezTo>
                  <a:cubicBezTo>
                    <a:pt x="62" y="91"/>
                    <a:pt x="68" y="91"/>
                    <a:pt x="68" y="87"/>
                  </a:cubicBezTo>
                  <a:cubicBezTo>
                    <a:pt x="70" y="77"/>
                    <a:pt x="75" y="66"/>
                    <a:pt x="74" y="56"/>
                  </a:cubicBezTo>
                  <a:cubicBezTo>
                    <a:pt x="72" y="46"/>
                    <a:pt x="66" y="37"/>
                    <a:pt x="60" y="30"/>
                  </a:cubicBezTo>
                  <a:cubicBezTo>
                    <a:pt x="47" y="14"/>
                    <a:pt x="27" y="0"/>
                    <a:pt x="6" y="2"/>
                  </a:cubicBezTo>
                  <a:cubicBezTo>
                    <a:pt x="2" y="3"/>
                    <a:pt x="0" y="9"/>
                    <a:pt x="5"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9" name="Freeform 814">
              <a:extLst>
                <a:ext uri="{FF2B5EF4-FFF2-40B4-BE49-F238E27FC236}">
                  <a16:creationId xmlns:a16="http://schemas.microsoft.com/office/drawing/2014/main" id="{85E21A63-BA9B-C0BC-E7F8-4AB88FD7B2F1}"/>
                </a:ext>
              </a:extLst>
            </p:cNvPr>
            <p:cNvSpPr/>
            <p:nvPr/>
          </p:nvSpPr>
          <p:spPr bwMode="auto">
            <a:xfrm>
              <a:off x="3600" y="1206"/>
              <a:ext cx="178" cy="363"/>
            </a:xfrm>
            <a:custGeom>
              <a:avLst/>
              <a:gdLst>
                <a:gd name="T0" fmla="*/ 5 w 101"/>
                <a:gd name="T1" fmla="*/ 10 h 206"/>
                <a:gd name="T2" fmla="*/ 47 w 101"/>
                <a:gd name="T3" fmla="*/ 58 h 206"/>
                <a:gd name="T4" fmla="*/ 51 w 101"/>
                <a:gd name="T5" fmla="*/ 110 h 206"/>
                <a:gd name="T6" fmla="*/ 88 w 101"/>
                <a:gd name="T7" fmla="*/ 202 h 206"/>
                <a:gd name="T8" fmla="*/ 98 w 101"/>
                <a:gd name="T9" fmla="*/ 195 h 206"/>
                <a:gd name="T10" fmla="*/ 72 w 101"/>
                <a:gd name="T11" fmla="*/ 135 h 206"/>
                <a:gd name="T12" fmla="*/ 63 w 101"/>
                <a:gd name="T13" fmla="*/ 68 h 206"/>
                <a:gd name="T14" fmla="*/ 9 w 101"/>
                <a:gd name="T15" fmla="*/ 1 h 206"/>
                <a:gd name="T16" fmla="*/ 5 w 101"/>
                <a:gd name="T17" fmla="*/ 1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 h="206">
                  <a:moveTo>
                    <a:pt x="5" y="10"/>
                  </a:moveTo>
                  <a:cubicBezTo>
                    <a:pt x="27" y="22"/>
                    <a:pt x="44" y="30"/>
                    <a:pt x="47" y="58"/>
                  </a:cubicBezTo>
                  <a:cubicBezTo>
                    <a:pt x="49" y="76"/>
                    <a:pt x="49" y="93"/>
                    <a:pt x="51" y="110"/>
                  </a:cubicBezTo>
                  <a:cubicBezTo>
                    <a:pt x="55" y="141"/>
                    <a:pt x="64" y="180"/>
                    <a:pt x="88" y="202"/>
                  </a:cubicBezTo>
                  <a:cubicBezTo>
                    <a:pt x="94" y="206"/>
                    <a:pt x="101" y="201"/>
                    <a:pt x="98" y="195"/>
                  </a:cubicBezTo>
                  <a:cubicBezTo>
                    <a:pt x="88" y="175"/>
                    <a:pt x="77" y="157"/>
                    <a:pt x="72" y="135"/>
                  </a:cubicBezTo>
                  <a:cubicBezTo>
                    <a:pt x="66" y="113"/>
                    <a:pt x="65" y="91"/>
                    <a:pt x="63" y="68"/>
                  </a:cubicBezTo>
                  <a:cubicBezTo>
                    <a:pt x="61" y="32"/>
                    <a:pt x="47" y="8"/>
                    <a:pt x="9" y="1"/>
                  </a:cubicBezTo>
                  <a:cubicBezTo>
                    <a:pt x="3" y="0"/>
                    <a:pt x="0" y="7"/>
                    <a:pt x="5"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0" name="Freeform 815">
              <a:extLst>
                <a:ext uri="{FF2B5EF4-FFF2-40B4-BE49-F238E27FC236}">
                  <a16:creationId xmlns:a16="http://schemas.microsoft.com/office/drawing/2014/main" id="{5DFFE5D2-CB0B-EBF8-54B7-89E31EFBB940}"/>
                </a:ext>
              </a:extLst>
            </p:cNvPr>
            <p:cNvSpPr/>
            <p:nvPr/>
          </p:nvSpPr>
          <p:spPr bwMode="auto">
            <a:xfrm>
              <a:off x="3758" y="1533"/>
              <a:ext cx="213" cy="48"/>
            </a:xfrm>
            <a:custGeom>
              <a:avLst/>
              <a:gdLst>
                <a:gd name="T0" fmla="*/ 5 w 121"/>
                <a:gd name="T1" fmla="*/ 22 h 27"/>
                <a:gd name="T2" fmla="*/ 75 w 121"/>
                <a:gd name="T3" fmla="*/ 23 h 27"/>
                <a:gd name="T4" fmla="*/ 119 w 121"/>
                <a:gd name="T5" fmla="*/ 14 h 27"/>
                <a:gd name="T6" fmla="*/ 114 w 121"/>
                <a:gd name="T7" fmla="*/ 6 h 27"/>
                <a:gd name="T8" fmla="*/ 4 w 121"/>
                <a:gd name="T9" fmla="*/ 13 h 27"/>
                <a:gd name="T10" fmla="*/ 5 w 121"/>
                <a:gd name="T11" fmla="*/ 22 h 27"/>
              </a:gdLst>
              <a:ahLst/>
              <a:cxnLst>
                <a:cxn ang="0">
                  <a:pos x="T0" y="T1"/>
                </a:cxn>
                <a:cxn ang="0">
                  <a:pos x="T2" y="T3"/>
                </a:cxn>
                <a:cxn ang="0">
                  <a:pos x="T4" y="T5"/>
                </a:cxn>
                <a:cxn ang="0">
                  <a:pos x="T6" y="T7"/>
                </a:cxn>
                <a:cxn ang="0">
                  <a:pos x="T8" y="T9"/>
                </a:cxn>
                <a:cxn ang="0">
                  <a:pos x="T10" y="T11"/>
                </a:cxn>
              </a:cxnLst>
              <a:rect l="0" t="0" r="r" b="b"/>
              <a:pathLst>
                <a:path w="121" h="27">
                  <a:moveTo>
                    <a:pt x="5" y="22"/>
                  </a:moveTo>
                  <a:cubicBezTo>
                    <a:pt x="29" y="21"/>
                    <a:pt x="52" y="22"/>
                    <a:pt x="75" y="23"/>
                  </a:cubicBezTo>
                  <a:cubicBezTo>
                    <a:pt x="90" y="24"/>
                    <a:pt x="108" y="27"/>
                    <a:pt x="119" y="14"/>
                  </a:cubicBezTo>
                  <a:cubicBezTo>
                    <a:pt x="121" y="10"/>
                    <a:pt x="119" y="4"/>
                    <a:pt x="114" y="6"/>
                  </a:cubicBezTo>
                  <a:cubicBezTo>
                    <a:pt x="79" y="19"/>
                    <a:pt x="39" y="0"/>
                    <a:pt x="4" y="13"/>
                  </a:cubicBezTo>
                  <a:cubicBezTo>
                    <a:pt x="0" y="15"/>
                    <a:pt x="0" y="22"/>
                    <a:pt x="5"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1" name="Freeform 816">
              <a:extLst>
                <a:ext uri="{FF2B5EF4-FFF2-40B4-BE49-F238E27FC236}">
                  <a16:creationId xmlns:a16="http://schemas.microsoft.com/office/drawing/2014/main" id="{FF502C82-BCCF-B746-3C36-AF73F1A008BC}"/>
                </a:ext>
              </a:extLst>
            </p:cNvPr>
            <p:cNvSpPr/>
            <p:nvPr/>
          </p:nvSpPr>
          <p:spPr bwMode="auto">
            <a:xfrm>
              <a:off x="3776" y="1060"/>
              <a:ext cx="199" cy="180"/>
            </a:xfrm>
            <a:custGeom>
              <a:avLst/>
              <a:gdLst>
                <a:gd name="T0" fmla="*/ 6 w 113"/>
                <a:gd name="T1" fmla="*/ 28 h 102"/>
                <a:gd name="T2" fmla="*/ 82 w 113"/>
                <a:gd name="T3" fmla="*/ 40 h 102"/>
                <a:gd name="T4" fmla="*/ 106 w 113"/>
                <a:gd name="T5" fmla="*/ 99 h 102"/>
                <a:gd name="T6" fmla="*/ 112 w 113"/>
                <a:gd name="T7" fmla="*/ 96 h 102"/>
                <a:gd name="T8" fmla="*/ 72 w 113"/>
                <a:gd name="T9" fmla="*/ 15 h 102"/>
                <a:gd name="T10" fmla="*/ 2 w 113"/>
                <a:gd name="T11" fmla="*/ 23 h 102"/>
                <a:gd name="T12" fmla="*/ 6 w 113"/>
                <a:gd name="T13" fmla="*/ 28 h 102"/>
              </a:gdLst>
              <a:ahLst/>
              <a:cxnLst>
                <a:cxn ang="0">
                  <a:pos x="T0" y="T1"/>
                </a:cxn>
                <a:cxn ang="0">
                  <a:pos x="T2" y="T3"/>
                </a:cxn>
                <a:cxn ang="0">
                  <a:pos x="T4" y="T5"/>
                </a:cxn>
                <a:cxn ang="0">
                  <a:pos x="T6" y="T7"/>
                </a:cxn>
                <a:cxn ang="0">
                  <a:pos x="T8" y="T9"/>
                </a:cxn>
                <a:cxn ang="0">
                  <a:pos x="T10" y="T11"/>
                </a:cxn>
                <a:cxn ang="0">
                  <a:pos x="T12" y="T13"/>
                </a:cxn>
              </a:cxnLst>
              <a:rect l="0" t="0" r="r" b="b"/>
              <a:pathLst>
                <a:path w="113" h="102">
                  <a:moveTo>
                    <a:pt x="6" y="28"/>
                  </a:moveTo>
                  <a:cubicBezTo>
                    <a:pt x="31" y="8"/>
                    <a:pt x="64" y="13"/>
                    <a:pt x="82" y="40"/>
                  </a:cubicBezTo>
                  <a:cubicBezTo>
                    <a:pt x="94" y="59"/>
                    <a:pt x="91" y="83"/>
                    <a:pt x="106" y="99"/>
                  </a:cubicBezTo>
                  <a:cubicBezTo>
                    <a:pt x="108" y="102"/>
                    <a:pt x="113" y="99"/>
                    <a:pt x="112" y="96"/>
                  </a:cubicBezTo>
                  <a:cubicBezTo>
                    <a:pt x="103" y="67"/>
                    <a:pt x="100" y="33"/>
                    <a:pt x="72" y="15"/>
                  </a:cubicBezTo>
                  <a:cubicBezTo>
                    <a:pt x="50" y="0"/>
                    <a:pt x="20" y="2"/>
                    <a:pt x="2" y="23"/>
                  </a:cubicBezTo>
                  <a:cubicBezTo>
                    <a:pt x="0" y="25"/>
                    <a:pt x="3" y="30"/>
                    <a:pt x="6" y="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7" name="Freeform 817">
              <a:extLst>
                <a:ext uri="{FF2B5EF4-FFF2-40B4-BE49-F238E27FC236}">
                  <a16:creationId xmlns:a16="http://schemas.microsoft.com/office/drawing/2014/main" id="{00E69495-27D6-226D-0DCD-7B3421B9BCBC}"/>
                </a:ext>
              </a:extLst>
            </p:cNvPr>
            <p:cNvSpPr/>
            <p:nvPr/>
          </p:nvSpPr>
          <p:spPr bwMode="auto">
            <a:xfrm>
              <a:off x="3952" y="1227"/>
              <a:ext cx="75" cy="20"/>
            </a:xfrm>
            <a:custGeom>
              <a:avLst/>
              <a:gdLst>
                <a:gd name="T0" fmla="*/ 4 w 43"/>
                <a:gd name="T1" fmla="*/ 8 h 11"/>
                <a:gd name="T2" fmla="*/ 40 w 43"/>
                <a:gd name="T3" fmla="*/ 6 h 11"/>
                <a:gd name="T4" fmla="*/ 39 w 43"/>
                <a:gd name="T5" fmla="*/ 0 h 11"/>
                <a:gd name="T6" fmla="*/ 5 w 43"/>
                <a:gd name="T7" fmla="*/ 2 h 11"/>
                <a:gd name="T8" fmla="*/ 4 w 43"/>
                <a:gd name="T9" fmla="*/ 8 h 11"/>
              </a:gdLst>
              <a:ahLst/>
              <a:cxnLst>
                <a:cxn ang="0">
                  <a:pos x="T0" y="T1"/>
                </a:cxn>
                <a:cxn ang="0">
                  <a:pos x="T2" y="T3"/>
                </a:cxn>
                <a:cxn ang="0">
                  <a:pos x="T4" y="T5"/>
                </a:cxn>
                <a:cxn ang="0">
                  <a:pos x="T6" y="T7"/>
                </a:cxn>
                <a:cxn ang="0">
                  <a:pos x="T8" y="T9"/>
                </a:cxn>
              </a:cxnLst>
              <a:rect l="0" t="0" r="r" b="b"/>
              <a:pathLst>
                <a:path w="43" h="11">
                  <a:moveTo>
                    <a:pt x="4" y="8"/>
                  </a:moveTo>
                  <a:cubicBezTo>
                    <a:pt x="16" y="11"/>
                    <a:pt x="29" y="10"/>
                    <a:pt x="40" y="6"/>
                  </a:cubicBezTo>
                  <a:cubicBezTo>
                    <a:pt x="43" y="5"/>
                    <a:pt x="43" y="1"/>
                    <a:pt x="39" y="0"/>
                  </a:cubicBezTo>
                  <a:cubicBezTo>
                    <a:pt x="28" y="0"/>
                    <a:pt x="16" y="0"/>
                    <a:pt x="5" y="2"/>
                  </a:cubicBezTo>
                  <a:cubicBezTo>
                    <a:pt x="2" y="2"/>
                    <a:pt x="0" y="7"/>
                    <a:pt x="4"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8" name="Freeform 818">
              <a:extLst>
                <a:ext uri="{FF2B5EF4-FFF2-40B4-BE49-F238E27FC236}">
                  <a16:creationId xmlns:a16="http://schemas.microsoft.com/office/drawing/2014/main" id="{08943BEC-8C97-82CF-53F1-4E44A8E96F18}"/>
                </a:ext>
              </a:extLst>
            </p:cNvPr>
            <p:cNvSpPr/>
            <p:nvPr/>
          </p:nvSpPr>
          <p:spPr bwMode="auto">
            <a:xfrm>
              <a:off x="3841" y="695"/>
              <a:ext cx="90" cy="88"/>
            </a:xfrm>
            <a:custGeom>
              <a:avLst/>
              <a:gdLst>
                <a:gd name="T0" fmla="*/ 7 w 51"/>
                <a:gd name="T1" fmla="*/ 47 h 50"/>
                <a:gd name="T2" fmla="*/ 23 w 51"/>
                <a:gd name="T3" fmla="*/ 22 h 50"/>
                <a:gd name="T4" fmla="*/ 48 w 51"/>
                <a:gd name="T5" fmla="*/ 7 h 50"/>
                <a:gd name="T6" fmla="*/ 47 w 51"/>
                <a:gd name="T7" fmla="*/ 1 h 50"/>
                <a:gd name="T8" fmla="*/ 18 w 51"/>
                <a:gd name="T9" fmla="*/ 15 h 50"/>
                <a:gd name="T10" fmla="*/ 1 w 51"/>
                <a:gd name="T11" fmla="*/ 44 h 50"/>
                <a:gd name="T12" fmla="*/ 7 w 51"/>
                <a:gd name="T13" fmla="*/ 47 h 50"/>
              </a:gdLst>
              <a:ahLst/>
              <a:cxnLst>
                <a:cxn ang="0">
                  <a:pos x="T0" y="T1"/>
                </a:cxn>
                <a:cxn ang="0">
                  <a:pos x="T2" y="T3"/>
                </a:cxn>
                <a:cxn ang="0">
                  <a:pos x="T4" y="T5"/>
                </a:cxn>
                <a:cxn ang="0">
                  <a:pos x="T6" y="T7"/>
                </a:cxn>
                <a:cxn ang="0">
                  <a:pos x="T8" y="T9"/>
                </a:cxn>
                <a:cxn ang="0">
                  <a:pos x="T10" y="T11"/>
                </a:cxn>
                <a:cxn ang="0">
                  <a:pos x="T12" y="T13"/>
                </a:cxn>
              </a:cxnLst>
              <a:rect l="0" t="0" r="r" b="b"/>
              <a:pathLst>
                <a:path w="51" h="50">
                  <a:moveTo>
                    <a:pt x="7" y="47"/>
                  </a:moveTo>
                  <a:cubicBezTo>
                    <a:pt x="11" y="38"/>
                    <a:pt x="16" y="29"/>
                    <a:pt x="23" y="22"/>
                  </a:cubicBezTo>
                  <a:cubicBezTo>
                    <a:pt x="31" y="15"/>
                    <a:pt x="40" y="13"/>
                    <a:pt x="48" y="7"/>
                  </a:cubicBezTo>
                  <a:cubicBezTo>
                    <a:pt x="51" y="5"/>
                    <a:pt x="50" y="1"/>
                    <a:pt x="47" y="1"/>
                  </a:cubicBezTo>
                  <a:cubicBezTo>
                    <a:pt x="36" y="0"/>
                    <a:pt x="25" y="8"/>
                    <a:pt x="18" y="15"/>
                  </a:cubicBezTo>
                  <a:cubicBezTo>
                    <a:pt x="10" y="23"/>
                    <a:pt x="4" y="33"/>
                    <a:pt x="1" y="44"/>
                  </a:cubicBezTo>
                  <a:cubicBezTo>
                    <a:pt x="0" y="48"/>
                    <a:pt x="5" y="50"/>
                    <a:pt x="7" y="4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29" name="Freeform 819">
              <a:extLst>
                <a:ext uri="{FF2B5EF4-FFF2-40B4-BE49-F238E27FC236}">
                  <a16:creationId xmlns:a16="http://schemas.microsoft.com/office/drawing/2014/main" id="{46D166D0-76F8-840C-D157-40F054BCCFA1}"/>
                </a:ext>
              </a:extLst>
            </p:cNvPr>
            <p:cNvSpPr/>
            <p:nvPr/>
          </p:nvSpPr>
          <p:spPr bwMode="auto">
            <a:xfrm>
              <a:off x="3822" y="842"/>
              <a:ext cx="142" cy="51"/>
            </a:xfrm>
            <a:custGeom>
              <a:avLst/>
              <a:gdLst>
                <a:gd name="T0" fmla="*/ 6 w 81"/>
                <a:gd name="T1" fmla="*/ 19 h 29"/>
                <a:gd name="T2" fmla="*/ 75 w 81"/>
                <a:gd name="T3" fmla="*/ 28 h 29"/>
                <a:gd name="T4" fmla="*/ 80 w 81"/>
                <a:gd name="T5" fmla="*/ 23 h 29"/>
                <a:gd name="T6" fmla="*/ 4 w 81"/>
                <a:gd name="T7" fmla="*/ 12 h 29"/>
                <a:gd name="T8" fmla="*/ 6 w 81"/>
                <a:gd name="T9" fmla="*/ 19 h 29"/>
              </a:gdLst>
              <a:ahLst/>
              <a:cxnLst>
                <a:cxn ang="0">
                  <a:pos x="T0" y="T1"/>
                </a:cxn>
                <a:cxn ang="0">
                  <a:pos x="T2" y="T3"/>
                </a:cxn>
                <a:cxn ang="0">
                  <a:pos x="T4" y="T5"/>
                </a:cxn>
                <a:cxn ang="0">
                  <a:pos x="T6" y="T7"/>
                </a:cxn>
                <a:cxn ang="0">
                  <a:pos x="T8" y="T9"/>
                </a:cxn>
              </a:cxnLst>
              <a:rect l="0" t="0" r="r" b="b"/>
              <a:pathLst>
                <a:path w="81" h="29">
                  <a:moveTo>
                    <a:pt x="6" y="19"/>
                  </a:moveTo>
                  <a:cubicBezTo>
                    <a:pt x="31" y="13"/>
                    <a:pt x="53" y="15"/>
                    <a:pt x="75" y="28"/>
                  </a:cubicBezTo>
                  <a:cubicBezTo>
                    <a:pt x="78" y="29"/>
                    <a:pt x="81" y="26"/>
                    <a:pt x="80" y="23"/>
                  </a:cubicBezTo>
                  <a:cubicBezTo>
                    <a:pt x="67" y="0"/>
                    <a:pt x="24" y="4"/>
                    <a:pt x="4" y="12"/>
                  </a:cubicBezTo>
                  <a:cubicBezTo>
                    <a:pt x="0" y="13"/>
                    <a:pt x="2" y="20"/>
                    <a:pt x="6"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0" name="Freeform 820">
              <a:extLst>
                <a:ext uri="{FF2B5EF4-FFF2-40B4-BE49-F238E27FC236}">
                  <a16:creationId xmlns:a16="http://schemas.microsoft.com/office/drawing/2014/main" id="{A32F6D0F-37C5-4745-9C0D-460CAB96B05D}"/>
                </a:ext>
              </a:extLst>
            </p:cNvPr>
            <p:cNvSpPr/>
            <p:nvPr/>
          </p:nvSpPr>
          <p:spPr bwMode="auto">
            <a:xfrm>
              <a:off x="3946" y="878"/>
              <a:ext cx="65" cy="133"/>
            </a:xfrm>
            <a:custGeom>
              <a:avLst/>
              <a:gdLst>
                <a:gd name="T0" fmla="*/ 2 w 37"/>
                <a:gd name="T1" fmla="*/ 6 h 76"/>
                <a:gd name="T2" fmla="*/ 13 w 37"/>
                <a:gd name="T3" fmla="*/ 27 h 76"/>
                <a:gd name="T4" fmla="*/ 16 w 37"/>
                <a:gd name="T5" fmla="*/ 50 h 76"/>
                <a:gd name="T6" fmla="*/ 30 w 37"/>
                <a:gd name="T7" fmla="*/ 75 h 76"/>
                <a:gd name="T8" fmla="*/ 35 w 37"/>
                <a:gd name="T9" fmla="*/ 70 h 76"/>
                <a:gd name="T10" fmla="*/ 26 w 37"/>
                <a:gd name="T11" fmla="*/ 52 h 76"/>
                <a:gd name="T12" fmla="*/ 23 w 37"/>
                <a:gd name="T13" fmla="*/ 31 h 76"/>
                <a:gd name="T14" fmla="*/ 7 w 37"/>
                <a:gd name="T15" fmla="*/ 2 h 76"/>
                <a:gd name="T16" fmla="*/ 2 w 37"/>
                <a:gd name="T17" fmla="*/ 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76">
                  <a:moveTo>
                    <a:pt x="2" y="6"/>
                  </a:moveTo>
                  <a:cubicBezTo>
                    <a:pt x="6" y="13"/>
                    <a:pt x="10" y="19"/>
                    <a:pt x="13" y="27"/>
                  </a:cubicBezTo>
                  <a:cubicBezTo>
                    <a:pt x="15" y="34"/>
                    <a:pt x="15" y="42"/>
                    <a:pt x="16" y="50"/>
                  </a:cubicBezTo>
                  <a:cubicBezTo>
                    <a:pt x="18" y="60"/>
                    <a:pt x="21" y="70"/>
                    <a:pt x="30" y="75"/>
                  </a:cubicBezTo>
                  <a:cubicBezTo>
                    <a:pt x="33" y="76"/>
                    <a:pt x="37" y="73"/>
                    <a:pt x="35" y="70"/>
                  </a:cubicBezTo>
                  <a:cubicBezTo>
                    <a:pt x="32" y="64"/>
                    <a:pt x="28" y="59"/>
                    <a:pt x="26" y="52"/>
                  </a:cubicBezTo>
                  <a:cubicBezTo>
                    <a:pt x="25" y="45"/>
                    <a:pt x="24" y="38"/>
                    <a:pt x="23" y="31"/>
                  </a:cubicBezTo>
                  <a:cubicBezTo>
                    <a:pt x="21" y="20"/>
                    <a:pt x="16" y="9"/>
                    <a:pt x="7" y="2"/>
                  </a:cubicBezTo>
                  <a:cubicBezTo>
                    <a:pt x="4" y="0"/>
                    <a:pt x="0" y="2"/>
                    <a:pt x="2"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1" name="Freeform 821">
              <a:extLst>
                <a:ext uri="{FF2B5EF4-FFF2-40B4-BE49-F238E27FC236}">
                  <a16:creationId xmlns:a16="http://schemas.microsoft.com/office/drawing/2014/main" id="{526AFC21-2515-C63E-B8A2-702671A47346}"/>
                </a:ext>
              </a:extLst>
            </p:cNvPr>
            <p:cNvSpPr/>
            <p:nvPr/>
          </p:nvSpPr>
          <p:spPr bwMode="auto">
            <a:xfrm>
              <a:off x="4001" y="990"/>
              <a:ext cx="116" cy="104"/>
            </a:xfrm>
            <a:custGeom>
              <a:avLst/>
              <a:gdLst>
                <a:gd name="T0" fmla="*/ 65 w 66"/>
                <a:gd name="T1" fmla="*/ 53 h 59"/>
                <a:gd name="T2" fmla="*/ 6 w 66"/>
                <a:gd name="T3" fmla="*/ 0 h 59"/>
                <a:gd name="T4" fmla="*/ 4 w 66"/>
                <a:gd name="T5" fmla="*/ 7 h 59"/>
                <a:gd name="T6" fmla="*/ 36 w 66"/>
                <a:gd name="T7" fmla="*/ 29 h 59"/>
                <a:gd name="T8" fmla="*/ 60 w 66"/>
                <a:gd name="T9" fmla="*/ 57 h 59"/>
                <a:gd name="T10" fmla="*/ 65 w 66"/>
                <a:gd name="T11" fmla="*/ 53 h 59"/>
              </a:gdLst>
              <a:ahLst/>
              <a:cxnLst>
                <a:cxn ang="0">
                  <a:pos x="T0" y="T1"/>
                </a:cxn>
                <a:cxn ang="0">
                  <a:pos x="T2" y="T3"/>
                </a:cxn>
                <a:cxn ang="0">
                  <a:pos x="T4" y="T5"/>
                </a:cxn>
                <a:cxn ang="0">
                  <a:pos x="T6" y="T7"/>
                </a:cxn>
                <a:cxn ang="0">
                  <a:pos x="T8" y="T9"/>
                </a:cxn>
                <a:cxn ang="0">
                  <a:pos x="T10" y="T11"/>
                </a:cxn>
              </a:cxnLst>
              <a:rect l="0" t="0" r="r" b="b"/>
              <a:pathLst>
                <a:path w="66" h="59">
                  <a:moveTo>
                    <a:pt x="65" y="53"/>
                  </a:moveTo>
                  <a:cubicBezTo>
                    <a:pt x="56" y="30"/>
                    <a:pt x="31" y="6"/>
                    <a:pt x="6" y="0"/>
                  </a:cubicBezTo>
                  <a:cubicBezTo>
                    <a:pt x="2" y="0"/>
                    <a:pt x="0" y="5"/>
                    <a:pt x="4" y="7"/>
                  </a:cubicBezTo>
                  <a:cubicBezTo>
                    <a:pt x="14" y="15"/>
                    <a:pt x="26" y="20"/>
                    <a:pt x="36" y="29"/>
                  </a:cubicBezTo>
                  <a:cubicBezTo>
                    <a:pt x="45" y="37"/>
                    <a:pt x="52" y="47"/>
                    <a:pt x="60" y="57"/>
                  </a:cubicBezTo>
                  <a:cubicBezTo>
                    <a:pt x="62" y="59"/>
                    <a:pt x="66" y="56"/>
                    <a:pt x="65" y="5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2" name="Freeform 822">
              <a:extLst>
                <a:ext uri="{FF2B5EF4-FFF2-40B4-BE49-F238E27FC236}">
                  <a16:creationId xmlns:a16="http://schemas.microsoft.com/office/drawing/2014/main" id="{46783F92-12DA-B215-724E-11FEF4C3A2BB}"/>
                </a:ext>
              </a:extLst>
            </p:cNvPr>
            <p:cNvSpPr/>
            <p:nvPr/>
          </p:nvSpPr>
          <p:spPr bwMode="auto">
            <a:xfrm>
              <a:off x="3959" y="828"/>
              <a:ext cx="351" cy="79"/>
            </a:xfrm>
            <a:custGeom>
              <a:avLst/>
              <a:gdLst>
                <a:gd name="T0" fmla="*/ 7 w 200"/>
                <a:gd name="T1" fmla="*/ 42 h 45"/>
                <a:gd name="T2" fmla="*/ 195 w 200"/>
                <a:gd name="T3" fmla="*/ 33 h 45"/>
                <a:gd name="T4" fmla="*/ 198 w 200"/>
                <a:gd name="T5" fmla="*/ 28 h 45"/>
                <a:gd name="T6" fmla="*/ 152 w 200"/>
                <a:gd name="T7" fmla="*/ 11 h 45"/>
                <a:gd name="T8" fmla="*/ 92 w 200"/>
                <a:gd name="T9" fmla="*/ 4 h 45"/>
                <a:gd name="T10" fmla="*/ 3 w 200"/>
                <a:gd name="T11" fmla="*/ 38 h 45"/>
                <a:gd name="T12" fmla="*/ 7 w 200"/>
                <a:gd name="T13" fmla="*/ 42 h 45"/>
              </a:gdLst>
              <a:ahLst/>
              <a:cxnLst>
                <a:cxn ang="0">
                  <a:pos x="T0" y="T1"/>
                </a:cxn>
                <a:cxn ang="0">
                  <a:pos x="T2" y="T3"/>
                </a:cxn>
                <a:cxn ang="0">
                  <a:pos x="T4" y="T5"/>
                </a:cxn>
                <a:cxn ang="0">
                  <a:pos x="T6" y="T7"/>
                </a:cxn>
                <a:cxn ang="0">
                  <a:pos x="T8" y="T9"/>
                </a:cxn>
                <a:cxn ang="0">
                  <a:pos x="T10" y="T11"/>
                </a:cxn>
                <a:cxn ang="0">
                  <a:pos x="T12" y="T13"/>
                </a:cxn>
              </a:cxnLst>
              <a:rect l="0" t="0" r="r" b="b"/>
              <a:pathLst>
                <a:path w="200" h="45">
                  <a:moveTo>
                    <a:pt x="7" y="42"/>
                  </a:moveTo>
                  <a:cubicBezTo>
                    <a:pt x="61" y="0"/>
                    <a:pt x="135" y="11"/>
                    <a:pt x="195" y="33"/>
                  </a:cubicBezTo>
                  <a:cubicBezTo>
                    <a:pt x="198" y="35"/>
                    <a:pt x="200" y="30"/>
                    <a:pt x="198" y="28"/>
                  </a:cubicBezTo>
                  <a:cubicBezTo>
                    <a:pt x="187" y="16"/>
                    <a:pt x="167" y="14"/>
                    <a:pt x="152" y="11"/>
                  </a:cubicBezTo>
                  <a:cubicBezTo>
                    <a:pt x="132" y="7"/>
                    <a:pt x="112" y="4"/>
                    <a:pt x="92" y="4"/>
                  </a:cubicBezTo>
                  <a:cubicBezTo>
                    <a:pt x="59" y="4"/>
                    <a:pt x="27" y="14"/>
                    <a:pt x="3" y="38"/>
                  </a:cubicBezTo>
                  <a:cubicBezTo>
                    <a:pt x="0" y="41"/>
                    <a:pt x="4" y="45"/>
                    <a:pt x="7" y="4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3" name="Freeform 823">
              <a:extLst>
                <a:ext uri="{FF2B5EF4-FFF2-40B4-BE49-F238E27FC236}">
                  <a16:creationId xmlns:a16="http://schemas.microsoft.com/office/drawing/2014/main" id="{688F039B-C761-66E2-3EE9-8FB465CA8723}"/>
                </a:ext>
              </a:extLst>
            </p:cNvPr>
            <p:cNvSpPr/>
            <p:nvPr/>
          </p:nvSpPr>
          <p:spPr bwMode="auto">
            <a:xfrm>
              <a:off x="4168" y="721"/>
              <a:ext cx="158" cy="74"/>
            </a:xfrm>
            <a:custGeom>
              <a:avLst/>
              <a:gdLst>
                <a:gd name="T0" fmla="*/ 4 w 90"/>
                <a:gd name="T1" fmla="*/ 7 h 42"/>
                <a:gd name="T2" fmla="*/ 86 w 90"/>
                <a:gd name="T3" fmla="*/ 30 h 42"/>
                <a:gd name="T4" fmla="*/ 85 w 90"/>
                <a:gd name="T5" fmla="*/ 23 h 42"/>
                <a:gd name="T6" fmla="*/ 39 w 90"/>
                <a:gd name="T7" fmla="*/ 16 h 42"/>
                <a:gd name="T8" fmla="*/ 7 w 90"/>
                <a:gd name="T9" fmla="*/ 0 h 42"/>
                <a:gd name="T10" fmla="*/ 4 w 90"/>
                <a:gd name="T11" fmla="*/ 7 h 42"/>
              </a:gdLst>
              <a:ahLst/>
              <a:cxnLst>
                <a:cxn ang="0">
                  <a:pos x="T0" y="T1"/>
                </a:cxn>
                <a:cxn ang="0">
                  <a:pos x="T2" y="T3"/>
                </a:cxn>
                <a:cxn ang="0">
                  <a:pos x="T4" y="T5"/>
                </a:cxn>
                <a:cxn ang="0">
                  <a:pos x="T6" y="T7"/>
                </a:cxn>
                <a:cxn ang="0">
                  <a:pos x="T8" y="T9"/>
                </a:cxn>
                <a:cxn ang="0">
                  <a:pos x="T10" y="T11"/>
                </a:cxn>
              </a:cxnLst>
              <a:rect l="0" t="0" r="r" b="b"/>
              <a:pathLst>
                <a:path w="90" h="42">
                  <a:moveTo>
                    <a:pt x="4" y="7"/>
                  </a:moveTo>
                  <a:cubicBezTo>
                    <a:pt x="30" y="18"/>
                    <a:pt x="56" y="42"/>
                    <a:pt x="86" y="30"/>
                  </a:cubicBezTo>
                  <a:cubicBezTo>
                    <a:pt x="90" y="28"/>
                    <a:pt x="89" y="23"/>
                    <a:pt x="85" y="23"/>
                  </a:cubicBezTo>
                  <a:cubicBezTo>
                    <a:pt x="69" y="22"/>
                    <a:pt x="54" y="23"/>
                    <a:pt x="39" y="16"/>
                  </a:cubicBezTo>
                  <a:cubicBezTo>
                    <a:pt x="28" y="11"/>
                    <a:pt x="19" y="3"/>
                    <a:pt x="7" y="0"/>
                  </a:cubicBezTo>
                  <a:cubicBezTo>
                    <a:pt x="3" y="0"/>
                    <a:pt x="0" y="5"/>
                    <a:pt x="4"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4" name="Freeform 824">
              <a:extLst>
                <a:ext uri="{FF2B5EF4-FFF2-40B4-BE49-F238E27FC236}">
                  <a16:creationId xmlns:a16="http://schemas.microsoft.com/office/drawing/2014/main" id="{895ADAEB-840A-1931-FCA5-C027A6722E90}"/>
                </a:ext>
              </a:extLst>
            </p:cNvPr>
            <p:cNvSpPr/>
            <p:nvPr/>
          </p:nvSpPr>
          <p:spPr bwMode="auto">
            <a:xfrm>
              <a:off x="4333" y="865"/>
              <a:ext cx="361" cy="64"/>
            </a:xfrm>
            <a:custGeom>
              <a:avLst/>
              <a:gdLst>
                <a:gd name="T0" fmla="*/ 3 w 205"/>
                <a:gd name="T1" fmla="*/ 8 h 36"/>
                <a:gd name="T2" fmla="*/ 75 w 205"/>
                <a:gd name="T3" fmla="*/ 23 h 36"/>
                <a:gd name="T4" fmla="*/ 137 w 205"/>
                <a:gd name="T5" fmla="*/ 16 h 36"/>
                <a:gd name="T6" fmla="*/ 200 w 205"/>
                <a:gd name="T7" fmla="*/ 29 h 36"/>
                <a:gd name="T8" fmla="*/ 202 w 205"/>
                <a:gd name="T9" fmla="*/ 21 h 36"/>
                <a:gd name="T10" fmla="*/ 113 w 205"/>
                <a:gd name="T11" fmla="*/ 4 h 36"/>
                <a:gd name="T12" fmla="*/ 71 w 205"/>
                <a:gd name="T13" fmla="*/ 11 h 36"/>
                <a:gd name="T14" fmla="*/ 9 w 205"/>
                <a:gd name="T15" fmla="*/ 4 h 36"/>
                <a:gd name="T16" fmla="*/ 3 w 205"/>
                <a:gd name="T17" fmla="*/ 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36">
                  <a:moveTo>
                    <a:pt x="3" y="8"/>
                  </a:moveTo>
                  <a:cubicBezTo>
                    <a:pt x="16" y="36"/>
                    <a:pt x="50" y="29"/>
                    <a:pt x="75" y="23"/>
                  </a:cubicBezTo>
                  <a:cubicBezTo>
                    <a:pt x="95" y="17"/>
                    <a:pt x="116" y="15"/>
                    <a:pt x="137" y="16"/>
                  </a:cubicBezTo>
                  <a:cubicBezTo>
                    <a:pt x="159" y="17"/>
                    <a:pt x="178" y="26"/>
                    <a:pt x="200" y="29"/>
                  </a:cubicBezTo>
                  <a:cubicBezTo>
                    <a:pt x="205" y="30"/>
                    <a:pt x="205" y="23"/>
                    <a:pt x="202" y="21"/>
                  </a:cubicBezTo>
                  <a:cubicBezTo>
                    <a:pt x="180" y="4"/>
                    <a:pt x="140" y="2"/>
                    <a:pt x="113" y="4"/>
                  </a:cubicBezTo>
                  <a:cubicBezTo>
                    <a:pt x="99" y="5"/>
                    <a:pt x="85" y="8"/>
                    <a:pt x="71" y="11"/>
                  </a:cubicBezTo>
                  <a:cubicBezTo>
                    <a:pt x="50" y="17"/>
                    <a:pt x="25" y="25"/>
                    <a:pt x="9" y="4"/>
                  </a:cubicBezTo>
                  <a:cubicBezTo>
                    <a:pt x="6" y="0"/>
                    <a:pt x="0" y="3"/>
                    <a:pt x="3"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5" name="Freeform 825">
              <a:extLst>
                <a:ext uri="{FF2B5EF4-FFF2-40B4-BE49-F238E27FC236}">
                  <a16:creationId xmlns:a16="http://schemas.microsoft.com/office/drawing/2014/main" id="{D62F0747-64E6-F207-4CC2-0CFE8AC106A2}"/>
                </a:ext>
              </a:extLst>
            </p:cNvPr>
            <p:cNvSpPr/>
            <p:nvPr/>
          </p:nvSpPr>
          <p:spPr bwMode="auto">
            <a:xfrm>
              <a:off x="4662" y="900"/>
              <a:ext cx="206" cy="215"/>
            </a:xfrm>
            <a:custGeom>
              <a:avLst/>
              <a:gdLst>
                <a:gd name="T0" fmla="*/ 3 w 117"/>
                <a:gd name="T1" fmla="*/ 6 h 122"/>
                <a:gd name="T2" fmla="*/ 64 w 117"/>
                <a:gd name="T3" fmla="*/ 59 h 122"/>
                <a:gd name="T4" fmla="*/ 110 w 117"/>
                <a:gd name="T5" fmla="*/ 120 h 122"/>
                <a:gd name="T6" fmla="*/ 116 w 117"/>
                <a:gd name="T7" fmla="*/ 117 h 122"/>
                <a:gd name="T8" fmla="*/ 69 w 117"/>
                <a:gd name="T9" fmla="*/ 49 h 122"/>
                <a:gd name="T10" fmla="*/ 5 w 117"/>
                <a:gd name="T11" fmla="*/ 1 h 122"/>
                <a:gd name="T12" fmla="*/ 3 w 117"/>
                <a:gd name="T13" fmla="*/ 6 h 122"/>
              </a:gdLst>
              <a:ahLst/>
              <a:cxnLst>
                <a:cxn ang="0">
                  <a:pos x="T0" y="T1"/>
                </a:cxn>
                <a:cxn ang="0">
                  <a:pos x="T2" y="T3"/>
                </a:cxn>
                <a:cxn ang="0">
                  <a:pos x="T4" y="T5"/>
                </a:cxn>
                <a:cxn ang="0">
                  <a:pos x="T6" y="T7"/>
                </a:cxn>
                <a:cxn ang="0">
                  <a:pos x="T8" y="T9"/>
                </a:cxn>
                <a:cxn ang="0">
                  <a:pos x="T10" y="T11"/>
                </a:cxn>
                <a:cxn ang="0">
                  <a:pos x="T12" y="T13"/>
                </a:cxn>
              </a:cxnLst>
              <a:rect l="0" t="0" r="r" b="b"/>
              <a:pathLst>
                <a:path w="117" h="122">
                  <a:moveTo>
                    <a:pt x="3" y="6"/>
                  </a:moveTo>
                  <a:cubicBezTo>
                    <a:pt x="25" y="22"/>
                    <a:pt x="46" y="38"/>
                    <a:pt x="64" y="59"/>
                  </a:cubicBezTo>
                  <a:cubicBezTo>
                    <a:pt x="79" y="78"/>
                    <a:pt x="91" y="105"/>
                    <a:pt x="110" y="120"/>
                  </a:cubicBezTo>
                  <a:cubicBezTo>
                    <a:pt x="113" y="122"/>
                    <a:pt x="117" y="120"/>
                    <a:pt x="116" y="117"/>
                  </a:cubicBezTo>
                  <a:cubicBezTo>
                    <a:pt x="110" y="93"/>
                    <a:pt x="86" y="67"/>
                    <a:pt x="69" y="49"/>
                  </a:cubicBezTo>
                  <a:cubicBezTo>
                    <a:pt x="52" y="29"/>
                    <a:pt x="30" y="10"/>
                    <a:pt x="5" y="1"/>
                  </a:cubicBezTo>
                  <a:cubicBezTo>
                    <a:pt x="2" y="0"/>
                    <a:pt x="0" y="5"/>
                    <a:pt x="3"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6" name="Freeform 826">
              <a:extLst>
                <a:ext uri="{FF2B5EF4-FFF2-40B4-BE49-F238E27FC236}">
                  <a16:creationId xmlns:a16="http://schemas.microsoft.com/office/drawing/2014/main" id="{B48F412C-B6E4-7B48-99E7-FA76A059CB46}"/>
                </a:ext>
              </a:extLst>
            </p:cNvPr>
            <p:cNvSpPr/>
            <p:nvPr/>
          </p:nvSpPr>
          <p:spPr bwMode="auto">
            <a:xfrm>
              <a:off x="4776" y="1090"/>
              <a:ext cx="246" cy="116"/>
            </a:xfrm>
            <a:custGeom>
              <a:avLst/>
              <a:gdLst>
                <a:gd name="T0" fmla="*/ 7 w 140"/>
                <a:gd name="T1" fmla="*/ 62 h 66"/>
                <a:gd name="T2" fmla="*/ 53 w 140"/>
                <a:gd name="T3" fmla="*/ 18 h 66"/>
                <a:gd name="T4" fmla="*/ 132 w 140"/>
                <a:gd name="T5" fmla="*/ 26 h 66"/>
                <a:gd name="T6" fmla="*/ 135 w 140"/>
                <a:gd name="T7" fmla="*/ 17 h 66"/>
                <a:gd name="T8" fmla="*/ 47 w 140"/>
                <a:gd name="T9" fmla="*/ 9 h 66"/>
                <a:gd name="T10" fmla="*/ 2 w 140"/>
                <a:gd name="T11" fmla="*/ 59 h 66"/>
                <a:gd name="T12" fmla="*/ 7 w 140"/>
                <a:gd name="T13" fmla="*/ 62 h 66"/>
              </a:gdLst>
              <a:ahLst/>
              <a:cxnLst>
                <a:cxn ang="0">
                  <a:pos x="T0" y="T1"/>
                </a:cxn>
                <a:cxn ang="0">
                  <a:pos x="T2" y="T3"/>
                </a:cxn>
                <a:cxn ang="0">
                  <a:pos x="T4" y="T5"/>
                </a:cxn>
                <a:cxn ang="0">
                  <a:pos x="T6" y="T7"/>
                </a:cxn>
                <a:cxn ang="0">
                  <a:pos x="T8" y="T9"/>
                </a:cxn>
                <a:cxn ang="0">
                  <a:pos x="T10" y="T11"/>
                </a:cxn>
                <a:cxn ang="0">
                  <a:pos x="T12" y="T13"/>
                </a:cxn>
              </a:cxnLst>
              <a:rect l="0" t="0" r="r" b="b"/>
              <a:pathLst>
                <a:path w="140" h="66">
                  <a:moveTo>
                    <a:pt x="7" y="62"/>
                  </a:moveTo>
                  <a:cubicBezTo>
                    <a:pt x="19" y="44"/>
                    <a:pt x="31" y="23"/>
                    <a:pt x="53" y="18"/>
                  </a:cubicBezTo>
                  <a:cubicBezTo>
                    <a:pt x="80" y="11"/>
                    <a:pt x="105" y="21"/>
                    <a:pt x="132" y="26"/>
                  </a:cubicBezTo>
                  <a:cubicBezTo>
                    <a:pt x="137" y="26"/>
                    <a:pt x="140" y="20"/>
                    <a:pt x="135" y="17"/>
                  </a:cubicBezTo>
                  <a:cubicBezTo>
                    <a:pt x="112" y="3"/>
                    <a:pt x="73" y="0"/>
                    <a:pt x="47" y="9"/>
                  </a:cubicBezTo>
                  <a:cubicBezTo>
                    <a:pt x="25" y="16"/>
                    <a:pt x="11" y="39"/>
                    <a:pt x="2" y="59"/>
                  </a:cubicBezTo>
                  <a:cubicBezTo>
                    <a:pt x="0" y="63"/>
                    <a:pt x="5" y="66"/>
                    <a:pt x="7" y="6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7" name="Freeform 827">
              <a:extLst>
                <a:ext uri="{FF2B5EF4-FFF2-40B4-BE49-F238E27FC236}">
                  <a16:creationId xmlns:a16="http://schemas.microsoft.com/office/drawing/2014/main" id="{8FF53BFF-9D5D-9570-4412-14429D6E44D5}"/>
                </a:ext>
              </a:extLst>
            </p:cNvPr>
            <p:cNvSpPr/>
            <p:nvPr/>
          </p:nvSpPr>
          <p:spPr bwMode="auto">
            <a:xfrm>
              <a:off x="4998" y="1117"/>
              <a:ext cx="130" cy="154"/>
            </a:xfrm>
            <a:custGeom>
              <a:avLst/>
              <a:gdLst>
                <a:gd name="T0" fmla="*/ 5 w 74"/>
                <a:gd name="T1" fmla="*/ 10 h 88"/>
                <a:gd name="T2" fmla="*/ 26 w 74"/>
                <a:gd name="T3" fmla="*/ 26 h 88"/>
                <a:gd name="T4" fmla="*/ 42 w 74"/>
                <a:gd name="T5" fmla="*/ 43 h 88"/>
                <a:gd name="T6" fmla="*/ 68 w 74"/>
                <a:gd name="T7" fmla="*/ 85 h 88"/>
                <a:gd name="T8" fmla="*/ 74 w 74"/>
                <a:gd name="T9" fmla="*/ 83 h 88"/>
                <a:gd name="T10" fmla="*/ 46 w 74"/>
                <a:gd name="T11" fmla="*/ 32 h 88"/>
                <a:gd name="T12" fmla="*/ 4 w 74"/>
                <a:gd name="T13" fmla="*/ 3 h 88"/>
                <a:gd name="T14" fmla="*/ 5 w 74"/>
                <a:gd name="T15" fmla="*/ 1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 h="88">
                  <a:moveTo>
                    <a:pt x="5" y="10"/>
                  </a:moveTo>
                  <a:cubicBezTo>
                    <a:pt x="13" y="10"/>
                    <a:pt x="21" y="21"/>
                    <a:pt x="26" y="26"/>
                  </a:cubicBezTo>
                  <a:cubicBezTo>
                    <a:pt x="32" y="31"/>
                    <a:pt x="37" y="37"/>
                    <a:pt x="42" y="43"/>
                  </a:cubicBezTo>
                  <a:cubicBezTo>
                    <a:pt x="54" y="56"/>
                    <a:pt x="59" y="70"/>
                    <a:pt x="68" y="85"/>
                  </a:cubicBezTo>
                  <a:cubicBezTo>
                    <a:pt x="69" y="88"/>
                    <a:pt x="74" y="87"/>
                    <a:pt x="74" y="83"/>
                  </a:cubicBezTo>
                  <a:cubicBezTo>
                    <a:pt x="74" y="64"/>
                    <a:pt x="59" y="46"/>
                    <a:pt x="46" y="32"/>
                  </a:cubicBezTo>
                  <a:cubicBezTo>
                    <a:pt x="37" y="23"/>
                    <a:pt x="19" y="0"/>
                    <a:pt x="4" y="3"/>
                  </a:cubicBezTo>
                  <a:cubicBezTo>
                    <a:pt x="0" y="4"/>
                    <a:pt x="2" y="9"/>
                    <a:pt x="5"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8" name="Freeform 828">
              <a:extLst>
                <a:ext uri="{FF2B5EF4-FFF2-40B4-BE49-F238E27FC236}">
                  <a16:creationId xmlns:a16="http://schemas.microsoft.com/office/drawing/2014/main" id="{DCBA3667-C3DF-EAE2-2EC4-57B579D522DF}"/>
                </a:ext>
              </a:extLst>
            </p:cNvPr>
            <p:cNvSpPr/>
            <p:nvPr/>
          </p:nvSpPr>
          <p:spPr bwMode="auto">
            <a:xfrm>
              <a:off x="5186" y="1384"/>
              <a:ext cx="125" cy="91"/>
            </a:xfrm>
            <a:custGeom>
              <a:avLst/>
              <a:gdLst>
                <a:gd name="T0" fmla="*/ 3 w 71"/>
                <a:gd name="T1" fmla="*/ 7 h 52"/>
                <a:gd name="T2" fmla="*/ 28 w 71"/>
                <a:gd name="T3" fmla="*/ 29 h 52"/>
                <a:gd name="T4" fmla="*/ 42 w 71"/>
                <a:gd name="T5" fmla="*/ 35 h 52"/>
                <a:gd name="T6" fmla="*/ 60 w 71"/>
                <a:gd name="T7" fmla="*/ 49 h 52"/>
                <a:gd name="T8" fmla="*/ 67 w 71"/>
                <a:gd name="T9" fmla="*/ 48 h 52"/>
                <a:gd name="T10" fmla="*/ 51 w 71"/>
                <a:gd name="T11" fmla="*/ 27 h 52"/>
                <a:gd name="T12" fmla="*/ 9 w 71"/>
                <a:gd name="T13" fmla="*/ 2 h 52"/>
                <a:gd name="T14" fmla="*/ 3 w 71"/>
                <a:gd name="T15" fmla="*/ 7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52">
                  <a:moveTo>
                    <a:pt x="3" y="7"/>
                  </a:moveTo>
                  <a:cubicBezTo>
                    <a:pt x="10" y="16"/>
                    <a:pt x="18" y="23"/>
                    <a:pt x="28" y="29"/>
                  </a:cubicBezTo>
                  <a:cubicBezTo>
                    <a:pt x="33" y="31"/>
                    <a:pt x="38" y="33"/>
                    <a:pt x="42" y="35"/>
                  </a:cubicBezTo>
                  <a:cubicBezTo>
                    <a:pt x="51" y="38"/>
                    <a:pt x="55" y="43"/>
                    <a:pt x="60" y="49"/>
                  </a:cubicBezTo>
                  <a:cubicBezTo>
                    <a:pt x="62" y="52"/>
                    <a:pt x="66" y="50"/>
                    <a:pt x="67" y="48"/>
                  </a:cubicBezTo>
                  <a:cubicBezTo>
                    <a:pt x="71" y="37"/>
                    <a:pt x="59" y="30"/>
                    <a:pt x="51" y="27"/>
                  </a:cubicBezTo>
                  <a:cubicBezTo>
                    <a:pt x="34" y="20"/>
                    <a:pt x="21" y="15"/>
                    <a:pt x="9" y="2"/>
                  </a:cubicBezTo>
                  <a:cubicBezTo>
                    <a:pt x="6" y="0"/>
                    <a:pt x="0" y="3"/>
                    <a:pt x="3"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39" name="Freeform 829">
              <a:extLst>
                <a:ext uri="{FF2B5EF4-FFF2-40B4-BE49-F238E27FC236}">
                  <a16:creationId xmlns:a16="http://schemas.microsoft.com/office/drawing/2014/main" id="{630EC68C-9B96-2461-DE9A-60CDC3823CD2}"/>
                </a:ext>
              </a:extLst>
            </p:cNvPr>
            <p:cNvSpPr/>
            <p:nvPr/>
          </p:nvSpPr>
          <p:spPr bwMode="auto">
            <a:xfrm>
              <a:off x="5270" y="1393"/>
              <a:ext cx="30" cy="65"/>
            </a:xfrm>
            <a:custGeom>
              <a:avLst/>
              <a:gdLst>
                <a:gd name="T0" fmla="*/ 13 w 17"/>
                <a:gd name="T1" fmla="*/ 33 h 37"/>
                <a:gd name="T2" fmla="*/ 12 w 17"/>
                <a:gd name="T3" fmla="*/ 19 h 37"/>
                <a:gd name="T4" fmla="*/ 16 w 17"/>
                <a:gd name="T5" fmla="*/ 5 h 37"/>
                <a:gd name="T6" fmla="*/ 10 w 17"/>
                <a:gd name="T7" fmla="*/ 2 h 37"/>
                <a:gd name="T8" fmla="*/ 6 w 17"/>
                <a:gd name="T9" fmla="*/ 35 h 37"/>
                <a:gd name="T10" fmla="*/ 13 w 17"/>
                <a:gd name="T11" fmla="*/ 33 h 37"/>
              </a:gdLst>
              <a:ahLst/>
              <a:cxnLst>
                <a:cxn ang="0">
                  <a:pos x="T0" y="T1"/>
                </a:cxn>
                <a:cxn ang="0">
                  <a:pos x="T2" y="T3"/>
                </a:cxn>
                <a:cxn ang="0">
                  <a:pos x="T4" y="T5"/>
                </a:cxn>
                <a:cxn ang="0">
                  <a:pos x="T6" y="T7"/>
                </a:cxn>
                <a:cxn ang="0">
                  <a:pos x="T8" y="T9"/>
                </a:cxn>
                <a:cxn ang="0">
                  <a:pos x="T10" y="T11"/>
                </a:cxn>
              </a:cxnLst>
              <a:rect l="0" t="0" r="r" b="b"/>
              <a:pathLst>
                <a:path w="17" h="37">
                  <a:moveTo>
                    <a:pt x="13" y="33"/>
                  </a:moveTo>
                  <a:cubicBezTo>
                    <a:pt x="12" y="28"/>
                    <a:pt x="11" y="24"/>
                    <a:pt x="12" y="19"/>
                  </a:cubicBezTo>
                  <a:cubicBezTo>
                    <a:pt x="12" y="14"/>
                    <a:pt x="14" y="10"/>
                    <a:pt x="16" y="5"/>
                  </a:cubicBezTo>
                  <a:cubicBezTo>
                    <a:pt x="17" y="2"/>
                    <a:pt x="12" y="0"/>
                    <a:pt x="10" y="2"/>
                  </a:cubicBezTo>
                  <a:cubicBezTo>
                    <a:pt x="1" y="9"/>
                    <a:pt x="0" y="26"/>
                    <a:pt x="6" y="35"/>
                  </a:cubicBezTo>
                  <a:cubicBezTo>
                    <a:pt x="8" y="37"/>
                    <a:pt x="13" y="37"/>
                    <a:pt x="13"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0" name="Freeform 830">
              <a:extLst>
                <a:ext uri="{FF2B5EF4-FFF2-40B4-BE49-F238E27FC236}">
                  <a16:creationId xmlns:a16="http://schemas.microsoft.com/office/drawing/2014/main" id="{94C332E8-FEF6-845B-E8CC-9049B8B6F3A7}"/>
                </a:ext>
              </a:extLst>
            </p:cNvPr>
            <p:cNvSpPr/>
            <p:nvPr/>
          </p:nvSpPr>
          <p:spPr bwMode="auto">
            <a:xfrm>
              <a:off x="5400" y="1592"/>
              <a:ext cx="65" cy="163"/>
            </a:xfrm>
            <a:custGeom>
              <a:avLst/>
              <a:gdLst>
                <a:gd name="T0" fmla="*/ 3 w 37"/>
                <a:gd name="T1" fmla="*/ 8 h 93"/>
                <a:gd name="T2" fmla="*/ 22 w 37"/>
                <a:gd name="T3" fmla="*/ 63 h 93"/>
                <a:gd name="T4" fmla="*/ 31 w 37"/>
                <a:gd name="T5" fmla="*/ 92 h 93"/>
                <a:gd name="T6" fmla="*/ 36 w 37"/>
                <a:gd name="T7" fmla="*/ 88 h 93"/>
                <a:gd name="T8" fmla="*/ 9 w 37"/>
                <a:gd name="T9" fmla="*/ 3 h 93"/>
                <a:gd name="T10" fmla="*/ 3 w 37"/>
                <a:gd name="T11" fmla="*/ 8 h 93"/>
              </a:gdLst>
              <a:ahLst/>
              <a:cxnLst>
                <a:cxn ang="0">
                  <a:pos x="T0" y="T1"/>
                </a:cxn>
                <a:cxn ang="0">
                  <a:pos x="T2" y="T3"/>
                </a:cxn>
                <a:cxn ang="0">
                  <a:pos x="T4" y="T5"/>
                </a:cxn>
                <a:cxn ang="0">
                  <a:pos x="T6" y="T7"/>
                </a:cxn>
                <a:cxn ang="0">
                  <a:pos x="T8" y="T9"/>
                </a:cxn>
                <a:cxn ang="0">
                  <a:pos x="T10" y="T11"/>
                </a:cxn>
              </a:cxnLst>
              <a:rect l="0" t="0" r="r" b="b"/>
              <a:pathLst>
                <a:path w="37" h="93">
                  <a:moveTo>
                    <a:pt x="3" y="8"/>
                  </a:moveTo>
                  <a:cubicBezTo>
                    <a:pt x="15" y="24"/>
                    <a:pt x="21" y="42"/>
                    <a:pt x="22" y="63"/>
                  </a:cubicBezTo>
                  <a:cubicBezTo>
                    <a:pt x="22" y="73"/>
                    <a:pt x="21" y="85"/>
                    <a:pt x="31" y="92"/>
                  </a:cubicBezTo>
                  <a:cubicBezTo>
                    <a:pt x="33" y="93"/>
                    <a:pt x="37" y="91"/>
                    <a:pt x="36" y="88"/>
                  </a:cubicBezTo>
                  <a:cubicBezTo>
                    <a:pt x="29" y="58"/>
                    <a:pt x="34" y="25"/>
                    <a:pt x="9" y="3"/>
                  </a:cubicBezTo>
                  <a:cubicBezTo>
                    <a:pt x="6" y="0"/>
                    <a:pt x="0" y="4"/>
                    <a:pt x="3"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1" name="Freeform 831">
              <a:extLst>
                <a:ext uri="{FF2B5EF4-FFF2-40B4-BE49-F238E27FC236}">
                  <a16:creationId xmlns:a16="http://schemas.microsoft.com/office/drawing/2014/main" id="{2737964C-8D33-5F05-546C-921FD47AF375}"/>
                </a:ext>
              </a:extLst>
            </p:cNvPr>
            <p:cNvSpPr/>
            <p:nvPr/>
          </p:nvSpPr>
          <p:spPr bwMode="auto">
            <a:xfrm>
              <a:off x="5439" y="1701"/>
              <a:ext cx="61" cy="29"/>
            </a:xfrm>
            <a:custGeom>
              <a:avLst/>
              <a:gdLst>
                <a:gd name="T0" fmla="*/ 32 w 35"/>
                <a:gd name="T1" fmla="*/ 7 h 17"/>
                <a:gd name="T2" fmla="*/ 2 w 35"/>
                <a:gd name="T3" fmla="*/ 11 h 17"/>
                <a:gd name="T4" fmla="*/ 5 w 35"/>
                <a:gd name="T5" fmla="*/ 16 h 17"/>
                <a:gd name="T6" fmla="*/ 17 w 35"/>
                <a:gd name="T7" fmla="*/ 12 h 17"/>
                <a:gd name="T8" fmla="*/ 29 w 35"/>
                <a:gd name="T9" fmla="*/ 13 h 17"/>
                <a:gd name="T10" fmla="*/ 32 w 35"/>
                <a:gd name="T11" fmla="*/ 7 h 17"/>
              </a:gdLst>
              <a:ahLst/>
              <a:cxnLst>
                <a:cxn ang="0">
                  <a:pos x="T0" y="T1"/>
                </a:cxn>
                <a:cxn ang="0">
                  <a:pos x="T2" y="T3"/>
                </a:cxn>
                <a:cxn ang="0">
                  <a:pos x="T4" y="T5"/>
                </a:cxn>
                <a:cxn ang="0">
                  <a:pos x="T6" y="T7"/>
                </a:cxn>
                <a:cxn ang="0">
                  <a:pos x="T8" y="T9"/>
                </a:cxn>
                <a:cxn ang="0">
                  <a:pos x="T10" y="T11"/>
                </a:cxn>
              </a:cxnLst>
              <a:rect l="0" t="0" r="r" b="b"/>
              <a:pathLst>
                <a:path w="35" h="17">
                  <a:moveTo>
                    <a:pt x="32" y="7"/>
                  </a:moveTo>
                  <a:cubicBezTo>
                    <a:pt x="24" y="0"/>
                    <a:pt x="7" y="0"/>
                    <a:pt x="2" y="11"/>
                  </a:cubicBezTo>
                  <a:cubicBezTo>
                    <a:pt x="0" y="13"/>
                    <a:pt x="2" y="17"/>
                    <a:pt x="5" y="16"/>
                  </a:cubicBezTo>
                  <a:cubicBezTo>
                    <a:pt x="9" y="15"/>
                    <a:pt x="13" y="13"/>
                    <a:pt x="17" y="12"/>
                  </a:cubicBezTo>
                  <a:cubicBezTo>
                    <a:pt x="21" y="12"/>
                    <a:pt x="25" y="12"/>
                    <a:pt x="29" y="13"/>
                  </a:cubicBezTo>
                  <a:cubicBezTo>
                    <a:pt x="32" y="14"/>
                    <a:pt x="35" y="10"/>
                    <a:pt x="32"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2" name="Freeform 832">
              <a:extLst>
                <a:ext uri="{FF2B5EF4-FFF2-40B4-BE49-F238E27FC236}">
                  <a16:creationId xmlns:a16="http://schemas.microsoft.com/office/drawing/2014/main" id="{51B2D584-D73A-F4B6-ADF3-B967F9AC47EC}"/>
                </a:ext>
              </a:extLst>
            </p:cNvPr>
            <p:cNvSpPr/>
            <p:nvPr/>
          </p:nvSpPr>
          <p:spPr bwMode="auto">
            <a:xfrm>
              <a:off x="5330" y="1463"/>
              <a:ext cx="114" cy="34"/>
            </a:xfrm>
            <a:custGeom>
              <a:avLst/>
              <a:gdLst>
                <a:gd name="T0" fmla="*/ 61 w 65"/>
                <a:gd name="T1" fmla="*/ 12 h 19"/>
                <a:gd name="T2" fmla="*/ 3 w 65"/>
                <a:gd name="T3" fmla="*/ 13 h 19"/>
                <a:gd name="T4" fmla="*/ 6 w 65"/>
                <a:gd name="T5" fmla="*/ 19 h 19"/>
                <a:gd name="T6" fmla="*/ 59 w 65"/>
                <a:gd name="T7" fmla="*/ 18 h 19"/>
                <a:gd name="T8" fmla="*/ 61 w 65"/>
                <a:gd name="T9" fmla="*/ 12 h 19"/>
              </a:gdLst>
              <a:ahLst/>
              <a:cxnLst>
                <a:cxn ang="0">
                  <a:pos x="T0" y="T1"/>
                </a:cxn>
                <a:cxn ang="0">
                  <a:pos x="T2" y="T3"/>
                </a:cxn>
                <a:cxn ang="0">
                  <a:pos x="T4" y="T5"/>
                </a:cxn>
                <a:cxn ang="0">
                  <a:pos x="T6" y="T7"/>
                </a:cxn>
                <a:cxn ang="0">
                  <a:pos x="T8" y="T9"/>
                </a:cxn>
              </a:cxnLst>
              <a:rect l="0" t="0" r="r" b="b"/>
              <a:pathLst>
                <a:path w="65" h="19">
                  <a:moveTo>
                    <a:pt x="61" y="12"/>
                  </a:moveTo>
                  <a:cubicBezTo>
                    <a:pt x="45" y="0"/>
                    <a:pt x="19" y="0"/>
                    <a:pt x="3" y="13"/>
                  </a:cubicBezTo>
                  <a:cubicBezTo>
                    <a:pt x="0" y="15"/>
                    <a:pt x="3" y="19"/>
                    <a:pt x="6" y="19"/>
                  </a:cubicBezTo>
                  <a:cubicBezTo>
                    <a:pt x="25" y="14"/>
                    <a:pt x="40" y="13"/>
                    <a:pt x="59" y="18"/>
                  </a:cubicBezTo>
                  <a:cubicBezTo>
                    <a:pt x="63" y="19"/>
                    <a:pt x="65" y="14"/>
                    <a:pt x="61"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3" name="Freeform 833">
              <a:extLst>
                <a:ext uri="{FF2B5EF4-FFF2-40B4-BE49-F238E27FC236}">
                  <a16:creationId xmlns:a16="http://schemas.microsoft.com/office/drawing/2014/main" id="{80B328A8-798B-A8EE-57D3-6DF21226D30C}"/>
                </a:ext>
              </a:extLst>
            </p:cNvPr>
            <p:cNvSpPr/>
            <p:nvPr/>
          </p:nvSpPr>
          <p:spPr bwMode="auto">
            <a:xfrm>
              <a:off x="5460" y="1824"/>
              <a:ext cx="167" cy="52"/>
            </a:xfrm>
            <a:custGeom>
              <a:avLst/>
              <a:gdLst>
                <a:gd name="T0" fmla="*/ 90 w 95"/>
                <a:gd name="T1" fmla="*/ 21 h 30"/>
                <a:gd name="T2" fmla="*/ 3 w 95"/>
                <a:gd name="T3" fmla="*/ 7 h 30"/>
                <a:gd name="T4" fmla="*/ 3 w 95"/>
                <a:gd name="T5" fmla="*/ 14 h 30"/>
                <a:gd name="T6" fmla="*/ 45 w 95"/>
                <a:gd name="T7" fmla="*/ 20 h 30"/>
                <a:gd name="T8" fmla="*/ 87 w 95"/>
                <a:gd name="T9" fmla="*/ 29 h 30"/>
                <a:gd name="T10" fmla="*/ 90 w 95"/>
                <a:gd name="T11" fmla="*/ 21 h 30"/>
              </a:gdLst>
              <a:ahLst/>
              <a:cxnLst>
                <a:cxn ang="0">
                  <a:pos x="T0" y="T1"/>
                </a:cxn>
                <a:cxn ang="0">
                  <a:pos x="T2" y="T3"/>
                </a:cxn>
                <a:cxn ang="0">
                  <a:pos x="T4" y="T5"/>
                </a:cxn>
                <a:cxn ang="0">
                  <a:pos x="T6" y="T7"/>
                </a:cxn>
                <a:cxn ang="0">
                  <a:pos x="T8" y="T9"/>
                </a:cxn>
                <a:cxn ang="0">
                  <a:pos x="T10" y="T11"/>
                </a:cxn>
              </a:cxnLst>
              <a:rect l="0" t="0" r="r" b="b"/>
              <a:pathLst>
                <a:path w="95" h="30">
                  <a:moveTo>
                    <a:pt x="90" y="21"/>
                  </a:moveTo>
                  <a:cubicBezTo>
                    <a:pt x="66" y="10"/>
                    <a:pt x="30" y="0"/>
                    <a:pt x="3" y="7"/>
                  </a:cubicBezTo>
                  <a:cubicBezTo>
                    <a:pt x="0" y="8"/>
                    <a:pt x="0" y="13"/>
                    <a:pt x="3" y="14"/>
                  </a:cubicBezTo>
                  <a:cubicBezTo>
                    <a:pt x="17" y="18"/>
                    <a:pt x="31" y="18"/>
                    <a:pt x="45" y="20"/>
                  </a:cubicBezTo>
                  <a:cubicBezTo>
                    <a:pt x="59" y="22"/>
                    <a:pt x="73" y="26"/>
                    <a:pt x="87" y="29"/>
                  </a:cubicBezTo>
                  <a:cubicBezTo>
                    <a:pt x="92" y="30"/>
                    <a:pt x="95" y="23"/>
                    <a:pt x="90"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4" name="Freeform 834">
              <a:extLst>
                <a:ext uri="{FF2B5EF4-FFF2-40B4-BE49-F238E27FC236}">
                  <a16:creationId xmlns:a16="http://schemas.microsoft.com/office/drawing/2014/main" id="{FF04313C-D71F-1D56-3372-14DA40AFA5A1}"/>
                </a:ext>
              </a:extLst>
            </p:cNvPr>
            <p:cNvSpPr/>
            <p:nvPr/>
          </p:nvSpPr>
          <p:spPr bwMode="auto">
            <a:xfrm>
              <a:off x="4646" y="1027"/>
              <a:ext cx="25" cy="81"/>
            </a:xfrm>
            <a:custGeom>
              <a:avLst/>
              <a:gdLst>
                <a:gd name="T0" fmla="*/ 3 w 14"/>
                <a:gd name="T1" fmla="*/ 5 h 46"/>
                <a:gd name="T2" fmla="*/ 4 w 14"/>
                <a:gd name="T3" fmla="*/ 24 h 46"/>
                <a:gd name="T4" fmla="*/ 0 w 14"/>
                <a:gd name="T5" fmla="*/ 42 h 46"/>
                <a:gd name="T6" fmla="*/ 7 w 14"/>
                <a:gd name="T7" fmla="*/ 44 h 46"/>
                <a:gd name="T8" fmla="*/ 11 w 14"/>
                <a:gd name="T9" fmla="*/ 4 h 46"/>
                <a:gd name="T10" fmla="*/ 3 w 14"/>
                <a:gd name="T11" fmla="*/ 5 h 46"/>
              </a:gdLst>
              <a:ahLst/>
              <a:cxnLst>
                <a:cxn ang="0">
                  <a:pos x="T0" y="T1"/>
                </a:cxn>
                <a:cxn ang="0">
                  <a:pos x="T2" y="T3"/>
                </a:cxn>
                <a:cxn ang="0">
                  <a:pos x="T4" y="T5"/>
                </a:cxn>
                <a:cxn ang="0">
                  <a:pos x="T6" y="T7"/>
                </a:cxn>
                <a:cxn ang="0">
                  <a:pos x="T8" y="T9"/>
                </a:cxn>
                <a:cxn ang="0">
                  <a:pos x="T10" y="T11"/>
                </a:cxn>
              </a:cxnLst>
              <a:rect l="0" t="0" r="r" b="b"/>
              <a:pathLst>
                <a:path w="14" h="46">
                  <a:moveTo>
                    <a:pt x="3" y="5"/>
                  </a:moveTo>
                  <a:cubicBezTo>
                    <a:pt x="4" y="11"/>
                    <a:pt x="4" y="18"/>
                    <a:pt x="4" y="24"/>
                  </a:cubicBezTo>
                  <a:cubicBezTo>
                    <a:pt x="3" y="30"/>
                    <a:pt x="1" y="36"/>
                    <a:pt x="0" y="42"/>
                  </a:cubicBezTo>
                  <a:cubicBezTo>
                    <a:pt x="0" y="46"/>
                    <a:pt x="5" y="46"/>
                    <a:pt x="7" y="44"/>
                  </a:cubicBezTo>
                  <a:cubicBezTo>
                    <a:pt x="14" y="33"/>
                    <a:pt x="14" y="16"/>
                    <a:pt x="11" y="4"/>
                  </a:cubicBezTo>
                  <a:cubicBezTo>
                    <a:pt x="9" y="0"/>
                    <a:pt x="2" y="1"/>
                    <a:pt x="3"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5" name="Freeform 835">
              <a:extLst>
                <a:ext uri="{FF2B5EF4-FFF2-40B4-BE49-F238E27FC236}">
                  <a16:creationId xmlns:a16="http://schemas.microsoft.com/office/drawing/2014/main" id="{33E5C5A6-5110-D653-D22B-FB2541A1C077}"/>
                </a:ext>
              </a:extLst>
            </p:cNvPr>
            <p:cNvSpPr/>
            <p:nvPr/>
          </p:nvSpPr>
          <p:spPr bwMode="auto">
            <a:xfrm>
              <a:off x="4528" y="1090"/>
              <a:ext cx="169" cy="111"/>
            </a:xfrm>
            <a:custGeom>
              <a:avLst/>
              <a:gdLst>
                <a:gd name="T0" fmla="*/ 94 w 96"/>
                <a:gd name="T1" fmla="*/ 11 h 63"/>
                <a:gd name="T2" fmla="*/ 42 w 96"/>
                <a:gd name="T3" fmla="*/ 16 h 63"/>
                <a:gd name="T4" fmla="*/ 1 w 96"/>
                <a:gd name="T5" fmla="*/ 57 h 63"/>
                <a:gd name="T6" fmla="*/ 7 w 96"/>
                <a:gd name="T7" fmla="*/ 60 h 63"/>
                <a:gd name="T8" fmla="*/ 91 w 96"/>
                <a:gd name="T9" fmla="*/ 16 h 63"/>
                <a:gd name="T10" fmla="*/ 94 w 96"/>
                <a:gd name="T11" fmla="*/ 11 h 63"/>
              </a:gdLst>
              <a:ahLst/>
              <a:cxnLst>
                <a:cxn ang="0">
                  <a:pos x="T0" y="T1"/>
                </a:cxn>
                <a:cxn ang="0">
                  <a:pos x="T2" y="T3"/>
                </a:cxn>
                <a:cxn ang="0">
                  <a:pos x="T4" y="T5"/>
                </a:cxn>
                <a:cxn ang="0">
                  <a:pos x="T6" y="T7"/>
                </a:cxn>
                <a:cxn ang="0">
                  <a:pos x="T8" y="T9"/>
                </a:cxn>
                <a:cxn ang="0">
                  <a:pos x="T10" y="T11"/>
                </a:cxn>
              </a:cxnLst>
              <a:rect l="0" t="0" r="r" b="b"/>
              <a:pathLst>
                <a:path w="96" h="63">
                  <a:moveTo>
                    <a:pt x="94" y="11"/>
                  </a:moveTo>
                  <a:cubicBezTo>
                    <a:pt x="77" y="0"/>
                    <a:pt x="58" y="6"/>
                    <a:pt x="42" y="16"/>
                  </a:cubicBezTo>
                  <a:cubicBezTo>
                    <a:pt x="27" y="25"/>
                    <a:pt x="3" y="37"/>
                    <a:pt x="1" y="57"/>
                  </a:cubicBezTo>
                  <a:cubicBezTo>
                    <a:pt x="0" y="60"/>
                    <a:pt x="4" y="63"/>
                    <a:pt x="7" y="60"/>
                  </a:cubicBezTo>
                  <a:cubicBezTo>
                    <a:pt x="26" y="37"/>
                    <a:pt x="58" y="6"/>
                    <a:pt x="91" y="16"/>
                  </a:cubicBezTo>
                  <a:cubicBezTo>
                    <a:pt x="95" y="17"/>
                    <a:pt x="96" y="13"/>
                    <a:pt x="94"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46" name="Freeform 836">
              <a:extLst>
                <a:ext uri="{FF2B5EF4-FFF2-40B4-BE49-F238E27FC236}">
                  <a16:creationId xmlns:a16="http://schemas.microsoft.com/office/drawing/2014/main" id="{9139D810-FCC5-4C1B-AF25-AB62F2CF22CA}"/>
                </a:ext>
              </a:extLst>
            </p:cNvPr>
            <p:cNvSpPr/>
            <p:nvPr/>
          </p:nvSpPr>
          <p:spPr bwMode="auto">
            <a:xfrm>
              <a:off x="4491" y="1103"/>
              <a:ext cx="67" cy="88"/>
            </a:xfrm>
            <a:custGeom>
              <a:avLst/>
              <a:gdLst>
                <a:gd name="T0" fmla="*/ 2 w 38"/>
                <a:gd name="T1" fmla="*/ 5 h 50"/>
                <a:gd name="T2" fmla="*/ 10 w 38"/>
                <a:gd name="T3" fmla="*/ 33 h 50"/>
                <a:gd name="T4" fmla="*/ 35 w 38"/>
                <a:gd name="T5" fmla="*/ 45 h 50"/>
                <a:gd name="T6" fmla="*/ 37 w 38"/>
                <a:gd name="T7" fmla="*/ 39 h 50"/>
                <a:gd name="T8" fmla="*/ 22 w 38"/>
                <a:gd name="T9" fmla="*/ 25 h 50"/>
                <a:gd name="T10" fmla="*/ 11 w 38"/>
                <a:gd name="T11" fmla="*/ 5 h 50"/>
                <a:gd name="T12" fmla="*/ 2 w 38"/>
                <a:gd name="T13" fmla="*/ 5 h 50"/>
              </a:gdLst>
              <a:ahLst/>
              <a:cxnLst>
                <a:cxn ang="0">
                  <a:pos x="T0" y="T1"/>
                </a:cxn>
                <a:cxn ang="0">
                  <a:pos x="T2" y="T3"/>
                </a:cxn>
                <a:cxn ang="0">
                  <a:pos x="T4" y="T5"/>
                </a:cxn>
                <a:cxn ang="0">
                  <a:pos x="T6" y="T7"/>
                </a:cxn>
                <a:cxn ang="0">
                  <a:pos x="T8" y="T9"/>
                </a:cxn>
                <a:cxn ang="0">
                  <a:pos x="T10" y="T11"/>
                </a:cxn>
                <a:cxn ang="0">
                  <a:pos x="T12" y="T13"/>
                </a:cxn>
              </a:cxnLst>
              <a:rect l="0" t="0" r="r" b="b"/>
              <a:pathLst>
                <a:path w="38" h="50">
                  <a:moveTo>
                    <a:pt x="2" y="5"/>
                  </a:moveTo>
                  <a:cubicBezTo>
                    <a:pt x="0" y="15"/>
                    <a:pt x="4" y="26"/>
                    <a:pt x="10" y="33"/>
                  </a:cubicBezTo>
                  <a:cubicBezTo>
                    <a:pt x="15" y="41"/>
                    <a:pt x="25" y="50"/>
                    <a:pt x="35" y="45"/>
                  </a:cubicBezTo>
                  <a:cubicBezTo>
                    <a:pt x="37" y="44"/>
                    <a:pt x="38" y="41"/>
                    <a:pt x="37" y="39"/>
                  </a:cubicBezTo>
                  <a:cubicBezTo>
                    <a:pt x="34" y="33"/>
                    <a:pt x="27" y="30"/>
                    <a:pt x="22" y="25"/>
                  </a:cubicBezTo>
                  <a:cubicBezTo>
                    <a:pt x="17" y="19"/>
                    <a:pt x="14" y="13"/>
                    <a:pt x="11" y="5"/>
                  </a:cubicBezTo>
                  <a:cubicBezTo>
                    <a:pt x="10" y="1"/>
                    <a:pt x="3" y="0"/>
                    <a:pt x="2"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0" name="Freeform 837">
              <a:extLst>
                <a:ext uri="{FF2B5EF4-FFF2-40B4-BE49-F238E27FC236}">
                  <a16:creationId xmlns:a16="http://schemas.microsoft.com/office/drawing/2014/main" id="{1305C253-54FE-8C0A-FBC2-F8BA6E953768}"/>
                </a:ext>
              </a:extLst>
            </p:cNvPr>
            <p:cNvSpPr/>
            <p:nvPr/>
          </p:nvSpPr>
          <p:spPr bwMode="auto">
            <a:xfrm>
              <a:off x="4523" y="1159"/>
              <a:ext cx="106" cy="178"/>
            </a:xfrm>
            <a:custGeom>
              <a:avLst/>
              <a:gdLst>
                <a:gd name="T0" fmla="*/ 8 w 60"/>
                <a:gd name="T1" fmla="*/ 5 h 101"/>
                <a:gd name="T2" fmla="*/ 13 w 60"/>
                <a:gd name="T3" fmla="*/ 61 h 101"/>
                <a:gd name="T4" fmla="*/ 54 w 60"/>
                <a:gd name="T5" fmla="*/ 100 h 101"/>
                <a:gd name="T6" fmla="*/ 59 w 60"/>
                <a:gd name="T7" fmla="*/ 93 h 101"/>
                <a:gd name="T8" fmla="*/ 32 w 60"/>
                <a:gd name="T9" fmla="*/ 60 h 101"/>
                <a:gd name="T10" fmla="*/ 17 w 60"/>
                <a:gd name="T11" fmla="*/ 8 h 101"/>
                <a:gd name="T12" fmla="*/ 8 w 60"/>
                <a:gd name="T13" fmla="*/ 5 h 101"/>
              </a:gdLst>
              <a:ahLst/>
              <a:cxnLst>
                <a:cxn ang="0">
                  <a:pos x="T0" y="T1"/>
                </a:cxn>
                <a:cxn ang="0">
                  <a:pos x="T2" y="T3"/>
                </a:cxn>
                <a:cxn ang="0">
                  <a:pos x="T4" y="T5"/>
                </a:cxn>
                <a:cxn ang="0">
                  <a:pos x="T6" y="T7"/>
                </a:cxn>
                <a:cxn ang="0">
                  <a:pos x="T8" y="T9"/>
                </a:cxn>
                <a:cxn ang="0">
                  <a:pos x="T10" y="T11"/>
                </a:cxn>
                <a:cxn ang="0">
                  <a:pos x="T12" y="T13"/>
                </a:cxn>
              </a:cxnLst>
              <a:rect l="0" t="0" r="r" b="b"/>
              <a:pathLst>
                <a:path w="60" h="101">
                  <a:moveTo>
                    <a:pt x="8" y="5"/>
                  </a:moveTo>
                  <a:cubicBezTo>
                    <a:pt x="0" y="23"/>
                    <a:pt x="4" y="44"/>
                    <a:pt x="13" y="61"/>
                  </a:cubicBezTo>
                  <a:cubicBezTo>
                    <a:pt x="21" y="76"/>
                    <a:pt x="36" y="99"/>
                    <a:pt x="54" y="100"/>
                  </a:cubicBezTo>
                  <a:cubicBezTo>
                    <a:pt x="57" y="101"/>
                    <a:pt x="60" y="96"/>
                    <a:pt x="59" y="93"/>
                  </a:cubicBezTo>
                  <a:cubicBezTo>
                    <a:pt x="55" y="80"/>
                    <a:pt x="40" y="72"/>
                    <a:pt x="32" y="60"/>
                  </a:cubicBezTo>
                  <a:cubicBezTo>
                    <a:pt x="22" y="44"/>
                    <a:pt x="20" y="27"/>
                    <a:pt x="17" y="8"/>
                  </a:cubicBezTo>
                  <a:cubicBezTo>
                    <a:pt x="17" y="3"/>
                    <a:pt x="10" y="0"/>
                    <a:pt x="8"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2" name="Freeform 838">
              <a:extLst>
                <a:ext uri="{FF2B5EF4-FFF2-40B4-BE49-F238E27FC236}">
                  <a16:creationId xmlns:a16="http://schemas.microsoft.com/office/drawing/2014/main" id="{4D27E7FE-4497-9DC4-AEB9-78CD2D559DF3}"/>
                </a:ext>
              </a:extLst>
            </p:cNvPr>
            <p:cNvSpPr/>
            <p:nvPr/>
          </p:nvSpPr>
          <p:spPr bwMode="auto">
            <a:xfrm>
              <a:off x="4586" y="1287"/>
              <a:ext cx="391" cy="305"/>
            </a:xfrm>
            <a:custGeom>
              <a:avLst/>
              <a:gdLst>
                <a:gd name="T0" fmla="*/ 9 w 222"/>
                <a:gd name="T1" fmla="*/ 38 h 173"/>
                <a:gd name="T2" fmla="*/ 131 w 222"/>
                <a:gd name="T3" fmla="*/ 57 h 173"/>
                <a:gd name="T4" fmla="*/ 211 w 222"/>
                <a:gd name="T5" fmla="*/ 169 h 173"/>
                <a:gd name="T6" fmla="*/ 219 w 222"/>
                <a:gd name="T7" fmla="*/ 162 h 173"/>
                <a:gd name="T8" fmla="*/ 173 w 222"/>
                <a:gd name="T9" fmla="*/ 83 h 173"/>
                <a:gd name="T10" fmla="*/ 125 w 222"/>
                <a:gd name="T11" fmla="*/ 27 h 173"/>
                <a:gd name="T12" fmla="*/ 4 w 222"/>
                <a:gd name="T13" fmla="*/ 29 h 173"/>
                <a:gd name="T14" fmla="*/ 9 w 222"/>
                <a:gd name="T15" fmla="*/ 38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173">
                  <a:moveTo>
                    <a:pt x="9" y="38"/>
                  </a:moveTo>
                  <a:cubicBezTo>
                    <a:pt x="53" y="23"/>
                    <a:pt x="96" y="21"/>
                    <a:pt x="131" y="57"/>
                  </a:cubicBezTo>
                  <a:cubicBezTo>
                    <a:pt x="163" y="90"/>
                    <a:pt x="180" y="135"/>
                    <a:pt x="211" y="169"/>
                  </a:cubicBezTo>
                  <a:cubicBezTo>
                    <a:pt x="215" y="173"/>
                    <a:pt x="222" y="167"/>
                    <a:pt x="219" y="162"/>
                  </a:cubicBezTo>
                  <a:cubicBezTo>
                    <a:pt x="208" y="134"/>
                    <a:pt x="190" y="109"/>
                    <a:pt x="173" y="83"/>
                  </a:cubicBezTo>
                  <a:cubicBezTo>
                    <a:pt x="160" y="62"/>
                    <a:pt x="145" y="42"/>
                    <a:pt x="125" y="27"/>
                  </a:cubicBezTo>
                  <a:cubicBezTo>
                    <a:pt x="91" y="4"/>
                    <a:pt x="36" y="0"/>
                    <a:pt x="4" y="29"/>
                  </a:cubicBezTo>
                  <a:cubicBezTo>
                    <a:pt x="0" y="33"/>
                    <a:pt x="4" y="40"/>
                    <a:pt x="9" y="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3" name="Freeform 839">
              <a:extLst>
                <a:ext uri="{FF2B5EF4-FFF2-40B4-BE49-F238E27FC236}">
                  <a16:creationId xmlns:a16="http://schemas.microsoft.com/office/drawing/2014/main" id="{54ED985D-73B0-E0BB-2679-DA106CDB40F8}"/>
                </a:ext>
              </a:extLst>
            </p:cNvPr>
            <p:cNvSpPr/>
            <p:nvPr/>
          </p:nvSpPr>
          <p:spPr bwMode="auto">
            <a:xfrm>
              <a:off x="5001" y="1391"/>
              <a:ext cx="153" cy="164"/>
            </a:xfrm>
            <a:custGeom>
              <a:avLst/>
              <a:gdLst>
                <a:gd name="T0" fmla="*/ 3 w 87"/>
                <a:gd name="T1" fmla="*/ 7 h 93"/>
                <a:gd name="T2" fmla="*/ 49 w 87"/>
                <a:gd name="T3" fmla="*/ 31 h 93"/>
                <a:gd name="T4" fmla="*/ 78 w 87"/>
                <a:gd name="T5" fmla="*/ 89 h 93"/>
                <a:gd name="T6" fmla="*/ 85 w 87"/>
                <a:gd name="T7" fmla="*/ 88 h 93"/>
                <a:gd name="T8" fmla="*/ 60 w 87"/>
                <a:gd name="T9" fmla="*/ 28 h 93"/>
                <a:gd name="T10" fmla="*/ 6 w 87"/>
                <a:gd name="T11" fmla="*/ 1 h 93"/>
                <a:gd name="T12" fmla="*/ 3 w 87"/>
                <a:gd name="T13" fmla="*/ 7 h 93"/>
              </a:gdLst>
              <a:ahLst/>
              <a:cxnLst>
                <a:cxn ang="0">
                  <a:pos x="T0" y="T1"/>
                </a:cxn>
                <a:cxn ang="0">
                  <a:pos x="T2" y="T3"/>
                </a:cxn>
                <a:cxn ang="0">
                  <a:pos x="T4" y="T5"/>
                </a:cxn>
                <a:cxn ang="0">
                  <a:pos x="T6" y="T7"/>
                </a:cxn>
                <a:cxn ang="0">
                  <a:pos x="T8" y="T9"/>
                </a:cxn>
                <a:cxn ang="0">
                  <a:pos x="T10" y="T11"/>
                </a:cxn>
                <a:cxn ang="0">
                  <a:pos x="T12" y="T13"/>
                </a:cxn>
              </a:cxnLst>
              <a:rect l="0" t="0" r="r" b="b"/>
              <a:pathLst>
                <a:path w="87" h="93">
                  <a:moveTo>
                    <a:pt x="3" y="7"/>
                  </a:moveTo>
                  <a:cubicBezTo>
                    <a:pt x="20" y="15"/>
                    <a:pt x="37" y="17"/>
                    <a:pt x="49" y="31"/>
                  </a:cubicBezTo>
                  <a:cubicBezTo>
                    <a:pt x="64" y="48"/>
                    <a:pt x="73" y="68"/>
                    <a:pt x="78" y="89"/>
                  </a:cubicBezTo>
                  <a:cubicBezTo>
                    <a:pt x="79" y="93"/>
                    <a:pt x="85" y="92"/>
                    <a:pt x="85" y="88"/>
                  </a:cubicBezTo>
                  <a:cubicBezTo>
                    <a:pt x="87" y="66"/>
                    <a:pt x="73" y="45"/>
                    <a:pt x="60" y="28"/>
                  </a:cubicBezTo>
                  <a:cubicBezTo>
                    <a:pt x="46" y="11"/>
                    <a:pt x="27" y="5"/>
                    <a:pt x="6" y="1"/>
                  </a:cubicBezTo>
                  <a:cubicBezTo>
                    <a:pt x="2" y="0"/>
                    <a:pt x="0" y="6"/>
                    <a:pt x="3"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4" name="Freeform 840">
              <a:extLst>
                <a:ext uri="{FF2B5EF4-FFF2-40B4-BE49-F238E27FC236}">
                  <a16:creationId xmlns:a16="http://schemas.microsoft.com/office/drawing/2014/main" id="{4B1B27CB-1695-121D-7161-AD6B8D7188C4}"/>
                </a:ext>
              </a:extLst>
            </p:cNvPr>
            <p:cNvSpPr/>
            <p:nvPr/>
          </p:nvSpPr>
          <p:spPr bwMode="auto">
            <a:xfrm>
              <a:off x="5010" y="1300"/>
              <a:ext cx="28" cy="114"/>
            </a:xfrm>
            <a:custGeom>
              <a:avLst/>
              <a:gdLst>
                <a:gd name="T0" fmla="*/ 15 w 16"/>
                <a:gd name="T1" fmla="*/ 61 h 65"/>
                <a:gd name="T2" fmla="*/ 8 w 16"/>
                <a:gd name="T3" fmla="*/ 3 h 65"/>
                <a:gd name="T4" fmla="*/ 1 w 16"/>
                <a:gd name="T5" fmla="*/ 4 h 65"/>
                <a:gd name="T6" fmla="*/ 9 w 16"/>
                <a:gd name="T7" fmla="*/ 61 h 65"/>
                <a:gd name="T8" fmla="*/ 15 w 16"/>
                <a:gd name="T9" fmla="*/ 61 h 65"/>
              </a:gdLst>
              <a:ahLst/>
              <a:cxnLst>
                <a:cxn ang="0">
                  <a:pos x="T0" y="T1"/>
                </a:cxn>
                <a:cxn ang="0">
                  <a:pos x="T2" y="T3"/>
                </a:cxn>
                <a:cxn ang="0">
                  <a:pos x="T4" y="T5"/>
                </a:cxn>
                <a:cxn ang="0">
                  <a:pos x="T6" y="T7"/>
                </a:cxn>
                <a:cxn ang="0">
                  <a:pos x="T8" y="T9"/>
                </a:cxn>
              </a:cxnLst>
              <a:rect l="0" t="0" r="r" b="b"/>
              <a:pathLst>
                <a:path w="16" h="65">
                  <a:moveTo>
                    <a:pt x="15" y="61"/>
                  </a:moveTo>
                  <a:cubicBezTo>
                    <a:pt x="16" y="43"/>
                    <a:pt x="13" y="20"/>
                    <a:pt x="8" y="3"/>
                  </a:cubicBezTo>
                  <a:cubicBezTo>
                    <a:pt x="7" y="0"/>
                    <a:pt x="2" y="0"/>
                    <a:pt x="1" y="4"/>
                  </a:cubicBezTo>
                  <a:cubicBezTo>
                    <a:pt x="0" y="22"/>
                    <a:pt x="3" y="44"/>
                    <a:pt x="9" y="61"/>
                  </a:cubicBezTo>
                  <a:cubicBezTo>
                    <a:pt x="10" y="65"/>
                    <a:pt x="15" y="64"/>
                    <a:pt x="15" y="6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5" name="Freeform 841">
              <a:extLst>
                <a:ext uri="{FF2B5EF4-FFF2-40B4-BE49-F238E27FC236}">
                  <a16:creationId xmlns:a16="http://schemas.microsoft.com/office/drawing/2014/main" id="{CEFE4889-368C-F819-9738-3425154B5C66}"/>
                </a:ext>
              </a:extLst>
            </p:cNvPr>
            <p:cNvSpPr/>
            <p:nvPr/>
          </p:nvSpPr>
          <p:spPr bwMode="auto">
            <a:xfrm>
              <a:off x="5006" y="1672"/>
              <a:ext cx="32" cy="83"/>
            </a:xfrm>
            <a:custGeom>
              <a:avLst/>
              <a:gdLst>
                <a:gd name="T0" fmla="*/ 7 w 18"/>
                <a:gd name="T1" fmla="*/ 6 h 47"/>
                <a:gd name="T2" fmla="*/ 7 w 18"/>
                <a:gd name="T3" fmla="*/ 26 h 47"/>
                <a:gd name="T4" fmla="*/ 1 w 18"/>
                <a:gd name="T5" fmla="*/ 42 h 47"/>
                <a:gd name="T6" fmla="*/ 6 w 18"/>
                <a:gd name="T7" fmla="*/ 45 h 47"/>
                <a:gd name="T8" fmla="*/ 14 w 18"/>
                <a:gd name="T9" fmla="*/ 4 h 47"/>
                <a:gd name="T10" fmla="*/ 7 w 18"/>
                <a:gd name="T11" fmla="*/ 6 h 47"/>
              </a:gdLst>
              <a:ahLst/>
              <a:cxnLst>
                <a:cxn ang="0">
                  <a:pos x="T0" y="T1"/>
                </a:cxn>
                <a:cxn ang="0">
                  <a:pos x="T2" y="T3"/>
                </a:cxn>
                <a:cxn ang="0">
                  <a:pos x="T4" y="T5"/>
                </a:cxn>
                <a:cxn ang="0">
                  <a:pos x="T6" y="T7"/>
                </a:cxn>
                <a:cxn ang="0">
                  <a:pos x="T8" y="T9"/>
                </a:cxn>
                <a:cxn ang="0">
                  <a:pos x="T10" y="T11"/>
                </a:cxn>
              </a:cxnLst>
              <a:rect l="0" t="0" r="r" b="b"/>
              <a:pathLst>
                <a:path w="18" h="47">
                  <a:moveTo>
                    <a:pt x="7" y="6"/>
                  </a:moveTo>
                  <a:cubicBezTo>
                    <a:pt x="9" y="13"/>
                    <a:pt x="8" y="19"/>
                    <a:pt x="7" y="26"/>
                  </a:cubicBezTo>
                  <a:cubicBezTo>
                    <a:pt x="5" y="31"/>
                    <a:pt x="2" y="36"/>
                    <a:pt x="1" y="42"/>
                  </a:cubicBezTo>
                  <a:cubicBezTo>
                    <a:pt x="0" y="44"/>
                    <a:pt x="3" y="47"/>
                    <a:pt x="6" y="45"/>
                  </a:cubicBezTo>
                  <a:cubicBezTo>
                    <a:pt x="18" y="37"/>
                    <a:pt x="18" y="17"/>
                    <a:pt x="14" y="4"/>
                  </a:cubicBezTo>
                  <a:cubicBezTo>
                    <a:pt x="13" y="0"/>
                    <a:pt x="6" y="2"/>
                    <a:pt x="7"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6" name="Freeform 842">
              <a:extLst>
                <a:ext uri="{FF2B5EF4-FFF2-40B4-BE49-F238E27FC236}">
                  <a16:creationId xmlns:a16="http://schemas.microsoft.com/office/drawing/2014/main" id="{3242DEBF-CC3C-3A9D-262F-B623F0DEBD5C}"/>
                </a:ext>
              </a:extLst>
            </p:cNvPr>
            <p:cNvSpPr/>
            <p:nvPr/>
          </p:nvSpPr>
          <p:spPr bwMode="auto">
            <a:xfrm>
              <a:off x="5003" y="1741"/>
              <a:ext cx="125" cy="62"/>
            </a:xfrm>
            <a:custGeom>
              <a:avLst/>
              <a:gdLst>
                <a:gd name="T0" fmla="*/ 4 w 71"/>
                <a:gd name="T1" fmla="*/ 8 h 35"/>
                <a:gd name="T2" fmla="*/ 38 w 71"/>
                <a:gd name="T3" fmla="*/ 15 h 35"/>
                <a:gd name="T4" fmla="*/ 64 w 71"/>
                <a:gd name="T5" fmla="*/ 33 h 35"/>
                <a:gd name="T6" fmla="*/ 70 w 71"/>
                <a:gd name="T7" fmla="*/ 29 h 35"/>
                <a:gd name="T8" fmla="*/ 5 w 71"/>
                <a:gd name="T9" fmla="*/ 1 h 35"/>
                <a:gd name="T10" fmla="*/ 4 w 71"/>
                <a:gd name="T11" fmla="*/ 8 h 35"/>
              </a:gdLst>
              <a:ahLst/>
              <a:cxnLst>
                <a:cxn ang="0">
                  <a:pos x="T0" y="T1"/>
                </a:cxn>
                <a:cxn ang="0">
                  <a:pos x="T2" y="T3"/>
                </a:cxn>
                <a:cxn ang="0">
                  <a:pos x="T4" y="T5"/>
                </a:cxn>
                <a:cxn ang="0">
                  <a:pos x="T6" y="T7"/>
                </a:cxn>
                <a:cxn ang="0">
                  <a:pos x="T8" y="T9"/>
                </a:cxn>
                <a:cxn ang="0">
                  <a:pos x="T10" y="T11"/>
                </a:cxn>
              </a:cxnLst>
              <a:rect l="0" t="0" r="r" b="b"/>
              <a:pathLst>
                <a:path w="71" h="35">
                  <a:moveTo>
                    <a:pt x="4" y="8"/>
                  </a:moveTo>
                  <a:cubicBezTo>
                    <a:pt x="16" y="10"/>
                    <a:pt x="27" y="11"/>
                    <a:pt x="38" y="15"/>
                  </a:cubicBezTo>
                  <a:cubicBezTo>
                    <a:pt x="48" y="19"/>
                    <a:pt x="56" y="25"/>
                    <a:pt x="64" y="33"/>
                  </a:cubicBezTo>
                  <a:cubicBezTo>
                    <a:pt x="66" y="35"/>
                    <a:pt x="71" y="33"/>
                    <a:pt x="70" y="29"/>
                  </a:cubicBezTo>
                  <a:cubicBezTo>
                    <a:pt x="61" y="5"/>
                    <a:pt x="28" y="0"/>
                    <a:pt x="5" y="1"/>
                  </a:cubicBezTo>
                  <a:cubicBezTo>
                    <a:pt x="1" y="1"/>
                    <a:pt x="0" y="7"/>
                    <a:pt x="4"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7" name="Freeform 843">
              <a:extLst>
                <a:ext uri="{FF2B5EF4-FFF2-40B4-BE49-F238E27FC236}">
                  <a16:creationId xmlns:a16="http://schemas.microsoft.com/office/drawing/2014/main" id="{18A2F399-989E-089F-D9E0-B88251326D88}"/>
                </a:ext>
              </a:extLst>
            </p:cNvPr>
            <p:cNvSpPr/>
            <p:nvPr/>
          </p:nvSpPr>
          <p:spPr bwMode="auto">
            <a:xfrm>
              <a:off x="5196" y="1694"/>
              <a:ext cx="108" cy="202"/>
            </a:xfrm>
            <a:custGeom>
              <a:avLst/>
              <a:gdLst>
                <a:gd name="T0" fmla="*/ 50 w 61"/>
                <a:gd name="T1" fmla="*/ 4 h 115"/>
                <a:gd name="T2" fmla="*/ 36 w 61"/>
                <a:gd name="T3" fmla="*/ 69 h 115"/>
                <a:gd name="T4" fmla="*/ 2 w 61"/>
                <a:gd name="T5" fmla="*/ 109 h 115"/>
                <a:gd name="T6" fmla="*/ 7 w 61"/>
                <a:gd name="T7" fmla="*/ 113 h 115"/>
                <a:gd name="T8" fmla="*/ 56 w 61"/>
                <a:gd name="T9" fmla="*/ 4 h 115"/>
                <a:gd name="T10" fmla="*/ 50 w 61"/>
                <a:gd name="T11" fmla="*/ 4 h 115"/>
              </a:gdLst>
              <a:ahLst/>
              <a:cxnLst>
                <a:cxn ang="0">
                  <a:pos x="T0" y="T1"/>
                </a:cxn>
                <a:cxn ang="0">
                  <a:pos x="T2" y="T3"/>
                </a:cxn>
                <a:cxn ang="0">
                  <a:pos x="T4" y="T5"/>
                </a:cxn>
                <a:cxn ang="0">
                  <a:pos x="T6" y="T7"/>
                </a:cxn>
                <a:cxn ang="0">
                  <a:pos x="T8" y="T9"/>
                </a:cxn>
                <a:cxn ang="0">
                  <a:pos x="T10" y="T11"/>
                </a:cxn>
              </a:cxnLst>
              <a:rect l="0" t="0" r="r" b="b"/>
              <a:pathLst>
                <a:path w="61" h="115">
                  <a:moveTo>
                    <a:pt x="50" y="4"/>
                  </a:moveTo>
                  <a:cubicBezTo>
                    <a:pt x="48" y="27"/>
                    <a:pt x="49" y="49"/>
                    <a:pt x="36" y="69"/>
                  </a:cubicBezTo>
                  <a:cubicBezTo>
                    <a:pt x="26" y="84"/>
                    <a:pt x="12" y="94"/>
                    <a:pt x="2" y="109"/>
                  </a:cubicBezTo>
                  <a:cubicBezTo>
                    <a:pt x="0" y="112"/>
                    <a:pt x="4" y="115"/>
                    <a:pt x="7" y="113"/>
                  </a:cubicBezTo>
                  <a:cubicBezTo>
                    <a:pt x="46" y="91"/>
                    <a:pt x="61" y="47"/>
                    <a:pt x="56" y="4"/>
                  </a:cubicBezTo>
                  <a:cubicBezTo>
                    <a:pt x="56" y="0"/>
                    <a:pt x="50" y="0"/>
                    <a:pt x="50"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8" name="Freeform 844">
              <a:extLst>
                <a:ext uri="{FF2B5EF4-FFF2-40B4-BE49-F238E27FC236}">
                  <a16:creationId xmlns:a16="http://schemas.microsoft.com/office/drawing/2014/main" id="{A7BF07B4-CBB6-320D-6BE6-5FD9AF4352E6}"/>
                </a:ext>
              </a:extLst>
            </p:cNvPr>
            <p:cNvSpPr/>
            <p:nvPr/>
          </p:nvSpPr>
          <p:spPr bwMode="auto">
            <a:xfrm>
              <a:off x="4194" y="958"/>
              <a:ext cx="81" cy="92"/>
            </a:xfrm>
            <a:custGeom>
              <a:avLst/>
              <a:gdLst>
                <a:gd name="T0" fmla="*/ 1 w 46"/>
                <a:gd name="T1" fmla="*/ 7 h 52"/>
                <a:gd name="T2" fmla="*/ 16 w 46"/>
                <a:gd name="T3" fmla="*/ 35 h 52"/>
                <a:gd name="T4" fmla="*/ 42 w 46"/>
                <a:gd name="T5" fmla="*/ 52 h 52"/>
                <a:gd name="T6" fmla="*/ 44 w 46"/>
                <a:gd name="T7" fmla="*/ 47 h 52"/>
                <a:gd name="T8" fmla="*/ 22 w 46"/>
                <a:gd name="T9" fmla="*/ 29 h 52"/>
                <a:gd name="T10" fmla="*/ 7 w 46"/>
                <a:gd name="T11" fmla="*/ 4 h 52"/>
                <a:gd name="T12" fmla="*/ 1 w 46"/>
                <a:gd name="T13" fmla="*/ 7 h 52"/>
              </a:gdLst>
              <a:ahLst/>
              <a:cxnLst>
                <a:cxn ang="0">
                  <a:pos x="T0" y="T1"/>
                </a:cxn>
                <a:cxn ang="0">
                  <a:pos x="T2" y="T3"/>
                </a:cxn>
                <a:cxn ang="0">
                  <a:pos x="T4" y="T5"/>
                </a:cxn>
                <a:cxn ang="0">
                  <a:pos x="T6" y="T7"/>
                </a:cxn>
                <a:cxn ang="0">
                  <a:pos x="T8" y="T9"/>
                </a:cxn>
                <a:cxn ang="0">
                  <a:pos x="T10" y="T11"/>
                </a:cxn>
                <a:cxn ang="0">
                  <a:pos x="T12" y="T13"/>
                </a:cxn>
              </a:cxnLst>
              <a:rect l="0" t="0" r="r" b="b"/>
              <a:pathLst>
                <a:path w="46" h="52">
                  <a:moveTo>
                    <a:pt x="1" y="7"/>
                  </a:moveTo>
                  <a:cubicBezTo>
                    <a:pt x="3" y="18"/>
                    <a:pt x="9" y="27"/>
                    <a:pt x="16" y="35"/>
                  </a:cubicBezTo>
                  <a:cubicBezTo>
                    <a:pt x="22" y="42"/>
                    <a:pt x="32" y="52"/>
                    <a:pt x="42" y="52"/>
                  </a:cubicBezTo>
                  <a:cubicBezTo>
                    <a:pt x="45" y="52"/>
                    <a:pt x="46" y="48"/>
                    <a:pt x="44" y="47"/>
                  </a:cubicBezTo>
                  <a:cubicBezTo>
                    <a:pt x="38" y="40"/>
                    <a:pt x="29" y="36"/>
                    <a:pt x="22" y="29"/>
                  </a:cubicBezTo>
                  <a:cubicBezTo>
                    <a:pt x="16" y="22"/>
                    <a:pt x="12" y="13"/>
                    <a:pt x="7" y="4"/>
                  </a:cubicBezTo>
                  <a:cubicBezTo>
                    <a:pt x="5" y="0"/>
                    <a:pt x="0" y="3"/>
                    <a:pt x="1"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59" name="Freeform 845">
              <a:extLst>
                <a:ext uri="{FF2B5EF4-FFF2-40B4-BE49-F238E27FC236}">
                  <a16:creationId xmlns:a16="http://schemas.microsoft.com/office/drawing/2014/main" id="{D58C9020-98CA-010A-7CF6-8E0FD8CF33A4}"/>
                </a:ext>
              </a:extLst>
            </p:cNvPr>
            <p:cNvSpPr/>
            <p:nvPr/>
          </p:nvSpPr>
          <p:spPr bwMode="auto">
            <a:xfrm>
              <a:off x="4242" y="1020"/>
              <a:ext cx="86" cy="47"/>
            </a:xfrm>
            <a:custGeom>
              <a:avLst/>
              <a:gdLst>
                <a:gd name="T0" fmla="*/ 46 w 49"/>
                <a:gd name="T1" fmla="*/ 4 h 27"/>
                <a:gd name="T2" fmla="*/ 19 w 49"/>
                <a:gd name="T3" fmla="*/ 5 h 27"/>
                <a:gd name="T4" fmla="*/ 1 w 49"/>
                <a:gd name="T5" fmla="*/ 22 h 27"/>
                <a:gd name="T6" fmla="*/ 5 w 49"/>
                <a:gd name="T7" fmla="*/ 26 h 27"/>
                <a:gd name="T8" fmla="*/ 23 w 49"/>
                <a:gd name="T9" fmla="*/ 15 h 27"/>
                <a:gd name="T10" fmla="*/ 46 w 49"/>
                <a:gd name="T11" fmla="*/ 10 h 27"/>
                <a:gd name="T12" fmla="*/ 46 w 49"/>
                <a:gd name="T13" fmla="*/ 4 h 27"/>
              </a:gdLst>
              <a:ahLst/>
              <a:cxnLst>
                <a:cxn ang="0">
                  <a:pos x="T0" y="T1"/>
                </a:cxn>
                <a:cxn ang="0">
                  <a:pos x="T2" y="T3"/>
                </a:cxn>
                <a:cxn ang="0">
                  <a:pos x="T4" y="T5"/>
                </a:cxn>
                <a:cxn ang="0">
                  <a:pos x="T6" y="T7"/>
                </a:cxn>
                <a:cxn ang="0">
                  <a:pos x="T8" y="T9"/>
                </a:cxn>
                <a:cxn ang="0">
                  <a:pos x="T10" y="T11"/>
                </a:cxn>
                <a:cxn ang="0">
                  <a:pos x="T12" y="T13"/>
                </a:cxn>
              </a:cxnLst>
              <a:rect l="0" t="0" r="r" b="b"/>
              <a:pathLst>
                <a:path w="49" h="27">
                  <a:moveTo>
                    <a:pt x="46" y="4"/>
                  </a:moveTo>
                  <a:cubicBezTo>
                    <a:pt x="37" y="0"/>
                    <a:pt x="28" y="2"/>
                    <a:pt x="19" y="5"/>
                  </a:cubicBezTo>
                  <a:cubicBezTo>
                    <a:pt x="12" y="8"/>
                    <a:pt x="2" y="13"/>
                    <a:pt x="1" y="22"/>
                  </a:cubicBezTo>
                  <a:cubicBezTo>
                    <a:pt x="0" y="24"/>
                    <a:pt x="2" y="27"/>
                    <a:pt x="5" y="26"/>
                  </a:cubicBezTo>
                  <a:cubicBezTo>
                    <a:pt x="12" y="24"/>
                    <a:pt x="17" y="18"/>
                    <a:pt x="23" y="15"/>
                  </a:cubicBezTo>
                  <a:cubicBezTo>
                    <a:pt x="30" y="12"/>
                    <a:pt x="38" y="11"/>
                    <a:pt x="46" y="10"/>
                  </a:cubicBezTo>
                  <a:cubicBezTo>
                    <a:pt x="49" y="9"/>
                    <a:pt x="48" y="5"/>
                    <a:pt x="46"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0" name="Freeform 846">
              <a:extLst>
                <a:ext uri="{FF2B5EF4-FFF2-40B4-BE49-F238E27FC236}">
                  <a16:creationId xmlns:a16="http://schemas.microsoft.com/office/drawing/2014/main" id="{FEABE97D-C66F-A823-70A5-22826F54ACE1}"/>
                </a:ext>
              </a:extLst>
            </p:cNvPr>
            <p:cNvSpPr/>
            <p:nvPr/>
          </p:nvSpPr>
          <p:spPr bwMode="auto">
            <a:xfrm>
              <a:off x="4222" y="1045"/>
              <a:ext cx="95" cy="376"/>
            </a:xfrm>
            <a:custGeom>
              <a:avLst/>
              <a:gdLst>
                <a:gd name="T0" fmla="*/ 13 w 54"/>
                <a:gd name="T1" fmla="*/ 5 h 214"/>
                <a:gd name="T2" fmla="*/ 20 w 54"/>
                <a:gd name="T3" fmla="*/ 103 h 214"/>
                <a:gd name="T4" fmla="*/ 33 w 54"/>
                <a:gd name="T5" fmla="*/ 159 h 214"/>
                <a:gd name="T6" fmla="*/ 26 w 54"/>
                <a:gd name="T7" fmla="*/ 209 h 214"/>
                <a:gd name="T8" fmla="*/ 33 w 54"/>
                <a:gd name="T9" fmla="*/ 212 h 214"/>
                <a:gd name="T10" fmla="*/ 40 w 54"/>
                <a:gd name="T11" fmla="*/ 128 h 214"/>
                <a:gd name="T12" fmla="*/ 21 w 54"/>
                <a:gd name="T13" fmla="*/ 7 h 214"/>
                <a:gd name="T14" fmla="*/ 13 w 54"/>
                <a:gd name="T15" fmla="*/ 5 h 2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214">
                  <a:moveTo>
                    <a:pt x="13" y="5"/>
                  </a:moveTo>
                  <a:cubicBezTo>
                    <a:pt x="0" y="37"/>
                    <a:pt x="10" y="71"/>
                    <a:pt x="20" y="103"/>
                  </a:cubicBezTo>
                  <a:cubicBezTo>
                    <a:pt x="25" y="121"/>
                    <a:pt x="32" y="140"/>
                    <a:pt x="33" y="159"/>
                  </a:cubicBezTo>
                  <a:cubicBezTo>
                    <a:pt x="35" y="177"/>
                    <a:pt x="28" y="192"/>
                    <a:pt x="26" y="209"/>
                  </a:cubicBezTo>
                  <a:cubicBezTo>
                    <a:pt x="26" y="213"/>
                    <a:pt x="31" y="214"/>
                    <a:pt x="33" y="212"/>
                  </a:cubicBezTo>
                  <a:cubicBezTo>
                    <a:pt x="54" y="192"/>
                    <a:pt x="47" y="153"/>
                    <a:pt x="40" y="128"/>
                  </a:cubicBezTo>
                  <a:cubicBezTo>
                    <a:pt x="30" y="88"/>
                    <a:pt x="11" y="50"/>
                    <a:pt x="21" y="7"/>
                  </a:cubicBezTo>
                  <a:cubicBezTo>
                    <a:pt x="22" y="2"/>
                    <a:pt x="15" y="0"/>
                    <a:pt x="13"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1" name="Freeform 847">
              <a:extLst>
                <a:ext uri="{FF2B5EF4-FFF2-40B4-BE49-F238E27FC236}">
                  <a16:creationId xmlns:a16="http://schemas.microsoft.com/office/drawing/2014/main" id="{D11D3455-6FC7-C0FC-6FC4-315CC4378E39}"/>
                </a:ext>
              </a:extLst>
            </p:cNvPr>
            <p:cNvSpPr/>
            <p:nvPr/>
          </p:nvSpPr>
          <p:spPr bwMode="auto">
            <a:xfrm>
              <a:off x="4135" y="1388"/>
              <a:ext cx="149" cy="56"/>
            </a:xfrm>
            <a:custGeom>
              <a:avLst/>
              <a:gdLst>
                <a:gd name="T0" fmla="*/ 2 w 85"/>
                <a:gd name="T1" fmla="*/ 7 h 32"/>
                <a:gd name="T2" fmla="*/ 44 w 85"/>
                <a:gd name="T3" fmla="*/ 31 h 32"/>
                <a:gd name="T4" fmla="*/ 83 w 85"/>
                <a:gd name="T5" fmla="*/ 16 h 32"/>
                <a:gd name="T6" fmla="*/ 79 w 85"/>
                <a:gd name="T7" fmla="*/ 11 h 32"/>
                <a:gd name="T8" fmla="*/ 46 w 85"/>
                <a:gd name="T9" fmla="*/ 22 h 32"/>
                <a:gd name="T10" fmla="*/ 7 w 85"/>
                <a:gd name="T11" fmla="*/ 3 h 32"/>
                <a:gd name="T12" fmla="*/ 2 w 85"/>
                <a:gd name="T13" fmla="*/ 7 h 32"/>
              </a:gdLst>
              <a:ahLst/>
              <a:cxnLst>
                <a:cxn ang="0">
                  <a:pos x="T0" y="T1"/>
                </a:cxn>
                <a:cxn ang="0">
                  <a:pos x="T2" y="T3"/>
                </a:cxn>
                <a:cxn ang="0">
                  <a:pos x="T4" y="T5"/>
                </a:cxn>
                <a:cxn ang="0">
                  <a:pos x="T6" y="T7"/>
                </a:cxn>
                <a:cxn ang="0">
                  <a:pos x="T8" y="T9"/>
                </a:cxn>
                <a:cxn ang="0">
                  <a:pos x="T10" y="T11"/>
                </a:cxn>
                <a:cxn ang="0">
                  <a:pos x="T12" y="T13"/>
                </a:cxn>
              </a:cxnLst>
              <a:rect l="0" t="0" r="r" b="b"/>
              <a:pathLst>
                <a:path w="85" h="32">
                  <a:moveTo>
                    <a:pt x="2" y="7"/>
                  </a:moveTo>
                  <a:cubicBezTo>
                    <a:pt x="12" y="21"/>
                    <a:pt x="27" y="30"/>
                    <a:pt x="44" y="31"/>
                  </a:cubicBezTo>
                  <a:cubicBezTo>
                    <a:pt x="57" y="32"/>
                    <a:pt x="78" y="29"/>
                    <a:pt x="83" y="16"/>
                  </a:cubicBezTo>
                  <a:cubicBezTo>
                    <a:pt x="85" y="13"/>
                    <a:pt x="82" y="9"/>
                    <a:pt x="79" y="11"/>
                  </a:cubicBezTo>
                  <a:cubicBezTo>
                    <a:pt x="68" y="17"/>
                    <a:pt x="59" y="22"/>
                    <a:pt x="46" y="22"/>
                  </a:cubicBezTo>
                  <a:cubicBezTo>
                    <a:pt x="30" y="22"/>
                    <a:pt x="17" y="15"/>
                    <a:pt x="7" y="3"/>
                  </a:cubicBezTo>
                  <a:cubicBezTo>
                    <a:pt x="5" y="0"/>
                    <a:pt x="0" y="4"/>
                    <a:pt x="2"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2" name="Freeform 848">
              <a:extLst>
                <a:ext uri="{FF2B5EF4-FFF2-40B4-BE49-F238E27FC236}">
                  <a16:creationId xmlns:a16="http://schemas.microsoft.com/office/drawing/2014/main" id="{3EBAFDDC-8E38-B57C-F529-A46DB2006805}"/>
                </a:ext>
              </a:extLst>
            </p:cNvPr>
            <p:cNvSpPr/>
            <p:nvPr/>
          </p:nvSpPr>
          <p:spPr bwMode="auto">
            <a:xfrm>
              <a:off x="4266" y="1403"/>
              <a:ext cx="118" cy="164"/>
            </a:xfrm>
            <a:custGeom>
              <a:avLst/>
              <a:gdLst>
                <a:gd name="T0" fmla="*/ 1 w 67"/>
                <a:gd name="T1" fmla="*/ 5 h 93"/>
                <a:gd name="T2" fmla="*/ 59 w 67"/>
                <a:gd name="T3" fmla="*/ 90 h 93"/>
                <a:gd name="T4" fmla="*/ 66 w 67"/>
                <a:gd name="T5" fmla="*/ 88 h 93"/>
                <a:gd name="T6" fmla="*/ 45 w 67"/>
                <a:gd name="T7" fmla="*/ 54 h 93"/>
                <a:gd name="T8" fmla="*/ 8 w 67"/>
                <a:gd name="T9" fmla="*/ 3 h 93"/>
                <a:gd name="T10" fmla="*/ 1 w 67"/>
                <a:gd name="T11" fmla="*/ 5 h 93"/>
              </a:gdLst>
              <a:ahLst/>
              <a:cxnLst>
                <a:cxn ang="0">
                  <a:pos x="T0" y="T1"/>
                </a:cxn>
                <a:cxn ang="0">
                  <a:pos x="T2" y="T3"/>
                </a:cxn>
                <a:cxn ang="0">
                  <a:pos x="T4" y="T5"/>
                </a:cxn>
                <a:cxn ang="0">
                  <a:pos x="T6" y="T7"/>
                </a:cxn>
                <a:cxn ang="0">
                  <a:pos x="T8" y="T9"/>
                </a:cxn>
                <a:cxn ang="0">
                  <a:pos x="T10" y="T11"/>
                </a:cxn>
              </a:cxnLst>
              <a:rect l="0" t="0" r="r" b="b"/>
              <a:pathLst>
                <a:path w="67" h="93">
                  <a:moveTo>
                    <a:pt x="1" y="5"/>
                  </a:moveTo>
                  <a:cubicBezTo>
                    <a:pt x="13" y="39"/>
                    <a:pt x="39" y="62"/>
                    <a:pt x="59" y="90"/>
                  </a:cubicBezTo>
                  <a:cubicBezTo>
                    <a:pt x="61" y="93"/>
                    <a:pt x="65" y="92"/>
                    <a:pt x="66" y="88"/>
                  </a:cubicBezTo>
                  <a:cubicBezTo>
                    <a:pt x="67" y="74"/>
                    <a:pt x="55" y="64"/>
                    <a:pt x="45" y="54"/>
                  </a:cubicBezTo>
                  <a:cubicBezTo>
                    <a:pt x="30" y="39"/>
                    <a:pt x="20" y="20"/>
                    <a:pt x="8" y="3"/>
                  </a:cubicBezTo>
                  <a:cubicBezTo>
                    <a:pt x="5" y="0"/>
                    <a:pt x="0" y="1"/>
                    <a:pt x="1"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3" name="Freeform 849">
              <a:extLst>
                <a:ext uri="{FF2B5EF4-FFF2-40B4-BE49-F238E27FC236}">
                  <a16:creationId xmlns:a16="http://schemas.microsoft.com/office/drawing/2014/main" id="{C65BDAEA-994F-8348-8151-3FBFF54E3F51}"/>
                </a:ext>
              </a:extLst>
            </p:cNvPr>
            <p:cNvSpPr/>
            <p:nvPr/>
          </p:nvSpPr>
          <p:spPr bwMode="auto">
            <a:xfrm>
              <a:off x="4163" y="1518"/>
              <a:ext cx="337" cy="364"/>
            </a:xfrm>
            <a:custGeom>
              <a:avLst/>
              <a:gdLst>
                <a:gd name="T0" fmla="*/ 188 w 192"/>
                <a:gd name="T1" fmla="*/ 6 h 207"/>
                <a:gd name="T2" fmla="*/ 125 w 192"/>
                <a:gd name="T3" fmla="*/ 14 h 207"/>
                <a:gd name="T4" fmla="*/ 98 w 192"/>
                <a:gd name="T5" fmla="*/ 67 h 207"/>
                <a:gd name="T6" fmla="*/ 56 w 192"/>
                <a:gd name="T7" fmla="*/ 144 h 207"/>
                <a:gd name="T8" fmla="*/ 2 w 192"/>
                <a:gd name="T9" fmla="*/ 199 h 207"/>
                <a:gd name="T10" fmla="*/ 8 w 192"/>
                <a:gd name="T11" fmla="*/ 204 h 207"/>
                <a:gd name="T12" fmla="*/ 93 w 192"/>
                <a:gd name="T13" fmla="*/ 110 h 207"/>
                <a:gd name="T14" fmla="*/ 118 w 192"/>
                <a:gd name="T15" fmla="*/ 49 h 207"/>
                <a:gd name="T16" fmla="*/ 186 w 192"/>
                <a:gd name="T17" fmla="*/ 15 h 207"/>
                <a:gd name="T18" fmla="*/ 188 w 192"/>
                <a:gd name="T19" fmla="*/ 6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207">
                  <a:moveTo>
                    <a:pt x="188" y="6"/>
                  </a:moveTo>
                  <a:cubicBezTo>
                    <a:pt x="167" y="0"/>
                    <a:pt x="143" y="2"/>
                    <a:pt x="125" y="14"/>
                  </a:cubicBezTo>
                  <a:cubicBezTo>
                    <a:pt x="108" y="26"/>
                    <a:pt x="105" y="49"/>
                    <a:pt x="98" y="67"/>
                  </a:cubicBezTo>
                  <a:cubicBezTo>
                    <a:pt x="88" y="94"/>
                    <a:pt x="75" y="122"/>
                    <a:pt x="56" y="144"/>
                  </a:cubicBezTo>
                  <a:cubicBezTo>
                    <a:pt x="40" y="164"/>
                    <a:pt x="14" y="177"/>
                    <a:pt x="2" y="199"/>
                  </a:cubicBezTo>
                  <a:cubicBezTo>
                    <a:pt x="0" y="202"/>
                    <a:pt x="4" y="207"/>
                    <a:pt x="8" y="204"/>
                  </a:cubicBezTo>
                  <a:cubicBezTo>
                    <a:pt x="42" y="178"/>
                    <a:pt x="73" y="149"/>
                    <a:pt x="93" y="110"/>
                  </a:cubicBezTo>
                  <a:cubicBezTo>
                    <a:pt x="103" y="90"/>
                    <a:pt x="110" y="70"/>
                    <a:pt x="118" y="49"/>
                  </a:cubicBezTo>
                  <a:cubicBezTo>
                    <a:pt x="129" y="17"/>
                    <a:pt x="155" y="14"/>
                    <a:pt x="186" y="15"/>
                  </a:cubicBezTo>
                  <a:cubicBezTo>
                    <a:pt x="191" y="15"/>
                    <a:pt x="192" y="8"/>
                    <a:pt x="188"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4" name="Freeform 850">
              <a:extLst>
                <a:ext uri="{FF2B5EF4-FFF2-40B4-BE49-F238E27FC236}">
                  <a16:creationId xmlns:a16="http://schemas.microsoft.com/office/drawing/2014/main" id="{D40004E1-57F1-B165-94D5-046C3CA9E747}"/>
                </a:ext>
              </a:extLst>
            </p:cNvPr>
            <p:cNvSpPr/>
            <p:nvPr/>
          </p:nvSpPr>
          <p:spPr bwMode="auto">
            <a:xfrm>
              <a:off x="4129" y="1850"/>
              <a:ext cx="143" cy="151"/>
            </a:xfrm>
            <a:custGeom>
              <a:avLst/>
              <a:gdLst>
                <a:gd name="T0" fmla="*/ 26 w 81"/>
                <a:gd name="T1" fmla="*/ 4 h 86"/>
                <a:gd name="T2" fmla="*/ 76 w 81"/>
                <a:gd name="T3" fmla="*/ 85 h 86"/>
                <a:gd name="T4" fmla="*/ 78 w 81"/>
                <a:gd name="T5" fmla="*/ 79 h 86"/>
                <a:gd name="T6" fmla="*/ 37 w 81"/>
                <a:gd name="T7" fmla="*/ 57 h 86"/>
                <a:gd name="T8" fmla="*/ 33 w 81"/>
                <a:gd name="T9" fmla="*/ 8 h 86"/>
                <a:gd name="T10" fmla="*/ 26 w 81"/>
                <a:gd name="T11" fmla="*/ 4 h 86"/>
              </a:gdLst>
              <a:ahLst/>
              <a:cxnLst>
                <a:cxn ang="0">
                  <a:pos x="T0" y="T1"/>
                </a:cxn>
                <a:cxn ang="0">
                  <a:pos x="T2" y="T3"/>
                </a:cxn>
                <a:cxn ang="0">
                  <a:pos x="T4" y="T5"/>
                </a:cxn>
                <a:cxn ang="0">
                  <a:pos x="T6" y="T7"/>
                </a:cxn>
                <a:cxn ang="0">
                  <a:pos x="T8" y="T9"/>
                </a:cxn>
                <a:cxn ang="0">
                  <a:pos x="T10" y="T11"/>
                </a:cxn>
              </a:cxnLst>
              <a:rect l="0" t="0" r="r" b="b"/>
              <a:pathLst>
                <a:path w="81" h="86">
                  <a:moveTo>
                    <a:pt x="26" y="4"/>
                  </a:moveTo>
                  <a:cubicBezTo>
                    <a:pt x="0" y="39"/>
                    <a:pt x="36" y="86"/>
                    <a:pt x="76" y="85"/>
                  </a:cubicBezTo>
                  <a:cubicBezTo>
                    <a:pt x="79" y="85"/>
                    <a:pt x="81" y="80"/>
                    <a:pt x="78" y="79"/>
                  </a:cubicBezTo>
                  <a:cubicBezTo>
                    <a:pt x="64" y="72"/>
                    <a:pt x="49" y="68"/>
                    <a:pt x="37" y="57"/>
                  </a:cubicBezTo>
                  <a:cubicBezTo>
                    <a:pt x="24" y="43"/>
                    <a:pt x="25" y="24"/>
                    <a:pt x="33" y="8"/>
                  </a:cubicBezTo>
                  <a:cubicBezTo>
                    <a:pt x="35" y="3"/>
                    <a:pt x="29" y="0"/>
                    <a:pt x="26"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5" name="Freeform 851">
              <a:extLst>
                <a:ext uri="{FF2B5EF4-FFF2-40B4-BE49-F238E27FC236}">
                  <a16:creationId xmlns:a16="http://schemas.microsoft.com/office/drawing/2014/main" id="{76308AA9-C2DE-B380-9CBB-58751B074D00}"/>
                </a:ext>
              </a:extLst>
            </p:cNvPr>
            <p:cNvSpPr/>
            <p:nvPr/>
          </p:nvSpPr>
          <p:spPr bwMode="auto">
            <a:xfrm>
              <a:off x="3913" y="1850"/>
              <a:ext cx="276" cy="143"/>
            </a:xfrm>
            <a:custGeom>
              <a:avLst/>
              <a:gdLst>
                <a:gd name="T0" fmla="*/ 146 w 157"/>
                <a:gd name="T1" fmla="*/ 4 h 81"/>
                <a:gd name="T2" fmla="*/ 132 w 157"/>
                <a:gd name="T3" fmla="*/ 31 h 81"/>
                <a:gd name="T4" fmla="*/ 84 w 157"/>
                <a:gd name="T5" fmla="*/ 64 h 81"/>
                <a:gd name="T6" fmla="*/ 7 w 157"/>
                <a:gd name="T7" fmla="*/ 39 h 81"/>
                <a:gd name="T8" fmla="*/ 2 w 157"/>
                <a:gd name="T9" fmla="*/ 45 h 81"/>
                <a:gd name="T10" fmla="*/ 81 w 157"/>
                <a:gd name="T11" fmla="*/ 77 h 81"/>
                <a:gd name="T12" fmla="*/ 130 w 157"/>
                <a:gd name="T13" fmla="*/ 58 h 81"/>
                <a:gd name="T14" fmla="*/ 154 w 157"/>
                <a:gd name="T15" fmla="*/ 10 h 81"/>
                <a:gd name="T16" fmla="*/ 146 w 157"/>
                <a:gd name="T17" fmla="*/ 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81">
                  <a:moveTo>
                    <a:pt x="146" y="4"/>
                  </a:moveTo>
                  <a:cubicBezTo>
                    <a:pt x="138" y="12"/>
                    <a:pt x="136" y="21"/>
                    <a:pt x="132" y="31"/>
                  </a:cubicBezTo>
                  <a:cubicBezTo>
                    <a:pt x="124" y="54"/>
                    <a:pt x="106" y="59"/>
                    <a:pt x="84" y="64"/>
                  </a:cubicBezTo>
                  <a:cubicBezTo>
                    <a:pt x="52" y="70"/>
                    <a:pt x="35" y="50"/>
                    <a:pt x="7" y="39"/>
                  </a:cubicBezTo>
                  <a:cubicBezTo>
                    <a:pt x="3" y="38"/>
                    <a:pt x="0" y="42"/>
                    <a:pt x="2" y="45"/>
                  </a:cubicBezTo>
                  <a:cubicBezTo>
                    <a:pt x="17" y="68"/>
                    <a:pt x="55" y="81"/>
                    <a:pt x="81" y="77"/>
                  </a:cubicBezTo>
                  <a:cubicBezTo>
                    <a:pt x="97" y="74"/>
                    <a:pt x="118" y="69"/>
                    <a:pt x="130" y="58"/>
                  </a:cubicBezTo>
                  <a:cubicBezTo>
                    <a:pt x="144" y="46"/>
                    <a:pt x="144" y="25"/>
                    <a:pt x="154" y="10"/>
                  </a:cubicBezTo>
                  <a:cubicBezTo>
                    <a:pt x="157" y="6"/>
                    <a:pt x="150" y="0"/>
                    <a:pt x="146"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6" name="Freeform 852">
              <a:extLst>
                <a:ext uri="{FF2B5EF4-FFF2-40B4-BE49-F238E27FC236}">
                  <a16:creationId xmlns:a16="http://schemas.microsoft.com/office/drawing/2014/main" id="{31E676CA-D7AB-5A94-9932-EFEFD8A5C1FE}"/>
                </a:ext>
              </a:extLst>
            </p:cNvPr>
            <p:cNvSpPr/>
            <p:nvPr/>
          </p:nvSpPr>
          <p:spPr bwMode="auto">
            <a:xfrm>
              <a:off x="3707" y="1905"/>
              <a:ext cx="311" cy="156"/>
            </a:xfrm>
            <a:custGeom>
              <a:avLst/>
              <a:gdLst>
                <a:gd name="T0" fmla="*/ 171 w 177"/>
                <a:gd name="T1" fmla="*/ 35 h 89"/>
                <a:gd name="T2" fmla="*/ 68 w 177"/>
                <a:gd name="T3" fmla="*/ 65 h 89"/>
                <a:gd name="T4" fmla="*/ 9 w 177"/>
                <a:gd name="T5" fmla="*/ 4 h 89"/>
                <a:gd name="T6" fmla="*/ 0 w 177"/>
                <a:gd name="T7" fmla="*/ 7 h 89"/>
                <a:gd name="T8" fmla="*/ 57 w 177"/>
                <a:gd name="T9" fmla="*/ 73 h 89"/>
                <a:gd name="T10" fmla="*/ 172 w 177"/>
                <a:gd name="T11" fmla="*/ 43 h 89"/>
                <a:gd name="T12" fmla="*/ 171 w 177"/>
                <a:gd name="T13" fmla="*/ 35 h 89"/>
              </a:gdLst>
              <a:ahLst/>
              <a:cxnLst>
                <a:cxn ang="0">
                  <a:pos x="T0" y="T1"/>
                </a:cxn>
                <a:cxn ang="0">
                  <a:pos x="T2" y="T3"/>
                </a:cxn>
                <a:cxn ang="0">
                  <a:pos x="T4" y="T5"/>
                </a:cxn>
                <a:cxn ang="0">
                  <a:pos x="T6" y="T7"/>
                </a:cxn>
                <a:cxn ang="0">
                  <a:pos x="T8" y="T9"/>
                </a:cxn>
                <a:cxn ang="0">
                  <a:pos x="T10" y="T11"/>
                </a:cxn>
                <a:cxn ang="0">
                  <a:pos x="T12" y="T13"/>
                </a:cxn>
              </a:cxnLst>
              <a:rect l="0" t="0" r="r" b="b"/>
              <a:pathLst>
                <a:path w="177" h="89">
                  <a:moveTo>
                    <a:pt x="171" y="35"/>
                  </a:moveTo>
                  <a:cubicBezTo>
                    <a:pt x="135" y="37"/>
                    <a:pt x="107" y="74"/>
                    <a:pt x="68" y="65"/>
                  </a:cubicBezTo>
                  <a:cubicBezTo>
                    <a:pt x="36" y="57"/>
                    <a:pt x="23" y="31"/>
                    <a:pt x="9" y="4"/>
                  </a:cubicBezTo>
                  <a:cubicBezTo>
                    <a:pt x="6" y="0"/>
                    <a:pt x="0" y="2"/>
                    <a:pt x="0" y="7"/>
                  </a:cubicBezTo>
                  <a:cubicBezTo>
                    <a:pt x="0" y="37"/>
                    <a:pt x="30" y="64"/>
                    <a:pt x="57" y="73"/>
                  </a:cubicBezTo>
                  <a:cubicBezTo>
                    <a:pt x="99" y="89"/>
                    <a:pt x="134" y="54"/>
                    <a:pt x="172" y="43"/>
                  </a:cubicBezTo>
                  <a:cubicBezTo>
                    <a:pt x="177" y="42"/>
                    <a:pt x="176" y="34"/>
                    <a:pt x="171" y="3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7" name="Freeform 853">
              <a:extLst>
                <a:ext uri="{FF2B5EF4-FFF2-40B4-BE49-F238E27FC236}">
                  <a16:creationId xmlns:a16="http://schemas.microsoft.com/office/drawing/2014/main" id="{DAA37969-6D25-FAAC-6EC2-C091201C9760}"/>
                </a:ext>
              </a:extLst>
            </p:cNvPr>
            <p:cNvSpPr/>
            <p:nvPr/>
          </p:nvSpPr>
          <p:spPr bwMode="auto">
            <a:xfrm>
              <a:off x="3779" y="2022"/>
              <a:ext cx="60" cy="208"/>
            </a:xfrm>
            <a:custGeom>
              <a:avLst/>
              <a:gdLst>
                <a:gd name="T0" fmla="*/ 26 w 34"/>
                <a:gd name="T1" fmla="*/ 4 h 118"/>
                <a:gd name="T2" fmla="*/ 6 w 34"/>
                <a:gd name="T3" fmla="*/ 61 h 118"/>
                <a:gd name="T4" fmla="*/ 4 w 34"/>
                <a:gd name="T5" fmla="*/ 114 h 118"/>
                <a:gd name="T6" fmla="*/ 11 w 34"/>
                <a:gd name="T7" fmla="*/ 114 h 118"/>
                <a:gd name="T8" fmla="*/ 32 w 34"/>
                <a:gd name="T9" fmla="*/ 8 h 118"/>
                <a:gd name="T10" fmla="*/ 26 w 34"/>
                <a:gd name="T11" fmla="*/ 4 h 118"/>
              </a:gdLst>
              <a:ahLst/>
              <a:cxnLst>
                <a:cxn ang="0">
                  <a:pos x="T0" y="T1"/>
                </a:cxn>
                <a:cxn ang="0">
                  <a:pos x="T2" y="T3"/>
                </a:cxn>
                <a:cxn ang="0">
                  <a:pos x="T4" y="T5"/>
                </a:cxn>
                <a:cxn ang="0">
                  <a:pos x="T6" y="T7"/>
                </a:cxn>
                <a:cxn ang="0">
                  <a:pos x="T8" y="T9"/>
                </a:cxn>
                <a:cxn ang="0">
                  <a:pos x="T10" y="T11"/>
                </a:cxn>
              </a:cxnLst>
              <a:rect l="0" t="0" r="r" b="b"/>
              <a:pathLst>
                <a:path w="34" h="118">
                  <a:moveTo>
                    <a:pt x="26" y="4"/>
                  </a:moveTo>
                  <a:cubicBezTo>
                    <a:pt x="15" y="21"/>
                    <a:pt x="9" y="41"/>
                    <a:pt x="6" y="61"/>
                  </a:cubicBezTo>
                  <a:cubicBezTo>
                    <a:pt x="4" y="79"/>
                    <a:pt x="0" y="97"/>
                    <a:pt x="4" y="114"/>
                  </a:cubicBezTo>
                  <a:cubicBezTo>
                    <a:pt x="5" y="117"/>
                    <a:pt x="11" y="118"/>
                    <a:pt x="11" y="114"/>
                  </a:cubicBezTo>
                  <a:cubicBezTo>
                    <a:pt x="17" y="77"/>
                    <a:pt x="15" y="43"/>
                    <a:pt x="32" y="8"/>
                  </a:cubicBezTo>
                  <a:cubicBezTo>
                    <a:pt x="34" y="4"/>
                    <a:pt x="29" y="0"/>
                    <a:pt x="26"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8" name="Freeform 854">
              <a:extLst>
                <a:ext uri="{FF2B5EF4-FFF2-40B4-BE49-F238E27FC236}">
                  <a16:creationId xmlns:a16="http://schemas.microsoft.com/office/drawing/2014/main" id="{E7A684F1-B920-43D2-577C-AADFA318234C}"/>
                </a:ext>
              </a:extLst>
            </p:cNvPr>
            <p:cNvSpPr/>
            <p:nvPr/>
          </p:nvSpPr>
          <p:spPr bwMode="auto">
            <a:xfrm>
              <a:off x="3486" y="2133"/>
              <a:ext cx="246" cy="107"/>
            </a:xfrm>
            <a:custGeom>
              <a:avLst/>
              <a:gdLst>
                <a:gd name="T0" fmla="*/ 135 w 140"/>
                <a:gd name="T1" fmla="*/ 43 h 61"/>
                <a:gd name="T2" fmla="*/ 2 w 140"/>
                <a:gd name="T3" fmla="*/ 53 h 61"/>
                <a:gd name="T4" fmla="*/ 9 w 140"/>
                <a:gd name="T5" fmla="*/ 59 h 61"/>
                <a:gd name="T6" fmla="*/ 36 w 140"/>
                <a:gd name="T7" fmla="*/ 43 h 61"/>
                <a:gd name="T8" fmla="*/ 79 w 140"/>
                <a:gd name="T9" fmla="*/ 45 h 61"/>
                <a:gd name="T10" fmla="*/ 136 w 140"/>
                <a:gd name="T11" fmla="*/ 51 h 61"/>
                <a:gd name="T12" fmla="*/ 135 w 140"/>
                <a:gd name="T13" fmla="*/ 43 h 61"/>
              </a:gdLst>
              <a:ahLst/>
              <a:cxnLst>
                <a:cxn ang="0">
                  <a:pos x="T0" y="T1"/>
                </a:cxn>
                <a:cxn ang="0">
                  <a:pos x="T2" y="T3"/>
                </a:cxn>
                <a:cxn ang="0">
                  <a:pos x="T4" y="T5"/>
                </a:cxn>
                <a:cxn ang="0">
                  <a:pos x="T6" y="T7"/>
                </a:cxn>
                <a:cxn ang="0">
                  <a:pos x="T8" y="T9"/>
                </a:cxn>
                <a:cxn ang="0">
                  <a:pos x="T10" y="T11"/>
                </a:cxn>
                <a:cxn ang="0">
                  <a:pos x="T12" y="T13"/>
                </a:cxn>
              </a:cxnLst>
              <a:rect l="0" t="0" r="r" b="b"/>
              <a:pathLst>
                <a:path w="140" h="61">
                  <a:moveTo>
                    <a:pt x="135" y="43"/>
                  </a:moveTo>
                  <a:cubicBezTo>
                    <a:pt x="99" y="46"/>
                    <a:pt x="23" y="0"/>
                    <a:pt x="2" y="53"/>
                  </a:cubicBezTo>
                  <a:cubicBezTo>
                    <a:pt x="0" y="57"/>
                    <a:pt x="5" y="61"/>
                    <a:pt x="9" y="59"/>
                  </a:cubicBezTo>
                  <a:cubicBezTo>
                    <a:pt x="17" y="52"/>
                    <a:pt x="25" y="46"/>
                    <a:pt x="36" y="43"/>
                  </a:cubicBezTo>
                  <a:cubicBezTo>
                    <a:pt x="50" y="40"/>
                    <a:pt x="65" y="42"/>
                    <a:pt x="79" y="45"/>
                  </a:cubicBezTo>
                  <a:cubicBezTo>
                    <a:pt x="98" y="49"/>
                    <a:pt x="117" y="58"/>
                    <a:pt x="136" y="51"/>
                  </a:cubicBezTo>
                  <a:cubicBezTo>
                    <a:pt x="140" y="50"/>
                    <a:pt x="140" y="42"/>
                    <a:pt x="135" y="4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69" name="Freeform 855">
              <a:extLst>
                <a:ext uri="{FF2B5EF4-FFF2-40B4-BE49-F238E27FC236}">
                  <a16:creationId xmlns:a16="http://schemas.microsoft.com/office/drawing/2014/main" id="{DC9E29A3-AC74-38F5-2D2A-9E75892416B3}"/>
                </a:ext>
              </a:extLst>
            </p:cNvPr>
            <p:cNvSpPr/>
            <p:nvPr/>
          </p:nvSpPr>
          <p:spPr bwMode="auto">
            <a:xfrm>
              <a:off x="3477" y="2024"/>
              <a:ext cx="70" cy="192"/>
            </a:xfrm>
            <a:custGeom>
              <a:avLst/>
              <a:gdLst>
                <a:gd name="T0" fmla="*/ 6 w 40"/>
                <a:gd name="T1" fmla="*/ 4 h 109"/>
                <a:gd name="T2" fmla="*/ 2 w 40"/>
                <a:gd name="T3" fmla="*/ 48 h 109"/>
                <a:gd name="T4" fmla="*/ 8 w 40"/>
                <a:gd name="T5" fmla="*/ 63 h 109"/>
                <a:gd name="T6" fmla="*/ 27 w 40"/>
                <a:gd name="T7" fmla="*/ 103 h 109"/>
                <a:gd name="T8" fmla="*/ 34 w 40"/>
                <a:gd name="T9" fmla="*/ 104 h 109"/>
                <a:gd name="T10" fmla="*/ 20 w 40"/>
                <a:gd name="T11" fmla="*/ 62 h 109"/>
                <a:gd name="T12" fmla="*/ 12 w 40"/>
                <a:gd name="T13" fmla="*/ 4 h 109"/>
                <a:gd name="T14" fmla="*/ 6 w 40"/>
                <a:gd name="T15" fmla="*/ 4 h 1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109">
                  <a:moveTo>
                    <a:pt x="6" y="4"/>
                  </a:moveTo>
                  <a:cubicBezTo>
                    <a:pt x="2" y="17"/>
                    <a:pt x="0" y="35"/>
                    <a:pt x="2" y="48"/>
                  </a:cubicBezTo>
                  <a:cubicBezTo>
                    <a:pt x="3" y="54"/>
                    <a:pt x="5" y="58"/>
                    <a:pt x="8" y="63"/>
                  </a:cubicBezTo>
                  <a:cubicBezTo>
                    <a:pt x="17" y="77"/>
                    <a:pt x="25" y="86"/>
                    <a:pt x="27" y="103"/>
                  </a:cubicBezTo>
                  <a:cubicBezTo>
                    <a:pt x="27" y="108"/>
                    <a:pt x="33" y="109"/>
                    <a:pt x="34" y="104"/>
                  </a:cubicBezTo>
                  <a:cubicBezTo>
                    <a:pt x="40" y="87"/>
                    <a:pt x="29" y="76"/>
                    <a:pt x="20" y="62"/>
                  </a:cubicBezTo>
                  <a:cubicBezTo>
                    <a:pt x="6" y="42"/>
                    <a:pt x="16" y="25"/>
                    <a:pt x="12" y="4"/>
                  </a:cubicBezTo>
                  <a:cubicBezTo>
                    <a:pt x="12" y="0"/>
                    <a:pt x="7" y="1"/>
                    <a:pt x="6"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0" name="Freeform 856">
              <a:extLst>
                <a:ext uri="{FF2B5EF4-FFF2-40B4-BE49-F238E27FC236}">
                  <a16:creationId xmlns:a16="http://schemas.microsoft.com/office/drawing/2014/main" id="{BC0E0F47-11BA-034E-96C1-733C3754E280}"/>
                </a:ext>
              </a:extLst>
            </p:cNvPr>
            <p:cNvSpPr/>
            <p:nvPr/>
          </p:nvSpPr>
          <p:spPr bwMode="auto">
            <a:xfrm>
              <a:off x="3275" y="2263"/>
              <a:ext cx="181" cy="145"/>
            </a:xfrm>
            <a:custGeom>
              <a:avLst/>
              <a:gdLst>
                <a:gd name="T0" fmla="*/ 95 w 103"/>
                <a:gd name="T1" fmla="*/ 1 h 82"/>
                <a:gd name="T2" fmla="*/ 30 w 103"/>
                <a:gd name="T3" fmla="*/ 28 h 82"/>
                <a:gd name="T4" fmla="*/ 1 w 103"/>
                <a:gd name="T5" fmla="*/ 74 h 82"/>
                <a:gd name="T6" fmla="*/ 9 w 103"/>
                <a:gd name="T7" fmla="*/ 78 h 82"/>
                <a:gd name="T8" fmla="*/ 36 w 103"/>
                <a:gd name="T9" fmla="*/ 38 h 82"/>
                <a:gd name="T10" fmla="*/ 97 w 103"/>
                <a:gd name="T11" fmla="*/ 10 h 82"/>
                <a:gd name="T12" fmla="*/ 95 w 103"/>
                <a:gd name="T13" fmla="*/ 1 h 82"/>
              </a:gdLst>
              <a:ahLst/>
              <a:cxnLst>
                <a:cxn ang="0">
                  <a:pos x="T0" y="T1"/>
                </a:cxn>
                <a:cxn ang="0">
                  <a:pos x="T2" y="T3"/>
                </a:cxn>
                <a:cxn ang="0">
                  <a:pos x="T4" y="T5"/>
                </a:cxn>
                <a:cxn ang="0">
                  <a:pos x="T6" y="T7"/>
                </a:cxn>
                <a:cxn ang="0">
                  <a:pos x="T8" y="T9"/>
                </a:cxn>
                <a:cxn ang="0">
                  <a:pos x="T10" y="T11"/>
                </a:cxn>
                <a:cxn ang="0">
                  <a:pos x="T12" y="T13"/>
                </a:cxn>
              </a:cxnLst>
              <a:rect l="0" t="0" r="r" b="b"/>
              <a:pathLst>
                <a:path w="103" h="82">
                  <a:moveTo>
                    <a:pt x="95" y="1"/>
                  </a:moveTo>
                  <a:cubicBezTo>
                    <a:pt x="72" y="5"/>
                    <a:pt x="48" y="13"/>
                    <a:pt x="30" y="28"/>
                  </a:cubicBezTo>
                  <a:cubicBezTo>
                    <a:pt x="18" y="39"/>
                    <a:pt x="3" y="58"/>
                    <a:pt x="1" y="74"/>
                  </a:cubicBezTo>
                  <a:cubicBezTo>
                    <a:pt x="0" y="79"/>
                    <a:pt x="6" y="82"/>
                    <a:pt x="9" y="78"/>
                  </a:cubicBezTo>
                  <a:cubicBezTo>
                    <a:pt x="18" y="65"/>
                    <a:pt x="24" y="49"/>
                    <a:pt x="36" y="38"/>
                  </a:cubicBezTo>
                  <a:cubicBezTo>
                    <a:pt x="53" y="22"/>
                    <a:pt x="76" y="17"/>
                    <a:pt x="97" y="10"/>
                  </a:cubicBezTo>
                  <a:cubicBezTo>
                    <a:pt x="103" y="8"/>
                    <a:pt x="101" y="0"/>
                    <a:pt x="95"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1" name="Freeform 857">
              <a:extLst>
                <a:ext uri="{FF2B5EF4-FFF2-40B4-BE49-F238E27FC236}">
                  <a16:creationId xmlns:a16="http://schemas.microsoft.com/office/drawing/2014/main" id="{A36DFF5D-CC83-4F28-D1F7-49EBAC76D2AB}"/>
                </a:ext>
              </a:extLst>
            </p:cNvPr>
            <p:cNvSpPr/>
            <p:nvPr/>
          </p:nvSpPr>
          <p:spPr bwMode="auto">
            <a:xfrm>
              <a:off x="3198" y="2269"/>
              <a:ext cx="107" cy="223"/>
            </a:xfrm>
            <a:custGeom>
              <a:avLst/>
              <a:gdLst>
                <a:gd name="T0" fmla="*/ 42 w 61"/>
                <a:gd name="T1" fmla="*/ 6 h 127"/>
                <a:gd name="T2" fmla="*/ 40 w 61"/>
                <a:gd name="T3" fmla="*/ 72 h 127"/>
                <a:gd name="T4" fmla="*/ 3 w 61"/>
                <a:gd name="T5" fmla="*/ 120 h 127"/>
                <a:gd name="T6" fmla="*/ 6 w 61"/>
                <a:gd name="T7" fmla="*/ 127 h 127"/>
                <a:gd name="T8" fmla="*/ 49 w 61"/>
                <a:gd name="T9" fmla="*/ 85 h 127"/>
                <a:gd name="T10" fmla="*/ 50 w 61"/>
                <a:gd name="T11" fmla="*/ 4 h 127"/>
                <a:gd name="T12" fmla="*/ 42 w 61"/>
                <a:gd name="T13" fmla="*/ 6 h 127"/>
              </a:gdLst>
              <a:ahLst/>
              <a:cxnLst>
                <a:cxn ang="0">
                  <a:pos x="T0" y="T1"/>
                </a:cxn>
                <a:cxn ang="0">
                  <a:pos x="T2" y="T3"/>
                </a:cxn>
                <a:cxn ang="0">
                  <a:pos x="T4" y="T5"/>
                </a:cxn>
                <a:cxn ang="0">
                  <a:pos x="T6" y="T7"/>
                </a:cxn>
                <a:cxn ang="0">
                  <a:pos x="T8" y="T9"/>
                </a:cxn>
                <a:cxn ang="0">
                  <a:pos x="T10" y="T11"/>
                </a:cxn>
                <a:cxn ang="0">
                  <a:pos x="T12" y="T13"/>
                </a:cxn>
              </a:cxnLst>
              <a:rect l="0" t="0" r="r" b="b"/>
              <a:pathLst>
                <a:path w="61" h="127">
                  <a:moveTo>
                    <a:pt x="42" y="6"/>
                  </a:moveTo>
                  <a:cubicBezTo>
                    <a:pt x="44" y="29"/>
                    <a:pt x="47" y="50"/>
                    <a:pt x="40" y="72"/>
                  </a:cubicBezTo>
                  <a:cubicBezTo>
                    <a:pt x="33" y="94"/>
                    <a:pt x="21" y="105"/>
                    <a:pt x="3" y="120"/>
                  </a:cubicBezTo>
                  <a:cubicBezTo>
                    <a:pt x="0" y="122"/>
                    <a:pt x="3" y="127"/>
                    <a:pt x="6" y="127"/>
                  </a:cubicBezTo>
                  <a:cubicBezTo>
                    <a:pt x="28" y="126"/>
                    <a:pt x="42" y="103"/>
                    <a:pt x="49" y="85"/>
                  </a:cubicBezTo>
                  <a:cubicBezTo>
                    <a:pt x="59" y="60"/>
                    <a:pt x="61" y="30"/>
                    <a:pt x="50" y="4"/>
                  </a:cubicBezTo>
                  <a:cubicBezTo>
                    <a:pt x="48" y="0"/>
                    <a:pt x="41" y="2"/>
                    <a:pt x="42"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2" name="Freeform 858">
              <a:extLst>
                <a:ext uri="{FF2B5EF4-FFF2-40B4-BE49-F238E27FC236}">
                  <a16:creationId xmlns:a16="http://schemas.microsoft.com/office/drawing/2014/main" id="{1F2A4C86-8AEA-42D6-CE8D-A456EEF3590B}"/>
                </a:ext>
              </a:extLst>
            </p:cNvPr>
            <p:cNvSpPr/>
            <p:nvPr/>
          </p:nvSpPr>
          <p:spPr bwMode="auto">
            <a:xfrm>
              <a:off x="3205" y="2444"/>
              <a:ext cx="177" cy="44"/>
            </a:xfrm>
            <a:custGeom>
              <a:avLst/>
              <a:gdLst>
                <a:gd name="T0" fmla="*/ 98 w 101"/>
                <a:gd name="T1" fmla="*/ 14 h 25"/>
                <a:gd name="T2" fmla="*/ 5 w 101"/>
                <a:gd name="T3" fmla="*/ 16 h 25"/>
                <a:gd name="T4" fmla="*/ 9 w 101"/>
                <a:gd name="T5" fmla="*/ 24 h 25"/>
                <a:gd name="T6" fmla="*/ 55 w 101"/>
                <a:gd name="T7" fmla="*/ 18 h 25"/>
                <a:gd name="T8" fmla="*/ 96 w 101"/>
                <a:gd name="T9" fmla="*/ 21 h 25"/>
                <a:gd name="T10" fmla="*/ 98 w 101"/>
                <a:gd name="T11" fmla="*/ 14 h 25"/>
              </a:gdLst>
              <a:ahLst/>
              <a:cxnLst>
                <a:cxn ang="0">
                  <a:pos x="T0" y="T1"/>
                </a:cxn>
                <a:cxn ang="0">
                  <a:pos x="T2" y="T3"/>
                </a:cxn>
                <a:cxn ang="0">
                  <a:pos x="T4" y="T5"/>
                </a:cxn>
                <a:cxn ang="0">
                  <a:pos x="T6" y="T7"/>
                </a:cxn>
                <a:cxn ang="0">
                  <a:pos x="T8" y="T9"/>
                </a:cxn>
                <a:cxn ang="0">
                  <a:pos x="T10" y="T11"/>
                </a:cxn>
              </a:cxnLst>
              <a:rect l="0" t="0" r="r" b="b"/>
              <a:pathLst>
                <a:path w="101" h="25">
                  <a:moveTo>
                    <a:pt x="98" y="14"/>
                  </a:moveTo>
                  <a:cubicBezTo>
                    <a:pt x="73" y="0"/>
                    <a:pt x="30" y="2"/>
                    <a:pt x="5" y="16"/>
                  </a:cubicBezTo>
                  <a:cubicBezTo>
                    <a:pt x="0" y="19"/>
                    <a:pt x="4" y="25"/>
                    <a:pt x="9" y="24"/>
                  </a:cubicBezTo>
                  <a:cubicBezTo>
                    <a:pt x="24" y="22"/>
                    <a:pt x="39" y="18"/>
                    <a:pt x="55" y="18"/>
                  </a:cubicBezTo>
                  <a:cubicBezTo>
                    <a:pt x="68" y="18"/>
                    <a:pt x="82" y="21"/>
                    <a:pt x="96" y="21"/>
                  </a:cubicBezTo>
                  <a:cubicBezTo>
                    <a:pt x="100" y="21"/>
                    <a:pt x="101" y="16"/>
                    <a:pt x="98"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3" name="Freeform 859">
              <a:extLst>
                <a:ext uri="{FF2B5EF4-FFF2-40B4-BE49-F238E27FC236}">
                  <a16:creationId xmlns:a16="http://schemas.microsoft.com/office/drawing/2014/main" id="{6D42443B-D4CF-45A6-60A1-4E4CC77F9AD8}"/>
                </a:ext>
              </a:extLst>
            </p:cNvPr>
            <p:cNvSpPr/>
            <p:nvPr/>
          </p:nvSpPr>
          <p:spPr bwMode="auto">
            <a:xfrm>
              <a:off x="2948" y="2121"/>
              <a:ext cx="98" cy="132"/>
            </a:xfrm>
            <a:custGeom>
              <a:avLst/>
              <a:gdLst>
                <a:gd name="T0" fmla="*/ 5 w 56"/>
                <a:gd name="T1" fmla="*/ 11 h 75"/>
                <a:gd name="T2" fmla="*/ 33 w 56"/>
                <a:gd name="T3" fmla="*/ 39 h 75"/>
                <a:gd name="T4" fmla="*/ 50 w 56"/>
                <a:gd name="T5" fmla="*/ 71 h 75"/>
                <a:gd name="T6" fmla="*/ 56 w 56"/>
                <a:gd name="T7" fmla="*/ 69 h 75"/>
                <a:gd name="T8" fmla="*/ 35 w 56"/>
                <a:gd name="T9" fmla="*/ 25 h 75"/>
                <a:gd name="T10" fmla="*/ 4 w 56"/>
                <a:gd name="T11" fmla="*/ 4 h 75"/>
                <a:gd name="T12" fmla="*/ 5 w 56"/>
                <a:gd name="T13" fmla="*/ 11 h 75"/>
              </a:gdLst>
              <a:ahLst/>
              <a:cxnLst>
                <a:cxn ang="0">
                  <a:pos x="T0" y="T1"/>
                </a:cxn>
                <a:cxn ang="0">
                  <a:pos x="T2" y="T3"/>
                </a:cxn>
                <a:cxn ang="0">
                  <a:pos x="T4" y="T5"/>
                </a:cxn>
                <a:cxn ang="0">
                  <a:pos x="T6" y="T7"/>
                </a:cxn>
                <a:cxn ang="0">
                  <a:pos x="T8" y="T9"/>
                </a:cxn>
                <a:cxn ang="0">
                  <a:pos x="T10" y="T11"/>
                </a:cxn>
                <a:cxn ang="0">
                  <a:pos x="T12" y="T13"/>
                </a:cxn>
              </a:cxnLst>
              <a:rect l="0" t="0" r="r" b="b"/>
              <a:pathLst>
                <a:path w="56" h="75">
                  <a:moveTo>
                    <a:pt x="5" y="11"/>
                  </a:moveTo>
                  <a:cubicBezTo>
                    <a:pt x="16" y="12"/>
                    <a:pt x="27" y="31"/>
                    <a:pt x="33" y="39"/>
                  </a:cubicBezTo>
                  <a:cubicBezTo>
                    <a:pt x="39" y="50"/>
                    <a:pt x="45" y="60"/>
                    <a:pt x="50" y="71"/>
                  </a:cubicBezTo>
                  <a:cubicBezTo>
                    <a:pt x="52" y="75"/>
                    <a:pt x="56" y="72"/>
                    <a:pt x="56" y="69"/>
                  </a:cubicBezTo>
                  <a:cubicBezTo>
                    <a:pt x="52" y="52"/>
                    <a:pt x="45" y="38"/>
                    <a:pt x="35" y="25"/>
                  </a:cubicBezTo>
                  <a:cubicBezTo>
                    <a:pt x="28" y="16"/>
                    <a:pt x="17" y="0"/>
                    <a:pt x="4" y="4"/>
                  </a:cubicBezTo>
                  <a:cubicBezTo>
                    <a:pt x="0" y="5"/>
                    <a:pt x="1" y="10"/>
                    <a:pt x="5" y="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6" name="Freeform 860">
              <a:extLst>
                <a:ext uri="{FF2B5EF4-FFF2-40B4-BE49-F238E27FC236}">
                  <a16:creationId xmlns:a16="http://schemas.microsoft.com/office/drawing/2014/main" id="{96D49F9C-DECA-B9E9-62B3-E3DF39603A90}"/>
                </a:ext>
              </a:extLst>
            </p:cNvPr>
            <p:cNvSpPr/>
            <p:nvPr/>
          </p:nvSpPr>
          <p:spPr bwMode="auto">
            <a:xfrm>
              <a:off x="2929" y="2492"/>
              <a:ext cx="221" cy="86"/>
            </a:xfrm>
            <a:custGeom>
              <a:avLst/>
              <a:gdLst>
                <a:gd name="T0" fmla="*/ 117 w 126"/>
                <a:gd name="T1" fmla="*/ 2 h 49"/>
                <a:gd name="T2" fmla="*/ 78 w 126"/>
                <a:gd name="T3" fmla="*/ 15 h 49"/>
                <a:gd name="T4" fmla="*/ 45 w 126"/>
                <a:gd name="T5" fmla="*/ 19 h 49"/>
                <a:gd name="T6" fmla="*/ 2 w 126"/>
                <a:gd name="T7" fmla="*/ 41 h 49"/>
                <a:gd name="T8" fmla="*/ 8 w 126"/>
                <a:gd name="T9" fmla="*/ 47 h 49"/>
                <a:gd name="T10" fmla="*/ 72 w 126"/>
                <a:gd name="T11" fmla="*/ 27 h 49"/>
                <a:gd name="T12" fmla="*/ 121 w 126"/>
                <a:gd name="T13" fmla="*/ 10 h 49"/>
                <a:gd name="T14" fmla="*/ 117 w 126"/>
                <a:gd name="T15" fmla="*/ 2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6" h="49">
                  <a:moveTo>
                    <a:pt x="117" y="2"/>
                  </a:moveTo>
                  <a:cubicBezTo>
                    <a:pt x="104" y="8"/>
                    <a:pt x="92" y="13"/>
                    <a:pt x="78" y="15"/>
                  </a:cubicBezTo>
                  <a:cubicBezTo>
                    <a:pt x="67" y="17"/>
                    <a:pt x="56" y="17"/>
                    <a:pt x="45" y="19"/>
                  </a:cubicBezTo>
                  <a:cubicBezTo>
                    <a:pt x="28" y="21"/>
                    <a:pt x="12" y="27"/>
                    <a:pt x="2" y="41"/>
                  </a:cubicBezTo>
                  <a:cubicBezTo>
                    <a:pt x="0" y="45"/>
                    <a:pt x="4" y="49"/>
                    <a:pt x="8" y="47"/>
                  </a:cubicBezTo>
                  <a:cubicBezTo>
                    <a:pt x="28" y="33"/>
                    <a:pt x="47" y="29"/>
                    <a:pt x="72" y="27"/>
                  </a:cubicBezTo>
                  <a:cubicBezTo>
                    <a:pt x="89" y="25"/>
                    <a:pt x="107" y="20"/>
                    <a:pt x="121" y="10"/>
                  </a:cubicBezTo>
                  <a:cubicBezTo>
                    <a:pt x="126" y="6"/>
                    <a:pt x="122" y="0"/>
                    <a:pt x="117"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78" name="Freeform 861">
              <a:extLst>
                <a:ext uri="{FF2B5EF4-FFF2-40B4-BE49-F238E27FC236}">
                  <a16:creationId xmlns:a16="http://schemas.microsoft.com/office/drawing/2014/main" id="{101D21DF-5DE7-1323-6CF6-030053372F69}"/>
                </a:ext>
              </a:extLst>
            </p:cNvPr>
            <p:cNvSpPr/>
            <p:nvPr/>
          </p:nvSpPr>
          <p:spPr bwMode="auto">
            <a:xfrm>
              <a:off x="2658" y="2448"/>
              <a:ext cx="297" cy="148"/>
            </a:xfrm>
            <a:custGeom>
              <a:avLst/>
              <a:gdLst>
                <a:gd name="T0" fmla="*/ 4 w 169"/>
                <a:gd name="T1" fmla="*/ 8 h 84"/>
                <a:gd name="T2" fmla="*/ 49 w 169"/>
                <a:gd name="T3" fmla="*/ 30 h 84"/>
                <a:gd name="T4" fmla="*/ 77 w 169"/>
                <a:gd name="T5" fmla="*/ 33 h 84"/>
                <a:gd name="T6" fmla="*/ 114 w 169"/>
                <a:gd name="T7" fmla="*/ 42 h 84"/>
                <a:gd name="T8" fmla="*/ 151 w 169"/>
                <a:gd name="T9" fmla="*/ 77 h 84"/>
                <a:gd name="T10" fmla="*/ 158 w 169"/>
                <a:gd name="T11" fmla="*/ 81 h 84"/>
                <a:gd name="T12" fmla="*/ 150 w 169"/>
                <a:gd name="T13" fmla="*/ 52 h 84"/>
                <a:gd name="T14" fmla="*/ 105 w 169"/>
                <a:gd name="T15" fmla="*/ 19 h 84"/>
                <a:gd name="T16" fmla="*/ 62 w 169"/>
                <a:gd name="T17" fmla="*/ 22 h 84"/>
                <a:gd name="T18" fmla="*/ 5 w 169"/>
                <a:gd name="T19" fmla="*/ 0 h 84"/>
                <a:gd name="T20" fmla="*/ 4 w 169"/>
                <a:gd name="T21" fmla="*/ 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9" h="84">
                  <a:moveTo>
                    <a:pt x="4" y="8"/>
                  </a:moveTo>
                  <a:cubicBezTo>
                    <a:pt x="21" y="12"/>
                    <a:pt x="34" y="23"/>
                    <a:pt x="49" y="30"/>
                  </a:cubicBezTo>
                  <a:cubicBezTo>
                    <a:pt x="59" y="34"/>
                    <a:pt x="66" y="33"/>
                    <a:pt x="77" y="33"/>
                  </a:cubicBezTo>
                  <a:cubicBezTo>
                    <a:pt x="94" y="31"/>
                    <a:pt x="101" y="31"/>
                    <a:pt x="114" y="42"/>
                  </a:cubicBezTo>
                  <a:cubicBezTo>
                    <a:pt x="122" y="47"/>
                    <a:pt x="153" y="67"/>
                    <a:pt x="151" y="77"/>
                  </a:cubicBezTo>
                  <a:cubicBezTo>
                    <a:pt x="151" y="81"/>
                    <a:pt x="155" y="84"/>
                    <a:pt x="158" y="81"/>
                  </a:cubicBezTo>
                  <a:cubicBezTo>
                    <a:pt x="169" y="70"/>
                    <a:pt x="160" y="59"/>
                    <a:pt x="150" y="52"/>
                  </a:cubicBezTo>
                  <a:cubicBezTo>
                    <a:pt x="137" y="43"/>
                    <a:pt x="121" y="25"/>
                    <a:pt x="105" y="19"/>
                  </a:cubicBezTo>
                  <a:cubicBezTo>
                    <a:pt x="91" y="15"/>
                    <a:pt x="76" y="22"/>
                    <a:pt x="62" y="22"/>
                  </a:cubicBezTo>
                  <a:cubicBezTo>
                    <a:pt x="42" y="20"/>
                    <a:pt x="26" y="1"/>
                    <a:pt x="5" y="0"/>
                  </a:cubicBezTo>
                  <a:cubicBezTo>
                    <a:pt x="1" y="0"/>
                    <a:pt x="0" y="7"/>
                    <a:pt x="4"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1" name="Freeform 862">
              <a:extLst>
                <a:ext uri="{FF2B5EF4-FFF2-40B4-BE49-F238E27FC236}">
                  <a16:creationId xmlns:a16="http://schemas.microsoft.com/office/drawing/2014/main" id="{25C7CA87-2A7D-E46C-D03A-C7D308979EE2}"/>
                </a:ext>
              </a:extLst>
            </p:cNvPr>
            <p:cNvSpPr/>
            <p:nvPr/>
          </p:nvSpPr>
          <p:spPr bwMode="auto">
            <a:xfrm>
              <a:off x="2907" y="2561"/>
              <a:ext cx="62" cy="218"/>
            </a:xfrm>
            <a:custGeom>
              <a:avLst/>
              <a:gdLst>
                <a:gd name="T0" fmla="*/ 12 w 35"/>
                <a:gd name="T1" fmla="*/ 5 h 124"/>
                <a:gd name="T2" fmla="*/ 27 w 35"/>
                <a:gd name="T3" fmla="*/ 121 h 124"/>
                <a:gd name="T4" fmla="*/ 34 w 35"/>
                <a:gd name="T5" fmla="*/ 117 h 124"/>
                <a:gd name="T6" fmla="*/ 18 w 35"/>
                <a:gd name="T7" fmla="*/ 60 h 124"/>
                <a:gd name="T8" fmla="*/ 22 w 35"/>
                <a:gd name="T9" fmla="*/ 6 h 124"/>
                <a:gd name="T10" fmla="*/ 12 w 35"/>
                <a:gd name="T11" fmla="*/ 5 h 124"/>
              </a:gdLst>
              <a:ahLst/>
              <a:cxnLst>
                <a:cxn ang="0">
                  <a:pos x="T0" y="T1"/>
                </a:cxn>
                <a:cxn ang="0">
                  <a:pos x="T2" y="T3"/>
                </a:cxn>
                <a:cxn ang="0">
                  <a:pos x="T4" y="T5"/>
                </a:cxn>
                <a:cxn ang="0">
                  <a:pos x="T6" y="T7"/>
                </a:cxn>
                <a:cxn ang="0">
                  <a:pos x="T8" y="T9"/>
                </a:cxn>
                <a:cxn ang="0">
                  <a:pos x="T10" y="T11"/>
                </a:cxn>
              </a:cxnLst>
              <a:rect l="0" t="0" r="r" b="b"/>
              <a:pathLst>
                <a:path w="35" h="124">
                  <a:moveTo>
                    <a:pt x="12" y="5"/>
                  </a:moveTo>
                  <a:cubicBezTo>
                    <a:pt x="0" y="38"/>
                    <a:pt x="0" y="94"/>
                    <a:pt x="27" y="121"/>
                  </a:cubicBezTo>
                  <a:cubicBezTo>
                    <a:pt x="30" y="124"/>
                    <a:pt x="35" y="121"/>
                    <a:pt x="34" y="117"/>
                  </a:cubicBezTo>
                  <a:cubicBezTo>
                    <a:pt x="28" y="98"/>
                    <a:pt x="20" y="81"/>
                    <a:pt x="18" y="60"/>
                  </a:cubicBezTo>
                  <a:cubicBezTo>
                    <a:pt x="16" y="42"/>
                    <a:pt x="19" y="24"/>
                    <a:pt x="22" y="6"/>
                  </a:cubicBezTo>
                  <a:cubicBezTo>
                    <a:pt x="22" y="0"/>
                    <a:pt x="14" y="0"/>
                    <a:pt x="12"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3" name="Freeform 863">
              <a:extLst>
                <a:ext uri="{FF2B5EF4-FFF2-40B4-BE49-F238E27FC236}">
                  <a16:creationId xmlns:a16="http://schemas.microsoft.com/office/drawing/2014/main" id="{0EEE04C5-5035-889C-4C05-F5A5AC1D65A8}"/>
                </a:ext>
              </a:extLst>
            </p:cNvPr>
            <p:cNvSpPr/>
            <p:nvPr/>
          </p:nvSpPr>
          <p:spPr bwMode="auto">
            <a:xfrm>
              <a:off x="2498" y="2546"/>
              <a:ext cx="137" cy="148"/>
            </a:xfrm>
            <a:custGeom>
              <a:avLst/>
              <a:gdLst>
                <a:gd name="T0" fmla="*/ 1 w 78"/>
                <a:gd name="T1" fmla="*/ 7 h 84"/>
                <a:gd name="T2" fmla="*/ 35 w 78"/>
                <a:gd name="T3" fmla="*/ 56 h 84"/>
                <a:gd name="T4" fmla="*/ 74 w 78"/>
                <a:gd name="T5" fmla="*/ 78 h 84"/>
                <a:gd name="T6" fmla="*/ 74 w 78"/>
                <a:gd name="T7" fmla="*/ 72 h 84"/>
                <a:gd name="T8" fmla="*/ 34 w 78"/>
                <a:gd name="T9" fmla="*/ 40 h 84"/>
                <a:gd name="T10" fmla="*/ 6 w 78"/>
                <a:gd name="T11" fmla="*/ 3 h 84"/>
                <a:gd name="T12" fmla="*/ 1 w 78"/>
                <a:gd name="T13" fmla="*/ 7 h 84"/>
              </a:gdLst>
              <a:ahLst/>
              <a:cxnLst>
                <a:cxn ang="0">
                  <a:pos x="T0" y="T1"/>
                </a:cxn>
                <a:cxn ang="0">
                  <a:pos x="T2" y="T3"/>
                </a:cxn>
                <a:cxn ang="0">
                  <a:pos x="T4" y="T5"/>
                </a:cxn>
                <a:cxn ang="0">
                  <a:pos x="T6" y="T7"/>
                </a:cxn>
                <a:cxn ang="0">
                  <a:pos x="T8" y="T9"/>
                </a:cxn>
                <a:cxn ang="0">
                  <a:pos x="T10" y="T11"/>
                </a:cxn>
                <a:cxn ang="0">
                  <a:pos x="T12" y="T13"/>
                </a:cxn>
              </a:cxnLst>
              <a:rect l="0" t="0" r="r" b="b"/>
              <a:pathLst>
                <a:path w="78" h="84">
                  <a:moveTo>
                    <a:pt x="1" y="7"/>
                  </a:moveTo>
                  <a:cubicBezTo>
                    <a:pt x="9" y="25"/>
                    <a:pt x="22" y="41"/>
                    <a:pt x="35" y="56"/>
                  </a:cubicBezTo>
                  <a:cubicBezTo>
                    <a:pt x="45" y="66"/>
                    <a:pt x="58" y="84"/>
                    <a:pt x="74" y="78"/>
                  </a:cubicBezTo>
                  <a:cubicBezTo>
                    <a:pt x="77" y="77"/>
                    <a:pt x="78" y="72"/>
                    <a:pt x="74" y="72"/>
                  </a:cubicBezTo>
                  <a:cubicBezTo>
                    <a:pt x="57" y="69"/>
                    <a:pt x="45" y="52"/>
                    <a:pt x="34" y="40"/>
                  </a:cubicBezTo>
                  <a:cubicBezTo>
                    <a:pt x="24" y="28"/>
                    <a:pt x="15" y="15"/>
                    <a:pt x="6" y="3"/>
                  </a:cubicBezTo>
                  <a:cubicBezTo>
                    <a:pt x="3" y="0"/>
                    <a:pt x="0" y="4"/>
                    <a:pt x="1"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6" name="Freeform 864">
              <a:extLst>
                <a:ext uri="{FF2B5EF4-FFF2-40B4-BE49-F238E27FC236}">
                  <a16:creationId xmlns:a16="http://schemas.microsoft.com/office/drawing/2014/main" id="{BCFF693D-6967-C44F-1022-DBC89F171C1C}"/>
                </a:ext>
              </a:extLst>
            </p:cNvPr>
            <p:cNvSpPr/>
            <p:nvPr/>
          </p:nvSpPr>
          <p:spPr bwMode="auto">
            <a:xfrm>
              <a:off x="2593" y="2654"/>
              <a:ext cx="162" cy="35"/>
            </a:xfrm>
            <a:custGeom>
              <a:avLst/>
              <a:gdLst>
                <a:gd name="T0" fmla="*/ 88 w 92"/>
                <a:gd name="T1" fmla="*/ 8 h 20"/>
                <a:gd name="T2" fmla="*/ 3 w 92"/>
                <a:gd name="T3" fmla="*/ 13 h 20"/>
                <a:gd name="T4" fmla="*/ 5 w 92"/>
                <a:gd name="T5" fmla="*/ 20 h 20"/>
                <a:gd name="T6" fmla="*/ 46 w 92"/>
                <a:gd name="T7" fmla="*/ 14 h 20"/>
                <a:gd name="T8" fmla="*/ 87 w 92"/>
                <a:gd name="T9" fmla="*/ 14 h 20"/>
                <a:gd name="T10" fmla="*/ 88 w 92"/>
                <a:gd name="T11" fmla="*/ 8 h 20"/>
              </a:gdLst>
              <a:ahLst/>
              <a:cxnLst>
                <a:cxn ang="0">
                  <a:pos x="T0" y="T1"/>
                </a:cxn>
                <a:cxn ang="0">
                  <a:pos x="T2" y="T3"/>
                </a:cxn>
                <a:cxn ang="0">
                  <a:pos x="T4" y="T5"/>
                </a:cxn>
                <a:cxn ang="0">
                  <a:pos x="T6" y="T7"/>
                </a:cxn>
                <a:cxn ang="0">
                  <a:pos x="T8" y="T9"/>
                </a:cxn>
                <a:cxn ang="0">
                  <a:pos x="T10" y="T11"/>
                </a:cxn>
              </a:cxnLst>
              <a:rect l="0" t="0" r="r" b="b"/>
              <a:pathLst>
                <a:path w="92" h="20">
                  <a:moveTo>
                    <a:pt x="88" y="8"/>
                  </a:moveTo>
                  <a:cubicBezTo>
                    <a:pt x="62" y="2"/>
                    <a:pt x="27" y="0"/>
                    <a:pt x="3" y="13"/>
                  </a:cubicBezTo>
                  <a:cubicBezTo>
                    <a:pt x="0" y="15"/>
                    <a:pt x="1" y="20"/>
                    <a:pt x="5" y="20"/>
                  </a:cubicBezTo>
                  <a:cubicBezTo>
                    <a:pt x="18" y="19"/>
                    <a:pt x="32" y="14"/>
                    <a:pt x="46" y="14"/>
                  </a:cubicBezTo>
                  <a:cubicBezTo>
                    <a:pt x="60" y="13"/>
                    <a:pt x="74" y="13"/>
                    <a:pt x="87" y="14"/>
                  </a:cubicBezTo>
                  <a:cubicBezTo>
                    <a:pt x="91" y="15"/>
                    <a:pt x="92" y="9"/>
                    <a:pt x="88"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7" name="Freeform 865">
              <a:extLst>
                <a:ext uri="{FF2B5EF4-FFF2-40B4-BE49-F238E27FC236}">
                  <a16:creationId xmlns:a16="http://schemas.microsoft.com/office/drawing/2014/main" id="{DF12BAB5-5277-BF3A-0E94-6E5736347EE6}"/>
                </a:ext>
              </a:extLst>
            </p:cNvPr>
            <p:cNvSpPr/>
            <p:nvPr/>
          </p:nvSpPr>
          <p:spPr bwMode="auto">
            <a:xfrm>
              <a:off x="2530" y="2677"/>
              <a:ext cx="89" cy="132"/>
            </a:xfrm>
            <a:custGeom>
              <a:avLst/>
              <a:gdLst>
                <a:gd name="T0" fmla="*/ 48 w 51"/>
                <a:gd name="T1" fmla="*/ 0 h 75"/>
                <a:gd name="T2" fmla="*/ 21 w 51"/>
                <a:gd name="T3" fmla="*/ 18 h 75"/>
                <a:gd name="T4" fmla="*/ 0 w 51"/>
                <a:gd name="T5" fmla="*/ 70 h 75"/>
                <a:gd name="T6" fmla="*/ 6 w 51"/>
                <a:gd name="T7" fmla="*/ 72 h 75"/>
                <a:gd name="T8" fmla="*/ 49 w 51"/>
                <a:gd name="T9" fmla="*/ 4 h 75"/>
                <a:gd name="T10" fmla="*/ 48 w 51"/>
                <a:gd name="T11" fmla="*/ 0 h 75"/>
              </a:gdLst>
              <a:ahLst/>
              <a:cxnLst>
                <a:cxn ang="0">
                  <a:pos x="T0" y="T1"/>
                </a:cxn>
                <a:cxn ang="0">
                  <a:pos x="T2" y="T3"/>
                </a:cxn>
                <a:cxn ang="0">
                  <a:pos x="T4" y="T5"/>
                </a:cxn>
                <a:cxn ang="0">
                  <a:pos x="T6" y="T7"/>
                </a:cxn>
                <a:cxn ang="0">
                  <a:pos x="T8" y="T9"/>
                </a:cxn>
                <a:cxn ang="0">
                  <a:pos x="T10" y="T11"/>
                </a:cxn>
              </a:cxnLst>
              <a:rect l="0" t="0" r="r" b="b"/>
              <a:pathLst>
                <a:path w="51" h="75">
                  <a:moveTo>
                    <a:pt x="48" y="0"/>
                  </a:moveTo>
                  <a:cubicBezTo>
                    <a:pt x="36" y="1"/>
                    <a:pt x="27" y="9"/>
                    <a:pt x="21" y="18"/>
                  </a:cubicBezTo>
                  <a:cubicBezTo>
                    <a:pt x="12" y="33"/>
                    <a:pt x="4" y="53"/>
                    <a:pt x="0" y="70"/>
                  </a:cubicBezTo>
                  <a:cubicBezTo>
                    <a:pt x="0" y="73"/>
                    <a:pt x="4" y="75"/>
                    <a:pt x="6" y="72"/>
                  </a:cubicBezTo>
                  <a:cubicBezTo>
                    <a:pt x="21" y="48"/>
                    <a:pt x="22" y="18"/>
                    <a:pt x="49" y="4"/>
                  </a:cubicBezTo>
                  <a:cubicBezTo>
                    <a:pt x="51" y="3"/>
                    <a:pt x="50" y="0"/>
                    <a:pt x="4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89" name="Freeform 866">
              <a:extLst>
                <a:ext uri="{FF2B5EF4-FFF2-40B4-BE49-F238E27FC236}">
                  <a16:creationId xmlns:a16="http://schemas.microsoft.com/office/drawing/2014/main" id="{FF4E4BDB-1886-EED8-8390-3895B1A95451}"/>
                </a:ext>
              </a:extLst>
            </p:cNvPr>
            <p:cNvSpPr/>
            <p:nvPr/>
          </p:nvSpPr>
          <p:spPr bwMode="auto">
            <a:xfrm>
              <a:off x="2528" y="2942"/>
              <a:ext cx="156" cy="171"/>
            </a:xfrm>
            <a:custGeom>
              <a:avLst/>
              <a:gdLst>
                <a:gd name="T0" fmla="*/ 1 w 89"/>
                <a:gd name="T1" fmla="*/ 6 h 97"/>
                <a:gd name="T2" fmla="*/ 13 w 89"/>
                <a:gd name="T3" fmla="*/ 25 h 97"/>
                <a:gd name="T4" fmla="*/ 35 w 89"/>
                <a:gd name="T5" fmla="*/ 58 h 97"/>
                <a:gd name="T6" fmla="*/ 83 w 89"/>
                <a:gd name="T7" fmla="*/ 96 h 97"/>
                <a:gd name="T8" fmla="*/ 85 w 89"/>
                <a:gd name="T9" fmla="*/ 90 h 97"/>
                <a:gd name="T10" fmla="*/ 38 w 89"/>
                <a:gd name="T11" fmla="*/ 44 h 97"/>
                <a:gd name="T12" fmla="*/ 26 w 89"/>
                <a:gd name="T13" fmla="*/ 25 h 97"/>
                <a:gd name="T14" fmla="*/ 6 w 89"/>
                <a:gd name="T15" fmla="*/ 3 h 97"/>
                <a:gd name="T16" fmla="*/ 1 w 89"/>
                <a:gd name="T17" fmla="*/ 6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 h="97">
                  <a:moveTo>
                    <a:pt x="1" y="6"/>
                  </a:moveTo>
                  <a:cubicBezTo>
                    <a:pt x="2" y="14"/>
                    <a:pt x="7" y="19"/>
                    <a:pt x="13" y="25"/>
                  </a:cubicBezTo>
                  <a:cubicBezTo>
                    <a:pt x="24" y="35"/>
                    <a:pt x="28" y="45"/>
                    <a:pt x="35" y="58"/>
                  </a:cubicBezTo>
                  <a:cubicBezTo>
                    <a:pt x="44" y="76"/>
                    <a:pt x="62" y="93"/>
                    <a:pt x="83" y="96"/>
                  </a:cubicBezTo>
                  <a:cubicBezTo>
                    <a:pt x="86" y="97"/>
                    <a:pt x="89" y="92"/>
                    <a:pt x="85" y="90"/>
                  </a:cubicBezTo>
                  <a:cubicBezTo>
                    <a:pt x="64" y="78"/>
                    <a:pt x="49" y="67"/>
                    <a:pt x="38" y="44"/>
                  </a:cubicBezTo>
                  <a:cubicBezTo>
                    <a:pt x="35" y="37"/>
                    <a:pt x="32" y="30"/>
                    <a:pt x="26" y="25"/>
                  </a:cubicBezTo>
                  <a:cubicBezTo>
                    <a:pt x="19" y="17"/>
                    <a:pt x="11" y="13"/>
                    <a:pt x="6" y="3"/>
                  </a:cubicBezTo>
                  <a:cubicBezTo>
                    <a:pt x="5" y="0"/>
                    <a:pt x="0" y="3"/>
                    <a:pt x="1"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0" name="Freeform 867">
              <a:extLst>
                <a:ext uri="{FF2B5EF4-FFF2-40B4-BE49-F238E27FC236}">
                  <a16:creationId xmlns:a16="http://schemas.microsoft.com/office/drawing/2014/main" id="{4F4BEF9E-827B-54EE-DEB6-BA855C69AC19}"/>
                </a:ext>
              </a:extLst>
            </p:cNvPr>
            <p:cNvSpPr/>
            <p:nvPr/>
          </p:nvSpPr>
          <p:spPr bwMode="auto">
            <a:xfrm>
              <a:off x="2804" y="3044"/>
              <a:ext cx="149" cy="151"/>
            </a:xfrm>
            <a:custGeom>
              <a:avLst/>
              <a:gdLst>
                <a:gd name="T0" fmla="*/ 6 w 85"/>
                <a:gd name="T1" fmla="*/ 84 h 86"/>
                <a:gd name="T2" fmla="*/ 84 w 85"/>
                <a:gd name="T3" fmla="*/ 6 h 86"/>
                <a:gd name="T4" fmla="*/ 80 w 85"/>
                <a:gd name="T5" fmla="*/ 3 h 86"/>
                <a:gd name="T6" fmla="*/ 46 w 85"/>
                <a:gd name="T7" fmla="*/ 43 h 86"/>
                <a:gd name="T8" fmla="*/ 3 w 85"/>
                <a:gd name="T9" fmla="*/ 79 h 86"/>
                <a:gd name="T10" fmla="*/ 6 w 85"/>
                <a:gd name="T11" fmla="*/ 84 h 86"/>
              </a:gdLst>
              <a:ahLst/>
              <a:cxnLst>
                <a:cxn ang="0">
                  <a:pos x="T0" y="T1"/>
                </a:cxn>
                <a:cxn ang="0">
                  <a:pos x="T2" y="T3"/>
                </a:cxn>
                <a:cxn ang="0">
                  <a:pos x="T4" y="T5"/>
                </a:cxn>
                <a:cxn ang="0">
                  <a:pos x="T6" y="T7"/>
                </a:cxn>
                <a:cxn ang="0">
                  <a:pos x="T8" y="T9"/>
                </a:cxn>
                <a:cxn ang="0">
                  <a:pos x="T10" y="T11"/>
                </a:cxn>
              </a:cxnLst>
              <a:rect l="0" t="0" r="r" b="b"/>
              <a:pathLst>
                <a:path w="85" h="86">
                  <a:moveTo>
                    <a:pt x="6" y="84"/>
                  </a:moveTo>
                  <a:cubicBezTo>
                    <a:pt x="37" y="68"/>
                    <a:pt x="70" y="39"/>
                    <a:pt x="84" y="6"/>
                  </a:cubicBezTo>
                  <a:cubicBezTo>
                    <a:pt x="85" y="4"/>
                    <a:pt x="82" y="0"/>
                    <a:pt x="80" y="3"/>
                  </a:cubicBezTo>
                  <a:cubicBezTo>
                    <a:pt x="68" y="16"/>
                    <a:pt x="58" y="30"/>
                    <a:pt x="46" y="43"/>
                  </a:cubicBezTo>
                  <a:cubicBezTo>
                    <a:pt x="33" y="56"/>
                    <a:pt x="18" y="68"/>
                    <a:pt x="3" y="79"/>
                  </a:cubicBezTo>
                  <a:cubicBezTo>
                    <a:pt x="0" y="81"/>
                    <a:pt x="3" y="86"/>
                    <a:pt x="6" y="8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1" name="Freeform 868">
              <a:extLst>
                <a:ext uri="{FF2B5EF4-FFF2-40B4-BE49-F238E27FC236}">
                  <a16:creationId xmlns:a16="http://schemas.microsoft.com/office/drawing/2014/main" id="{449BD869-FB86-C2A3-6E3F-861A87CCF0BF}"/>
                </a:ext>
              </a:extLst>
            </p:cNvPr>
            <p:cNvSpPr/>
            <p:nvPr/>
          </p:nvSpPr>
          <p:spPr bwMode="auto">
            <a:xfrm>
              <a:off x="3027" y="2891"/>
              <a:ext cx="313" cy="190"/>
            </a:xfrm>
            <a:custGeom>
              <a:avLst/>
              <a:gdLst>
                <a:gd name="T0" fmla="*/ 5 w 178"/>
                <a:gd name="T1" fmla="*/ 102 h 108"/>
                <a:gd name="T2" fmla="*/ 120 w 178"/>
                <a:gd name="T3" fmla="*/ 82 h 108"/>
                <a:gd name="T4" fmla="*/ 178 w 178"/>
                <a:gd name="T5" fmla="*/ 7 h 108"/>
                <a:gd name="T6" fmla="*/ 168 w 178"/>
                <a:gd name="T7" fmla="*/ 3 h 108"/>
                <a:gd name="T8" fmla="*/ 143 w 178"/>
                <a:gd name="T9" fmla="*/ 42 h 108"/>
                <a:gd name="T10" fmla="*/ 110 w 178"/>
                <a:gd name="T11" fmla="*/ 70 h 108"/>
                <a:gd name="T12" fmla="*/ 5 w 178"/>
                <a:gd name="T13" fmla="*/ 92 h 108"/>
                <a:gd name="T14" fmla="*/ 5 w 178"/>
                <a:gd name="T15" fmla="*/ 102 h 1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8" h="108">
                  <a:moveTo>
                    <a:pt x="5" y="102"/>
                  </a:moveTo>
                  <a:cubicBezTo>
                    <a:pt x="43" y="108"/>
                    <a:pt x="87" y="102"/>
                    <a:pt x="120" y="82"/>
                  </a:cubicBezTo>
                  <a:cubicBezTo>
                    <a:pt x="144" y="67"/>
                    <a:pt x="176" y="37"/>
                    <a:pt x="178" y="7"/>
                  </a:cubicBezTo>
                  <a:cubicBezTo>
                    <a:pt x="178" y="2"/>
                    <a:pt x="172" y="0"/>
                    <a:pt x="168" y="3"/>
                  </a:cubicBezTo>
                  <a:cubicBezTo>
                    <a:pt x="158" y="14"/>
                    <a:pt x="152" y="30"/>
                    <a:pt x="143" y="42"/>
                  </a:cubicBezTo>
                  <a:cubicBezTo>
                    <a:pt x="133" y="53"/>
                    <a:pt x="122" y="63"/>
                    <a:pt x="110" y="70"/>
                  </a:cubicBezTo>
                  <a:cubicBezTo>
                    <a:pt x="77" y="89"/>
                    <a:pt x="41" y="86"/>
                    <a:pt x="5" y="92"/>
                  </a:cubicBezTo>
                  <a:cubicBezTo>
                    <a:pt x="0" y="92"/>
                    <a:pt x="0" y="101"/>
                    <a:pt x="5" y="10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2" name="Freeform 869">
              <a:extLst>
                <a:ext uri="{FF2B5EF4-FFF2-40B4-BE49-F238E27FC236}">
                  <a16:creationId xmlns:a16="http://schemas.microsoft.com/office/drawing/2014/main" id="{8CADC8D0-AA4A-6D8B-28A8-9C3E9C3989E9}"/>
                </a:ext>
              </a:extLst>
            </p:cNvPr>
            <p:cNvSpPr/>
            <p:nvPr/>
          </p:nvSpPr>
          <p:spPr bwMode="auto">
            <a:xfrm>
              <a:off x="3203" y="2761"/>
              <a:ext cx="137" cy="141"/>
            </a:xfrm>
            <a:custGeom>
              <a:avLst/>
              <a:gdLst>
                <a:gd name="T0" fmla="*/ 2 w 78"/>
                <a:gd name="T1" fmla="*/ 7 h 80"/>
                <a:gd name="T2" fmla="*/ 38 w 78"/>
                <a:gd name="T3" fmla="*/ 55 h 80"/>
                <a:gd name="T4" fmla="*/ 73 w 78"/>
                <a:gd name="T5" fmla="*/ 79 h 80"/>
                <a:gd name="T6" fmla="*/ 75 w 78"/>
                <a:gd name="T7" fmla="*/ 73 h 80"/>
                <a:gd name="T8" fmla="*/ 59 w 78"/>
                <a:gd name="T9" fmla="*/ 61 h 80"/>
                <a:gd name="T10" fmla="*/ 43 w 78"/>
                <a:gd name="T11" fmla="*/ 44 h 80"/>
                <a:gd name="T12" fmla="*/ 8 w 78"/>
                <a:gd name="T13" fmla="*/ 3 h 80"/>
                <a:gd name="T14" fmla="*/ 2 w 78"/>
                <a:gd name="T15" fmla="*/ 7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0">
                  <a:moveTo>
                    <a:pt x="2" y="7"/>
                  </a:moveTo>
                  <a:cubicBezTo>
                    <a:pt x="12" y="24"/>
                    <a:pt x="26" y="39"/>
                    <a:pt x="38" y="55"/>
                  </a:cubicBezTo>
                  <a:cubicBezTo>
                    <a:pt x="47" y="65"/>
                    <a:pt x="58" y="80"/>
                    <a:pt x="73" y="79"/>
                  </a:cubicBezTo>
                  <a:cubicBezTo>
                    <a:pt x="76" y="79"/>
                    <a:pt x="78" y="75"/>
                    <a:pt x="75" y="73"/>
                  </a:cubicBezTo>
                  <a:cubicBezTo>
                    <a:pt x="70" y="69"/>
                    <a:pt x="64" y="66"/>
                    <a:pt x="59" y="61"/>
                  </a:cubicBezTo>
                  <a:cubicBezTo>
                    <a:pt x="53" y="56"/>
                    <a:pt x="48" y="50"/>
                    <a:pt x="43" y="44"/>
                  </a:cubicBezTo>
                  <a:cubicBezTo>
                    <a:pt x="31" y="30"/>
                    <a:pt x="20" y="15"/>
                    <a:pt x="8" y="3"/>
                  </a:cubicBezTo>
                  <a:cubicBezTo>
                    <a:pt x="5" y="0"/>
                    <a:pt x="0" y="4"/>
                    <a:pt x="2"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3" name="Freeform 870">
              <a:extLst>
                <a:ext uri="{FF2B5EF4-FFF2-40B4-BE49-F238E27FC236}">
                  <a16:creationId xmlns:a16="http://schemas.microsoft.com/office/drawing/2014/main" id="{23102683-44BD-1DFD-158C-1FD5072493B4}"/>
                </a:ext>
              </a:extLst>
            </p:cNvPr>
            <p:cNvSpPr/>
            <p:nvPr/>
          </p:nvSpPr>
          <p:spPr bwMode="auto">
            <a:xfrm>
              <a:off x="3312" y="2886"/>
              <a:ext cx="218" cy="56"/>
            </a:xfrm>
            <a:custGeom>
              <a:avLst/>
              <a:gdLst>
                <a:gd name="T0" fmla="*/ 4 w 124"/>
                <a:gd name="T1" fmla="*/ 7 h 32"/>
                <a:gd name="T2" fmla="*/ 121 w 124"/>
                <a:gd name="T3" fmla="*/ 18 h 32"/>
                <a:gd name="T4" fmla="*/ 120 w 124"/>
                <a:gd name="T5" fmla="*/ 11 h 32"/>
                <a:gd name="T6" fmla="*/ 66 w 124"/>
                <a:gd name="T7" fmla="*/ 14 h 32"/>
                <a:gd name="T8" fmla="*/ 6 w 124"/>
                <a:gd name="T9" fmla="*/ 1 h 32"/>
                <a:gd name="T10" fmla="*/ 4 w 124"/>
                <a:gd name="T11" fmla="*/ 7 h 32"/>
              </a:gdLst>
              <a:ahLst/>
              <a:cxnLst>
                <a:cxn ang="0">
                  <a:pos x="T0" y="T1"/>
                </a:cxn>
                <a:cxn ang="0">
                  <a:pos x="T2" y="T3"/>
                </a:cxn>
                <a:cxn ang="0">
                  <a:pos x="T4" y="T5"/>
                </a:cxn>
                <a:cxn ang="0">
                  <a:pos x="T6" y="T7"/>
                </a:cxn>
                <a:cxn ang="0">
                  <a:pos x="T8" y="T9"/>
                </a:cxn>
                <a:cxn ang="0">
                  <a:pos x="T10" y="T11"/>
                </a:cxn>
              </a:cxnLst>
              <a:rect l="0" t="0" r="r" b="b"/>
              <a:pathLst>
                <a:path w="124" h="32">
                  <a:moveTo>
                    <a:pt x="4" y="7"/>
                  </a:moveTo>
                  <a:cubicBezTo>
                    <a:pt x="37" y="24"/>
                    <a:pt x="86" y="32"/>
                    <a:pt x="121" y="18"/>
                  </a:cubicBezTo>
                  <a:cubicBezTo>
                    <a:pt x="124" y="16"/>
                    <a:pt x="124" y="11"/>
                    <a:pt x="120" y="11"/>
                  </a:cubicBezTo>
                  <a:cubicBezTo>
                    <a:pt x="102" y="13"/>
                    <a:pt x="84" y="15"/>
                    <a:pt x="66" y="14"/>
                  </a:cubicBezTo>
                  <a:cubicBezTo>
                    <a:pt x="45" y="12"/>
                    <a:pt x="26" y="6"/>
                    <a:pt x="6" y="1"/>
                  </a:cubicBezTo>
                  <a:cubicBezTo>
                    <a:pt x="3" y="0"/>
                    <a:pt x="0" y="6"/>
                    <a:pt x="4"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4" name="Freeform 871">
              <a:extLst>
                <a:ext uri="{FF2B5EF4-FFF2-40B4-BE49-F238E27FC236}">
                  <a16:creationId xmlns:a16="http://schemas.microsoft.com/office/drawing/2014/main" id="{B0A6A53C-D35B-2CEF-C447-EF5CA460CD08}"/>
                </a:ext>
              </a:extLst>
            </p:cNvPr>
            <p:cNvSpPr/>
            <p:nvPr/>
          </p:nvSpPr>
          <p:spPr bwMode="auto">
            <a:xfrm>
              <a:off x="3358" y="2610"/>
              <a:ext cx="168" cy="139"/>
            </a:xfrm>
            <a:custGeom>
              <a:avLst/>
              <a:gdLst>
                <a:gd name="T0" fmla="*/ 3 w 96"/>
                <a:gd name="T1" fmla="*/ 6 h 79"/>
                <a:gd name="T2" fmla="*/ 89 w 96"/>
                <a:gd name="T3" fmla="*/ 77 h 79"/>
                <a:gd name="T4" fmla="*/ 96 w 96"/>
                <a:gd name="T5" fmla="*/ 75 h 79"/>
                <a:gd name="T6" fmla="*/ 59 w 96"/>
                <a:gd name="T7" fmla="*/ 33 h 79"/>
                <a:gd name="T8" fmla="*/ 6 w 96"/>
                <a:gd name="T9" fmla="*/ 1 h 79"/>
                <a:gd name="T10" fmla="*/ 3 w 96"/>
                <a:gd name="T11" fmla="*/ 6 h 79"/>
              </a:gdLst>
              <a:ahLst/>
              <a:cxnLst>
                <a:cxn ang="0">
                  <a:pos x="T0" y="T1"/>
                </a:cxn>
                <a:cxn ang="0">
                  <a:pos x="T2" y="T3"/>
                </a:cxn>
                <a:cxn ang="0">
                  <a:pos x="T4" y="T5"/>
                </a:cxn>
                <a:cxn ang="0">
                  <a:pos x="T6" y="T7"/>
                </a:cxn>
                <a:cxn ang="0">
                  <a:pos x="T8" y="T9"/>
                </a:cxn>
                <a:cxn ang="0">
                  <a:pos x="T10" y="T11"/>
                </a:cxn>
              </a:cxnLst>
              <a:rect l="0" t="0" r="r" b="b"/>
              <a:pathLst>
                <a:path w="96" h="79">
                  <a:moveTo>
                    <a:pt x="3" y="6"/>
                  </a:moveTo>
                  <a:cubicBezTo>
                    <a:pt x="35" y="22"/>
                    <a:pt x="69" y="48"/>
                    <a:pt x="89" y="77"/>
                  </a:cubicBezTo>
                  <a:cubicBezTo>
                    <a:pt x="91" y="79"/>
                    <a:pt x="96" y="79"/>
                    <a:pt x="96" y="75"/>
                  </a:cubicBezTo>
                  <a:cubicBezTo>
                    <a:pt x="93" y="55"/>
                    <a:pt x="73" y="45"/>
                    <a:pt x="59" y="33"/>
                  </a:cubicBezTo>
                  <a:cubicBezTo>
                    <a:pt x="42" y="20"/>
                    <a:pt x="27" y="6"/>
                    <a:pt x="6" y="1"/>
                  </a:cubicBezTo>
                  <a:cubicBezTo>
                    <a:pt x="2" y="0"/>
                    <a:pt x="0" y="5"/>
                    <a:pt x="3"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5" name="Freeform 872">
              <a:extLst>
                <a:ext uri="{FF2B5EF4-FFF2-40B4-BE49-F238E27FC236}">
                  <a16:creationId xmlns:a16="http://schemas.microsoft.com/office/drawing/2014/main" id="{846D739B-652E-BEDA-D04A-1A60CB36731D}"/>
                </a:ext>
              </a:extLst>
            </p:cNvPr>
            <p:cNvSpPr/>
            <p:nvPr/>
          </p:nvSpPr>
          <p:spPr bwMode="auto">
            <a:xfrm>
              <a:off x="3510" y="2659"/>
              <a:ext cx="324" cy="106"/>
            </a:xfrm>
            <a:custGeom>
              <a:avLst/>
              <a:gdLst>
                <a:gd name="T0" fmla="*/ 7 w 184"/>
                <a:gd name="T1" fmla="*/ 58 h 60"/>
                <a:gd name="T2" fmla="*/ 98 w 184"/>
                <a:gd name="T3" fmla="*/ 44 h 60"/>
                <a:gd name="T4" fmla="*/ 180 w 184"/>
                <a:gd name="T5" fmla="*/ 10 h 60"/>
                <a:gd name="T6" fmla="*/ 175 w 184"/>
                <a:gd name="T7" fmla="*/ 1 h 60"/>
                <a:gd name="T8" fmla="*/ 130 w 184"/>
                <a:gd name="T9" fmla="*/ 19 h 60"/>
                <a:gd name="T10" fmla="*/ 80 w 184"/>
                <a:gd name="T11" fmla="*/ 31 h 60"/>
                <a:gd name="T12" fmla="*/ 3 w 184"/>
                <a:gd name="T13" fmla="*/ 51 h 60"/>
                <a:gd name="T14" fmla="*/ 7 w 184"/>
                <a:gd name="T15" fmla="*/ 58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4" h="60">
                  <a:moveTo>
                    <a:pt x="7" y="58"/>
                  </a:moveTo>
                  <a:cubicBezTo>
                    <a:pt x="37" y="48"/>
                    <a:pt x="67" y="51"/>
                    <a:pt x="98" y="44"/>
                  </a:cubicBezTo>
                  <a:cubicBezTo>
                    <a:pt x="123" y="39"/>
                    <a:pt x="162" y="30"/>
                    <a:pt x="180" y="10"/>
                  </a:cubicBezTo>
                  <a:cubicBezTo>
                    <a:pt x="184" y="6"/>
                    <a:pt x="180" y="0"/>
                    <a:pt x="175" y="1"/>
                  </a:cubicBezTo>
                  <a:cubicBezTo>
                    <a:pt x="159" y="4"/>
                    <a:pt x="145" y="13"/>
                    <a:pt x="130" y="19"/>
                  </a:cubicBezTo>
                  <a:cubicBezTo>
                    <a:pt x="114" y="24"/>
                    <a:pt x="97" y="29"/>
                    <a:pt x="80" y="31"/>
                  </a:cubicBezTo>
                  <a:cubicBezTo>
                    <a:pt x="57" y="35"/>
                    <a:pt x="20" y="31"/>
                    <a:pt x="3" y="51"/>
                  </a:cubicBezTo>
                  <a:cubicBezTo>
                    <a:pt x="0" y="54"/>
                    <a:pt x="3" y="60"/>
                    <a:pt x="7" y="5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6" name="Freeform 873">
              <a:extLst>
                <a:ext uri="{FF2B5EF4-FFF2-40B4-BE49-F238E27FC236}">
                  <a16:creationId xmlns:a16="http://schemas.microsoft.com/office/drawing/2014/main" id="{97B5C4F9-2CB0-B728-654D-F43BB254BBBC}"/>
                </a:ext>
              </a:extLst>
            </p:cNvPr>
            <p:cNvSpPr/>
            <p:nvPr/>
          </p:nvSpPr>
          <p:spPr bwMode="auto">
            <a:xfrm>
              <a:off x="3844" y="2619"/>
              <a:ext cx="118" cy="65"/>
            </a:xfrm>
            <a:custGeom>
              <a:avLst/>
              <a:gdLst>
                <a:gd name="T0" fmla="*/ 63 w 67"/>
                <a:gd name="T1" fmla="*/ 30 h 37"/>
                <a:gd name="T2" fmla="*/ 31 w 67"/>
                <a:gd name="T3" fmla="*/ 16 h 37"/>
                <a:gd name="T4" fmla="*/ 6 w 67"/>
                <a:gd name="T5" fmla="*/ 1 h 37"/>
                <a:gd name="T6" fmla="*/ 1 w 67"/>
                <a:gd name="T7" fmla="*/ 7 h 37"/>
                <a:gd name="T8" fmla="*/ 61 w 67"/>
                <a:gd name="T9" fmla="*/ 37 h 37"/>
                <a:gd name="T10" fmla="*/ 63 w 67"/>
                <a:gd name="T11" fmla="*/ 30 h 37"/>
              </a:gdLst>
              <a:ahLst/>
              <a:cxnLst>
                <a:cxn ang="0">
                  <a:pos x="T0" y="T1"/>
                </a:cxn>
                <a:cxn ang="0">
                  <a:pos x="T2" y="T3"/>
                </a:cxn>
                <a:cxn ang="0">
                  <a:pos x="T4" y="T5"/>
                </a:cxn>
                <a:cxn ang="0">
                  <a:pos x="T6" y="T7"/>
                </a:cxn>
                <a:cxn ang="0">
                  <a:pos x="T8" y="T9"/>
                </a:cxn>
                <a:cxn ang="0">
                  <a:pos x="T10" y="T11"/>
                </a:cxn>
              </a:cxnLst>
              <a:rect l="0" t="0" r="r" b="b"/>
              <a:pathLst>
                <a:path w="67" h="37">
                  <a:moveTo>
                    <a:pt x="63" y="30"/>
                  </a:moveTo>
                  <a:cubicBezTo>
                    <a:pt x="52" y="26"/>
                    <a:pt x="41" y="22"/>
                    <a:pt x="31" y="16"/>
                  </a:cubicBezTo>
                  <a:cubicBezTo>
                    <a:pt x="22" y="11"/>
                    <a:pt x="15" y="4"/>
                    <a:pt x="6" y="1"/>
                  </a:cubicBezTo>
                  <a:cubicBezTo>
                    <a:pt x="3" y="0"/>
                    <a:pt x="0" y="4"/>
                    <a:pt x="1" y="7"/>
                  </a:cubicBezTo>
                  <a:cubicBezTo>
                    <a:pt x="13" y="24"/>
                    <a:pt x="42" y="34"/>
                    <a:pt x="61" y="37"/>
                  </a:cubicBezTo>
                  <a:cubicBezTo>
                    <a:pt x="65" y="37"/>
                    <a:pt x="67" y="32"/>
                    <a:pt x="63" y="3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7" name="Freeform 874">
              <a:extLst>
                <a:ext uri="{FF2B5EF4-FFF2-40B4-BE49-F238E27FC236}">
                  <a16:creationId xmlns:a16="http://schemas.microsoft.com/office/drawing/2014/main" id="{7247CF4D-5A28-994E-9C9B-74EC3B6AECE0}"/>
                </a:ext>
              </a:extLst>
            </p:cNvPr>
            <p:cNvSpPr/>
            <p:nvPr/>
          </p:nvSpPr>
          <p:spPr bwMode="auto">
            <a:xfrm>
              <a:off x="3848" y="2508"/>
              <a:ext cx="26" cy="121"/>
            </a:xfrm>
            <a:custGeom>
              <a:avLst/>
              <a:gdLst>
                <a:gd name="T0" fmla="*/ 7 w 15"/>
                <a:gd name="T1" fmla="*/ 65 h 69"/>
                <a:gd name="T2" fmla="*/ 13 w 15"/>
                <a:gd name="T3" fmla="*/ 29 h 69"/>
                <a:gd name="T4" fmla="*/ 7 w 15"/>
                <a:gd name="T5" fmla="*/ 2 h 69"/>
                <a:gd name="T6" fmla="*/ 1 w 15"/>
                <a:gd name="T7" fmla="*/ 4 h 69"/>
                <a:gd name="T8" fmla="*/ 0 w 15"/>
                <a:gd name="T9" fmla="*/ 65 h 69"/>
                <a:gd name="T10" fmla="*/ 7 w 15"/>
                <a:gd name="T11" fmla="*/ 65 h 69"/>
              </a:gdLst>
              <a:ahLst/>
              <a:cxnLst>
                <a:cxn ang="0">
                  <a:pos x="T0" y="T1"/>
                </a:cxn>
                <a:cxn ang="0">
                  <a:pos x="T2" y="T3"/>
                </a:cxn>
                <a:cxn ang="0">
                  <a:pos x="T4" y="T5"/>
                </a:cxn>
                <a:cxn ang="0">
                  <a:pos x="T6" y="T7"/>
                </a:cxn>
                <a:cxn ang="0">
                  <a:pos x="T8" y="T9"/>
                </a:cxn>
                <a:cxn ang="0">
                  <a:pos x="T10" y="T11"/>
                </a:cxn>
              </a:cxnLst>
              <a:rect l="0" t="0" r="r" b="b"/>
              <a:pathLst>
                <a:path w="15" h="69">
                  <a:moveTo>
                    <a:pt x="7" y="65"/>
                  </a:moveTo>
                  <a:cubicBezTo>
                    <a:pt x="11" y="54"/>
                    <a:pt x="12" y="41"/>
                    <a:pt x="13" y="29"/>
                  </a:cubicBezTo>
                  <a:cubicBezTo>
                    <a:pt x="13" y="20"/>
                    <a:pt x="15" y="7"/>
                    <a:pt x="7" y="2"/>
                  </a:cubicBezTo>
                  <a:cubicBezTo>
                    <a:pt x="5" y="0"/>
                    <a:pt x="1" y="1"/>
                    <a:pt x="1" y="4"/>
                  </a:cubicBezTo>
                  <a:cubicBezTo>
                    <a:pt x="3" y="25"/>
                    <a:pt x="1" y="44"/>
                    <a:pt x="0" y="65"/>
                  </a:cubicBezTo>
                  <a:cubicBezTo>
                    <a:pt x="0" y="69"/>
                    <a:pt x="5" y="69"/>
                    <a:pt x="7" y="6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8" name="Freeform 875">
              <a:extLst>
                <a:ext uri="{FF2B5EF4-FFF2-40B4-BE49-F238E27FC236}">
                  <a16:creationId xmlns:a16="http://schemas.microsoft.com/office/drawing/2014/main" id="{7878DD68-0D05-2304-6B26-B13EE6C714A1}"/>
                </a:ext>
              </a:extLst>
            </p:cNvPr>
            <p:cNvSpPr/>
            <p:nvPr/>
          </p:nvSpPr>
          <p:spPr bwMode="auto">
            <a:xfrm>
              <a:off x="3655" y="2408"/>
              <a:ext cx="218" cy="119"/>
            </a:xfrm>
            <a:custGeom>
              <a:avLst/>
              <a:gdLst>
                <a:gd name="T0" fmla="*/ 122 w 124"/>
                <a:gd name="T1" fmla="*/ 62 h 68"/>
                <a:gd name="T2" fmla="*/ 71 w 124"/>
                <a:gd name="T3" fmla="*/ 22 h 68"/>
                <a:gd name="T4" fmla="*/ 5 w 124"/>
                <a:gd name="T5" fmla="*/ 2 h 68"/>
                <a:gd name="T6" fmla="*/ 4 w 124"/>
                <a:gd name="T7" fmla="*/ 9 h 68"/>
                <a:gd name="T8" fmla="*/ 117 w 124"/>
                <a:gd name="T9" fmla="*/ 66 h 68"/>
                <a:gd name="T10" fmla="*/ 122 w 124"/>
                <a:gd name="T11" fmla="*/ 62 h 68"/>
              </a:gdLst>
              <a:ahLst/>
              <a:cxnLst>
                <a:cxn ang="0">
                  <a:pos x="T0" y="T1"/>
                </a:cxn>
                <a:cxn ang="0">
                  <a:pos x="T2" y="T3"/>
                </a:cxn>
                <a:cxn ang="0">
                  <a:pos x="T4" y="T5"/>
                </a:cxn>
                <a:cxn ang="0">
                  <a:pos x="T6" y="T7"/>
                </a:cxn>
                <a:cxn ang="0">
                  <a:pos x="T8" y="T9"/>
                </a:cxn>
                <a:cxn ang="0">
                  <a:pos x="T10" y="T11"/>
                </a:cxn>
              </a:cxnLst>
              <a:rect l="0" t="0" r="r" b="b"/>
              <a:pathLst>
                <a:path w="124" h="68">
                  <a:moveTo>
                    <a:pt x="122" y="62"/>
                  </a:moveTo>
                  <a:cubicBezTo>
                    <a:pt x="110" y="44"/>
                    <a:pt x="89" y="33"/>
                    <a:pt x="71" y="22"/>
                  </a:cubicBezTo>
                  <a:cubicBezTo>
                    <a:pt x="51" y="10"/>
                    <a:pt x="29" y="0"/>
                    <a:pt x="5" y="2"/>
                  </a:cubicBezTo>
                  <a:cubicBezTo>
                    <a:pt x="1" y="2"/>
                    <a:pt x="0" y="8"/>
                    <a:pt x="4" y="9"/>
                  </a:cubicBezTo>
                  <a:cubicBezTo>
                    <a:pt x="45" y="18"/>
                    <a:pt x="87" y="37"/>
                    <a:pt x="117" y="66"/>
                  </a:cubicBezTo>
                  <a:cubicBezTo>
                    <a:pt x="120" y="68"/>
                    <a:pt x="124" y="65"/>
                    <a:pt x="122" y="6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99" name="Freeform 876">
              <a:extLst>
                <a:ext uri="{FF2B5EF4-FFF2-40B4-BE49-F238E27FC236}">
                  <a16:creationId xmlns:a16="http://schemas.microsoft.com/office/drawing/2014/main" id="{EEED0361-6D56-1C5C-4361-E5698BA7D5B1}"/>
                </a:ext>
              </a:extLst>
            </p:cNvPr>
            <p:cNvSpPr/>
            <p:nvPr/>
          </p:nvSpPr>
          <p:spPr bwMode="auto">
            <a:xfrm>
              <a:off x="3853" y="2346"/>
              <a:ext cx="434" cy="185"/>
            </a:xfrm>
            <a:custGeom>
              <a:avLst/>
              <a:gdLst>
                <a:gd name="T0" fmla="*/ 10 w 247"/>
                <a:gd name="T1" fmla="*/ 103 h 105"/>
                <a:gd name="T2" fmla="*/ 119 w 247"/>
                <a:gd name="T3" fmla="*/ 43 h 105"/>
                <a:gd name="T4" fmla="*/ 178 w 247"/>
                <a:gd name="T5" fmla="*/ 28 h 105"/>
                <a:gd name="T6" fmla="*/ 241 w 247"/>
                <a:gd name="T7" fmla="*/ 29 h 105"/>
                <a:gd name="T8" fmla="*/ 243 w 247"/>
                <a:gd name="T9" fmla="*/ 20 h 105"/>
                <a:gd name="T10" fmla="*/ 118 w 247"/>
                <a:gd name="T11" fmla="*/ 27 h 105"/>
                <a:gd name="T12" fmla="*/ 4 w 247"/>
                <a:gd name="T13" fmla="*/ 95 h 105"/>
                <a:gd name="T14" fmla="*/ 10 w 247"/>
                <a:gd name="T15" fmla="*/ 103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7" h="105">
                  <a:moveTo>
                    <a:pt x="10" y="103"/>
                  </a:moveTo>
                  <a:cubicBezTo>
                    <a:pt x="48" y="85"/>
                    <a:pt x="79" y="58"/>
                    <a:pt x="119" y="43"/>
                  </a:cubicBezTo>
                  <a:cubicBezTo>
                    <a:pt x="138" y="36"/>
                    <a:pt x="158" y="30"/>
                    <a:pt x="178" y="28"/>
                  </a:cubicBezTo>
                  <a:cubicBezTo>
                    <a:pt x="199" y="26"/>
                    <a:pt x="220" y="31"/>
                    <a:pt x="241" y="29"/>
                  </a:cubicBezTo>
                  <a:cubicBezTo>
                    <a:pt x="245" y="29"/>
                    <a:pt x="247" y="23"/>
                    <a:pt x="243" y="20"/>
                  </a:cubicBezTo>
                  <a:cubicBezTo>
                    <a:pt x="208" y="0"/>
                    <a:pt x="153" y="14"/>
                    <a:pt x="118" y="27"/>
                  </a:cubicBezTo>
                  <a:cubicBezTo>
                    <a:pt x="78" y="42"/>
                    <a:pt x="35" y="65"/>
                    <a:pt x="4" y="95"/>
                  </a:cubicBezTo>
                  <a:cubicBezTo>
                    <a:pt x="0" y="99"/>
                    <a:pt x="5" y="105"/>
                    <a:pt x="10" y="10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00" name="Freeform 877">
              <a:extLst>
                <a:ext uri="{FF2B5EF4-FFF2-40B4-BE49-F238E27FC236}">
                  <a16:creationId xmlns:a16="http://schemas.microsoft.com/office/drawing/2014/main" id="{BEFE4E91-B88F-E889-DD00-E74B471543FD}"/>
                </a:ext>
              </a:extLst>
            </p:cNvPr>
            <p:cNvSpPr/>
            <p:nvPr/>
          </p:nvSpPr>
          <p:spPr bwMode="auto">
            <a:xfrm>
              <a:off x="4208" y="2212"/>
              <a:ext cx="102" cy="167"/>
            </a:xfrm>
            <a:custGeom>
              <a:avLst/>
              <a:gdLst>
                <a:gd name="T0" fmla="*/ 5 w 58"/>
                <a:gd name="T1" fmla="*/ 93 h 95"/>
                <a:gd name="T2" fmla="*/ 39 w 58"/>
                <a:gd name="T3" fmla="*/ 54 h 95"/>
                <a:gd name="T4" fmla="*/ 57 w 58"/>
                <a:gd name="T5" fmla="*/ 5 h 95"/>
                <a:gd name="T6" fmla="*/ 50 w 58"/>
                <a:gd name="T7" fmla="*/ 3 h 95"/>
                <a:gd name="T8" fmla="*/ 32 w 58"/>
                <a:gd name="T9" fmla="*/ 47 h 95"/>
                <a:gd name="T10" fmla="*/ 1 w 58"/>
                <a:gd name="T11" fmla="*/ 89 h 95"/>
                <a:gd name="T12" fmla="*/ 5 w 58"/>
                <a:gd name="T13" fmla="*/ 93 h 95"/>
              </a:gdLst>
              <a:ahLst/>
              <a:cxnLst>
                <a:cxn ang="0">
                  <a:pos x="T0" y="T1"/>
                </a:cxn>
                <a:cxn ang="0">
                  <a:pos x="T2" y="T3"/>
                </a:cxn>
                <a:cxn ang="0">
                  <a:pos x="T4" y="T5"/>
                </a:cxn>
                <a:cxn ang="0">
                  <a:pos x="T6" y="T7"/>
                </a:cxn>
                <a:cxn ang="0">
                  <a:pos x="T8" y="T9"/>
                </a:cxn>
                <a:cxn ang="0">
                  <a:pos x="T10" y="T11"/>
                </a:cxn>
                <a:cxn ang="0">
                  <a:pos x="T12" y="T13"/>
                </a:cxn>
              </a:cxnLst>
              <a:rect l="0" t="0" r="r" b="b"/>
              <a:pathLst>
                <a:path w="58" h="95">
                  <a:moveTo>
                    <a:pt x="5" y="93"/>
                  </a:moveTo>
                  <a:cubicBezTo>
                    <a:pt x="19" y="83"/>
                    <a:pt x="30" y="69"/>
                    <a:pt x="39" y="54"/>
                  </a:cubicBezTo>
                  <a:cubicBezTo>
                    <a:pt x="47" y="41"/>
                    <a:pt x="58" y="22"/>
                    <a:pt x="57" y="5"/>
                  </a:cubicBezTo>
                  <a:cubicBezTo>
                    <a:pt x="56" y="2"/>
                    <a:pt x="52" y="0"/>
                    <a:pt x="50" y="3"/>
                  </a:cubicBezTo>
                  <a:cubicBezTo>
                    <a:pt x="42" y="17"/>
                    <a:pt x="39" y="33"/>
                    <a:pt x="32" y="47"/>
                  </a:cubicBezTo>
                  <a:cubicBezTo>
                    <a:pt x="24" y="62"/>
                    <a:pt x="13" y="76"/>
                    <a:pt x="1" y="89"/>
                  </a:cubicBezTo>
                  <a:cubicBezTo>
                    <a:pt x="0" y="91"/>
                    <a:pt x="2" y="95"/>
                    <a:pt x="5" y="9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01" name="Freeform 878">
              <a:extLst>
                <a:ext uri="{FF2B5EF4-FFF2-40B4-BE49-F238E27FC236}">
                  <a16:creationId xmlns:a16="http://schemas.microsoft.com/office/drawing/2014/main" id="{D838177E-A5C6-36AC-2149-B9FD3AE700F3}"/>
                </a:ext>
              </a:extLst>
            </p:cNvPr>
            <p:cNvSpPr/>
            <p:nvPr/>
          </p:nvSpPr>
          <p:spPr bwMode="auto">
            <a:xfrm>
              <a:off x="4145" y="2128"/>
              <a:ext cx="965" cy="260"/>
            </a:xfrm>
            <a:custGeom>
              <a:avLst/>
              <a:gdLst>
                <a:gd name="T0" fmla="*/ 3 w 549"/>
                <a:gd name="T1" fmla="*/ 10 h 148"/>
                <a:gd name="T2" fmla="*/ 101 w 549"/>
                <a:gd name="T3" fmla="*/ 59 h 148"/>
                <a:gd name="T4" fmla="*/ 244 w 549"/>
                <a:gd name="T5" fmla="*/ 34 h 148"/>
                <a:gd name="T6" fmla="*/ 415 w 549"/>
                <a:gd name="T7" fmla="*/ 47 h 148"/>
                <a:gd name="T8" fmla="*/ 486 w 549"/>
                <a:gd name="T9" fmla="*/ 81 h 148"/>
                <a:gd name="T10" fmla="*/ 538 w 549"/>
                <a:gd name="T11" fmla="*/ 143 h 148"/>
                <a:gd name="T12" fmla="*/ 549 w 549"/>
                <a:gd name="T13" fmla="*/ 140 h 148"/>
                <a:gd name="T14" fmla="*/ 460 w 549"/>
                <a:gd name="T15" fmla="*/ 46 h 148"/>
                <a:gd name="T16" fmla="*/ 303 w 549"/>
                <a:gd name="T17" fmla="*/ 11 h 148"/>
                <a:gd name="T18" fmla="*/ 225 w 549"/>
                <a:gd name="T19" fmla="*/ 20 h 148"/>
                <a:gd name="T20" fmla="*/ 131 w 549"/>
                <a:gd name="T21" fmla="*/ 42 h 148"/>
                <a:gd name="T22" fmla="*/ 10 w 549"/>
                <a:gd name="T23" fmla="*/ 3 h 148"/>
                <a:gd name="T24" fmla="*/ 3 w 549"/>
                <a:gd name="T25" fmla="*/ 1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9" h="148">
                  <a:moveTo>
                    <a:pt x="3" y="10"/>
                  </a:moveTo>
                  <a:cubicBezTo>
                    <a:pt x="23" y="41"/>
                    <a:pt x="67" y="54"/>
                    <a:pt x="101" y="59"/>
                  </a:cubicBezTo>
                  <a:cubicBezTo>
                    <a:pt x="150" y="65"/>
                    <a:pt x="196" y="43"/>
                    <a:pt x="244" y="34"/>
                  </a:cubicBezTo>
                  <a:cubicBezTo>
                    <a:pt x="300" y="24"/>
                    <a:pt x="360" y="29"/>
                    <a:pt x="415" y="47"/>
                  </a:cubicBezTo>
                  <a:cubicBezTo>
                    <a:pt x="440" y="55"/>
                    <a:pt x="465" y="67"/>
                    <a:pt x="486" y="81"/>
                  </a:cubicBezTo>
                  <a:cubicBezTo>
                    <a:pt x="511" y="98"/>
                    <a:pt x="522" y="119"/>
                    <a:pt x="538" y="143"/>
                  </a:cubicBezTo>
                  <a:cubicBezTo>
                    <a:pt x="541" y="148"/>
                    <a:pt x="549" y="146"/>
                    <a:pt x="549" y="140"/>
                  </a:cubicBezTo>
                  <a:cubicBezTo>
                    <a:pt x="549" y="95"/>
                    <a:pt x="495" y="63"/>
                    <a:pt x="460" y="46"/>
                  </a:cubicBezTo>
                  <a:cubicBezTo>
                    <a:pt x="411" y="23"/>
                    <a:pt x="357" y="11"/>
                    <a:pt x="303" y="11"/>
                  </a:cubicBezTo>
                  <a:cubicBezTo>
                    <a:pt x="277" y="11"/>
                    <a:pt x="251" y="14"/>
                    <a:pt x="225" y="20"/>
                  </a:cubicBezTo>
                  <a:cubicBezTo>
                    <a:pt x="194" y="27"/>
                    <a:pt x="163" y="39"/>
                    <a:pt x="131" y="42"/>
                  </a:cubicBezTo>
                  <a:cubicBezTo>
                    <a:pt x="86" y="46"/>
                    <a:pt x="46" y="30"/>
                    <a:pt x="10" y="3"/>
                  </a:cubicBezTo>
                  <a:cubicBezTo>
                    <a:pt x="6" y="0"/>
                    <a:pt x="0" y="6"/>
                    <a:pt x="3"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02" name="Freeform 879">
              <a:extLst>
                <a:ext uri="{FF2B5EF4-FFF2-40B4-BE49-F238E27FC236}">
                  <a16:creationId xmlns:a16="http://schemas.microsoft.com/office/drawing/2014/main" id="{E12A2AEF-F5A0-3EF3-B189-9F168F9DCFDB}"/>
                </a:ext>
              </a:extLst>
            </p:cNvPr>
            <p:cNvSpPr/>
            <p:nvPr/>
          </p:nvSpPr>
          <p:spPr bwMode="auto">
            <a:xfrm>
              <a:off x="4799" y="1947"/>
              <a:ext cx="65" cy="241"/>
            </a:xfrm>
            <a:custGeom>
              <a:avLst/>
              <a:gdLst>
                <a:gd name="T0" fmla="*/ 21 w 37"/>
                <a:gd name="T1" fmla="*/ 6 h 137"/>
                <a:gd name="T2" fmla="*/ 18 w 37"/>
                <a:gd name="T3" fmla="*/ 68 h 137"/>
                <a:gd name="T4" fmla="*/ 1 w 37"/>
                <a:gd name="T5" fmla="*/ 130 h 137"/>
                <a:gd name="T6" fmla="*/ 8 w 37"/>
                <a:gd name="T7" fmla="*/ 134 h 137"/>
                <a:gd name="T8" fmla="*/ 30 w 37"/>
                <a:gd name="T9" fmla="*/ 5 h 137"/>
                <a:gd name="T10" fmla="*/ 21 w 37"/>
                <a:gd name="T11" fmla="*/ 6 h 137"/>
              </a:gdLst>
              <a:ahLst/>
              <a:cxnLst>
                <a:cxn ang="0">
                  <a:pos x="T0" y="T1"/>
                </a:cxn>
                <a:cxn ang="0">
                  <a:pos x="T2" y="T3"/>
                </a:cxn>
                <a:cxn ang="0">
                  <a:pos x="T4" y="T5"/>
                </a:cxn>
                <a:cxn ang="0">
                  <a:pos x="T6" y="T7"/>
                </a:cxn>
                <a:cxn ang="0">
                  <a:pos x="T8" y="T9"/>
                </a:cxn>
                <a:cxn ang="0">
                  <a:pos x="T10" y="T11"/>
                </a:cxn>
              </a:cxnLst>
              <a:rect l="0" t="0" r="r" b="b"/>
              <a:pathLst>
                <a:path w="37" h="137">
                  <a:moveTo>
                    <a:pt x="21" y="6"/>
                  </a:moveTo>
                  <a:cubicBezTo>
                    <a:pt x="19" y="27"/>
                    <a:pt x="20" y="47"/>
                    <a:pt x="18" y="68"/>
                  </a:cubicBezTo>
                  <a:cubicBezTo>
                    <a:pt x="15" y="90"/>
                    <a:pt x="5" y="108"/>
                    <a:pt x="1" y="130"/>
                  </a:cubicBezTo>
                  <a:cubicBezTo>
                    <a:pt x="0" y="134"/>
                    <a:pt x="5" y="137"/>
                    <a:pt x="8" y="134"/>
                  </a:cubicBezTo>
                  <a:cubicBezTo>
                    <a:pt x="37" y="107"/>
                    <a:pt x="36" y="41"/>
                    <a:pt x="30" y="5"/>
                  </a:cubicBezTo>
                  <a:cubicBezTo>
                    <a:pt x="29" y="0"/>
                    <a:pt x="22" y="2"/>
                    <a:pt x="21"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03" name="Freeform 880">
              <a:extLst>
                <a:ext uri="{FF2B5EF4-FFF2-40B4-BE49-F238E27FC236}">
                  <a16:creationId xmlns:a16="http://schemas.microsoft.com/office/drawing/2014/main" id="{D2D62629-3553-970C-4430-72F5D25E0E97}"/>
                </a:ext>
              </a:extLst>
            </p:cNvPr>
            <p:cNvSpPr/>
            <p:nvPr/>
          </p:nvSpPr>
          <p:spPr bwMode="auto">
            <a:xfrm>
              <a:off x="4563" y="1838"/>
              <a:ext cx="306" cy="137"/>
            </a:xfrm>
            <a:custGeom>
              <a:avLst/>
              <a:gdLst>
                <a:gd name="T0" fmla="*/ 7 w 174"/>
                <a:gd name="T1" fmla="*/ 12 h 78"/>
                <a:gd name="T2" fmla="*/ 49 w 174"/>
                <a:gd name="T3" fmla="*/ 18 h 78"/>
                <a:gd name="T4" fmla="*/ 94 w 174"/>
                <a:gd name="T5" fmla="*/ 33 h 78"/>
                <a:gd name="T6" fmla="*/ 165 w 174"/>
                <a:gd name="T7" fmla="*/ 76 h 78"/>
                <a:gd name="T8" fmla="*/ 171 w 174"/>
                <a:gd name="T9" fmla="*/ 70 h 78"/>
                <a:gd name="T10" fmla="*/ 87 w 174"/>
                <a:gd name="T11" fmla="*/ 18 h 78"/>
                <a:gd name="T12" fmla="*/ 32 w 174"/>
                <a:gd name="T13" fmla="*/ 4 h 78"/>
                <a:gd name="T14" fmla="*/ 3 w 174"/>
                <a:gd name="T15" fmla="*/ 7 h 78"/>
                <a:gd name="T16" fmla="*/ 7 w 174"/>
                <a:gd name="T17" fmla="*/ 1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 h="78">
                  <a:moveTo>
                    <a:pt x="7" y="12"/>
                  </a:moveTo>
                  <a:cubicBezTo>
                    <a:pt x="18" y="7"/>
                    <a:pt x="38" y="15"/>
                    <a:pt x="49" y="18"/>
                  </a:cubicBezTo>
                  <a:cubicBezTo>
                    <a:pt x="65" y="22"/>
                    <a:pt x="80" y="27"/>
                    <a:pt x="94" y="33"/>
                  </a:cubicBezTo>
                  <a:cubicBezTo>
                    <a:pt x="120" y="45"/>
                    <a:pt x="140" y="64"/>
                    <a:pt x="165" y="76"/>
                  </a:cubicBezTo>
                  <a:cubicBezTo>
                    <a:pt x="168" y="78"/>
                    <a:pt x="174" y="74"/>
                    <a:pt x="171" y="70"/>
                  </a:cubicBezTo>
                  <a:cubicBezTo>
                    <a:pt x="152" y="45"/>
                    <a:pt x="116" y="28"/>
                    <a:pt x="87" y="18"/>
                  </a:cubicBezTo>
                  <a:cubicBezTo>
                    <a:pt x="69" y="11"/>
                    <a:pt x="51" y="6"/>
                    <a:pt x="32" y="4"/>
                  </a:cubicBezTo>
                  <a:cubicBezTo>
                    <a:pt x="22" y="2"/>
                    <a:pt x="12" y="0"/>
                    <a:pt x="3" y="7"/>
                  </a:cubicBezTo>
                  <a:cubicBezTo>
                    <a:pt x="0" y="9"/>
                    <a:pt x="4" y="13"/>
                    <a:pt x="7"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04" name="Freeform 881">
              <a:extLst>
                <a:ext uri="{FF2B5EF4-FFF2-40B4-BE49-F238E27FC236}">
                  <a16:creationId xmlns:a16="http://schemas.microsoft.com/office/drawing/2014/main" id="{0EB2A88D-9334-4D4F-C9A7-703688491253}"/>
                </a:ext>
              </a:extLst>
            </p:cNvPr>
            <p:cNvSpPr/>
            <p:nvPr/>
          </p:nvSpPr>
          <p:spPr bwMode="auto">
            <a:xfrm>
              <a:off x="4516" y="1732"/>
              <a:ext cx="123" cy="127"/>
            </a:xfrm>
            <a:custGeom>
              <a:avLst/>
              <a:gdLst>
                <a:gd name="T0" fmla="*/ 68 w 70"/>
                <a:gd name="T1" fmla="*/ 68 h 72"/>
                <a:gd name="T2" fmla="*/ 6 w 70"/>
                <a:gd name="T3" fmla="*/ 2 h 72"/>
                <a:gd name="T4" fmla="*/ 4 w 70"/>
                <a:gd name="T5" fmla="*/ 9 h 72"/>
                <a:gd name="T6" fmla="*/ 40 w 70"/>
                <a:gd name="T7" fmla="*/ 30 h 72"/>
                <a:gd name="T8" fmla="*/ 61 w 70"/>
                <a:gd name="T9" fmla="*/ 68 h 72"/>
                <a:gd name="T10" fmla="*/ 68 w 70"/>
                <a:gd name="T11" fmla="*/ 68 h 72"/>
              </a:gdLst>
              <a:ahLst/>
              <a:cxnLst>
                <a:cxn ang="0">
                  <a:pos x="T0" y="T1"/>
                </a:cxn>
                <a:cxn ang="0">
                  <a:pos x="T2" y="T3"/>
                </a:cxn>
                <a:cxn ang="0">
                  <a:pos x="T4" y="T5"/>
                </a:cxn>
                <a:cxn ang="0">
                  <a:pos x="T6" y="T7"/>
                </a:cxn>
                <a:cxn ang="0">
                  <a:pos x="T8" y="T9"/>
                </a:cxn>
                <a:cxn ang="0">
                  <a:pos x="T10" y="T11"/>
                </a:cxn>
              </a:cxnLst>
              <a:rect l="0" t="0" r="r" b="b"/>
              <a:pathLst>
                <a:path w="70" h="72">
                  <a:moveTo>
                    <a:pt x="68" y="68"/>
                  </a:moveTo>
                  <a:cubicBezTo>
                    <a:pt x="70" y="37"/>
                    <a:pt x="37" y="0"/>
                    <a:pt x="6" y="2"/>
                  </a:cubicBezTo>
                  <a:cubicBezTo>
                    <a:pt x="2" y="2"/>
                    <a:pt x="0" y="7"/>
                    <a:pt x="4" y="9"/>
                  </a:cubicBezTo>
                  <a:cubicBezTo>
                    <a:pt x="17" y="15"/>
                    <a:pt x="29" y="19"/>
                    <a:pt x="40" y="30"/>
                  </a:cubicBezTo>
                  <a:cubicBezTo>
                    <a:pt x="51" y="41"/>
                    <a:pt x="56" y="54"/>
                    <a:pt x="61" y="68"/>
                  </a:cubicBezTo>
                  <a:cubicBezTo>
                    <a:pt x="63" y="72"/>
                    <a:pt x="68" y="72"/>
                    <a:pt x="68" y="6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05" name="Freeform 882">
              <a:extLst>
                <a:ext uri="{FF2B5EF4-FFF2-40B4-BE49-F238E27FC236}">
                  <a16:creationId xmlns:a16="http://schemas.microsoft.com/office/drawing/2014/main" id="{FF104662-5F1D-E5F6-061C-C7164DB3992D}"/>
                </a:ext>
              </a:extLst>
            </p:cNvPr>
            <p:cNvSpPr/>
            <p:nvPr/>
          </p:nvSpPr>
          <p:spPr bwMode="auto">
            <a:xfrm>
              <a:off x="4845" y="1901"/>
              <a:ext cx="378" cy="77"/>
            </a:xfrm>
            <a:custGeom>
              <a:avLst/>
              <a:gdLst>
                <a:gd name="T0" fmla="*/ 6 w 215"/>
                <a:gd name="T1" fmla="*/ 43 h 44"/>
                <a:gd name="T2" fmla="*/ 102 w 215"/>
                <a:gd name="T3" fmla="*/ 25 h 44"/>
                <a:gd name="T4" fmla="*/ 152 w 215"/>
                <a:gd name="T5" fmla="*/ 16 h 44"/>
                <a:gd name="T6" fmla="*/ 203 w 215"/>
                <a:gd name="T7" fmla="*/ 35 h 44"/>
                <a:gd name="T8" fmla="*/ 212 w 215"/>
                <a:gd name="T9" fmla="*/ 33 h 44"/>
                <a:gd name="T10" fmla="*/ 148 w 215"/>
                <a:gd name="T11" fmla="*/ 4 h 44"/>
                <a:gd name="T12" fmla="*/ 5 w 215"/>
                <a:gd name="T13" fmla="*/ 34 h 44"/>
                <a:gd name="T14" fmla="*/ 6 w 215"/>
                <a:gd name="T15" fmla="*/ 43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44">
                  <a:moveTo>
                    <a:pt x="6" y="43"/>
                  </a:moveTo>
                  <a:cubicBezTo>
                    <a:pt x="38" y="40"/>
                    <a:pt x="70" y="31"/>
                    <a:pt x="102" y="25"/>
                  </a:cubicBezTo>
                  <a:cubicBezTo>
                    <a:pt x="119" y="22"/>
                    <a:pt x="135" y="19"/>
                    <a:pt x="152" y="16"/>
                  </a:cubicBezTo>
                  <a:cubicBezTo>
                    <a:pt x="174" y="13"/>
                    <a:pt x="191" y="14"/>
                    <a:pt x="203" y="35"/>
                  </a:cubicBezTo>
                  <a:cubicBezTo>
                    <a:pt x="205" y="40"/>
                    <a:pt x="211" y="37"/>
                    <a:pt x="212" y="33"/>
                  </a:cubicBezTo>
                  <a:cubicBezTo>
                    <a:pt x="215" y="0"/>
                    <a:pt x="169" y="0"/>
                    <a:pt x="148" y="4"/>
                  </a:cubicBezTo>
                  <a:cubicBezTo>
                    <a:pt x="101" y="11"/>
                    <a:pt x="50" y="18"/>
                    <a:pt x="5" y="34"/>
                  </a:cubicBezTo>
                  <a:cubicBezTo>
                    <a:pt x="0" y="36"/>
                    <a:pt x="0" y="44"/>
                    <a:pt x="6" y="4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06" name="Freeform 883">
              <a:extLst>
                <a:ext uri="{FF2B5EF4-FFF2-40B4-BE49-F238E27FC236}">
                  <a16:creationId xmlns:a16="http://schemas.microsoft.com/office/drawing/2014/main" id="{4E876ACA-7672-9D5A-1C8D-A8F68A7B5FAA}"/>
                </a:ext>
              </a:extLst>
            </p:cNvPr>
            <p:cNvSpPr/>
            <p:nvPr/>
          </p:nvSpPr>
          <p:spPr bwMode="auto">
            <a:xfrm>
              <a:off x="5193" y="1850"/>
              <a:ext cx="274" cy="329"/>
            </a:xfrm>
            <a:custGeom>
              <a:avLst/>
              <a:gdLst>
                <a:gd name="T0" fmla="*/ 8 w 156"/>
                <a:gd name="T1" fmla="*/ 26 h 187"/>
                <a:gd name="T2" fmla="*/ 72 w 156"/>
                <a:gd name="T3" fmla="*/ 25 h 187"/>
                <a:gd name="T4" fmla="*/ 104 w 156"/>
                <a:gd name="T5" fmla="*/ 68 h 187"/>
                <a:gd name="T6" fmla="*/ 129 w 156"/>
                <a:gd name="T7" fmla="*/ 127 h 187"/>
                <a:gd name="T8" fmla="*/ 142 w 156"/>
                <a:gd name="T9" fmla="*/ 182 h 187"/>
                <a:gd name="T10" fmla="*/ 152 w 156"/>
                <a:gd name="T11" fmla="*/ 182 h 187"/>
                <a:gd name="T12" fmla="*/ 139 w 156"/>
                <a:gd name="T13" fmla="*/ 109 h 187"/>
                <a:gd name="T14" fmla="*/ 108 w 156"/>
                <a:gd name="T15" fmla="*/ 42 h 187"/>
                <a:gd name="T16" fmla="*/ 5 w 156"/>
                <a:gd name="T17" fmla="*/ 19 h 187"/>
                <a:gd name="T18" fmla="*/ 8 w 156"/>
                <a:gd name="T19" fmla="*/ 2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87">
                  <a:moveTo>
                    <a:pt x="8" y="26"/>
                  </a:moveTo>
                  <a:cubicBezTo>
                    <a:pt x="28" y="22"/>
                    <a:pt x="52" y="15"/>
                    <a:pt x="72" y="25"/>
                  </a:cubicBezTo>
                  <a:cubicBezTo>
                    <a:pt x="89" y="33"/>
                    <a:pt x="97" y="52"/>
                    <a:pt x="104" y="68"/>
                  </a:cubicBezTo>
                  <a:cubicBezTo>
                    <a:pt x="113" y="87"/>
                    <a:pt x="122" y="107"/>
                    <a:pt x="129" y="127"/>
                  </a:cubicBezTo>
                  <a:cubicBezTo>
                    <a:pt x="135" y="145"/>
                    <a:pt x="137" y="164"/>
                    <a:pt x="142" y="182"/>
                  </a:cubicBezTo>
                  <a:cubicBezTo>
                    <a:pt x="144" y="187"/>
                    <a:pt x="151" y="187"/>
                    <a:pt x="152" y="182"/>
                  </a:cubicBezTo>
                  <a:cubicBezTo>
                    <a:pt x="156" y="157"/>
                    <a:pt x="148" y="132"/>
                    <a:pt x="139" y="109"/>
                  </a:cubicBezTo>
                  <a:cubicBezTo>
                    <a:pt x="130" y="86"/>
                    <a:pt x="120" y="63"/>
                    <a:pt x="108" y="42"/>
                  </a:cubicBezTo>
                  <a:cubicBezTo>
                    <a:pt x="85" y="3"/>
                    <a:pt x="43" y="0"/>
                    <a:pt x="5" y="19"/>
                  </a:cubicBezTo>
                  <a:cubicBezTo>
                    <a:pt x="0" y="21"/>
                    <a:pt x="3" y="27"/>
                    <a:pt x="8" y="2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07" name="Freeform 884">
              <a:extLst>
                <a:ext uri="{FF2B5EF4-FFF2-40B4-BE49-F238E27FC236}">
                  <a16:creationId xmlns:a16="http://schemas.microsoft.com/office/drawing/2014/main" id="{38CFF75E-FDEB-2451-39DB-6F72B98828B7}"/>
                </a:ext>
              </a:extLst>
            </p:cNvPr>
            <p:cNvSpPr/>
            <p:nvPr/>
          </p:nvSpPr>
          <p:spPr bwMode="auto">
            <a:xfrm>
              <a:off x="5200" y="2151"/>
              <a:ext cx="532" cy="286"/>
            </a:xfrm>
            <a:custGeom>
              <a:avLst/>
              <a:gdLst>
                <a:gd name="T0" fmla="*/ 3 w 303"/>
                <a:gd name="T1" fmla="*/ 17 h 163"/>
                <a:gd name="T2" fmla="*/ 62 w 303"/>
                <a:gd name="T3" fmla="*/ 43 h 163"/>
                <a:gd name="T4" fmla="*/ 133 w 303"/>
                <a:gd name="T5" fmla="*/ 17 h 163"/>
                <a:gd name="T6" fmla="*/ 230 w 303"/>
                <a:gd name="T7" fmla="*/ 65 h 163"/>
                <a:gd name="T8" fmla="*/ 274 w 303"/>
                <a:gd name="T9" fmla="*/ 156 h 163"/>
                <a:gd name="T10" fmla="*/ 283 w 303"/>
                <a:gd name="T11" fmla="*/ 158 h 163"/>
                <a:gd name="T12" fmla="*/ 182 w 303"/>
                <a:gd name="T13" fmla="*/ 14 h 163"/>
                <a:gd name="T14" fmla="*/ 107 w 303"/>
                <a:gd name="T15" fmla="*/ 12 h 163"/>
                <a:gd name="T16" fmla="*/ 63 w 303"/>
                <a:gd name="T17" fmla="*/ 30 h 163"/>
                <a:gd name="T18" fmla="*/ 8 w 303"/>
                <a:gd name="T19" fmla="*/ 11 h 163"/>
                <a:gd name="T20" fmla="*/ 3 w 303"/>
                <a:gd name="T21" fmla="*/ 1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3" h="163">
                  <a:moveTo>
                    <a:pt x="3" y="17"/>
                  </a:moveTo>
                  <a:cubicBezTo>
                    <a:pt x="19" y="34"/>
                    <a:pt x="38" y="46"/>
                    <a:pt x="62" y="43"/>
                  </a:cubicBezTo>
                  <a:cubicBezTo>
                    <a:pt x="87" y="40"/>
                    <a:pt x="108" y="22"/>
                    <a:pt x="133" y="17"/>
                  </a:cubicBezTo>
                  <a:cubicBezTo>
                    <a:pt x="167" y="11"/>
                    <a:pt x="206" y="44"/>
                    <a:pt x="230" y="65"/>
                  </a:cubicBezTo>
                  <a:cubicBezTo>
                    <a:pt x="258" y="90"/>
                    <a:pt x="271" y="119"/>
                    <a:pt x="274" y="156"/>
                  </a:cubicBezTo>
                  <a:cubicBezTo>
                    <a:pt x="274" y="162"/>
                    <a:pt x="281" y="163"/>
                    <a:pt x="283" y="158"/>
                  </a:cubicBezTo>
                  <a:cubicBezTo>
                    <a:pt x="303" y="94"/>
                    <a:pt x="230" y="40"/>
                    <a:pt x="182" y="14"/>
                  </a:cubicBezTo>
                  <a:cubicBezTo>
                    <a:pt x="156" y="0"/>
                    <a:pt x="134" y="0"/>
                    <a:pt x="107" y="12"/>
                  </a:cubicBezTo>
                  <a:cubicBezTo>
                    <a:pt x="93" y="18"/>
                    <a:pt x="79" y="26"/>
                    <a:pt x="63" y="30"/>
                  </a:cubicBezTo>
                  <a:cubicBezTo>
                    <a:pt x="42" y="34"/>
                    <a:pt x="25" y="23"/>
                    <a:pt x="8" y="11"/>
                  </a:cubicBezTo>
                  <a:cubicBezTo>
                    <a:pt x="4" y="9"/>
                    <a:pt x="0" y="14"/>
                    <a:pt x="3"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08" name="Freeform 885">
              <a:extLst>
                <a:ext uri="{FF2B5EF4-FFF2-40B4-BE49-F238E27FC236}">
                  <a16:creationId xmlns:a16="http://schemas.microsoft.com/office/drawing/2014/main" id="{1876DA06-10E0-178E-2272-9DD275B0C2EF}"/>
                </a:ext>
              </a:extLst>
            </p:cNvPr>
            <p:cNvSpPr/>
            <p:nvPr/>
          </p:nvSpPr>
          <p:spPr bwMode="auto">
            <a:xfrm>
              <a:off x="5557" y="2376"/>
              <a:ext cx="47" cy="79"/>
            </a:xfrm>
            <a:custGeom>
              <a:avLst/>
              <a:gdLst>
                <a:gd name="T0" fmla="*/ 23 w 27"/>
                <a:gd name="T1" fmla="*/ 2 h 45"/>
                <a:gd name="T2" fmla="*/ 4 w 27"/>
                <a:gd name="T3" fmla="*/ 14 h 45"/>
                <a:gd name="T4" fmla="*/ 12 w 27"/>
                <a:gd name="T5" fmla="*/ 42 h 45"/>
                <a:gd name="T6" fmla="*/ 17 w 27"/>
                <a:gd name="T7" fmla="*/ 39 h 45"/>
                <a:gd name="T8" fmla="*/ 11 w 27"/>
                <a:gd name="T9" fmla="*/ 24 h 45"/>
                <a:gd name="T10" fmla="*/ 21 w 27"/>
                <a:gd name="T11" fmla="*/ 9 h 45"/>
                <a:gd name="T12" fmla="*/ 23 w 27"/>
                <a:gd name="T13" fmla="*/ 2 h 45"/>
              </a:gdLst>
              <a:ahLst/>
              <a:cxnLst>
                <a:cxn ang="0">
                  <a:pos x="T0" y="T1"/>
                </a:cxn>
                <a:cxn ang="0">
                  <a:pos x="T2" y="T3"/>
                </a:cxn>
                <a:cxn ang="0">
                  <a:pos x="T4" y="T5"/>
                </a:cxn>
                <a:cxn ang="0">
                  <a:pos x="T6" y="T7"/>
                </a:cxn>
                <a:cxn ang="0">
                  <a:pos x="T8" y="T9"/>
                </a:cxn>
                <a:cxn ang="0">
                  <a:pos x="T10" y="T11"/>
                </a:cxn>
                <a:cxn ang="0">
                  <a:pos x="T12" y="T13"/>
                </a:cxn>
              </a:cxnLst>
              <a:rect l="0" t="0" r="r" b="b"/>
              <a:pathLst>
                <a:path w="27" h="45">
                  <a:moveTo>
                    <a:pt x="23" y="2"/>
                  </a:moveTo>
                  <a:cubicBezTo>
                    <a:pt x="14" y="0"/>
                    <a:pt x="6" y="5"/>
                    <a:pt x="4" y="14"/>
                  </a:cubicBezTo>
                  <a:cubicBezTo>
                    <a:pt x="0" y="24"/>
                    <a:pt x="6" y="34"/>
                    <a:pt x="12" y="42"/>
                  </a:cubicBezTo>
                  <a:cubicBezTo>
                    <a:pt x="14" y="45"/>
                    <a:pt x="18" y="42"/>
                    <a:pt x="17" y="39"/>
                  </a:cubicBezTo>
                  <a:cubicBezTo>
                    <a:pt x="15" y="34"/>
                    <a:pt x="13" y="29"/>
                    <a:pt x="11" y="24"/>
                  </a:cubicBezTo>
                  <a:cubicBezTo>
                    <a:pt x="10" y="18"/>
                    <a:pt x="12" y="7"/>
                    <a:pt x="21" y="9"/>
                  </a:cubicBezTo>
                  <a:cubicBezTo>
                    <a:pt x="25" y="9"/>
                    <a:pt x="27" y="3"/>
                    <a:pt x="23"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09" name="Freeform 886">
              <a:extLst>
                <a:ext uri="{FF2B5EF4-FFF2-40B4-BE49-F238E27FC236}">
                  <a16:creationId xmlns:a16="http://schemas.microsoft.com/office/drawing/2014/main" id="{B09F9A01-9AEF-CA20-D9DA-4000EE8480A4}"/>
                </a:ext>
              </a:extLst>
            </p:cNvPr>
            <p:cNvSpPr/>
            <p:nvPr/>
          </p:nvSpPr>
          <p:spPr bwMode="auto">
            <a:xfrm>
              <a:off x="5669" y="2420"/>
              <a:ext cx="46" cy="160"/>
            </a:xfrm>
            <a:custGeom>
              <a:avLst/>
              <a:gdLst>
                <a:gd name="T0" fmla="*/ 7 w 26"/>
                <a:gd name="T1" fmla="*/ 4 h 91"/>
                <a:gd name="T2" fmla="*/ 18 w 26"/>
                <a:gd name="T3" fmla="*/ 88 h 91"/>
                <a:gd name="T4" fmla="*/ 24 w 26"/>
                <a:gd name="T5" fmla="*/ 85 h 91"/>
                <a:gd name="T6" fmla="*/ 13 w 26"/>
                <a:gd name="T7" fmla="*/ 6 h 91"/>
                <a:gd name="T8" fmla="*/ 7 w 26"/>
                <a:gd name="T9" fmla="*/ 4 h 91"/>
              </a:gdLst>
              <a:ahLst/>
              <a:cxnLst>
                <a:cxn ang="0">
                  <a:pos x="T0" y="T1"/>
                </a:cxn>
                <a:cxn ang="0">
                  <a:pos x="T2" y="T3"/>
                </a:cxn>
                <a:cxn ang="0">
                  <a:pos x="T4" y="T5"/>
                </a:cxn>
                <a:cxn ang="0">
                  <a:pos x="T6" y="T7"/>
                </a:cxn>
                <a:cxn ang="0">
                  <a:pos x="T8" y="T9"/>
                </a:cxn>
              </a:cxnLst>
              <a:rect l="0" t="0" r="r" b="b"/>
              <a:pathLst>
                <a:path w="26" h="91">
                  <a:moveTo>
                    <a:pt x="7" y="4"/>
                  </a:moveTo>
                  <a:cubicBezTo>
                    <a:pt x="0" y="32"/>
                    <a:pt x="1" y="64"/>
                    <a:pt x="18" y="88"/>
                  </a:cubicBezTo>
                  <a:cubicBezTo>
                    <a:pt x="20" y="91"/>
                    <a:pt x="26" y="89"/>
                    <a:pt x="24" y="85"/>
                  </a:cubicBezTo>
                  <a:cubicBezTo>
                    <a:pt x="16" y="59"/>
                    <a:pt x="9" y="34"/>
                    <a:pt x="13" y="6"/>
                  </a:cubicBezTo>
                  <a:cubicBezTo>
                    <a:pt x="14" y="2"/>
                    <a:pt x="8" y="0"/>
                    <a:pt x="7"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10" name="Freeform 887">
              <a:extLst>
                <a:ext uri="{FF2B5EF4-FFF2-40B4-BE49-F238E27FC236}">
                  <a16:creationId xmlns:a16="http://schemas.microsoft.com/office/drawing/2014/main" id="{79EF422E-420A-CFFB-F942-55FA9013DF4C}"/>
                </a:ext>
              </a:extLst>
            </p:cNvPr>
            <p:cNvSpPr/>
            <p:nvPr/>
          </p:nvSpPr>
          <p:spPr bwMode="auto">
            <a:xfrm>
              <a:off x="4799" y="2364"/>
              <a:ext cx="56" cy="91"/>
            </a:xfrm>
            <a:custGeom>
              <a:avLst/>
              <a:gdLst>
                <a:gd name="T0" fmla="*/ 25 w 32"/>
                <a:gd name="T1" fmla="*/ 2 h 52"/>
                <a:gd name="T2" fmla="*/ 13 w 32"/>
                <a:gd name="T3" fmla="*/ 50 h 52"/>
                <a:gd name="T4" fmla="*/ 19 w 32"/>
                <a:gd name="T5" fmla="*/ 47 h 52"/>
                <a:gd name="T6" fmla="*/ 17 w 32"/>
                <a:gd name="T7" fmla="*/ 26 h 52"/>
                <a:gd name="T8" fmla="*/ 29 w 32"/>
                <a:gd name="T9" fmla="*/ 7 h 52"/>
                <a:gd name="T10" fmla="*/ 25 w 32"/>
                <a:gd name="T11" fmla="*/ 2 h 52"/>
              </a:gdLst>
              <a:ahLst/>
              <a:cxnLst>
                <a:cxn ang="0">
                  <a:pos x="T0" y="T1"/>
                </a:cxn>
                <a:cxn ang="0">
                  <a:pos x="T2" y="T3"/>
                </a:cxn>
                <a:cxn ang="0">
                  <a:pos x="T4" y="T5"/>
                </a:cxn>
                <a:cxn ang="0">
                  <a:pos x="T6" y="T7"/>
                </a:cxn>
                <a:cxn ang="0">
                  <a:pos x="T8" y="T9"/>
                </a:cxn>
                <a:cxn ang="0">
                  <a:pos x="T10" y="T11"/>
                </a:cxn>
              </a:cxnLst>
              <a:rect l="0" t="0" r="r" b="b"/>
              <a:pathLst>
                <a:path w="32" h="52">
                  <a:moveTo>
                    <a:pt x="25" y="2"/>
                  </a:moveTo>
                  <a:cubicBezTo>
                    <a:pt x="11" y="11"/>
                    <a:pt x="0" y="35"/>
                    <a:pt x="13" y="50"/>
                  </a:cubicBezTo>
                  <a:cubicBezTo>
                    <a:pt x="15" y="52"/>
                    <a:pt x="19" y="50"/>
                    <a:pt x="19" y="47"/>
                  </a:cubicBezTo>
                  <a:cubicBezTo>
                    <a:pt x="18" y="40"/>
                    <a:pt x="16" y="34"/>
                    <a:pt x="17" y="26"/>
                  </a:cubicBezTo>
                  <a:cubicBezTo>
                    <a:pt x="19" y="19"/>
                    <a:pt x="23" y="12"/>
                    <a:pt x="29" y="7"/>
                  </a:cubicBezTo>
                  <a:cubicBezTo>
                    <a:pt x="32" y="5"/>
                    <a:pt x="28" y="0"/>
                    <a:pt x="25"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11" name="Freeform 888">
              <a:extLst>
                <a:ext uri="{FF2B5EF4-FFF2-40B4-BE49-F238E27FC236}">
                  <a16:creationId xmlns:a16="http://schemas.microsoft.com/office/drawing/2014/main" id="{1F7E6F3B-8FF3-E765-B24E-7F2A5BC29657}"/>
                </a:ext>
              </a:extLst>
            </p:cNvPr>
            <p:cNvSpPr/>
            <p:nvPr/>
          </p:nvSpPr>
          <p:spPr bwMode="auto">
            <a:xfrm>
              <a:off x="4822" y="2437"/>
              <a:ext cx="485" cy="247"/>
            </a:xfrm>
            <a:custGeom>
              <a:avLst/>
              <a:gdLst>
                <a:gd name="T0" fmla="*/ 5 w 276"/>
                <a:gd name="T1" fmla="*/ 9 h 140"/>
                <a:gd name="T2" fmla="*/ 146 w 276"/>
                <a:gd name="T3" fmla="*/ 69 h 140"/>
                <a:gd name="T4" fmla="*/ 203 w 276"/>
                <a:gd name="T5" fmla="*/ 114 h 140"/>
                <a:gd name="T6" fmla="*/ 270 w 276"/>
                <a:gd name="T7" fmla="*/ 138 h 140"/>
                <a:gd name="T8" fmla="*/ 273 w 276"/>
                <a:gd name="T9" fmla="*/ 131 h 140"/>
                <a:gd name="T10" fmla="*/ 241 w 276"/>
                <a:gd name="T11" fmla="*/ 117 h 140"/>
                <a:gd name="T12" fmla="*/ 202 w 276"/>
                <a:gd name="T13" fmla="*/ 95 h 140"/>
                <a:gd name="T14" fmla="*/ 145 w 276"/>
                <a:gd name="T15" fmla="*/ 52 h 140"/>
                <a:gd name="T16" fmla="*/ 8 w 276"/>
                <a:gd name="T17" fmla="*/ 1 h 140"/>
                <a:gd name="T18" fmla="*/ 5 w 276"/>
                <a:gd name="T19" fmla="*/ 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6" h="140">
                  <a:moveTo>
                    <a:pt x="5" y="9"/>
                  </a:moveTo>
                  <a:cubicBezTo>
                    <a:pt x="56" y="21"/>
                    <a:pt x="104" y="40"/>
                    <a:pt x="146" y="69"/>
                  </a:cubicBezTo>
                  <a:cubicBezTo>
                    <a:pt x="167" y="83"/>
                    <a:pt x="184" y="100"/>
                    <a:pt x="203" y="114"/>
                  </a:cubicBezTo>
                  <a:cubicBezTo>
                    <a:pt x="224" y="129"/>
                    <a:pt x="247" y="130"/>
                    <a:pt x="270" y="138"/>
                  </a:cubicBezTo>
                  <a:cubicBezTo>
                    <a:pt x="274" y="140"/>
                    <a:pt x="276" y="133"/>
                    <a:pt x="273" y="131"/>
                  </a:cubicBezTo>
                  <a:cubicBezTo>
                    <a:pt x="263" y="123"/>
                    <a:pt x="253" y="121"/>
                    <a:pt x="241" y="117"/>
                  </a:cubicBezTo>
                  <a:cubicBezTo>
                    <a:pt x="226" y="112"/>
                    <a:pt x="214" y="106"/>
                    <a:pt x="202" y="95"/>
                  </a:cubicBezTo>
                  <a:cubicBezTo>
                    <a:pt x="183" y="80"/>
                    <a:pt x="165" y="65"/>
                    <a:pt x="145" y="52"/>
                  </a:cubicBezTo>
                  <a:cubicBezTo>
                    <a:pt x="103" y="26"/>
                    <a:pt x="57" y="8"/>
                    <a:pt x="8" y="1"/>
                  </a:cubicBezTo>
                  <a:cubicBezTo>
                    <a:pt x="2" y="0"/>
                    <a:pt x="0" y="8"/>
                    <a:pt x="5"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12" name="Freeform 889">
              <a:extLst>
                <a:ext uri="{FF2B5EF4-FFF2-40B4-BE49-F238E27FC236}">
                  <a16:creationId xmlns:a16="http://schemas.microsoft.com/office/drawing/2014/main" id="{A0BB1323-CB5D-B911-6871-E8FC9B60A72F}"/>
                </a:ext>
              </a:extLst>
            </p:cNvPr>
            <p:cNvSpPr/>
            <p:nvPr/>
          </p:nvSpPr>
          <p:spPr bwMode="auto">
            <a:xfrm>
              <a:off x="5337" y="2459"/>
              <a:ext cx="65" cy="219"/>
            </a:xfrm>
            <a:custGeom>
              <a:avLst/>
              <a:gdLst>
                <a:gd name="T0" fmla="*/ 20 w 37"/>
                <a:gd name="T1" fmla="*/ 122 h 125"/>
                <a:gd name="T2" fmla="*/ 34 w 37"/>
                <a:gd name="T3" fmla="*/ 75 h 125"/>
                <a:gd name="T4" fmla="*/ 25 w 37"/>
                <a:gd name="T5" fmla="*/ 51 h 125"/>
                <a:gd name="T6" fmla="*/ 10 w 37"/>
                <a:gd name="T7" fmla="*/ 6 h 125"/>
                <a:gd name="T8" fmla="*/ 3 w 37"/>
                <a:gd name="T9" fmla="*/ 5 h 125"/>
                <a:gd name="T10" fmla="*/ 11 w 37"/>
                <a:gd name="T11" fmla="*/ 49 h 125"/>
                <a:gd name="T12" fmla="*/ 14 w 37"/>
                <a:gd name="T13" fmla="*/ 117 h 125"/>
                <a:gd name="T14" fmla="*/ 20 w 37"/>
                <a:gd name="T15" fmla="*/ 122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125">
                  <a:moveTo>
                    <a:pt x="20" y="122"/>
                  </a:moveTo>
                  <a:cubicBezTo>
                    <a:pt x="31" y="109"/>
                    <a:pt x="37" y="92"/>
                    <a:pt x="34" y="75"/>
                  </a:cubicBezTo>
                  <a:cubicBezTo>
                    <a:pt x="33" y="66"/>
                    <a:pt x="29" y="59"/>
                    <a:pt x="25" y="51"/>
                  </a:cubicBezTo>
                  <a:cubicBezTo>
                    <a:pt x="16" y="36"/>
                    <a:pt x="12" y="23"/>
                    <a:pt x="10" y="6"/>
                  </a:cubicBezTo>
                  <a:cubicBezTo>
                    <a:pt x="10" y="2"/>
                    <a:pt x="4" y="0"/>
                    <a:pt x="3" y="5"/>
                  </a:cubicBezTo>
                  <a:cubicBezTo>
                    <a:pt x="0" y="21"/>
                    <a:pt x="3" y="35"/>
                    <a:pt x="11" y="49"/>
                  </a:cubicBezTo>
                  <a:cubicBezTo>
                    <a:pt x="24" y="73"/>
                    <a:pt x="32" y="93"/>
                    <a:pt x="14" y="117"/>
                  </a:cubicBezTo>
                  <a:cubicBezTo>
                    <a:pt x="12" y="121"/>
                    <a:pt x="17" y="125"/>
                    <a:pt x="20" y="1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13" name="Freeform 890">
              <a:extLst>
                <a:ext uri="{FF2B5EF4-FFF2-40B4-BE49-F238E27FC236}">
                  <a16:creationId xmlns:a16="http://schemas.microsoft.com/office/drawing/2014/main" id="{BED2C3FA-B3F4-24A6-960D-58A5FCD33C1B}"/>
                </a:ext>
              </a:extLst>
            </p:cNvPr>
            <p:cNvSpPr/>
            <p:nvPr/>
          </p:nvSpPr>
          <p:spPr bwMode="auto">
            <a:xfrm>
              <a:off x="5077" y="2255"/>
              <a:ext cx="420" cy="277"/>
            </a:xfrm>
            <a:custGeom>
              <a:avLst/>
              <a:gdLst>
                <a:gd name="T0" fmla="*/ 168 w 239"/>
                <a:gd name="T1" fmla="*/ 156 h 158"/>
                <a:gd name="T2" fmla="*/ 225 w 239"/>
                <a:gd name="T3" fmla="*/ 148 h 158"/>
                <a:gd name="T4" fmla="*/ 239 w 239"/>
                <a:gd name="T5" fmla="*/ 101 h 158"/>
                <a:gd name="T6" fmla="*/ 167 w 239"/>
                <a:gd name="T7" fmla="*/ 21 h 158"/>
                <a:gd name="T8" fmla="*/ 0 w 239"/>
                <a:gd name="T9" fmla="*/ 142 h 158"/>
                <a:gd name="T10" fmla="*/ 7 w 239"/>
                <a:gd name="T11" fmla="*/ 143 h 158"/>
                <a:gd name="T12" fmla="*/ 53 w 239"/>
                <a:gd name="T13" fmla="*/ 61 h 158"/>
                <a:gd name="T14" fmla="*/ 138 w 239"/>
                <a:gd name="T15" fmla="*/ 29 h 158"/>
                <a:gd name="T16" fmla="*/ 221 w 239"/>
                <a:gd name="T17" fmla="*/ 73 h 158"/>
                <a:gd name="T18" fmla="*/ 225 w 239"/>
                <a:gd name="T19" fmla="*/ 130 h 158"/>
                <a:gd name="T20" fmla="*/ 167 w 239"/>
                <a:gd name="T21" fmla="*/ 149 h 158"/>
                <a:gd name="T22" fmla="*/ 168 w 239"/>
                <a:gd name="T23" fmla="*/ 15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9" h="158">
                  <a:moveTo>
                    <a:pt x="168" y="156"/>
                  </a:moveTo>
                  <a:cubicBezTo>
                    <a:pt x="185" y="156"/>
                    <a:pt x="211" y="158"/>
                    <a:pt x="225" y="148"/>
                  </a:cubicBezTo>
                  <a:cubicBezTo>
                    <a:pt x="238" y="138"/>
                    <a:pt x="239" y="116"/>
                    <a:pt x="239" y="101"/>
                  </a:cubicBezTo>
                  <a:cubicBezTo>
                    <a:pt x="239" y="61"/>
                    <a:pt x="204" y="32"/>
                    <a:pt x="167" y="21"/>
                  </a:cubicBezTo>
                  <a:cubicBezTo>
                    <a:pt x="91" y="0"/>
                    <a:pt x="2" y="61"/>
                    <a:pt x="0" y="142"/>
                  </a:cubicBezTo>
                  <a:cubicBezTo>
                    <a:pt x="0" y="146"/>
                    <a:pt x="5" y="147"/>
                    <a:pt x="7" y="143"/>
                  </a:cubicBezTo>
                  <a:cubicBezTo>
                    <a:pt x="18" y="113"/>
                    <a:pt x="29" y="84"/>
                    <a:pt x="53" y="61"/>
                  </a:cubicBezTo>
                  <a:cubicBezTo>
                    <a:pt x="76" y="40"/>
                    <a:pt x="106" y="28"/>
                    <a:pt x="138" y="29"/>
                  </a:cubicBezTo>
                  <a:cubicBezTo>
                    <a:pt x="170" y="30"/>
                    <a:pt x="204" y="45"/>
                    <a:pt x="221" y="73"/>
                  </a:cubicBezTo>
                  <a:cubicBezTo>
                    <a:pt x="229" y="87"/>
                    <a:pt x="232" y="114"/>
                    <a:pt x="225" y="130"/>
                  </a:cubicBezTo>
                  <a:cubicBezTo>
                    <a:pt x="218" y="149"/>
                    <a:pt x="184" y="146"/>
                    <a:pt x="167" y="149"/>
                  </a:cubicBezTo>
                  <a:cubicBezTo>
                    <a:pt x="163" y="150"/>
                    <a:pt x="164" y="156"/>
                    <a:pt x="168" y="15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14" name="Freeform 891">
              <a:extLst>
                <a:ext uri="{FF2B5EF4-FFF2-40B4-BE49-F238E27FC236}">
                  <a16:creationId xmlns:a16="http://schemas.microsoft.com/office/drawing/2014/main" id="{6934AC00-762C-C17D-91A4-B606C8CBE33A}"/>
                </a:ext>
              </a:extLst>
            </p:cNvPr>
            <p:cNvSpPr/>
            <p:nvPr/>
          </p:nvSpPr>
          <p:spPr bwMode="auto">
            <a:xfrm>
              <a:off x="5260" y="2204"/>
              <a:ext cx="26" cy="102"/>
            </a:xfrm>
            <a:custGeom>
              <a:avLst/>
              <a:gdLst>
                <a:gd name="T0" fmla="*/ 9 w 15"/>
                <a:gd name="T1" fmla="*/ 54 h 58"/>
                <a:gd name="T2" fmla="*/ 7 w 15"/>
                <a:gd name="T3" fmla="*/ 3 h 58"/>
                <a:gd name="T4" fmla="*/ 1 w 15"/>
                <a:gd name="T5" fmla="*/ 4 h 58"/>
                <a:gd name="T6" fmla="*/ 3 w 15"/>
                <a:gd name="T7" fmla="*/ 28 h 58"/>
                <a:gd name="T8" fmla="*/ 2 w 15"/>
                <a:gd name="T9" fmla="*/ 53 h 58"/>
                <a:gd name="T10" fmla="*/ 9 w 15"/>
                <a:gd name="T11" fmla="*/ 54 h 58"/>
              </a:gdLst>
              <a:ahLst/>
              <a:cxnLst>
                <a:cxn ang="0">
                  <a:pos x="T0" y="T1"/>
                </a:cxn>
                <a:cxn ang="0">
                  <a:pos x="T2" y="T3"/>
                </a:cxn>
                <a:cxn ang="0">
                  <a:pos x="T4" y="T5"/>
                </a:cxn>
                <a:cxn ang="0">
                  <a:pos x="T6" y="T7"/>
                </a:cxn>
                <a:cxn ang="0">
                  <a:pos x="T8" y="T9"/>
                </a:cxn>
                <a:cxn ang="0">
                  <a:pos x="T10" y="T11"/>
                </a:cxn>
              </a:cxnLst>
              <a:rect l="0" t="0" r="r" b="b"/>
              <a:pathLst>
                <a:path w="15" h="58">
                  <a:moveTo>
                    <a:pt x="9" y="54"/>
                  </a:moveTo>
                  <a:cubicBezTo>
                    <a:pt x="13" y="39"/>
                    <a:pt x="15" y="16"/>
                    <a:pt x="7" y="3"/>
                  </a:cubicBezTo>
                  <a:cubicBezTo>
                    <a:pt x="5" y="0"/>
                    <a:pt x="1" y="1"/>
                    <a:pt x="1" y="4"/>
                  </a:cubicBezTo>
                  <a:cubicBezTo>
                    <a:pt x="0" y="12"/>
                    <a:pt x="3" y="20"/>
                    <a:pt x="3" y="28"/>
                  </a:cubicBezTo>
                  <a:cubicBezTo>
                    <a:pt x="4" y="36"/>
                    <a:pt x="3" y="45"/>
                    <a:pt x="2" y="53"/>
                  </a:cubicBezTo>
                  <a:cubicBezTo>
                    <a:pt x="2" y="57"/>
                    <a:pt x="9" y="58"/>
                    <a:pt x="9" y="5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15" name="Freeform 892">
              <a:extLst>
                <a:ext uri="{FF2B5EF4-FFF2-40B4-BE49-F238E27FC236}">
                  <a16:creationId xmlns:a16="http://schemas.microsoft.com/office/drawing/2014/main" id="{B7C4B0E3-0A54-A409-955A-E9140DA7FCCF}"/>
                </a:ext>
              </a:extLst>
            </p:cNvPr>
            <p:cNvSpPr/>
            <p:nvPr/>
          </p:nvSpPr>
          <p:spPr bwMode="auto">
            <a:xfrm>
              <a:off x="5474" y="2487"/>
              <a:ext cx="139" cy="251"/>
            </a:xfrm>
            <a:custGeom>
              <a:avLst/>
              <a:gdLst>
                <a:gd name="T0" fmla="*/ 2 w 79"/>
                <a:gd name="T1" fmla="*/ 7 h 143"/>
                <a:gd name="T2" fmla="*/ 21 w 79"/>
                <a:gd name="T3" fmla="*/ 21 h 143"/>
                <a:gd name="T4" fmla="*/ 54 w 79"/>
                <a:gd name="T5" fmla="*/ 59 h 143"/>
                <a:gd name="T6" fmla="*/ 72 w 79"/>
                <a:gd name="T7" fmla="*/ 140 h 143"/>
                <a:gd name="T8" fmla="*/ 78 w 79"/>
                <a:gd name="T9" fmla="*/ 138 h 143"/>
                <a:gd name="T10" fmla="*/ 62 w 79"/>
                <a:gd name="T11" fmla="*/ 54 h 143"/>
                <a:gd name="T12" fmla="*/ 40 w 79"/>
                <a:gd name="T13" fmla="*/ 24 h 143"/>
                <a:gd name="T14" fmla="*/ 7 w 79"/>
                <a:gd name="T15" fmla="*/ 3 h 143"/>
                <a:gd name="T16" fmla="*/ 2 w 79"/>
                <a:gd name="T17" fmla="*/ 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43">
                  <a:moveTo>
                    <a:pt x="2" y="7"/>
                  </a:moveTo>
                  <a:cubicBezTo>
                    <a:pt x="7" y="15"/>
                    <a:pt x="13" y="17"/>
                    <a:pt x="21" y="21"/>
                  </a:cubicBezTo>
                  <a:cubicBezTo>
                    <a:pt x="36" y="30"/>
                    <a:pt x="46" y="45"/>
                    <a:pt x="54" y="59"/>
                  </a:cubicBezTo>
                  <a:cubicBezTo>
                    <a:pt x="68" y="85"/>
                    <a:pt x="57" y="116"/>
                    <a:pt x="72" y="140"/>
                  </a:cubicBezTo>
                  <a:cubicBezTo>
                    <a:pt x="74" y="143"/>
                    <a:pt x="79" y="141"/>
                    <a:pt x="78" y="138"/>
                  </a:cubicBezTo>
                  <a:cubicBezTo>
                    <a:pt x="69" y="110"/>
                    <a:pt x="77" y="80"/>
                    <a:pt x="62" y="54"/>
                  </a:cubicBezTo>
                  <a:cubicBezTo>
                    <a:pt x="56" y="43"/>
                    <a:pt x="49" y="32"/>
                    <a:pt x="40" y="24"/>
                  </a:cubicBezTo>
                  <a:cubicBezTo>
                    <a:pt x="30" y="15"/>
                    <a:pt x="15" y="13"/>
                    <a:pt x="7" y="3"/>
                  </a:cubicBezTo>
                  <a:cubicBezTo>
                    <a:pt x="5" y="0"/>
                    <a:pt x="0" y="4"/>
                    <a:pt x="2"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16" name="Freeform 893">
              <a:extLst>
                <a:ext uri="{FF2B5EF4-FFF2-40B4-BE49-F238E27FC236}">
                  <a16:creationId xmlns:a16="http://schemas.microsoft.com/office/drawing/2014/main" id="{EA4C68A7-44B5-4B3E-EF72-7AA8F2DB359E}"/>
                </a:ext>
              </a:extLst>
            </p:cNvPr>
            <p:cNvSpPr/>
            <p:nvPr/>
          </p:nvSpPr>
          <p:spPr bwMode="auto">
            <a:xfrm>
              <a:off x="4456" y="2348"/>
              <a:ext cx="167" cy="170"/>
            </a:xfrm>
            <a:custGeom>
              <a:avLst/>
              <a:gdLst>
                <a:gd name="T0" fmla="*/ 90 w 95"/>
                <a:gd name="T1" fmla="*/ 0 h 97"/>
                <a:gd name="T2" fmla="*/ 41 w 95"/>
                <a:gd name="T3" fmla="*/ 34 h 97"/>
                <a:gd name="T4" fmla="*/ 2 w 95"/>
                <a:gd name="T5" fmla="*/ 91 h 97"/>
                <a:gd name="T6" fmla="*/ 7 w 95"/>
                <a:gd name="T7" fmla="*/ 95 h 97"/>
                <a:gd name="T8" fmla="*/ 41 w 95"/>
                <a:gd name="T9" fmla="*/ 49 h 97"/>
                <a:gd name="T10" fmla="*/ 92 w 95"/>
                <a:gd name="T11" fmla="*/ 5 h 97"/>
                <a:gd name="T12" fmla="*/ 90 w 95"/>
                <a:gd name="T13" fmla="*/ 0 h 97"/>
              </a:gdLst>
              <a:ahLst/>
              <a:cxnLst>
                <a:cxn ang="0">
                  <a:pos x="T0" y="T1"/>
                </a:cxn>
                <a:cxn ang="0">
                  <a:pos x="T2" y="T3"/>
                </a:cxn>
                <a:cxn ang="0">
                  <a:pos x="T4" y="T5"/>
                </a:cxn>
                <a:cxn ang="0">
                  <a:pos x="T6" y="T7"/>
                </a:cxn>
                <a:cxn ang="0">
                  <a:pos x="T8" y="T9"/>
                </a:cxn>
                <a:cxn ang="0">
                  <a:pos x="T10" y="T11"/>
                </a:cxn>
                <a:cxn ang="0">
                  <a:pos x="T12" y="T13"/>
                </a:cxn>
              </a:cxnLst>
              <a:rect l="0" t="0" r="r" b="b"/>
              <a:pathLst>
                <a:path w="95" h="97">
                  <a:moveTo>
                    <a:pt x="90" y="0"/>
                  </a:moveTo>
                  <a:cubicBezTo>
                    <a:pt x="70" y="4"/>
                    <a:pt x="54" y="19"/>
                    <a:pt x="41" y="34"/>
                  </a:cubicBezTo>
                  <a:cubicBezTo>
                    <a:pt x="27" y="51"/>
                    <a:pt x="13" y="71"/>
                    <a:pt x="2" y="91"/>
                  </a:cubicBezTo>
                  <a:cubicBezTo>
                    <a:pt x="0" y="94"/>
                    <a:pt x="4" y="97"/>
                    <a:pt x="7" y="95"/>
                  </a:cubicBezTo>
                  <a:cubicBezTo>
                    <a:pt x="22" y="83"/>
                    <a:pt x="30" y="64"/>
                    <a:pt x="41" y="49"/>
                  </a:cubicBezTo>
                  <a:cubicBezTo>
                    <a:pt x="55" y="30"/>
                    <a:pt x="70" y="16"/>
                    <a:pt x="92" y="5"/>
                  </a:cubicBezTo>
                  <a:cubicBezTo>
                    <a:pt x="95" y="4"/>
                    <a:pt x="92" y="0"/>
                    <a:pt x="9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17" name="Freeform 894">
              <a:extLst>
                <a:ext uri="{FF2B5EF4-FFF2-40B4-BE49-F238E27FC236}">
                  <a16:creationId xmlns:a16="http://schemas.microsoft.com/office/drawing/2014/main" id="{A0EC4B98-592E-5363-947B-A43EFBDE7C0F}"/>
                </a:ext>
              </a:extLst>
            </p:cNvPr>
            <p:cNvSpPr/>
            <p:nvPr/>
          </p:nvSpPr>
          <p:spPr bwMode="auto">
            <a:xfrm>
              <a:off x="4238" y="2492"/>
              <a:ext cx="515" cy="125"/>
            </a:xfrm>
            <a:custGeom>
              <a:avLst/>
              <a:gdLst>
                <a:gd name="T0" fmla="*/ 288 w 293"/>
                <a:gd name="T1" fmla="*/ 51 h 71"/>
                <a:gd name="T2" fmla="*/ 217 w 293"/>
                <a:gd name="T3" fmla="*/ 22 h 71"/>
                <a:gd name="T4" fmla="*/ 143 w 293"/>
                <a:gd name="T5" fmla="*/ 0 h 71"/>
                <a:gd name="T6" fmla="*/ 79 w 293"/>
                <a:gd name="T7" fmla="*/ 20 h 71"/>
                <a:gd name="T8" fmla="*/ 3 w 293"/>
                <a:gd name="T9" fmla="*/ 61 h 71"/>
                <a:gd name="T10" fmla="*/ 7 w 293"/>
                <a:gd name="T11" fmla="*/ 69 h 71"/>
                <a:gd name="T12" fmla="*/ 69 w 293"/>
                <a:gd name="T13" fmla="*/ 39 h 71"/>
                <a:gd name="T14" fmla="*/ 143 w 293"/>
                <a:gd name="T15" fmla="*/ 13 h 71"/>
                <a:gd name="T16" fmla="*/ 214 w 293"/>
                <a:gd name="T17" fmla="*/ 34 h 71"/>
                <a:gd name="T18" fmla="*/ 284 w 293"/>
                <a:gd name="T19" fmla="*/ 59 h 71"/>
                <a:gd name="T20" fmla="*/ 288 w 293"/>
                <a:gd name="T21" fmla="*/ 5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3" h="71">
                  <a:moveTo>
                    <a:pt x="288" y="51"/>
                  </a:moveTo>
                  <a:cubicBezTo>
                    <a:pt x="266" y="39"/>
                    <a:pt x="241" y="31"/>
                    <a:pt x="217" y="22"/>
                  </a:cubicBezTo>
                  <a:cubicBezTo>
                    <a:pt x="194" y="13"/>
                    <a:pt x="169" y="0"/>
                    <a:pt x="143" y="0"/>
                  </a:cubicBezTo>
                  <a:cubicBezTo>
                    <a:pt x="120" y="0"/>
                    <a:pt x="99" y="10"/>
                    <a:pt x="79" y="20"/>
                  </a:cubicBezTo>
                  <a:cubicBezTo>
                    <a:pt x="54" y="32"/>
                    <a:pt x="27" y="44"/>
                    <a:pt x="3" y="61"/>
                  </a:cubicBezTo>
                  <a:cubicBezTo>
                    <a:pt x="0" y="64"/>
                    <a:pt x="2" y="71"/>
                    <a:pt x="7" y="69"/>
                  </a:cubicBezTo>
                  <a:cubicBezTo>
                    <a:pt x="29" y="62"/>
                    <a:pt x="49" y="50"/>
                    <a:pt x="69" y="39"/>
                  </a:cubicBezTo>
                  <a:cubicBezTo>
                    <a:pt x="92" y="28"/>
                    <a:pt x="117" y="12"/>
                    <a:pt x="143" y="13"/>
                  </a:cubicBezTo>
                  <a:cubicBezTo>
                    <a:pt x="168" y="13"/>
                    <a:pt x="192" y="26"/>
                    <a:pt x="214" y="34"/>
                  </a:cubicBezTo>
                  <a:cubicBezTo>
                    <a:pt x="237" y="43"/>
                    <a:pt x="260" y="53"/>
                    <a:pt x="284" y="59"/>
                  </a:cubicBezTo>
                  <a:cubicBezTo>
                    <a:pt x="289" y="61"/>
                    <a:pt x="293" y="53"/>
                    <a:pt x="288" y="5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18" name="Freeform 895">
              <a:extLst>
                <a:ext uri="{FF2B5EF4-FFF2-40B4-BE49-F238E27FC236}">
                  <a16:creationId xmlns:a16="http://schemas.microsoft.com/office/drawing/2014/main" id="{F699A311-EB5C-126A-AE2A-E331ED7E3F08}"/>
                </a:ext>
              </a:extLst>
            </p:cNvPr>
            <p:cNvSpPr/>
            <p:nvPr/>
          </p:nvSpPr>
          <p:spPr bwMode="auto">
            <a:xfrm>
              <a:off x="3702" y="3053"/>
              <a:ext cx="171" cy="130"/>
            </a:xfrm>
            <a:custGeom>
              <a:avLst/>
              <a:gdLst>
                <a:gd name="T0" fmla="*/ 96 w 97"/>
                <a:gd name="T1" fmla="*/ 72 h 74"/>
                <a:gd name="T2" fmla="*/ 2 w 97"/>
                <a:gd name="T3" fmla="*/ 1 h 74"/>
                <a:gd name="T4" fmla="*/ 0 w 97"/>
                <a:gd name="T5" fmla="*/ 2 h 74"/>
                <a:gd name="T6" fmla="*/ 95 w 97"/>
                <a:gd name="T7" fmla="*/ 73 h 74"/>
                <a:gd name="T8" fmla="*/ 96 w 97"/>
                <a:gd name="T9" fmla="*/ 72 h 74"/>
              </a:gdLst>
              <a:ahLst/>
              <a:cxnLst>
                <a:cxn ang="0">
                  <a:pos x="T0" y="T1"/>
                </a:cxn>
                <a:cxn ang="0">
                  <a:pos x="T2" y="T3"/>
                </a:cxn>
                <a:cxn ang="0">
                  <a:pos x="T4" y="T5"/>
                </a:cxn>
                <a:cxn ang="0">
                  <a:pos x="T6" y="T7"/>
                </a:cxn>
                <a:cxn ang="0">
                  <a:pos x="T8" y="T9"/>
                </a:cxn>
              </a:cxnLst>
              <a:rect l="0" t="0" r="r" b="b"/>
              <a:pathLst>
                <a:path w="97" h="74">
                  <a:moveTo>
                    <a:pt x="96" y="72"/>
                  </a:moveTo>
                  <a:cubicBezTo>
                    <a:pt x="56" y="59"/>
                    <a:pt x="26" y="35"/>
                    <a:pt x="2" y="1"/>
                  </a:cubicBezTo>
                  <a:cubicBezTo>
                    <a:pt x="1" y="0"/>
                    <a:pt x="0" y="1"/>
                    <a:pt x="0" y="2"/>
                  </a:cubicBezTo>
                  <a:cubicBezTo>
                    <a:pt x="21" y="37"/>
                    <a:pt x="57" y="62"/>
                    <a:pt x="95" y="73"/>
                  </a:cubicBezTo>
                  <a:cubicBezTo>
                    <a:pt x="96" y="74"/>
                    <a:pt x="97" y="72"/>
                    <a:pt x="96" y="7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19" name="Freeform 896">
              <a:extLst>
                <a:ext uri="{FF2B5EF4-FFF2-40B4-BE49-F238E27FC236}">
                  <a16:creationId xmlns:a16="http://schemas.microsoft.com/office/drawing/2014/main" id="{7CC89F0E-75D5-9B19-4794-33B28008F27C}"/>
                </a:ext>
              </a:extLst>
            </p:cNvPr>
            <p:cNvSpPr/>
            <p:nvPr/>
          </p:nvSpPr>
          <p:spPr bwMode="auto">
            <a:xfrm>
              <a:off x="3670" y="3065"/>
              <a:ext cx="145" cy="123"/>
            </a:xfrm>
            <a:custGeom>
              <a:avLst/>
              <a:gdLst>
                <a:gd name="T0" fmla="*/ 81 w 82"/>
                <a:gd name="T1" fmla="*/ 68 h 70"/>
                <a:gd name="T2" fmla="*/ 1 w 82"/>
                <a:gd name="T3" fmla="*/ 1 h 70"/>
                <a:gd name="T4" fmla="*/ 0 w 82"/>
                <a:gd name="T5" fmla="*/ 2 h 70"/>
                <a:gd name="T6" fmla="*/ 81 w 82"/>
                <a:gd name="T7" fmla="*/ 70 h 70"/>
                <a:gd name="T8" fmla="*/ 81 w 82"/>
                <a:gd name="T9" fmla="*/ 68 h 70"/>
              </a:gdLst>
              <a:ahLst/>
              <a:cxnLst>
                <a:cxn ang="0">
                  <a:pos x="T0" y="T1"/>
                </a:cxn>
                <a:cxn ang="0">
                  <a:pos x="T2" y="T3"/>
                </a:cxn>
                <a:cxn ang="0">
                  <a:pos x="T4" y="T5"/>
                </a:cxn>
                <a:cxn ang="0">
                  <a:pos x="T6" y="T7"/>
                </a:cxn>
                <a:cxn ang="0">
                  <a:pos x="T8" y="T9"/>
                </a:cxn>
              </a:cxnLst>
              <a:rect l="0" t="0" r="r" b="b"/>
              <a:pathLst>
                <a:path w="82" h="70">
                  <a:moveTo>
                    <a:pt x="81" y="68"/>
                  </a:moveTo>
                  <a:cubicBezTo>
                    <a:pt x="47" y="61"/>
                    <a:pt x="22" y="27"/>
                    <a:pt x="1" y="1"/>
                  </a:cubicBezTo>
                  <a:cubicBezTo>
                    <a:pt x="1" y="0"/>
                    <a:pt x="0" y="1"/>
                    <a:pt x="0" y="2"/>
                  </a:cubicBezTo>
                  <a:cubicBezTo>
                    <a:pt x="17" y="29"/>
                    <a:pt x="48" y="64"/>
                    <a:pt x="81" y="70"/>
                  </a:cubicBezTo>
                  <a:cubicBezTo>
                    <a:pt x="82" y="70"/>
                    <a:pt x="82" y="69"/>
                    <a:pt x="81" y="6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20" name="Freeform 897">
              <a:extLst>
                <a:ext uri="{FF2B5EF4-FFF2-40B4-BE49-F238E27FC236}">
                  <a16:creationId xmlns:a16="http://schemas.microsoft.com/office/drawing/2014/main" id="{BD9AFDC8-3FFE-F251-9882-43EC04F1229E}"/>
                </a:ext>
              </a:extLst>
            </p:cNvPr>
            <p:cNvSpPr/>
            <p:nvPr/>
          </p:nvSpPr>
          <p:spPr bwMode="auto">
            <a:xfrm>
              <a:off x="3765" y="3002"/>
              <a:ext cx="159" cy="151"/>
            </a:xfrm>
            <a:custGeom>
              <a:avLst/>
              <a:gdLst>
                <a:gd name="T0" fmla="*/ 89 w 90"/>
                <a:gd name="T1" fmla="*/ 82 h 86"/>
                <a:gd name="T2" fmla="*/ 33 w 90"/>
                <a:gd name="T3" fmla="*/ 54 h 86"/>
                <a:gd name="T4" fmla="*/ 2 w 90"/>
                <a:gd name="T5" fmla="*/ 1 h 86"/>
                <a:gd name="T6" fmla="*/ 0 w 90"/>
                <a:gd name="T7" fmla="*/ 1 h 86"/>
                <a:gd name="T8" fmla="*/ 38 w 90"/>
                <a:gd name="T9" fmla="*/ 62 h 86"/>
                <a:gd name="T10" fmla="*/ 89 w 90"/>
                <a:gd name="T11" fmla="*/ 83 h 86"/>
                <a:gd name="T12" fmla="*/ 89 w 90"/>
                <a:gd name="T13" fmla="*/ 82 h 86"/>
              </a:gdLst>
              <a:ahLst/>
              <a:cxnLst>
                <a:cxn ang="0">
                  <a:pos x="T0" y="T1"/>
                </a:cxn>
                <a:cxn ang="0">
                  <a:pos x="T2" y="T3"/>
                </a:cxn>
                <a:cxn ang="0">
                  <a:pos x="T4" y="T5"/>
                </a:cxn>
                <a:cxn ang="0">
                  <a:pos x="T6" y="T7"/>
                </a:cxn>
                <a:cxn ang="0">
                  <a:pos x="T8" y="T9"/>
                </a:cxn>
                <a:cxn ang="0">
                  <a:pos x="T10" y="T11"/>
                </a:cxn>
                <a:cxn ang="0">
                  <a:pos x="T12" y="T13"/>
                </a:cxn>
              </a:cxnLst>
              <a:rect l="0" t="0" r="r" b="b"/>
              <a:pathLst>
                <a:path w="90" h="86">
                  <a:moveTo>
                    <a:pt x="89" y="82"/>
                  </a:moveTo>
                  <a:cubicBezTo>
                    <a:pt x="69" y="83"/>
                    <a:pt x="47" y="68"/>
                    <a:pt x="33" y="54"/>
                  </a:cubicBezTo>
                  <a:cubicBezTo>
                    <a:pt x="18" y="39"/>
                    <a:pt x="10" y="20"/>
                    <a:pt x="2" y="1"/>
                  </a:cubicBezTo>
                  <a:cubicBezTo>
                    <a:pt x="1" y="0"/>
                    <a:pt x="0" y="0"/>
                    <a:pt x="0" y="1"/>
                  </a:cubicBezTo>
                  <a:cubicBezTo>
                    <a:pt x="7" y="24"/>
                    <a:pt x="20" y="46"/>
                    <a:pt x="38" y="62"/>
                  </a:cubicBezTo>
                  <a:cubicBezTo>
                    <a:pt x="50" y="73"/>
                    <a:pt x="71" y="86"/>
                    <a:pt x="89" y="83"/>
                  </a:cubicBezTo>
                  <a:cubicBezTo>
                    <a:pt x="90" y="83"/>
                    <a:pt x="89" y="82"/>
                    <a:pt x="89" y="8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21" name="Freeform 898">
              <a:extLst>
                <a:ext uri="{FF2B5EF4-FFF2-40B4-BE49-F238E27FC236}">
                  <a16:creationId xmlns:a16="http://schemas.microsoft.com/office/drawing/2014/main" id="{017C9D56-C9EA-F63E-4C85-5C60D19500AC}"/>
                </a:ext>
              </a:extLst>
            </p:cNvPr>
            <p:cNvSpPr/>
            <p:nvPr/>
          </p:nvSpPr>
          <p:spPr bwMode="auto">
            <a:xfrm>
              <a:off x="3801" y="2997"/>
              <a:ext cx="131" cy="142"/>
            </a:xfrm>
            <a:custGeom>
              <a:avLst/>
              <a:gdLst>
                <a:gd name="T0" fmla="*/ 74 w 75"/>
                <a:gd name="T1" fmla="*/ 79 h 81"/>
                <a:gd name="T2" fmla="*/ 2 w 75"/>
                <a:gd name="T3" fmla="*/ 1 h 81"/>
                <a:gd name="T4" fmla="*/ 0 w 75"/>
                <a:gd name="T5" fmla="*/ 1 h 81"/>
                <a:gd name="T6" fmla="*/ 73 w 75"/>
                <a:gd name="T7" fmla="*/ 81 h 81"/>
                <a:gd name="T8" fmla="*/ 74 w 75"/>
                <a:gd name="T9" fmla="*/ 79 h 81"/>
              </a:gdLst>
              <a:ahLst/>
              <a:cxnLst>
                <a:cxn ang="0">
                  <a:pos x="T0" y="T1"/>
                </a:cxn>
                <a:cxn ang="0">
                  <a:pos x="T2" y="T3"/>
                </a:cxn>
                <a:cxn ang="0">
                  <a:pos x="T4" y="T5"/>
                </a:cxn>
                <a:cxn ang="0">
                  <a:pos x="T6" y="T7"/>
                </a:cxn>
                <a:cxn ang="0">
                  <a:pos x="T8" y="T9"/>
                </a:cxn>
              </a:cxnLst>
              <a:rect l="0" t="0" r="r" b="b"/>
              <a:pathLst>
                <a:path w="75" h="81">
                  <a:moveTo>
                    <a:pt x="74" y="79"/>
                  </a:moveTo>
                  <a:cubicBezTo>
                    <a:pt x="43" y="63"/>
                    <a:pt x="10" y="37"/>
                    <a:pt x="2" y="1"/>
                  </a:cubicBezTo>
                  <a:cubicBezTo>
                    <a:pt x="2" y="0"/>
                    <a:pt x="0" y="0"/>
                    <a:pt x="0" y="1"/>
                  </a:cubicBezTo>
                  <a:cubicBezTo>
                    <a:pt x="5" y="36"/>
                    <a:pt x="42" y="67"/>
                    <a:pt x="73" y="81"/>
                  </a:cubicBezTo>
                  <a:cubicBezTo>
                    <a:pt x="74" y="81"/>
                    <a:pt x="75" y="80"/>
                    <a:pt x="74" y="7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22" name="Freeform 899">
              <a:extLst>
                <a:ext uri="{FF2B5EF4-FFF2-40B4-BE49-F238E27FC236}">
                  <a16:creationId xmlns:a16="http://schemas.microsoft.com/office/drawing/2014/main" id="{FFD84576-2E5D-015E-5E45-9AAE2706838E}"/>
                </a:ext>
              </a:extLst>
            </p:cNvPr>
            <p:cNvSpPr/>
            <p:nvPr/>
          </p:nvSpPr>
          <p:spPr bwMode="auto">
            <a:xfrm>
              <a:off x="3866" y="2981"/>
              <a:ext cx="91" cy="153"/>
            </a:xfrm>
            <a:custGeom>
              <a:avLst/>
              <a:gdLst>
                <a:gd name="T0" fmla="*/ 52 w 52"/>
                <a:gd name="T1" fmla="*/ 85 h 87"/>
                <a:gd name="T2" fmla="*/ 2 w 52"/>
                <a:gd name="T3" fmla="*/ 1 h 87"/>
                <a:gd name="T4" fmla="*/ 0 w 52"/>
                <a:gd name="T5" fmla="*/ 2 h 87"/>
                <a:gd name="T6" fmla="*/ 19 w 52"/>
                <a:gd name="T7" fmla="*/ 48 h 87"/>
                <a:gd name="T8" fmla="*/ 51 w 52"/>
                <a:gd name="T9" fmla="*/ 86 h 87"/>
                <a:gd name="T10" fmla="*/ 52 w 52"/>
                <a:gd name="T11" fmla="*/ 85 h 87"/>
              </a:gdLst>
              <a:ahLst/>
              <a:cxnLst>
                <a:cxn ang="0">
                  <a:pos x="T0" y="T1"/>
                </a:cxn>
                <a:cxn ang="0">
                  <a:pos x="T2" y="T3"/>
                </a:cxn>
                <a:cxn ang="0">
                  <a:pos x="T4" y="T5"/>
                </a:cxn>
                <a:cxn ang="0">
                  <a:pos x="T6" y="T7"/>
                </a:cxn>
                <a:cxn ang="0">
                  <a:pos x="T8" y="T9"/>
                </a:cxn>
                <a:cxn ang="0">
                  <a:pos x="T10" y="T11"/>
                </a:cxn>
              </a:cxnLst>
              <a:rect l="0" t="0" r="r" b="b"/>
              <a:pathLst>
                <a:path w="52" h="87">
                  <a:moveTo>
                    <a:pt x="52" y="85"/>
                  </a:moveTo>
                  <a:cubicBezTo>
                    <a:pt x="27" y="66"/>
                    <a:pt x="7" y="32"/>
                    <a:pt x="2" y="1"/>
                  </a:cubicBezTo>
                  <a:cubicBezTo>
                    <a:pt x="2" y="0"/>
                    <a:pt x="0" y="1"/>
                    <a:pt x="0" y="2"/>
                  </a:cubicBezTo>
                  <a:cubicBezTo>
                    <a:pt x="1" y="19"/>
                    <a:pt x="9" y="34"/>
                    <a:pt x="19" y="48"/>
                  </a:cubicBezTo>
                  <a:cubicBezTo>
                    <a:pt x="27" y="62"/>
                    <a:pt x="38" y="77"/>
                    <a:pt x="51" y="86"/>
                  </a:cubicBezTo>
                  <a:cubicBezTo>
                    <a:pt x="51" y="87"/>
                    <a:pt x="52" y="86"/>
                    <a:pt x="52" y="8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23" name="Freeform 900">
              <a:extLst>
                <a:ext uri="{FF2B5EF4-FFF2-40B4-BE49-F238E27FC236}">
                  <a16:creationId xmlns:a16="http://schemas.microsoft.com/office/drawing/2014/main" id="{1B307198-EDF4-F1A6-481B-8EBE8D7BD172}"/>
                </a:ext>
              </a:extLst>
            </p:cNvPr>
            <p:cNvSpPr/>
            <p:nvPr/>
          </p:nvSpPr>
          <p:spPr bwMode="auto">
            <a:xfrm>
              <a:off x="3897" y="2944"/>
              <a:ext cx="71" cy="192"/>
            </a:xfrm>
            <a:custGeom>
              <a:avLst/>
              <a:gdLst>
                <a:gd name="T0" fmla="*/ 39 w 40"/>
                <a:gd name="T1" fmla="*/ 108 h 109"/>
                <a:gd name="T2" fmla="*/ 3 w 40"/>
                <a:gd name="T3" fmla="*/ 1 h 109"/>
                <a:gd name="T4" fmla="*/ 1 w 40"/>
                <a:gd name="T5" fmla="*/ 1 h 109"/>
                <a:gd name="T6" fmla="*/ 38 w 40"/>
                <a:gd name="T7" fmla="*/ 109 h 109"/>
                <a:gd name="T8" fmla="*/ 39 w 40"/>
                <a:gd name="T9" fmla="*/ 108 h 109"/>
              </a:gdLst>
              <a:ahLst/>
              <a:cxnLst>
                <a:cxn ang="0">
                  <a:pos x="T0" y="T1"/>
                </a:cxn>
                <a:cxn ang="0">
                  <a:pos x="T2" y="T3"/>
                </a:cxn>
                <a:cxn ang="0">
                  <a:pos x="T4" y="T5"/>
                </a:cxn>
                <a:cxn ang="0">
                  <a:pos x="T6" y="T7"/>
                </a:cxn>
                <a:cxn ang="0">
                  <a:pos x="T8" y="T9"/>
                </a:cxn>
              </a:cxnLst>
              <a:rect l="0" t="0" r="r" b="b"/>
              <a:pathLst>
                <a:path w="40" h="109">
                  <a:moveTo>
                    <a:pt x="39" y="108"/>
                  </a:moveTo>
                  <a:cubicBezTo>
                    <a:pt x="16" y="76"/>
                    <a:pt x="4" y="41"/>
                    <a:pt x="3" y="1"/>
                  </a:cubicBezTo>
                  <a:cubicBezTo>
                    <a:pt x="2" y="0"/>
                    <a:pt x="1" y="0"/>
                    <a:pt x="1" y="1"/>
                  </a:cubicBezTo>
                  <a:cubicBezTo>
                    <a:pt x="0" y="40"/>
                    <a:pt x="14" y="78"/>
                    <a:pt x="38" y="109"/>
                  </a:cubicBezTo>
                  <a:cubicBezTo>
                    <a:pt x="39" y="109"/>
                    <a:pt x="40" y="108"/>
                    <a:pt x="39" y="10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24" name="Freeform 901">
              <a:extLst>
                <a:ext uri="{FF2B5EF4-FFF2-40B4-BE49-F238E27FC236}">
                  <a16:creationId xmlns:a16="http://schemas.microsoft.com/office/drawing/2014/main" id="{00203F48-454D-56E4-C9FF-A00931C33C62}"/>
                </a:ext>
              </a:extLst>
            </p:cNvPr>
            <p:cNvSpPr/>
            <p:nvPr/>
          </p:nvSpPr>
          <p:spPr bwMode="auto">
            <a:xfrm>
              <a:off x="3989" y="2877"/>
              <a:ext cx="37" cy="274"/>
            </a:xfrm>
            <a:custGeom>
              <a:avLst/>
              <a:gdLst>
                <a:gd name="T0" fmla="*/ 19 w 21"/>
                <a:gd name="T1" fmla="*/ 154 h 156"/>
                <a:gd name="T2" fmla="*/ 21 w 21"/>
                <a:gd name="T3" fmla="*/ 1 h 156"/>
                <a:gd name="T4" fmla="*/ 20 w 21"/>
                <a:gd name="T5" fmla="*/ 1 h 156"/>
                <a:gd name="T6" fmla="*/ 18 w 21"/>
                <a:gd name="T7" fmla="*/ 155 h 156"/>
                <a:gd name="T8" fmla="*/ 19 w 21"/>
                <a:gd name="T9" fmla="*/ 154 h 156"/>
              </a:gdLst>
              <a:ahLst/>
              <a:cxnLst>
                <a:cxn ang="0">
                  <a:pos x="T0" y="T1"/>
                </a:cxn>
                <a:cxn ang="0">
                  <a:pos x="T2" y="T3"/>
                </a:cxn>
                <a:cxn ang="0">
                  <a:pos x="T4" y="T5"/>
                </a:cxn>
                <a:cxn ang="0">
                  <a:pos x="T6" y="T7"/>
                </a:cxn>
                <a:cxn ang="0">
                  <a:pos x="T8" y="T9"/>
                </a:cxn>
              </a:cxnLst>
              <a:rect l="0" t="0" r="r" b="b"/>
              <a:pathLst>
                <a:path w="21" h="156">
                  <a:moveTo>
                    <a:pt x="19" y="154"/>
                  </a:moveTo>
                  <a:cubicBezTo>
                    <a:pt x="9" y="102"/>
                    <a:pt x="4" y="52"/>
                    <a:pt x="21" y="1"/>
                  </a:cubicBezTo>
                  <a:cubicBezTo>
                    <a:pt x="21" y="0"/>
                    <a:pt x="20" y="0"/>
                    <a:pt x="20" y="1"/>
                  </a:cubicBezTo>
                  <a:cubicBezTo>
                    <a:pt x="0" y="50"/>
                    <a:pt x="6" y="105"/>
                    <a:pt x="18" y="155"/>
                  </a:cubicBezTo>
                  <a:cubicBezTo>
                    <a:pt x="18" y="156"/>
                    <a:pt x="19" y="155"/>
                    <a:pt x="19" y="15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25" name="Freeform 902">
              <a:extLst>
                <a:ext uri="{FF2B5EF4-FFF2-40B4-BE49-F238E27FC236}">
                  <a16:creationId xmlns:a16="http://schemas.microsoft.com/office/drawing/2014/main" id="{F0657BE9-176C-D421-CFFC-1CEC62789FB9}"/>
                </a:ext>
              </a:extLst>
            </p:cNvPr>
            <p:cNvSpPr/>
            <p:nvPr/>
          </p:nvSpPr>
          <p:spPr bwMode="auto">
            <a:xfrm>
              <a:off x="4026" y="2856"/>
              <a:ext cx="73" cy="287"/>
            </a:xfrm>
            <a:custGeom>
              <a:avLst/>
              <a:gdLst>
                <a:gd name="T0" fmla="*/ 4 w 42"/>
                <a:gd name="T1" fmla="*/ 162 h 163"/>
                <a:gd name="T2" fmla="*/ 42 w 42"/>
                <a:gd name="T3" fmla="*/ 2 h 163"/>
                <a:gd name="T4" fmla="*/ 41 w 42"/>
                <a:gd name="T5" fmla="*/ 1 h 163"/>
                <a:gd name="T6" fmla="*/ 9 w 42"/>
                <a:gd name="T7" fmla="*/ 71 h 163"/>
                <a:gd name="T8" fmla="*/ 2 w 42"/>
                <a:gd name="T9" fmla="*/ 162 h 163"/>
                <a:gd name="T10" fmla="*/ 4 w 42"/>
                <a:gd name="T11" fmla="*/ 162 h 163"/>
              </a:gdLst>
              <a:ahLst/>
              <a:cxnLst>
                <a:cxn ang="0">
                  <a:pos x="T0" y="T1"/>
                </a:cxn>
                <a:cxn ang="0">
                  <a:pos x="T2" y="T3"/>
                </a:cxn>
                <a:cxn ang="0">
                  <a:pos x="T4" y="T5"/>
                </a:cxn>
                <a:cxn ang="0">
                  <a:pos x="T6" y="T7"/>
                </a:cxn>
                <a:cxn ang="0">
                  <a:pos x="T8" y="T9"/>
                </a:cxn>
                <a:cxn ang="0">
                  <a:pos x="T10" y="T11"/>
                </a:cxn>
              </a:cxnLst>
              <a:rect l="0" t="0" r="r" b="b"/>
              <a:pathLst>
                <a:path w="42" h="163">
                  <a:moveTo>
                    <a:pt x="4" y="162"/>
                  </a:moveTo>
                  <a:cubicBezTo>
                    <a:pt x="1" y="110"/>
                    <a:pt x="7" y="44"/>
                    <a:pt x="42" y="2"/>
                  </a:cubicBezTo>
                  <a:cubicBezTo>
                    <a:pt x="42" y="1"/>
                    <a:pt x="41" y="0"/>
                    <a:pt x="41" y="1"/>
                  </a:cubicBezTo>
                  <a:cubicBezTo>
                    <a:pt x="22" y="20"/>
                    <a:pt x="14" y="45"/>
                    <a:pt x="9" y="71"/>
                  </a:cubicBezTo>
                  <a:cubicBezTo>
                    <a:pt x="4" y="101"/>
                    <a:pt x="0" y="132"/>
                    <a:pt x="2" y="162"/>
                  </a:cubicBezTo>
                  <a:cubicBezTo>
                    <a:pt x="2" y="163"/>
                    <a:pt x="4" y="163"/>
                    <a:pt x="4" y="16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26" name="Freeform 903">
              <a:extLst>
                <a:ext uri="{FF2B5EF4-FFF2-40B4-BE49-F238E27FC236}">
                  <a16:creationId xmlns:a16="http://schemas.microsoft.com/office/drawing/2014/main" id="{4DBC600D-BC60-AF81-2088-7D6ED23E6209}"/>
                </a:ext>
              </a:extLst>
            </p:cNvPr>
            <p:cNvSpPr/>
            <p:nvPr/>
          </p:nvSpPr>
          <p:spPr bwMode="auto">
            <a:xfrm>
              <a:off x="4052" y="2782"/>
              <a:ext cx="242" cy="354"/>
            </a:xfrm>
            <a:custGeom>
              <a:avLst/>
              <a:gdLst>
                <a:gd name="T0" fmla="*/ 2 w 138"/>
                <a:gd name="T1" fmla="*/ 200 h 201"/>
                <a:gd name="T2" fmla="*/ 137 w 138"/>
                <a:gd name="T3" fmla="*/ 2 h 201"/>
                <a:gd name="T4" fmla="*/ 136 w 138"/>
                <a:gd name="T5" fmla="*/ 1 h 201"/>
                <a:gd name="T6" fmla="*/ 1 w 138"/>
                <a:gd name="T7" fmla="*/ 200 h 201"/>
                <a:gd name="T8" fmla="*/ 2 w 138"/>
                <a:gd name="T9" fmla="*/ 200 h 201"/>
              </a:gdLst>
              <a:ahLst/>
              <a:cxnLst>
                <a:cxn ang="0">
                  <a:pos x="T0" y="T1"/>
                </a:cxn>
                <a:cxn ang="0">
                  <a:pos x="T2" y="T3"/>
                </a:cxn>
                <a:cxn ang="0">
                  <a:pos x="T4" y="T5"/>
                </a:cxn>
                <a:cxn ang="0">
                  <a:pos x="T6" y="T7"/>
                </a:cxn>
                <a:cxn ang="0">
                  <a:pos x="T8" y="T9"/>
                </a:cxn>
              </a:cxnLst>
              <a:rect l="0" t="0" r="r" b="b"/>
              <a:pathLst>
                <a:path w="138" h="201">
                  <a:moveTo>
                    <a:pt x="2" y="200"/>
                  </a:moveTo>
                  <a:cubicBezTo>
                    <a:pt x="33" y="125"/>
                    <a:pt x="79" y="59"/>
                    <a:pt x="137" y="2"/>
                  </a:cubicBezTo>
                  <a:cubicBezTo>
                    <a:pt x="138" y="1"/>
                    <a:pt x="137" y="0"/>
                    <a:pt x="136" y="1"/>
                  </a:cubicBezTo>
                  <a:cubicBezTo>
                    <a:pt x="76" y="55"/>
                    <a:pt x="30" y="124"/>
                    <a:pt x="1" y="200"/>
                  </a:cubicBezTo>
                  <a:cubicBezTo>
                    <a:pt x="0" y="201"/>
                    <a:pt x="2" y="201"/>
                    <a:pt x="2" y="20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27" name="Freeform 904">
              <a:extLst>
                <a:ext uri="{FF2B5EF4-FFF2-40B4-BE49-F238E27FC236}">
                  <a16:creationId xmlns:a16="http://schemas.microsoft.com/office/drawing/2014/main" id="{BD1713A9-BA12-D69D-3BBD-089A0C8FBB6F}"/>
                </a:ext>
              </a:extLst>
            </p:cNvPr>
            <p:cNvSpPr/>
            <p:nvPr/>
          </p:nvSpPr>
          <p:spPr bwMode="auto">
            <a:xfrm>
              <a:off x="4069" y="2763"/>
              <a:ext cx="359" cy="355"/>
            </a:xfrm>
            <a:custGeom>
              <a:avLst/>
              <a:gdLst>
                <a:gd name="T0" fmla="*/ 2 w 204"/>
                <a:gd name="T1" fmla="*/ 202 h 202"/>
                <a:gd name="T2" fmla="*/ 203 w 204"/>
                <a:gd name="T3" fmla="*/ 3 h 202"/>
                <a:gd name="T4" fmla="*/ 202 w 204"/>
                <a:gd name="T5" fmla="*/ 1 h 202"/>
                <a:gd name="T6" fmla="*/ 1 w 204"/>
                <a:gd name="T7" fmla="*/ 201 h 202"/>
                <a:gd name="T8" fmla="*/ 2 w 204"/>
                <a:gd name="T9" fmla="*/ 202 h 202"/>
              </a:gdLst>
              <a:ahLst/>
              <a:cxnLst>
                <a:cxn ang="0">
                  <a:pos x="T0" y="T1"/>
                </a:cxn>
                <a:cxn ang="0">
                  <a:pos x="T2" y="T3"/>
                </a:cxn>
                <a:cxn ang="0">
                  <a:pos x="T4" y="T5"/>
                </a:cxn>
                <a:cxn ang="0">
                  <a:pos x="T6" y="T7"/>
                </a:cxn>
                <a:cxn ang="0">
                  <a:pos x="T8" y="T9"/>
                </a:cxn>
              </a:cxnLst>
              <a:rect l="0" t="0" r="r" b="b"/>
              <a:pathLst>
                <a:path w="204" h="202">
                  <a:moveTo>
                    <a:pt x="2" y="202"/>
                  </a:moveTo>
                  <a:cubicBezTo>
                    <a:pt x="56" y="121"/>
                    <a:pt x="124" y="58"/>
                    <a:pt x="203" y="3"/>
                  </a:cubicBezTo>
                  <a:cubicBezTo>
                    <a:pt x="204" y="2"/>
                    <a:pt x="203" y="0"/>
                    <a:pt x="202" y="1"/>
                  </a:cubicBezTo>
                  <a:cubicBezTo>
                    <a:pt x="121" y="50"/>
                    <a:pt x="52" y="122"/>
                    <a:pt x="1" y="201"/>
                  </a:cubicBezTo>
                  <a:cubicBezTo>
                    <a:pt x="0" y="202"/>
                    <a:pt x="1" y="202"/>
                    <a:pt x="2" y="20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28" name="Freeform 905">
              <a:extLst>
                <a:ext uri="{FF2B5EF4-FFF2-40B4-BE49-F238E27FC236}">
                  <a16:creationId xmlns:a16="http://schemas.microsoft.com/office/drawing/2014/main" id="{9D67C2A9-69A2-9468-1B92-EA627C339062}"/>
                </a:ext>
              </a:extLst>
            </p:cNvPr>
            <p:cNvSpPr/>
            <p:nvPr/>
          </p:nvSpPr>
          <p:spPr bwMode="auto">
            <a:xfrm>
              <a:off x="4089" y="2756"/>
              <a:ext cx="436" cy="341"/>
            </a:xfrm>
            <a:custGeom>
              <a:avLst/>
              <a:gdLst>
                <a:gd name="T0" fmla="*/ 1 w 248"/>
                <a:gd name="T1" fmla="*/ 194 h 194"/>
                <a:gd name="T2" fmla="*/ 247 w 248"/>
                <a:gd name="T3" fmla="*/ 2 h 194"/>
                <a:gd name="T4" fmla="*/ 246 w 248"/>
                <a:gd name="T5" fmla="*/ 0 h 194"/>
                <a:gd name="T6" fmla="*/ 0 w 248"/>
                <a:gd name="T7" fmla="*/ 193 h 194"/>
                <a:gd name="T8" fmla="*/ 1 w 248"/>
                <a:gd name="T9" fmla="*/ 194 h 194"/>
              </a:gdLst>
              <a:ahLst/>
              <a:cxnLst>
                <a:cxn ang="0">
                  <a:pos x="T0" y="T1"/>
                </a:cxn>
                <a:cxn ang="0">
                  <a:pos x="T2" y="T3"/>
                </a:cxn>
                <a:cxn ang="0">
                  <a:pos x="T4" y="T5"/>
                </a:cxn>
                <a:cxn ang="0">
                  <a:pos x="T6" y="T7"/>
                </a:cxn>
                <a:cxn ang="0">
                  <a:pos x="T8" y="T9"/>
                </a:cxn>
              </a:cxnLst>
              <a:rect l="0" t="0" r="r" b="b"/>
              <a:pathLst>
                <a:path w="248" h="194">
                  <a:moveTo>
                    <a:pt x="1" y="194"/>
                  </a:moveTo>
                  <a:cubicBezTo>
                    <a:pt x="71" y="113"/>
                    <a:pt x="154" y="52"/>
                    <a:pt x="247" y="2"/>
                  </a:cubicBezTo>
                  <a:cubicBezTo>
                    <a:pt x="248" y="1"/>
                    <a:pt x="247" y="0"/>
                    <a:pt x="246" y="0"/>
                  </a:cubicBezTo>
                  <a:cubicBezTo>
                    <a:pt x="152" y="44"/>
                    <a:pt x="67" y="114"/>
                    <a:pt x="0" y="193"/>
                  </a:cubicBezTo>
                  <a:cubicBezTo>
                    <a:pt x="0" y="193"/>
                    <a:pt x="1" y="194"/>
                    <a:pt x="1" y="19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29" name="Freeform 906">
              <a:extLst>
                <a:ext uri="{FF2B5EF4-FFF2-40B4-BE49-F238E27FC236}">
                  <a16:creationId xmlns:a16="http://schemas.microsoft.com/office/drawing/2014/main" id="{EF7E674F-9EEC-2278-6F03-C45D66A8C9A1}"/>
                </a:ext>
              </a:extLst>
            </p:cNvPr>
            <p:cNvSpPr/>
            <p:nvPr/>
          </p:nvSpPr>
          <p:spPr bwMode="auto">
            <a:xfrm>
              <a:off x="4103" y="2782"/>
              <a:ext cx="652" cy="320"/>
            </a:xfrm>
            <a:custGeom>
              <a:avLst/>
              <a:gdLst>
                <a:gd name="T0" fmla="*/ 2 w 371"/>
                <a:gd name="T1" fmla="*/ 181 h 182"/>
                <a:gd name="T2" fmla="*/ 369 w 371"/>
                <a:gd name="T3" fmla="*/ 3 h 182"/>
                <a:gd name="T4" fmla="*/ 369 w 371"/>
                <a:gd name="T5" fmla="*/ 1 h 182"/>
                <a:gd name="T6" fmla="*/ 1 w 371"/>
                <a:gd name="T7" fmla="*/ 180 h 182"/>
                <a:gd name="T8" fmla="*/ 2 w 371"/>
                <a:gd name="T9" fmla="*/ 181 h 182"/>
              </a:gdLst>
              <a:ahLst/>
              <a:cxnLst>
                <a:cxn ang="0">
                  <a:pos x="T0" y="T1"/>
                </a:cxn>
                <a:cxn ang="0">
                  <a:pos x="T2" y="T3"/>
                </a:cxn>
                <a:cxn ang="0">
                  <a:pos x="T4" y="T5"/>
                </a:cxn>
                <a:cxn ang="0">
                  <a:pos x="T6" y="T7"/>
                </a:cxn>
                <a:cxn ang="0">
                  <a:pos x="T8" y="T9"/>
                </a:cxn>
              </a:cxnLst>
              <a:rect l="0" t="0" r="r" b="b"/>
              <a:pathLst>
                <a:path w="371" h="182">
                  <a:moveTo>
                    <a:pt x="2" y="181"/>
                  </a:moveTo>
                  <a:cubicBezTo>
                    <a:pt x="113" y="98"/>
                    <a:pt x="236" y="40"/>
                    <a:pt x="369" y="3"/>
                  </a:cubicBezTo>
                  <a:cubicBezTo>
                    <a:pt x="371" y="2"/>
                    <a:pt x="370" y="0"/>
                    <a:pt x="369" y="1"/>
                  </a:cubicBezTo>
                  <a:cubicBezTo>
                    <a:pt x="236" y="32"/>
                    <a:pt x="108" y="97"/>
                    <a:pt x="1" y="180"/>
                  </a:cubicBezTo>
                  <a:cubicBezTo>
                    <a:pt x="0" y="181"/>
                    <a:pt x="1" y="182"/>
                    <a:pt x="2" y="18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30" name="Freeform 907">
              <a:extLst>
                <a:ext uri="{FF2B5EF4-FFF2-40B4-BE49-F238E27FC236}">
                  <a16:creationId xmlns:a16="http://schemas.microsoft.com/office/drawing/2014/main" id="{CA925B26-D6FD-B3F4-0629-AD69505A0A31}"/>
                </a:ext>
              </a:extLst>
            </p:cNvPr>
            <p:cNvSpPr/>
            <p:nvPr/>
          </p:nvSpPr>
          <p:spPr bwMode="auto">
            <a:xfrm>
              <a:off x="4106" y="2800"/>
              <a:ext cx="753" cy="292"/>
            </a:xfrm>
            <a:custGeom>
              <a:avLst/>
              <a:gdLst>
                <a:gd name="T0" fmla="*/ 2 w 428"/>
                <a:gd name="T1" fmla="*/ 166 h 166"/>
                <a:gd name="T2" fmla="*/ 212 w 428"/>
                <a:gd name="T3" fmla="*/ 68 h 166"/>
                <a:gd name="T4" fmla="*/ 427 w 428"/>
                <a:gd name="T5" fmla="*/ 3 h 166"/>
                <a:gd name="T6" fmla="*/ 427 w 428"/>
                <a:gd name="T7" fmla="*/ 1 h 166"/>
                <a:gd name="T8" fmla="*/ 1 w 428"/>
                <a:gd name="T9" fmla="*/ 164 h 166"/>
                <a:gd name="T10" fmla="*/ 2 w 428"/>
                <a:gd name="T11" fmla="*/ 166 h 166"/>
              </a:gdLst>
              <a:ahLst/>
              <a:cxnLst>
                <a:cxn ang="0">
                  <a:pos x="T0" y="T1"/>
                </a:cxn>
                <a:cxn ang="0">
                  <a:pos x="T2" y="T3"/>
                </a:cxn>
                <a:cxn ang="0">
                  <a:pos x="T4" y="T5"/>
                </a:cxn>
                <a:cxn ang="0">
                  <a:pos x="T6" y="T7"/>
                </a:cxn>
                <a:cxn ang="0">
                  <a:pos x="T8" y="T9"/>
                </a:cxn>
                <a:cxn ang="0">
                  <a:pos x="T10" y="T11"/>
                </a:cxn>
              </a:cxnLst>
              <a:rect l="0" t="0" r="r" b="b"/>
              <a:pathLst>
                <a:path w="428" h="166">
                  <a:moveTo>
                    <a:pt x="2" y="166"/>
                  </a:moveTo>
                  <a:cubicBezTo>
                    <a:pt x="70" y="129"/>
                    <a:pt x="140" y="96"/>
                    <a:pt x="212" y="68"/>
                  </a:cubicBezTo>
                  <a:cubicBezTo>
                    <a:pt x="283" y="42"/>
                    <a:pt x="354" y="22"/>
                    <a:pt x="427" y="3"/>
                  </a:cubicBezTo>
                  <a:cubicBezTo>
                    <a:pt x="428" y="2"/>
                    <a:pt x="428" y="0"/>
                    <a:pt x="427" y="1"/>
                  </a:cubicBezTo>
                  <a:cubicBezTo>
                    <a:pt x="279" y="31"/>
                    <a:pt x="132" y="90"/>
                    <a:pt x="1" y="164"/>
                  </a:cubicBezTo>
                  <a:cubicBezTo>
                    <a:pt x="0" y="165"/>
                    <a:pt x="1" y="166"/>
                    <a:pt x="2" y="16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31" name="Freeform 908">
              <a:extLst>
                <a:ext uri="{FF2B5EF4-FFF2-40B4-BE49-F238E27FC236}">
                  <a16:creationId xmlns:a16="http://schemas.microsoft.com/office/drawing/2014/main" id="{38CABD44-3A3C-2A4B-FE52-74039070FDBF}"/>
                </a:ext>
              </a:extLst>
            </p:cNvPr>
            <p:cNvSpPr/>
            <p:nvPr/>
          </p:nvSpPr>
          <p:spPr bwMode="auto">
            <a:xfrm>
              <a:off x="4235" y="2826"/>
              <a:ext cx="694" cy="225"/>
            </a:xfrm>
            <a:custGeom>
              <a:avLst/>
              <a:gdLst>
                <a:gd name="T0" fmla="*/ 2 w 395"/>
                <a:gd name="T1" fmla="*/ 128 h 128"/>
                <a:gd name="T2" fmla="*/ 198 w 395"/>
                <a:gd name="T3" fmla="*/ 52 h 128"/>
                <a:gd name="T4" fmla="*/ 394 w 395"/>
                <a:gd name="T5" fmla="*/ 2 h 128"/>
                <a:gd name="T6" fmla="*/ 394 w 395"/>
                <a:gd name="T7" fmla="*/ 0 h 128"/>
                <a:gd name="T8" fmla="*/ 1 w 395"/>
                <a:gd name="T9" fmla="*/ 127 h 128"/>
                <a:gd name="T10" fmla="*/ 2 w 395"/>
                <a:gd name="T11" fmla="*/ 128 h 128"/>
              </a:gdLst>
              <a:ahLst/>
              <a:cxnLst>
                <a:cxn ang="0">
                  <a:pos x="T0" y="T1"/>
                </a:cxn>
                <a:cxn ang="0">
                  <a:pos x="T2" y="T3"/>
                </a:cxn>
                <a:cxn ang="0">
                  <a:pos x="T4" y="T5"/>
                </a:cxn>
                <a:cxn ang="0">
                  <a:pos x="T6" y="T7"/>
                </a:cxn>
                <a:cxn ang="0">
                  <a:pos x="T8" y="T9"/>
                </a:cxn>
                <a:cxn ang="0">
                  <a:pos x="T10" y="T11"/>
                </a:cxn>
              </a:cxnLst>
              <a:rect l="0" t="0" r="r" b="b"/>
              <a:pathLst>
                <a:path w="395" h="128">
                  <a:moveTo>
                    <a:pt x="2" y="128"/>
                  </a:moveTo>
                  <a:cubicBezTo>
                    <a:pt x="66" y="100"/>
                    <a:pt x="131" y="74"/>
                    <a:pt x="198" y="52"/>
                  </a:cubicBezTo>
                  <a:cubicBezTo>
                    <a:pt x="262" y="31"/>
                    <a:pt x="328" y="16"/>
                    <a:pt x="394" y="2"/>
                  </a:cubicBezTo>
                  <a:cubicBezTo>
                    <a:pt x="395" y="1"/>
                    <a:pt x="395" y="0"/>
                    <a:pt x="394" y="0"/>
                  </a:cubicBezTo>
                  <a:cubicBezTo>
                    <a:pt x="259" y="23"/>
                    <a:pt x="124" y="67"/>
                    <a:pt x="1" y="127"/>
                  </a:cubicBezTo>
                  <a:cubicBezTo>
                    <a:pt x="0" y="127"/>
                    <a:pt x="1" y="128"/>
                    <a:pt x="2" y="1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32" name="Freeform 909">
              <a:extLst>
                <a:ext uri="{FF2B5EF4-FFF2-40B4-BE49-F238E27FC236}">
                  <a16:creationId xmlns:a16="http://schemas.microsoft.com/office/drawing/2014/main" id="{E32E66DA-06B2-A612-F86B-DF2EFCF7F987}"/>
                </a:ext>
              </a:extLst>
            </p:cNvPr>
            <p:cNvSpPr/>
            <p:nvPr/>
          </p:nvSpPr>
          <p:spPr bwMode="auto">
            <a:xfrm>
              <a:off x="4467" y="2821"/>
              <a:ext cx="620" cy="181"/>
            </a:xfrm>
            <a:custGeom>
              <a:avLst/>
              <a:gdLst>
                <a:gd name="T0" fmla="*/ 1 w 353"/>
                <a:gd name="T1" fmla="*/ 103 h 103"/>
                <a:gd name="T2" fmla="*/ 352 w 353"/>
                <a:gd name="T3" fmla="*/ 2 h 103"/>
                <a:gd name="T4" fmla="*/ 351 w 353"/>
                <a:gd name="T5" fmla="*/ 1 h 103"/>
                <a:gd name="T6" fmla="*/ 1 w 353"/>
                <a:gd name="T7" fmla="*/ 102 h 103"/>
                <a:gd name="T8" fmla="*/ 1 w 353"/>
                <a:gd name="T9" fmla="*/ 103 h 103"/>
              </a:gdLst>
              <a:ahLst/>
              <a:cxnLst>
                <a:cxn ang="0">
                  <a:pos x="T0" y="T1"/>
                </a:cxn>
                <a:cxn ang="0">
                  <a:pos x="T2" y="T3"/>
                </a:cxn>
                <a:cxn ang="0">
                  <a:pos x="T4" y="T5"/>
                </a:cxn>
                <a:cxn ang="0">
                  <a:pos x="T6" y="T7"/>
                </a:cxn>
                <a:cxn ang="0">
                  <a:pos x="T8" y="T9"/>
                </a:cxn>
              </a:cxnLst>
              <a:rect l="0" t="0" r="r" b="b"/>
              <a:pathLst>
                <a:path w="353" h="103">
                  <a:moveTo>
                    <a:pt x="1" y="103"/>
                  </a:moveTo>
                  <a:cubicBezTo>
                    <a:pt x="116" y="59"/>
                    <a:pt x="232" y="28"/>
                    <a:pt x="352" y="2"/>
                  </a:cubicBezTo>
                  <a:cubicBezTo>
                    <a:pt x="353" y="2"/>
                    <a:pt x="352" y="0"/>
                    <a:pt x="351" y="1"/>
                  </a:cubicBezTo>
                  <a:cubicBezTo>
                    <a:pt x="232" y="19"/>
                    <a:pt x="113" y="57"/>
                    <a:pt x="1" y="102"/>
                  </a:cubicBezTo>
                  <a:cubicBezTo>
                    <a:pt x="0" y="102"/>
                    <a:pt x="0" y="103"/>
                    <a:pt x="1" y="10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33" name="Freeform 910">
              <a:extLst>
                <a:ext uri="{FF2B5EF4-FFF2-40B4-BE49-F238E27FC236}">
                  <a16:creationId xmlns:a16="http://schemas.microsoft.com/office/drawing/2014/main" id="{F5547768-CAA3-5EAE-6290-A9C9771E8165}"/>
                </a:ext>
              </a:extLst>
            </p:cNvPr>
            <p:cNvSpPr/>
            <p:nvPr/>
          </p:nvSpPr>
          <p:spPr bwMode="auto">
            <a:xfrm>
              <a:off x="4658" y="2865"/>
              <a:ext cx="530" cy="123"/>
            </a:xfrm>
            <a:custGeom>
              <a:avLst/>
              <a:gdLst>
                <a:gd name="T0" fmla="*/ 1 w 301"/>
                <a:gd name="T1" fmla="*/ 70 h 70"/>
                <a:gd name="T2" fmla="*/ 300 w 301"/>
                <a:gd name="T3" fmla="*/ 1 h 70"/>
                <a:gd name="T4" fmla="*/ 300 w 301"/>
                <a:gd name="T5" fmla="*/ 0 h 70"/>
                <a:gd name="T6" fmla="*/ 1 w 301"/>
                <a:gd name="T7" fmla="*/ 69 h 70"/>
                <a:gd name="T8" fmla="*/ 1 w 301"/>
                <a:gd name="T9" fmla="*/ 70 h 70"/>
              </a:gdLst>
              <a:ahLst/>
              <a:cxnLst>
                <a:cxn ang="0">
                  <a:pos x="T0" y="T1"/>
                </a:cxn>
                <a:cxn ang="0">
                  <a:pos x="T2" y="T3"/>
                </a:cxn>
                <a:cxn ang="0">
                  <a:pos x="T4" y="T5"/>
                </a:cxn>
                <a:cxn ang="0">
                  <a:pos x="T6" y="T7"/>
                </a:cxn>
                <a:cxn ang="0">
                  <a:pos x="T8" y="T9"/>
                </a:cxn>
              </a:cxnLst>
              <a:rect l="0" t="0" r="r" b="b"/>
              <a:pathLst>
                <a:path w="301" h="70">
                  <a:moveTo>
                    <a:pt x="1" y="70"/>
                  </a:moveTo>
                  <a:cubicBezTo>
                    <a:pt x="99" y="37"/>
                    <a:pt x="198" y="17"/>
                    <a:pt x="300" y="1"/>
                  </a:cubicBezTo>
                  <a:cubicBezTo>
                    <a:pt x="301" y="1"/>
                    <a:pt x="301" y="0"/>
                    <a:pt x="300" y="0"/>
                  </a:cubicBezTo>
                  <a:cubicBezTo>
                    <a:pt x="199" y="8"/>
                    <a:pt x="96" y="34"/>
                    <a:pt x="1" y="69"/>
                  </a:cubicBezTo>
                  <a:cubicBezTo>
                    <a:pt x="0" y="69"/>
                    <a:pt x="0" y="70"/>
                    <a:pt x="1" y="7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34" name="Freeform 911">
              <a:extLst>
                <a:ext uri="{FF2B5EF4-FFF2-40B4-BE49-F238E27FC236}">
                  <a16:creationId xmlns:a16="http://schemas.microsoft.com/office/drawing/2014/main" id="{28B215C6-8E22-7F48-211D-963B8A1F42A7}"/>
                </a:ext>
              </a:extLst>
            </p:cNvPr>
            <p:cNvSpPr/>
            <p:nvPr/>
          </p:nvSpPr>
          <p:spPr bwMode="auto">
            <a:xfrm>
              <a:off x="4848" y="2881"/>
              <a:ext cx="449" cy="98"/>
            </a:xfrm>
            <a:custGeom>
              <a:avLst/>
              <a:gdLst>
                <a:gd name="T0" fmla="*/ 1 w 255"/>
                <a:gd name="T1" fmla="*/ 56 h 56"/>
                <a:gd name="T2" fmla="*/ 124 w 255"/>
                <a:gd name="T3" fmla="*/ 27 h 56"/>
                <a:gd name="T4" fmla="*/ 254 w 255"/>
                <a:gd name="T5" fmla="*/ 5 h 56"/>
                <a:gd name="T6" fmla="*/ 254 w 255"/>
                <a:gd name="T7" fmla="*/ 4 h 56"/>
                <a:gd name="T8" fmla="*/ 131 w 255"/>
                <a:gd name="T9" fmla="*/ 23 h 56"/>
                <a:gd name="T10" fmla="*/ 1 w 255"/>
                <a:gd name="T11" fmla="*/ 55 h 56"/>
                <a:gd name="T12" fmla="*/ 1 w 255"/>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255" h="56">
                  <a:moveTo>
                    <a:pt x="1" y="56"/>
                  </a:moveTo>
                  <a:cubicBezTo>
                    <a:pt x="42" y="47"/>
                    <a:pt x="83" y="37"/>
                    <a:pt x="124" y="27"/>
                  </a:cubicBezTo>
                  <a:cubicBezTo>
                    <a:pt x="167" y="16"/>
                    <a:pt x="209" y="4"/>
                    <a:pt x="254" y="5"/>
                  </a:cubicBezTo>
                  <a:cubicBezTo>
                    <a:pt x="255" y="5"/>
                    <a:pt x="255" y="4"/>
                    <a:pt x="254" y="4"/>
                  </a:cubicBezTo>
                  <a:cubicBezTo>
                    <a:pt x="212" y="0"/>
                    <a:pt x="171" y="13"/>
                    <a:pt x="131" y="23"/>
                  </a:cubicBezTo>
                  <a:cubicBezTo>
                    <a:pt x="87" y="33"/>
                    <a:pt x="44" y="44"/>
                    <a:pt x="1" y="55"/>
                  </a:cubicBezTo>
                  <a:cubicBezTo>
                    <a:pt x="0" y="55"/>
                    <a:pt x="0" y="56"/>
                    <a:pt x="1" y="5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35" name="Freeform 912">
              <a:extLst>
                <a:ext uri="{FF2B5EF4-FFF2-40B4-BE49-F238E27FC236}">
                  <a16:creationId xmlns:a16="http://schemas.microsoft.com/office/drawing/2014/main" id="{0F0BEA87-A6D2-90D1-FFB7-3FBD4729CBB9}"/>
                </a:ext>
              </a:extLst>
            </p:cNvPr>
            <p:cNvSpPr/>
            <p:nvPr/>
          </p:nvSpPr>
          <p:spPr bwMode="auto">
            <a:xfrm>
              <a:off x="5010" y="2918"/>
              <a:ext cx="332" cy="68"/>
            </a:xfrm>
            <a:custGeom>
              <a:avLst/>
              <a:gdLst>
                <a:gd name="T0" fmla="*/ 2 w 189"/>
                <a:gd name="T1" fmla="*/ 39 h 39"/>
                <a:gd name="T2" fmla="*/ 188 w 189"/>
                <a:gd name="T3" fmla="*/ 2 h 39"/>
                <a:gd name="T4" fmla="*/ 187 w 189"/>
                <a:gd name="T5" fmla="*/ 0 h 39"/>
                <a:gd name="T6" fmla="*/ 1 w 189"/>
                <a:gd name="T7" fmla="*/ 38 h 39"/>
                <a:gd name="T8" fmla="*/ 2 w 189"/>
                <a:gd name="T9" fmla="*/ 39 h 39"/>
              </a:gdLst>
              <a:ahLst/>
              <a:cxnLst>
                <a:cxn ang="0">
                  <a:pos x="T0" y="T1"/>
                </a:cxn>
                <a:cxn ang="0">
                  <a:pos x="T2" y="T3"/>
                </a:cxn>
                <a:cxn ang="0">
                  <a:pos x="T4" y="T5"/>
                </a:cxn>
                <a:cxn ang="0">
                  <a:pos x="T6" y="T7"/>
                </a:cxn>
                <a:cxn ang="0">
                  <a:pos x="T8" y="T9"/>
                </a:cxn>
              </a:cxnLst>
              <a:rect l="0" t="0" r="r" b="b"/>
              <a:pathLst>
                <a:path w="189" h="39">
                  <a:moveTo>
                    <a:pt x="2" y="39"/>
                  </a:moveTo>
                  <a:cubicBezTo>
                    <a:pt x="64" y="28"/>
                    <a:pt x="126" y="16"/>
                    <a:pt x="188" y="2"/>
                  </a:cubicBezTo>
                  <a:cubicBezTo>
                    <a:pt x="189" y="1"/>
                    <a:pt x="188" y="0"/>
                    <a:pt x="187" y="0"/>
                  </a:cubicBezTo>
                  <a:cubicBezTo>
                    <a:pt x="125" y="11"/>
                    <a:pt x="63" y="24"/>
                    <a:pt x="1" y="38"/>
                  </a:cubicBezTo>
                  <a:cubicBezTo>
                    <a:pt x="0" y="38"/>
                    <a:pt x="1" y="39"/>
                    <a:pt x="2" y="3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36" name="Freeform 913">
              <a:extLst>
                <a:ext uri="{FF2B5EF4-FFF2-40B4-BE49-F238E27FC236}">
                  <a16:creationId xmlns:a16="http://schemas.microsoft.com/office/drawing/2014/main" id="{2253D08C-B42C-8979-F4CF-CD3C65C5E2C6}"/>
                </a:ext>
              </a:extLst>
            </p:cNvPr>
            <p:cNvSpPr/>
            <p:nvPr/>
          </p:nvSpPr>
          <p:spPr bwMode="auto">
            <a:xfrm>
              <a:off x="5184" y="2955"/>
              <a:ext cx="222" cy="43"/>
            </a:xfrm>
            <a:custGeom>
              <a:avLst/>
              <a:gdLst>
                <a:gd name="T0" fmla="*/ 1 w 126"/>
                <a:gd name="T1" fmla="*/ 25 h 25"/>
                <a:gd name="T2" fmla="*/ 124 w 126"/>
                <a:gd name="T3" fmla="*/ 5 h 25"/>
                <a:gd name="T4" fmla="*/ 124 w 126"/>
                <a:gd name="T5" fmla="*/ 3 h 25"/>
                <a:gd name="T6" fmla="*/ 1 w 126"/>
                <a:gd name="T7" fmla="*/ 24 h 25"/>
                <a:gd name="T8" fmla="*/ 1 w 126"/>
                <a:gd name="T9" fmla="*/ 25 h 25"/>
              </a:gdLst>
              <a:ahLst/>
              <a:cxnLst>
                <a:cxn ang="0">
                  <a:pos x="T0" y="T1"/>
                </a:cxn>
                <a:cxn ang="0">
                  <a:pos x="T2" y="T3"/>
                </a:cxn>
                <a:cxn ang="0">
                  <a:pos x="T4" y="T5"/>
                </a:cxn>
                <a:cxn ang="0">
                  <a:pos x="T6" y="T7"/>
                </a:cxn>
                <a:cxn ang="0">
                  <a:pos x="T8" y="T9"/>
                </a:cxn>
              </a:cxnLst>
              <a:rect l="0" t="0" r="r" b="b"/>
              <a:pathLst>
                <a:path w="126" h="25">
                  <a:moveTo>
                    <a:pt x="1" y="25"/>
                  </a:moveTo>
                  <a:cubicBezTo>
                    <a:pt x="41" y="17"/>
                    <a:pt x="83" y="3"/>
                    <a:pt x="124" y="5"/>
                  </a:cubicBezTo>
                  <a:cubicBezTo>
                    <a:pt x="126" y="5"/>
                    <a:pt x="126" y="3"/>
                    <a:pt x="124" y="3"/>
                  </a:cubicBezTo>
                  <a:cubicBezTo>
                    <a:pt x="83" y="0"/>
                    <a:pt x="40" y="15"/>
                    <a:pt x="1" y="24"/>
                  </a:cubicBezTo>
                  <a:cubicBezTo>
                    <a:pt x="0" y="24"/>
                    <a:pt x="0" y="25"/>
                    <a:pt x="1"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37" name="Freeform 914">
              <a:extLst>
                <a:ext uri="{FF2B5EF4-FFF2-40B4-BE49-F238E27FC236}">
                  <a16:creationId xmlns:a16="http://schemas.microsoft.com/office/drawing/2014/main" id="{07478EF2-E1C1-C6DF-6986-2AC0D14A037F}"/>
                </a:ext>
              </a:extLst>
            </p:cNvPr>
            <p:cNvSpPr/>
            <p:nvPr/>
          </p:nvSpPr>
          <p:spPr bwMode="auto">
            <a:xfrm>
              <a:off x="5289" y="3002"/>
              <a:ext cx="150" cy="25"/>
            </a:xfrm>
            <a:custGeom>
              <a:avLst/>
              <a:gdLst>
                <a:gd name="T0" fmla="*/ 2 w 85"/>
                <a:gd name="T1" fmla="*/ 14 h 14"/>
                <a:gd name="T2" fmla="*/ 84 w 85"/>
                <a:gd name="T3" fmla="*/ 3 h 14"/>
                <a:gd name="T4" fmla="*/ 84 w 85"/>
                <a:gd name="T5" fmla="*/ 1 h 14"/>
                <a:gd name="T6" fmla="*/ 1 w 85"/>
                <a:gd name="T7" fmla="*/ 13 h 14"/>
                <a:gd name="T8" fmla="*/ 2 w 85"/>
                <a:gd name="T9" fmla="*/ 14 h 14"/>
              </a:gdLst>
              <a:ahLst/>
              <a:cxnLst>
                <a:cxn ang="0">
                  <a:pos x="T0" y="T1"/>
                </a:cxn>
                <a:cxn ang="0">
                  <a:pos x="T2" y="T3"/>
                </a:cxn>
                <a:cxn ang="0">
                  <a:pos x="T4" y="T5"/>
                </a:cxn>
                <a:cxn ang="0">
                  <a:pos x="T6" y="T7"/>
                </a:cxn>
                <a:cxn ang="0">
                  <a:pos x="T8" y="T9"/>
                </a:cxn>
              </a:cxnLst>
              <a:rect l="0" t="0" r="r" b="b"/>
              <a:pathLst>
                <a:path w="85" h="14">
                  <a:moveTo>
                    <a:pt x="2" y="14"/>
                  </a:moveTo>
                  <a:cubicBezTo>
                    <a:pt x="29" y="7"/>
                    <a:pt x="56" y="4"/>
                    <a:pt x="84" y="3"/>
                  </a:cubicBezTo>
                  <a:cubicBezTo>
                    <a:pt x="85" y="3"/>
                    <a:pt x="85" y="2"/>
                    <a:pt x="84" y="1"/>
                  </a:cubicBezTo>
                  <a:cubicBezTo>
                    <a:pt x="56" y="0"/>
                    <a:pt x="28" y="5"/>
                    <a:pt x="1" y="13"/>
                  </a:cubicBezTo>
                  <a:cubicBezTo>
                    <a:pt x="0" y="13"/>
                    <a:pt x="1" y="14"/>
                    <a:pt x="2"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38" name="Freeform 915">
              <a:extLst>
                <a:ext uri="{FF2B5EF4-FFF2-40B4-BE49-F238E27FC236}">
                  <a16:creationId xmlns:a16="http://schemas.microsoft.com/office/drawing/2014/main" id="{AAECE0FE-BF53-9780-0548-77EBA47578A8}"/>
                </a:ext>
              </a:extLst>
            </p:cNvPr>
            <p:cNvSpPr/>
            <p:nvPr/>
          </p:nvSpPr>
          <p:spPr bwMode="auto">
            <a:xfrm>
              <a:off x="5370" y="3035"/>
              <a:ext cx="67" cy="9"/>
            </a:xfrm>
            <a:custGeom>
              <a:avLst/>
              <a:gdLst>
                <a:gd name="T0" fmla="*/ 1 w 38"/>
                <a:gd name="T1" fmla="*/ 5 h 5"/>
                <a:gd name="T2" fmla="*/ 37 w 38"/>
                <a:gd name="T3" fmla="*/ 1 h 5"/>
                <a:gd name="T4" fmla="*/ 37 w 38"/>
                <a:gd name="T5" fmla="*/ 0 h 5"/>
                <a:gd name="T6" fmla="*/ 1 w 38"/>
                <a:gd name="T7" fmla="*/ 3 h 5"/>
                <a:gd name="T8" fmla="*/ 1 w 38"/>
                <a:gd name="T9" fmla="*/ 5 h 5"/>
              </a:gdLst>
              <a:ahLst/>
              <a:cxnLst>
                <a:cxn ang="0">
                  <a:pos x="T0" y="T1"/>
                </a:cxn>
                <a:cxn ang="0">
                  <a:pos x="T2" y="T3"/>
                </a:cxn>
                <a:cxn ang="0">
                  <a:pos x="T4" y="T5"/>
                </a:cxn>
                <a:cxn ang="0">
                  <a:pos x="T6" y="T7"/>
                </a:cxn>
                <a:cxn ang="0">
                  <a:pos x="T8" y="T9"/>
                </a:cxn>
              </a:cxnLst>
              <a:rect l="0" t="0" r="r" b="b"/>
              <a:pathLst>
                <a:path w="38" h="5">
                  <a:moveTo>
                    <a:pt x="1" y="5"/>
                  </a:moveTo>
                  <a:cubicBezTo>
                    <a:pt x="13" y="4"/>
                    <a:pt x="25" y="3"/>
                    <a:pt x="37" y="1"/>
                  </a:cubicBezTo>
                  <a:cubicBezTo>
                    <a:pt x="38" y="1"/>
                    <a:pt x="38" y="0"/>
                    <a:pt x="37" y="0"/>
                  </a:cubicBezTo>
                  <a:cubicBezTo>
                    <a:pt x="25" y="0"/>
                    <a:pt x="13" y="2"/>
                    <a:pt x="1" y="3"/>
                  </a:cubicBezTo>
                  <a:cubicBezTo>
                    <a:pt x="0" y="3"/>
                    <a:pt x="0" y="5"/>
                    <a:pt x="1"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39" name="Freeform 916">
              <a:extLst>
                <a:ext uri="{FF2B5EF4-FFF2-40B4-BE49-F238E27FC236}">
                  <a16:creationId xmlns:a16="http://schemas.microsoft.com/office/drawing/2014/main" id="{369657FB-3CAD-0C0C-C9CA-AE91B643E082}"/>
                </a:ext>
              </a:extLst>
            </p:cNvPr>
            <p:cNvSpPr/>
            <p:nvPr/>
          </p:nvSpPr>
          <p:spPr bwMode="auto">
            <a:xfrm>
              <a:off x="5003" y="2991"/>
              <a:ext cx="425" cy="187"/>
            </a:xfrm>
            <a:custGeom>
              <a:avLst/>
              <a:gdLst>
                <a:gd name="T0" fmla="*/ 1 w 242"/>
                <a:gd name="T1" fmla="*/ 1 h 106"/>
                <a:gd name="T2" fmla="*/ 129 w 242"/>
                <a:gd name="T3" fmla="*/ 39 h 106"/>
                <a:gd name="T4" fmla="*/ 240 w 242"/>
                <a:gd name="T5" fmla="*/ 105 h 106"/>
                <a:gd name="T6" fmla="*/ 241 w 242"/>
                <a:gd name="T7" fmla="*/ 104 h 106"/>
                <a:gd name="T8" fmla="*/ 133 w 242"/>
                <a:gd name="T9" fmla="*/ 38 h 106"/>
                <a:gd name="T10" fmla="*/ 1 w 242"/>
                <a:gd name="T11" fmla="*/ 0 h 106"/>
                <a:gd name="T12" fmla="*/ 1 w 242"/>
                <a:gd name="T13" fmla="*/ 1 h 106"/>
              </a:gdLst>
              <a:ahLst/>
              <a:cxnLst>
                <a:cxn ang="0">
                  <a:pos x="T0" y="T1"/>
                </a:cxn>
                <a:cxn ang="0">
                  <a:pos x="T2" y="T3"/>
                </a:cxn>
                <a:cxn ang="0">
                  <a:pos x="T4" y="T5"/>
                </a:cxn>
                <a:cxn ang="0">
                  <a:pos x="T6" y="T7"/>
                </a:cxn>
                <a:cxn ang="0">
                  <a:pos x="T8" y="T9"/>
                </a:cxn>
                <a:cxn ang="0">
                  <a:pos x="T10" y="T11"/>
                </a:cxn>
                <a:cxn ang="0">
                  <a:pos x="T12" y="T13"/>
                </a:cxn>
              </a:cxnLst>
              <a:rect l="0" t="0" r="r" b="b"/>
              <a:pathLst>
                <a:path w="242" h="106">
                  <a:moveTo>
                    <a:pt x="1" y="1"/>
                  </a:moveTo>
                  <a:cubicBezTo>
                    <a:pt x="43" y="13"/>
                    <a:pt x="88" y="23"/>
                    <a:pt x="129" y="39"/>
                  </a:cubicBezTo>
                  <a:cubicBezTo>
                    <a:pt x="169" y="55"/>
                    <a:pt x="202" y="85"/>
                    <a:pt x="240" y="105"/>
                  </a:cubicBezTo>
                  <a:cubicBezTo>
                    <a:pt x="241" y="106"/>
                    <a:pt x="242" y="105"/>
                    <a:pt x="241" y="104"/>
                  </a:cubicBezTo>
                  <a:cubicBezTo>
                    <a:pt x="208" y="80"/>
                    <a:pt x="171" y="54"/>
                    <a:pt x="133" y="38"/>
                  </a:cubicBezTo>
                  <a:cubicBezTo>
                    <a:pt x="92" y="20"/>
                    <a:pt x="45" y="12"/>
                    <a:pt x="1" y="0"/>
                  </a:cubicBezTo>
                  <a:cubicBezTo>
                    <a:pt x="0" y="0"/>
                    <a:pt x="0" y="1"/>
                    <a:pt x="1"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40" name="Freeform 917">
              <a:extLst>
                <a:ext uri="{FF2B5EF4-FFF2-40B4-BE49-F238E27FC236}">
                  <a16:creationId xmlns:a16="http://schemas.microsoft.com/office/drawing/2014/main" id="{4E6E5608-4FC7-7106-0F30-6573F407292C}"/>
                </a:ext>
              </a:extLst>
            </p:cNvPr>
            <p:cNvSpPr/>
            <p:nvPr/>
          </p:nvSpPr>
          <p:spPr bwMode="auto">
            <a:xfrm>
              <a:off x="5158" y="3000"/>
              <a:ext cx="284" cy="157"/>
            </a:xfrm>
            <a:custGeom>
              <a:avLst/>
              <a:gdLst>
                <a:gd name="T0" fmla="*/ 1 w 162"/>
                <a:gd name="T1" fmla="*/ 2 h 89"/>
                <a:gd name="T2" fmla="*/ 87 w 162"/>
                <a:gd name="T3" fmla="*/ 39 h 89"/>
                <a:gd name="T4" fmla="*/ 160 w 162"/>
                <a:gd name="T5" fmla="*/ 89 h 89"/>
                <a:gd name="T6" fmla="*/ 161 w 162"/>
                <a:gd name="T7" fmla="*/ 87 h 89"/>
                <a:gd name="T8" fmla="*/ 88 w 162"/>
                <a:gd name="T9" fmla="*/ 37 h 89"/>
                <a:gd name="T10" fmla="*/ 2 w 162"/>
                <a:gd name="T11" fmla="*/ 1 h 89"/>
                <a:gd name="T12" fmla="*/ 1 w 162"/>
                <a:gd name="T13" fmla="*/ 2 h 89"/>
              </a:gdLst>
              <a:ahLst/>
              <a:cxnLst>
                <a:cxn ang="0">
                  <a:pos x="T0" y="T1"/>
                </a:cxn>
                <a:cxn ang="0">
                  <a:pos x="T2" y="T3"/>
                </a:cxn>
                <a:cxn ang="0">
                  <a:pos x="T4" y="T5"/>
                </a:cxn>
                <a:cxn ang="0">
                  <a:pos x="T6" y="T7"/>
                </a:cxn>
                <a:cxn ang="0">
                  <a:pos x="T8" y="T9"/>
                </a:cxn>
                <a:cxn ang="0">
                  <a:pos x="T10" y="T11"/>
                </a:cxn>
                <a:cxn ang="0">
                  <a:pos x="T12" y="T13"/>
                </a:cxn>
              </a:cxnLst>
              <a:rect l="0" t="0" r="r" b="b"/>
              <a:pathLst>
                <a:path w="162" h="89">
                  <a:moveTo>
                    <a:pt x="1" y="2"/>
                  </a:moveTo>
                  <a:cubicBezTo>
                    <a:pt x="30" y="15"/>
                    <a:pt x="59" y="26"/>
                    <a:pt x="87" y="39"/>
                  </a:cubicBezTo>
                  <a:cubicBezTo>
                    <a:pt x="114" y="51"/>
                    <a:pt x="136" y="71"/>
                    <a:pt x="160" y="89"/>
                  </a:cubicBezTo>
                  <a:cubicBezTo>
                    <a:pt x="161" y="89"/>
                    <a:pt x="162" y="87"/>
                    <a:pt x="161" y="87"/>
                  </a:cubicBezTo>
                  <a:cubicBezTo>
                    <a:pt x="138" y="68"/>
                    <a:pt x="115" y="49"/>
                    <a:pt x="88" y="37"/>
                  </a:cubicBezTo>
                  <a:cubicBezTo>
                    <a:pt x="60" y="24"/>
                    <a:pt x="31" y="12"/>
                    <a:pt x="2" y="1"/>
                  </a:cubicBezTo>
                  <a:cubicBezTo>
                    <a:pt x="1" y="0"/>
                    <a:pt x="0" y="2"/>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41" name="Freeform 918">
              <a:extLst>
                <a:ext uri="{FF2B5EF4-FFF2-40B4-BE49-F238E27FC236}">
                  <a16:creationId xmlns:a16="http://schemas.microsoft.com/office/drawing/2014/main" id="{6DD8EC2A-CD66-2CCE-6290-52AAF458F1B0}"/>
                </a:ext>
              </a:extLst>
            </p:cNvPr>
            <p:cNvSpPr/>
            <p:nvPr/>
          </p:nvSpPr>
          <p:spPr bwMode="auto">
            <a:xfrm>
              <a:off x="5286" y="3025"/>
              <a:ext cx="149" cy="88"/>
            </a:xfrm>
            <a:custGeom>
              <a:avLst/>
              <a:gdLst>
                <a:gd name="T0" fmla="*/ 1 w 85"/>
                <a:gd name="T1" fmla="*/ 1 h 50"/>
                <a:gd name="T2" fmla="*/ 83 w 85"/>
                <a:gd name="T3" fmla="*/ 49 h 50"/>
                <a:gd name="T4" fmla="*/ 84 w 85"/>
                <a:gd name="T5" fmla="*/ 48 h 50"/>
                <a:gd name="T6" fmla="*/ 41 w 85"/>
                <a:gd name="T7" fmla="*/ 17 h 50"/>
                <a:gd name="T8" fmla="*/ 1 w 85"/>
                <a:gd name="T9" fmla="*/ 0 h 50"/>
                <a:gd name="T10" fmla="*/ 1 w 85"/>
                <a:gd name="T11" fmla="*/ 1 h 50"/>
              </a:gdLst>
              <a:ahLst/>
              <a:cxnLst>
                <a:cxn ang="0">
                  <a:pos x="T0" y="T1"/>
                </a:cxn>
                <a:cxn ang="0">
                  <a:pos x="T2" y="T3"/>
                </a:cxn>
                <a:cxn ang="0">
                  <a:pos x="T4" y="T5"/>
                </a:cxn>
                <a:cxn ang="0">
                  <a:pos x="T6" y="T7"/>
                </a:cxn>
                <a:cxn ang="0">
                  <a:pos x="T8" y="T9"/>
                </a:cxn>
                <a:cxn ang="0">
                  <a:pos x="T10" y="T11"/>
                </a:cxn>
              </a:cxnLst>
              <a:rect l="0" t="0" r="r" b="b"/>
              <a:pathLst>
                <a:path w="85" h="50">
                  <a:moveTo>
                    <a:pt x="1" y="1"/>
                  </a:moveTo>
                  <a:cubicBezTo>
                    <a:pt x="31" y="5"/>
                    <a:pt x="59" y="32"/>
                    <a:pt x="83" y="49"/>
                  </a:cubicBezTo>
                  <a:cubicBezTo>
                    <a:pt x="84" y="50"/>
                    <a:pt x="85" y="48"/>
                    <a:pt x="84" y="48"/>
                  </a:cubicBezTo>
                  <a:cubicBezTo>
                    <a:pt x="71" y="36"/>
                    <a:pt x="56" y="26"/>
                    <a:pt x="41" y="17"/>
                  </a:cubicBezTo>
                  <a:cubicBezTo>
                    <a:pt x="29" y="9"/>
                    <a:pt x="16" y="0"/>
                    <a:pt x="1" y="0"/>
                  </a:cubicBezTo>
                  <a:cubicBezTo>
                    <a:pt x="0" y="0"/>
                    <a:pt x="0" y="1"/>
                    <a:pt x="1"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42" name="Freeform 919">
              <a:extLst>
                <a:ext uri="{FF2B5EF4-FFF2-40B4-BE49-F238E27FC236}">
                  <a16:creationId xmlns:a16="http://schemas.microsoft.com/office/drawing/2014/main" id="{DF64C62C-DF94-0EE8-A982-9F459CA620EF}"/>
                </a:ext>
              </a:extLst>
            </p:cNvPr>
            <p:cNvSpPr/>
            <p:nvPr/>
          </p:nvSpPr>
          <p:spPr bwMode="auto">
            <a:xfrm>
              <a:off x="5061" y="3028"/>
              <a:ext cx="362" cy="196"/>
            </a:xfrm>
            <a:custGeom>
              <a:avLst/>
              <a:gdLst>
                <a:gd name="T0" fmla="*/ 1 w 206"/>
                <a:gd name="T1" fmla="*/ 4 h 111"/>
                <a:gd name="T2" fmla="*/ 108 w 206"/>
                <a:gd name="T3" fmla="*/ 54 h 111"/>
                <a:gd name="T4" fmla="*/ 203 w 206"/>
                <a:gd name="T5" fmla="*/ 110 h 111"/>
                <a:gd name="T6" fmla="*/ 205 w 206"/>
                <a:gd name="T7" fmla="*/ 108 h 111"/>
                <a:gd name="T8" fmla="*/ 104 w 206"/>
                <a:gd name="T9" fmla="*/ 49 h 111"/>
                <a:gd name="T10" fmla="*/ 1 w 206"/>
                <a:gd name="T11" fmla="*/ 2 h 111"/>
                <a:gd name="T12" fmla="*/ 1 w 206"/>
                <a:gd name="T13" fmla="*/ 4 h 111"/>
              </a:gdLst>
              <a:ahLst/>
              <a:cxnLst>
                <a:cxn ang="0">
                  <a:pos x="T0" y="T1"/>
                </a:cxn>
                <a:cxn ang="0">
                  <a:pos x="T2" y="T3"/>
                </a:cxn>
                <a:cxn ang="0">
                  <a:pos x="T4" y="T5"/>
                </a:cxn>
                <a:cxn ang="0">
                  <a:pos x="T6" y="T7"/>
                </a:cxn>
                <a:cxn ang="0">
                  <a:pos x="T8" y="T9"/>
                </a:cxn>
                <a:cxn ang="0">
                  <a:pos x="T10" y="T11"/>
                </a:cxn>
                <a:cxn ang="0">
                  <a:pos x="T12" y="T13"/>
                </a:cxn>
              </a:cxnLst>
              <a:rect l="0" t="0" r="r" b="b"/>
              <a:pathLst>
                <a:path w="206" h="111">
                  <a:moveTo>
                    <a:pt x="1" y="4"/>
                  </a:moveTo>
                  <a:cubicBezTo>
                    <a:pt x="41" y="3"/>
                    <a:pt x="74" y="37"/>
                    <a:pt x="108" y="54"/>
                  </a:cubicBezTo>
                  <a:cubicBezTo>
                    <a:pt x="142" y="70"/>
                    <a:pt x="176" y="82"/>
                    <a:pt x="203" y="110"/>
                  </a:cubicBezTo>
                  <a:cubicBezTo>
                    <a:pt x="204" y="111"/>
                    <a:pt x="206" y="109"/>
                    <a:pt x="205" y="108"/>
                  </a:cubicBezTo>
                  <a:cubicBezTo>
                    <a:pt x="177" y="78"/>
                    <a:pt x="139" y="66"/>
                    <a:pt x="104" y="49"/>
                  </a:cubicBezTo>
                  <a:cubicBezTo>
                    <a:pt x="71" y="32"/>
                    <a:pt x="40" y="0"/>
                    <a:pt x="1" y="2"/>
                  </a:cubicBezTo>
                  <a:cubicBezTo>
                    <a:pt x="0" y="2"/>
                    <a:pt x="0" y="4"/>
                    <a:pt x="1"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43" name="Freeform 920">
              <a:extLst>
                <a:ext uri="{FF2B5EF4-FFF2-40B4-BE49-F238E27FC236}">
                  <a16:creationId xmlns:a16="http://schemas.microsoft.com/office/drawing/2014/main" id="{80AF33F1-3E48-8C7D-548E-67CE7AEA702D}"/>
                </a:ext>
              </a:extLst>
            </p:cNvPr>
            <p:cNvSpPr/>
            <p:nvPr/>
          </p:nvSpPr>
          <p:spPr bwMode="auto">
            <a:xfrm>
              <a:off x="5114" y="3088"/>
              <a:ext cx="288" cy="171"/>
            </a:xfrm>
            <a:custGeom>
              <a:avLst/>
              <a:gdLst>
                <a:gd name="T0" fmla="*/ 1 w 164"/>
                <a:gd name="T1" fmla="*/ 2 h 97"/>
                <a:gd name="T2" fmla="*/ 162 w 164"/>
                <a:gd name="T3" fmla="*/ 97 h 97"/>
                <a:gd name="T4" fmla="*/ 163 w 164"/>
                <a:gd name="T5" fmla="*/ 95 h 97"/>
                <a:gd name="T6" fmla="*/ 2 w 164"/>
                <a:gd name="T7" fmla="*/ 1 h 97"/>
                <a:gd name="T8" fmla="*/ 1 w 164"/>
                <a:gd name="T9" fmla="*/ 2 h 97"/>
              </a:gdLst>
              <a:ahLst/>
              <a:cxnLst>
                <a:cxn ang="0">
                  <a:pos x="T0" y="T1"/>
                </a:cxn>
                <a:cxn ang="0">
                  <a:pos x="T2" y="T3"/>
                </a:cxn>
                <a:cxn ang="0">
                  <a:pos x="T4" y="T5"/>
                </a:cxn>
                <a:cxn ang="0">
                  <a:pos x="T6" y="T7"/>
                </a:cxn>
                <a:cxn ang="0">
                  <a:pos x="T8" y="T9"/>
                </a:cxn>
              </a:cxnLst>
              <a:rect l="0" t="0" r="r" b="b"/>
              <a:pathLst>
                <a:path w="164" h="97">
                  <a:moveTo>
                    <a:pt x="1" y="2"/>
                  </a:moveTo>
                  <a:cubicBezTo>
                    <a:pt x="58" y="29"/>
                    <a:pt x="110" y="61"/>
                    <a:pt x="162" y="97"/>
                  </a:cubicBezTo>
                  <a:cubicBezTo>
                    <a:pt x="163" y="97"/>
                    <a:pt x="164" y="96"/>
                    <a:pt x="163" y="95"/>
                  </a:cubicBezTo>
                  <a:cubicBezTo>
                    <a:pt x="115" y="56"/>
                    <a:pt x="59" y="24"/>
                    <a:pt x="2" y="1"/>
                  </a:cubicBezTo>
                  <a:cubicBezTo>
                    <a:pt x="1" y="0"/>
                    <a:pt x="0" y="2"/>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44" name="Freeform 921">
              <a:extLst>
                <a:ext uri="{FF2B5EF4-FFF2-40B4-BE49-F238E27FC236}">
                  <a16:creationId xmlns:a16="http://schemas.microsoft.com/office/drawing/2014/main" id="{08984EB9-BF27-DB22-4243-089877873B31}"/>
                </a:ext>
              </a:extLst>
            </p:cNvPr>
            <p:cNvSpPr/>
            <p:nvPr/>
          </p:nvSpPr>
          <p:spPr bwMode="auto">
            <a:xfrm>
              <a:off x="5258" y="3220"/>
              <a:ext cx="105" cy="83"/>
            </a:xfrm>
            <a:custGeom>
              <a:avLst/>
              <a:gdLst>
                <a:gd name="T0" fmla="*/ 1 w 60"/>
                <a:gd name="T1" fmla="*/ 2 h 47"/>
                <a:gd name="T2" fmla="*/ 30 w 60"/>
                <a:gd name="T3" fmla="*/ 22 h 47"/>
                <a:gd name="T4" fmla="*/ 59 w 60"/>
                <a:gd name="T5" fmla="*/ 46 h 47"/>
                <a:gd name="T6" fmla="*/ 60 w 60"/>
                <a:gd name="T7" fmla="*/ 46 h 47"/>
                <a:gd name="T8" fmla="*/ 44 w 60"/>
                <a:gd name="T9" fmla="*/ 28 h 47"/>
                <a:gd name="T10" fmla="*/ 2 w 60"/>
                <a:gd name="T11" fmla="*/ 1 h 47"/>
                <a:gd name="T12" fmla="*/ 1 w 60"/>
                <a:gd name="T13" fmla="*/ 2 h 47"/>
              </a:gdLst>
              <a:ahLst/>
              <a:cxnLst>
                <a:cxn ang="0">
                  <a:pos x="T0" y="T1"/>
                </a:cxn>
                <a:cxn ang="0">
                  <a:pos x="T2" y="T3"/>
                </a:cxn>
                <a:cxn ang="0">
                  <a:pos x="T4" y="T5"/>
                </a:cxn>
                <a:cxn ang="0">
                  <a:pos x="T6" y="T7"/>
                </a:cxn>
                <a:cxn ang="0">
                  <a:pos x="T8" y="T9"/>
                </a:cxn>
                <a:cxn ang="0">
                  <a:pos x="T10" y="T11"/>
                </a:cxn>
                <a:cxn ang="0">
                  <a:pos x="T12" y="T13"/>
                </a:cxn>
              </a:cxnLst>
              <a:rect l="0" t="0" r="r" b="b"/>
              <a:pathLst>
                <a:path w="60" h="47">
                  <a:moveTo>
                    <a:pt x="1" y="2"/>
                  </a:moveTo>
                  <a:cubicBezTo>
                    <a:pt x="11" y="9"/>
                    <a:pt x="21" y="15"/>
                    <a:pt x="30" y="22"/>
                  </a:cubicBezTo>
                  <a:cubicBezTo>
                    <a:pt x="40" y="28"/>
                    <a:pt x="56" y="35"/>
                    <a:pt x="59" y="46"/>
                  </a:cubicBezTo>
                  <a:cubicBezTo>
                    <a:pt x="59" y="47"/>
                    <a:pt x="60" y="47"/>
                    <a:pt x="60" y="46"/>
                  </a:cubicBezTo>
                  <a:cubicBezTo>
                    <a:pt x="60" y="37"/>
                    <a:pt x="51" y="33"/>
                    <a:pt x="44" y="28"/>
                  </a:cubicBezTo>
                  <a:cubicBezTo>
                    <a:pt x="30" y="19"/>
                    <a:pt x="17" y="9"/>
                    <a:pt x="2" y="1"/>
                  </a:cubicBezTo>
                  <a:cubicBezTo>
                    <a:pt x="1" y="0"/>
                    <a:pt x="0" y="2"/>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45" name="Freeform 922">
              <a:extLst>
                <a:ext uri="{FF2B5EF4-FFF2-40B4-BE49-F238E27FC236}">
                  <a16:creationId xmlns:a16="http://schemas.microsoft.com/office/drawing/2014/main" id="{2F52949B-5F6F-259E-C144-295E9649EBE6}"/>
                </a:ext>
              </a:extLst>
            </p:cNvPr>
            <p:cNvSpPr/>
            <p:nvPr/>
          </p:nvSpPr>
          <p:spPr bwMode="auto">
            <a:xfrm>
              <a:off x="4078" y="3034"/>
              <a:ext cx="1227" cy="358"/>
            </a:xfrm>
            <a:custGeom>
              <a:avLst/>
              <a:gdLst>
                <a:gd name="T0" fmla="*/ 2 w 698"/>
                <a:gd name="T1" fmla="*/ 58 h 204"/>
                <a:gd name="T2" fmla="*/ 195 w 698"/>
                <a:gd name="T3" fmla="*/ 13 h 204"/>
                <a:gd name="T4" fmla="*/ 380 w 698"/>
                <a:gd name="T5" fmla="*/ 11 h 204"/>
                <a:gd name="T6" fmla="*/ 468 w 698"/>
                <a:gd name="T7" fmla="*/ 32 h 204"/>
                <a:gd name="T8" fmla="*/ 555 w 698"/>
                <a:gd name="T9" fmla="*/ 70 h 204"/>
                <a:gd name="T10" fmla="*/ 635 w 698"/>
                <a:gd name="T11" fmla="*/ 123 h 204"/>
                <a:gd name="T12" fmla="*/ 696 w 698"/>
                <a:gd name="T13" fmla="*/ 203 h 204"/>
                <a:gd name="T14" fmla="*/ 698 w 698"/>
                <a:gd name="T15" fmla="*/ 201 h 204"/>
                <a:gd name="T16" fmla="*/ 574 w 698"/>
                <a:gd name="T17" fmla="*/ 75 h 204"/>
                <a:gd name="T18" fmla="*/ 384 w 698"/>
                <a:gd name="T19" fmla="*/ 9 h 204"/>
                <a:gd name="T20" fmla="*/ 188 w 698"/>
                <a:gd name="T21" fmla="*/ 11 h 204"/>
                <a:gd name="T22" fmla="*/ 1 w 698"/>
                <a:gd name="T23" fmla="*/ 57 h 204"/>
                <a:gd name="T24" fmla="*/ 2 w 698"/>
                <a:gd name="T25" fmla="*/ 58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8" h="204">
                  <a:moveTo>
                    <a:pt x="2" y="58"/>
                  </a:moveTo>
                  <a:cubicBezTo>
                    <a:pt x="62" y="30"/>
                    <a:pt x="129" y="21"/>
                    <a:pt x="195" y="13"/>
                  </a:cubicBezTo>
                  <a:cubicBezTo>
                    <a:pt x="256" y="6"/>
                    <a:pt x="318" y="3"/>
                    <a:pt x="380" y="11"/>
                  </a:cubicBezTo>
                  <a:cubicBezTo>
                    <a:pt x="410" y="15"/>
                    <a:pt x="440" y="22"/>
                    <a:pt x="468" y="32"/>
                  </a:cubicBezTo>
                  <a:cubicBezTo>
                    <a:pt x="498" y="43"/>
                    <a:pt x="525" y="59"/>
                    <a:pt x="555" y="70"/>
                  </a:cubicBezTo>
                  <a:cubicBezTo>
                    <a:pt x="587" y="83"/>
                    <a:pt x="611" y="98"/>
                    <a:pt x="635" y="123"/>
                  </a:cubicBezTo>
                  <a:cubicBezTo>
                    <a:pt x="658" y="147"/>
                    <a:pt x="678" y="174"/>
                    <a:pt x="696" y="203"/>
                  </a:cubicBezTo>
                  <a:cubicBezTo>
                    <a:pt x="696" y="204"/>
                    <a:pt x="698" y="203"/>
                    <a:pt x="698" y="201"/>
                  </a:cubicBezTo>
                  <a:cubicBezTo>
                    <a:pt x="669" y="152"/>
                    <a:pt x="628" y="98"/>
                    <a:pt x="574" y="75"/>
                  </a:cubicBezTo>
                  <a:cubicBezTo>
                    <a:pt x="511" y="49"/>
                    <a:pt x="453" y="19"/>
                    <a:pt x="384" y="9"/>
                  </a:cubicBezTo>
                  <a:cubicBezTo>
                    <a:pt x="319" y="0"/>
                    <a:pt x="253" y="3"/>
                    <a:pt x="188" y="11"/>
                  </a:cubicBezTo>
                  <a:cubicBezTo>
                    <a:pt x="124" y="19"/>
                    <a:pt x="60" y="29"/>
                    <a:pt x="1" y="57"/>
                  </a:cubicBezTo>
                  <a:cubicBezTo>
                    <a:pt x="0" y="57"/>
                    <a:pt x="1" y="59"/>
                    <a:pt x="2" y="5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46" name="Freeform 923">
              <a:extLst>
                <a:ext uri="{FF2B5EF4-FFF2-40B4-BE49-F238E27FC236}">
                  <a16:creationId xmlns:a16="http://schemas.microsoft.com/office/drawing/2014/main" id="{57E131B5-3A49-8E14-40D3-AD13970F2111}"/>
                </a:ext>
              </a:extLst>
            </p:cNvPr>
            <p:cNvSpPr/>
            <p:nvPr/>
          </p:nvSpPr>
          <p:spPr bwMode="auto">
            <a:xfrm>
              <a:off x="4087" y="2981"/>
              <a:ext cx="1246" cy="362"/>
            </a:xfrm>
            <a:custGeom>
              <a:avLst/>
              <a:gdLst>
                <a:gd name="T0" fmla="*/ 2 w 709"/>
                <a:gd name="T1" fmla="*/ 84 h 206"/>
                <a:gd name="T2" fmla="*/ 381 w 709"/>
                <a:gd name="T3" fmla="*/ 27 h 206"/>
                <a:gd name="T4" fmla="*/ 567 w 709"/>
                <a:gd name="T5" fmla="*/ 89 h 206"/>
                <a:gd name="T6" fmla="*/ 706 w 709"/>
                <a:gd name="T7" fmla="*/ 205 h 206"/>
                <a:gd name="T8" fmla="*/ 708 w 709"/>
                <a:gd name="T9" fmla="*/ 204 h 206"/>
                <a:gd name="T10" fmla="*/ 379 w 709"/>
                <a:gd name="T11" fmla="*/ 23 h 206"/>
                <a:gd name="T12" fmla="*/ 1 w 709"/>
                <a:gd name="T13" fmla="*/ 83 h 206"/>
                <a:gd name="T14" fmla="*/ 2 w 709"/>
                <a:gd name="T15" fmla="*/ 84 h 2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9" h="206">
                  <a:moveTo>
                    <a:pt x="2" y="84"/>
                  </a:moveTo>
                  <a:cubicBezTo>
                    <a:pt x="119" y="24"/>
                    <a:pt x="252" y="1"/>
                    <a:pt x="381" y="27"/>
                  </a:cubicBezTo>
                  <a:cubicBezTo>
                    <a:pt x="445" y="39"/>
                    <a:pt x="510" y="57"/>
                    <a:pt x="567" y="89"/>
                  </a:cubicBezTo>
                  <a:cubicBezTo>
                    <a:pt x="622" y="118"/>
                    <a:pt x="667" y="158"/>
                    <a:pt x="706" y="205"/>
                  </a:cubicBezTo>
                  <a:cubicBezTo>
                    <a:pt x="707" y="206"/>
                    <a:pt x="709" y="205"/>
                    <a:pt x="708" y="204"/>
                  </a:cubicBezTo>
                  <a:cubicBezTo>
                    <a:pt x="628" y="99"/>
                    <a:pt x="506" y="47"/>
                    <a:pt x="379" y="23"/>
                  </a:cubicBezTo>
                  <a:cubicBezTo>
                    <a:pt x="252" y="0"/>
                    <a:pt x="115" y="20"/>
                    <a:pt x="1" y="83"/>
                  </a:cubicBezTo>
                  <a:cubicBezTo>
                    <a:pt x="0" y="83"/>
                    <a:pt x="1" y="84"/>
                    <a:pt x="2" y="8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47" name="Freeform 924">
              <a:extLst>
                <a:ext uri="{FF2B5EF4-FFF2-40B4-BE49-F238E27FC236}">
                  <a16:creationId xmlns:a16="http://schemas.microsoft.com/office/drawing/2014/main" id="{1D001B1C-1053-314B-36A7-C7BC65477022}"/>
                </a:ext>
              </a:extLst>
            </p:cNvPr>
            <p:cNvSpPr/>
            <p:nvPr/>
          </p:nvSpPr>
          <p:spPr bwMode="auto">
            <a:xfrm>
              <a:off x="4634" y="2969"/>
              <a:ext cx="524" cy="172"/>
            </a:xfrm>
            <a:custGeom>
              <a:avLst/>
              <a:gdLst>
                <a:gd name="T0" fmla="*/ 1 w 298"/>
                <a:gd name="T1" fmla="*/ 12 h 98"/>
                <a:gd name="T2" fmla="*/ 159 w 298"/>
                <a:gd name="T3" fmla="*/ 40 h 98"/>
                <a:gd name="T4" fmla="*/ 295 w 298"/>
                <a:gd name="T5" fmla="*/ 97 h 98"/>
                <a:gd name="T6" fmla="*/ 296 w 298"/>
                <a:gd name="T7" fmla="*/ 95 h 98"/>
                <a:gd name="T8" fmla="*/ 153 w 298"/>
                <a:gd name="T9" fmla="*/ 36 h 98"/>
                <a:gd name="T10" fmla="*/ 1 w 298"/>
                <a:gd name="T11" fmla="*/ 10 h 98"/>
                <a:gd name="T12" fmla="*/ 1 w 298"/>
                <a:gd name="T13" fmla="*/ 12 h 98"/>
              </a:gdLst>
              <a:ahLst/>
              <a:cxnLst>
                <a:cxn ang="0">
                  <a:pos x="T0" y="T1"/>
                </a:cxn>
                <a:cxn ang="0">
                  <a:pos x="T2" y="T3"/>
                </a:cxn>
                <a:cxn ang="0">
                  <a:pos x="T4" y="T5"/>
                </a:cxn>
                <a:cxn ang="0">
                  <a:pos x="T6" y="T7"/>
                </a:cxn>
                <a:cxn ang="0">
                  <a:pos x="T8" y="T9"/>
                </a:cxn>
                <a:cxn ang="0">
                  <a:pos x="T10" y="T11"/>
                </a:cxn>
                <a:cxn ang="0">
                  <a:pos x="T12" y="T13"/>
                </a:cxn>
              </a:cxnLst>
              <a:rect l="0" t="0" r="r" b="b"/>
              <a:pathLst>
                <a:path w="298" h="98">
                  <a:moveTo>
                    <a:pt x="1" y="12"/>
                  </a:moveTo>
                  <a:cubicBezTo>
                    <a:pt x="55" y="4"/>
                    <a:pt x="108" y="24"/>
                    <a:pt x="159" y="40"/>
                  </a:cubicBezTo>
                  <a:cubicBezTo>
                    <a:pt x="206" y="55"/>
                    <a:pt x="252" y="72"/>
                    <a:pt x="295" y="97"/>
                  </a:cubicBezTo>
                  <a:cubicBezTo>
                    <a:pt x="296" y="98"/>
                    <a:pt x="298" y="95"/>
                    <a:pt x="296" y="95"/>
                  </a:cubicBezTo>
                  <a:cubicBezTo>
                    <a:pt x="251" y="69"/>
                    <a:pt x="202" y="51"/>
                    <a:pt x="153" y="36"/>
                  </a:cubicBezTo>
                  <a:cubicBezTo>
                    <a:pt x="105" y="21"/>
                    <a:pt x="52" y="0"/>
                    <a:pt x="1" y="10"/>
                  </a:cubicBezTo>
                  <a:cubicBezTo>
                    <a:pt x="0" y="11"/>
                    <a:pt x="0" y="12"/>
                    <a:pt x="1" y="1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48" name="Freeform 925">
              <a:extLst>
                <a:ext uri="{FF2B5EF4-FFF2-40B4-BE49-F238E27FC236}">
                  <a16:creationId xmlns:a16="http://schemas.microsoft.com/office/drawing/2014/main" id="{D27E89B6-2585-848F-08DA-42AB23E4D503}"/>
                </a:ext>
              </a:extLst>
            </p:cNvPr>
            <p:cNvSpPr/>
            <p:nvPr/>
          </p:nvSpPr>
          <p:spPr bwMode="auto">
            <a:xfrm>
              <a:off x="4794" y="2977"/>
              <a:ext cx="285" cy="78"/>
            </a:xfrm>
            <a:custGeom>
              <a:avLst/>
              <a:gdLst>
                <a:gd name="T0" fmla="*/ 1 w 162"/>
                <a:gd name="T1" fmla="*/ 2 h 44"/>
                <a:gd name="T2" fmla="*/ 85 w 162"/>
                <a:gd name="T3" fmla="*/ 21 h 44"/>
                <a:gd name="T4" fmla="*/ 161 w 162"/>
                <a:gd name="T5" fmla="*/ 44 h 44"/>
                <a:gd name="T6" fmla="*/ 161 w 162"/>
                <a:gd name="T7" fmla="*/ 42 h 44"/>
                <a:gd name="T8" fmla="*/ 1 w 162"/>
                <a:gd name="T9" fmla="*/ 0 h 44"/>
                <a:gd name="T10" fmla="*/ 1 w 162"/>
                <a:gd name="T11" fmla="*/ 2 h 44"/>
              </a:gdLst>
              <a:ahLst/>
              <a:cxnLst>
                <a:cxn ang="0">
                  <a:pos x="T0" y="T1"/>
                </a:cxn>
                <a:cxn ang="0">
                  <a:pos x="T2" y="T3"/>
                </a:cxn>
                <a:cxn ang="0">
                  <a:pos x="T4" y="T5"/>
                </a:cxn>
                <a:cxn ang="0">
                  <a:pos x="T6" y="T7"/>
                </a:cxn>
                <a:cxn ang="0">
                  <a:pos x="T8" y="T9"/>
                </a:cxn>
                <a:cxn ang="0">
                  <a:pos x="T10" y="T11"/>
                </a:cxn>
              </a:cxnLst>
              <a:rect l="0" t="0" r="r" b="b"/>
              <a:pathLst>
                <a:path w="162" h="44">
                  <a:moveTo>
                    <a:pt x="1" y="2"/>
                  </a:moveTo>
                  <a:cubicBezTo>
                    <a:pt x="29" y="13"/>
                    <a:pt x="56" y="16"/>
                    <a:pt x="85" y="21"/>
                  </a:cubicBezTo>
                  <a:cubicBezTo>
                    <a:pt x="112" y="25"/>
                    <a:pt x="136" y="34"/>
                    <a:pt x="161" y="44"/>
                  </a:cubicBezTo>
                  <a:cubicBezTo>
                    <a:pt x="162" y="44"/>
                    <a:pt x="162" y="43"/>
                    <a:pt x="161" y="42"/>
                  </a:cubicBezTo>
                  <a:cubicBezTo>
                    <a:pt x="111" y="16"/>
                    <a:pt x="54" y="19"/>
                    <a:pt x="1" y="0"/>
                  </a:cubicBezTo>
                  <a:cubicBezTo>
                    <a:pt x="1" y="0"/>
                    <a:pt x="0" y="1"/>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49" name="Freeform 926">
              <a:extLst>
                <a:ext uri="{FF2B5EF4-FFF2-40B4-BE49-F238E27FC236}">
                  <a16:creationId xmlns:a16="http://schemas.microsoft.com/office/drawing/2014/main" id="{3B8C350E-ADAA-66ED-33F5-56715838D09C}"/>
                </a:ext>
              </a:extLst>
            </p:cNvPr>
            <p:cNvSpPr/>
            <p:nvPr/>
          </p:nvSpPr>
          <p:spPr bwMode="auto">
            <a:xfrm>
              <a:off x="4314" y="3060"/>
              <a:ext cx="979" cy="350"/>
            </a:xfrm>
            <a:custGeom>
              <a:avLst/>
              <a:gdLst>
                <a:gd name="T0" fmla="*/ 1 w 557"/>
                <a:gd name="T1" fmla="*/ 15 h 199"/>
                <a:gd name="T2" fmla="*/ 314 w 557"/>
                <a:gd name="T3" fmla="*/ 32 h 199"/>
                <a:gd name="T4" fmla="*/ 448 w 557"/>
                <a:gd name="T5" fmla="*/ 95 h 199"/>
                <a:gd name="T6" fmla="*/ 554 w 557"/>
                <a:gd name="T7" fmla="*/ 198 h 199"/>
                <a:gd name="T8" fmla="*/ 556 w 557"/>
                <a:gd name="T9" fmla="*/ 196 h 199"/>
                <a:gd name="T10" fmla="*/ 325 w 557"/>
                <a:gd name="T11" fmla="*/ 32 h 199"/>
                <a:gd name="T12" fmla="*/ 1 w 557"/>
                <a:gd name="T13" fmla="*/ 13 h 199"/>
                <a:gd name="T14" fmla="*/ 1 w 557"/>
                <a:gd name="T15" fmla="*/ 15 h 1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7" h="199">
                  <a:moveTo>
                    <a:pt x="1" y="15"/>
                  </a:moveTo>
                  <a:cubicBezTo>
                    <a:pt x="106" y="7"/>
                    <a:pt x="212" y="3"/>
                    <a:pt x="314" y="32"/>
                  </a:cubicBezTo>
                  <a:cubicBezTo>
                    <a:pt x="362" y="45"/>
                    <a:pt x="407" y="66"/>
                    <a:pt x="448" y="95"/>
                  </a:cubicBezTo>
                  <a:cubicBezTo>
                    <a:pt x="488" y="124"/>
                    <a:pt x="522" y="160"/>
                    <a:pt x="554" y="198"/>
                  </a:cubicBezTo>
                  <a:cubicBezTo>
                    <a:pt x="555" y="199"/>
                    <a:pt x="557" y="197"/>
                    <a:pt x="556" y="196"/>
                  </a:cubicBezTo>
                  <a:cubicBezTo>
                    <a:pt x="497" y="119"/>
                    <a:pt x="419" y="61"/>
                    <a:pt x="325" y="32"/>
                  </a:cubicBezTo>
                  <a:cubicBezTo>
                    <a:pt x="220" y="0"/>
                    <a:pt x="109" y="4"/>
                    <a:pt x="1" y="13"/>
                  </a:cubicBezTo>
                  <a:cubicBezTo>
                    <a:pt x="0" y="14"/>
                    <a:pt x="0" y="15"/>
                    <a:pt x="1"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0" name="Freeform 927">
              <a:extLst>
                <a:ext uri="{FF2B5EF4-FFF2-40B4-BE49-F238E27FC236}">
                  <a16:creationId xmlns:a16="http://schemas.microsoft.com/office/drawing/2014/main" id="{98E66046-08C3-C953-57B8-543D40E0CB19}"/>
                </a:ext>
              </a:extLst>
            </p:cNvPr>
            <p:cNvSpPr/>
            <p:nvPr/>
          </p:nvSpPr>
          <p:spPr bwMode="auto">
            <a:xfrm>
              <a:off x="4588" y="3108"/>
              <a:ext cx="680" cy="311"/>
            </a:xfrm>
            <a:custGeom>
              <a:avLst/>
              <a:gdLst>
                <a:gd name="T0" fmla="*/ 1 w 387"/>
                <a:gd name="T1" fmla="*/ 1 h 177"/>
                <a:gd name="T2" fmla="*/ 220 w 387"/>
                <a:gd name="T3" fmla="*/ 46 h 177"/>
                <a:gd name="T4" fmla="*/ 385 w 387"/>
                <a:gd name="T5" fmla="*/ 176 h 177"/>
                <a:gd name="T6" fmla="*/ 386 w 387"/>
                <a:gd name="T7" fmla="*/ 175 h 177"/>
                <a:gd name="T8" fmla="*/ 215 w 387"/>
                <a:gd name="T9" fmla="*/ 40 h 177"/>
                <a:gd name="T10" fmla="*/ 1 w 387"/>
                <a:gd name="T11" fmla="*/ 0 h 177"/>
                <a:gd name="T12" fmla="*/ 1 w 387"/>
                <a:gd name="T13" fmla="*/ 1 h 177"/>
              </a:gdLst>
              <a:ahLst/>
              <a:cxnLst>
                <a:cxn ang="0">
                  <a:pos x="T0" y="T1"/>
                </a:cxn>
                <a:cxn ang="0">
                  <a:pos x="T2" y="T3"/>
                </a:cxn>
                <a:cxn ang="0">
                  <a:pos x="T4" y="T5"/>
                </a:cxn>
                <a:cxn ang="0">
                  <a:pos x="T6" y="T7"/>
                </a:cxn>
                <a:cxn ang="0">
                  <a:pos x="T8" y="T9"/>
                </a:cxn>
                <a:cxn ang="0">
                  <a:pos x="T10" y="T11"/>
                </a:cxn>
                <a:cxn ang="0">
                  <a:pos x="T12" y="T13"/>
                </a:cxn>
              </a:cxnLst>
              <a:rect l="0" t="0" r="r" b="b"/>
              <a:pathLst>
                <a:path w="387" h="177">
                  <a:moveTo>
                    <a:pt x="1" y="1"/>
                  </a:moveTo>
                  <a:cubicBezTo>
                    <a:pt x="77" y="4"/>
                    <a:pt x="152" y="8"/>
                    <a:pt x="220" y="46"/>
                  </a:cubicBezTo>
                  <a:cubicBezTo>
                    <a:pt x="281" y="81"/>
                    <a:pt x="339" y="123"/>
                    <a:pt x="385" y="176"/>
                  </a:cubicBezTo>
                  <a:cubicBezTo>
                    <a:pt x="385" y="177"/>
                    <a:pt x="387" y="176"/>
                    <a:pt x="386" y="175"/>
                  </a:cubicBezTo>
                  <a:cubicBezTo>
                    <a:pt x="342" y="119"/>
                    <a:pt x="277" y="74"/>
                    <a:pt x="215" y="40"/>
                  </a:cubicBezTo>
                  <a:cubicBezTo>
                    <a:pt x="148" y="4"/>
                    <a:pt x="74" y="1"/>
                    <a:pt x="1" y="0"/>
                  </a:cubicBezTo>
                  <a:cubicBezTo>
                    <a:pt x="0" y="0"/>
                    <a:pt x="0" y="1"/>
                    <a:pt x="1"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1" name="Freeform 928">
              <a:extLst>
                <a:ext uri="{FF2B5EF4-FFF2-40B4-BE49-F238E27FC236}">
                  <a16:creationId xmlns:a16="http://schemas.microsoft.com/office/drawing/2014/main" id="{8B336707-D65B-23BF-7CED-D41A8E18467B}"/>
                </a:ext>
              </a:extLst>
            </p:cNvPr>
            <p:cNvSpPr/>
            <p:nvPr/>
          </p:nvSpPr>
          <p:spPr bwMode="auto">
            <a:xfrm>
              <a:off x="5137" y="3340"/>
              <a:ext cx="114" cy="110"/>
            </a:xfrm>
            <a:custGeom>
              <a:avLst/>
              <a:gdLst>
                <a:gd name="T0" fmla="*/ 1 w 65"/>
                <a:gd name="T1" fmla="*/ 2 h 63"/>
                <a:gd name="T2" fmla="*/ 33 w 65"/>
                <a:gd name="T3" fmla="*/ 30 h 63"/>
                <a:gd name="T4" fmla="*/ 64 w 65"/>
                <a:gd name="T5" fmla="*/ 62 h 63"/>
                <a:gd name="T6" fmla="*/ 65 w 65"/>
                <a:gd name="T7" fmla="*/ 62 h 63"/>
                <a:gd name="T8" fmla="*/ 42 w 65"/>
                <a:gd name="T9" fmla="*/ 35 h 63"/>
                <a:gd name="T10" fmla="*/ 2 w 65"/>
                <a:gd name="T11" fmla="*/ 1 h 63"/>
                <a:gd name="T12" fmla="*/ 1 w 65"/>
                <a:gd name="T13" fmla="*/ 2 h 63"/>
              </a:gdLst>
              <a:ahLst/>
              <a:cxnLst>
                <a:cxn ang="0">
                  <a:pos x="T0" y="T1"/>
                </a:cxn>
                <a:cxn ang="0">
                  <a:pos x="T2" y="T3"/>
                </a:cxn>
                <a:cxn ang="0">
                  <a:pos x="T4" y="T5"/>
                </a:cxn>
                <a:cxn ang="0">
                  <a:pos x="T6" y="T7"/>
                </a:cxn>
                <a:cxn ang="0">
                  <a:pos x="T8" y="T9"/>
                </a:cxn>
                <a:cxn ang="0">
                  <a:pos x="T10" y="T11"/>
                </a:cxn>
                <a:cxn ang="0">
                  <a:pos x="T12" y="T13"/>
                </a:cxn>
              </a:cxnLst>
              <a:rect l="0" t="0" r="r" b="b"/>
              <a:pathLst>
                <a:path w="65" h="63">
                  <a:moveTo>
                    <a:pt x="1" y="2"/>
                  </a:moveTo>
                  <a:cubicBezTo>
                    <a:pt x="11" y="11"/>
                    <a:pt x="22" y="20"/>
                    <a:pt x="33" y="30"/>
                  </a:cubicBezTo>
                  <a:cubicBezTo>
                    <a:pt x="43" y="39"/>
                    <a:pt x="59" y="49"/>
                    <a:pt x="64" y="62"/>
                  </a:cubicBezTo>
                  <a:cubicBezTo>
                    <a:pt x="64" y="63"/>
                    <a:pt x="65" y="63"/>
                    <a:pt x="65" y="62"/>
                  </a:cubicBezTo>
                  <a:cubicBezTo>
                    <a:pt x="63" y="50"/>
                    <a:pt x="50" y="42"/>
                    <a:pt x="42" y="35"/>
                  </a:cubicBezTo>
                  <a:cubicBezTo>
                    <a:pt x="29" y="23"/>
                    <a:pt x="16" y="12"/>
                    <a:pt x="2" y="1"/>
                  </a:cubicBezTo>
                  <a:cubicBezTo>
                    <a:pt x="1" y="0"/>
                    <a:pt x="0" y="1"/>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2" name="Freeform 929">
              <a:extLst>
                <a:ext uri="{FF2B5EF4-FFF2-40B4-BE49-F238E27FC236}">
                  <a16:creationId xmlns:a16="http://schemas.microsoft.com/office/drawing/2014/main" id="{8C0FA44A-29A7-AD22-C107-250C67B26782}"/>
                </a:ext>
              </a:extLst>
            </p:cNvPr>
            <p:cNvSpPr/>
            <p:nvPr/>
          </p:nvSpPr>
          <p:spPr bwMode="auto">
            <a:xfrm>
              <a:off x="4208" y="3113"/>
              <a:ext cx="985" cy="388"/>
            </a:xfrm>
            <a:custGeom>
              <a:avLst/>
              <a:gdLst>
                <a:gd name="T0" fmla="*/ 1 w 560"/>
                <a:gd name="T1" fmla="*/ 8 h 221"/>
                <a:gd name="T2" fmla="*/ 167 w 560"/>
                <a:gd name="T3" fmla="*/ 13 h 221"/>
                <a:gd name="T4" fmla="*/ 337 w 560"/>
                <a:gd name="T5" fmla="*/ 48 h 221"/>
                <a:gd name="T6" fmla="*/ 557 w 560"/>
                <a:gd name="T7" fmla="*/ 220 h 221"/>
                <a:gd name="T8" fmla="*/ 559 w 560"/>
                <a:gd name="T9" fmla="*/ 219 h 221"/>
                <a:gd name="T10" fmla="*/ 338 w 560"/>
                <a:gd name="T11" fmla="*/ 45 h 221"/>
                <a:gd name="T12" fmla="*/ 186 w 560"/>
                <a:gd name="T13" fmla="*/ 13 h 221"/>
                <a:gd name="T14" fmla="*/ 1 w 560"/>
                <a:gd name="T15" fmla="*/ 7 h 221"/>
                <a:gd name="T16" fmla="*/ 1 w 560"/>
                <a:gd name="T17" fmla="*/ 8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0" h="221">
                  <a:moveTo>
                    <a:pt x="1" y="8"/>
                  </a:moveTo>
                  <a:cubicBezTo>
                    <a:pt x="56" y="3"/>
                    <a:pt x="112" y="6"/>
                    <a:pt x="167" y="13"/>
                  </a:cubicBezTo>
                  <a:cubicBezTo>
                    <a:pt x="224" y="19"/>
                    <a:pt x="283" y="24"/>
                    <a:pt x="337" y="48"/>
                  </a:cubicBezTo>
                  <a:cubicBezTo>
                    <a:pt x="422" y="86"/>
                    <a:pt x="508" y="138"/>
                    <a:pt x="557" y="220"/>
                  </a:cubicBezTo>
                  <a:cubicBezTo>
                    <a:pt x="558" y="221"/>
                    <a:pt x="560" y="220"/>
                    <a:pt x="559" y="219"/>
                  </a:cubicBezTo>
                  <a:cubicBezTo>
                    <a:pt x="512" y="135"/>
                    <a:pt x="423" y="83"/>
                    <a:pt x="338" y="45"/>
                  </a:cubicBezTo>
                  <a:cubicBezTo>
                    <a:pt x="290" y="24"/>
                    <a:pt x="238" y="19"/>
                    <a:pt x="186" y="13"/>
                  </a:cubicBezTo>
                  <a:cubicBezTo>
                    <a:pt x="125" y="5"/>
                    <a:pt x="63" y="0"/>
                    <a:pt x="1" y="7"/>
                  </a:cubicBezTo>
                  <a:cubicBezTo>
                    <a:pt x="0" y="7"/>
                    <a:pt x="0" y="8"/>
                    <a:pt x="1"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3" name="Freeform 930">
              <a:extLst>
                <a:ext uri="{FF2B5EF4-FFF2-40B4-BE49-F238E27FC236}">
                  <a16:creationId xmlns:a16="http://schemas.microsoft.com/office/drawing/2014/main" id="{D7EFC321-7D54-E3FC-25F5-C802473D8B49}"/>
                </a:ext>
              </a:extLst>
            </p:cNvPr>
            <p:cNvSpPr/>
            <p:nvPr/>
          </p:nvSpPr>
          <p:spPr bwMode="auto">
            <a:xfrm>
              <a:off x="4367" y="3143"/>
              <a:ext cx="794" cy="401"/>
            </a:xfrm>
            <a:custGeom>
              <a:avLst/>
              <a:gdLst>
                <a:gd name="T0" fmla="*/ 1 w 452"/>
                <a:gd name="T1" fmla="*/ 2 h 228"/>
                <a:gd name="T2" fmla="*/ 262 w 452"/>
                <a:gd name="T3" fmla="*/ 57 h 228"/>
                <a:gd name="T4" fmla="*/ 363 w 452"/>
                <a:gd name="T5" fmla="*/ 130 h 228"/>
                <a:gd name="T6" fmla="*/ 449 w 452"/>
                <a:gd name="T7" fmla="*/ 227 h 228"/>
                <a:gd name="T8" fmla="*/ 452 w 452"/>
                <a:gd name="T9" fmla="*/ 226 h 228"/>
                <a:gd name="T10" fmla="*/ 375 w 452"/>
                <a:gd name="T11" fmla="*/ 137 h 228"/>
                <a:gd name="T12" fmla="*/ 269 w 452"/>
                <a:gd name="T13" fmla="*/ 58 h 228"/>
                <a:gd name="T14" fmla="*/ 1 w 452"/>
                <a:gd name="T15" fmla="*/ 0 h 228"/>
                <a:gd name="T16" fmla="*/ 1 w 452"/>
                <a:gd name="T17" fmla="*/ 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2" h="228">
                  <a:moveTo>
                    <a:pt x="1" y="2"/>
                  </a:moveTo>
                  <a:cubicBezTo>
                    <a:pt x="90" y="9"/>
                    <a:pt x="181" y="15"/>
                    <a:pt x="262" y="57"/>
                  </a:cubicBezTo>
                  <a:cubicBezTo>
                    <a:pt x="299" y="77"/>
                    <a:pt x="332" y="102"/>
                    <a:pt x="363" y="130"/>
                  </a:cubicBezTo>
                  <a:cubicBezTo>
                    <a:pt x="393" y="157"/>
                    <a:pt x="434" y="189"/>
                    <a:pt x="449" y="227"/>
                  </a:cubicBezTo>
                  <a:cubicBezTo>
                    <a:pt x="450" y="228"/>
                    <a:pt x="452" y="227"/>
                    <a:pt x="452" y="226"/>
                  </a:cubicBezTo>
                  <a:cubicBezTo>
                    <a:pt x="437" y="191"/>
                    <a:pt x="403" y="163"/>
                    <a:pt x="375" y="137"/>
                  </a:cubicBezTo>
                  <a:cubicBezTo>
                    <a:pt x="343" y="107"/>
                    <a:pt x="308" y="80"/>
                    <a:pt x="269" y="58"/>
                  </a:cubicBezTo>
                  <a:cubicBezTo>
                    <a:pt x="187" y="13"/>
                    <a:pt x="93" y="5"/>
                    <a:pt x="1" y="0"/>
                  </a:cubicBezTo>
                  <a:cubicBezTo>
                    <a:pt x="0" y="0"/>
                    <a:pt x="0" y="2"/>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4" name="Freeform 931">
              <a:extLst>
                <a:ext uri="{FF2B5EF4-FFF2-40B4-BE49-F238E27FC236}">
                  <a16:creationId xmlns:a16="http://schemas.microsoft.com/office/drawing/2014/main" id="{51346050-BE33-5FF5-F4D6-F5FBB342BDD4}"/>
                </a:ext>
              </a:extLst>
            </p:cNvPr>
            <p:cNvSpPr/>
            <p:nvPr/>
          </p:nvSpPr>
          <p:spPr bwMode="auto">
            <a:xfrm>
              <a:off x="4483" y="3180"/>
              <a:ext cx="652" cy="379"/>
            </a:xfrm>
            <a:custGeom>
              <a:avLst/>
              <a:gdLst>
                <a:gd name="T0" fmla="*/ 1 w 371"/>
                <a:gd name="T1" fmla="*/ 2 h 216"/>
                <a:gd name="T2" fmla="*/ 211 w 371"/>
                <a:gd name="T3" fmla="*/ 69 h 216"/>
                <a:gd name="T4" fmla="*/ 295 w 371"/>
                <a:gd name="T5" fmla="*/ 124 h 216"/>
                <a:gd name="T6" fmla="*/ 368 w 371"/>
                <a:gd name="T7" fmla="*/ 214 h 216"/>
                <a:gd name="T8" fmla="*/ 371 w 371"/>
                <a:gd name="T9" fmla="*/ 214 h 216"/>
                <a:gd name="T10" fmla="*/ 317 w 371"/>
                <a:gd name="T11" fmla="*/ 136 h 216"/>
                <a:gd name="T12" fmla="*/ 224 w 371"/>
                <a:gd name="T13" fmla="*/ 73 h 216"/>
                <a:gd name="T14" fmla="*/ 2 w 371"/>
                <a:gd name="T15" fmla="*/ 0 h 216"/>
                <a:gd name="T16" fmla="*/ 1 w 371"/>
                <a:gd name="T17" fmla="*/ 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1" h="216">
                  <a:moveTo>
                    <a:pt x="1" y="2"/>
                  </a:moveTo>
                  <a:cubicBezTo>
                    <a:pt x="76" y="15"/>
                    <a:pt x="145" y="30"/>
                    <a:pt x="211" y="69"/>
                  </a:cubicBezTo>
                  <a:cubicBezTo>
                    <a:pt x="240" y="86"/>
                    <a:pt x="268" y="105"/>
                    <a:pt x="295" y="124"/>
                  </a:cubicBezTo>
                  <a:cubicBezTo>
                    <a:pt x="330" y="149"/>
                    <a:pt x="352" y="175"/>
                    <a:pt x="368" y="214"/>
                  </a:cubicBezTo>
                  <a:cubicBezTo>
                    <a:pt x="369" y="216"/>
                    <a:pt x="371" y="215"/>
                    <a:pt x="371" y="214"/>
                  </a:cubicBezTo>
                  <a:cubicBezTo>
                    <a:pt x="359" y="183"/>
                    <a:pt x="343" y="157"/>
                    <a:pt x="317" y="136"/>
                  </a:cubicBezTo>
                  <a:cubicBezTo>
                    <a:pt x="288" y="114"/>
                    <a:pt x="256" y="93"/>
                    <a:pt x="224" y="73"/>
                  </a:cubicBezTo>
                  <a:cubicBezTo>
                    <a:pt x="155" y="31"/>
                    <a:pt x="82" y="12"/>
                    <a:pt x="2" y="0"/>
                  </a:cubicBezTo>
                  <a:cubicBezTo>
                    <a:pt x="1" y="0"/>
                    <a:pt x="0" y="2"/>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5" name="Freeform 932">
              <a:extLst>
                <a:ext uri="{FF2B5EF4-FFF2-40B4-BE49-F238E27FC236}">
                  <a16:creationId xmlns:a16="http://schemas.microsoft.com/office/drawing/2014/main" id="{00C807F1-558D-4EA2-78F5-76163B3FD423}"/>
                </a:ext>
              </a:extLst>
            </p:cNvPr>
            <p:cNvSpPr/>
            <p:nvPr/>
          </p:nvSpPr>
          <p:spPr bwMode="auto">
            <a:xfrm>
              <a:off x="4616" y="3243"/>
              <a:ext cx="491" cy="339"/>
            </a:xfrm>
            <a:custGeom>
              <a:avLst/>
              <a:gdLst>
                <a:gd name="T0" fmla="*/ 1 w 279"/>
                <a:gd name="T1" fmla="*/ 2 h 193"/>
                <a:gd name="T2" fmla="*/ 159 w 279"/>
                <a:gd name="T3" fmla="*/ 80 h 193"/>
                <a:gd name="T4" fmla="*/ 277 w 279"/>
                <a:gd name="T5" fmla="*/ 191 h 193"/>
                <a:gd name="T6" fmla="*/ 279 w 279"/>
                <a:gd name="T7" fmla="*/ 190 h 193"/>
                <a:gd name="T8" fmla="*/ 166 w 279"/>
                <a:gd name="T9" fmla="*/ 81 h 193"/>
                <a:gd name="T10" fmla="*/ 1 w 279"/>
                <a:gd name="T11" fmla="*/ 1 h 193"/>
                <a:gd name="T12" fmla="*/ 1 w 279"/>
                <a:gd name="T13" fmla="*/ 2 h 193"/>
              </a:gdLst>
              <a:ahLst/>
              <a:cxnLst>
                <a:cxn ang="0">
                  <a:pos x="T0" y="T1"/>
                </a:cxn>
                <a:cxn ang="0">
                  <a:pos x="T2" y="T3"/>
                </a:cxn>
                <a:cxn ang="0">
                  <a:pos x="T4" y="T5"/>
                </a:cxn>
                <a:cxn ang="0">
                  <a:pos x="T6" y="T7"/>
                </a:cxn>
                <a:cxn ang="0">
                  <a:pos x="T8" y="T9"/>
                </a:cxn>
                <a:cxn ang="0">
                  <a:pos x="T10" y="T11"/>
                </a:cxn>
                <a:cxn ang="0">
                  <a:pos x="T12" y="T13"/>
                </a:cxn>
              </a:cxnLst>
              <a:rect l="0" t="0" r="r" b="b"/>
              <a:pathLst>
                <a:path w="279" h="193">
                  <a:moveTo>
                    <a:pt x="1" y="2"/>
                  </a:moveTo>
                  <a:cubicBezTo>
                    <a:pt x="57" y="21"/>
                    <a:pt x="108" y="49"/>
                    <a:pt x="159" y="80"/>
                  </a:cubicBezTo>
                  <a:cubicBezTo>
                    <a:pt x="206" y="110"/>
                    <a:pt x="249" y="142"/>
                    <a:pt x="277" y="191"/>
                  </a:cubicBezTo>
                  <a:cubicBezTo>
                    <a:pt x="278" y="193"/>
                    <a:pt x="279" y="192"/>
                    <a:pt x="279" y="190"/>
                  </a:cubicBezTo>
                  <a:cubicBezTo>
                    <a:pt x="256" y="142"/>
                    <a:pt x="210" y="109"/>
                    <a:pt x="166" y="81"/>
                  </a:cubicBezTo>
                  <a:cubicBezTo>
                    <a:pt x="115" y="49"/>
                    <a:pt x="60" y="15"/>
                    <a:pt x="1" y="1"/>
                  </a:cubicBezTo>
                  <a:cubicBezTo>
                    <a:pt x="0" y="0"/>
                    <a:pt x="0" y="2"/>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6" name="Freeform 933">
              <a:extLst>
                <a:ext uri="{FF2B5EF4-FFF2-40B4-BE49-F238E27FC236}">
                  <a16:creationId xmlns:a16="http://schemas.microsoft.com/office/drawing/2014/main" id="{0BE7E65E-3C74-E80E-1C26-E39F021DE7DA}"/>
                </a:ext>
              </a:extLst>
            </p:cNvPr>
            <p:cNvSpPr/>
            <p:nvPr/>
          </p:nvSpPr>
          <p:spPr bwMode="auto">
            <a:xfrm>
              <a:off x="4783" y="3357"/>
              <a:ext cx="301" cy="239"/>
            </a:xfrm>
            <a:custGeom>
              <a:avLst/>
              <a:gdLst>
                <a:gd name="T0" fmla="*/ 0 w 171"/>
                <a:gd name="T1" fmla="*/ 2 h 136"/>
                <a:gd name="T2" fmla="*/ 168 w 171"/>
                <a:gd name="T3" fmla="*/ 135 h 136"/>
                <a:gd name="T4" fmla="*/ 170 w 171"/>
                <a:gd name="T5" fmla="*/ 133 h 136"/>
                <a:gd name="T6" fmla="*/ 1 w 171"/>
                <a:gd name="T7" fmla="*/ 1 h 136"/>
                <a:gd name="T8" fmla="*/ 0 w 171"/>
                <a:gd name="T9" fmla="*/ 2 h 136"/>
              </a:gdLst>
              <a:ahLst/>
              <a:cxnLst>
                <a:cxn ang="0">
                  <a:pos x="T0" y="T1"/>
                </a:cxn>
                <a:cxn ang="0">
                  <a:pos x="T2" y="T3"/>
                </a:cxn>
                <a:cxn ang="0">
                  <a:pos x="T4" y="T5"/>
                </a:cxn>
                <a:cxn ang="0">
                  <a:pos x="T6" y="T7"/>
                </a:cxn>
                <a:cxn ang="0">
                  <a:pos x="T8" y="T9"/>
                </a:cxn>
              </a:cxnLst>
              <a:rect l="0" t="0" r="r" b="b"/>
              <a:pathLst>
                <a:path w="171" h="136">
                  <a:moveTo>
                    <a:pt x="0" y="2"/>
                  </a:moveTo>
                  <a:cubicBezTo>
                    <a:pt x="62" y="38"/>
                    <a:pt x="122" y="80"/>
                    <a:pt x="168" y="135"/>
                  </a:cubicBezTo>
                  <a:cubicBezTo>
                    <a:pt x="169" y="136"/>
                    <a:pt x="171" y="134"/>
                    <a:pt x="170" y="133"/>
                  </a:cubicBezTo>
                  <a:cubicBezTo>
                    <a:pt x="127" y="78"/>
                    <a:pt x="63" y="33"/>
                    <a:pt x="1" y="1"/>
                  </a:cubicBezTo>
                  <a:cubicBezTo>
                    <a:pt x="0" y="0"/>
                    <a:pt x="0" y="1"/>
                    <a:pt x="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7" name="Freeform 934">
              <a:extLst>
                <a:ext uri="{FF2B5EF4-FFF2-40B4-BE49-F238E27FC236}">
                  <a16:creationId xmlns:a16="http://schemas.microsoft.com/office/drawing/2014/main" id="{EBA8F667-DBEA-C919-3B3C-DC078336C984}"/>
                </a:ext>
              </a:extLst>
            </p:cNvPr>
            <p:cNvSpPr/>
            <p:nvPr/>
          </p:nvSpPr>
          <p:spPr bwMode="auto">
            <a:xfrm>
              <a:off x="4938" y="3510"/>
              <a:ext cx="105" cy="116"/>
            </a:xfrm>
            <a:custGeom>
              <a:avLst/>
              <a:gdLst>
                <a:gd name="T0" fmla="*/ 1 w 60"/>
                <a:gd name="T1" fmla="*/ 2 h 66"/>
                <a:gd name="T2" fmla="*/ 58 w 60"/>
                <a:gd name="T3" fmla="*/ 65 h 66"/>
                <a:gd name="T4" fmla="*/ 60 w 60"/>
                <a:gd name="T5" fmla="*/ 65 h 66"/>
                <a:gd name="T6" fmla="*/ 2 w 60"/>
                <a:gd name="T7" fmla="*/ 1 h 66"/>
                <a:gd name="T8" fmla="*/ 1 w 60"/>
                <a:gd name="T9" fmla="*/ 2 h 66"/>
              </a:gdLst>
              <a:ahLst/>
              <a:cxnLst>
                <a:cxn ang="0">
                  <a:pos x="T0" y="T1"/>
                </a:cxn>
                <a:cxn ang="0">
                  <a:pos x="T2" y="T3"/>
                </a:cxn>
                <a:cxn ang="0">
                  <a:pos x="T4" y="T5"/>
                </a:cxn>
                <a:cxn ang="0">
                  <a:pos x="T6" y="T7"/>
                </a:cxn>
                <a:cxn ang="0">
                  <a:pos x="T8" y="T9"/>
                </a:cxn>
              </a:cxnLst>
              <a:rect l="0" t="0" r="r" b="b"/>
              <a:pathLst>
                <a:path w="60" h="66">
                  <a:moveTo>
                    <a:pt x="1" y="2"/>
                  </a:moveTo>
                  <a:cubicBezTo>
                    <a:pt x="17" y="27"/>
                    <a:pt x="47" y="36"/>
                    <a:pt x="58" y="65"/>
                  </a:cubicBezTo>
                  <a:cubicBezTo>
                    <a:pt x="58" y="66"/>
                    <a:pt x="60" y="66"/>
                    <a:pt x="60" y="65"/>
                  </a:cubicBezTo>
                  <a:cubicBezTo>
                    <a:pt x="53" y="35"/>
                    <a:pt x="19" y="23"/>
                    <a:pt x="2" y="1"/>
                  </a:cubicBezTo>
                  <a:cubicBezTo>
                    <a:pt x="1" y="0"/>
                    <a:pt x="0" y="1"/>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8" name="Freeform 935">
              <a:extLst>
                <a:ext uri="{FF2B5EF4-FFF2-40B4-BE49-F238E27FC236}">
                  <a16:creationId xmlns:a16="http://schemas.microsoft.com/office/drawing/2014/main" id="{E21CF5E3-7BD2-7A0C-E1B5-3CA8BE864C8D}"/>
                </a:ext>
              </a:extLst>
            </p:cNvPr>
            <p:cNvSpPr/>
            <p:nvPr/>
          </p:nvSpPr>
          <p:spPr bwMode="auto">
            <a:xfrm>
              <a:off x="4075" y="3141"/>
              <a:ext cx="866" cy="535"/>
            </a:xfrm>
            <a:custGeom>
              <a:avLst/>
              <a:gdLst>
                <a:gd name="T0" fmla="*/ 1 w 493"/>
                <a:gd name="T1" fmla="*/ 2 h 304"/>
                <a:gd name="T2" fmla="*/ 156 w 493"/>
                <a:gd name="T3" fmla="*/ 34 h 304"/>
                <a:gd name="T4" fmla="*/ 286 w 493"/>
                <a:gd name="T5" fmla="*/ 106 h 304"/>
                <a:gd name="T6" fmla="*/ 490 w 493"/>
                <a:gd name="T7" fmla="*/ 303 h 304"/>
                <a:gd name="T8" fmla="*/ 492 w 493"/>
                <a:gd name="T9" fmla="*/ 301 h 304"/>
                <a:gd name="T10" fmla="*/ 287 w 493"/>
                <a:gd name="T11" fmla="*/ 104 h 304"/>
                <a:gd name="T12" fmla="*/ 160 w 493"/>
                <a:gd name="T13" fmla="*/ 33 h 304"/>
                <a:gd name="T14" fmla="*/ 1 w 493"/>
                <a:gd name="T15" fmla="*/ 0 h 304"/>
                <a:gd name="T16" fmla="*/ 1 w 493"/>
                <a:gd name="T17" fmla="*/ 2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304">
                  <a:moveTo>
                    <a:pt x="1" y="2"/>
                  </a:moveTo>
                  <a:cubicBezTo>
                    <a:pt x="53" y="5"/>
                    <a:pt x="105" y="19"/>
                    <a:pt x="156" y="34"/>
                  </a:cubicBezTo>
                  <a:cubicBezTo>
                    <a:pt x="204" y="49"/>
                    <a:pt x="245" y="76"/>
                    <a:pt x="286" y="106"/>
                  </a:cubicBezTo>
                  <a:cubicBezTo>
                    <a:pt x="362" y="163"/>
                    <a:pt x="439" y="221"/>
                    <a:pt x="490" y="303"/>
                  </a:cubicBezTo>
                  <a:cubicBezTo>
                    <a:pt x="491" y="304"/>
                    <a:pt x="493" y="303"/>
                    <a:pt x="492" y="301"/>
                  </a:cubicBezTo>
                  <a:cubicBezTo>
                    <a:pt x="443" y="219"/>
                    <a:pt x="363" y="161"/>
                    <a:pt x="287" y="104"/>
                  </a:cubicBezTo>
                  <a:cubicBezTo>
                    <a:pt x="248" y="74"/>
                    <a:pt x="207" y="48"/>
                    <a:pt x="160" y="33"/>
                  </a:cubicBezTo>
                  <a:cubicBezTo>
                    <a:pt x="108" y="17"/>
                    <a:pt x="54" y="2"/>
                    <a:pt x="1" y="0"/>
                  </a:cubicBezTo>
                  <a:cubicBezTo>
                    <a:pt x="0" y="0"/>
                    <a:pt x="0" y="2"/>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59" name="Freeform 936">
              <a:extLst>
                <a:ext uri="{FF2B5EF4-FFF2-40B4-BE49-F238E27FC236}">
                  <a16:creationId xmlns:a16="http://schemas.microsoft.com/office/drawing/2014/main" id="{BC452118-5FC1-90CA-1DBC-5668307437D3}"/>
                </a:ext>
              </a:extLst>
            </p:cNvPr>
            <p:cNvSpPr/>
            <p:nvPr/>
          </p:nvSpPr>
          <p:spPr bwMode="auto">
            <a:xfrm>
              <a:off x="4170" y="3125"/>
              <a:ext cx="810" cy="522"/>
            </a:xfrm>
            <a:custGeom>
              <a:avLst/>
              <a:gdLst>
                <a:gd name="T0" fmla="*/ 1 w 461"/>
                <a:gd name="T1" fmla="*/ 5 h 297"/>
                <a:gd name="T2" fmla="*/ 152 w 461"/>
                <a:gd name="T3" fmla="*/ 45 h 297"/>
                <a:gd name="T4" fmla="*/ 267 w 461"/>
                <a:gd name="T5" fmla="*/ 106 h 297"/>
                <a:gd name="T6" fmla="*/ 459 w 461"/>
                <a:gd name="T7" fmla="*/ 296 h 297"/>
                <a:gd name="T8" fmla="*/ 461 w 461"/>
                <a:gd name="T9" fmla="*/ 295 h 297"/>
                <a:gd name="T10" fmla="*/ 268 w 461"/>
                <a:gd name="T11" fmla="*/ 104 h 297"/>
                <a:gd name="T12" fmla="*/ 142 w 461"/>
                <a:gd name="T13" fmla="*/ 38 h 297"/>
                <a:gd name="T14" fmla="*/ 1 w 461"/>
                <a:gd name="T15" fmla="*/ 4 h 297"/>
                <a:gd name="T16" fmla="*/ 1 w 461"/>
                <a:gd name="T17" fmla="*/ 5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1" h="297">
                  <a:moveTo>
                    <a:pt x="1" y="5"/>
                  </a:moveTo>
                  <a:cubicBezTo>
                    <a:pt x="54" y="3"/>
                    <a:pt x="104" y="24"/>
                    <a:pt x="152" y="45"/>
                  </a:cubicBezTo>
                  <a:cubicBezTo>
                    <a:pt x="192" y="63"/>
                    <a:pt x="230" y="83"/>
                    <a:pt x="267" y="106"/>
                  </a:cubicBezTo>
                  <a:cubicBezTo>
                    <a:pt x="344" y="156"/>
                    <a:pt x="410" y="218"/>
                    <a:pt x="459" y="296"/>
                  </a:cubicBezTo>
                  <a:cubicBezTo>
                    <a:pt x="460" y="297"/>
                    <a:pt x="461" y="296"/>
                    <a:pt x="461" y="295"/>
                  </a:cubicBezTo>
                  <a:cubicBezTo>
                    <a:pt x="415" y="216"/>
                    <a:pt x="345" y="152"/>
                    <a:pt x="268" y="104"/>
                  </a:cubicBezTo>
                  <a:cubicBezTo>
                    <a:pt x="228" y="78"/>
                    <a:pt x="186" y="56"/>
                    <a:pt x="142" y="38"/>
                  </a:cubicBezTo>
                  <a:cubicBezTo>
                    <a:pt x="97" y="19"/>
                    <a:pt x="50" y="0"/>
                    <a:pt x="1" y="4"/>
                  </a:cubicBezTo>
                  <a:cubicBezTo>
                    <a:pt x="0" y="4"/>
                    <a:pt x="0" y="5"/>
                    <a:pt x="1"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0" name="Freeform 937">
              <a:extLst>
                <a:ext uri="{FF2B5EF4-FFF2-40B4-BE49-F238E27FC236}">
                  <a16:creationId xmlns:a16="http://schemas.microsoft.com/office/drawing/2014/main" id="{2DCF6ED1-0309-6BD7-29BB-6D0182C60ABF}"/>
                </a:ext>
              </a:extLst>
            </p:cNvPr>
            <p:cNvSpPr/>
            <p:nvPr/>
          </p:nvSpPr>
          <p:spPr bwMode="auto">
            <a:xfrm>
              <a:off x="4087" y="3132"/>
              <a:ext cx="828" cy="581"/>
            </a:xfrm>
            <a:custGeom>
              <a:avLst/>
              <a:gdLst>
                <a:gd name="T0" fmla="*/ 1 w 471"/>
                <a:gd name="T1" fmla="*/ 2 h 330"/>
                <a:gd name="T2" fmla="*/ 150 w 471"/>
                <a:gd name="T3" fmla="*/ 53 h 330"/>
                <a:gd name="T4" fmla="*/ 265 w 471"/>
                <a:gd name="T5" fmla="*/ 131 h 330"/>
                <a:gd name="T6" fmla="*/ 364 w 471"/>
                <a:gd name="T7" fmla="*/ 210 h 330"/>
                <a:gd name="T8" fmla="*/ 468 w 471"/>
                <a:gd name="T9" fmla="*/ 329 h 330"/>
                <a:gd name="T10" fmla="*/ 470 w 471"/>
                <a:gd name="T11" fmla="*/ 328 h 330"/>
                <a:gd name="T12" fmla="*/ 383 w 471"/>
                <a:gd name="T13" fmla="*/ 220 h 330"/>
                <a:gd name="T14" fmla="*/ 315 w 471"/>
                <a:gd name="T15" fmla="*/ 172 h 330"/>
                <a:gd name="T16" fmla="*/ 262 w 471"/>
                <a:gd name="T17" fmla="*/ 124 h 330"/>
                <a:gd name="T18" fmla="*/ 1 w 471"/>
                <a:gd name="T19" fmla="*/ 0 h 330"/>
                <a:gd name="T20" fmla="*/ 1 w 471"/>
                <a:gd name="T21" fmla="*/ 2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1" h="330">
                  <a:moveTo>
                    <a:pt x="1" y="2"/>
                  </a:moveTo>
                  <a:cubicBezTo>
                    <a:pt x="52" y="15"/>
                    <a:pt x="102" y="31"/>
                    <a:pt x="150" y="53"/>
                  </a:cubicBezTo>
                  <a:cubicBezTo>
                    <a:pt x="193" y="73"/>
                    <a:pt x="230" y="99"/>
                    <a:pt x="265" y="131"/>
                  </a:cubicBezTo>
                  <a:cubicBezTo>
                    <a:pt x="297" y="160"/>
                    <a:pt x="328" y="186"/>
                    <a:pt x="364" y="210"/>
                  </a:cubicBezTo>
                  <a:cubicBezTo>
                    <a:pt x="409" y="239"/>
                    <a:pt x="439" y="284"/>
                    <a:pt x="468" y="329"/>
                  </a:cubicBezTo>
                  <a:cubicBezTo>
                    <a:pt x="468" y="330"/>
                    <a:pt x="471" y="329"/>
                    <a:pt x="470" y="328"/>
                  </a:cubicBezTo>
                  <a:cubicBezTo>
                    <a:pt x="446" y="289"/>
                    <a:pt x="419" y="247"/>
                    <a:pt x="383" y="220"/>
                  </a:cubicBezTo>
                  <a:cubicBezTo>
                    <a:pt x="361" y="203"/>
                    <a:pt x="337" y="190"/>
                    <a:pt x="315" y="172"/>
                  </a:cubicBezTo>
                  <a:cubicBezTo>
                    <a:pt x="297" y="157"/>
                    <a:pt x="279" y="140"/>
                    <a:pt x="262" y="124"/>
                  </a:cubicBezTo>
                  <a:cubicBezTo>
                    <a:pt x="189" y="59"/>
                    <a:pt x="96" y="22"/>
                    <a:pt x="1" y="0"/>
                  </a:cubicBezTo>
                  <a:cubicBezTo>
                    <a:pt x="1" y="0"/>
                    <a:pt x="0" y="1"/>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1" name="Freeform 938">
              <a:extLst>
                <a:ext uri="{FF2B5EF4-FFF2-40B4-BE49-F238E27FC236}">
                  <a16:creationId xmlns:a16="http://schemas.microsoft.com/office/drawing/2014/main" id="{B4CC8EB7-83B4-325E-3D98-5918F4DE20B4}"/>
                </a:ext>
              </a:extLst>
            </p:cNvPr>
            <p:cNvSpPr/>
            <p:nvPr/>
          </p:nvSpPr>
          <p:spPr bwMode="auto">
            <a:xfrm>
              <a:off x="4066" y="3143"/>
              <a:ext cx="819" cy="601"/>
            </a:xfrm>
            <a:custGeom>
              <a:avLst/>
              <a:gdLst>
                <a:gd name="T0" fmla="*/ 1 w 466"/>
                <a:gd name="T1" fmla="*/ 2 h 342"/>
                <a:gd name="T2" fmla="*/ 133 w 466"/>
                <a:gd name="T3" fmla="*/ 60 h 342"/>
                <a:gd name="T4" fmla="*/ 257 w 466"/>
                <a:gd name="T5" fmla="*/ 139 h 342"/>
                <a:gd name="T6" fmla="*/ 463 w 466"/>
                <a:gd name="T7" fmla="*/ 340 h 342"/>
                <a:gd name="T8" fmla="*/ 466 w 466"/>
                <a:gd name="T9" fmla="*/ 339 h 342"/>
                <a:gd name="T10" fmla="*/ 265 w 466"/>
                <a:gd name="T11" fmla="*/ 140 h 342"/>
                <a:gd name="T12" fmla="*/ 134 w 466"/>
                <a:gd name="T13" fmla="*/ 57 h 342"/>
                <a:gd name="T14" fmla="*/ 1 w 466"/>
                <a:gd name="T15" fmla="*/ 0 h 342"/>
                <a:gd name="T16" fmla="*/ 1 w 466"/>
                <a:gd name="T17" fmla="*/ 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6" h="342">
                  <a:moveTo>
                    <a:pt x="1" y="2"/>
                  </a:moveTo>
                  <a:cubicBezTo>
                    <a:pt x="49" y="12"/>
                    <a:pt x="91" y="34"/>
                    <a:pt x="133" y="60"/>
                  </a:cubicBezTo>
                  <a:cubicBezTo>
                    <a:pt x="175" y="86"/>
                    <a:pt x="216" y="112"/>
                    <a:pt x="257" y="139"/>
                  </a:cubicBezTo>
                  <a:cubicBezTo>
                    <a:pt x="339" y="191"/>
                    <a:pt x="420" y="250"/>
                    <a:pt x="463" y="340"/>
                  </a:cubicBezTo>
                  <a:cubicBezTo>
                    <a:pt x="464" y="342"/>
                    <a:pt x="466" y="340"/>
                    <a:pt x="466" y="339"/>
                  </a:cubicBezTo>
                  <a:cubicBezTo>
                    <a:pt x="425" y="250"/>
                    <a:pt x="345" y="191"/>
                    <a:pt x="265" y="140"/>
                  </a:cubicBezTo>
                  <a:cubicBezTo>
                    <a:pt x="222" y="112"/>
                    <a:pt x="178" y="84"/>
                    <a:pt x="134" y="57"/>
                  </a:cubicBezTo>
                  <a:cubicBezTo>
                    <a:pt x="93" y="32"/>
                    <a:pt x="50" y="9"/>
                    <a:pt x="1" y="0"/>
                  </a:cubicBezTo>
                  <a:cubicBezTo>
                    <a:pt x="0" y="0"/>
                    <a:pt x="0" y="1"/>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2" name="Freeform 939">
              <a:extLst>
                <a:ext uri="{FF2B5EF4-FFF2-40B4-BE49-F238E27FC236}">
                  <a16:creationId xmlns:a16="http://schemas.microsoft.com/office/drawing/2014/main" id="{8CB755E2-47D2-AD35-7DEE-4A01F4B528B1}"/>
                </a:ext>
              </a:extLst>
            </p:cNvPr>
            <p:cNvSpPr/>
            <p:nvPr/>
          </p:nvSpPr>
          <p:spPr bwMode="auto">
            <a:xfrm>
              <a:off x="4062" y="3150"/>
              <a:ext cx="667" cy="661"/>
            </a:xfrm>
            <a:custGeom>
              <a:avLst/>
              <a:gdLst>
                <a:gd name="T0" fmla="*/ 0 w 379"/>
                <a:gd name="T1" fmla="*/ 1 h 376"/>
                <a:gd name="T2" fmla="*/ 185 w 379"/>
                <a:gd name="T3" fmla="*/ 186 h 376"/>
                <a:gd name="T4" fmla="*/ 377 w 379"/>
                <a:gd name="T5" fmla="*/ 375 h 376"/>
                <a:gd name="T6" fmla="*/ 378 w 379"/>
                <a:gd name="T7" fmla="*/ 374 h 376"/>
                <a:gd name="T8" fmla="*/ 182 w 379"/>
                <a:gd name="T9" fmla="*/ 179 h 376"/>
                <a:gd name="T10" fmla="*/ 1 w 379"/>
                <a:gd name="T11" fmla="*/ 0 h 376"/>
                <a:gd name="T12" fmla="*/ 0 w 379"/>
                <a:gd name="T13" fmla="*/ 1 h 376"/>
              </a:gdLst>
              <a:ahLst/>
              <a:cxnLst>
                <a:cxn ang="0">
                  <a:pos x="T0" y="T1"/>
                </a:cxn>
                <a:cxn ang="0">
                  <a:pos x="T2" y="T3"/>
                </a:cxn>
                <a:cxn ang="0">
                  <a:pos x="T4" y="T5"/>
                </a:cxn>
                <a:cxn ang="0">
                  <a:pos x="T6" y="T7"/>
                </a:cxn>
                <a:cxn ang="0">
                  <a:pos x="T8" y="T9"/>
                </a:cxn>
                <a:cxn ang="0">
                  <a:pos x="T10" y="T11"/>
                </a:cxn>
                <a:cxn ang="0">
                  <a:pos x="T12" y="T13"/>
                </a:cxn>
              </a:cxnLst>
              <a:rect l="0" t="0" r="r" b="b"/>
              <a:pathLst>
                <a:path w="379" h="376">
                  <a:moveTo>
                    <a:pt x="0" y="1"/>
                  </a:moveTo>
                  <a:cubicBezTo>
                    <a:pt x="70" y="54"/>
                    <a:pt x="125" y="123"/>
                    <a:pt x="185" y="186"/>
                  </a:cubicBezTo>
                  <a:cubicBezTo>
                    <a:pt x="247" y="251"/>
                    <a:pt x="309" y="317"/>
                    <a:pt x="377" y="375"/>
                  </a:cubicBezTo>
                  <a:cubicBezTo>
                    <a:pt x="378" y="376"/>
                    <a:pt x="379" y="375"/>
                    <a:pt x="378" y="374"/>
                  </a:cubicBezTo>
                  <a:cubicBezTo>
                    <a:pt x="313" y="309"/>
                    <a:pt x="245" y="246"/>
                    <a:pt x="182" y="179"/>
                  </a:cubicBezTo>
                  <a:cubicBezTo>
                    <a:pt x="124" y="118"/>
                    <a:pt x="70" y="50"/>
                    <a:pt x="1" y="0"/>
                  </a:cubicBezTo>
                  <a:cubicBezTo>
                    <a:pt x="0" y="0"/>
                    <a:pt x="0" y="1"/>
                    <a:pt x="0"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3" name="Freeform 940">
              <a:extLst>
                <a:ext uri="{FF2B5EF4-FFF2-40B4-BE49-F238E27FC236}">
                  <a16:creationId xmlns:a16="http://schemas.microsoft.com/office/drawing/2014/main" id="{17CF340A-9DA7-ACD3-6FC8-392EA7D56FDD}"/>
                </a:ext>
              </a:extLst>
            </p:cNvPr>
            <p:cNvSpPr/>
            <p:nvPr/>
          </p:nvSpPr>
          <p:spPr bwMode="auto">
            <a:xfrm>
              <a:off x="4061" y="3153"/>
              <a:ext cx="610" cy="633"/>
            </a:xfrm>
            <a:custGeom>
              <a:avLst/>
              <a:gdLst>
                <a:gd name="T0" fmla="*/ 1 w 347"/>
                <a:gd name="T1" fmla="*/ 2 h 360"/>
                <a:gd name="T2" fmla="*/ 159 w 347"/>
                <a:gd name="T3" fmla="*/ 190 h 360"/>
                <a:gd name="T4" fmla="*/ 344 w 347"/>
                <a:gd name="T5" fmla="*/ 359 h 360"/>
                <a:gd name="T6" fmla="*/ 345 w 347"/>
                <a:gd name="T7" fmla="*/ 357 h 360"/>
                <a:gd name="T8" fmla="*/ 156 w 347"/>
                <a:gd name="T9" fmla="*/ 182 h 360"/>
                <a:gd name="T10" fmla="*/ 2 w 347"/>
                <a:gd name="T11" fmla="*/ 1 h 360"/>
                <a:gd name="T12" fmla="*/ 1 w 347"/>
                <a:gd name="T13" fmla="*/ 2 h 360"/>
              </a:gdLst>
              <a:ahLst/>
              <a:cxnLst>
                <a:cxn ang="0">
                  <a:pos x="T0" y="T1"/>
                </a:cxn>
                <a:cxn ang="0">
                  <a:pos x="T2" y="T3"/>
                </a:cxn>
                <a:cxn ang="0">
                  <a:pos x="T4" y="T5"/>
                </a:cxn>
                <a:cxn ang="0">
                  <a:pos x="T6" y="T7"/>
                </a:cxn>
                <a:cxn ang="0">
                  <a:pos x="T8" y="T9"/>
                </a:cxn>
                <a:cxn ang="0">
                  <a:pos x="T10" y="T11"/>
                </a:cxn>
                <a:cxn ang="0">
                  <a:pos x="T12" y="T13"/>
                </a:cxn>
              </a:cxnLst>
              <a:rect l="0" t="0" r="r" b="b"/>
              <a:pathLst>
                <a:path w="347" h="360">
                  <a:moveTo>
                    <a:pt x="1" y="2"/>
                  </a:moveTo>
                  <a:cubicBezTo>
                    <a:pt x="60" y="59"/>
                    <a:pt x="107" y="127"/>
                    <a:pt x="159" y="190"/>
                  </a:cubicBezTo>
                  <a:cubicBezTo>
                    <a:pt x="212" y="256"/>
                    <a:pt x="276" y="309"/>
                    <a:pt x="344" y="359"/>
                  </a:cubicBezTo>
                  <a:cubicBezTo>
                    <a:pt x="345" y="360"/>
                    <a:pt x="347" y="358"/>
                    <a:pt x="345" y="357"/>
                  </a:cubicBezTo>
                  <a:cubicBezTo>
                    <a:pt x="276" y="304"/>
                    <a:pt x="212" y="250"/>
                    <a:pt x="156" y="182"/>
                  </a:cubicBezTo>
                  <a:cubicBezTo>
                    <a:pt x="106" y="121"/>
                    <a:pt x="61" y="55"/>
                    <a:pt x="2" y="1"/>
                  </a:cubicBezTo>
                  <a:cubicBezTo>
                    <a:pt x="1" y="0"/>
                    <a:pt x="0" y="1"/>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4" name="Freeform 941">
              <a:extLst>
                <a:ext uri="{FF2B5EF4-FFF2-40B4-BE49-F238E27FC236}">
                  <a16:creationId xmlns:a16="http://schemas.microsoft.com/office/drawing/2014/main" id="{23CC2161-5853-A89A-ACBE-D4D621C951C2}"/>
                </a:ext>
              </a:extLst>
            </p:cNvPr>
            <p:cNvSpPr/>
            <p:nvPr/>
          </p:nvSpPr>
          <p:spPr bwMode="auto">
            <a:xfrm>
              <a:off x="4180" y="3222"/>
              <a:ext cx="635" cy="552"/>
            </a:xfrm>
            <a:custGeom>
              <a:avLst/>
              <a:gdLst>
                <a:gd name="T0" fmla="*/ 1 w 361"/>
                <a:gd name="T1" fmla="*/ 2 h 314"/>
                <a:gd name="T2" fmla="*/ 190 w 361"/>
                <a:gd name="T3" fmla="*/ 151 h 314"/>
                <a:gd name="T4" fmla="*/ 359 w 361"/>
                <a:gd name="T5" fmla="*/ 313 h 314"/>
                <a:gd name="T6" fmla="*/ 360 w 361"/>
                <a:gd name="T7" fmla="*/ 312 h 314"/>
                <a:gd name="T8" fmla="*/ 187 w 361"/>
                <a:gd name="T9" fmla="*/ 144 h 314"/>
                <a:gd name="T10" fmla="*/ 1 w 361"/>
                <a:gd name="T11" fmla="*/ 1 h 314"/>
                <a:gd name="T12" fmla="*/ 1 w 361"/>
                <a:gd name="T13" fmla="*/ 2 h 314"/>
              </a:gdLst>
              <a:ahLst/>
              <a:cxnLst>
                <a:cxn ang="0">
                  <a:pos x="T0" y="T1"/>
                </a:cxn>
                <a:cxn ang="0">
                  <a:pos x="T2" y="T3"/>
                </a:cxn>
                <a:cxn ang="0">
                  <a:pos x="T4" y="T5"/>
                </a:cxn>
                <a:cxn ang="0">
                  <a:pos x="T6" y="T7"/>
                </a:cxn>
                <a:cxn ang="0">
                  <a:pos x="T8" y="T9"/>
                </a:cxn>
                <a:cxn ang="0">
                  <a:pos x="T10" y="T11"/>
                </a:cxn>
                <a:cxn ang="0">
                  <a:pos x="T12" y="T13"/>
                </a:cxn>
              </a:cxnLst>
              <a:rect l="0" t="0" r="r" b="b"/>
              <a:pathLst>
                <a:path w="361" h="314">
                  <a:moveTo>
                    <a:pt x="1" y="2"/>
                  </a:moveTo>
                  <a:cubicBezTo>
                    <a:pt x="65" y="50"/>
                    <a:pt x="129" y="98"/>
                    <a:pt x="190" y="151"/>
                  </a:cubicBezTo>
                  <a:cubicBezTo>
                    <a:pt x="249" y="203"/>
                    <a:pt x="303" y="258"/>
                    <a:pt x="359" y="313"/>
                  </a:cubicBezTo>
                  <a:cubicBezTo>
                    <a:pt x="360" y="314"/>
                    <a:pt x="361" y="313"/>
                    <a:pt x="360" y="312"/>
                  </a:cubicBezTo>
                  <a:cubicBezTo>
                    <a:pt x="307" y="252"/>
                    <a:pt x="247" y="197"/>
                    <a:pt x="187" y="144"/>
                  </a:cubicBezTo>
                  <a:cubicBezTo>
                    <a:pt x="128" y="94"/>
                    <a:pt x="66" y="44"/>
                    <a:pt x="1" y="1"/>
                  </a:cubicBezTo>
                  <a:cubicBezTo>
                    <a:pt x="1" y="0"/>
                    <a:pt x="0" y="1"/>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5" name="Freeform 942">
              <a:extLst>
                <a:ext uri="{FF2B5EF4-FFF2-40B4-BE49-F238E27FC236}">
                  <a16:creationId xmlns:a16="http://schemas.microsoft.com/office/drawing/2014/main" id="{4D2F6A09-97B8-E220-4C3D-25C03DFBD5E2}"/>
                </a:ext>
              </a:extLst>
            </p:cNvPr>
            <p:cNvSpPr/>
            <p:nvPr/>
          </p:nvSpPr>
          <p:spPr bwMode="auto">
            <a:xfrm>
              <a:off x="4187" y="3222"/>
              <a:ext cx="2" cy="3"/>
            </a:xfrm>
            <a:custGeom>
              <a:avLst/>
              <a:gdLst>
                <a:gd name="T0" fmla="*/ 0 w 1"/>
                <a:gd name="T1" fmla="*/ 2 h 2"/>
                <a:gd name="T2" fmla="*/ 0 w 1"/>
                <a:gd name="T3" fmla="*/ 0 h 2"/>
                <a:gd name="T4" fmla="*/ 0 w 1"/>
                <a:gd name="T5" fmla="*/ 2 h 2"/>
              </a:gdLst>
              <a:ahLst/>
              <a:cxnLst>
                <a:cxn ang="0">
                  <a:pos x="T0" y="T1"/>
                </a:cxn>
                <a:cxn ang="0">
                  <a:pos x="T2" y="T3"/>
                </a:cxn>
                <a:cxn ang="0">
                  <a:pos x="T4" y="T5"/>
                </a:cxn>
              </a:cxnLst>
              <a:rect l="0" t="0" r="r" b="b"/>
              <a:pathLst>
                <a:path w="1" h="2">
                  <a:moveTo>
                    <a:pt x="0" y="2"/>
                  </a:moveTo>
                  <a:cubicBezTo>
                    <a:pt x="1" y="2"/>
                    <a:pt x="1" y="0"/>
                    <a:pt x="0" y="0"/>
                  </a:cubicBezTo>
                  <a:cubicBezTo>
                    <a:pt x="0" y="0"/>
                    <a:pt x="0" y="2"/>
                    <a:pt x="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6" name="Freeform 943">
              <a:extLst>
                <a:ext uri="{FF2B5EF4-FFF2-40B4-BE49-F238E27FC236}">
                  <a16:creationId xmlns:a16="http://schemas.microsoft.com/office/drawing/2014/main" id="{B3EB49F5-4546-FE64-E76B-CBC5D830653E}"/>
                </a:ext>
              </a:extLst>
            </p:cNvPr>
            <p:cNvSpPr/>
            <p:nvPr/>
          </p:nvSpPr>
          <p:spPr bwMode="auto">
            <a:xfrm>
              <a:off x="4180" y="3222"/>
              <a:ext cx="2" cy="3"/>
            </a:xfrm>
            <a:custGeom>
              <a:avLst/>
              <a:gdLst>
                <a:gd name="T0" fmla="*/ 0 w 1"/>
                <a:gd name="T1" fmla="*/ 2 h 2"/>
                <a:gd name="T2" fmla="*/ 0 w 1"/>
                <a:gd name="T3" fmla="*/ 0 h 2"/>
                <a:gd name="T4" fmla="*/ 0 w 1"/>
                <a:gd name="T5" fmla="*/ 2 h 2"/>
              </a:gdLst>
              <a:ahLst/>
              <a:cxnLst>
                <a:cxn ang="0">
                  <a:pos x="T0" y="T1"/>
                </a:cxn>
                <a:cxn ang="0">
                  <a:pos x="T2" y="T3"/>
                </a:cxn>
                <a:cxn ang="0">
                  <a:pos x="T4" y="T5"/>
                </a:cxn>
              </a:cxnLst>
              <a:rect l="0" t="0" r="r" b="b"/>
              <a:pathLst>
                <a:path w="1" h="2">
                  <a:moveTo>
                    <a:pt x="0" y="2"/>
                  </a:moveTo>
                  <a:cubicBezTo>
                    <a:pt x="1" y="2"/>
                    <a:pt x="1" y="0"/>
                    <a:pt x="0" y="0"/>
                  </a:cubicBezTo>
                  <a:cubicBezTo>
                    <a:pt x="0" y="0"/>
                    <a:pt x="0" y="2"/>
                    <a:pt x="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7" name="Freeform 944">
              <a:extLst>
                <a:ext uri="{FF2B5EF4-FFF2-40B4-BE49-F238E27FC236}">
                  <a16:creationId xmlns:a16="http://schemas.microsoft.com/office/drawing/2014/main" id="{0A7AF8FF-C2C2-2B5C-5E0B-69EB44D842CE}"/>
                </a:ext>
              </a:extLst>
            </p:cNvPr>
            <p:cNvSpPr/>
            <p:nvPr/>
          </p:nvSpPr>
          <p:spPr bwMode="auto">
            <a:xfrm>
              <a:off x="4207" y="3243"/>
              <a:ext cx="567" cy="549"/>
            </a:xfrm>
            <a:custGeom>
              <a:avLst/>
              <a:gdLst>
                <a:gd name="T0" fmla="*/ 1 w 323"/>
                <a:gd name="T1" fmla="*/ 2 h 312"/>
                <a:gd name="T2" fmla="*/ 158 w 323"/>
                <a:gd name="T3" fmla="*/ 159 h 312"/>
                <a:gd name="T4" fmla="*/ 320 w 323"/>
                <a:gd name="T5" fmla="*/ 311 h 312"/>
                <a:gd name="T6" fmla="*/ 322 w 323"/>
                <a:gd name="T7" fmla="*/ 309 h 312"/>
                <a:gd name="T8" fmla="*/ 160 w 323"/>
                <a:gd name="T9" fmla="*/ 157 h 312"/>
                <a:gd name="T10" fmla="*/ 2 w 323"/>
                <a:gd name="T11" fmla="*/ 1 h 312"/>
                <a:gd name="T12" fmla="*/ 1 w 323"/>
                <a:gd name="T13" fmla="*/ 2 h 312"/>
              </a:gdLst>
              <a:ahLst/>
              <a:cxnLst>
                <a:cxn ang="0">
                  <a:pos x="T0" y="T1"/>
                </a:cxn>
                <a:cxn ang="0">
                  <a:pos x="T2" y="T3"/>
                </a:cxn>
                <a:cxn ang="0">
                  <a:pos x="T4" y="T5"/>
                </a:cxn>
                <a:cxn ang="0">
                  <a:pos x="T6" y="T7"/>
                </a:cxn>
                <a:cxn ang="0">
                  <a:pos x="T8" y="T9"/>
                </a:cxn>
                <a:cxn ang="0">
                  <a:pos x="T10" y="T11"/>
                </a:cxn>
                <a:cxn ang="0">
                  <a:pos x="T12" y="T13"/>
                </a:cxn>
              </a:cxnLst>
              <a:rect l="0" t="0" r="r" b="b"/>
              <a:pathLst>
                <a:path w="323" h="312">
                  <a:moveTo>
                    <a:pt x="1" y="2"/>
                  </a:moveTo>
                  <a:cubicBezTo>
                    <a:pt x="51" y="56"/>
                    <a:pt x="105" y="108"/>
                    <a:pt x="158" y="159"/>
                  </a:cubicBezTo>
                  <a:cubicBezTo>
                    <a:pt x="211" y="211"/>
                    <a:pt x="264" y="262"/>
                    <a:pt x="320" y="311"/>
                  </a:cubicBezTo>
                  <a:cubicBezTo>
                    <a:pt x="321" y="312"/>
                    <a:pt x="323" y="310"/>
                    <a:pt x="322" y="309"/>
                  </a:cubicBezTo>
                  <a:cubicBezTo>
                    <a:pt x="268" y="258"/>
                    <a:pt x="213" y="208"/>
                    <a:pt x="160" y="157"/>
                  </a:cubicBezTo>
                  <a:cubicBezTo>
                    <a:pt x="106" y="106"/>
                    <a:pt x="55" y="53"/>
                    <a:pt x="2" y="1"/>
                  </a:cubicBezTo>
                  <a:cubicBezTo>
                    <a:pt x="1" y="0"/>
                    <a:pt x="0" y="1"/>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8" name="Freeform 945">
              <a:extLst>
                <a:ext uri="{FF2B5EF4-FFF2-40B4-BE49-F238E27FC236}">
                  <a16:creationId xmlns:a16="http://schemas.microsoft.com/office/drawing/2014/main" id="{99067316-4E79-D5D0-169A-52005776EA3E}"/>
                </a:ext>
              </a:extLst>
            </p:cNvPr>
            <p:cNvSpPr/>
            <p:nvPr/>
          </p:nvSpPr>
          <p:spPr bwMode="auto">
            <a:xfrm>
              <a:off x="4052" y="3148"/>
              <a:ext cx="545" cy="689"/>
            </a:xfrm>
            <a:custGeom>
              <a:avLst/>
              <a:gdLst>
                <a:gd name="T0" fmla="*/ 0 w 310"/>
                <a:gd name="T1" fmla="*/ 1 h 392"/>
                <a:gd name="T2" fmla="*/ 50 w 310"/>
                <a:gd name="T3" fmla="*/ 140 h 392"/>
                <a:gd name="T4" fmla="*/ 107 w 310"/>
                <a:gd name="T5" fmla="*/ 250 h 392"/>
                <a:gd name="T6" fmla="*/ 197 w 310"/>
                <a:gd name="T7" fmla="*/ 344 h 392"/>
                <a:gd name="T8" fmla="*/ 307 w 310"/>
                <a:gd name="T9" fmla="*/ 391 h 392"/>
                <a:gd name="T10" fmla="*/ 308 w 310"/>
                <a:gd name="T11" fmla="*/ 389 h 392"/>
                <a:gd name="T12" fmla="*/ 192 w 310"/>
                <a:gd name="T13" fmla="*/ 335 h 392"/>
                <a:gd name="T14" fmla="*/ 105 w 310"/>
                <a:gd name="T15" fmla="*/ 243 h 392"/>
                <a:gd name="T16" fmla="*/ 49 w 310"/>
                <a:gd name="T17" fmla="*/ 129 h 392"/>
                <a:gd name="T18" fmla="*/ 2 w 310"/>
                <a:gd name="T19" fmla="*/ 1 h 392"/>
                <a:gd name="T20" fmla="*/ 0 w 310"/>
                <a:gd name="T21" fmla="*/ 1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0" h="392">
                  <a:moveTo>
                    <a:pt x="0" y="1"/>
                  </a:moveTo>
                  <a:cubicBezTo>
                    <a:pt x="14" y="48"/>
                    <a:pt x="32" y="95"/>
                    <a:pt x="50" y="140"/>
                  </a:cubicBezTo>
                  <a:cubicBezTo>
                    <a:pt x="66" y="178"/>
                    <a:pt x="82" y="217"/>
                    <a:pt x="107" y="250"/>
                  </a:cubicBezTo>
                  <a:cubicBezTo>
                    <a:pt x="134" y="284"/>
                    <a:pt x="166" y="315"/>
                    <a:pt x="197" y="344"/>
                  </a:cubicBezTo>
                  <a:cubicBezTo>
                    <a:pt x="229" y="374"/>
                    <a:pt x="266" y="384"/>
                    <a:pt x="307" y="391"/>
                  </a:cubicBezTo>
                  <a:cubicBezTo>
                    <a:pt x="309" y="392"/>
                    <a:pt x="310" y="389"/>
                    <a:pt x="308" y="389"/>
                  </a:cubicBezTo>
                  <a:cubicBezTo>
                    <a:pt x="263" y="380"/>
                    <a:pt x="225" y="368"/>
                    <a:pt x="192" y="335"/>
                  </a:cubicBezTo>
                  <a:cubicBezTo>
                    <a:pt x="162" y="306"/>
                    <a:pt x="130" y="276"/>
                    <a:pt x="105" y="243"/>
                  </a:cubicBezTo>
                  <a:cubicBezTo>
                    <a:pt x="80" y="209"/>
                    <a:pt x="64" y="168"/>
                    <a:pt x="49" y="129"/>
                  </a:cubicBezTo>
                  <a:cubicBezTo>
                    <a:pt x="31" y="87"/>
                    <a:pt x="17" y="44"/>
                    <a:pt x="2" y="1"/>
                  </a:cubicBezTo>
                  <a:cubicBezTo>
                    <a:pt x="1" y="0"/>
                    <a:pt x="0" y="0"/>
                    <a:pt x="0"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69" name="Freeform 946">
              <a:extLst>
                <a:ext uri="{FF2B5EF4-FFF2-40B4-BE49-F238E27FC236}">
                  <a16:creationId xmlns:a16="http://schemas.microsoft.com/office/drawing/2014/main" id="{76384C6C-C94B-D19A-FEF1-1DA84E34FA31}"/>
                </a:ext>
              </a:extLst>
            </p:cNvPr>
            <p:cNvSpPr/>
            <p:nvPr/>
          </p:nvSpPr>
          <p:spPr bwMode="auto">
            <a:xfrm>
              <a:off x="4068" y="3174"/>
              <a:ext cx="561" cy="656"/>
            </a:xfrm>
            <a:custGeom>
              <a:avLst/>
              <a:gdLst>
                <a:gd name="T0" fmla="*/ 0 w 319"/>
                <a:gd name="T1" fmla="*/ 2 h 373"/>
                <a:gd name="T2" fmla="*/ 59 w 319"/>
                <a:gd name="T3" fmla="*/ 124 h 373"/>
                <a:gd name="T4" fmla="*/ 121 w 319"/>
                <a:gd name="T5" fmla="*/ 235 h 373"/>
                <a:gd name="T6" fmla="*/ 316 w 319"/>
                <a:gd name="T7" fmla="*/ 373 h 373"/>
                <a:gd name="T8" fmla="*/ 317 w 319"/>
                <a:gd name="T9" fmla="*/ 371 h 373"/>
                <a:gd name="T10" fmla="*/ 118 w 319"/>
                <a:gd name="T11" fmla="*/ 225 h 373"/>
                <a:gd name="T12" fmla="*/ 59 w 319"/>
                <a:gd name="T13" fmla="*/ 120 h 373"/>
                <a:gd name="T14" fmla="*/ 2 w 319"/>
                <a:gd name="T15" fmla="*/ 1 h 373"/>
                <a:gd name="T16" fmla="*/ 0 w 319"/>
                <a:gd name="T17" fmla="*/ 2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9" h="373">
                  <a:moveTo>
                    <a:pt x="0" y="2"/>
                  </a:moveTo>
                  <a:cubicBezTo>
                    <a:pt x="19" y="43"/>
                    <a:pt x="38" y="84"/>
                    <a:pt x="59" y="124"/>
                  </a:cubicBezTo>
                  <a:cubicBezTo>
                    <a:pt x="78" y="162"/>
                    <a:pt x="95" y="202"/>
                    <a:pt x="121" y="235"/>
                  </a:cubicBezTo>
                  <a:cubicBezTo>
                    <a:pt x="170" y="297"/>
                    <a:pt x="249" y="335"/>
                    <a:pt x="316" y="373"/>
                  </a:cubicBezTo>
                  <a:cubicBezTo>
                    <a:pt x="318" y="373"/>
                    <a:pt x="319" y="371"/>
                    <a:pt x="317" y="371"/>
                  </a:cubicBezTo>
                  <a:cubicBezTo>
                    <a:pt x="249" y="328"/>
                    <a:pt x="166" y="293"/>
                    <a:pt x="118" y="225"/>
                  </a:cubicBezTo>
                  <a:cubicBezTo>
                    <a:pt x="94" y="193"/>
                    <a:pt x="77" y="155"/>
                    <a:pt x="59" y="120"/>
                  </a:cubicBezTo>
                  <a:cubicBezTo>
                    <a:pt x="39" y="80"/>
                    <a:pt x="21" y="41"/>
                    <a:pt x="2" y="1"/>
                  </a:cubicBezTo>
                  <a:cubicBezTo>
                    <a:pt x="1" y="0"/>
                    <a:pt x="0" y="1"/>
                    <a:pt x="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0" name="Freeform 947">
              <a:extLst>
                <a:ext uri="{FF2B5EF4-FFF2-40B4-BE49-F238E27FC236}">
                  <a16:creationId xmlns:a16="http://schemas.microsoft.com/office/drawing/2014/main" id="{5415D3D5-D284-DFE5-2F87-119EC6D86340}"/>
                </a:ext>
              </a:extLst>
            </p:cNvPr>
            <p:cNvSpPr/>
            <p:nvPr/>
          </p:nvSpPr>
          <p:spPr bwMode="auto">
            <a:xfrm>
              <a:off x="4184" y="3348"/>
              <a:ext cx="441" cy="442"/>
            </a:xfrm>
            <a:custGeom>
              <a:avLst/>
              <a:gdLst>
                <a:gd name="T0" fmla="*/ 1 w 251"/>
                <a:gd name="T1" fmla="*/ 2 h 251"/>
                <a:gd name="T2" fmla="*/ 90 w 251"/>
                <a:gd name="T3" fmla="*/ 146 h 251"/>
                <a:gd name="T4" fmla="*/ 159 w 251"/>
                <a:gd name="T5" fmla="*/ 194 h 251"/>
                <a:gd name="T6" fmla="*/ 249 w 251"/>
                <a:gd name="T7" fmla="*/ 251 h 251"/>
                <a:gd name="T8" fmla="*/ 250 w 251"/>
                <a:gd name="T9" fmla="*/ 249 h 251"/>
                <a:gd name="T10" fmla="*/ 92 w 251"/>
                <a:gd name="T11" fmla="*/ 144 h 251"/>
                <a:gd name="T12" fmla="*/ 2 w 251"/>
                <a:gd name="T13" fmla="*/ 1 h 251"/>
                <a:gd name="T14" fmla="*/ 1 w 251"/>
                <a:gd name="T15" fmla="*/ 2 h 2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1" h="251">
                  <a:moveTo>
                    <a:pt x="1" y="2"/>
                  </a:moveTo>
                  <a:cubicBezTo>
                    <a:pt x="27" y="51"/>
                    <a:pt x="48" y="107"/>
                    <a:pt x="90" y="146"/>
                  </a:cubicBezTo>
                  <a:cubicBezTo>
                    <a:pt x="111" y="164"/>
                    <a:pt x="135" y="179"/>
                    <a:pt x="159" y="194"/>
                  </a:cubicBezTo>
                  <a:cubicBezTo>
                    <a:pt x="189" y="213"/>
                    <a:pt x="218" y="233"/>
                    <a:pt x="249" y="251"/>
                  </a:cubicBezTo>
                  <a:cubicBezTo>
                    <a:pt x="250" y="251"/>
                    <a:pt x="251" y="249"/>
                    <a:pt x="250" y="249"/>
                  </a:cubicBezTo>
                  <a:cubicBezTo>
                    <a:pt x="198" y="213"/>
                    <a:pt x="139" y="185"/>
                    <a:pt x="92" y="144"/>
                  </a:cubicBezTo>
                  <a:cubicBezTo>
                    <a:pt x="49" y="105"/>
                    <a:pt x="31" y="49"/>
                    <a:pt x="2" y="1"/>
                  </a:cubicBezTo>
                  <a:cubicBezTo>
                    <a:pt x="2" y="0"/>
                    <a:pt x="0" y="1"/>
                    <a:pt x="1"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1" name="Freeform 948">
              <a:extLst>
                <a:ext uri="{FF2B5EF4-FFF2-40B4-BE49-F238E27FC236}">
                  <a16:creationId xmlns:a16="http://schemas.microsoft.com/office/drawing/2014/main" id="{729F9AEE-17E0-29C1-9FAE-0F35236107BE}"/>
                </a:ext>
              </a:extLst>
            </p:cNvPr>
            <p:cNvSpPr/>
            <p:nvPr/>
          </p:nvSpPr>
          <p:spPr bwMode="auto">
            <a:xfrm>
              <a:off x="4061" y="3181"/>
              <a:ext cx="425" cy="669"/>
            </a:xfrm>
            <a:custGeom>
              <a:avLst/>
              <a:gdLst>
                <a:gd name="T0" fmla="*/ 1 w 242"/>
                <a:gd name="T1" fmla="*/ 1 h 380"/>
                <a:gd name="T2" fmla="*/ 86 w 242"/>
                <a:gd name="T3" fmla="*/ 237 h 380"/>
                <a:gd name="T4" fmla="*/ 240 w 242"/>
                <a:gd name="T5" fmla="*/ 380 h 380"/>
                <a:gd name="T6" fmla="*/ 241 w 242"/>
                <a:gd name="T7" fmla="*/ 378 h 380"/>
                <a:gd name="T8" fmla="*/ 80 w 242"/>
                <a:gd name="T9" fmla="*/ 224 h 380"/>
                <a:gd name="T10" fmla="*/ 3 w 242"/>
                <a:gd name="T11" fmla="*/ 1 h 380"/>
                <a:gd name="T12" fmla="*/ 1 w 242"/>
                <a:gd name="T13" fmla="*/ 1 h 380"/>
              </a:gdLst>
              <a:ahLst/>
              <a:cxnLst>
                <a:cxn ang="0">
                  <a:pos x="T0" y="T1"/>
                </a:cxn>
                <a:cxn ang="0">
                  <a:pos x="T2" y="T3"/>
                </a:cxn>
                <a:cxn ang="0">
                  <a:pos x="T4" y="T5"/>
                </a:cxn>
                <a:cxn ang="0">
                  <a:pos x="T6" y="T7"/>
                </a:cxn>
                <a:cxn ang="0">
                  <a:pos x="T8" y="T9"/>
                </a:cxn>
                <a:cxn ang="0">
                  <a:pos x="T10" y="T11"/>
                </a:cxn>
                <a:cxn ang="0">
                  <a:pos x="T12" y="T13"/>
                </a:cxn>
              </a:cxnLst>
              <a:rect l="0" t="0" r="r" b="b"/>
              <a:pathLst>
                <a:path w="242" h="380">
                  <a:moveTo>
                    <a:pt x="1" y="1"/>
                  </a:moveTo>
                  <a:cubicBezTo>
                    <a:pt x="17" y="84"/>
                    <a:pt x="38" y="166"/>
                    <a:pt x="86" y="237"/>
                  </a:cubicBezTo>
                  <a:cubicBezTo>
                    <a:pt x="124" y="292"/>
                    <a:pt x="171" y="362"/>
                    <a:pt x="240" y="380"/>
                  </a:cubicBezTo>
                  <a:cubicBezTo>
                    <a:pt x="241" y="380"/>
                    <a:pt x="242" y="379"/>
                    <a:pt x="241" y="378"/>
                  </a:cubicBezTo>
                  <a:cubicBezTo>
                    <a:pt x="169" y="354"/>
                    <a:pt x="120" y="285"/>
                    <a:pt x="80" y="224"/>
                  </a:cubicBezTo>
                  <a:cubicBezTo>
                    <a:pt x="37" y="156"/>
                    <a:pt x="20" y="78"/>
                    <a:pt x="3" y="1"/>
                  </a:cubicBezTo>
                  <a:cubicBezTo>
                    <a:pt x="2" y="0"/>
                    <a:pt x="0" y="0"/>
                    <a:pt x="1"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2" name="Freeform 949">
              <a:extLst>
                <a:ext uri="{FF2B5EF4-FFF2-40B4-BE49-F238E27FC236}">
                  <a16:creationId xmlns:a16="http://schemas.microsoft.com/office/drawing/2014/main" id="{3CFD84C8-2304-0C1E-C08B-B6E1D99B1E81}"/>
                </a:ext>
              </a:extLst>
            </p:cNvPr>
            <p:cNvSpPr/>
            <p:nvPr/>
          </p:nvSpPr>
          <p:spPr bwMode="auto">
            <a:xfrm>
              <a:off x="4055" y="3190"/>
              <a:ext cx="211" cy="540"/>
            </a:xfrm>
            <a:custGeom>
              <a:avLst/>
              <a:gdLst>
                <a:gd name="T0" fmla="*/ 0 w 120"/>
                <a:gd name="T1" fmla="*/ 1 h 307"/>
                <a:gd name="T2" fmla="*/ 118 w 120"/>
                <a:gd name="T3" fmla="*/ 306 h 307"/>
                <a:gd name="T4" fmla="*/ 120 w 120"/>
                <a:gd name="T5" fmla="*/ 305 h 307"/>
                <a:gd name="T6" fmla="*/ 2 w 120"/>
                <a:gd name="T7" fmla="*/ 1 h 307"/>
                <a:gd name="T8" fmla="*/ 0 w 120"/>
                <a:gd name="T9" fmla="*/ 1 h 307"/>
              </a:gdLst>
              <a:ahLst/>
              <a:cxnLst>
                <a:cxn ang="0">
                  <a:pos x="T0" y="T1"/>
                </a:cxn>
                <a:cxn ang="0">
                  <a:pos x="T2" y="T3"/>
                </a:cxn>
                <a:cxn ang="0">
                  <a:pos x="T4" y="T5"/>
                </a:cxn>
                <a:cxn ang="0">
                  <a:pos x="T6" y="T7"/>
                </a:cxn>
                <a:cxn ang="0">
                  <a:pos x="T8" y="T9"/>
                </a:cxn>
              </a:cxnLst>
              <a:rect l="0" t="0" r="r" b="b"/>
              <a:pathLst>
                <a:path w="120" h="307">
                  <a:moveTo>
                    <a:pt x="0" y="1"/>
                  </a:moveTo>
                  <a:cubicBezTo>
                    <a:pt x="10" y="109"/>
                    <a:pt x="51" y="220"/>
                    <a:pt x="118" y="306"/>
                  </a:cubicBezTo>
                  <a:cubicBezTo>
                    <a:pt x="119" y="307"/>
                    <a:pt x="120" y="306"/>
                    <a:pt x="120" y="305"/>
                  </a:cubicBezTo>
                  <a:cubicBezTo>
                    <a:pt x="56" y="212"/>
                    <a:pt x="15" y="113"/>
                    <a:pt x="2" y="1"/>
                  </a:cubicBezTo>
                  <a:cubicBezTo>
                    <a:pt x="1" y="0"/>
                    <a:pt x="0" y="0"/>
                    <a:pt x="0"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3" name="Freeform 950">
              <a:extLst>
                <a:ext uri="{FF2B5EF4-FFF2-40B4-BE49-F238E27FC236}">
                  <a16:creationId xmlns:a16="http://schemas.microsoft.com/office/drawing/2014/main" id="{1C74D0F5-36E7-5204-7841-5DBADAFD0627}"/>
                </a:ext>
              </a:extLst>
            </p:cNvPr>
            <p:cNvSpPr/>
            <p:nvPr/>
          </p:nvSpPr>
          <p:spPr bwMode="auto">
            <a:xfrm>
              <a:off x="3982" y="3155"/>
              <a:ext cx="483" cy="744"/>
            </a:xfrm>
            <a:custGeom>
              <a:avLst/>
              <a:gdLst>
                <a:gd name="T0" fmla="*/ 35 w 275"/>
                <a:gd name="T1" fmla="*/ 1 h 423"/>
                <a:gd name="T2" fmla="*/ 74 w 275"/>
                <a:gd name="T3" fmla="*/ 266 h 423"/>
                <a:gd name="T4" fmla="*/ 273 w 275"/>
                <a:gd name="T5" fmla="*/ 422 h 423"/>
                <a:gd name="T6" fmla="*/ 274 w 275"/>
                <a:gd name="T7" fmla="*/ 420 h 423"/>
                <a:gd name="T8" fmla="*/ 76 w 275"/>
                <a:gd name="T9" fmla="*/ 265 h 423"/>
                <a:gd name="T10" fmla="*/ 36 w 275"/>
                <a:gd name="T11" fmla="*/ 1 h 423"/>
                <a:gd name="T12" fmla="*/ 35 w 275"/>
                <a:gd name="T13" fmla="*/ 1 h 423"/>
              </a:gdLst>
              <a:ahLst/>
              <a:cxnLst>
                <a:cxn ang="0">
                  <a:pos x="T0" y="T1"/>
                </a:cxn>
                <a:cxn ang="0">
                  <a:pos x="T2" y="T3"/>
                </a:cxn>
                <a:cxn ang="0">
                  <a:pos x="T4" y="T5"/>
                </a:cxn>
                <a:cxn ang="0">
                  <a:pos x="T6" y="T7"/>
                </a:cxn>
                <a:cxn ang="0">
                  <a:pos x="T8" y="T9"/>
                </a:cxn>
                <a:cxn ang="0">
                  <a:pos x="T10" y="T11"/>
                </a:cxn>
                <a:cxn ang="0">
                  <a:pos x="T12" y="T13"/>
                </a:cxn>
              </a:cxnLst>
              <a:rect l="0" t="0" r="r" b="b"/>
              <a:pathLst>
                <a:path w="275" h="423">
                  <a:moveTo>
                    <a:pt x="35" y="1"/>
                  </a:moveTo>
                  <a:cubicBezTo>
                    <a:pt x="0" y="92"/>
                    <a:pt x="27" y="185"/>
                    <a:pt x="74" y="266"/>
                  </a:cubicBezTo>
                  <a:cubicBezTo>
                    <a:pt x="117" y="340"/>
                    <a:pt x="186" y="407"/>
                    <a:pt x="273" y="422"/>
                  </a:cubicBezTo>
                  <a:cubicBezTo>
                    <a:pt x="274" y="423"/>
                    <a:pt x="275" y="421"/>
                    <a:pt x="274" y="420"/>
                  </a:cubicBezTo>
                  <a:cubicBezTo>
                    <a:pt x="187" y="399"/>
                    <a:pt x="120" y="341"/>
                    <a:pt x="76" y="265"/>
                  </a:cubicBezTo>
                  <a:cubicBezTo>
                    <a:pt x="29" y="183"/>
                    <a:pt x="5" y="93"/>
                    <a:pt x="36" y="1"/>
                  </a:cubicBezTo>
                  <a:cubicBezTo>
                    <a:pt x="37" y="0"/>
                    <a:pt x="35" y="0"/>
                    <a:pt x="35"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4" name="Freeform 951">
              <a:extLst>
                <a:ext uri="{FF2B5EF4-FFF2-40B4-BE49-F238E27FC236}">
                  <a16:creationId xmlns:a16="http://schemas.microsoft.com/office/drawing/2014/main" id="{14CDAA53-F314-9859-93EC-52219C975336}"/>
                </a:ext>
              </a:extLst>
            </p:cNvPr>
            <p:cNvSpPr/>
            <p:nvPr/>
          </p:nvSpPr>
          <p:spPr bwMode="auto">
            <a:xfrm>
              <a:off x="3994" y="3227"/>
              <a:ext cx="290" cy="642"/>
            </a:xfrm>
            <a:custGeom>
              <a:avLst/>
              <a:gdLst>
                <a:gd name="T0" fmla="*/ 6 w 165"/>
                <a:gd name="T1" fmla="*/ 1 h 365"/>
                <a:gd name="T2" fmla="*/ 44 w 165"/>
                <a:gd name="T3" fmla="*/ 218 h 365"/>
                <a:gd name="T4" fmla="*/ 164 w 165"/>
                <a:gd name="T5" fmla="*/ 364 h 365"/>
                <a:gd name="T6" fmla="*/ 164 w 165"/>
                <a:gd name="T7" fmla="*/ 363 h 365"/>
                <a:gd name="T8" fmla="*/ 43 w 165"/>
                <a:gd name="T9" fmla="*/ 207 h 365"/>
                <a:gd name="T10" fmla="*/ 7 w 165"/>
                <a:gd name="T11" fmla="*/ 1 h 365"/>
                <a:gd name="T12" fmla="*/ 6 w 165"/>
                <a:gd name="T13" fmla="*/ 1 h 365"/>
              </a:gdLst>
              <a:ahLst/>
              <a:cxnLst>
                <a:cxn ang="0">
                  <a:pos x="T0" y="T1"/>
                </a:cxn>
                <a:cxn ang="0">
                  <a:pos x="T2" y="T3"/>
                </a:cxn>
                <a:cxn ang="0">
                  <a:pos x="T4" y="T5"/>
                </a:cxn>
                <a:cxn ang="0">
                  <a:pos x="T6" y="T7"/>
                </a:cxn>
                <a:cxn ang="0">
                  <a:pos x="T8" y="T9"/>
                </a:cxn>
                <a:cxn ang="0">
                  <a:pos x="T10" y="T11"/>
                </a:cxn>
                <a:cxn ang="0">
                  <a:pos x="T12" y="T13"/>
                </a:cxn>
              </a:cxnLst>
              <a:rect l="0" t="0" r="r" b="b"/>
              <a:pathLst>
                <a:path w="165" h="365">
                  <a:moveTo>
                    <a:pt x="6" y="1"/>
                  </a:moveTo>
                  <a:cubicBezTo>
                    <a:pt x="0" y="75"/>
                    <a:pt x="15" y="150"/>
                    <a:pt x="44" y="218"/>
                  </a:cubicBezTo>
                  <a:cubicBezTo>
                    <a:pt x="68" y="274"/>
                    <a:pt x="103" y="342"/>
                    <a:pt x="164" y="364"/>
                  </a:cubicBezTo>
                  <a:cubicBezTo>
                    <a:pt x="165" y="365"/>
                    <a:pt x="165" y="363"/>
                    <a:pt x="164" y="363"/>
                  </a:cubicBezTo>
                  <a:cubicBezTo>
                    <a:pt x="102" y="333"/>
                    <a:pt x="68" y="269"/>
                    <a:pt x="43" y="207"/>
                  </a:cubicBezTo>
                  <a:cubicBezTo>
                    <a:pt x="16" y="141"/>
                    <a:pt x="3" y="72"/>
                    <a:pt x="7" y="1"/>
                  </a:cubicBezTo>
                  <a:cubicBezTo>
                    <a:pt x="8" y="0"/>
                    <a:pt x="6" y="0"/>
                    <a:pt x="6"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5" name="Freeform 952">
              <a:extLst>
                <a:ext uri="{FF2B5EF4-FFF2-40B4-BE49-F238E27FC236}">
                  <a16:creationId xmlns:a16="http://schemas.microsoft.com/office/drawing/2014/main" id="{83D9FAF1-6A48-757F-6DFF-EFDED8B61C99}"/>
                </a:ext>
              </a:extLst>
            </p:cNvPr>
            <p:cNvSpPr/>
            <p:nvPr/>
          </p:nvSpPr>
          <p:spPr bwMode="auto">
            <a:xfrm>
              <a:off x="3626" y="3067"/>
              <a:ext cx="342" cy="139"/>
            </a:xfrm>
            <a:custGeom>
              <a:avLst/>
              <a:gdLst>
                <a:gd name="T0" fmla="*/ 3 w 194"/>
                <a:gd name="T1" fmla="*/ 14 h 79"/>
                <a:gd name="T2" fmla="*/ 101 w 194"/>
                <a:gd name="T3" fmla="*/ 75 h 79"/>
                <a:gd name="T4" fmla="*/ 185 w 194"/>
                <a:gd name="T5" fmla="*/ 35 h 79"/>
                <a:gd name="T6" fmla="*/ 173 w 194"/>
                <a:gd name="T7" fmla="*/ 32 h 79"/>
                <a:gd name="T8" fmla="*/ 141 w 194"/>
                <a:gd name="T9" fmla="*/ 55 h 79"/>
                <a:gd name="T10" fmla="*/ 86 w 194"/>
                <a:gd name="T11" fmla="*/ 53 h 79"/>
                <a:gd name="T12" fmla="*/ 14 w 194"/>
                <a:gd name="T13" fmla="*/ 6 h 79"/>
                <a:gd name="T14" fmla="*/ 3 w 194"/>
                <a:gd name="T15" fmla="*/ 14 h 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79">
                  <a:moveTo>
                    <a:pt x="3" y="14"/>
                  </a:moveTo>
                  <a:cubicBezTo>
                    <a:pt x="19" y="51"/>
                    <a:pt x="63" y="70"/>
                    <a:pt x="101" y="75"/>
                  </a:cubicBezTo>
                  <a:cubicBezTo>
                    <a:pt x="125" y="79"/>
                    <a:pt x="194" y="74"/>
                    <a:pt x="185" y="35"/>
                  </a:cubicBezTo>
                  <a:cubicBezTo>
                    <a:pt x="183" y="29"/>
                    <a:pt x="177" y="29"/>
                    <a:pt x="173" y="32"/>
                  </a:cubicBezTo>
                  <a:cubicBezTo>
                    <a:pt x="162" y="41"/>
                    <a:pt x="157" y="50"/>
                    <a:pt x="141" y="55"/>
                  </a:cubicBezTo>
                  <a:cubicBezTo>
                    <a:pt x="123" y="59"/>
                    <a:pt x="104" y="57"/>
                    <a:pt x="86" y="53"/>
                  </a:cubicBezTo>
                  <a:cubicBezTo>
                    <a:pt x="55" y="46"/>
                    <a:pt x="34" y="30"/>
                    <a:pt x="14" y="6"/>
                  </a:cubicBezTo>
                  <a:cubicBezTo>
                    <a:pt x="8" y="0"/>
                    <a:pt x="0" y="8"/>
                    <a:pt x="3"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6" name="Freeform 953">
              <a:extLst>
                <a:ext uri="{FF2B5EF4-FFF2-40B4-BE49-F238E27FC236}">
                  <a16:creationId xmlns:a16="http://schemas.microsoft.com/office/drawing/2014/main" id="{502A13DD-7267-48B2-BBC7-813F8A6460DE}"/>
                </a:ext>
              </a:extLst>
            </p:cNvPr>
            <p:cNvSpPr/>
            <p:nvPr/>
          </p:nvSpPr>
          <p:spPr bwMode="auto">
            <a:xfrm>
              <a:off x="3837" y="3023"/>
              <a:ext cx="217" cy="153"/>
            </a:xfrm>
            <a:custGeom>
              <a:avLst/>
              <a:gdLst>
                <a:gd name="T0" fmla="*/ 2 w 123"/>
                <a:gd name="T1" fmla="*/ 13 h 87"/>
                <a:gd name="T2" fmla="*/ 53 w 123"/>
                <a:gd name="T3" fmla="*/ 68 h 87"/>
                <a:gd name="T4" fmla="*/ 118 w 123"/>
                <a:gd name="T5" fmla="*/ 75 h 87"/>
                <a:gd name="T6" fmla="*/ 116 w 123"/>
                <a:gd name="T7" fmla="*/ 62 h 87"/>
                <a:gd name="T8" fmla="*/ 57 w 123"/>
                <a:gd name="T9" fmla="*/ 49 h 87"/>
                <a:gd name="T10" fmla="*/ 12 w 123"/>
                <a:gd name="T11" fmla="*/ 6 h 87"/>
                <a:gd name="T12" fmla="*/ 2 w 123"/>
                <a:gd name="T13" fmla="*/ 13 h 87"/>
              </a:gdLst>
              <a:ahLst/>
              <a:cxnLst>
                <a:cxn ang="0">
                  <a:pos x="T0" y="T1"/>
                </a:cxn>
                <a:cxn ang="0">
                  <a:pos x="T2" y="T3"/>
                </a:cxn>
                <a:cxn ang="0">
                  <a:pos x="T4" y="T5"/>
                </a:cxn>
                <a:cxn ang="0">
                  <a:pos x="T6" y="T7"/>
                </a:cxn>
                <a:cxn ang="0">
                  <a:pos x="T8" y="T9"/>
                </a:cxn>
                <a:cxn ang="0">
                  <a:pos x="T10" y="T11"/>
                </a:cxn>
                <a:cxn ang="0">
                  <a:pos x="T12" y="T13"/>
                </a:cxn>
              </a:cxnLst>
              <a:rect l="0" t="0" r="r" b="b"/>
              <a:pathLst>
                <a:path w="123" h="87">
                  <a:moveTo>
                    <a:pt x="2" y="13"/>
                  </a:moveTo>
                  <a:cubicBezTo>
                    <a:pt x="13" y="36"/>
                    <a:pt x="30" y="56"/>
                    <a:pt x="53" y="68"/>
                  </a:cubicBezTo>
                  <a:cubicBezTo>
                    <a:pt x="71" y="78"/>
                    <a:pt x="99" y="87"/>
                    <a:pt x="118" y="75"/>
                  </a:cubicBezTo>
                  <a:cubicBezTo>
                    <a:pt x="123" y="71"/>
                    <a:pt x="122" y="63"/>
                    <a:pt x="116" y="62"/>
                  </a:cubicBezTo>
                  <a:cubicBezTo>
                    <a:pt x="95" y="57"/>
                    <a:pt x="77" y="60"/>
                    <a:pt x="57" y="49"/>
                  </a:cubicBezTo>
                  <a:cubicBezTo>
                    <a:pt x="38" y="38"/>
                    <a:pt x="25" y="22"/>
                    <a:pt x="12" y="6"/>
                  </a:cubicBezTo>
                  <a:cubicBezTo>
                    <a:pt x="7" y="0"/>
                    <a:pt x="0" y="7"/>
                    <a:pt x="2" y="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7" name="Freeform 954">
              <a:extLst>
                <a:ext uri="{FF2B5EF4-FFF2-40B4-BE49-F238E27FC236}">
                  <a16:creationId xmlns:a16="http://schemas.microsoft.com/office/drawing/2014/main" id="{76E8A30D-07E1-3320-F761-7E72643F78A3}"/>
                </a:ext>
              </a:extLst>
            </p:cNvPr>
            <p:cNvSpPr/>
            <p:nvPr/>
          </p:nvSpPr>
          <p:spPr bwMode="auto">
            <a:xfrm>
              <a:off x="3925" y="3115"/>
              <a:ext cx="531" cy="807"/>
            </a:xfrm>
            <a:custGeom>
              <a:avLst/>
              <a:gdLst>
                <a:gd name="T0" fmla="*/ 71 w 302"/>
                <a:gd name="T1" fmla="*/ 6 h 459"/>
                <a:gd name="T2" fmla="*/ 45 w 302"/>
                <a:gd name="T3" fmla="*/ 287 h 459"/>
                <a:gd name="T4" fmla="*/ 139 w 302"/>
                <a:gd name="T5" fmla="*/ 399 h 459"/>
                <a:gd name="T6" fmla="*/ 290 w 302"/>
                <a:gd name="T7" fmla="*/ 452 h 459"/>
                <a:gd name="T8" fmla="*/ 292 w 302"/>
                <a:gd name="T9" fmla="*/ 437 h 459"/>
                <a:gd name="T10" fmla="*/ 156 w 302"/>
                <a:gd name="T11" fmla="*/ 387 h 459"/>
                <a:gd name="T12" fmla="*/ 65 w 302"/>
                <a:gd name="T13" fmla="*/ 282 h 459"/>
                <a:gd name="T14" fmla="*/ 36 w 302"/>
                <a:gd name="T15" fmla="*/ 148 h 459"/>
                <a:gd name="T16" fmla="*/ 82 w 302"/>
                <a:gd name="T17" fmla="*/ 14 h 459"/>
                <a:gd name="T18" fmla="*/ 71 w 302"/>
                <a:gd name="T19" fmla="*/ 6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2" h="459">
                  <a:moveTo>
                    <a:pt x="71" y="6"/>
                  </a:moveTo>
                  <a:cubicBezTo>
                    <a:pt x="0" y="77"/>
                    <a:pt x="3" y="202"/>
                    <a:pt x="45" y="287"/>
                  </a:cubicBezTo>
                  <a:cubicBezTo>
                    <a:pt x="67" y="331"/>
                    <a:pt x="100" y="369"/>
                    <a:pt x="139" y="399"/>
                  </a:cubicBezTo>
                  <a:cubicBezTo>
                    <a:pt x="180" y="430"/>
                    <a:pt x="236" y="459"/>
                    <a:pt x="290" y="452"/>
                  </a:cubicBezTo>
                  <a:cubicBezTo>
                    <a:pt x="298" y="451"/>
                    <a:pt x="302" y="438"/>
                    <a:pt x="292" y="437"/>
                  </a:cubicBezTo>
                  <a:cubicBezTo>
                    <a:pt x="242" y="430"/>
                    <a:pt x="198" y="417"/>
                    <a:pt x="156" y="387"/>
                  </a:cubicBezTo>
                  <a:cubicBezTo>
                    <a:pt x="119" y="359"/>
                    <a:pt x="87" y="324"/>
                    <a:pt x="65" y="282"/>
                  </a:cubicBezTo>
                  <a:cubicBezTo>
                    <a:pt x="44" y="241"/>
                    <a:pt x="33" y="195"/>
                    <a:pt x="36" y="148"/>
                  </a:cubicBezTo>
                  <a:cubicBezTo>
                    <a:pt x="39" y="99"/>
                    <a:pt x="58" y="57"/>
                    <a:pt x="82" y="14"/>
                  </a:cubicBezTo>
                  <a:cubicBezTo>
                    <a:pt x="86" y="7"/>
                    <a:pt x="77" y="0"/>
                    <a:pt x="71"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8" name="Freeform 955">
              <a:extLst>
                <a:ext uri="{FF2B5EF4-FFF2-40B4-BE49-F238E27FC236}">
                  <a16:creationId xmlns:a16="http://schemas.microsoft.com/office/drawing/2014/main" id="{C490AF9C-6965-3363-ABEC-8875763F67FD}"/>
                </a:ext>
              </a:extLst>
            </p:cNvPr>
            <p:cNvSpPr/>
            <p:nvPr/>
          </p:nvSpPr>
          <p:spPr bwMode="auto">
            <a:xfrm>
              <a:off x="4386" y="2914"/>
              <a:ext cx="1081" cy="1003"/>
            </a:xfrm>
            <a:custGeom>
              <a:avLst/>
              <a:gdLst>
                <a:gd name="T0" fmla="*/ 558 w 615"/>
                <a:gd name="T1" fmla="*/ 14 h 570"/>
                <a:gd name="T2" fmla="*/ 578 w 615"/>
                <a:gd name="T3" fmla="*/ 172 h 570"/>
                <a:gd name="T4" fmla="*/ 464 w 615"/>
                <a:gd name="T5" fmla="*/ 320 h 570"/>
                <a:gd name="T6" fmla="*/ 393 w 615"/>
                <a:gd name="T7" fmla="*/ 378 h 570"/>
                <a:gd name="T8" fmla="*/ 326 w 615"/>
                <a:gd name="T9" fmla="*/ 418 h 570"/>
                <a:gd name="T10" fmla="*/ 179 w 615"/>
                <a:gd name="T11" fmla="*/ 495 h 570"/>
                <a:gd name="T12" fmla="*/ 140 w 615"/>
                <a:gd name="T13" fmla="*/ 499 h 570"/>
                <a:gd name="T14" fmla="*/ 106 w 615"/>
                <a:gd name="T15" fmla="*/ 527 h 570"/>
                <a:gd name="T16" fmla="*/ 9 w 615"/>
                <a:gd name="T17" fmla="*/ 552 h 570"/>
                <a:gd name="T18" fmla="*/ 11 w 615"/>
                <a:gd name="T19" fmla="*/ 566 h 570"/>
                <a:gd name="T20" fmla="*/ 96 w 615"/>
                <a:gd name="T21" fmla="*/ 553 h 570"/>
                <a:gd name="T22" fmla="*/ 129 w 615"/>
                <a:gd name="T23" fmla="*/ 533 h 570"/>
                <a:gd name="T24" fmla="*/ 144 w 615"/>
                <a:gd name="T25" fmla="*/ 519 h 570"/>
                <a:gd name="T26" fmla="*/ 182 w 615"/>
                <a:gd name="T27" fmla="*/ 513 h 570"/>
                <a:gd name="T28" fmla="*/ 330 w 615"/>
                <a:gd name="T29" fmla="*/ 443 h 570"/>
                <a:gd name="T30" fmla="*/ 368 w 615"/>
                <a:gd name="T31" fmla="*/ 410 h 570"/>
                <a:gd name="T32" fmla="*/ 408 w 615"/>
                <a:gd name="T33" fmla="*/ 391 h 570"/>
                <a:gd name="T34" fmla="*/ 482 w 615"/>
                <a:gd name="T35" fmla="*/ 328 h 570"/>
                <a:gd name="T36" fmla="*/ 594 w 615"/>
                <a:gd name="T37" fmla="*/ 179 h 570"/>
                <a:gd name="T38" fmla="*/ 569 w 615"/>
                <a:gd name="T39" fmla="*/ 6 h 570"/>
                <a:gd name="T40" fmla="*/ 558 w 615"/>
                <a:gd name="T41" fmla="*/ 14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15" h="570">
                  <a:moveTo>
                    <a:pt x="558" y="14"/>
                  </a:moveTo>
                  <a:cubicBezTo>
                    <a:pt x="592" y="61"/>
                    <a:pt x="597" y="118"/>
                    <a:pt x="578" y="172"/>
                  </a:cubicBezTo>
                  <a:cubicBezTo>
                    <a:pt x="556" y="231"/>
                    <a:pt x="509" y="277"/>
                    <a:pt x="464" y="320"/>
                  </a:cubicBezTo>
                  <a:cubicBezTo>
                    <a:pt x="442" y="341"/>
                    <a:pt x="420" y="363"/>
                    <a:pt x="393" y="378"/>
                  </a:cubicBezTo>
                  <a:cubicBezTo>
                    <a:pt x="369" y="392"/>
                    <a:pt x="344" y="396"/>
                    <a:pt x="326" y="418"/>
                  </a:cubicBezTo>
                  <a:cubicBezTo>
                    <a:pt x="289" y="465"/>
                    <a:pt x="241" y="496"/>
                    <a:pt x="179" y="495"/>
                  </a:cubicBezTo>
                  <a:cubicBezTo>
                    <a:pt x="165" y="494"/>
                    <a:pt x="152" y="492"/>
                    <a:pt x="140" y="499"/>
                  </a:cubicBezTo>
                  <a:cubicBezTo>
                    <a:pt x="127" y="506"/>
                    <a:pt x="118" y="519"/>
                    <a:pt x="106" y="527"/>
                  </a:cubicBezTo>
                  <a:cubicBezTo>
                    <a:pt x="76" y="545"/>
                    <a:pt x="43" y="547"/>
                    <a:pt x="9" y="552"/>
                  </a:cubicBezTo>
                  <a:cubicBezTo>
                    <a:pt x="0" y="553"/>
                    <a:pt x="4" y="565"/>
                    <a:pt x="11" y="566"/>
                  </a:cubicBezTo>
                  <a:cubicBezTo>
                    <a:pt x="39" y="570"/>
                    <a:pt x="70" y="564"/>
                    <a:pt x="96" y="553"/>
                  </a:cubicBezTo>
                  <a:cubicBezTo>
                    <a:pt x="108" y="547"/>
                    <a:pt x="119" y="541"/>
                    <a:pt x="129" y="533"/>
                  </a:cubicBezTo>
                  <a:cubicBezTo>
                    <a:pt x="135" y="528"/>
                    <a:pt x="139" y="523"/>
                    <a:pt x="144" y="519"/>
                  </a:cubicBezTo>
                  <a:cubicBezTo>
                    <a:pt x="156" y="509"/>
                    <a:pt x="169" y="513"/>
                    <a:pt x="182" y="513"/>
                  </a:cubicBezTo>
                  <a:cubicBezTo>
                    <a:pt x="239" y="513"/>
                    <a:pt x="295" y="487"/>
                    <a:pt x="330" y="443"/>
                  </a:cubicBezTo>
                  <a:cubicBezTo>
                    <a:pt x="341" y="429"/>
                    <a:pt x="350" y="417"/>
                    <a:pt x="368" y="410"/>
                  </a:cubicBezTo>
                  <a:cubicBezTo>
                    <a:pt x="382" y="404"/>
                    <a:pt x="395" y="399"/>
                    <a:pt x="408" y="391"/>
                  </a:cubicBezTo>
                  <a:cubicBezTo>
                    <a:pt x="435" y="373"/>
                    <a:pt x="458" y="350"/>
                    <a:pt x="482" y="328"/>
                  </a:cubicBezTo>
                  <a:cubicBezTo>
                    <a:pt x="526" y="285"/>
                    <a:pt x="572" y="238"/>
                    <a:pt x="594" y="179"/>
                  </a:cubicBezTo>
                  <a:cubicBezTo>
                    <a:pt x="615" y="123"/>
                    <a:pt x="615" y="50"/>
                    <a:pt x="569" y="6"/>
                  </a:cubicBezTo>
                  <a:cubicBezTo>
                    <a:pt x="564" y="0"/>
                    <a:pt x="553" y="7"/>
                    <a:pt x="558" y="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79" name="Freeform 956">
              <a:extLst>
                <a:ext uri="{FF2B5EF4-FFF2-40B4-BE49-F238E27FC236}">
                  <a16:creationId xmlns:a16="http://schemas.microsoft.com/office/drawing/2014/main" id="{C4EC5FC6-853A-21D8-AFE4-97DC2BE9D19F}"/>
                </a:ext>
              </a:extLst>
            </p:cNvPr>
            <p:cNvSpPr/>
            <p:nvPr/>
          </p:nvSpPr>
          <p:spPr bwMode="auto">
            <a:xfrm>
              <a:off x="4038" y="2768"/>
              <a:ext cx="624" cy="391"/>
            </a:xfrm>
            <a:custGeom>
              <a:avLst/>
              <a:gdLst>
                <a:gd name="T0" fmla="*/ 6 w 355"/>
                <a:gd name="T1" fmla="*/ 219 h 222"/>
                <a:gd name="T2" fmla="*/ 165 w 355"/>
                <a:gd name="T3" fmla="*/ 92 h 222"/>
                <a:gd name="T4" fmla="*/ 352 w 355"/>
                <a:gd name="T5" fmla="*/ 7 h 222"/>
                <a:gd name="T6" fmla="*/ 351 w 355"/>
                <a:gd name="T7" fmla="*/ 1 h 222"/>
                <a:gd name="T8" fmla="*/ 161 w 355"/>
                <a:gd name="T9" fmla="*/ 85 h 222"/>
                <a:gd name="T10" fmla="*/ 2 w 355"/>
                <a:gd name="T11" fmla="*/ 215 h 222"/>
                <a:gd name="T12" fmla="*/ 6 w 355"/>
                <a:gd name="T13" fmla="*/ 219 h 222"/>
              </a:gdLst>
              <a:ahLst/>
              <a:cxnLst>
                <a:cxn ang="0">
                  <a:pos x="T0" y="T1"/>
                </a:cxn>
                <a:cxn ang="0">
                  <a:pos x="T2" y="T3"/>
                </a:cxn>
                <a:cxn ang="0">
                  <a:pos x="T4" y="T5"/>
                </a:cxn>
                <a:cxn ang="0">
                  <a:pos x="T6" y="T7"/>
                </a:cxn>
                <a:cxn ang="0">
                  <a:pos x="T8" y="T9"/>
                </a:cxn>
                <a:cxn ang="0">
                  <a:pos x="T10" y="T11"/>
                </a:cxn>
                <a:cxn ang="0">
                  <a:pos x="T12" y="T13"/>
                </a:cxn>
              </a:cxnLst>
              <a:rect l="0" t="0" r="r" b="b"/>
              <a:pathLst>
                <a:path w="355" h="222">
                  <a:moveTo>
                    <a:pt x="6" y="219"/>
                  </a:moveTo>
                  <a:cubicBezTo>
                    <a:pt x="55" y="170"/>
                    <a:pt x="106" y="127"/>
                    <a:pt x="165" y="92"/>
                  </a:cubicBezTo>
                  <a:cubicBezTo>
                    <a:pt x="225" y="56"/>
                    <a:pt x="287" y="31"/>
                    <a:pt x="352" y="7"/>
                  </a:cubicBezTo>
                  <a:cubicBezTo>
                    <a:pt x="355" y="5"/>
                    <a:pt x="354" y="0"/>
                    <a:pt x="351" y="1"/>
                  </a:cubicBezTo>
                  <a:cubicBezTo>
                    <a:pt x="284" y="15"/>
                    <a:pt x="219" y="50"/>
                    <a:pt x="161" y="85"/>
                  </a:cubicBezTo>
                  <a:cubicBezTo>
                    <a:pt x="104" y="120"/>
                    <a:pt x="44" y="162"/>
                    <a:pt x="2" y="215"/>
                  </a:cubicBezTo>
                  <a:cubicBezTo>
                    <a:pt x="0" y="218"/>
                    <a:pt x="3" y="222"/>
                    <a:pt x="6" y="2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0" name="Freeform 957">
              <a:extLst>
                <a:ext uri="{FF2B5EF4-FFF2-40B4-BE49-F238E27FC236}">
                  <a16:creationId xmlns:a16="http://schemas.microsoft.com/office/drawing/2014/main" id="{B889B90D-51D1-3B36-EBAD-E46FA8A1726E}"/>
                </a:ext>
              </a:extLst>
            </p:cNvPr>
            <p:cNvSpPr/>
            <p:nvPr/>
          </p:nvSpPr>
          <p:spPr bwMode="auto">
            <a:xfrm>
              <a:off x="4038" y="2812"/>
              <a:ext cx="158" cy="362"/>
            </a:xfrm>
            <a:custGeom>
              <a:avLst/>
              <a:gdLst>
                <a:gd name="T0" fmla="*/ 5 w 90"/>
                <a:gd name="T1" fmla="*/ 203 h 206"/>
                <a:gd name="T2" fmla="*/ 88 w 90"/>
                <a:gd name="T3" fmla="*/ 6 h 206"/>
                <a:gd name="T4" fmla="*/ 83 w 90"/>
                <a:gd name="T5" fmla="*/ 2 h 206"/>
                <a:gd name="T6" fmla="*/ 1 w 90"/>
                <a:gd name="T7" fmla="*/ 203 h 206"/>
                <a:gd name="T8" fmla="*/ 5 w 90"/>
                <a:gd name="T9" fmla="*/ 203 h 206"/>
              </a:gdLst>
              <a:ahLst/>
              <a:cxnLst>
                <a:cxn ang="0">
                  <a:pos x="T0" y="T1"/>
                </a:cxn>
                <a:cxn ang="0">
                  <a:pos x="T2" y="T3"/>
                </a:cxn>
                <a:cxn ang="0">
                  <a:pos x="T4" y="T5"/>
                </a:cxn>
                <a:cxn ang="0">
                  <a:pos x="T6" y="T7"/>
                </a:cxn>
                <a:cxn ang="0">
                  <a:pos x="T8" y="T9"/>
                </a:cxn>
              </a:cxnLst>
              <a:rect l="0" t="0" r="r" b="b"/>
              <a:pathLst>
                <a:path w="90" h="206">
                  <a:moveTo>
                    <a:pt x="5" y="203"/>
                  </a:moveTo>
                  <a:cubicBezTo>
                    <a:pt x="16" y="132"/>
                    <a:pt x="47" y="65"/>
                    <a:pt x="88" y="6"/>
                  </a:cubicBezTo>
                  <a:cubicBezTo>
                    <a:pt x="90" y="3"/>
                    <a:pt x="86" y="0"/>
                    <a:pt x="83" y="2"/>
                  </a:cubicBezTo>
                  <a:cubicBezTo>
                    <a:pt x="37" y="56"/>
                    <a:pt x="7" y="133"/>
                    <a:pt x="1" y="203"/>
                  </a:cubicBezTo>
                  <a:cubicBezTo>
                    <a:pt x="0" y="205"/>
                    <a:pt x="5" y="206"/>
                    <a:pt x="5" y="20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1" name="Freeform 958">
              <a:extLst>
                <a:ext uri="{FF2B5EF4-FFF2-40B4-BE49-F238E27FC236}">
                  <a16:creationId xmlns:a16="http://schemas.microsoft.com/office/drawing/2014/main" id="{7E7265D7-5886-5AED-33F0-91DAA5416982}"/>
                </a:ext>
              </a:extLst>
            </p:cNvPr>
            <p:cNvSpPr/>
            <p:nvPr/>
          </p:nvSpPr>
          <p:spPr bwMode="auto">
            <a:xfrm>
              <a:off x="3938" y="2905"/>
              <a:ext cx="58" cy="254"/>
            </a:xfrm>
            <a:custGeom>
              <a:avLst/>
              <a:gdLst>
                <a:gd name="T0" fmla="*/ 32 w 33"/>
                <a:gd name="T1" fmla="*/ 138 h 144"/>
                <a:gd name="T2" fmla="*/ 16 w 33"/>
                <a:gd name="T3" fmla="*/ 69 h 144"/>
                <a:gd name="T4" fmla="*/ 17 w 33"/>
                <a:gd name="T5" fmla="*/ 5 h 144"/>
                <a:gd name="T6" fmla="*/ 11 w 33"/>
                <a:gd name="T7" fmla="*/ 4 h 144"/>
                <a:gd name="T8" fmla="*/ 25 w 33"/>
                <a:gd name="T9" fmla="*/ 140 h 144"/>
                <a:gd name="T10" fmla="*/ 32 w 33"/>
                <a:gd name="T11" fmla="*/ 138 h 144"/>
              </a:gdLst>
              <a:ahLst/>
              <a:cxnLst>
                <a:cxn ang="0">
                  <a:pos x="T0" y="T1"/>
                </a:cxn>
                <a:cxn ang="0">
                  <a:pos x="T2" y="T3"/>
                </a:cxn>
                <a:cxn ang="0">
                  <a:pos x="T4" y="T5"/>
                </a:cxn>
                <a:cxn ang="0">
                  <a:pos x="T6" y="T7"/>
                </a:cxn>
                <a:cxn ang="0">
                  <a:pos x="T8" y="T9"/>
                </a:cxn>
                <a:cxn ang="0">
                  <a:pos x="T10" y="T11"/>
                </a:cxn>
              </a:cxnLst>
              <a:rect l="0" t="0" r="r" b="b"/>
              <a:pathLst>
                <a:path w="33" h="144">
                  <a:moveTo>
                    <a:pt x="32" y="138"/>
                  </a:moveTo>
                  <a:cubicBezTo>
                    <a:pt x="25" y="115"/>
                    <a:pt x="19" y="93"/>
                    <a:pt x="16" y="69"/>
                  </a:cubicBezTo>
                  <a:cubicBezTo>
                    <a:pt x="14" y="47"/>
                    <a:pt x="16" y="26"/>
                    <a:pt x="17" y="5"/>
                  </a:cubicBezTo>
                  <a:cubicBezTo>
                    <a:pt x="17" y="1"/>
                    <a:pt x="12" y="0"/>
                    <a:pt x="11" y="4"/>
                  </a:cubicBezTo>
                  <a:cubicBezTo>
                    <a:pt x="0" y="47"/>
                    <a:pt x="7" y="100"/>
                    <a:pt x="25" y="140"/>
                  </a:cubicBezTo>
                  <a:cubicBezTo>
                    <a:pt x="27" y="144"/>
                    <a:pt x="33" y="142"/>
                    <a:pt x="32"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2" name="Freeform 959">
              <a:extLst>
                <a:ext uri="{FF2B5EF4-FFF2-40B4-BE49-F238E27FC236}">
                  <a16:creationId xmlns:a16="http://schemas.microsoft.com/office/drawing/2014/main" id="{1C6A07FD-8834-09A2-097E-354DE4575C8F}"/>
                </a:ext>
              </a:extLst>
            </p:cNvPr>
            <p:cNvSpPr/>
            <p:nvPr/>
          </p:nvSpPr>
          <p:spPr bwMode="auto">
            <a:xfrm>
              <a:off x="3751" y="3030"/>
              <a:ext cx="144" cy="139"/>
            </a:xfrm>
            <a:custGeom>
              <a:avLst/>
              <a:gdLst>
                <a:gd name="T0" fmla="*/ 79 w 82"/>
                <a:gd name="T1" fmla="*/ 72 h 79"/>
                <a:gd name="T2" fmla="*/ 6 w 82"/>
                <a:gd name="T3" fmla="*/ 3 h 79"/>
                <a:gd name="T4" fmla="*/ 0 w 82"/>
                <a:gd name="T5" fmla="*/ 5 h 79"/>
                <a:gd name="T6" fmla="*/ 78 w 82"/>
                <a:gd name="T7" fmla="*/ 79 h 79"/>
                <a:gd name="T8" fmla="*/ 79 w 82"/>
                <a:gd name="T9" fmla="*/ 72 h 79"/>
              </a:gdLst>
              <a:ahLst/>
              <a:cxnLst>
                <a:cxn ang="0">
                  <a:pos x="T0" y="T1"/>
                </a:cxn>
                <a:cxn ang="0">
                  <a:pos x="T2" y="T3"/>
                </a:cxn>
                <a:cxn ang="0">
                  <a:pos x="T4" y="T5"/>
                </a:cxn>
                <a:cxn ang="0">
                  <a:pos x="T6" y="T7"/>
                </a:cxn>
                <a:cxn ang="0">
                  <a:pos x="T8" y="T9"/>
                </a:cxn>
              </a:cxnLst>
              <a:rect l="0" t="0" r="r" b="b"/>
              <a:pathLst>
                <a:path w="82" h="79">
                  <a:moveTo>
                    <a:pt x="79" y="72"/>
                  </a:moveTo>
                  <a:cubicBezTo>
                    <a:pt x="43" y="62"/>
                    <a:pt x="18" y="39"/>
                    <a:pt x="6" y="3"/>
                  </a:cubicBezTo>
                  <a:cubicBezTo>
                    <a:pt x="5" y="0"/>
                    <a:pt x="0" y="1"/>
                    <a:pt x="0" y="5"/>
                  </a:cubicBezTo>
                  <a:cubicBezTo>
                    <a:pt x="5" y="43"/>
                    <a:pt x="40" y="75"/>
                    <a:pt x="78" y="79"/>
                  </a:cubicBezTo>
                  <a:cubicBezTo>
                    <a:pt x="82" y="79"/>
                    <a:pt x="82" y="73"/>
                    <a:pt x="79" y="7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3" name="Freeform 960">
              <a:extLst>
                <a:ext uri="{FF2B5EF4-FFF2-40B4-BE49-F238E27FC236}">
                  <a16:creationId xmlns:a16="http://schemas.microsoft.com/office/drawing/2014/main" id="{06F7085C-826E-57FF-E867-F26A8F31375E}"/>
                </a:ext>
              </a:extLst>
            </p:cNvPr>
            <p:cNvSpPr/>
            <p:nvPr/>
          </p:nvSpPr>
          <p:spPr bwMode="auto">
            <a:xfrm>
              <a:off x="4050" y="2962"/>
              <a:ext cx="1410" cy="184"/>
            </a:xfrm>
            <a:custGeom>
              <a:avLst/>
              <a:gdLst>
                <a:gd name="T0" fmla="*/ 6 w 802"/>
                <a:gd name="T1" fmla="*/ 103 h 105"/>
                <a:gd name="T2" fmla="*/ 290 w 802"/>
                <a:gd name="T3" fmla="*/ 20 h 105"/>
                <a:gd name="T4" fmla="*/ 606 w 802"/>
                <a:gd name="T5" fmla="*/ 24 h 105"/>
                <a:gd name="T6" fmla="*/ 793 w 802"/>
                <a:gd name="T7" fmla="*/ 69 h 105"/>
                <a:gd name="T8" fmla="*/ 797 w 802"/>
                <a:gd name="T9" fmla="*/ 62 h 105"/>
                <a:gd name="T10" fmla="*/ 636 w 802"/>
                <a:gd name="T11" fmla="*/ 17 h 105"/>
                <a:gd name="T12" fmla="*/ 480 w 802"/>
                <a:gd name="T13" fmla="*/ 4 h 105"/>
                <a:gd name="T14" fmla="*/ 149 w 802"/>
                <a:gd name="T15" fmla="*/ 35 h 105"/>
                <a:gd name="T16" fmla="*/ 3 w 802"/>
                <a:gd name="T17" fmla="*/ 98 h 105"/>
                <a:gd name="T18" fmla="*/ 6 w 802"/>
                <a:gd name="T19" fmla="*/ 10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2" h="105">
                  <a:moveTo>
                    <a:pt x="6" y="103"/>
                  </a:moveTo>
                  <a:cubicBezTo>
                    <a:pt x="89" y="49"/>
                    <a:pt x="192" y="29"/>
                    <a:pt x="290" y="20"/>
                  </a:cubicBezTo>
                  <a:cubicBezTo>
                    <a:pt x="395" y="9"/>
                    <a:pt x="501" y="12"/>
                    <a:pt x="606" y="24"/>
                  </a:cubicBezTo>
                  <a:cubicBezTo>
                    <a:pt x="670" y="32"/>
                    <a:pt x="735" y="41"/>
                    <a:pt x="793" y="69"/>
                  </a:cubicBezTo>
                  <a:cubicBezTo>
                    <a:pt x="798" y="71"/>
                    <a:pt x="802" y="65"/>
                    <a:pt x="797" y="62"/>
                  </a:cubicBezTo>
                  <a:cubicBezTo>
                    <a:pt x="753" y="30"/>
                    <a:pt x="689" y="25"/>
                    <a:pt x="636" y="17"/>
                  </a:cubicBezTo>
                  <a:cubicBezTo>
                    <a:pt x="584" y="10"/>
                    <a:pt x="532" y="6"/>
                    <a:pt x="480" y="4"/>
                  </a:cubicBezTo>
                  <a:cubicBezTo>
                    <a:pt x="370" y="0"/>
                    <a:pt x="256" y="7"/>
                    <a:pt x="149" y="35"/>
                  </a:cubicBezTo>
                  <a:cubicBezTo>
                    <a:pt x="98" y="49"/>
                    <a:pt x="47" y="68"/>
                    <a:pt x="3" y="98"/>
                  </a:cubicBezTo>
                  <a:cubicBezTo>
                    <a:pt x="0" y="100"/>
                    <a:pt x="3" y="105"/>
                    <a:pt x="6" y="10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4" name="Freeform 961">
              <a:extLst>
                <a:ext uri="{FF2B5EF4-FFF2-40B4-BE49-F238E27FC236}">
                  <a16:creationId xmlns:a16="http://schemas.microsoft.com/office/drawing/2014/main" id="{E8B18C28-8DCF-ABD1-FB63-EBAC70395439}"/>
                </a:ext>
              </a:extLst>
            </p:cNvPr>
            <p:cNvSpPr/>
            <p:nvPr/>
          </p:nvSpPr>
          <p:spPr bwMode="auto">
            <a:xfrm>
              <a:off x="4929" y="2976"/>
              <a:ext cx="436" cy="367"/>
            </a:xfrm>
            <a:custGeom>
              <a:avLst/>
              <a:gdLst>
                <a:gd name="T0" fmla="*/ 4 w 248"/>
                <a:gd name="T1" fmla="*/ 8 h 209"/>
                <a:gd name="T2" fmla="*/ 64 w 248"/>
                <a:gd name="T3" fmla="*/ 34 h 209"/>
                <a:gd name="T4" fmla="*/ 119 w 248"/>
                <a:gd name="T5" fmla="*/ 85 h 209"/>
                <a:gd name="T6" fmla="*/ 181 w 248"/>
                <a:gd name="T7" fmla="*/ 138 h 209"/>
                <a:gd name="T8" fmla="*/ 211 w 248"/>
                <a:gd name="T9" fmla="*/ 168 h 209"/>
                <a:gd name="T10" fmla="*/ 234 w 248"/>
                <a:gd name="T11" fmla="*/ 203 h 209"/>
                <a:gd name="T12" fmla="*/ 242 w 248"/>
                <a:gd name="T13" fmla="*/ 205 h 209"/>
                <a:gd name="T14" fmla="*/ 211 w 248"/>
                <a:gd name="T15" fmla="*/ 153 h 209"/>
                <a:gd name="T16" fmla="*/ 132 w 248"/>
                <a:gd name="T17" fmla="*/ 85 h 209"/>
                <a:gd name="T18" fmla="*/ 74 w 248"/>
                <a:gd name="T19" fmla="*/ 29 h 209"/>
                <a:gd name="T20" fmla="*/ 6 w 248"/>
                <a:gd name="T21" fmla="*/ 1 h 209"/>
                <a:gd name="T22" fmla="*/ 4 w 248"/>
                <a:gd name="T23" fmla="*/ 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8" h="209">
                  <a:moveTo>
                    <a:pt x="4" y="8"/>
                  </a:moveTo>
                  <a:cubicBezTo>
                    <a:pt x="25" y="14"/>
                    <a:pt x="45" y="23"/>
                    <a:pt x="64" y="34"/>
                  </a:cubicBezTo>
                  <a:cubicBezTo>
                    <a:pt x="87" y="47"/>
                    <a:pt x="101" y="66"/>
                    <a:pt x="119" y="85"/>
                  </a:cubicBezTo>
                  <a:cubicBezTo>
                    <a:pt x="137" y="105"/>
                    <a:pt x="160" y="120"/>
                    <a:pt x="181" y="138"/>
                  </a:cubicBezTo>
                  <a:cubicBezTo>
                    <a:pt x="192" y="147"/>
                    <a:pt x="202" y="157"/>
                    <a:pt x="211" y="168"/>
                  </a:cubicBezTo>
                  <a:cubicBezTo>
                    <a:pt x="219" y="177"/>
                    <a:pt x="233" y="190"/>
                    <a:pt x="234" y="203"/>
                  </a:cubicBezTo>
                  <a:cubicBezTo>
                    <a:pt x="234" y="208"/>
                    <a:pt x="240" y="209"/>
                    <a:pt x="242" y="205"/>
                  </a:cubicBezTo>
                  <a:cubicBezTo>
                    <a:pt x="248" y="186"/>
                    <a:pt x="222" y="164"/>
                    <a:pt x="211" y="153"/>
                  </a:cubicBezTo>
                  <a:cubicBezTo>
                    <a:pt x="187" y="127"/>
                    <a:pt x="157" y="110"/>
                    <a:pt x="132" y="85"/>
                  </a:cubicBezTo>
                  <a:cubicBezTo>
                    <a:pt x="113" y="65"/>
                    <a:pt x="98" y="43"/>
                    <a:pt x="74" y="29"/>
                  </a:cubicBezTo>
                  <a:cubicBezTo>
                    <a:pt x="53" y="17"/>
                    <a:pt x="29" y="5"/>
                    <a:pt x="6" y="1"/>
                  </a:cubicBezTo>
                  <a:cubicBezTo>
                    <a:pt x="2" y="0"/>
                    <a:pt x="0" y="6"/>
                    <a:pt x="4"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5" name="Freeform 962">
              <a:extLst>
                <a:ext uri="{FF2B5EF4-FFF2-40B4-BE49-F238E27FC236}">
                  <a16:creationId xmlns:a16="http://schemas.microsoft.com/office/drawing/2014/main" id="{46ADBBE6-9B3F-B88F-37F6-CD2535235A75}"/>
                </a:ext>
              </a:extLst>
            </p:cNvPr>
            <p:cNvSpPr/>
            <p:nvPr/>
          </p:nvSpPr>
          <p:spPr bwMode="auto">
            <a:xfrm>
              <a:off x="4057" y="3064"/>
              <a:ext cx="1183" cy="413"/>
            </a:xfrm>
            <a:custGeom>
              <a:avLst/>
              <a:gdLst>
                <a:gd name="T0" fmla="*/ 6 w 673"/>
                <a:gd name="T1" fmla="*/ 48 h 235"/>
                <a:gd name="T2" fmla="*/ 370 w 673"/>
                <a:gd name="T3" fmla="*/ 41 h 235"/>
                <a:gd name="T4" fmla="*/ 662 w 673"/>
                <a:gd name="T5" fmla="*/ 230 h 235"/>
                <a:gd name="T6" fmla="*/ 670 w 673"/>
                <a:gd name="T7" fmla="*/ 225 h 235"/>
                <a:gd name="T8" fmla="*/ 378 w 673"/>
                <a:gd name="T9" fmla="*/ 33 h 235"/>
                <a:gd name="T10" fmla="*/ 4 w 673"/>
                <a:gd name="T11" fmla="*/ 42 h 235"/>
                <a:gd name="T12" fmla="*/ 6 w 673"/>
                <a:gd name="T13" fmla="*/ 48 h 235"/>
              </a:gdLst>
              <a:ahLst/>
              <a:cxnLst>
                <a:cxn ang="0">
                  <a:pos x="T0" y="T1"/>
                </a:cxn>
                <a:cxn ang="0">
                  <a:pos x="T2" y="T3"/>
                </a:cxn>
                <a:cxn ang="0">
                  <a:pos x="T4" y="T5"/>
                </a:cxn>
                <a:cxn ang="0">
                  <a:pos x="T6" y="T7"/>
                </a:cxn>
                <a:cxn ang="0">
                  <a:pos x="T8" y="T9"/>
                </a:cxn>
                <a:cxn ang="0">
                  <a:pos x="T10" y="T11"/>
                </a:cxn>
                <a:cxn ang="0">
                  <a:pos x="T12" y="T13"/>
                </a:cxn>
              </a:cxnLst>
              <a:rect l="0" t="0" r="r" b="b"/>
              <a:pathLst>
                <a:path w="673" h="235">
                  <a:moveTo>
                    <a:pt x="6" y="48"/>
                  </a:moveTo>
                  <a:cubicBezTo>
                    <a:pt x="125" y="15"/>
                    <a:pt x="249" y="14"/>
                    <a:pt x="370" y="41"/>
                  </a:cubicBezTo>
                  <a:cubicBezTo>
                    <a:pt x="486" y="68"/>
                    <a:pt x="604" y="119"/>
                    <a:pt x="662" y="230"/>
                  </a:cubicBezTo>
                  <a:cubicBezTo>
                    <a:pt x="665" y="235"/>
                    <a:pt x="673" y="230"/>
                    <a:pt x="670" y="225"/>
                  </a:cubicBezTo>
                  <a:cubicBezTo>
                    <a:pt x="615" y="113"/>
                    <a:pt x="493" y="60"/>
                    <a:pt x="378" y="33"/>
                  </a:cubicBezTo>
                  <a:cubicBezTo>
                    <a:pt x="258" y="5"/>
                    <a:pt x="121" y="0"/>
                    <a:pt x="4" y="42"/>
                  </a:cubicBezTo>
                  <a:cubicBezTo>
                    <a:pt x="0" y="43"/>
                    <a:pt x="2" y="49"/>
                    <a:pt x="6" y="4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6" name="Freeform 963">
              <a:extLst>
                <a:ext uri="{FF2B5EF4-FFF2-40B4-BE49-F238E27FC236}">
                  <a16:creationId xmlns:a16="http://schemas.microsoft.com/office/drawing/2014/main" id="{1A727D96-1844-267F-5872-3EF9AFA1D879}"/>
                </a:ext>
              </a:extLst>
            </p:cNvPr>
            <p:cNvSpPr/>
            <p:nvPr/>
          </p:nvSpPr>
          <p:spPr bwMode="auto">
            <a:xfrm>
              <a:off x="4048" y="3092"/>
              <a:ext cx="950" cy="538"/>
            </a:xfrm>
            <a:custGeom>
              <a:avLst/>
              <a:gdLst>
                <a:gd name="T0" fmla="*/ 7 w 540"/>
                <a:gd name="T1" fmla="*/ 34 h 306"/>
                <a:gd name="T2" fmla="*/ 313 w 540"/>
                <a:gd name="T3" fmla="*/ 85 h 306"/>
                <a:gd name="T4" fmla="*/ 444 w 540"/>
                <a:gd name="T5" fmla="*/ 178 h 306"/>
                <a:gd name="T6" fmla="*/ 498 w 540"/>
                <a:gd name="T7" fmla="*/ 236 h 306"/>
                <a:gd name="T8" fmla="*/ 533 w 540"/>
                <a:gd name="T9" fmla="*/ 303 h 306"/>
                <a:gd name="T10" fmla="*/ 539 w 540"/>
                <a:gd name="T11" fmla="*/ 302 h 306"/>
                <a:gd name="T12" fmla="*/ 460 w 540"/>
                <a:gd name="T13" fmla="*/ 177 h 306"/>
                <a:gd name="T14" fmla="*/ 319 w 540"/>
                <a:gd name="T15" fmla="*/ 75 h 306"/>
                <a:gd name="T16" fmla="*/ 5 w 540"/>
                <a:gd name="T17" fmla="*/ 27 h 306"/>
                <a:gd name="T18" fmla="*/ 7 w 540"/>
                <a:gd name="T19" fmla="*/ 34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0" h="306">
                  <a:moveTo>
                    <a:pt x="7" y="34"/>
                  </a:moveTo>
                  <a:cubicBezTo>
                    <a:pt x="112" y="16"/>
                    <a:pt x="219" y="34"/>
                    <a:pt x="313" y="85"/>
                  </a:cubicBezTo>
                  <a:cubicBezTo>
                    <a:pt x="361" y="110"/>
                    <a:pt x="404" y="143"/>
                    <a:pt x="444" y="178"/>
                  </a:cubicBezTo>
                  <a:cubicBezTo>
                    <a:pt x="464" y="196"/>
                    <a:pt x="483" y="215"/>
                    <a:pt x="498" y="236"/>
                  </a:cubicBezTo>
                  <a:cubicBezTo>
                    <a:pt x="514" y="257"/>
                    <a:pt x="523" y="280"/>
                    <a:pt x="533" y="303"/>
                  </a:cubicBezTo>
                  <a:cubicBezTo>
                    <a:pt x="534" y="306"/>
                    <a:pt x="540" y="305"/>
                    <a:pt x="539" y="302"/>
                  </a:cubicBezTo>
                  <a:cubicBezTo>
                    <a:pt x="535" y="252"/>
                    <a:pt x="494" y="209"/>
                    <a:pt x="460" y="177"/>
                  </a:cubicBezTo>
                  <a:cubicBezTo>
                    <a:pt x="417" y="137"/>
                    <a:pt x="370" y="102"/>
                    <a:pt x="319" y="75"/>
                  </a:cubicBezTo>
                  <a:cubicBezTo>
                    <a:pt x="227" y="26"/>
                    <a:pt x="108" y="0"/>
                    <a:pt x="5" y="27"/>
                  </a:cubicBezTo>
                  <a:cubicBezTo>
                    <a:pt x="0" y="28"/>
                    <a:pt x="2" y="35"/>
                    <a:pt x="7" y="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7" name="Freeform 964">
              <a:extLst>
                <a:ext uri="{FF2B5EF4-FFF2-40B4-BE49-F238E27FC236}">
                  <a16:creationId xmlns:a16="http://schemas.microsoft.com/office/drawing/2014/main" id="{35285DBB-34C6-7784-3ABF-E2BA4066EBCD}"/>
                </a:ext>
              </a:extLst>
            </p:cNvPr>
            <p:cNvSpPr/>
            <p:nvPr/>
          </p:nvSpPr>
          <p:spPr bwMode="auto">
            <a:xfrm>
              <a:off x="4045" y="3136"/>
              <a:ext cx="821" cy="628"/>
            </a:xfrm>
            <a:custGeom>
              <a:avLst/>
              <a:gdLst>
                <a:gd name="T0" fmla="*/ 3 w 467"/>
                <a:gd name="T1" fmla="*/ 7 h 357"/>
                <a:gd name="T2" fmla="*/ 127 w 467"/>
                <a:gd name="T3" fmla="*/ 85 h 357"/>
                <a:gd name="T4" fmla="*/ 247 w 467"/>
                <a:gd name="T5" fmla="*/ 163 h 357"/>
                <a:gd name="T6" fmla="*/ 362 w 467"/>
                <a:gd name="T7" fmla="*/ 251 h 357"/>
                <a:gd name="T8" fmla="*/ 459 w 467"/>
                <a:gd name="T9" fmla="*/ 354 h 357"/>
                <a:gd name="T10" fmla="*/ 465 w 467"/>
                <a:gd name="T11" fmla="*/ 350 h 357"/>
                <a:gd name="T12" fmla="*/ 373 w 467"/>
                <a:gd name="T13" fmla="*/ 245 h 357"/>
                <a:gd name="T14" fmla="*/ 261 w 467"/>
                <a:gd name="T15" fmla="*/ 159 h 357"/>
                <a:gd name="T16" fmla="*/ 138 w 467"/>
                <a:gd name="T17" fmla="*/ 81 h 357"/>
                <a:gd name="T18" fmla="*/ 6 w 467"/>
                <a:gd name="T19" fmla="*/ 2 h 357"/>
                <a:gd name="T20" fmla="*/ 3 w 467"/>
                <a:gd name="T21" fmla="*/ 7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7">
                  <a:moveTo>
                    <a:pt x="3" y="7"/>
                  </a:moveTo>
                  <a:cubicBezTo>
                    <a:pt x="42" y="36"/>
                    <a:pt x="86" y="60"/>
                    <a:pt x="127" y="85"/>
                  </a:cubicBezTo>
                  <a:cubicBezTo>
                    <a:pt x="167" y="111"/>
                    <a:pt x="208" y="137"/>
                    <a:pt x="247" y="163"/>
                  </a:cubicBezTo>
                  <a:cubicBezTo>
                    <a:pt x="287" y="191"/>
                    <a:pt x="326" y="219"/>
                    <a:pt x="362" y="251"/>
                  </a:cubicBezTo>
                  <a:cubicBezTo>
                    <a:pt x="398" y="283"/>
                    <a:pt x="427" y="319"/>
                    <a:pt x="459" y="354"/>
                  </a:cubicBezTo>
                  <a:cubicBezTo>
                    <a:pt x="462" y="357"/>
                    <a:pt x="467" y="353"/>
                    <a:pt x="465" y="350"/>
                  </a:cubicBezTo>
                  <a:cubicBezTo>
                    <a:pt x="442" y="309"/>
                    <a:pt x="407" y="275"/>
                    <a:pt x="373" y="245"/>
                  </a:cubicBezTo>
                  <a:cubicBezTo>
                    <a:pt x="338" y="214"/>
                    <a:pt x="300" y="186"/>
                    <a:pt x="261" y="159"/>
                  </a:cubicBezTo>
                  <a:cubicBezTo>
                    <a:pt x="221" y="132"/>
                    <a:pt x="179" y="106"/>
                    <a:pt x="138" y="81"/>
                  </a:cubicBezTo>
                  <a:cubicBezTo>
                    <a:pt x="94" y="54"/>
                    <a:pt x="51" y="25"/>
                    <a:pt x="6" y="2"/>
                  </a:cubicBezTo>
                  <a:cubicBezTo>
                    <a:pt x="3" y="0"/>
                    <a:pt x="0" y="5"/>
                    <a:pt x="3"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8" name="Freeform 965">
              <a:extLst>
                <a:ext uri="{FF2B5EF4-FFF2-40B4-BE49-F238E27FC236}">
                  <a16:creationId xmlns:a16="http://schemas.microsoft.com/office/drawing/2014/main" id="{32AA5635-77FA-ECD4-C0CD-2BF0F9718922}"/>
                </a:ext>
              </a:extLst>
            </p:cNvPr>
            <p:cNvSpPr/>
            <p:nvPr/>
          </p:nvSpPr>
          <p:spPr bwMode="auto">
            <a:xfrm>
              <a:off x="4043" y="3139"/>
              <a:ext cx="594" cy="663"/>
            </a:xfrm>
            <a:custGeom>
              <a:avLst/>
              <a:gdLst>
                <a:gd name="T0" fmla="*/ 2 w 338"/>
                <a:gd name="T1" fmla="*/ 6 h 377"/>
                <a:gd name="T2" fmla="*/ 72 w 338"/>
                <a:gd name="T3" fmla="*/ 111 h 377"/>
                <a:gd name="T4" fmla="*/ 149 w 338"/>
                <a:gd name="T5" fmla="*/ 206 h 377"/>
                <a:gd name="T6" fmla="*/ 236 w 338"/>
                <a:gd name="T7" fmla="*/ 296 h 377"/>
                <a:gd name="T8" fmla="*/ 283 w 338"/>
                <a:gd name="T9" fmla="*/ 338 h 377"/>
                <a:gd name="T10" fmla="*/ 331 w 338"/>
                <a:gd name="T11" fmla="*/ 375 h 377"/>
                <a:gd name="T12" fmla="*/ 336 w 338"/>
                <a:gd name="T13" fmla="*/ 369 h 377"/>
                <a:gd name="T14" fmla="*/ 291 w 338"/>
                <a:gd name="T15" fmla="*/ 330 h 377"/>
                <a:gd name="T16" fmla="*/ 244 w 338"/>
                <a:gd name="T17" fmla="*/ 288 h 377"/>
                <a:gd name="T18" fmla="*/ 157 w 338"/>
                <a:gd name="T19" fmla="*/ 198 h 377"/>
                <a:gd name="T20" fmla="*/ 76 w 338"/>
                <a:gd name="T21" fmla="*/ 100 h 377"/>
                <a:gd name="T22" fmla="*/ 7 w 338"/>
                <a:gd name="T23" fmla="*/ 2 h 377"/>
                <a:gd name="T24" fmla="*/ 2 w 338"/>
                <a:gd name="T25" fmla="*/ 6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8" h="377">
                  <a:moveTo>
                    <a:pt x="2" y="6"/>
                  </a:moveTo>
                  <a:cubicBezTo>
                    <a:pt x="20" y="43"/>
                    <a:pt x="47" y="78"/>
                    <a:pt x="72" y="111"/>
                  </a:cubicBezTo>
                  <a:cubicBezTo>
                    <a:pt x="96" y="143"/>
                    <a:pt x="122" y="175"/>
                    <a:pt x="149" y="206"/>
                  </a:cubicBezTo>
                  <a:cubicBezTo>
                    <a:pt x="177" y="237"/>
                    <a:pt x="206" y="267"/>
                    <a:pt x="236" y="296"/>
                  </a:cubicBezTo>
                  <a:cubicBezTo>
                    <a:pt x="252" y="310"/>
                    <a:pt x="267" y="324"/>
                    <a:pt x="283" y="338"/>
                  </a:cubicBezTo>
                  <a:cubicBezTo>
                    <a:pt x="298" y="351"/>
                    <a:pt x="313" y="367"/>
                    <a:pt x="331" y="375"/>
                  </a:cubicBezTo>
                  <a:cubicBezTo>
                    <a:pt x="335" y="377"/>
                    <a:pt x="338" y="372"/>
                    <a:pt x="336" y="369"/>
                  </a:cubicBezTo>
                  <a:cubicBezTo>
                    <a:pt x="324" y="354"/>
                    <a:pt x="306" y="342"/>
                    <a:pt x="291" y="330"/>
                  </a:cubicBezTo>
                  <a:cubicBezTo>
                    <a:pt x="275" y="316"/>
                    <a:pt x="260" y="302"/>
                    <a:pt x="244" y="288"/>
                  </a:cubicBezTo>
                  <a:cubicBezTo>
                    <a:pt x="214" y="259"/>
                    <a:pt x="185" y="229"/>
                    <a:pt x="157" y="198"/>
                  </a:cubicBezTo>
                  <a:cubicBezTo>
                    <a:pt x="129" y="166"/>
                    <a:pt x="102" y="134"/>
                    <a:pt x="76" y="100"/>
                  </a:cubicBezTo>
                  <a:cubicBezTo>
                    <a:pt x="52" y="68"/>
                    <a:pt x="31" y="34"/>
                    <a:pt x="7" y="2"/>
                  </a:cubicBezTo>
                  <a:cubicBezTo>
                    <a:pt x="4" y="0"/>
                    <a:pt x="0" y="3"/>
                    <a:pt x="2"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sp>
          <p:nvSpPr>
            <p:cNvPr id="189" name="Freeform 966">
              <a:extLst>
                <a:ext uri="{FF2B5EF4-FFF2-40B4-BE49-F238E27FC236}">
                  <a16:creationId xmlns:a16="http://schemas.microsoft.com/office/drawing/2014/main" id="{FE90FACB-FCB3-AA17-3225-9900C8F37122}"/>
                </a:ext>
              </a:extLst>
            </p:cNvPr>
            <p:cNvSpPr/>
            <p:nvPr/>
          </p:nvSpPr>
          <p:spPr bwMode="auto">
            <a:xfrm>
              <a:off x="4020" y="3153"/>
              <a:ext cx="531" cy="730"/>
            </a:xfrm>
            <a:custGeom>
              <a:avLst/>
              <a:gdLst>
                <a:gd name="T0" fmla="*/ 18 w 302"/>
                <a:gd name="T1" fmla="*/ 3 h 415"/>
                <a:gd name="T2" fmla="*/ 84 w 302"/>
                <a:gd name="T3" fmla="*/ 277 h 415"/>
                <a:gd name="T4" fmla="*/ 177 w 302"/>
                <a:gd name="T5" fmla="*/ 365 h 415"/>
                <a:gd name="T6" fmla="*/ 297 w 302"/>
                <a:gd name="T7" fmla="*/ 415 h 415"/>
                <a:gd name="T8" fmla="*/ 298 w 302"/>
                <a:gd name="T9" fmla="*/ 407 h 415"/>
                <a:gd name="T10" fmla="*/ 183 w 302"/>
                <a:gd name="T11" fmla="*/ 355 h 415"/>
                <a:gd name="T12" fmla="*/ 90 w 302"/>
                <a:gd name="T13" fmla="*/ 266 h 415"/>
                <a:gd name="T14" fmla="*/ 25 w 302"/>
                <a:gd name="T15" fmla="*/ 4 h 415"/>
                <a:gd name="T16" fmla="*/ 18 w 302"/>
                <a:gd name="T17" fmla="*/ 3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 h="415">
                  <a:moveTo>
                    <a:pt x="18" y="3"/>
                  </a:moveTo>
                  <a:cubicBezTo>
                    <a:pt x="0" y="98"/>
                    <a:pt x="27" y="200"/>
                    <a:pt x="84" y="277"/>
                  </a:cubicBezTo>
                  <a:cubicBezTo>
                    <a:pt x="110" y="311"/>
                    <a:pt x="141" y="341"/>
                    <a:pt x="177" y="365"/>
                  </a:cubicBezTo>
                  <a:cubicBezTo>
                    <a:pt x="212" y="389"/>
                    <a:pt x="255" y="411"/>
                    <a:pt x="297" y="415"/>
                  </a:cubicBezTo>
                  <a:cubicBezTo>
                    <a:pt x="302" y="415"/>
                    <a:pt x="302" y="408"/>
                    <a:pt x="298" y="407"/>
                  </a:cubicBezTo>
                  <a:cubicBezTo>
                    <a:pt x="258" y="391"/>
                    <a:pt x="219" y="378"/>
                    <a:pt x="183" y="355"/>
                  </a:cubicBezTo>
                  <a:cubicBezTo>
                    <a:pt x="147" y="331"/>
                    <a:pt x="115" y="301"/>
                    <a:pt x="90" y="266"/>
                  </a:cubicBezTo>
                  <a:cubicBezTo>
                    <a:pt x="35" y="189"/>
                    <a:pt x="16" y="97"/>
                    <a:pt x="25" y="4"/>
                  </a:cubicBezTo>
                  <a:cubicBezTo>
                    <a:pt x="25" y="1"/>
                    <a:pt x="19" y="0"/>
                    <a:pt x="18"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US" kern="0">
                <a:solidFill>
                  <a:prstClr val="black"/>
                </a:solidFill>
              </a:endParaRPr>
            </a:p>
          </p:txBody>
        </p:sp>
      </p:grpSp>
      <p:cxnSp>
        <p:nvCxnSpPr>
          <p:cNvPr id="7" name="Straight Connector 6"/>
          <p:cNvCxnSpPr/>
          <p:nvPr/>
        </p:nvCxnSpPr>
        <p:spPr>
          <a:xfrm flipH="1" flipV="1">
            <a:off x="7660635" y="4144240"/>
            <a:ext cx="0" cy="612001"/>
          </a:xfrm>
          <a:prstGeom prst="line">
            <a:avLst/>
          </a:prstGeom>
          <a:ln>
            <a:headEnd type="oval" w="sm" len="sm"/>
            <a:tailEnd type="oval" w="sm" len="sm"/>
          </a:ln>
        </p:spPr>
        <p:style>
          <a:lnRef idx="3">
            <a:schemeClr val="dk1"/>
          </a:lnRef>
          <a:fillRef idx="0">
            <a:schemeClr val="dk1"/>
          </a:fillRef>
          <a:effectRef idx="2">
            <a:schemeClr val="dk1"/>
          </a:effectRef>
          <a:fontRef idx="minor">
            <a:schemeClr val="tx1"/>
          </a:fontRef>
        </p:style>
      </p:cxnSp>
      <p:cxnSp>
        <p:nvCxnSpPr>
          <p:cNvPr id="8" name="Straight Connector 7"/>
          <p:cNvCxnSpPr/>
          <p:nvPr/>
        </p:nvCxnSpPr>
        <p:spPr>
          <a:xfrm>
            <a:off x="7654505" y="4130919"/>
            <a:ext cx="553240" cy="0"/>
          </a:xfrm>
          <a:prstGeom prst="line">
            <a:avLst/>
          </a:prstGeom>
          <a:ln>
            <a:headEnd type="oval" w="sm" len="sm"/>
            <a:tailEnd type="oval" w="sm" len="sm"/>
          </a:ln>
        </p:spPr>
        <p:style>
          <a:lnRef idx="3">
            <a:schemeClr val="dk1"/>
          </a:lnRef>
          <a:fillRef idx="0">
            <a:schemeClr val="dk1"/>
          </a:fillRef>
          <a:effectRef idx="2">
            <a:schemeClr val="dk1"/>
          </a:effectRef>
          <a:fontRef idx="minor">
            <a:schemeClr val="tx1"/>
          </a:fontRef>
        </p:style>
      </p:cxnSp>
      <p:cxnSp>
        <p:nvCxnSpPr>
          <p:cNvPr id="9" name="Straight Connector 8"/>
          <p:cNvCxnSpPr/>
          <p:nvPr/>
        </p:nvCxnSpPr>
        <p:spPr>
          <a:xfrm flipH="1" flipV="1">
            <a:off x="4570673" y="4144241"/>
            <a:ext cx="8975" cy="612001"/>
          </a:xfrm>
          <a:prstGeom prst="line">
            <a:avLst/>
          </a:prstGeom>
          <a:ln>
            <a:headEnd type="oval" w="sm" len="sm"/>
            <a:tailEnd type="oval" w="sm" len="sm"/>
          </a:ln>
        </p:spPr>
        <p:style>
          <a:lnRef idx="3">
            <a:schemeClr val="dk1"/>
          </a:lnRef>
          <a:fillRef idx="0">
            <a:schemeClr val="dk1"/>
          </a:fillRef>
          <a:effectRef idx="2">
            <a:schemeClr val="dk1"/>
          </a:effectRef>
          <a:fontRef idx="minor">
            <a:schemeClr val="tx1"/>
          </a:fontRef>
        </p:style>
      </p:cxnSp>
      <p:cxnSp>
        <p:nvCxnSpPr>
          <p:cNvPr id="10" name="Straight Connector 9"/>
          <p:cNvCxnSpPr/>
          <p:nvPr/>
        </p:nvCxnSpPr>
        <p:spPr>
          <a:xfrm flipH="1">
            <a:off x="4026408" y="4144241"/>
            <a:ext cx="553240" cy="0"/>
          </a:xfrm>
          <a:prstGeom prst="line">
            <a:avLst/>
          </a:prstGeom>
          <a:ln>
            <a:headEnd type="oval" w="sm" len="sm"/>
            <a:tailEnd type="oval" w="sm" len="sm"/>
          </a:ln>
        </p:spPr>
        <p:style>
          <a:lnRef idx="3">
            <a:schemeClr val="dk1"/>
          </a:lnRef>
          <a:fillRef idx="0">
            <a:schemeClr val="dk1"/>
          </a:fillRef>
          <a:effectRef idx="2">
            <a:schemeClr val="dk1"/>
          </a:effectRef>
          <a:fontRef idx="minor">
            <a:schemeClr val="tx1"/>
          </a:fontRef>
        </p:style>
      </p:cxnSp>
      <p:sp>
        <p:nvSpPr>
          <p:cNvPr id="22" name="TextBox 21"/>
          <p:cNvSpPr txBox="1"/>
          <p:nvPr/>
        </p:nvSpPr>
        <p:spPr>
          <a:xfrm>
            <a:off x="5657435" y="1598144"/>
            <a:ext cx="877127" cy="369314"/>
          </a:xfrm>
          <a:prstGeom prst="rect">
            <a:avLst/>
          </a:prstGeom>
          <a:noFill/>
        </p:spPr>
        <p:txBody>
          <a:bodyPr wrap="none" lIns="91422" tIns="45711" rIns="91422" bIns="45711" rtlCol="0">
            <a:spAutoFit/>
          </a:bodyPr>
          <a:lstStyle/>
          <a:p>
            <a:pPr algn="ctr"/>
            <a:r>
              <a:rPr lang="zh-CN" altLang="zh-CN" b="1" dirty="0">
                <a:solidFill>
                  <a:schemeClr val="tx2"/>
                </a:solidFill>
                <a:latin typeface="微软雅黑" panose="020B0503020204020204" pitchFamily="34" charset="-122"/>
                <a:ea typeface="微软雅黑" panose="020B0503020204020204" pitchFamily="34" charset="-122"/>
              </a:rPr>
              <a:t>用户库</a:t>
            </a:r>
            <a:endParaRPr lang="id-ID" b="1" dirty="0">
              <a:solidFill>
                <a:schemeClr val="tx2"/>
              </a:solidFill>
              <a:latin typeface="微软雅黑" panose="020B0503020204020204" pitchFamily="34" charset="-122"/>
              <a:ea typeface="微软雅黑" panose="020B0503020204020204" pitchFamily="34" charset="-122"/>
            </a:endParaRPr>
          </a:p>
        </p:txBody>
      </p:sp>
      <p:sp>
        <p:nvSpPr>
          <p:cNvPr id="23" name="TextBox 22"/>
          <p:cNvSpPr txBox="1"/>
          <p:nvPr/>
        </p:nvSpPr>
        <p:spPr>
          <a:xfrm>
            <a:off x="2563943" y="3774927"/>
            <a:ext cx="646294" cy="369314"/>
          </a:xfrm>
          <a:prstGeom prst="rect">
            <a:avLst/>
          </a:prstGeom>
          <a:noFill/>
        </p:spPr>
        <p:txBody>
          <a:bodyPr wrap="none" lIns="91422" tIns="45711" rIns="91422" bIns="45711" rtlCol="0">
            <a:spAutoFit/>
          </a:bodyPr>
          <a:lstStyle/>
          <a:p>
            <a:pPr algn="ctr"/>
            <a:r>
              <a:rPr lang="zh-CN" altLang="zh-CN" b="1" dirty="0">
                <a:solidFill>
                  <a:schemeClr val="tx2"/>
                </a:solidFill>
                <a:latin typeface="微软雅黑" panose="020B0503020204020204" pitchFamily="34" charset="-122"/>
                <a:ea typeface="微软雅黑" panose="020B0503020204020204" pitchFamily="34" charset="-122"/>
              </a:rPr>
              <a:t>题库</a:t>
            </a:r>
            <a:endParaRPr lang="id-ID" b="1" dirty="0">
              <a:solidFill>
                <a:schemeClr val="tx2"/>
              </a:solidFill>
              <a:latin typeface="微软雅黑" panose="020B0503020204020204" pitchFamily="34" charset="-122"/>
              <a:ea typeface="微软雅黑" panose="020B0503020204020204" pitchFamily="34" charset="-122"/>
            </a:endParaRPr>
          </a:p>
        </p:txBody>
      </p:sp>
      <p:sp>
        <p:nvSpPr>
          <p:cNvPr id="24" name="TextBox 23"/>
          <p:cNvSpPr txBox="1"/>
          <p:nvPr/>
        </p:nvSpPr>
        <p:spPr>
          <a:xfrm>
            <a:off x="1653490" y="4161387"/>
            <a:ext cx="2449817" cy="646313"/>
          </a:xfrm>
          <a:prstGeom prst="rect">
            <a:avLst/>
          </a:prstGeom>
          <a:noFill/>
        </p:spPr>
        <p:txBody>
          <a:bodyPr wrap="square" lIns="91422" tIns="45711" rIns="91422" bIns="45711" rtlCol="0">
            <a:spAutoFit/>
          </a:bodyPr>
          <a:lstStyle/>
          <a:p>
            <a:pPr indent="-609600" algn="ctr"/>
            <a:r>
              <a:rPr lang="zh-CN" altLang="en-US" dirty="0">
                <a:ea typeface="等线" panose="02010600030101010101" pitchFamily="2" charset="-122"/>
                <a:cs typeface="Times New Roman" panose="02020603050405020304" pitchFamily="18" charset="0"/>
              </a:rPr>
              <a:t>单个题目</a:t>
            </a:r>
            <a:endParaRPr lang="en-US" altLang="zh-CN" dirty="0">
              <a:ea typeface="等线" panose="02010600030101010101" pitchFamily="2" charset="-122"/>
              <a:cs typeface="Times New Roman" panose="02020603050405020304" pitchFamily="18" charset="0"/>
            </a:endParaRPr>
          </a:p>
          <a:p>
            <a:pPr indent="-609600" algn="ctr"/>
            <a:r>
              <a:rPr lang="zh-CN" altLang="en-US" dirty="0">
                <a:ea typeface="等线" panose="02010600030101010101" pitchFamily="2" charset="-122"/>
                <a:cs typeface="Times New Roman" panose="02020603050405020304" pitchFamily="18" charset="0"/>
              </a:rPr>
              <a:t>整个题库</a:t>
            </a:r>
            <a:endParaRPr lang="ms-MY" altLang="zh-CN" dirty="0">
              <a:ea typeface="等线" panose="02010600030101010101" pitchFamily="2" charset="-122"/>
              <a:cs typeface="Times New Roman" panose="02020603050405020304" pitchFamily="18" charset="0"/>
            </a:endParaRPr>
          </a:p>
        </p:txBody>
      </p:sp>
      <p:sp>
        <p:nvSpPr>
          <p:cNvPr id="25" name="TextBox 24"/>
          <p:cNvSpPr txBox="1"/>
          <p:nvPr/>
        </p:nvSpPr>
        <p:spPr>
          <a:xfrm>
            <a:off x="8954934" y="3579136"/>
            <a:ext cx="1338792" cy="369314"/>
          </a:xfrm>
          <a:prstGeom prst="rect">
            <a:avLst/>
          </a:prstGeom>
          <a:noFill/>
        </p:spPr>
        <p:txBody>
          <a:bodyPr wrap="none" lIns="91422" tIns="45711" rIns="91422" bIns="45711" rtlCol="0">
            <a:spAutoFit/>
          </a:bodyPr>
          <a:lstStyle/>
          <a:p>
            <a:pPr algn="ctr"/>
            <a:r>
              <a:rPr lang="zh-CN" altLang="zh-CN" b="1" dirty="0">
                <a:solidFill>
                  <a:schemeClr val="tx2"/>
                </a:solidFill>
                <a:latin typeface="微软雅黑" panose="020B0503020204020204" pitchFamily="34" charset="-122"/>
                <a:ea typeface="微软雅黑" panose="020B0503020204020204" pitchFamily="34" charset="-122"/>
              </a:rPr>
              <a:t>解决方案库</a:t>
            </a:r>
            <a:endParaRPr lang="id-ID" b="1" dirty="0">
              <a:solidFill>
                <a:schemeClr val="tx2"/>
              </a:solidFill>
              <a:latin typeface="微软雅黑" panose="020B0503020204020204" pitchFamily="34" charset="-122"/>
              <a:ea typeface="微软雅黑" panose="020B0503020204020204" pitchFamily="34" charset="-122"/>
            </a:endParaRPr>
          </a:p>
        </p:txBody>
      </p:sp>
      <p:sp>
        <p:nvSpPr>
          <p:cNvPr id="26" name="TextBox 25"/>
          <p:cNvSpPr txBox="1"/>
          <p:nvPr/>
        </p:nvSpPr>
        <p:spPr>
          <a:xfrm>
            <a:off x="8435552" y="4049083"/>
            <a:ext cx="2449817" cy="646313"/>
          </a:xfrm>
          <a:prstGeom prst="rect">
            <a:avLst/>
          </a:prstGeom>
          <a:noFill/>
        </p:spPr>
        <p:txBody>
          <a:bodyPr wrap="square" lIns="91422" tIns="45711" rIns="91422" bIns="45711" rtlCol="0">
            <a:spAutoFit/>
          </a:bodyPr>
          <a:lstStyle/>
          <a:p>
            <a:pPr indent="-609600" algn="ctr"/>
            <a:r>
              <a:rPr lang="zh-CN" altLang="zh-CN" sz="1800" dirty="0">
                <a:effectLst/>
                <a:ea typeface="等线" panose="02010600030101010101" pitchFamily="2" charset="-122"/>
                <a:cs typeface="Times New Roman" panose="02020603050405020304" pitchFamily="18" charset="0"/>
              </a:rPr>
              <a:t>不同的解决方案，对应于不同的错误原因</a:t>
            </a:r>
            <a:endParaRPr lang="ms-MY" altLang="zh-CN" sz="1400" dirty="0">
              <a:latin typeface="微软雅黑" panose="020B0503020204020204" pitchFamily="34" charset="-122"/>
              <a:ea typeface="微软雅黑" panose="020B0503020204020204" pitchFamily="34" charset="-122"/>
              <a:cs typeface="Open Sans Light" pitchFamily="34" charset="0"/>
            </a:endParaRPr>
          </a:p>
        </p:txBody>
      </p:sp>
      <p:sp>
        <p:nvSpPr>
          <p:cNvPr id="47" name="TextBox 46"/>
          <p:cNvSpPr txBox="1"/>
          <p:nvPr/>
        </p:nvSpPr>
        <p:spPr>
          <a:xfrm>
            <a:off x="5491500" y="1920359"/>
            <a:ext cx="1248932" cy="646313"/>
          </a:xfrm>
          <a:prstGeom prst="rect">
            <a:avLst/>
          </a:prstGeom>
          <a:noFill/>
        </p:spPr>
        <p:txBody>
          <a:bodyPr wrap="square" lIns="91422" tIns="45711" rIns="91422" bIns="45711" rtlCol="0">
            <a:spAutoFit/>
          </a:bodyPr>
          <a:lstStyle/>
          <a:p>
            <a:pPr indent="-609600" algn="ctr"/>
            <a:r>
              <a:rPr lang="zh-CN" altLang="en-US" dirty="0">
                <a:ea typeface="等线" panose="02010600030101010101" pitchFamily="2" charset="-122"/>
                <a:cs typeface="Times New Roman" panose="02020603050405020304" pitchFamily="18" charset="0"/>
              </a:rPr>
              <a:t>个人信息</a:t>
            </a:r>
            <a:endParaRPr lang="en-US" altLang="zh-CN" dirty="0">
              <a:ea typeface="等线" panose="02010600030101010101" pitchFamily="2" charset="-122"/>
              <a:cs typeface="Times New Roman" panose="02020603050405020304" pitchFamily="18" charset="0"/>
            </a:endParaRPr>
          </a:p>
          <a:p>
            <a:pPr indent="-609600" algn="ctr"/>
            <a:r>
              <a:rPr lang="zh-CN" altLang="en-US" dirty="0">
                <a:ea typeface="等线" panose="02010600030101010101" pitchFamily="2" charset="-122"/>
                <a:cs typeface="Times New Roman" panose="02020603050405020304" pitchFamily="18" charset="0"/>
              </a:rPr>
              <a:t>做题记录</a:t>
            </a:r>
            <a:endParaRPr lang="ms-MY" altLang="zh-CN" dirty="0">
              <a:ea typeface="等线" panose="02010600030101010101" pitchFamily="2" charset="-122"/>
              <a:cs typeface="Times New Roman" panose="02020603050405020304" pitchFamily="18" charset="0"/>
            </a:endParaRPr>
          </a:p>
        </p:txBody>
      </p:sp>
      <p:sp>
        <p:nvSpPr>
          <p:cNvPr id="74" name="AutoShape 44"/>
          <p:cNvSpPr/>
          <p:nvPr/>
        </p:nvSpPr>
        <p:spPr bwMode="auto">
          <a:xfrm>
            <a:off x="2683596" y="3263855"/>
            <a:ext cx="548764" cy="5250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20" y="19326"/>
                </a:moveTo>
                <a:cubicBezTo>
                  <a:pt x="21574" y="19434"/>
                  <a:pt x="21599" y="19552"/>
                  <a:pt x="21599" y="19677"/>
                </a:cubicBezTo>
                <a:cubicBezTo>
                  <a:pt x="21599" y="19974"/>
                  <a:pt x="21492" y="20237"/>
                  <a:pt x="21274" y="20463"/>
                </a:cubicBezTo>
                <a:lnTo>
                  <a:pt x="20490" y="21235"/>
                </a:lnTo>
                <a:cubicBezTo>
                  <a:pt x="20281" y="21461"/>
                  <a:pt x="20026" y="21574"/>
                  <a:pt x="19720" y="21574"/>
                </a:cubicBezTo>
                <a:lnTo>
                  <a:pt x="19664" y="21574"/>
                </a:lnTo>
                <a:cubicBezTo>
                  <a:pt x="19350" y="21537"/>
                  <a:pt x="19081" y="21396"/>
                  <a:pt x="18866" y="21153"/>
                </a:cubicBezTo>
                <a:lnTo>
                  <a:pt x="12700" y="13222"/>
                </a:lnTo>
                <a:cubicBezTo>
                  <a:pt x="11958" y="13870"/>
                  <a:pt x="11265" y="14438"/>
                  <a:pt x="10623" y="14927"/>
                </a:cubicBezTo>
                <a:cubicBezTo>
                  <a:pt x="9975" y="15413"/>
                  <a:pt x="9366" y="15835"/>
                  <a:pt x="8789" y="16188"/>
                </a:cubicBezTo>
                <a:lnTo>
                  <a:pt x="9261" y="19988"/>
                </a:lnTo>
                <a:lnTo>
                  <a:pt x="9261" y="20124"/>
                </a:lnTo>
                <a:cubicBezTo>
                  <a:pt x="9261" y="20423"/>
                  <a:pt x="9162" y="20672"/>
                  <a:pt x="8964" y="20870"/>
                </a:cubicBezTo>
                <a:lnTo>
                  <a:pt x="8546" y="21289"/>
                </a:lnTo>
                <a:cubicBezTo>
                  <a:pt x="8339" y="21498"/>
                  <a:pt x="8076" y="21599"/>
                  <a:pt x="7762" y="21599"/>
                </a:cubicBezTo>
                <a:lnTo>
                  <a:pt x="7705" y="21599"/>
                </a:lnTo>
                <a:cubicBezTo>
                  <a:pt x="7354" y="21563"/>
                  <a:pt x="7088" y="21424"/>
                  <a:pt x="6907" y="21178"/>
                </a:cubicBezTo>
                <a:lnTo>
                  <a:pt x="4131" y="17500"/>
                </a:lnTo>
                <a:lnTo>
                  <a:pt x="418" y="14695"/>
                </a:lnTo>
                <a:cubicBezTo>
                  <a:pt x="155" y="14472"/>
                  <a:pt x="16" y="14201"/>
                  <a:pt x="0" y="13884"/>
                </a:cubicBezTo>
                <a:lnTo>
                  <a:pt x="0" y="13833"/>
                </a:lnTo>
                <a:cubicBezTo>
                  <a:pt x="0" y="13550"/>
                  <a:pt x="104" y="13293"/>
                  <a:pt x="311" y="13059"/>
                </a:cubicBezTo>
                <a:lnTo>
                  <a:pt x="715" y="12668"/>
                </a:lnTo>
                <a:cubicBezTo>
                  <a:pt x="897" y="12439"/>
                  <a:pt x="1151" y="12332"/>
                  <a:pt x="1477" y="12340"/>
                </a:cubicBezTo>
                <a:cubicBezTo>
                  <a:pt x="1550" y="12340"/>
                  <a:pt x="1596" y="12352"/>
                  <a:pt x="1612" y="12369"/>
                </a:cubicBezTo>
                <a:lnTo>
                  <a:pt x="5407" y="12801"/>
                </a:lnTo>
                <a:cubicBezTo>
                  <a:pt x="5761" y="12233"/>
                  <a:pt x="6180" y="11625"/>
                  <a:pt x="6672" y="10983"/>
                </a:cubicBezTo>
                <a:cubicBezTo>
                  <a:pt x="7167" y="10336"/>
                  <a:pt x="7733" y="9655"/>
                  <a:pt x="8376" y="8931"/>
                </a:cubicBezTo>
                <a:lnTo>
                  <a:pt x="478" y="2748"/>
                </a:lnTo>
                <a:cubicBezTo>
                  <a:pt x="195" y="2521"/>
                  <a:pt x="59" y="2256"/>
                  <a:pt x="59" y="1950"/>
                </a:cubicBezTo>
                <a:lnTo>
                  <a:pt x="59" y="1894"/>
                </a:lnTo>
                <a:cubicBezTo>
                  <a:pt x="59" y="1614"/>
                  <a:pt x="161" y="1354"/>
                  <a:pt x="370" y="1111"/>
                </a:cubicBezTo>
                <a:lnTo>
                  <a:pt x="1140" y="336"/>
                </a:lnTo>
                <a:cubicBezTo>
                  <a:pt x="1383" y="130"/>
                  <a:pt x="1641" y="25"/>
                  <a:pt x="1910" y="25"/>
                </a:cubicBezTo>
                <a:lnTo>
                  <a:pt x="2088" y="25"/>
                </a:lnTo>
                <a:cubicBezTo>
                  <a:pt x="2153" y="25"/>
                  <a:pt x="2215" y="45"/>
                  <a:pt x="2269" y="79"/>
                </a:cubicBezTo>
                <a:lnTo>
                  <a:pt x="13147" y="4045"/>
                </a:lnTo>
                <a:lnTo>
                  <a:pt x="15193" y="2030"/>
                </a:lnTo>
                <a:cubicBezTo>
                  <a:pt x="15827" y="1396"/>
                  <a:pt x="16551" y="901"/>
                  <a:pt x="17375" y="540"/>
                </a:cubicBezTo>
                <a:cubicBezTo>
                  <a:pt x="18195" y="180"/>
                  <a:pt x="18951" y="0"/>
                  <a:pt x="19636" y="0"/>
                </a:cubicBezTo>
                <a:cubicBezTo>
                  <a:pt x="20284" y="0"/>
                  <a:pt x="20779" y="166"/>
                  <a:pt x="21113" y="500"/>
                </a:cubicBezTo>
                <a:cubicBezTo>
                  <a:pt x="21291" y="661"/>
                  <a:pt x="21418" y="870"/>
                  <a:pt x="21492" y="1125"/>
                </a:cubicBezTo>
                <a:cubicBezTo>
                  <a:pt x="21563" y="1374"/>
                  <a:pt x="21599" y="1659"/>
                  <a:pt x="21599" y="1973"/>
                </a:cubicBezTo>
                <a:cubicBezTo>
                  <a:pt x="21599" y="2660"/>
                  <a:pt x="21424" y="3415"/>
                  <a:pt x="21076" y="4235"/>
                </a:cubicBezTo>
                <a:cubicBezTo>
                  <a:pt x="20728" y="5055"/>
                  <a:pt x="20230" y="5778"/>
                  <a:pt x="19582" y="6400"/>
                </a:cubicBezTo>
                <a:lnTo>
                  <a:pt x="17547" y="8456"/>
                </a:lnTo>
                <a:lnTo>
                  <a:pt x="21520" y="19326"/>
                </a:lnTo>
                <a:close/>
              </a:path>
            </a:pathLst>
          </a:custGeom>
          <a:solidFill>
            <a:schemeClr val="accent2"/>
          </a:solidFill>
          <a:ln>
            <a:noFill/>
          </a:ln>
          <a:effectLst/>
        </p:spPr>
        <p:txBody>
          <a:bodyPr lIns="50789" tIns="50789" rIns="50789" bIns="50789" anchor="ctr"/>
          <a:lstStyle/>
          <a:p>
            <a:pPr defTabSz="457200">
              <a:defRPr/>
            </a:pPr>
            <a:endParaRPr lang="es-ES" sz="2900">
              <a:solidFill>
                <a:srgbClr val="44CEB9"/>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Gill Sans" charset="0"/>
              <a:sym typeface="Gill Sans" charset="0"/>
            </a:endParaRPr>
          </a:p>
        </p:txBody>
      </p:sp>
      <p:sp>
        <p:nvSpPr>
          <p:cNvPr id="75" name="AutoShape 91"/>
          <p:cNvSpPr/>
          <p:nvPr/>
        </p:nvSpPr>
        <p:spPr bwMode="auto">
          <a:xfrm>
            <a:off x="9435013" y="3098946"/>
            <a:ext cx="450897" cy="496116"/>
          </a:xfrm>
          <a:custGeom>
            <a:avLst/>
            <a:gdLst>
              <a:gd name="T0" fmla="+- 0 10795 54"/>
              <a:gd name="T1" fmla="*/ T0 w 21483"/>
              <a:gd name="T2" fmla="*/ 10800 h 21600"/>
              <a:gd name="T3" fmla="+- 0 10795 54"/>
              <a:gd name="T4" fmla="*/ T3 w 21483"/>
              <a:gd name="T5" fmla="*/ 10800 h 21600"/>
              <a:gd name="T6" fmla="+- 0 10795 54"/>
              <a:gd name="T7" fmla="*/ T6 w 21483"/>
              <a:gd name="T8" fmla="*/ 10800 h 21600"/>
              <a:gd name="T9" fmla="+- 0 10795 54"/>
              <a:gd name="T10" fmla="*/ T9 w 21483"/>
              <a:gd name="T11" fmla="*/ 10800 h 21600"/>
            </a:gdLst>
            <a:ahLst/>
            <a:cxnLst>
              <a:cxn ang="0">
                <a:pos x="T1" y="T2"/>
              </a:cxn>
              <a:cxn ang="0">
                <a:pos x="T4" y="T5"/>
              </a:cxn>
              <a:cxn ang="0">
                <a:pos x="T7" y="T8"/>
              </a:cxn>
              <a:cxn ang="0">
                <a:pos x="T10" y="T11"/>
              </a:cxn>
            </a:cxnLst>
            <a:rect l="0" t="0" r="r" b="b"/>
            <a:pathLst>
              <a:path w="21483" h="21600">
                <a:moveTo>
                  <a:pt x="20490" y="581"/>
                </a:moveTo>
                <a:cubicBezTo>
                  <a:pt x="20984" y="1781"/>
                  <a:pt x="21295" y="3048"/>
                  <a:pt x="21421" y="4387"/>
                </a:cubicBezTo>
                <a:cubicBezTo>
                  <a:pt x="21545" y="5722"/>
                  <a:pt x="21482" y="7179"/>
                  <a:pt x="21220" y="8744"/>
                </a:cubicBezTo>
                <a:cubicBezTo>
                  <a:pt x="20549" y="13134"/>
                  <a:pt x="18385" y="16469"/>
                  <a:pt x="14732" y="18748"/>
                </a:cubicBezTo>
                <a:cubicBezTo>
                  <a:pt x="13010" y="19857"/>
                  <a:pt x="11265" y="20408"/>
                  <a:pt x="9505" y="20408"/>
                </a:cubicBezTo>
                <a:cubicBezTo>
                  <a:pt x="8354" y="20408"/>
                  <a:pt x="7208" y="20165"/>
                  <a:pt x="6064" y="19682"/>
                </a:cubicBezTo>
                <a:cubicBezTo>
                  <a:pt x="5893" y="19609"/>
                  <a:pt x="5725" y="19519"/>
                  <a:pt x="5556" y="19411"/>
                </a:cubicBezTo>
                <a:cubicBezTo>
                  <a:pt x="5388" y="19301"/>
                  <a:pt x="5221" y="19191"/>
                  <a:pt x="5058" y="19075"/>
                </a:cubicBezTo>
                <a:cubicBezTo>
                  <a:pt x="4840" y="18928"/>
                  <a:pt x="4625" y="18790"/>
                  <a:pt x="4414" y="18660"/>
                </a:cubicBezTo>
                <a:cubicBezTo>
                  <a:pt x="4199" y="18527"/>
                  <a:pt x="4017" y="18465"/>
                  <a:pt x="3857" y="18465"/>
                </a:cubicBezTo>
                <a:cubicBezTo>
                  <a:pt x="3785" y="18485"/>
                  <a:pt x="3698" y="18561"/>
                  <a:pt x="3598" y="18700"/>
                </a:cubicBezTo>
                <a:cubicBezTo>
                  <a:pt x="3497" y="18841"/>
                  <a:pt x="3392" y="18996"/>
                  <a:pt x="3287" y="19174"/>
                </a:cubicBezTo>
                <a:cubicBezTo>
                  <a:pt x="3184" y="19349"/>
                  <a:pt x="3085" y="19536"/>
                  <a:pt x="2989" y="19728"/>
                </a:cubicBezTo>
                <a:cubicBezTo>
                  <a:pt x="2898" y="19922"/>
                  <a:pt x="2821" y="20072"/>
                  <a:pt x="2760" y="20179"/>
                </a:cubicBezTo>
                <a:cubicBezTo>
                  <a:pt x="2655" y="20388"/>
                  <a:pt x="2557" y="20575"/>
                  <a:pt x="2463" y="20741"/>
                </a:cubicBezTo>
                <a:cubicBezTo>
                  <a:pt x="2372" y="20908"/>
                  <a:pt x="2285" y="21055"/>
                  <a:pt x="2213" y="21182"/>
                </a:cubicBezTo>
                <a:cubicBezTo>
                  <a:pt x="2025" y="21461"/>
                  <a:pt x="1787" y="21599"/>
                  <a:pt x="1494" y="21599"/>
                </a:cubicBezTo>
                <a:lnTo>
                  <a:pt x="1450" y="21599"/>
                </a:lnTo>
                <a:cubicBezTo>
                  <a:pt x="1235" y="21583"/>
                  <a:pt x="1050" y="21526"/>
                  <a:pt x="895" y="21433"/>
                </a:cubicBezTo>
                <a:cubicBezTo>
                  <a:pt x="743" y="21334"/>
                  <a:pt x="617" y="21224"/>
                  <a:pt x="521" y="21097"/>
                </a:cubicBezTo>
                <a:cubicBezTo>
                  <a:pt x="425" y="20975"/>
                  <a:pt x="348" y="20846"/>
                  <a:pt x="292" y="20716"/>
                </a:cubicBezTo>
                <a:cubicBezTo>
                  <a:pt x="236" y="20586"/>
                  <a:pt x="198" y="20484"/>
                  <a:pt x="184" y="20408"/>
                </a:cubicBezTo>
                <a:cubicBezTo>
                  <a:pt x="-17" y="20077"/>
                  <a:pt x="-54" y="19724"/>
                  <a:pt x="74" y="19355"/>
                </a:cubicBezTo>
                <a:cubicBezTo>
                  <a:pt x="222" y="18877"/>
                  <a:pt x="430" y="18479"/>
                  <a:pt x="699" y="18152"/>
                </a:cubicBezTo>
                <a:cubicBezTo>
                  <a:pt x="970" y="17827"/>
                  <a:pt x="1235" y="17536"/>
                  <a:pt x="1494" y="17276"/>
                </a:cubicBezTo>
                <a:cubicBezTo>
                  <a:pt x="1712" y="17068"/>
                  <a:pt x="1901" y="16873"/>
                  <a:pt x="2061" y="16692"/>
                </a:cubicBezTo>
                <a:cubicBezTo>
                  <a:pt x="2222" y="16511"/>
                  <a:pt x="2325" y="16319"/>
                  <a:pt x="2367" y="16113"/>
                </a:cubicBezTo>
                <a:cubicBezTo>
                  <a:pt x="2383" y="16057"/>
                  <a:pt x="2383" y="16003"/>
                  <a:pt x="2367" y="15949"/>
                </a:cubicBezTo>
                <a:cubicBezTo>
                  <a:pt x="2353" y="15899"/>
                  <a:pt x="2318" y="15783"/>
                  <a:pt x="2257" y="15611"/>
                </a:cubicBezTo>
                <a:cubicBezTo>
                  <a:pt x="2213" y="15503"/>
                  <a:pt x="2168" y="15379"/>
                  <a:pt x="2128" y="15241"/>
                </a:cubicBezTo>
                <a:cubicBezTo>
                  <a:pt x="2086" y="15100"/>
                  <a:pt x="2051" y="14941"/>
                  <a:pt x="2021" y="14761"/>
                </a:cubicBezTo>
                <a:cubicBezTo>
                  <a:pt x="1836" y="13321"/>
                  <a:pt x="1883" y="11988"/>
                  <a:pt x="2166" y="10774"/>
                </a:cubicBezTo>
                <a:cubicBezTo>
                  <a:pt x="2449" y="9557"/>
                  <a:pt x="2898" y="8464"/>
                  <a:pt x="3509" y="7493"/>
                </a:cubicBezTo>
                <a:cubicBezTo>
                  <a:pt x="4122" y="6527"/>
                  <a:pt x="4852" y="5689"/>
                  <a:pt x="5694" y="4986"/>
                </a:cubicBezTo>
                <a:cubicBezTo>
                  <a:pt x="6539" y="4283"/>
                  <a:pt x="7416" y="3741"/>
                  <a:pt x="8326" y="3351"/>
                </a:cubicBezTo>
                <a:cubicBezTo>
                  <a:pt x="8939" y="3091"/>
                  <a:pt x="9611" y="2939"/>
                  <a:pt x="10336" y="2894"/>
                </a:cubicBezTo>
                <a:cubicBezTo>
                  <a:pt x="11066" y="2848"/>
                  <a:pt x="11826" y="2817"/>
                  <a:pt x="12617" y="2798"/>
                </a:cubicBezTo>
                <a:cubicBezTo>
                  <a:pt x="13073" y="2798"/>
                  <a:pt x="13546" y="2789"/>
                  <a:pt x="14037" y="2772"/>
                </a:cubicBezTo>
                <a:cubicBezTo>
                  <a:pt x="14531" y="2752"/>
                  <a:pt x="15008" y="2704"/>
                  <a:pt x="15469" y="2623"/>
                </a:cubicBezTo>
                <a:cubicBezTo>
                  <a:pt x="15926" y="2541"/>
                  <a:pt x="16351" y="2414"/>
                  <a:pt x="16740" y="2239"/>
                </a:cubicBezTo>
                <a:cubicBezTo>
                  <a:pt x="17128" y="2064"/>
                  <a:pt x="17446" y="1815"/>
                  <a:pt x="17692" y="1499"/>
                </a:cubicBezTo>
                <a:cubicBezTo>
                  <a:pt x="17839" y="1321"/>
                  <a:pt x="17984" y="1135"/>
                  <a:pt x="18125" y="948"/>
                </a:cubicBezTo>
                <a:cubicBezTo>
                  <a:pt x="18261" y="756"/>
                  <a:pt x="18403" y="595"/>
                  <a:pt x="18548" y="460"/>
                </a:cubicBezTo>
                <a:cubicBezTo>
                  <a:pt x="18696" y="324"/>
                  <a:pt x="18855" y="214"/>
                  <a:pt x="19028" y="129"/>
                </a:cubicBezTo>
                <a:cubicBezTo>
                  <a:pt x="19206" y="42"/>
                  <a:pt x="19423" y="0"/>
                  <a:pt x="19688" y="0"/>
                </a:cubicBezTo>
                <a:cubicBezTo>
                  <a:pt x="19856" y="0"/>
                  <a:pt x="20015" y="50"/>
                  <a:pt x="20163" y="155"/>
                </a:cubicBezTo>
                <a:cubicBezTo>
                  <a:pt x="20308" y="261"/>
                  <a:pt x="20418" y="400"/>
                  <a:pt x="20490" y="581"/>
                </a:cubicBezTo>
                <a:moveTo>
                  <a:pt x="15350" y="9977"/>
                </a:moveTo>
                <a:cubicBezTo>
                  <a:pt x="15596" y="10017"/>
                  <a:pt x="15811" y="9927"/>
                  <a:pt x="15993" y="9712"/>
                </a:cubicBezTo>
                <a:cubicBezTo>
                  <a:pt x="16178" y="9503"/>
                  <a:pt x="16276" y="9249"/>
                  <a:pt x="16291" y="8953"/>
                </a:cubicBezTo>
                <a:cubicBezTo>
                  <a:pt x="16305" y="8636"/>
                  <a:pt x="16230" y="8374"/>
                  <a:pt x="16064" y="8159"/>
                </a:cubicBezTo>
                <a:cubicBezTo>
                  <a:pt x="15893" y="7947"/>
                  <a:pt x="15680" y="7832"/>
                  <a:pt x="15418" y="7815"/>
                </a:cubicBezTo>
                <a:cubicBezTo>
                  <a:pt x="14321" y="7761"/>
                  <a:pt x="13284" y="7834"/>
                  <a:pt x="12315" y="8038"/>
                </a:cubicBezTo>
                <a:cubicBezTo>
                  <a:pt x="11344" y="8241"/>
                  <a:pt x="10425" y="8571"/>
                  <a:pt x="9550" y="9032"/>
                </a:cubicBezTo>
                <a:cubicBezTo>
                  <a:pt x="8673" y="9492"/>
                  <a:pt x="7842" y="10090"/>
                  <a:pt x="7046" y="10830"/>
                </a:cubicBezTo>
                <a:cubicBezTo>
                  <a:pt x="6249" y="11567"/>
                  <a:pt x="5479" y="12465"/>
                  <a:pt x="4732" y="13518"/>
                </a:cubicBezTo>
                <a:cubicBezTo>
                  <a:pt x="4562" y="13764"/>
                  <a:pt x="4482" y="14032"/>
                  <a:pt x="4496" y="14323"/>
                </a:cubicBezTo>
                <a:cubicBezTo>
                  <a:pt x="4510" y="14617"/>
                  <a:pt x="4620" y="14862"/>
                  <a:pt x="4821" y="15063"/>
                </a:cubicBezTo>
                <a:cubicBezTo>
                  <a:pt x="4971" y="15221"/>
                  <a:pt x="5163" y="15311"/>
                  <a:pt x="5392" y="15317"/>
                </a:cubicBezTo>
                <a:cubicBezTo>
                  <a:pt x="5668" y="15317"/>
                  <a:pt x="5900" y="15195"/>
                  <a:pt x="6087" y="14953"/>
                </a:cubicBezTo>
                <a:cubicBezTo>
                  <a:pt x="6759" y="14035"/>
                  <a:pt x="7435" y="13244"/>
                  <a:pt x="8116" y="12586"/>
                </a:cubicBezTo>
                <a:cubicBezTo>
                  <a:pt x="8794" y="11929"/>
                  <a:pt x="9510" y="11401"/>
                  <a:pt x="10259" y="11005"/>
                </a:cubicBezTo>
                <a:cubicBezTo>
                  <a:pt x="11010" y="10610"/>
                  <a:pt x="11801" y="10330"/>
                  <a:pt x="12636" y="10167"/>
                </a:cubicBezTo>
                <a:cubicBezTo>
                  <a:pt x="13467" y="10003"/>
                  <a:pt x="14372" y="9938"/>
                  <a:pt x="15350" y="9977"/>
                </a:cubicBezTo>
              </a:path>
            </a:pathLst>
          </a:custGeom>
          <a:solidFill>
            <a:srgbClr val="092F45"/>
          </a:solidFill>
          <a:ln>
            <a:noFill/>
          </a:ln>
          <a:effectLst/>
        </p:spPr>
        <p:txBody>
          <a:bodyPr lIns="50789" tIns="50789" rIns="50789" bIns="50789" anchor="ctr"/>
          <a:lstStyle/>
          <a:p>
            <a:pPr defTabSz="457200">
              <a:defRPr/>
            </a:pPr>
            <a:endParaRPr lang="es-ES" sz="2900">
              <a:solidFill>
                <a:srgbClr val="44CEB9"/>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Gill Sans" charset="0"/>
              <a:sym typeface="Gill Sans" charset="0"/>
            </a:endParaRPr>
          </a:p>
        </p:txBody>
      </p:sp>
      <p:sp>
        <p:nvSpPr>
          <p:cNvPr id="77" name="AutoShape 124"/>
          <p:cNvSpPr/>
          <p:nvPr/>
        </p:nvSpPr>
        <p:spPr bwMode="auto">
          <a:xfrm>
            <a:off x="5745223" y="896992"/>
            <a:ext cx="662341" cy="5951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84" y="0"/>
                </a:moveTo>
                <a:cubicBezTo>
                  <a:pt x="20941" y="0"/>
                  <a:pt x="21159" y="103"/>
                  <a:pt x="21335" y="310"/>
                </a:cubicBezTo>
                <a:cubicBezTo>
                  <a:pt x="21511" y="518"/>
                  <a:pt x="21599" y="760"/>
                  <a:pt x="21599" y="1048"/>
                </a:cubicBezTo>
                <a:lnTo>
                  <a:pt x="21599" y="16238"/>
                </a:lnTo>
                <a:cubicBezTo>
                  <a:pt x="21599" y="16523"/>
                  <a:pt x="21511" y="16767"/>
                  <a:pt x="21335" y="16969"/>
                </a:cubicBezTo>
                <a:cubicBezTo>
                  <a:pt x="21161" y="17173"/>
                  <a:pt x="20943" y="17274"/>
                  <a:pt x="20684" y="17274"/>
                </a:cubicBezTo>
                <a:lnTo>
                  <a:pt x="19807" y="17274"/>
                </a:lnTo>
                <a:lnTo>
                  <a:pt x="19807" y="17369"/>
                </a:lnTo>
                <a:cubicBezTo>
                  <a:pt x="19807" y="17948"/>
                  <a:pt x="19709" y="18498"/>
                  <a:pt x="19513" y="19017"/>
                </a:cubicBezTo>
                <a:cubicBezTo>
                  <a:pt x="19317" y="19535"/>
                  <a:pt x="19060" y="19984"/>
                  <a:pt x="18746" y="20361"/>
                </a:cubicBezTo>
                <a:cubicBezTo>
                  <a:pt x="18433" y="20738"/>
                  <a:pt x="18051" y="21038"/>
                  <a:pt x="17608" y="21263"/>
                </a:cubicBezTo>
                <a:cubicBezTo>
                  <a:pt x="17167" y="21487"/>
                  <a:pt x="16697" y="21599"/>
                  <a:pt x="16197" y="21599"/>
                </a:cubicBezTo>
                <a:cubicBezTo>
                  <a:pt x="15705" y="21599"/>
                  <a:pt x="15237" y="21487"/>
                  <a:pt x="14796" y="21263"/>
                </a:cubicBezTo>
                <a:cubicBezTo>
                  <a:pt x="14353" y="21038"/>
                  <a:pt x="13973" y="20738"/>
                  <a:pt x="13653" y="20361"/>
                </a:cubicBezTo>
                <a:cubicBezTo>
                  <a:pt x="13332" y="19984"/>
                  <a:pt x="13077" y="19535"/>
                  <a:pt x="12886" y="19017"/>
                </a:cubicBezTo>
                <a:cubicBezTo>
                  <a:pt x="12695" y="18498"/>
                  <a:pt x="12600" y="17948"/>
                  <a:pt x="12600" y="17369"/>
                </a:cubicBezTo>
                <a:lnTo>
                  <a:pt x="12600" y="17274"/>
                </a:lnTo>
                <a:lnTo>
                  <a:pt x="9000" y="17274"/>
                </a:lnTo>
                <a:lnTo>
                  <a:pt x="9000" y="17369"/>
                </a:lnTo>
                <a:cubicBezTo>
                  <a:pt x="9000" y="17948"/>
                  <a:pt x="8904" y="18498"/>
                  <a:pt x="8713" y="19017"/>
                </a:cubicBezTo>
                <a:cubicBezTo>
                  <a:pt x="8522" y="19535"/>
                  <a:pt x="8265" y="19984"/>
                  <a:pt x="7946" y="20361"/>
                </a:cubicBezTo>
                <a:cubicBezTo>
                  <a:pt x="7628" y="20738"/>
                  <a:pt x="7244" y="21038"/>
                  <a:pt x="6803" y="21263"/>
                </a:cubicBezTo>
                <a:cubicBezTo>
                  <a:pt x="6360" y="21487"/>
                  <a:pt x="5894" y="21599"/>
                  <a:pt x="5402" y="21599"/>
                </a:cubicBezTo>
                <a:cubicBezTo>
                  <a:pt x="4910" y="21599"/>
                  <a:pt x="4442" y="21487"/>
                  <a:pt x="4004" y="21263"/>
                </a:cubicBezTo>
                <a:cubicBezTo>
                  <a:pt x="3558" y="21038"/>
                  <a:pt x="3178" y="20738"/>
                  <a:pt x="2857" y="20361"/>
                </a:cubicBezTo>
                <a:cubicBezTo>
                  <a:pt x="2537" y="19984"/>
                  <a:pt x="2282" y="19535"/>
                  <a:pt x="2091" y="19017"/>
                </a:cubicBezTo>
                <a:cubicBezTo>
                  <a:pt x="1900" y="18498"/>
                  <a:pt x="1804" y="17948"/>
                  <a:pt x="1804" y="17369"/>
                </a:cubicBezTo>
                <a:lnTo>
                  <a:pt x="1804" y="17274"/>
                </a:lnTo>
                <a:lnTo>
                  <a:pt x="891" y="17274"/>
                </a:lnTo>
                <a:cubicBezTo>
                  <a:pt x="646" y="17274"/>
                  <a:pt x="438" y="17168"/>
                  <a:pt x="262" y="16960"/>
                </a:cubicBezTo>
                <a:cubicBezTo>
                  <a:pt x="88" y="16756"/>
                  <a:pt x="0" y="16514"/>
                  <a:pt x="0" y="16238"/>
                </a:cubicBezTo>
                <a:lnTo>
                  <a:pt x="0" y="10668"/>
                </a:lnTo>
                <a:cubicBezTo>
                  <a:pt x="0" y="10441"/>
                  <a:pt x="26" y="10205"/>
                  <a:pt x="68" y="9960"/>
                </a:cubicBezTo>
                <a:cubicBezTo>
                  <a:pt x="117" y="9715"/>
                  <a:pt x="186" y="9474"/>
                  <a:pt x="274" y="9229"/>
                </a:cubicBezTo>
                <a:cubicBezTo>
                  <a:pt x="364" y="8984"/>
                  <a:pt x="470" y="8751"/>
                  <a:pt x="592" y="8526"/>
                </a:cubicBezTo>
                <a:cubicBezTo>
                  <a:pt x="712" y="8301"/>
                  <a:pt x="837" y="8114"/>
                  <a:pt x="959" y="7964"/>
                </a:cubicBezTo>
                <a:lnTo>
                  <a:pt x="3573" y="4906"/>
                </a:lnTo>
                <a:cubicBezTo>
                  <a:pt x="3697" y="4759"/>
                  <a:pt x="3857" y="4613"/>
                  <a:pt x="4053" y="4474"/>
                </a:cubicBezTo>
                <a:cubicBezTo>
                  <a:pt x="4248" y="4330"/>
                  <a:pt x="4449" y="4209"/>
                  <a:pt x="4657" y="4109"/>
                </a:cubicBezTo>
                <a:cubicBezTo>
                  <a:pt x="4863" y="4005"/>
                  <a:pt x="5071" y="3927"/>
                  <a:pt x="5277" y="3867"/>
                </a:cubicBezTo>
                <a:cubicBezTo>
                  <a:pt x="5485" y="3806"/>
                  <a:pt x="5686" y="3775"/>
                  <a:pt x="5882" y="3775"/>
                </a:cubicBezTo>
                <a:lnTo>
                  <a:pt x="6820" y="3775"/>
                </a:lnTo>
                <a:lnTo>
                  <a:pt x="6820" y="1048"/>
                </a:lnTo>
                <a:cubicBezTo>
                  <a:pt x="6820" y="760"/>
                  <a:pt x="6908" y="518"/>
                  <a:pt x="7082" y="310"/>
                </a:cubicBezTo>
                <a:cubicBezTo>
                  <a:pt x="7258" y="103"/>
                  <a:pt x="7464" y="0"/>
                  <a:pt x="7699" y="0"/>
                </a:cubicBezTo>
                <a:lnTo>
                  <a:pt x="20684" y="0"/>
                </a:lnTo>
                <a:close/>
                <a:moveTo>
                  <a:pt x="6791" y="6438"/>
                </a:moveTo>
                <a:lnTo>
                  <a:pt x="5877" y="6438"/>
                </a:lnTo>
                <a:cubicBezTo>
                  <a:pt x="5799" y="6438"/>
                  <a:pt x="5676" y="6478"/>
                  <a:pt x="5510" y="6550"/>
                </a:cubicBezTo>
                <a:cubicBezTo>
                  <a:pt x="5341" y="6625"/>
                  <a:pt x="5223" y="6703"/>
                  <a:pt x="5152" y="6784"/>
                </a:cubicBezTo>
                <a:lnTo>
                  <a:pt x="2539" y="9830"/>
                </a:lnTo>
                <a:cubicBezTo>
                  <a:pt x="2478" y="9902"/>
                  <a:pt x="2412" y="10040"/>
                  <a:pt x="2351" y="10239"/>
                </a:cubicBezTo>
                <a:cubicBezTo>
                  <a:pt x="2289" y="10435"/>
                  <a:pt x="2257" y="10579"/>
                  <a:pt x="2257" y="10671"/>
                </a:cubicBezTo>
                <a:lnTo>
                  <a:pt x="2257" y="11527"/>
                </a:lnTo>
                <a:lnTo>
                  <a:pt x="6795" y="11527"/>
                </a:lnTo>
                <a:lnTo>
                  <a:pt x="6795" y="6438"/>
                </a:lnTo>
                <a:close/>
                <a:moveTo>
                  <a:pt x="5395" y="18942"/>
                </a:moveTo>
                <a:cubicBezTo>
                  <a:pt x="5760" y="18942"/>
                  <a:pt x="6075" y="18789"/>
                  <a:pt x="6340" y="18481"/>
                </a:cubicBezTo>
                <a:cubicBezTo>
                  <a:pt x="6600" y="18173"/>
                  <a:pt x="6732" y="17804"/>
                  <a:pt x="6732" y="17372"/>
                </a:cubicBezTo>
                <a:cubicBezTo>
                  <a:pt x="6732" y="16940"/>
                  <a:pt x="6600" y="16569"/>
                  <a:pt x="6340" y="16252"/>
                </a:cubicBezTo>
                <a:cubicBezTo>
                  <a:pt x="6078" y="15944"/>
                  <a:pt x="5762" y="15786"/>
                  <a:pt x="5395" y="15786"/>
                </a:cubicBezTo>
                <a:cubicBezTo>
                  <a:pt x="5027" y="15786"/>
                  <a:pt x="4714" y="15941"/>
                  <a:pt x="4444" y="16246"/>
                </a:cubicBezTo>
                <a:cubicBezTo>
                  <a:pt x="4180" y="16557"/>
                  <a:pt x="4045" y="16932"/>
                  <a:pt x="4045" y="17372"/>
                </a:cubicBezTo>
                <a:cubicBezTo>
                  <a:pt x="4045" y="17804"/>
                  <a:pt x="4180" y="18173"/>
                  <a:pt x="4444" y="18481"/>
                </a:cubicBezTo>
                <a:cubicBezTo>
                  <a:pt x="4714" y="18789"/>
                  <a:pt x="5027" y="18942"/>
                  <a:pt x="5395" y="18942"/>
                </a:cubicBezTo>
                <a:moveTo>
                  <a:pt x="16195" y="18942"/>
                </a:moveTo>
                <a:cubicBezTo>
                  <a:pt x="16560" y="18942"/>
                  <a:pt x="16878" y="18789"/>
                  <a:pt x="17145" y="18481"/>
                </a:cubicBezTo>
                <a:cubicBezTo>
                  <a:pt x="17409" y="18173"/>
                  <a:pt x="17544" y="17804"/>
                  <a:pt x="17544" y="17372"/>
                </a:cubicBezTo>
                <a:cubicBezTo>
                  <a:pt x="17544" y="16940"/>
                  <a:pt x="17412" y="16569"/>
                  <a:pt x="17150" y="16252"/>
                </a:cubicBezTo>
                <a:cubicBezTo>
                  <a:pt x="16890" y="15944"/>
                  <a:pt x="16572" y="15786"/>
                  <a:pt x="16195" y="15786"/>
                </a:cubicBezTo>
                <a:cubicBezTo>
                  <a:pt x="15827" y="15786"/>
                  <a:pt x="15514" y="15941"/>
                  <a:pt x="15249" y="16246"/>
                </a:cubicBezTo>
                <a:cubicBezTo>
                  <a:pt x="14990" y="16557"/>
                  <a:pt x="14857" y="16932"/>
                  <a:pt x="14857" y="17372"/>
                </a:cubicBezTo>
                <a:cubicBezTo>
                  <a:pt x="14857" y="17804"/>
                  <a:pt x="14990" y="18173"/>
                  <a:pt x="15249" y="18481"/>
                </a:cubicBezTo>
                <a:cubicBezTo>
                  <a:pt x="15511" y="18789"/>
                  <a:pt x="15825" y="18942"/>
                  <a:pt x="16195" y="18942"/>
                </a:cubicBezTo>
              </a:path>
            </a:pathLst>
          </a:custGeom>
          <a:solidFill>
            <a:schemeClr val="accent1"/>
          </a:solidFill>
          <a:ln>
            <a:noFill/>
          </a:ln>
          <a:effectLst/>
        </p:spPr>
        <p:txBody>
          <a:bodyPr lIns="50789" tIns="50789" rIns="50789" bIns="50789" anchor="ctr"/>
          <a:lstStyle/>
          <a:p>
            <a:pPr defTabSz="457200">
              <a:defRPr/>
            </a:pPr>
            <a:endParaRPr lang="es-ES" sz="2900">
              <a:solidFill>
                <a:srgbClr val="44CEB9"/>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Gill Sans" charset="0"/>
              <a:sym typeface="Gill Sans" charset="0"/>
            </a:endParaRPr>
          </a:p>
        </p:txBody>
      </p:sp>
      <p:grpSp>
        <p:nvGrpSpPr>
          <p:cNvPr id="84" name="Group 83"/>
          <p:cNvGrpSpPr/>
          <p:nvPr/>
        </p:nvGrpSpPr>
        <p:grpSpPr>
          <a:xfrm>
            <a:off x="5514380" y="3347004"/>
            <a:ext cx="1164404" cy="4340559"/>
            <a:chOff x="5514228" y="3347003"/>
            <a:chExt cx="1164707" cy="4340559"/>
          </a:xfrm>
        </p:grpSpPr>
        <p:sp>
          <p:nvSpPr>
            <p:cNvPr id="48" name="Freeform 5"/>
            <p:cNvSpPr>
              <a:spLocks noEditPoints="1"/>
            </p:cNvSpPr>
            <p:nvPr/>
          </p:nvSpPr>
          <p:spPr bwMode="auto">
            <a:xfrm>
              <a:off x="5514228" y="3347003"/>
              <a:ext cx="1164707" cy="4340559"/>
            </a:xfrm>
            <a:custGeom>
              <a:avLst/>
              <a:gdLst>
                <a:gd name="T0" fmla="*/ 770 w 1514"/>
                <a:gd name="T1" fmla="*/ 0 h 5643"/>
                <a:gd name="T2" fmla="*/ 18 w 1514"/>
                <a:gd name="T3" fmla="*/ 745 h 5643"/>
                <a:gd name="T4" fmla="*/ 702 w 1514"/>
                <a:gd name="T5" fmla="*/ 2271 h 5643"/>
                <a:gd name="T6" fmla="*/ 723 w 1514"/>
                <a:gd name="T7" fmla="*/ 4798 h 5643"/>
                <a:gd name="T8" fmla="*/ 770 w 1514"/>
                <a:gd name="T9" fmla="*/ 5643 h 5643"/>
                <a:gd name="T10" fmla="*/ 816 w 1514"/>
                <a:gd name="T11" fmla="*/ 4803 h 5643"/>
                <a:gd name="T12" fmla="*/ 872 w 1514"/>
                <a:gd name="T13" fmla="*/ 2278 h 5643"/>
                <a:gd name="T14" fmla="*/ 1514 w 1514"/>
                <a:gd name="T15" fmla="*/ 745 h 5643"/>
                <a:gd name="T16" fmla="*/ 770 w 1514"/>
                <a:gd name="T17" fmla="*/ 0 h 5643"/>
                <a:gd name="T18" fmla="*/ 381 w 1514"/>
                <a:gd name="T19" fmla="*/ 1217 h 5643"/>
                <a:gd name="T20" fmla="*/ 159 w 1514"/>
                <a:gd name="T21" fmla="*/ 745 h 5643"/>
                <a:gd name="T22" fmla="*/ 770 w 1514"/>
                <a:gd name="T23" fmla="*/ 133 h 5643"/>
                <a:gd name="T24" fmla="*/ 1382 w 1514"/>
                <a:gd name="T25" fmla="*/ 745 h 5643"/>
                <a:gd name="T26" fmla="*/ 1048 w 1514"/>
                <a:gd name="T27" fmla="*/ 1311 h 5643"/>
                <a:gd name="T28" fmla="*/ 381 w 1514"/>
                <a:gd name="T29" fmla="*/ 1217 h 5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4" h="5643">
                  <a:moveTo>
                    <a:pt x="770" y="0"/>
                  </a:moveTo>
                  <a:cubicBezTo>
                    <a:pt x="359" y="0"/>
                    <a:pt x="0" y="334"/>
                    <a:pt x="18" y="745"/>
                  </a:cubicBezTo>
                  <a:cubicBezTo>
                    <a:pt x="47" y="1432"/>
                    <a:pt x="656" y="1558"/>
                    <a:pt x="702" y="2271"/>
                  </a:cubicBezTo>
                  <a:cubicBezTo>
                    <a:pt x="736" y="2806"/>
                    <a:pt x="723" y="3445"/>
                    <a:pt x="723" y="4798"/>
                  </a:cubicBezTo>
                  <a:cubicBezTo>
                    <a:pt x="723" y="4939"/>
                    <a:pt x="734" y="5643"/>
                    <a:pt x="770" y="5643"/>
                  </a:cubicBezTo>
                  <a:cubicBezTo>
                    <a:pt x="807" y="5643"/>
                    <a:pt x="816" y="4943"/>
                    <a:pt x="816" y="4803"/>
                  </a:cubicBezTo>
                  <a:cubicBezTo>
                    <a:pt x="816" y="3462"/>
                    <a:pt x="842" y="2810"/>
                    <a:pt x="872" y="2278"/>
                  </a:cubicBezTo>
                  <a:cubicBezTo>
                    <a:pt x="912" y="1563"/>
                    <a:pt x="1514" y="1312"/>
                    <a:pt x="1514" y="745"/>
                  </a:cubicBezTo>
                  <a:cubicBezTo>
                    <a:pt x="1514" y="334"/>
                    <a:pt x="1181" y="0"/>
                    <a:pt x="770" y="0"/>
                  </a:cubicBezTo>
                  <a:close/>
                  <a:moveTo>
                    <a:pt x="381" y="1217"/>
                  </a:moveTo>
                  <a:cubicBezTo>
                    <a:pt x="280" y="1111"/>
                    <a:pt x="159" y="935"/>
                    <a:pt x="159" y="745"/>
                  </a:cubicBezTo>
                  <a:cubicBezTo>
                    <a:pt x="159" y="407"/>
                    <a:pt x="432" y="133"/>
                    <a:pt x="770" y="133"/>
                  </a:cubicBezTo>
                  <a:cubicBezTo>
                    <a:pt x="1108" y="133"/>
                    <a:pt x="1382" y="407"/>
                    <a:pt x="1382" y="745"/>
                  </a:cubicBezTo>
                  <a:cubicBezTo>
                    <a:pt x="1382" y="829"/>
                    <a:pt x="1330" y="1116"/>
                    <a:pt x="1048" y="1311"/>
                  </a:cubicBezTo>
                  <a:cubicBezTo>
                    <a:pt x="822" y="1467"/>
                    <a:pt x="603" y="1448"/>
                    <a:pt x="381" y="1217"/>
                  </a:cubicBezTo>
                  <a:close/>
                </a:path>
              </a:pathLst>
            </a:custGeom>
            <a:solidFill>
              <a:schemeClr val="accent1"/>
            </a:solidFill>
            <a:ln>
              <a:noFill/>
            </a:ln>
          </p:spPr>
          <p:txBody>
            <a:bodyPr vert="horz" wrap="square" lIns="45720" tIns="22860" rIns="45720" bIns="22860" numCol="1" anchor="t" anchorCtr="0" compatLnSpc="1"/>
            <a:lstStyle/>
            <a:p>
              <a:endParaRPr lang="id-ID" sz="900">
                <a:latin typeface="微软雅黑" panose="020B0503020204020204" pitchFamily="34" charset="-122"/>
                <a:ea typeface="微软雅黑" panose="020B0503020204020204" pitchFamily="34" charset="-122"/>
              </a:endParaRPr>
            </a:p>
          </p:txBody>
        </p:sp>
        <p:sp>
          <p:nvSpPr>
            <p:cNvPr id="79" name="AutoShape 24"/>
            <p:cNvSpPr/>
            <p:nvPr/>
          </p:nvSpPr>
          <p:spPr bwMode="auto">
            <a:xfrm>
              <a:off x="5892330" y="3749059"/>
              <a:ext cx="407339" cy="324950"/>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21333" y="9359"/>
                  </a:moveTo>
                  <a:cubicBezTo>
                    <a:pt x="21511" y="9815"/>
                    <a:pt x="21599" y="10303"/>
                    <a:pt x="21597" y="10814"/>
                  </a:cubicBezTo>
                  <a:cubicBezTo>
                    <a:pt x="21592" y="11336"/>
                    <a:pt x="21504" y="11810"/>
                    <a:pt x="21333" y="12240"/>
                  </a:cubicBezTo>
                  <a:cubicBezTo>
                    <a:pt x="20706" y="13728"/>
                    <a:pt x="20002" y="15055"/>
                    <a:pt x="19216" y="16223"/>
                  </a:cubicBezTo>
                  <a:cubicBezTo>
                    <a:pt x="18433" y="17388"/>
                    <a:pt x="17594" y="18369"/>
                    <a:pt x="16701" y="19163"/>
                  </a:cubicBezTo>
                  <a:cubicBezTo>
                    <a:pt x="15805" y="19953"/>
                    <a:pt x="14863" y="20560"/>
                    <a:pt x="13869" y="20975"/>
                  </a:cubicBezTo>
                  <a:cubicBezTo>
                    <a:pt x="12878" y="21390"/>
                    <a:pt x="11855" y="21599"/>
                    <a:pt x="10801" y="21599"/>
                  </a:cubicBezTo>
                  <a:cubicBezTo>
                    <a:pt x="9763" y="21599"/>
                    <a:pt x="8748" y="21390"/>
                    <a:pt x="7754" y="20975"/>
                  </a:cubicBezTo>
                  <a:cubicBezTo>
                    <a:pt x="6763" y="20560"/>
                    <a:pt x="5814" y="19950"/>
                    <a:pt x="4908" y="19145"/>
                  </a:cubicBezTo>
                  <a:cubicBezTo>
                    <a:pt x="4003" y="18340"/>
                    <a:pt x="3156" y="17355"/>
                    <a:pt x="2373" y="16190"/>
                  </a:cubicBezTo>
                  <a:cubicBezTo>
                    <a:pt x="1588" y="15022"/>
                    <a:pt x="895" y="13706"/>
                    <a:pt x="293" y="12240"/>
                  </a:cubicBezTo>
                  <a:cubicBezTo>
                    <a:pt x="97" y="11806"/>
                    <a:pt x="0" y="11332"/>
                    <a:pt x="0" y="10814"/>
                  </a:cubicBezTo>
                  <a:cubicBezTo>
                    <a:pt x="0" y="10300"/>
                    <a:pt x="97" y="9815"/>
                    <a:pt x="293" y="9359"/>
                  </a:cubicBezTo>
                  <a:cubicBezTo>
                    <a:pt x="902" y="7889"/>
                    <a:pt x="1597" y="6577"/>
                    <a:pt x="2378" y="5416"/>
                  </a:cubicBezTo>
                  <a:cubicBezTo>
                    <a:pt x="3159" y="4255"/>
                    <a:pt x="4003" y="3270"/>
                    <a:pt x="4908" y="2462"/>
                  </a:cubicBezTo>
                  <a:cubicBezTo>
                    <a:pt x="5814" y="1653"/>
                    <a:pt x="6761" y="1039"/>
                    <a:pt x="7749" y="624"/>
                  </a:cubicBezTo>
                  <a:cubicBezTo>
                    <a:pt x="8738" y="205"/>
                    <a:pt x="9753" y="0"/>
                    <a:pt x="10801" y="0"/>
                  </a:cubicBezTo>
                  <a:cubicBezTo>
                    <a:pt x="11855" y="0"/>
                    <a:pt x="12878" y="205"/>
                    <a:pt x="13869" y="624"/>
                  </a:cubicBezTo>
                  <a:cubicBezTo>
                    <a:pt x="14863" y="1039"/>
                    <a:pt x="15805" y="1646"/>
                    <a:pt x="16701" y="2443"/>
                  </a:cubicBezTo>
                  <a:cubicBezTo>
                    <a:pt x="17594" y="3244"/>
                    <a:pt x="18433" y="4222"/>
                    <a:pt x="19216" y="5383"/>
                  </a:cubicBezTo>
                  <a:cubicBezTo>
                    <a:pt x="20002" y="6544"/>
                    <a:pt x="20706" y="7863"/>
                    <a:pt x="21333" y="9359"/>
                  </a:cubicBezTo>
                  <a:moveTo>
                    <a:pt x="10801" y="18906"/>
                  </a:moveTo>
                  <a:cubicBezTo>
                    <a:pt x="11731" y="18906"/>
                    <a:pt x="12624" y="18715"/>
                    <a:pt x="13478" y="18325"/>
                  </a:cubicBezTo>
                  <a:cubicBezTo>
                    <a:pt x="14332" y="17939"/>
                    <a:pt x="15142" y="17399"/>
                    <a:pt x="15908" y="16708"/>
                  </a:cubicBezTo>
                  <a:cubicBezTo>
                    <a:pt x="16674" y="16014"/>
                    <a:pt x="17383" y="15165"/>
                    <a:pt x="18039" y="14155"/>
                  </a:cubicBezTo>
                  <a:cubicBezTo>
                    <a:pt x="18697" y="13148"/>
                    <a:pt x="19282" y="12027"/>
                    <a:pt x="19798" y="10796"/>
                  </a:cubicBezTo>
                  <a:cubicBezTo>
                    <a:pt x="19172" y="9282"/>
                    <a:pt x="18440" y="7955"/>
                    <a:pt x="17601" y="6812"/>
                  </a:cubicBezTo>
                  <a:cubicBezTo>
                    <a:pt x="16762" y="5670"/>
                    <a:pt x="15839" y="4751"/>
                    <a:pt x="14831" y="4060"/>
                  </a:cubicBezTo>
                  <a:cubicBezTo>
                    <a:pt x="15230" y="4751"/>
                    <a:pt x="15538" y="5534"/>
                    <a:pt x="15761" y="6401"/>
                  </a:cubicBezTo>
                  <a:cubicBezTo>
                    <a:pt x="15984" y="7264"/>
                    <a:pt x="16096" y="8205"/>
                    <a:pt x="16096" y="9216"/>
                  </a:cubicBezTo>
                  <a:cubicBezTo>
                    <a:pt x="16096" y="10340"/>
                    <a:pt x="15957" y="11387"/>
                    <a:pt x="15680" y="12361"/>
                  </a:cubicBezTo>
                  <a:cubicBezTo>
                    <a:pt x="15404" y="13339"/>
                    <a:pt x="15017" y="14195"/>
                    <a:pt x="14520" y="14941"/>
                  </a:cubicBezTo>
                  <a:cubicBezTo>
                    <a:pt x="14023" y="15683"/>
                    <a:pt x="13448" y="16271"/>
                    <a:pt x="12793" y="16690"/>
                  </a:cubicBezTo>
                  <a:cubicBezTo>
                    <a:pt x="12137" y="17113"/>
                    <a:pt x="11437" y="17326"/>
                    <a:pt x="10696" y="17326"/>
                  </a:cubicBezTo>
                  <a:cubicBezTo>
                    <a:pt x="9944" y="17326"/>
                    <a:pt x="9247" y="17113"/>
                    <a:pt x="8598" y="16690"/>
                  </a:cubicBezTo>
                  <a:cubicBezTo>
                    <a:pt x="7950" y="16271"/>
                    <a:pt x="7380" y="15683"/>
                    <a:pt x="6883" y="14941"/>
                  </a:cubicBezTo>
                  <a:cubicBezTo>
                    <a:pt x="6386" y="14195"/>
                    <a:pt x="6000" y="13339"/>
                    <a:pt x="5723" y="12361"/>
                  </a:cubicBezTo>
                  <a:cubicBezTo>
                    <a:pt x="5444" y="11387"/>
                    <a:pt x="5307" y="10340"/>
                    <a:pt x="5307" y="9216"/>
                  </a:cubicBezTo>
                  <a:cubicBezTo>
                    <a:pt x="5307" y="8301"/>
                    <a:pt x="5405" y="7426"/>
                    <a:pt x="5606" y="6603"/>
                  </a:cubicBezTo>
                  <a:cubicBezTo>
                    <a:pt x="5804" y="5776"/>
                    <a:pt x="6071" y="5023"/>
                    <a:pt x="6408" y="4339"/>
                  </a:cubicBezTo>
                  <a:cubicBezTo>
                    <a:pt x="5496" y="5034"/>
                    <a:pt x="4644" y="5927"/>
                    <a:pt x="3861" y="7026"/>
                  </a:cubicBezTo>
                  <a:cubicBezTo>
                    <a:pt x="3075" y="8121"/>
                    <a:pt x="2390" y="9381"/>
                    <a:pt x="1803" y="10796"/>
                  </a:cubicBezTo>
                  <a:cubicBezTo>
                    <a:pt x="2319" y="12016"/>
                    <a:pt x="2902" y="13133"/>
                    <a:pt x="3555" y="14147"/>
                  </a:cubicBezTo>
                  <a:cubicBezTo>
                    <a:pt x="4208" y="15165"/>
                    <a:pt x="4918" y="16014"/>
                    <a:pt x="5689" y="16708"/>
                  </a:cubicBezTo>
                  <a:cubicBezTo>
                    <a:pt x="6457" y="17399"/>
                    <a:pt x="7270" y="17940"/>
                    <a:pt x="8124" y="18325"/>
                  </a:cubicBezTo>
                  <a:cubicBezTo>
                    <a:pt x="8980" y="18719"/>
                    <a:pt x="9871" y="18906"/>
                    <a:pt x="10801" y="18906"/>
                  </a:cubicBezTo>
                  <a:moveTo>
                    <a:pt x="10695" y="3953"/>
                  </a:moveTo>
                  <a:cubicBezTo>
                    <a:pt x="10218" y="3953"/>
                    <a:pt x="9763" y="4089"/>
                    <a:pt x="9330" y="4365"/>
                  </a:cubicBezTo>
                  <a:cubicBezTo>
                    <a:pt x="8897" y="4644"/>
                    <a:pt x="8525" y="5015"/>
                    <a:pt x="8217" y="5486"/>
                  </a:cubicBezTo>
                  <a:cubicBezTo>
                    <a:pt x="7908" y="5953"/>
                    <a:pt x="7661" y="6511"/>
                    <a:pt x="7475" y="7165"/>
                  </a:cubicBezTo>
                  <a:cubicBezTo>
                    <a:pt x="7287" y="7816"/>
                    <a:pt x="7191" y="8495"/>
                    <a:pt x="7191" y="9216"/>
                  </a:cubicBezTo>
                  <a:cubicBezTo>
                    <a:pt x="7191" y="9484"/>
                    <a:pt x="7257" y="9715"/>
                    <a:pt x="7385" y="9918"/>
                  </a:cubicBezTo>
                  <a:cubicBezTo>
                    <a:pt x="7514" y="10120"/>
                    <a:pt x="7678" y="10215"/>
                    <a:pt x="7872" y="10215"/>
                  </a:cubicBezTo>
                  <a:cubicBezTo>
                    <a:pt x="8067" y="10215"/>
                    <a:pt x="8226" y="10116"/>
                    <a:pt x="8351" y="9910"/>
                  </a:cubicBezTo>
                  <a:cubicBezTo>
                    <a:pt x="8478" y="9701"/>
                    <a:pt x="8540" y="9473"/>
                    <a:pt x="8540" y="9216"/>
                  </a:cubicBezTo>
                  <a:cubicBezTo>
                    <a:pt x="8540" y="8301"/>
                    <a:pt x="8750" y="7533"/>
                    <a:pt x="9166" y="6912"/>
                  </a:cubicBezTo>
                  <a:cubicBezTo>
                    <a:pt x="9585" y="6287"/>
                    <a:pt x="10094" y="5978"/>
                    <a:pt x="10695" y="5978"/>
                  </a:cubicBezTo>
                  <a:cubicBezTo>
                    <a:pt x="10891" y="5978"/>
                    <a:pt x="11053" y="5872"/>
                    <a:pt x="11182" y="5670"/>
                  </a:cubicBezTo>
                  <a:cubicBezTo>
                    <a:pt x="11310" y="5464"/>
                    <a:pt x="11376" y="5229"/>
                    <a:pt x="11376" y="4957"/>
                  </a:cubicBezTo>
                  <a:cubicBezTo>
                    <a:pt x="11376" y="4663"/>
                    <a:pt x="11310" y="4424"/>
                    <a:pt x="11182" y="4233"/>
                  </a:cubicBezTo>
                  <a:cubicBezTo>
                    <a:pt x="11053" y="4045"/>
                    <a:pt x="10891" y="3953"/>
                    <a:pt x="10695" y="3953"/>
                  </a:cubicBezTo>
                </a:path>
              </a:pathLst>
            </a:custGeom>
            <a:solidFill>
              <a:schemeClr val="accent1"/>
            </a:solidFill>
            <a:ln>
              <a:noFill/>
            </a:ln>
            <a:effectLst/>
          </p:spPr>
          <p:txBody>
            <a:bodyPr lIns="25400" tIns="25400" rIns="25400" bIns="25400" anchor="ctr"/>
            <a:lstStyle/>
            <a:p>
              <a:pPr defTabSz="457200">
                <a:defRPr/>
              </a:pPr>
              <a:endParaRPr lang="es-ES" sz="2900">
                <a:solidFill>
                  <a:srgbClr val="44CEB9"/>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Gill Sans" charset="0"/>
                <a:sym typeface="Gill Sans" charset="0"/>
              </a:endParaRPr>
            </a:p>
          </p:txBody>
        </p:sp>
      </p:grpSp>
      <p:grpSp>
        <p:nvGrpSpPr>
          <p:cNvPr id="85" name="Group 84"/>
          <p:cNvGrpSpPr/>
          <p:nvPr/>
        </p:nvGrpSpPr>
        <p:grpSpPr>
          <a:xfrm>
            <a:off x="4685080" y="4402042"/>
            <a:ext cx="1326750" cy="2412072"/>
            <a:chOff x="4684712" y="4402042"/>
            <a:chExt cx="1327095" cy="2412072"/>
          </a:xfrm>
        </p:grpSpPr>
        <p:sp>
          <p:nvSpPr>
            <p:cNvPr id="51" name="Freeform 10"/>
            <p:cNvSpPr>
              <a:spLocks noEditPoints="1"/>
            </p:cNvSpPr>
            <p:nvPr/>
          </p:nvSpPr>
          <p:spPr bwMode="auto">
            <a:xfrm>
              <a:off x="4684712" y="4402042"/>
              <a:ext cx="1327095" cy="2412072"/>
            </a:xfrm>
            <a:custGeom>
              <a:avLst/>
              <a:gdLst>
                <a:gd name="T0" fmla="*/ 0 w 1725"/>
                <a:gd name="T1" fmla="*/ 728 h 3136"/>
                <a:gd name="T2" fmla="*/ 654 w 1725"/>
                <a:gd name="T3" fmla="*/ 1382 h 3136"/>
                <a:gd name="T4" fmla="*/ 1577 w 1725"/>
                <a:gd name="T5" fmla="*/ 1789 h 3136"/>
                <a:gd name="T6" fmla="*/ 1669 w 1725"/>
                <a:gd name="T7" fmla="*/ 3119 h 3136"/>
                <a:gd name="T8" fmla="*/ 1666 w 1725"/>
                <a:gd name="T9" fmla="*/ 1513 h 3136"/>
                <a:gd name="T10" fmla="*/ 654 w 1725"/>
                <a:gd name="T11" fmla="*/ 73 h 3136"/>
                <a:gd name="T12" fmla="*/ 0 w 1725"/>
                <a:gd name="T13" fmla="*/ 728 h 3136"/>
                <a:gd name="T14" fmla="*/ 119 w 1725"/>
                <a:gd name="T15" fmla="*/ 727 h 3136"/>
                <a:gd name="T16" fmla="*/ 858 w 1725"/>
                <a:gd name="T17" fmla="*/ 232 h 3136"/>
                <a:gd name="T18" fmla="*/ 858 w 1725"/>
                <a:gd name="T19" fmla="*/ 232 h 3136"/>
                <a:gd name="T20" fmla="*/ 1517 w 1725"/>
                <a:gd name="T21" fmla="*/ 1260 h 3136"/>
                <a:gd name="T22" fmla="*/ 1327 w 1725"/>
                <a:gd name="T23" fmla="*/ 1365 h 3136"/>
                <a:gd name="T24" fmla="*/ 654 w 1725"/>
                <a:gd name="T25" fmla="*/ 1263 h 3136"/>
                <a:gd name="T26" fmla="*/ 119 w 1725"/>
                <a:gd name="T27" fmla="*/ 727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5" h="3136">
                  <a:moveTo>
                    <a:pt x="0" y="728"/>
                  </a:moveTo>
                  <a:cubicBezTo>
                    <a:pt x="0" y="1089"/>
                    <a:pt x="293" y="1382"/>
                    <a:pt x="654" y="1382"/>
                  </a:cubicBezTo>
                  <a:cubicBezTo>
                    <a:pt x="654" y="1382"/>
                    <a:pt x="1471" y="1368"/>
                    <a:pt x="1577" y="1789"/>
                  </a:cubicBezTo>
                  <a:cubicBezTo>
                    <a:pt x="1650" y="2081"/>
                    <a:pt x="1614" y="3136"/>
                    <a:pt x="1669" y="3119"/>
                  </a:cubicBezTo>
                  <a:cubicBezTo>
                    <a:pt x="1725" y="3102"/>
                    <a:pt x="1666" y="1513"/>
                    <a:pt x="1666" y="1513"/>
                  </a:cubicBezTo>
                  <a:cubicBezTo>
                    <a:pt x="1666" y="0"/>
                    <a:pt x="654" y="73"/>
                    <a:pt x="654" y="73"/>
                  </a:cubicBezTo>
                  <a:cubicBezTo>
                    <a:pt x="293" y="73"/>
                    <a:pt x="0" y="366"/>
                    <a:pt x="0" y="728"/>
                  </a:cubicBezTo>
                  <a:close/>
                  <a:moveTo>
                    <a:pt x="119" y="727"/>
                  </a:moveTo>
                  <a:cubicBezTo>
                    <a:pt x="119" y="431"/>
                    <a:pt x="464" y="101"/>
                    <a:pt x="858" y="232"/>
                  </a:cubicBezTo>
                  <a:cubicBezTo>
                    <a:pt x="858" y="232"/>
                    <a:pt x="858" y="232"/>
                    <a:pt x="858" y="232"/>
                  </a:cubicBezTo>
                  <a:cubicBezTo>
                    <a:pt x="1302" y="379"/>
                    <a:pt x="1461" y="872"/>
                    <a:pt x="1517" y="1260"/>
                  </a:cubicBezTo>
                  <a:cubicBezTo>
                    <a:pt x="1530" y="1352"/>
                    <a:pt x="1487" y="1434"/>
                    <a:pt x="1327" y="1365"/>
                  </a:cubicBezTo>
                  <a:cubicBezTo>
                    <a:pt x="1190" y="1306"/>
                    <a:pt x="976" y="1254"/>
                    <a:pt x="654" y="1263"/>
                  </a:cubicBezTo>
                  <a:cubicBezTo>
                    <a:pt x="358" y="1263"/>
                    <a:pt x="119" y="1023"/>
                    <a:pt x="119" y="727"/>
                  </a:cubicBezTo>
                  <a:close/>
                </a:path>
              </a:pathLst>
            </a:custGeom>
            <a:solidFill>
              <a:schemeClr val="accent2"/>
            </a:solidFill>
            <a:ln>
              <a:noFill/>
            </a:ln>
          </p:spPr>
          <p:txBody>
            <a:bodyPr vert="horz" wrap="square" lIns="45720" tIns="22860" rIns="45720" bIns="22860" numCol="1" anchor="t" anchorCtr="0" compatLnSpc="1"/>
            <a:lstStyle/>
            <a:p>
              <a:endParaRPr lang="id-ID" sz="900">
                <a:latin typeface="微软雅黑" panose="020B0503020204020204" pitchFamily="34" charset="-122"/>
                <a:ea typeface="微软雅黑" panose="020B0503020204020204" pitchFamily="34" charset="-122"/>
              </a:endParaRPr>
            </a:p>
          </p:txBody>
        </p:sp>
        <p:sp>
          <p:nvSpPr>
            <p:cNvPr id="80" name="AutoShape 38"/>
            <p:cNvSpPr/>
            <p:nvPr/>
          </p:nvSpPr>
          <p:spPr bwMode="auto">
            <a:xfrm>
              <a:off x="5076199" y="4805525"/>
              <a:ext cx="345669"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solidFill>
              <a:schemeClr val="accent2"/>
            </a:solidFill>
            <a:ln>
              <a:noFill/>
            </a:ln>
            <a:effectLst/>
          </p:spPr>
          <p:txBody>
            <a:bodyPr lIns="25400" tIns="25400" rIns="25400" bIns="25400" anchor="ctr"/>
            <a:lstStyle/>
            <a:p>
              <a:pPr defTabSz="457200">
                <a:defRPr/>
              </a:pPr>
              <a:endParaRPr lang="es-ES" sz="2900">
                <a:solidFill>
                  <a:srgbClr val="44CEB9"/>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Gill Sans" charset="0"/>
                <a:sym typeface="Gill Sans" charset="0"/>
              </a:endParaRPr>
            </a:p>
          </p:txBody>
        </p:sp>
      </p:grpSp>
      <p:grpSp>
        <p:nvGrpSpPr>
          <p:cNvPr id="88" name="Group 87"/>
          <p:cNvGrpSpPr/>
          <p:nvPr/>
        </p:nvGrpSpPr>
        <p:grpSpPr>
          <a:xfrm>
            <a:off x="6213719" y="4397485"/>
            <a:ext cx="1327400" cy="2412072"/>
            <a:chOff x="6213749" y="4397485"/>
            <a:chExt cx="1327746" cy="2412072"/>
          </a:xfrm>
          <a:solidFill>
            <a:srgbClr val="092F45"/>
          </a:solidFill>
        </p:grpSpPr>
        <p:sp>
          <p:nvSpPr>
            <p:cNvPr id="49" name="Freeform 7"/>
            <p:cNvSpPr>
              <a:spLocks noEditPoints="1"/>
            </p:cNvSpPr>
            <p:nvPr/>
          </p:nvSpPr>
          <p:spPr bwMode="auto">
            <a:xfrm>
              <a:off x="6213749" y="4397485"/>
              <a:ext cx="1327746" cy="2412072"/>
            </a:xfrm>
            <a:custGeom>
              <a:avLst/>
              <a:gdLst>
                <a:gd name="T0" fmla="*/ 1072 w 1726"/>
                <a:gd name="T1" fmla="*/ 73 h 3136"/>
                <a:gd name="T2" fmla="*/ 60 w 1726"/>
                <a:gd name="T3" fmla="*/ 1513 h 3136"/>
                <a:gd name="T4" fmla="*/ 57 w 1726"/>
                <a:gd name="T5" fmla="*/ 3119 h 3136"/>
                <a:gd name="T6" fmla="*/ 149 w 1726"/>
                <a:gd name="T7" fmla="*/ 1789 h 3136"/>
                <a:gd name="T8" fmla="*/ 1072 w 1726"/>
                <a:gd name="T9" fmla="*/ 1382 h 3136"/>
                <a:gd name="T10" fmla="*/ 1726 w 1726"/>
                <a:gd name="T11" fmla="*/ 728 h 3136"/>
                <a:gd name="T12" fmla="*/ 1072 w 1726"/>
                <a:gd name="T13" fmla="*/ 73 h 3136"/>
                <a:gd name="T14" fmla="*/ 1072 w 1726"/>
                <a:gd name="T15" fmla="*/ 1263 h 3136"/>
                <a:gd name="T16" fmla="*/ 399 w 1726"/>
                <a:gd name="T17" fmla="*/ 1365 h 3136"/>
                <a:gd name="T18" fmla="*/ 209 w 1726"/>
                <a:gd name="T19" fmla="*/ 1260 h 3136"/>
                <a:gd name="T20" fmla="*/ 867 w 1726"/>
                <a:gd name="T21" fmla="*/ 232 h 3136"/>
                <a:gd name="T22" fmla="*/ 867 w 1726"/>
                <a:gd name="T23" fmla="*/ 232 h 3136"/>
                <a:gd name="T24" fmla="*/ 1607 w 1726"/>
                <a:gd name="T25" fmla="*/ 727 h 3136"/>
                <a:gd name="T26" fmla="*/ 1072 w 1726"/>
                <a:gd name="T27" fmla="*/ 1263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6" h="3136">
                  <a:moveTo>
                    <a:pt x="1072" y="73"/>
                  </a:moveTo>
                  <a:cubicBezTo>
                    <a:pt x="1072" y="73"/>
                    <a:pt x="60" y="0"/>
                    <a:pt x="60" y="1513"/>
                  </a:cubicBezTo>
                  <a:cubicBezTo>
                    <a:pt x="60" y="1513"/>
                    <a:pt x="0" y="3102"/>
                    <a:pt x="57" y="3119"/>
                  </a:cubicBezTo>
                  <a:cubicBezTo>
                    <a:pt x="111" y="3136"/>
                    <a:pt x="75" y="2081"/>
                    <a:pt x="149" y="1789"/>
                  </a:cubicBezTo>
                  <a:cubicBezTo>
                    <a:pt x="255" y="1368"/>
                    <a:pt x="1072" y="1382"/>
                    <a:pt x="1072" y="1382"/>
                  </a:cubicBezTo>
                  <a:cubicBezTo>
                    <a:pt x="1433" y="1382"/>
                    <a:pt x="1726" y="1089"/>
                    <a:pt x="1726" y="728"/>
                  </a:cubicBezTo>
                  <a:cubicBezTo>
                    <a:pt x="1726" y="366"/>
                    <a:pt x="1433" y="73"/>
                    <a:pt x="1072" y="73"/>
                  </a:cubicBezTo>
                  <a:close/>
                  <a:moveTo>
                    <a:pt x="1072" y="1263"/>
                  </a:moveTo>
                  <a:cubicBezTo>
                    <a:pt x="750" y="1254"/>
                    <a:pt x="536" y="1306"/>
                    <a:pt x="399" y="1365"/>
                  </a:cubicBezTo>
                  <a:cubicBezTo>
                    <a:pt x="239" y="1434"/>
                    <a:pt x="196" y="1352"/>
                    <a:pt x="209" y="1260"/>
                  </a:cubicBezTo>
                  <a:cubicBezTo>
                    <a:pt x="265" y="872"/>
                    <a:pt x="424" y="379"/>
                    <a:pt x="867" y="232"/>
                  </a:cubicBezTo>
                  <a:cubicBezTo>
                    <a:pt x="867" y="232"/>
                    <a:pt x="867" y="232"/>
                    <a:pt x="867" y="232"/>
                  </a:cubicBezTo>
                  <a:cubicBezTo>
                    <a:pt x="1262" y="101"/>
                    <a:pt x="1607" y="431"/>
                    <a:pt x="1607" y="727"/>
                  </a:cubicBezTo>
                  <a:cubicBezTo>
                    <a:pt x="1607" y="1023"/>
                    <a:pt x="1367" y="1263"/>
                    <a:pt x="1072" y="1263"/>
                  </a:cubicBezTo>
                  <a:close/>
                </a:path>
              </a:pathLst>
            </a:custGeom>
            <a:grpFill/>
            <a:ln>
              <a:noFill/>
            </a:ln>
          </p:spPr>
          <p:txBody>
            <a:bodyPr vert="horz" wrap="square" lIns="45720" tIns="22860" rIns="45720" bIns="22860" numCol="1" anchor="t" anchorCtr="0" compatLnSpc="1"/>
            <a:lstStyle/>
            <a:p>
              <a:endParaRPr lang="id-ID" sz="900">
                <a:latin typeface="微软雅黑" panose="020B0503020204020204" pitchFamily="34" charset="-122"/>
                <a:ea typeface="微软雅黑" panose="020B0503020204020204" pitchFamily="34" charset="-122"/>
              </a:endParaRPr>
            </a:p>
          </p:txBody>
        </p:sp>
        <p:sp>
          <p:nvSpPr>
            <p:cNvPr id="82" name="AutoShape 122"/>
            <p:cNvSpPr/>
            <p:nvPr/>
          </p:nvSpPr>
          <p:spPr bwMode="auto">
            <a:xfrm>
              <a:off x="6799530" y="4793980"/>
              <a:ext cx="315505"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4921"/>
                  </a:moveTo>
                  <a:lnTo>
                    <a:pt x="21599" y="5871"/>
                  </a:lnTo>
                  <a:cubicBezTo>
                    <a:pt x="21192" y="6052"/>
                    <a:pt x="20518" y="6202"/>
                    <a:pt x="19564" y="6320"/>
                  </a:cubicBezTo>
                  <a:cubicBezTo>
                    <a:pt x="18617" y="6436"/>
                    <a:pt x="17593" y="6522"/>
                    <a:pt x="16494" y="6579"/>
                  </a:cubicBezTo>
                  <a:cubicBezTo>
                    <a:pt x="15398" y="6643"/>
                    <a:pt x="14330" y="6677"/>
                    <a:pt x="13290" y="6683"/>
                  </a:cubicBezTo>
                  <a:cubicBezTo>
                    <a:pt x="12253" y="6692"/>
                    <a:pt x="11427" y="6698"/>
                    <a:pt x="10808" y="6698"/>
                  </a:cubicBezTo>
                  <a:cubicBezTo>
                    <a:pt x="10200" y="6698"/>
                    <a:pt x="9374" y="6692"/>
                    <a:pt x="8326" y="6683"/>
                  </a:cubicBezTo>
                  <a:cubicBezTo>
                    <a:pt x="7276" y="6677"/>
                    <a:pt x="6204" y="6643"/>
                    <a:pt x="5105" y="6579"/>
                  </a:cubicBezTo>
                  <a:cubicBezTo>
                    <a:pt x="4009" y="6522"/>
                    <a:pt x="2993" y="6436"/>
                    <a:pt x="2053" y="6326"/>
                  </a:cubicBezTo>
                  <a:cubicBezTo>
                    <a:pt x="1116" y="6214"/>
                    <a:pt x="442" y="6064"/>
                    <a:pt x="34" y="5871"/>
                  </a:cubicBezTo>
                  <a:cubicBezTo>
                    <a:pt x="10" y="5724"/>
                    <a:pt x="0" y="5566"/>
                    <a:pt x="0" y="5393"/>
                  </a:cubicBezTo>
                  <a:lnTo>
                    <a:pt x="0" y="4921"/>
                  </a:lnTo>
                  <a:lnTo>
                    <a:pt x="0" y="4423"/>
                  </a:lnTo>
                  <a:cubicBezTo>
                    <a:pt x="0" y="4258"/>
                    <a:pt x="10" y="4092"/>
                    <a:pt x="34" y="3924"/>
                  </a:cubicBezTo>
                  <a:cubicBezTo>
                    <a:pt x="307" y="3801"/>
                    <a:pt x="701" y="3688"/>
                    <a:pt x="1213" y="3602"/>
                  </a:cubicBezTo>
                  <a:cubicBezTo>
                    <a:pt x="1717" y="3516"/>
                    <a:pt x="2257" y="3444"/>
                    <a:pt x="2830" y="3389"/>
                  </a:cubicBezTo>
                  <a:cubicBezTo>
                    <a:pt x="3404" y="3334"/>
                    <a:pt x="3971" y="3294"/>
                    <a:pt x="4528" y="3265"/>
                  </a:cubicBezTo>
                  <a:cubicBezTo>
                    <a:pt x="5084" y="3239"/>
                    <a:pt x="5516" y="3213"/>
                    <a:pt x="5827" y="3196"/>
                  </a:cubicBezTo>
                  <a:cubicBezTo>
                    <a:pt x="5737" y="2444"/>
                    <a:pt x="5800" y="1857"/>
                    <a:pt x="6017" y="1431"/>
                  </a:cubicBezTo>
                  <a:cubicBezTo>
                    <a:pt x="6232" y="1010"/>
                    <a:pt x="6560" y="693"/>
                    <a:pt x="7003" y="489"/>
                  </a:cubicBezTo>
                  <a:cubicBezTo>
                    <a:pt x="7441" y="282"/>
                    <a:pt x="7984" y="146"/>
                    <a:pt x="8631" y="86"/>
                  </a:cubicBezTo>
                  <a:cubicBezTo>
                    <a:pt x="9280" y="28"/>
                    <a:pt x="9999" y="0"/>
                    <a:pt x="10808" y="0"/>
                  </a:cubicBezTo>
                  <a:cubicBezTo>
                    <a:pt x="11417" y="0"/>
                    <a:pt x="12021" y="11"/>
                    <a:pt x="12619" y="40"/>
                  </a:cubicBezTo>
                  <a:cubicBezTo>
                    <a:pt x="13221" y="69"/>
                    <a:pt x="13757" y="164"/>
                    <a:pt x="14234" y="319"/>
                  </a:cubicBezTo>
                  <a:cubicBezTo>
                    <a:pt x="14707" y="483"/>
                    <a:pt x="15084" y="734"/>
                    <a:pt x="15367" y="1074"/>
                  </a:cubicBezTo>
                  <a:cubicBezTo>
                    <a:pt x="15647" y="1413"/>
                    <a:pt x="15789" y="1894"/>
                    <a:pt x="15789" y="2519"/>
                  </a:cubicBezTo>
                  <a:lnTo>
                    <a:pt x="15789" y="2850"/>
                  </a:lnTo>
                  <a:cubicBezTo>
                    <a:pt x="15789" y="2963"/>
                    <a:pt x="15775" y="3078"/>
                    <a:pt x="15758" y="3196"/>
                  </a:cubicBezTo>
                  <a:cubicBezTo>
                    <a:pt x="16076" y="3213"/>
                    <a:pt x="16511" y="3239"/>
                    <a:pt x="17061" y="3265"/>
                  </a:cubicBezTo>
                  <a:cubicBezTo>
                    <a:pt x="17611" y="3294"/>
                    <a:pt x="18178" y="3334"/>
                    <a:pt x="18758" y="3389"/>
                  </a:cubicBezTo>
                  <a:cubicBezTo>
                    <a:pt x="19335" y="3443"/>
                    <a:pt x="19885" y="3515"/>
                    <a:pt x="20404" y="3602"/>
                  </a:cubicBezTo>
                  <a:cubicBezTo>
                    <a:pt x="20922" y="3688"/>
                    <a:pt x="21323" y="3801"/>
                    <a:pt x="21596" y="3924"/>
                  </a:cubicBezTo>
                  <a:lnTo>
                    <a:pt x="21596" y="4921"/>
                  </a:lnTo>
                  <a:close/>
                  <a:moveTo>
                    <a:pt x="10812" y="8296"/>
                  </a:moveTo>
                  <a:cubicBezTo>
                    <a:pt x="12236" y="8278"/>
                    <a:pt x="13656" y="8250"/>
                    <a:pt x="15080" y="8215"/>
                  </a:cubicBezTo>
                  <a:cubicBezTo>
                    <a:pt x="16501" y="8178"/>
                    <a:pt x="17925" y="8088"/>
                    <a:pt x="19353" y="7939"/>
                  </a:cubicBezTo>
                  <a:lnTo>
                    <a:pt x="19353" y="19477"/>
                  </a:lnTo>
                  <a:cubicBezTo>
                    <a:pt x="19353" y="20056"/>
                    <a:pt x="19107" y="20557"/>
                    <a:pt x="18620" y="20972"/>
                  </a:cubicBezTo>
                  <a:cubicBezTo>
                    <a:pt x="18133" y="21392"/>
                    <a:pt x="17542" y="21599"/>
                    <a:pt x="16847" y="21599"/>
                  </a:cubicBezTo>
                  <a:lnTo>
                    <a:pt x="4752" y="21599"/>
                  </a:lnTo>
                  <a:cubicBezTo>
                    <a:pt x="4058" y="21599"/>
                    <a:pt x="3460" y="21395"/>
                    <a:pt x="2955" y="20977"/>
                  </a:cubicBezTo>
                  <a:cubicBezTo>
                    <a:pt x="2450" y="20569"/>
                    <a:pt x="2201" y="20068"/>
                    <a:pt x="2201" y="19477"/>
                  </a:cubicBezTo>
                  <a:lnTo>
                    <a:pt x="2201" y="7939"/>
                  </a:lnTo>
                  <a:cubicBezTo>
                    <a:pt x="3560" y="8088"/>
                    <a:pt x="4904" y="8183"/>
                    <a:pt x="6239" y="8229"/>
                  </a:cubicBezTo>
                  <a:cubicBezTo>
                    <a:pt x="7576" y="8273"/>
                    <a:pt x="8917" y="8296"/>
                    <a:pt x="10276" y="8296"/>
                  </a:cubicBezTo>
                  <a:lnTo>
                    <a:pt x="10812" y="8296"/>
                  </a:lnTo>
                  <a:close/>
                  <a:moveTo>
                    <a:pt x="6923" y="10395"/>
                  </a:moveTo>
                  <a:cubicBezTo>
                    <a:pt x="6923" y="10248"/>
                    <a:pt x="6857" y="10119"/>
                    <a:pt x="6733" y="10015"/>
                  </a:cubicBezTo>
                  <a:cubicBezTo>
                    <a:pt x="6605" y="9908"/>
                    <a:pt x="6453" y="9854"/>
                    <a:pt x="6277" y="9854"/>
                  </a:cubicBezTo>
                  <a:lnTo>
                    <a:pt x="5630" y="9854"/>
                  </a:lnTo>
                  <a:cubicBezTo>
                    <a:pt x="5450" y="9854"/>
                    <a:pt x="5305" y="9908"/>
                    <a:pt x="5191" y="10015"/>
                  </a:cubicBezTo>
                  <a:cubicBezTo>
                    <a:pt x="5074" y="10119"/>
                    <a:pt x="5015" y="10248"/>
                    <a:pt x="5015" y="10395"/>
                  </a:cubicBezTo>
                  <a:lnTo>
                    <a:pt x="5015" y="18858"/>
                  </a:lnTo>
                  <a:cubicBezTo>
                    <a:pt x="5015" y="19005"/>
                    <a:pt x="5074" y="19126"/>
                    <a:pt x="5191" y="19224"/>
                  </a:cubicBezTo>
                  <a:cubicBezTo>
                    <a:pt x="5305" y="19319"/>
                    <a:pt x="5450" y="19368"/>
                    <a:pt x="5630" y="19368"/>
                  </a:cubicBezTo>
                  <a:lnTo>
                    <a:pt x="6277" y="19368"/>
                  </a:lnTo>
                  <a:cubicBezTo>
                    <a:pt x="6453" y="19368"/>
                    <a:pt x="6605" y="19319"/>
                    <a:pt x="6733" y="19230"/>
                  </a:cubicBezTo>
                  <a:cubicBezTo>
                    <a:pt x="6857" y="19137"/>
                    <a:pt x="6923" y="19014"/>
                    <a:pt x="6923" y="18858"/>
                  </a:cubicBezTo>
                  <a:lnTo>
                    <a:pt x="6923" y="10395"/>
                  </a:lnTo>
                  <a:close/>
                  <a:moveTo>
                    <a:pt x="8416" y="3141"/>
                  </a:moveTo>
                  <a:cubicBezTo>
                    <a:pt x="10006" y="3121"/>
                    <a:pt x="11607" y="3121"/>
                    <a:pt x="13231" y="3141"/>
                  </a:cubicBezTo>
                  <a:cubicBezTo>
                    <a:pt x="13231" y="3032"/>
                    <a:pt x="13242" y="2925"/>
                    <a:pt x="13266" y="2819"/>
                  </a:cubicBezTo>
                  <a:cubicBezTo>
                    <a:pt x="13286" y="2712"/>
                    <a:pt x="13286" y="2611"/>
                    <a:pt x="13266" y="2519"/>
                  </a:cubicBezTo>
                  <a:lnTo>
                    <a:pt x="13266" y="2315"/>
                  </a:lnTo>
                  <a:cubicBezTo>
                    <a:pt x="12879" y="2222"/>
                    <a:pt x="12471" y="2171"/>
                    <a:pt x="12042" y="2162"/>
                  </a:cubicBezTo>
                  <a:cubicBezTo>
                    <a:pt x="11610" y="2153"/>
                    <a:pt x="11202" y="2148"/>
                    <a:pt x="10819" y="2148"/>
                  </a:cubicBezTo>
                  <a:cubicBezTo>
                    <a:pt x="10411" y="2148"/>
                    <a:pt x="9996" y="2153"/>
                    <a:pt x="9574" y="2162"/>
                  </a:cubicBezTo>
                  <a:cubicBezTo>
                    <a:pt x="9149" y="2171"/>
                    <a:pt x="8741" y="2222"/>
                    <a:pt x="8354" y="2315"/>
                  </a:cubicBezTo>
                  <a:lnTo>
                    <a:pt x="8354" y="2519"/>
                  </a:lnTo>
                  <a:cubicBezTo>
                    <a:pt x="8354" y="2611"/>
                    <a:pt x="8357" y="2715"/>
                    <a:pt x="8371" y="2824"/>
                  </a:cubicBezTo>
                  <a:cubicBezTo>
                    <a:pt x="8375" y="2937"/>
                    <a:pt x="8392" y="3040"/>
                    <a:pt x="8416" y="3141"/>
                  </a:cubicBezTo>
                  <a:moveTo>
                    <a:pt x="11769" y="10395"/>
                  </a:moveTo>
                  <a:cubicBezTo>
                    <a:pt x="11769" y="10248"/>
                    <a:pt x="11707" y="10119"/>
                    <a:pt x="11582" y="10015"/>
                  </a:cubicBezTo>
                  <a:cubicBezTo>
                    <a:pt x="11451" y="9908"/>
                    <a:pt x="11299" y="9854"/>
                    <a:pt x="11123" y="9854"/>
                  </a:cubicBezTo>
                  <a:lnTo>
                    <a:pt x="10476" y="9854"/>
                  </a:lnTo>
                  <a:cubicBezTo>
                    <a:pt x="10300" y="9854"/>
                    <a:pt x="10151" y="9908"/>
                    <a:pt x="10037" y="10015"/>
                  </a:cubicBezTo>
                  <a:cubicBezTo>
                    <a:pt x="9923" y="10119"/>
                    <a:pt x="9865" y="10248"/>
                    <a:pt x="9865" y="10395"/>
                  </a:cubicBezTo>
                  <a:lnTo>
                    <a:pt x="9865" y="18858"/>
                  </a:lnTo>
                  <a:cubicBezTo>
                    <a:pt x="9865" y="19005"/>
                    <a:pt x="9920" y="19126"/>
                    <a:pt x="10030" y="19224"/>
                  </a:cubicBezTo>
                  <a:cubicBezTo>
                    <a:pt x="10141" y="19319"/>
                    <a:pt x="10286" y="19368"/>
                    <a:pt x="10476" y="19368"/>
                  </a:cubicBezTo>
                  <a:lnTo>
                    <a:pt x="11123" y="19368"/>
                  </a:lnTo>
                  <a:cubicBezTo>
                    <a:pt x="11299" y="19368"/>
                    <a:pt x="11451" y="19319"/>
                    <a:pt x="11582" y="19230"/>
                  </a:cubicBezTo>
                  <a:cubicBezTo>
                    <a:pt x="11707" y="19137"/>
                    <a:pt x="11769" y="19014"/>
                    <a:pt x="11769" y="18858"/>
                  </a:cubicBezTo>
                  <a:lnTo>
                    <a:pt x="11769" y="10395"/>
                  </a:lnTo>
                  <a:close/>
                  <a:moveTo>
                    <a:pt x="14683" y="18858"/>
                  </a:moveTo>
                  <a:cubicBezTo>
                    <a:pt x="14683" y="19005"/>
                    <a:pt x="14745" y="19126"/>
                    <a:pt x="14866" y="19224"/>
                  </a:cubicBezTo>
                  <a:cubicBezTo>
                    <a:pt x="14987" y="19319"/>
                    <a:pt x="15143" y="19368"/>
                    <a:pt x="15333" y="19368"/>
                  </a:cubicBezTo>
                  <a:lnTo>
                    <a:pt x="15979" y="19368"/>
                  </a:lnTo>
                  <a:cubicBezTo>
                    <a:pt x="16155" y="19368"/>
                    <a:pt x="16308" y="19319"/>
                    <a:pt x="16432" y="19230"/>
                  </a:cubicBezTo>
                  <a:cubicBezTo>
                    <a:pt x="16560" y="19137"/>
                    <a:pt x="16629" y="19014"/>
                    <a:pt x="16629" y="18858"/>
                  </a:cubicBezTo>
                  <a:lnTo>
                    <a:pt x="16629" y="10395"/>
                  </a:lnTo>
                  <a:cubicBezTo>
                    <a:pt x="16629" y="10248"/>
                    <a:pt x="16560" y="10119"/>
                    <a:pt x="16432" y="10015"/>
                  </a:cubicBezTo>
                  <a:cubicBezTo>
                    <a:pt x="16308" y="9908"/>
                    <a:pt x="16155" y="9854"/>
                    <a:pt x="15979" y="9854"/>
                  </a:cubicBezTo>
                  <a:lnTo>
                    <a:pt x="15333" y="9854"/>
                  </a:lnTo>
                  <a:cubicBezTo>
                    <a:pt x="15153" y="9854"/>
                    <a:pt x="15001" y="9908"/>
                    <a:pt x="14877" y="10015"/>
                  </a:cubicBezTo>
                  <a:cubicBezTo>
                    <a:pt x="14752" y="10119"/>
                    <a:pt x="14683" y="10248"/>
                    <a:pt x="14683" y="10395"/>
                  </a:cubicBezTo>
                  <a:lnTo>
                    <a:pt x="14683" y="18858"/>
                  </a:lnTo>
                  <a:close/>
                </a:path>
              </a:pathLst>
            </a:custGeom>
            <a:grpFill/>
            <a:ln>
              <a:noFill/>
            </a:ln>
            <a:effectLst/>
          </p:spPr>
          <p:txBody>
            <a:bodyPr lIns="25400" tIns="25400" rIns="25400" bIns="25400" anchor="ctr"/>
            <a:lstStyle/>
            <a:p>
              <a:pPr defTabSz="457200">
                <a:defRPr/>
              </a:pPr>
              <a:endParaRPr lang="es-ES" sz="2900">
                <a:solidFill>
                  <a:srgbClr val="44CEB9"/>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Gill Sans" charset="0"/>
                <a:sym typeface="Gill Sans" charset="0"/>
              </a:endParaRPr>
            </a:p>
          </p:txBody>
        </p:sp>
      </p:grpSp>
      <p:pic>
        <p:nvPicPr>
          <p:cNvPr id="2" name="Picture 2" descr="C:\Users\Administrator\Desktop\11111.tif">
            <a:extLst>
              <a:ext uri="{FF2B5EF4-FFF2-40B4-BE49-F238E27FC236}">
                <a16:creationId xmlns:a16="http://schemas.microsoft.com/office/drawing/2014/main" id="{9E890F4D-5680-18DE-6A6E-D3F1EC1DADD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占位符 1">
            <a:extLst>
              <a:ext uri="{FF2B5EF4-FFF2-40B4-BE49-F238E27FC236}">
                <a16:creationId xmlns:a16="http://schemas.microsoft.com/office/drawing/2014/main" id="{ADAE9177-D357-070A-75F9-A5F4526D2E70}"/>
              </a:ext>
            </a:extLst>
          </p:cNvPr>
          <p:cNvSpPr txBox="1">
            <a:spLocks/>
          </p:cNvSpPr>
          <p:nvPr/>
        </p:nvSpPr>
        <p:spPr>
          <a:xfrm>
            <a:off x="4950381" y="150602"/>
            <a:ext cx="2698471" cy="5295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kumimoji="1" lang="zh-CN" altLang="en-US" dirty="0">
                <a:solidFill>
                  <a:srgbClr val="FFFFFF"/>
                </a:solidFill>
                <a:latin typeface="微软雅黑" panose="020B0503020204020204" charset="-122"/>
                <a:ea typeface="微软雅黑" panose="020B0503020204020204" charset="-122"/>
                <a:cs typeface="微软雅黑" panose="020B0503020204020204" charset="-122"/>
              </a:rPr>
              <a:t>后端数据库设计</a:t>
            </a:r>
          </a:p>
        </p:txBody>
      </p:sp>
      <p:cxnSp>
        <p:nvCxnSpPr>
          <p:cNvPr id="4" name="Straight Connector 8">
            <a:extLst>
              <a:ext uri="{FF2B5EF4-FFF2-40B4-BE49-F238E27FC236}">
                <a16:creationId xmlns:a16="http://schemas.microsoft.com/office/drawing/2014/main" id="{26154916-D550-BBD0-2A61-873261D7E521}"/>
              </a:ext>
            </a:extLst>
          </p:cNvPr>
          <p:cNvCxnSpPr/>
          <p:nvPr/>
        </p:nvCxnSpPr>
        <p:spPr>
          <a:xfrm flipH="1" flipV="1">
            <a:off x="6076394" y="2637068"/>
            <a:ext cx="8975" cy="612001"/>
          </a:xfrm>
          <a:prstGeom prst="line">
            <a:avLst/>
          </a:prstGeom>
          <a:ln>
            <a:headEnd type="oval" w="sm" len="sm"/>
            <a:tailEnd type="oval" w="sm" len="sm"/>
          </a:ln>
        </p:spPr>
        <p:style>
          <a:lnRef idx="3">
            <a:schemeClr val="dk1"/>
          </a:lnRef>
          <a:fillRef idx="0">
            <a:schemeClr val="dk1"/>
          </a:fillRef>
          <a:effectRef idx="2">
            <a:schemeClr val="dk1"/>
          </a:effectRef>
          <a:fontRef idx="minor">
            <a:schemeClr val="tx1"/>
          </a:fontRef>
        </p:style>
      </p:cxnSp>
    </p:spTree>
  </p:cSld>
  <p:clrMapOvr>
    <a:masterClrMapping/>
  </p:clrMapOvr>
  <p:transition spd="slow" advClick="0"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3" name="矩形 2"/>
          <p:cNvSpPr/>
          <p:nvPr/>
        </p:nvSpPr>
        <p:spPr>
          <a:xfrm>
            <a:off x="0" y="0"/>
            <a:ext cx="12192000" cy="6858000"/>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Arial"/>
            </a:endParaRPr>
          </a:p>
        </p:txBody>
      </p:sp>
      <p:sp>
        <p:nvSpPr>
          <p:cNvPr id="5" name="椭圆 4"/>
          <p:cNvSpPr/>
          <p:nvPr/>
        </p:nvSpPr>
        <p:spPr bwMode="auto">
          <a:xfrm>
            <a:off x="5018468" y="1365770"/>
            <a:ext cx="2155062" cy="2190390"/>
          </a:xfrm>
          <a:prstGeom prst="ellipse">
            <a:avLst/>
          </a:prstGeom>
          <a:solidFill>
            <a:srgbClr val="FCFCFC"/>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Arial"/>
            </a:endParaRPr>
          </a:p>
        </p:txBody>
      </p:sp>
      <p:sp>
        <p:nvSpPr>
          <p:cNvPr id="6" name="椭圆 5"/>
          <p:cNvSpPr/>
          <p:nvPr/>
        </p:nvSpPr>
        <p:spPr bwMode="auto">
          <a:xfrm>
            <a:off x="4925101" y="1269879"/>
            <a:ext cx="2341798" cy="2382174"/>
          </a:xfrm>
          <a:prstGeom prst="ellipse">
            <a:avLst/>
          </a:prstGeom>
          <a:noFill/>
          <a:ln w="12700"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Arial"/>
            </a:endParaRPr>
          </a:p>
        </p:txBody>
      </p:sp>
      <p:sp>
        <p:nvSpPr>
          <p:cNvPr id="8" name="文本框 15"/>
          <p:cNvSpPr txBox="1">
            <a:spLocks noChangeArrowheads="1"/>
          </p:cNvSpPr>
          <p:nvPr/>
        </p:nvSpPr>
        <p:spPr bwMode="auto">
          <a:xfrm>
            <a:off x="4623323" y="3849464"/>
            <a:ext cx="29453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lang="zh-CN" altLang="en-US" sz="4000" b="1" kern="0" dirty="0">
                <a:solidFill>
                  <a:srgbClr val="FAFAFA"/>
                </a:solidFill>
                <a:latin typeface="造字工房悦黑体验版常规体" pitchFamily="50" charset="-122"/>
                <a:ea typeface="造字工房悦黑体验版常规体" pitchFamily="50" charset="-122"/>
                <a:cs typeface="Arial"/>
              </a:rPr>
              <a:t>算法</a:t>
            </a:r>
            <a:endParaRPr kumimoji="0" lang="zh-CN" altLang="en-US" sz="4000" b="1" i="0" u="none" strike="noStrike" kern="0" cap="none" spc="0" normalizeH="0" baseline="0" noProof="0" dirty="0">
              <a:ln>
                <a:noFill/>
              </a:ln>
              <a:solidFill>
                <a:srgbClr val="FAFAFA"/>
              </a:solidFill>
              <a:effectLst/>
              <a:uLnTx/>
              <a:uFillTx/>
              <a:latin typeface="造字工房悦黑体验版常规体" pitchFamily="50" charset="-122"/>
              <a:ea typeface="造字工房悦黑体验版常规体" pitchFamily="50" charset="-122"/>
              <a:cs typeface="Arial"/>
            </a:endParaRPr>
          </a:p>
        </p:txBody>
      </p:sp>
      <p:sp>
        <p:nvSpPr>
          <p:cNvPr id="10" name="Freeform 27"/>
          <p:cNvSpPr>
            <a:spLocks noEditPoints="1"/>
          </p:cNvSpPr>
          <p:nvPr/>
        </p:nvSpPr>
        <p:spPr bwMode="auto">
          <a:xfrm>
            <a:off x="5513377" y="2025689"/>
            <a:ext cx="1165246" cy="870552"/>
          </a:xfrm>
          <a:custGeom>
            <a:avLst/>
            <a:gdLst>
              <a:gd name="T0" fmla="*/ 167281227 w 1408"/>
              <a:gd name="T1" fmla="*/ 421148632 h 1053"/>
              <a:gd name="T2" fmla="*/ 105857658 w 1408"/>
              <a:gd name="T3" fmla="*/ 363600156 h 1053"/>
              <a:gd name="T4" fmla="*/ 0 w 1408"/>
              <a:gd name="T5" fmla="*/ 496353485 h 1053"/>
              <a:gd name="T6" fmla="*/ 152252133 w 1408"/>
              <a:gd name="T7" fmla="*/ 530359586 h 1053"/>
              <a:gd name="T8" fmla="*/ 192765448 w 1408"/>
              <a:gd name="T9" fmla="*/ 421148632 h 1053"/>
              <a:gd name="T10" fmla="*/ 300583493 w 1408"/>
              <a:gd name="T11" fmla="*/ 389104530 h 1053"/>
              <a:gd name="T12" fmla="*/ 233279571 w 1408"/>
              <a:gd name="T13" fmla="*/ 430957820 h 1053"/>
              <a:gd name="T14" fmla="*/ 170548808 w 1408"/>
              <a:gd name="T15" fmla="*/ 375371343 h 1053"/>
              <a:gd name="T16" fmla="*/ 158133294 w 1408"/>
              <a:gd name="T17" fmla="*/ 385181339 h 1053"/>
              <a:gd name="T18" fmla="*/ 166628034 w 1408"/>
              <a:gd name="T19" fmla="*/ 408723714 h 1053"/>
              <a:gd name="T20" fmla="*/ 187538289 w 1408"/>
              <a:gd name="T21" fmla="*/ 411993174 h 1053"/>
              <a:gd name="T22" fmla="*/ 203220575 w 1408"/>
              <a:gd name="T23" fmla="*/ 393682259 h 1053"/>
              <a:gd name="T24" fmla="*/ 194725835 w 1408"/>
              <a:gd name="T25" fmla="*/ 377333342 h 1053"/>
              <a:gd name="T26" fmla="*/ 920047961 w 1408"/>
              <a:gd name="T27" fmla="*/ 494392294 h 1053"/>
              <a:gd name="T28" fmla="*/ 767142635 w 1408"/>
              <a:gd name="T29" fmla="*/ 512048671 h 1053"/>
              <a:gd name="T30" fmla="*/ 727282513 w 1408"/>
              <a:gd name="T31" fmla="*/ 421148632 h 1053"/>
              <a:gd name="T32" fmla="*/ 767142635 w 1408"/>
              <a:gd name="T33" fmla="*/ 530359586 h 1053"/>
              <a:gd name="T34" fmla="*/ 919394769 w 1408"/>
              <a:gd name="T35" fmla="*/ 496353485 h 1053"/>
              <a:gd name="T36" fmla="*/ 582217926 w 1408"/>
              <a:gd name="T37" fmla="*/ 408069176 h 1053"/>
              <a:gd name="T38" fmla="*/ 480934235 w 1408"/>
              <a:gd name="T39" fmla="*/ 502239483 h 1053"/>
              <a:gd name="T40" fmla="*/ 414936699 w 1408"/>
              <a:gd name="T41" fmla="*/ 653303727 h 1053"/>
              <a:gd name="T42" fmla="*/ 162054068 w 1408"/>
              <a:gd name="T43" fmla="*/ 623875355 h 1053"/>
              <a:gd name="T44" fmla="*/ 162054068 w 1408"/>
              <a:gd name="T45" fmla="*/ 628453084 h 1053"/>
              <a:gd name="T46" fmla="*/ 757993894 w 1408"/>
              <a:gd name="T47" fmla="*/ 628453084 h 1053"/>
              <a:gd name="T48" fmla="*/ 757993894 w 1408"/>
              <a:gd name="T49" fmla="*/ 623875355 h 1053"/>
              <a:gd name="T50" fmla="*/ 475706267 w 1408"/>
              <a:gd name="T51" fmla="*/ 427034630 h 1053"/>
              <a:gd name="T52" fmla="*/ 435846954 w 1408"/>
              <a:gd name="T53" fmla="*/ 430304090 h 1053"/>
              <a:gd name="T54" fmla="*/ 422124246 w 1408"/>
              <a:gd name="T55" fmla="*/ 457115924 h 1053"/>
              <a:gd name="T56" fmla="*/ 446955274 w 1408"/>
              <a:gd name="T57" fmla="*/ 487852566 h 1053"/>
              <a:gd name="T58" fmla="*/ 482894622 w 1408"/>
              <a:gd name="T59" fmla="*/ 481966568 h 1053"/>
              <a:gd name="T60" fmla="*/ 495963329 w 1408"/>
              <a:gd name="T61" fmla="*/ 442729007 h 1053"/>
              <a:gd name="T62" fmla="*/ 475706267 w 1408"/>
              <a:gd name="T63" fmla="*/ 427034630 h 1053"/>
              <a:gd name="T64" fmla="*/ 820071464 w 1408"/>
              <a:gd name="T65" fmla="*/ 221037638 h 1053"/>
              <a:gd name="T66" fmla="*/ 659323782 w 1408"/>
              <a:gd name="T67" fmla="*/ 221037638 h 1053"/>
              <a:gd name="T68" fmla="*/ 748845961 w 1408"/>
              <a:gd name="T69" fmla="*/ 375371343 h 1053"/>
              <a:gd name="T70" fmla="*/ 725322126 w 1408"/>
              <a:gd name="T71" fmla="*/ 377333342 h 1053"/>
              <a:gd name="T72" fmla="*/ 716827386 w 1408"/>
              <a:gd name="T73" fmla="*/ 393682259 h 1053"/>
              <a:gd name="T74" fmla="*/ 731856480 w 1408"/>
              <a:gd name="T75" fmla="*/ 411993174 h 1053"/>
              <a:gd name="T76" fmla="*/ 753419927 w 1408"/>
              <a:gd name="T77" fmla="*/ 408723714 h 1053"/>
              <a:gd name="T78" fmla="*/ 761261475 w 1408"/>
              <a:gd name="T79" fmla="*/ 385181339 h 1053"/>
              <a:gd name="T80" fmla="*/ 748845961 w 1408"/>
              <a:gd name="T81" fmla="*/ 375371343 h 1053"/>
              <a:gd name="T82" fmla="*/ 260070178 w 1408"/>
              <a:gd name="T83" fmla="*/ 221037638 h 1053"/>
              <a:gd name="T84" fmla="*/ 99976497 w 1408"/>
              <a:gd name="T85" fmla="*/ 221037638 h 1053"/>
              <a:gd name="T86" fmla="*/ 460023981 w 1408"/>
              <a:gd name="T87" fmla="*/ 366870424 h 1053"/>
              <a:gd name="T88" fmla="*/ 460023981 w 1408"/>
              <a:gd name="T89" fmla="*/ 0 h 1053"/>
              <a:gd name="T90" fmla="*/ 460023981 w 1408"/>
              <a:gd name="T91" fmla="*/ 366870424 h 1053"/>
              <a:gd name="T92" fmla="*/ 619464469 w 1408"/>
              <a:gd name="T93" fmla="*/ 389104530 h 1053"/>
              <a:gd name="T94" fmla="*/ 665858944 w 1408"/>
              <a:gd name="T95" fmla="*/ 363600156 h 105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408" h="1053">
                <a:moveTo>
                  <a:pt x="295" y="644"/>
                </a:moveTo>
                <a:lnTo>
                  <a:pt x="256" y="644"/>
                </a:lnTo>
                <a:lnTo>
                  <a:pt x="234" y="783"/>
                </a:lnTo>
                <a:lnTo>
                  <a:pt x="162" y="556"/>
                </a:lnTo>
                <a:cubicBezTo>
                  <a:pt x="67" y="593"/>
                  <a:pt x="0" y="673"/>
                  <a:pt x="0" y="756"/>
                </a:cubicBezTo>
                <a:cubicBezTo>
                  <a:pt x="0" y="757"/>
                  <a:pt x="0" y="758"/>
                  <a:pt x="0" y="759"/>
                </a:cubicBezTo>
                <a:cubicBezTo>
                  <a:pt x="0" y="759"/>
                  <a:pt x="0" y="760"/>
                  <a:pt x="0" y="760"/>
                </a:cubicBezTo>
                <a:cubicBezTo>
                  <a:pt x="0" y="812"/>
                  <a:pt x="50" y="811"/>
                  <a:pt x="233" y="811"/>
                </a:cubicBezTo>
                <a:cubicBezTo>
                  <a:pt x="251" y="774"/>
                  <a:pt x="275" y="739"/>
                  <a:pt x="305" y="707"/>
                </a:cubicBezTo>
                <a:lnTo>
                  <a:pt x="295" y="644"/>
                </a:lnTo>
                <a:close/>
                <a:moveTo>
                  <a:pt x="357" y="659"/>
                </a:moveTo>
                <a:cubicBezTo>
                  <a:pt x="388" y="635"/>
                  <a:pt x="422" y="613"/>
                  <a:pt x="460" y="595"/>
                </a:cubicBezTo>
                <a:cubicBezTo>
                  <a:pt x="439" y="580"/>
                  <a:pt x="415" y="566"/>
                  <a:pt x="389" y="556"/>
                </a:cubicBezTo>
                <a:lnTo>
                  <a:pt x="357" y="659"/>
                </a:lnTo>
                <a:close/>
                <a:moveTo>
                  <a:pt x="290" y="574"/>
                </a:moveTo>
                <a:lnTo>
                  <a:pt x="261" y="574"/>
                </a:lnTo>
                <a:cubicBezTo>
                  <a:pt x="258" y="574"/>
                  <a:pt x="255" y="575"/>
                  <a:pt x="253" y="577"/>
                </a:cubicBezTo>
                <a:lnTo>
                  <a:pt x="242" y="589"/>
                </a:lnTo>
                <a:cubicBezTo>
                  <a:pt x="239" y="592"/>
                  <a:pt x="238" y="597"/>
                  <a:pt x="241" y="602"/>
                </a:cubicBezTo>
                <a:lnTo>
                  <a:pt x="255" y="625"/>
                </a:lnTo>
                <a:cubicBezTo>
                  <a:pt x="256" y="628"/>
                  <a:pt x="260" y="630"/>
                  <a:pt x="264" y="630"/>
                </a:cubicBezTo>
                <a:lnTo>
                  <a:pt x="287" y="630"/>
                </a:lnTo>
                <a:cubicBezTo>
                  <a:pt x="291" y="630"/>
                  <a:pt x="295" y="628"/>
                  <a:pt x="297" y="625"/>
                </a:cubicBezTo>
                <a:lnTo>
                  <a:pt x="311" y="602"/>
                </a:lnTo>
                <a:cubicBezTo>
                  <a:pt x="313" y="597"/>
                  <a:pt x="312" y="592"/>
                  <a:pt x="309" y="589"/>
                </a:cubicBezTo>
                <a:lnTo>
                  <a:pt x="298" y="577"/>
                </a:lnTo>
                <a:cubicBezTo>
                  <a:pt x="296" y="575"/>
                  <a:pt x="293" y="574"/>
                  <a:pt x="290" y="574"/>
                </a:cubicBezTo>
                <a:close/>
                <a:moveTo>
                  <a:pt x="1408" y="756"/>
                </a:moveTo>
                <a:cubicBezTo>
                  <a:pt x="1408" y="673"/>
                  <a:pt x="1341" y="593"/>
                  <a:pt x="1245" y="556"/>
                </a:cubicBezTo>
                <a:lnTo>
                  <a:pt x="1174" y="783"/>
                </a:lnTo>
                <a:lnTo>
                  <a:pt x="1151" y="644"/>
                </a:lnTo>
                <a:lnTo>
                  <a:pt x="1113" y="644"/>
                </a:lnTo>
                <a:lnTo>
                  <a:pt x="1103" y="707"/>
                </a:lnTo>
                <a:cubicBezTo>
                  <a:pt x="1132" y="739"/>
                  <a:pt x="1157" y="774"/>
                  <a:pt x="1174" y="811"/>
                </a:cubicBezTo>
                <a:cubicBezTo>
                  <a:pt x="1369" y="811"/>
                  <a:pt x="1408" y="812"/>
                  <a:pt x="1408" y="760"/>
                </a:cubicBezTo>
                <a:cubicBezTo>
                  <a:pt x="1408" y="760"/>
                  <a:pt x="1407" y="759"/>
                  <a:pt x="1407" y="759"/>
                </a:cubicBezTo>
                <a:cubicBezTo>
                  <a:pt x="1407" y="758"/>
                  <a:pt x="1408" y="757"/>
                  <a:pt x="1408" y="756"/>
                </a:cubicBezTo>
                <a:close/>
                <a:moveTo>
                  <a:pt x="891" y="624"/>
                </a:moveTo>
                <a:lnTo>
                  <a:pt x="773" y="999"/>
                </a:lnTo>
                <a:lnTo>
                  <a:pt x="736" y="768"/>
                </a:lnTo>
                <a:lnTo>
                  <a:pt x="672" y="768"/>
                </a:lnTo>
                <a:lnTo>
                  <a:pt x="635" y="999"/>
                </a:lnTo>
                <a:lnTo>
                  <a:pt x="516" y="624"/>
                </a:lnTo>
                <a:cubicBezTo>
                  <a:pt x="358" y="684"/>
                  <a:pt x="248" y="816"/>
                  <a:pt x="248" y="954"/>
                </a:cubicBezTo>
                <a:cubicBezTo>
                  <a:pt x="248" y="956"/>
                  <a:pt x="248" y="957"/>
                  <a:pt x="248" y="959"/>
                </a:cubicBezTo>
                <a:cubicBezTo>
                  <a:pt x="248" y="959"/>
                  <a:pt x="248" y="960"/>
                  <a:pt x="248" y="961"/>
                </a:cubicBezTo>
                <a:cubicBezTo>
                  <a:pt x="248" y="1053"/>
                  <a:pt x="344" y="1045"/>
                  <a:pt x="704" y="1045"/>
                </a:cubicBezTo>
                <a:cubicBezTo>
                  <a:pt x="1087" y="1045"/>
                  <a:pt x="1160" y="1053"/>
                  <a:pt x="1160" y="961"/>
                </a:cubicBezTo>
                <a:cubicBezTo>
                  <a:pt x="1160" y="960"/>
                  <a:pt x="1159" y="959"/>
                  <a:pt x="1159" y="959"/>
                </a:cubicBezTo>
                <a:cubicBezTo>
                  <a:pt x="1159" y="957"/>
                  <a:pt x="1160" y="956"/>
                  <a:pt x="1160" y="954"/>
                </a:cubicBezTo>
                <a:cubicBezTo>
                  <a:pt x="1160" y="816"/>
                  <a:pt x="1049" y="684"/>
                  <a:pt x="891" y="624"/>
                </a:cubicBezTo>
                <a:close/>
                <a:moveTo>
                  <a:pt x="728" y="653"/>
                </a:moveTo>
                <a:lnTo>
                  <a:pt x="680" y="653"/>
                </a:lnTo>
                <a:cubicBezTo>
                  <a:pt x="675" y="653"/>
                  <a:pt x="670" y="655"/>
                  <a:pt x="667" y="658"/>
                </a:cubicBezTo>
                <a:lnTo>
                  <a:pt x="649" y="677"/>
                </a:lnTo>
                <a:cubicBezTo>
                  <a:pt x="643" y="683"/>
                  <a:pt x="642" y="692"/>
                  <a:pt x="646" y="699"/>
                </a:cubicBezTo>
                <a:lnTo>
                  <a:pt x="669" y="737"/>
                </a:lnTo>
                <a:cubicBezTo>
                  <a:pt x="672" y="743"/>
                  <a:pt x="678" y="746"/>
                  <a:pt x="684" y="746"/>
                </a:cubicBezTo>
                <a:lnTo>
                  <a:pt x="723" y="746"/>
                </a:lnTo>
                <a:cubicBezTo>
                  <a:pt x="730" y="746"/>
                  <a:pt x="735" y="743"/>
                  <a:pt x="739" y="737"/>
                </a:cubicBezTo>
                <a:lnTo>
                  <a:pt x="762" y="699"/>
                </a:lnTo>
                <a:cubicBezTo>
                  <a:pt x="766" y="692"/>
                  <a:pt x="765" y="683"/>
                  <a:pt x="759" y="677"/>
                </a:cubicBezTo>
                <a:lnTo>
                  <a:pt x="740" y="658"/>
                </a:lnTo>
                <a:cubicBezTo>
                  <a:pt x="737" y="655"/>
                  <a:pt x="733" y="653"/>
                  <a:pt x="728" y="653"/>
                </a:cubicBezTo>
                <a:close/>
                <a:moveTo>
                  <a:pt x="1132" y="519"/>
                </a:moveTo>
                <a:cubicBezTo>
                  <a:pt x="1200" y="519"/>
                  <a:pt x="1255" y="425"/>
                  <a:pt x="1255" y="338"/>
                </a:cubicBezTo>
                <a:cubicBezTo>
                  <a:pt x="1255" y="250"/>
                  <a:pt x="1200" y="179"/>
                  <a:pt x="1132" y="179"/>
                </a:cubicBezTo>
                <a:cubicBezTo>
                  <a:pt x="1064" y="179"/>
                  <a:pt x="1009" y="250"/>
                  <a:pt x="1009" y="338"/>
                </a:cubicBezTo>
                <a:cubicBezTo>
                  <a:pt x="1009" y="425"/>
                  <a:pt x="1064" y="519"/>
                  <a:pt x="1132" y="519"/>
                </a:cubicBezTo>
                <a:close/>
                <a:moveTo>
                  <a:pt x="1146" y="574"/>
                </a:moveTo>
                <a:lnTo>
                  <a:pt x="1117" y="574"/>
                </a:lnTo>
                <a:cubicBezTo>
                  <a:pt x="1115" y="574"/>
                  <a:pt x="1112" y="575"/>
                  <a:pt x="1110" y="577"/>
                </a:cubicBezTo>
                <a:lnTo>
                  <a:pt x="1099" y="589"/>
                </a:lnTo>
                <a:cubicBezTo>
                  <a:pt x="1095" y="592"/>
                  <a:pt x="1094" y="597"/>
                  <a:pt x="1097" y="602"/>
                </a:cubicBezTo>
                <a:lnTo>
                  <a:pt x="1111" y="625"/>
                </a:lnTo>
                <a:cubicBezTo>
                  <a:pt x="1113" y="628"/>
                  <a:pt x="1116" y="630"/>
                  <a:pt x="1120" y="630"/>
                </a:cubicBezTo>
                <a:lnTo>
                  <a:pt x="1144" y="630"/>
                </a:lnTo>
                <a:cubicBezTo>
                  <a:pt x="1148" y="630"/>
                  <a:pt x="1151" y="628"/>
                  <a:pt x="1153" y="625"/>
                </a:cubicBezTo>
                <a:lnTo>
                  <a:pt x="1167" y="602"/>
                </a:lnTo>
                <a:cubicBezTo>
                  <a:pt x="1169" y="597"/>
                  <a:pt x="1169" y="592"/>
                  <a:pt x="1165" y="589"/>
                </a:cubicBezTo>
                <a:lnTo>
                  <a:pt x="1154" y="577"/>
                </a:lnTo>
                <a:cubicBezTo>
                  <a:pt x="1152" y="575"/>
                  <a:pt x="1149" y="574"/>
                  <a:pt x="1146" y="574"/>
                </a:cubicBezTo>
                <a:close/>
                <a:moveTo>
                  <a:pt x="276" y="519"/>
                </a:moveTo>
                <a:cubicBezTo>
                  <a:pt x="343" y="519"/>
                  <a:pt x="398" y="425"/>
                  <a:pt x="398" y="338"/>
                </a:cubicBezTo>
                <a:cubicBezTo>
                  <a:pt x="398" y="250"/>
                  <a:pt x="343" y="179"/>
                  <a:pt x="276" y="179"/>
                </a:cubicBezTo>
                <a:cubicBezTo>
                  <a:pt x="208" y="179"/>
                  <a:pt x="153" y="250"/>
                  <a:pt x="153" y="338"/>
                </a:cubicBezTo>
                <a:cubicBezTo>
                  <a:pt x="153" y="425"/>
                  <a:pt x="208" y="519"/>
                  <a:pt x="276" y="519"/>
                </a:cubicBezTo>
                <a:close/>
                <a:moveTo>
                  <a:pt x="704" y="561"/>
                </a:moveTo>
                <a:cubicBezTo>
                  <a:pt x="816" y="561"/>
                  <a:pt x="907" y="407"/>
                  <a:pt x="907" y="262"/>
                </a:cubicBezTo>
                <a:cubicBezTo>
                  <a:pt x="907" y="117"/>
                  <a:pt x="816" y="0"/>
                  <a:pt x="704" y="0"/>
                </a:cubicBezTo>
                <a:cubicBezTo>
                  <a:pt x="592" y="0"/>
                  <a:pt x="501" y="117"/>
                  <a:pt x="501" y="262"/>
                </a:cubicBezTo>
                <a:cubicBezTo>
                  <a:pt x="501" y="407"/>
                  <a:pt x="592" y="561"/>
                  <a:pt x="704" y="561"/>
                </a:cubicBezTo>
                <a:close/>
                <a:moveTo>
                  <a:pt x="1019" y="556"/>
                </a:moveTo>
                <a:cubicBezTo>
                  <a:pt x="993" y="566"/>
                  <a:pt x="969" y="580"/>
                  <a:pt x="948" y="595"/>
                </a:cubicBezTo>
                <a:cubicBezTo>
                  <a:pt x="986" y="613"/>
                  <a:pt x="1020" y="635"/>
                  <a:pt x="1051" y="659"/>
                </a:cubicBezTo>
                <a:lnTo>
                  <a:pt x="1019" y="556"/>
                </a:lnTo>
                <a:close/>
              </a:path>
            </a:pathLst>
          </a:custGeom>
          <a:solidFill>
            <a:srgbClr val="236971"/>
          </a:solidFill>
          <a:ln>
            <a:no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FBFBFB"/>
              </a:solidFill>
              <a:effectLst>
                <a:outerShdw blurRad="38100" dist="38100" dir="2700000" algn="tl">
                  <a:srgbClr val="000000">
                    <a:alpha val="43137"/>
                  </a:srgbClr>
                </a:outerShdw>
              </a:effectLst>
              <a:uLnTx/>
              <a:uFillTx/>
              <a:latin typeface="等线"/>
              <a:ea typeface="等线" panose="02010600030101010101" pitchFamily="2" charset="-122"/>
              <a:cs typeface="Arial"/>
            </a:endParaRPr>
          </a:p>
        </p:txBody>
      </p:sp>
    </p:spTree>
    <p:extLst>
      <p:ext uri="{BB962C8B-B14F-4D97-AF65-F5344CB8AC3E}">
        <p14:creationId xmlns:p14="http://schemas.microsoft.com/office/powerpoint/2010/main" val="103382953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6"/>
          <p:cNvGrpSpPr/>
          <p:nvPr/>
        </p:nvGrpSpPr>
        <p:grpSpPr>
          <a:xfrm>
            <a:off x="917936" y="1486795"/>
            <a:ext cx="3975100" cy="4179887"/>
            <a:chOff x="1634528" y="1937974"/>
            <a:chExt cx="3076139" cy="3268387"/>
          </a:xfrm>
        </p:grpSpPr>
        <p:sp>
          <p:nvSpPr>
            <p:cNvPr id="37" name="Freeform 36"/>
            <p:cNvSpPr/>
            <p:nvPr/>
          </p:nvSpPr>
          <p:spPr>
            <a:xfrm>
              <a:off x="2781938" y="3376660"/>
              <a:ext cx="1614236" cy="1613712"/>
            </a:xfrm>
            <a:custGeom>
              <a:avLst/>
              <a:gdLst>
                <a:gd name="connsiteX0" fmla="*/ 1145880 w 1614360"/>
                <a:gd name="connsiteY0" fmla="*/ 257391 h 1614360"/>
                <a:gd name="connsiteX1" fmla="*/ 1271451 w 1614360"/>
                <a:gd name="connsiteY1" fmla="*/ 152018 h 1614360"/>
                <a:gd name="connsiteX2" fmla="*/ 1371768 w 1614360"/>
                <a:gd name="connsiteY2" fmla="*/ 236194 h 1614360"/>
                <a:gd name="connsiteX3" fmla="*/ 1289802 w 1614360"/>
                <a:gd name="connsiteY3" fmla="*/ 378156 h 1614360"/>
                <a:gd name="connsiteX4" fmla="*/ 1420037 w 1614360"/>
                <a:gd name="connsiteY4" fmla="*/ 603729 h 1614360"/>
                <a:gd name="connsiteX5" fmla="*/ 1583962 w 1614360"/>
                <a:gd name="connsiteY5" fmla="*/ 603725 h 1614360"/>
                <a:gd name="connsiteX6" fmla="*/ 1606702 w 1614360"/>
                <a:gd name="connsiteY6" fmla="*/ 732690 h 1614360"/>
                <a:gd name="connsiteX7" fmla="*/ 1452661 w 1614360"/>
                <a:gd name="connsiteY7" fmla="*/ 788752 h 1614360"/>
                <a:gd name="connsiteX8" fmla="*/ 1407431 w 1614360"/>
                <a:gd name="connsiteY8" fmla="*/ 1045264 h 1614360"/>
                <a:gd name="connsiteX9" fmla="*/ 1533008 w 1614360"/>
                <a:gd name="connsiteY9" fmla="*/ 1150630 h 1614360"/>
                <a:gd name="connsiteX10" fmla="*/ 1467531 w 1614360"/>
                <a:gd name="connsiteY10" fmla="*/ 1264040 h 1614360"/>
                <a:gd name="connsiteX11" fmla="*/ 1313492 w 1614360"/>
                <a:gd name="connsiteY11" fmla="*/ 1207971 h 1614360"/>
                <a:gd name="connsiteX12" fmla="*/ 1113961 w 1614360"/>
                <a:gd name="connsiteY12" fmla="*/ 1375397 h 1614360"/>
                <a:gd name="connsiteX13" fmla="*/ 1142431 w 1614360"/>
                <a:gd name="connsiteY13" fmla="*/ 1536831 h 1614360"/>
                <a:gd name="connsiteX14" fmla="*/ 1019374 w 1614360"/>
                <a:gd name="connsiteY14" fmla="*/ 1581621 h 1614360"/>
                <a:gd name="connsiteX15" fmla="*/ 937415 w 1614360"/>
                <a:gd name="connsiteY15" fmla="*/ 1439655 h 1614360"/>
                <a:gd name="connsiteX16" fmla="*/ 676946 w 1614360"/>
                <a:gd name="connsiteY16" fmla="*/ 1439655 h 1614360"/>
                <a:gd name="connsiteX17" fmla="*/ 594986 w 1614360"/>
                <a:gd name="connsiteY17" fmla="*/ 1581621 h 1614360"/>
                <a:gd name="connsiteX18" fmla="*/ 471929 w 1614360"/>
                <a:gd name="connsiteY18" fmla="*/ 1536831 h 1614360"/>
                <a:gd name="connsiteX19" fmla="*/ 500399 w 1614360"/>
                <a:gd name="connsiteY19" fmla="*/ 1375397 h 1614360"/>
                <a:gd name="connsiteX20" fmla="*/ 300868 w 1614360"/>
                <a:gd name="connsiteY20" fmla="*/ 1207971 h 1614360"/>
                <a:gd name="connsiteX21" fmla="*/ 146829 w 1614360"/>
                <a:gd name="connsiteY21" fmla="*/ 1264040 h 1614360"/>
                <a:gd name="connsiteX22" fmla="*/ 81352 w 1614360"/>
                <a:gd name="connsiteY22" fmla="*/ 1150630 h 1614360"/>
                <a:gd name="connsiteX23" fmla="*/ 206929 w 1614360"/>
                <a:gd name="connsiteY23" fmla="*/ 1045264 h 1614360"/>
                <a:gd name="connsiteX24" fmla="*/ 161699 w 1614360"/>
                <a:gd name="connsiteY24" fmla="*/ 788752 h 1614360"/>
                <a:gd name="connsiteX25" fmla="*/ 7658 w 1614360"/>
                <a:gd name="connsiteY25" fmla="*/ 732690 h 1614360"/>
                <a:gd name="connsiteX26" fmla="*/ 30398 w 1614360"/>
                <a:gd name="connsiteY26" fmla="*/ 603725 h 1614360"/>
                <a:gd name="connsiteX27" fmla="*/ 194324 w 1614360"/>
                <a:gd name="connsiteY27" fmla="*/ 603729 h 1614360"/>
                <a:gd name="connsiteX28" fmla="*/ 324559 w 1614360"/>
                <a:gd name="connsiteY28" fmla="*/ 378156 h 1614360"/>
                <a:gd name="connsiteX29" fmla="*/ 242592 w 1614360"/>
                <a:gd name="connsiteY29" fmla="*/ 236194 h 1614360"/>
                <a:gd name="connsiteX30" fmla="*/ 342909 w 1614360"/>
                <a:gd name="connsiteY30" fmla="*/ 152018 h 1614360"/>
                <a:gd name="connsiteX31" fmla="*/ 468480 w 1614360"/>
                <a:gd name="connsiteY31" fmla="*/ 257391 h 1614360"/>
                <a:gd name="connsiteX32" fmla="*/ 713241 w 1614360"/>
                <a:gd name="connsiteY32" fmla="*/ 168305 h 1614360"/>
                <a:gd name="connsiteX33" fmla="*/ 741703 w 1614360"/>
                <a:gd name="connsiteY33" fmla="*/ 6869 h 1614360"/>
                <a:gd name="connsiteX34" fmla="*/ 872657 w 1614360"/>
                <a:gd name="connsiteY34" fmla="*/ 6869 h 1614360"/>
                <a:gd name="connsiteX35" fmla="*/ 901119 w 1614360"/>
                <a:gd name="connsiteY35" fmla="*/ 168305 h 1614360"/>
                <a:gd name="connsiteX36" fmla="*/ 1145880 w 1614360"/>
                <a:gd name="connsiteY36" fmla="*/ 257391 h 1614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14360" h="1614360">
                  <a:moveTo>
                    <a:pt x="1145880" y="257391"/>
                  </a:moveTo>
                  <a:lnTo>
                    <a:pt x="1271451" y="152018"/>
                  </a:lnTo>
                  <a:lnTo>
                    <a:pt x="1371768" y="236194"/>
                  </a:lnTo>
                  <a:lnTo>
                    <a:pt x="1289802" y="378156"/>
                  </a:lnTo>
                  <a:cubicBezTo>
                    <a:pt x="1348085" y="443720"/>
                    <a:pt x="1392398" y="520472"/>
                    <a:pt x="1420037" y="603729"/>
                  </a:cubicBezTo>
                  <a:lnTo>
                    <a:pt x="1583962" y="603725"/>
                  </a:lnTo>
                  <a:lnTo>
                    <a:pt x="1606702" y="732690"/>
                  </a:lnTo>
                  <a:lnTo>
                    <a:pt x="1452661" y="788752"/>
                  </a:lnTo>
                  <a:cubicBezTo>
                    <a:pt x="1455164" y="876441"/>
                    <a:pt x="1439775" y="963720"/>
                    <a:pt x="1407431" y="1045264"/>
                  </a:cubicBezTo>
                  <a:lnTo>
                    <a:pt x="1533008" y="1150630"/>
                  </a:lnTo>
                  <a:lnTo>
                    <a:pt x="1467531" y="1264040"/>
                  </a:lnTo>
                  <a:lnTo>
                    <a:pt x="1313492" y="1207971"/>
                  </a:lnTo>
                  <a:cubicBezTo>
                    <a:pt x="1259045" y="1276754"/>
                    <a:pt x="1191153" y="1333721"/>
                    <a:pt x="1113961" y="1375397"/>
                  </a:cubicBezTo>
                  <a:lnTo>
                    <a:pt x="1142431" y="1536831"/>
                  </a:lnTo>
                  <a:lnTo>
                    <a:pt x="1019374" y="1581621"/>
                  </a:lnTo>
                  <a:lnTo>
                    <a:pt x="937415" y="1439655"/>
                  </a:lnTo>
                  <a:cubicBezTo>
                    <a:pt x="851493" y="1457347"/>
                    <a:pt x="762867" y="1457347"/>
                    <a:pt x="676946" y="1439655"/>
                  </a:cubicBezTo>
                  <a:lnTo>
                    <a:pt x="594986" y="1581621"/>
                  </a:lnTo>
                  <a:lnTo>
                    <a:pt x="471929" y="1536831"/>
                  </a:lnTo>
                  <a:lnTo>
                    <a:pt x="500399" y="1375397"/>
                  </a:lnTo>
                  <a:cubicBezTo>
                    <a:pt x="423207" y="1333721"/>
                    <a:pt x="355315" y="1276753"/>
                    <a:pt x="300868" y="1207971"/>
                  </a:cubicBezTo>
                  <a:lnTo>
                    <a:pt x="146829" y="1264040"/>
                  </a:lnTo>
                  <a:lnTo>
                    <a:pt x="81352" y="1150630"/>
                  </a:lnTo>
                  <a:lnTo>
                    <a:pt x="206929" y="1045264"/>
                  </a:lnTo>
                  <a:cubicBezTo>
                    <a:pt x="174585" y="963720"/>
                    <a:pt x="159196" y="876441"/>
                    <a:pt x="161699" y="788752"/>
                  </a:cubicBezTo>
                  <a:lnTo>
                    <a:pt x="7658" y="732690"/>
                  </a:lnTo>
                  <a:lnTo>
                    <a:pt x="30398" y="603725"/>
                  </a:lnTo>
                  <a:lnTo>
                    <a:pt x="194324" y="603729"/>
                  </a:lnTo>
                  <a:cubicBezTo>
                    <a:pt x="221963" y="520472"/>
                    <a:pt x="266276" y="443720"/>
                    <a:pt x="324559" y="378156"/>
                  </a:cubicBezTo>
                  <a:lnTo>
                    <a:pt x="242592" y="236194"/>
                  </a:lnTo>
                  <a:lnTo>
                    <a:pt x="342909" y="152018"/>
                  </a:lnTo>
                  <a:lnTo>
                    <a:pt x="468480" y="257391"/>
                  </a:lnTo>
                  <a:cubicBezTo>
                    <a:pt x="543169" y="211379"/>
                    <a:pt x="626450" y="181067"/>
                    <a:pt x="713241" y="168305"/>
                  </a:cubicBezTo>
                  <a:lnTo>
                    <a:pt x="741703" y="6869"/>
                  </a:lnTo>
                  <a:lnTo>
                    <a:pt x="872657" y="6869"/>
                  </a:lnTo>
                  <a:lnTo>
                    <a:pt x="901119" y="168305"/>
                  </a:lnTo>
                  <a:cubicBezTo>
                    <a:pt x="987910" y="181067"/>
                    <a:pt x="1071191" y="211378"/>
                    <a:pt x="1145880" y="257391"/>
                  </a:cubicBezTo>
                  <a:close/>
                </a:path>
              </a:pathLst>
            </a:custGeom>
            <a:solidFill>
              <a:schemeClr val="accent3"/>
            </a:solidFill>
            <a:ln>
              <a:noFill/>
            </a:ln>
          </p:spPr>
          <p:style>
            <a:lnRef idx="1">
              <a:schemeClr val="accent2"/>
            </a:lnRef>
            <a:fillRef idx="3">
              <a:schemeClr val="accent2"/>
            </a:fillRef>
            <a:effectRef idx="2">
              <a:schemeClr val="accent2"/>
            </a:effectRef>
            <a:fontRef idx="minor">
              <a:schemeClr val="lt1"/>
            </a:fontRef>
          </p:style>
          <p:txBody>
            <a:bodyPr lIns="347418" tIns="401016" rIns="347418" bIns="429249" anchor="ctr"/>
            <a:lstStyle/>
            <a:p>
              <a:pPr algn="ctr" defTabSz="800100" eaLnBrk="1" fontAlgn="auto" hangingPunct="1">
                <a:lnSpc>
                  <a:spcPct val="90000"/>
                </a:lnSpc>
                <a:spcAft>
                  <a:spcPct val="35000"/>
                </a:spcAft>
                <a:defRPr/>
              </a:pPr>
              <a:endParaRPr lang="en-US">
                <a:latin typeface="微软雅黑" panose="020B0503020204020204" pitchFamily="34" charset="-122"/>
                <a:ea typeface="微软雅黑" panose="020B0503020204020204" pitchFamily="34" charset="-122"/>
              </a:endParaRPr>
            </a:p>
          </p:txBody>
        </p:sp>
        <p:sp>
          <p:nvSpPr>
            <p:cNvPr id="38" name="Freeform 37"/>
            <p:cNvSpPr/>
            <p:nvPr/>
          </p:nvSpPr>
          <p:spPr>
            <a:xfrm>
              <a:off x="1842142" y="2994334"/>
              <a:ext cx="1174436" cy="1174286"/>
            </a:xfrm>
            <a:custGeom>
              <a:avLst/>
              <a:gdLst>
                <a:gd name="connsiteX0" fmla="*/ 878502 w 1174080"/>
                <a:gd name="connsiteY0" fmla="*/ 297365 h 1174080"/>
                <a:gd name="connsiteX1" fmla="*/ 1051718 w 1174080"/>
                <a:gd name="connsiteY1" fmla="*/ 245160 h 1174080"/>
                <a:gd name="connsiteX2" fmla="*/ 1115456 w 1174080"/>
                <a:gd name="connsiteY2" fmla="*/ 355557 h 1174080"/>
                <a:gd name="connsiteX3" fmla="*/ 983637 w 1174080"/>
                <a:gd name="connsiteY3" fmla="*/ 479464 h 1174080"/>
                <a:gd name="connsiteX4" fmla="*/ 983637 w 1174080"/>
                <a:gd name="connsiteY4" fmla="*/ 694615 h 1174080"/>
                <a:gd name="connsiteX5" fmla="*/ 1115456 w 1174080"/>
                <a:gd name="connsiteY5" fmla="*/ 818523 h 1174080"/>
                <a:gd name="connsiteX6" fmla="*/ 1051718 w 1174080"/>
                <a:gd name="connsiteY6" fmla="*/ 928920 h 1174080"/>
                <a:gd name="connsiteX7" fmla="*/ 878502 w 1174080"/>
                <a:gd name="connsiteY7" fmla="*/ 876715 h 1174080"/>
                <a:gd name="connsiteX8" fmla="*/ 692175 w 1174080"/>
                <a:gd name="connsiteY8" fmla="*/ 984291 h 1174080"/>
                <a:gd name="connsiteX9" fmla="*/ 650777 w 1174080"/>
                <a:gd name="connsiteY9" fmla="*/ 1160403 h 1174080"/>
                <a:gd name="connsiteX10" fmla="*/ 523303 w 1174080"/>
                <a:gd name="connsiteY10" fmla="*/ 1160403 h 1174080"/>
                <a:gd name="connsiteX11" fmla="*/ 481905 w 1174080"/>
                <a:gd name="connsiteY11" fmla="*/ 984291 h 1174080"/>
                <a:gd name="connsiteX12" fmla="*/ 295578 w 1174080"/>
                <a:gd name="connsiteY12" fmla="*/ 876715 h 1174080"/>
                <a:gd name="connsiteX13" fmla="*/ 122362 w 1174080"/>
                <a:gd name="connsiteY13" fmla="*/ 928920 h 1174080"/>
                <a:gd name="connsiteX14" fmla="*/ 58624 w 1174080"/>
                <a:gd name="connsiteY14" fmla="*/ 818523 h 1174080"/>
                <a:gd name="connsiteX15" fmla="*/ 190443 w 1174080"/>
                <a:gd name="connsiteY15" fmla="*/ 694616 h 1174080"/>
                <a:gd name="connsiteX16" fmla="*/ 190443 w 1174080"/>
                <a:gd name="connsiteY16" fmla="*/ 479465 h 1174080"/>
                <a:gd name="connsiteX17" fmla="*/ 58624 w 1174080"/>
                <a:gd name="connsiteY17" fmla="*/ 355557 h 1174080"/>
                <a:gd name="connsiteX18" fmla="*/ 122362 w 1174080"/>
                <a:gd name="connsiteY18" fmla="*/ 245160 h 1174080"/>
                <a:gd name="connsiteX19" fmla="*/ 295578 w 1174080"/>
                <a:gd name="connsiteY19" fmla="*/ 297365 h 1174080"/>
                <a:gd name="connsiteX20" fmla="*/ 481905 w 1174080"/>
                <a:gd name="connsiteY20" fmla="*/ 189789 h 1174080"/>
                <a:gd name="connsiteX21" fmla="*/ 523303 w 1174080"/>
                <a:gd name="connsiteY21" fmla="*/ 13677 h 1174080"/>
                <a:gd name="connsiteX22" fmla="*/ 650777 w 1174080"/>
                <a:gd name="connsiteY22" fmla="*/ 13677 h 1174080"/>
                <a:gd name="connsiteX23" fmla="*/ 692175 w 1174080"/>
                <a:gd name="connsiteY23" fmla="*/ 189789 h 1174080"/>
                <a:gd name="connsiteX24" fmla="*/ 878502 w 1174080"/>
                <a:gd name="connsiteY24" fmla="*/ 297365 h 117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74080" h="1174080">
                  <a:moveTo>
                    <a:pt x="878502" y="297365"/>
                  </a:moveTo>
                  <a:lnTo>
                    <a:pt x="1051718" y="245160"/>
                  </a:lnTo>
                  <a:lnTo>
                    <a:pt x="1115456" y="355557"/>
                  </a:lnTo>
                  <a:lnTo>
                    <a:pt x="983637" y="479464"/>
                  </a:lnTo>
                  <a:cubicBezTo>
                    <a:pt x="1002745" y="549908"/>
                    <a:pt x="1002745" y="624171"/>
                    <a:pt x="983637" y="694615"/>
                  </a:cubicBezTo>
                  <a:lnTo>
                    <a:pt x="1115456" y="818523"/>
                  </a:lnTo>
                  <a:lnTo>
                    <a:pt x="1051718" y="928920"/>
                  </a:lnTo>
                  <a:lnTo>
                    <a:pt x="878502" y="876715"/>
                  </a:lnTo>
                  <a:cubicBezTo>
                    <a:pt x="827049" y="928485"/>
                    <a:pt x="762736" y="965616"/>
                    <a:pt x="692175" y="984291"/>
                  </a:cubicBezTo>
                  <a:lnTo>
                    <a:pt x="650777" y="1160403"/>
                  </a:lnTo>
                  <a:lnTo>
                    <a:pt x="523303" y="1160403"/>
                  </a:lnTo>
                  <a:lnTo>
                    <a:pt x="481905" y="984291"/>
                  </a:lnTo>
                  <a:cubicBezTo>
                    <a:pt x="411344" y="965617"/>
                    <a:pt x="347031" y="928485"/>
                    <a:pt x="295578" y="876715"/>
                  </a:cubicBezTo>
                  <a:lnTo>
                    <a:pt x="122362" y="928920"/>
                  </a:lnTo>
                  <a:lnTo>
                    <a:pt x="58624" y="818523"/>
                  </a:lnTo>
                  <a:lnTo>
                    <a:pt x="190443" y="694616"/>
                  </a:lnTo>
                  <a:cubicBezTo>
                    <a:pt x="171335" y="624172"/>
                    <a:pt x="171335" y="549909"/>
                    <a:pt x="190443" y="479465"/>
                  </a:cubicBezTo>
                  <a:lnTo>
                    <a:pt x="58624" y="355557"/>
                  </a:lnTo>
                  <a:lnTo>
                    <a:pt x="122362" y="245160"/>
                  </a:lnTo>
                  <a:lnTo>
                    <a:pt x="295578" y="297365"/>
                  </a:lnTo>
                  <a:cubicBezTo>
                    <a:pt x="347031" y="245595"/>
                    <a:pt x="411344" y="208464"/>
                    <a:pt x="481905" y="189789"/>
                  </a:cubicBezTo>
                  <a:lnTo>
                    <a:pt x="523303" y="13677"/>
                  </a:lnTo>
                  <a:lnTo>
                    <a:pt x="650777" y="13677"/>
                  </a:lnTo>
                  <a:lnTo>
                    <a:pt x="692175" y="189789"/>
                  </a:lnTo>
                  <a:cubicBezTo>
                    <a:pt x="762736" y="208463"/>
                    <a:pt x="827049" y="245595"/>
                    <a:pt x="878502" y="297365"/>
                  </a:cubicBezTo>
                  <a:close/>
                </a:path>
              </a:pathLst>
            </a:custGeom>
            <a:solidFill>
              <a:srgbClr val="F9DB7B"/>
            </a:solidFill>
            <a:ln>
              <a:noFill/>
            </a:ln>
          </p:spPr>
          <p:style>
            <a:lnRef idx="1">
              <a:schemeClr val="accent1"/>
            </a:lnRef>
            <a:fillRef idx="3">
              <a:schemeClr val="accent1"/>
            </a:fillRef>
            <a:effectRef idx="2">
              <a:schemeClr val="accent1"/>
            </a:effectRef>
            <a:fontRef idx="minor">
              <a:schemeClr val="lt1"/>
            </a:fontRef>
          </p:style>
          <p:txBody>
            <a:bodyPr lIns="318438" tIns="320225" rIns="318438" bIns="320225" anchor="ctr"/>
            <a:lstStyle/>
            <a:p>
              <a:pPr algn="ctr" defTabSz="800100" eaLnBrk="1" fontAlgn="auto" hangingPunct="1">
                <a:lnSpc>
                  <a:spcPct val="90000"/>
                </a:lnSpc>
                <a:spcAft>
                  <a:spcPct val="35000"/>
                </a:spcAft>
                <a:defRPr/>
              </a:pPr>
              <a:endParaRPr lang="en-US">
                <a:latin typeface="微软雅黑" panose="020B0503020204020204" pitchFamily="34" charset="-122"/>
                <a:ea typeface="微软雅黑" panose="020B0503020204020204" pitchFamily="34" charset="-122"/>
              </a:endParaRPr>
            </a:p>
          </p:txBody>
        </p:sp>
        <p:sp>
          <p:nvSpPr>
            <p:cNvPr id="39" name="Freeform 38"/>
            <p:cNvSpPr/>
            <p:nvPr/>
          </p:nvSpPr>
          <p:spPr>
            <a:xfrm>
              <a:off x="2370393" y="2054658"/>
              <a:ext cx="1409078" cy="1408894"/>
            </a:xfrm>
            <a:custGeom>
              <a:avLst/>
              <a:gdLst>
                <a:gd name="connsiteX0" fmla="*/ 860753 w 1150359"/>
                <a:gd name="connsiteY0" fmla="*/ 291357 h 1150359"/>
                <a:gd name="connsiteX1" fmla="*/ 1030470 w 1150359"/>
                <a:gd name="connsiteY1" fmla="*/ 240207 h 1150359"/>
                <a:gd name="connsiteX2" fmla="*/ 1092919 w 1150359"/>
                <a:gd name="connsiteY2" fmla="*/ 348373 h 1150359"/>
                <a:gd name="connsiteX3" fmla="*/ 963764 w 1150359"/>
                <a:gd name="connsiteY3" fmla="*/ 469777 h 1150359"/>
                <a:gd name="connsiteX4" fmla="*/ 963764 w 1150359"/>
                <a:gd name="connsiteY4" fmla="*/ 680582 h 1150359"/>
                <a:gd name="connsiteX5" fmla="*/ 1092919 w 1150359"/>
                <a:gd name="connsiteY5" fmla="*/ 801986 h 1150359"/>
                <a:gd name="connsiteX6" fmla="*/ 1030470 w 1150359"/>
                <a:gd name="connsiteY6" fmla="*/ 910152 h 1150359"/>
                <a:gd name="connsiteX7" fmla="*/ 860753 w 1150359"/>
                <a:gd name="connsiteY7" fmla="*/ 859002 h 1150359"/>
                <a:gd name="connsiteX8" fmla="*/ 678191 w 1150359"/>
                <a:gd name="connsiteY8" fmla="*/ 964404 h 1150359"/>
                <a:gd name="connsiteX9" fmla="*/ 637629 w 1150359"/>
                <a:gd name="connsiteY9" fmla="*/ 1136958 h 1150359"/>
                <a:gd name="connsiteX10" fmla="*/ 512730 w 1150359"/>
                <a:gd name="connsiteY10" fmla="*/ 1136958 h 1150359"/>
                <a:gd name="connsiteX11" fmla="*/ 472168 w 1150359"/>
                <a:gd name="connsiteY11" fmla="*/ 964405 h 1150359"/>
                <a:gd name="connsiteX12" fmla="*/ 289606 w 1150359"/>
                <a:gd name="connsiteY12" fmla="*/ 859003 h 1150359"/>
                <a:gd name="connsiteX13" fmla="*/ 119889 w 1150359"/>
                <a:gd name="connsiteY13" fmla="*/ 910152 h 1150359"/>
                <a:gd name="connsiteX14" fmla="*/ 57440 w 1150359"/>
                <a:gd name="connsiteY14" fmla="*/ 801986 h 1150359"/>
                <a:gd name="connsiteX15" fmla="*/ 186595 w 1150359"/>
                <a:gd name="connsiteY15" fmla="*/ 680582 h 1150359"/>
                <a:gd name="connsiteX16" fmla="*/ 186595 w 1150359"/>
                <a:gd name="connsiteY16" fmla="*/ 469777 h 1150359"/>
                <a:gd name="connsiteX17" fmla="*/ 57440 w 1150359"/>
                <a:gd name="connsiteY17" fmla="*/ 348373 h 1150359"/>
                <a:gd name="connsiteX18" fmla="*/ 119889 w 1150359"/>
                <a:gd name="connsiteY18" fmla="*/ 240207 h 1150359"/>
                <a:gd name="connsiteX19" fmla="*/ 289606 w 1150359"/>
                <a:gd name="connsiteY19" fmla="*/ 291357 h 1150359"/>
                <a:gd name="connsiteX20" fmla="*/ 472168 w 1150359"/>
                <a:gd name="connsiteY20" fmla="*/ 185955 h 1150359"/>
                <a:gd name="connsiteX21" fmla="*/ 512730 w 1150359"/>
                <a:gd name="connsiteY21" fmla="*/ 13401 h 1150359"/>
                <a:gd name="connsiteX22" fmla="*/ 637629 w 1150359"/>
                <a:gd name="connsiteY22" fmla="*/ 13401 h 1150359"/>
                <a:gd name="connsiteX23" fmla="*/ 678191 w 1150359"/>
                <a:gd name="connsiteY23" fmla="*/ 185954 h 1150359"/>
                <a:gd name="connsiteX24" fmla="*/ 860753 w 1150359"/>
                <a:gd name="connsiteY24" fmla="*/ 291356 h 1150359"/>
                <a:gd name="connsiteX25" fmla="*/ 860753 w 1150359"/>
                <a:gd name="connsiteY25" fmla="*/ 291357 h 115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50359" h="1150359">
                  <a:moveTo>
                    <a:pt x="740425" y="290987"/>
                  </a:moveTo>
                  <a:lnTo>
                    <a:pt x="863468" y="214781"/>
                  </a:lnTo>
                  <a:lnTo>
                    <a:pt x="935578" y="286892"/>
                  </a:lnTo>
                  <a:lnTo>
                    <a:pt x="859372" y="409934"/>
                  </a:lnTo>
                  <a:cubicBezTo>
                    <a:pt x="888724" y="460412"/>
                    <a:pt x="904100" y="517798"/>
                    <a:pt x="903920" y="576190"/>
                  </a:cubicBezTo>
                  <a:lnTo>
                    <a:pt x="1031437" y="644645"/>
                  </a:lnTo>
                  <a:lnTo>
                    <a:pt x="1005044" y="743150"/>
                  </a:lnTo>
                  <a:lnTo>
                    <a:pt x="860383" y="738674"/>
                  </a:lnTo>
                  <a:cubicBezTo>
                    <a:pt x="831343" y="789333"/>
                    <a:pt x="789333" y="831342"/>
                    <a:pt x="738675" y="860382"/>
                  </a:cubicBezTo>
                  <a:lnTo>
                    <a:pt x="743150" y="1005043"/>
                  </a:lnTo>
                  <a:lnTo>
                    <a:pt x="644645" y="1031437"/>
                  </a:lnTo>
                  <a:lnTo>
                    <a:pt x="576190" y="903921"/>
                  </a:lnTo>
                  <a:cubicBezTo>
                    <a:pt x="517798" y="904100"/>
                    <a:pt x="460413" y="888724"/>
                    <a:pt x="409934" y="859373"/>
                  </a:cubicBezTo>
                  <a:lnTo>
                    <a:pt x="286891" y="935578"/>
                  </a:lnTo>
                  <a:lnTo>
                    <a:pt x="214781" y="863467"/>
                  </a:lnTo>
                  <a:lnTo>
                    <a:pt x="290987" y="740425"/>
                  </a:lnTo>
                  <a:cubicBezTo>
                    <a:pt x="261635" y="689947"/>
                    <a:pt x="246259" y="632561"/>
                    <a:pt x="246439" y="574169"/>
                  </a:cubicBezTo>
                  <a:lnTo>
                    <a:pt x="118922" y="505714"/>
                  </a:lnTo>
                  <a:lnTo>
                    <a:pt x="145315" y="407209"/>
                  </a:lnTo>
                  <a:lnTo>
                    <a:pt x="289976" y="411685"/>
                  </a:lnTo>
                  <a:cubicBezTo>
                    <a:pt x="319016" y="361026"/>
                    <a:pt x="361026" y="319017"/>
                    <a:pt x="411684" y="289977"/>
                  </a:cubicBezTo>
                  <a:lnTo>
                    <a:pt x="407209" y="145316"/>
                  </a:lnTo>
                  <a:lnTo>
                    <a:pt x="505714" y="118922"/>
                  </a:lnTo>
                  <a:lnTo>
                    <a:pt x="574169" y="246438"/>
                  </a:lnTo>
                  <a:cubicBezTo>
                    <a:pt x="632561" y="246259"/>
                    <a:pt x="689946" y="261635"/>
                    <a:pt x="740425" y="290986"/>
                  </a:cubicBezTo>
                  <a:lnTo>
                    <a:pt x="740425" y="290987"/>
                  </a:lnTo>
                  <a:close/>
                </a:path>
              </a:pathLst>
            </a:custGeom>
            <a:solidFill>
              <a:srgbClr val="EA7150"/>
            </a:solidFill>
            <a:ln>
              <a:noFill/>
            </a:ln>
          </p:spPr>
          <p:style>
            <a:lnRef idx="1">
              <a:schemeClr val="accent4"/>
            </a:lnRef>
            <a:fillRef idx="3">
              <a:schemeClr val="accent4"/>
            </a:fillRef>
            <a:effectRef idx="2">
              <a:schemeClr val="accent4"/>
            </a:effectRef>
            <a:fontRef idx="minor">
              <a:schemeClr val="lt1"/>
            </a:fontRef>
          </p:style>
          <p:txBody>
            <a:bodyPr lIns="404436" tIns="404437" rIns="404437" bIns="404436" anchor="ctr"/>
            <a:lstStyle/>
            <a:p>
              <a:pPr algn="ctr" defTabSz="800100" eaLnBrk="1" fontAlgn="auto" hangingPunct="1">
                <a:lnSpc>
                  <a:spcPct val="90000"/>
                </a:lnSpc>
                <a:spcAft>
                  <a:spcPct val="35000"/>
                </a:spcAft>
                <a:defRPr/>
              </a:pPr>
              <a:endParaRPr lang="en-US">
                <a:latin typeface="微软雅黑" panose="020B0503020204020204" pitchFamily="34" charset="-122"/>
                <a:ea typeface="微软雅黑" panose="020B0503020204020204" pitchFamily="34" charset="-122"/>
              </a:endParaRPr>
            </a:p>
          </p:txBody>
        </p:sp>
        <p:sp>
          <p:nvSpPr>
            <p:cNvPr id="40" name="Circular Arrow 39"/>
            <p:cNvSpPr/>
            <p:nvPr/>
          </p:nvSpPr>
          <p:spPr>
            <a:xfrm>
              <a:off x="2644347" y="3139569"/>
              <a:ext cx="2066320" cy="2066792"/>
            </a:xfrm>
            <a:prstGeom prst="circularArrow">
              <a:avLst>
                <a:gd name="adj1" fmla="val 4687"/>
                <a:gd name="adj2" fmla="val 299029"/>
                <a:gd name="adj3" fmla="val 2475988"/>
                <a:gd name="adj4" fmla="val 15950712"/>
                <a:gd name="adj5" fmla="val 5469"/>
              </a:avLst>
            </a:prstGeom>
            <a:solidFill>
              <a:schemeClr val="accent3"/>
            </a:solidFill>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a:lstStyle/>
            <a:p>
              <a:endParaRPr/>
            </a:p>
          </p:txBody>
        </p:sp>
        <p:sp>
          <p:nvSpPr>
            <p:cNvPr id="41" name="Shape 40"/>
            <p:cNvSpPr/>
            <p:nvPr/>
          </p:nvSpPr>
          <p:spPr>
            <a:xfrm>
              <a:off x="1634528" y="2739865"/>
              <a:ext cx="1501215" cy="1501993"/>
            </a:xfrm>
            <a:prstGeom prst="leftCircularArrow">
              <a:avLst>
                <a:gd name="adj1" fmla="val 6452"/>
                <a:gd name="adj2" fmla="val 429999"/>
                <a:gd name="adj3" fmla="val 10489124"/>
                <a:gd name="adj4" fmla="val 14837806"/>
                <a:gd name="adj5" fmla="val 7527"/>
              </a:avLst>
            </a:prstGeom>
            <a:solidFill>
              <a:srgbClr val="F9DB7B"/>
            </a:solidFill>
            <a:ln>
              <a:noFill/>
            </a:ln>
          </p:spPr>
          <p:style>
            <a:lnRef idx="1">
              <a:schemeClr val="accent1"/>
            </a:lnRef>
            <a:fillRef idx="3">
              <a:schemeClr val="accent1"/>
            </a:fillRef>
            <a:effectRef idx="2">
              <a:schemeClr val="accent1"/>
            </a:effectRef>
            <a:fontRef idx="minor">
              <a:schemeClr val="lt1"/>
            </a:fontRef>
          </p:style>
          <p:txBody>
            <a:bodyPr/>
            <a:lstStyle/>
            <a:p>
              <a:endParaRPr/>
            </a:p>
          </p:txBody>
        </p:sp>
        <p:sp>
          <p:nvSpPr>
            <p:cNvPr id="42" name="Circular Arrow 41"/>
            <p:cNvSpPr/>
            <p:nvPr/>
          </p:nvSpPr>
          <p:spPr>
            <a:xfrm>
              <a:off x="2234031" y="1937974"/>
              <a:ext cx="1619150" cy="1618677"/>
            </a:xfrm>
            <a:prstGeom prst="circularArrow">
              <a:avLst>
                <a:gd name="adj1" fmla="val 5984"/>
                <a:gd name="adj2" fmla="val 394124"/>
                <a:gd name="adj3" fmla="val 13313824"/>
                <a:gd name="adj4" fmla="val 10508221"/>
                <a:gd name="adj5" fmla="val 6981"/>
              </a:avLst>
            </a:prstGeom>
            <a:solidFill>
              <a:srgbClr val="EA7150"/>
            </a:solidFill>
          </p:spPr>
          <p:style>
            <a:lnRef idx="0">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a:lstStyle/>
            <a:p>
              <a:endParaRPr/>
            </a:p>
          </p:txBody>
        </p:sp>
      </p:grpSp>
      <p:grpSp>
        <p:nvGrpSpPr>
          <p:cNvPr id="72" name="Group 71"/>
          <p:cNvGrpSpPr/>
          <p:nvPr/>
        </p:nvGrpSpPr>
        <p:grpSpPr>
          <a:xfrm>
            <a:off x="6945218" y="1265079"/>
            <a:ext cx="3752537" cy="1048891"/>
            <a:chOff x="1603804" y="2264101"/>
            <a:chExt cx="3752537" cy="1048891"/>
          </a:xfrm>
        </p:grpSpPr>
        <p:sp>
          <p:nvSpPr>
            <p:cNvPr id="73" name="Text Placeholder 2"/>
            <p:cNvSpPr txBox="1"/>
            <p:nvPr/>
          </p:nvSpPr>
          <p:spPr>
            <a:xfrm>
              <a:off x="1603804" y="2264101"/>
              <a:ext cx="2013460" cy="261780"/>
            </a:xfrm>
            <a:prstGeom prst="rect">
              <a:avLst/>
            </a:prstGeom>
            <a:noFill/>
          </p:spPr>
          <p:txBody>
            <a:bodyPr vert="horz" lIns="91440" tIns="45720" rIns="91440" bIns="45720"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zh-CN" sz="1600" b="1" dirty="0">
                  <a:solidFill>
                    <a:schemeClr val="tx2">
                      <a:lumMod val="50000"/>
                    </a:schemeClr>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余弦相似度算法</a:t>
              </a:r>
              <a:endParaRPr lang="en-GB" sz="1600" b="1"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74" name="TextBox 73"/>
            <p:cNvSpPr txBox="1"/>
            <p:nvPr/>
          </p:nvSpPr>
          <p:spPr>
            <a:xfrm>
              <a:off x="1686224" y="2666661"/>
              <a:ext cx="3670117" cy="646331"/>
            </a:xfrm>
            <a:prstGeom prst="rect">
              <a:avLst/>
            </a:prstGeom>
            <a:noFill/>
          </p:spPr>
          <p:txBody>
            <a:bodyPr wrap="square" lIns="0" tIns="0" rIns="0" bIns="0" rtlCol="0">
              <a:spAutoFit/>
            </a:bodyPr>
            <a:lstStyle/>
            <a:p>
              <a:pPr lvl="1"/>
              <a:r>
                <a:rPr lang="zh-CN" altLang="zh-CN" sz="1400" dirty="0">
                  <a:solidFill>
                    <a:schemeClr val="tx1">
                      <a:lumMod val="95000"/>
                      <a:lumOff val="5000"/>
                    </a:schemeClr>
                  </a:solidFill>
                  <a:latin typeface="微软雅黑" panose="020B0503020204020204" pitchFamily="34" charset="-122"/>
                  <a:ea typeface="微软雅黑" panose="020B0503020204020204" pitchFamily="34" charset="-122"/>
                </a:rPr>
                <a:t>根据用户的标签生成用户的向量，根据题目和题库的标签生成题目和题库的向量，通过计算向量夹角余弦值计算相似度。</a:t>
              </a:r>
            </a:p>
          </p:txBody>
        </p:sp>
      </p:grpSp>
      <p:grpSp>
        <p:nvGrpSpPr>
          <p:cNvPr id="75" name="Group 74"/>
          <p:cNvGrpSpPr/>
          <p:nvPr/>
        </p:nvGrpSpPr>
        <p:grpSpPr>
          <a:xfrm>
            <a:off x="6940352" y="2567920"/>
            <a:ext cx="3770304" cy="1003363"/>
            <a:chOff x="1593357" y="2202800"/>
            <a:chExt cx="3770304" cy="1003363"/>
          </a:xfrm>
        </p:grpSpPr>
        <p:sp>
          <p:nvSpPr>
            <p:cNvPr id="76" name="Text Placeholder 2"/>
            <p:cNvSpPr txBox="1"/>
            <p:nvPr/>
          </p:nvSpPr>
          <p:spPr>
            <a:xfrm>
              <a:off x="1593357" y="2202800"/>
              <a:ext cx="3066174" cy="204789"/>
            </a:xfrm>
            <a:prstGeom prst="rect">
              <a:avLst/>
            </a:prstGeom>
            <a:noFill/>
          </p:spPr>
          <p:txBody>
            <a:bodyPr vert="horz" lIns="91440" tIns="45720" rIns="91440" bIns="45720"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zh-CN" sz="1600" b="1" dirty="0">
                  <a:solidFill>
                    <a:schemeClr val="tx2">
                      <a:lumMod val="50000"/>
                    </a:schemeClr>
                  </a:solidFill>
                  <a:latin typeface="微软雅黑" panose="020B0503020204020204" pitchFamily="34" charset="-122"/>
                  <a:ea typeface="微软雅黑" panose="020B0503020204020204" pitchFamily="34" charset="-122"/>
                  <a:hlinkClick r:id="rId3" action="ppaction://hlinksldjump">
                    <a:extLst>
                      <a:ext uri="{A12FA001-AC4F-418D-AE19-62706E023703}">
                        <ahyp:hlinkClr xmlns:ahyp="http://schemas.microsoft.com/office/drawing/2018/hyperlinkcolor" val="tx"/>
                      </a:ext>
                    </a:extLst>
                  </a:hlinkClick>
                </a:rPr>
                <a:t>基于人口统计学的推荐算法</a:t>
              </a:r>
              <a:endParaRPr lang="en-GB" sz="1600" b="1"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77" name="TextBox 76"/>
            <p:cNvSpPr txBox="1"/>
            <p:nvPr/>
          </p:nvSpPr>
          <p:spPr>
            <a:xfrm>
              <a:off x="1679271" y="2559832"/>
              <a:ext cx="3684390" cy="646331"/>
            </a:xfrm>
            <a:prstGeom prst="rect">
              <a:avLst/>
            </a:prstGeom>
            <a:noFill/>
          </p:spPr>
          <p:txBody>
            <a:bodyPr wrap="square" lIns="0" tIns="0" rIns="0" bIns="0" rtlCol="0">
              <a:spAutoFit/>
            </a:bodyPr>
            <a:lstStyle/>
            <a:p>
              <a:pPr lvl="1"/>
              <a:r>
                <a:rPr lang="zh-CN" altLang="zh-CN" sz="1400" dirty="0">
                  <a:solidFill>
                    <a:schemeClr val="tx1">
                      <a:lumMod val="95000"/>
                      <a:lumOff val="5000"/>
                    </a:schemeClr>
                  </a:solidFill>
                  <a:latin typeface="微软雅黑" panose="020B0503020204020204" pitchFamily="34" charset="-122"/>
                  <a:ea typeface="微软雅黑" panose="020B0503020204020204" pitchFamily="34" charset="-122"/>
                </a:rPr>
                <a:t>根据用户的标签，计算用户相似程度，并将相似用户的错题集和收藏的题目推荐给其他相似用户。</a:t>
              </a:r>
            </a:p>
          </p:txBody>
        </p:sp>
      </p:grpSp>
      <p:grpSp>
        <p:nvGrpSpPr>
          <p:cNvPr id="78" name="Group 77"/>
          <p:cNvGrpSpPr/>
          <p:nvPr/>
        </p:nvGrpSpPr>
        <p:grpSpPr>
          <a:xfrm>
            <a:off x="6927451" y="3932065"/>
            <a:ext cx="3783205" cy="2653441"/>
            <a:chOff x="1580456" y="2126676"/>
            <a:chExt cx="3783205" cy="2653441"/>
          </a:xfrm>
        </p:grpSpPr>
        <p:sp>
          <p:nvSpPr>
            <p:cNvPr id="79" name="Text Placeholder 2"/>
            <p:cNvSpPr txBox="1"/>
            <p:nvPr/>
          </p:nvSpPr>
          <p:spPr>
            <a:xfrm>
              <a:off x="1580456" y="2126676"/>
              <a:ext cx="2013460" cy="261780"/>
            </a:xfrm>
            <a:prstGeom prst="rect">
              <a:avLst/>
            </a:prstGeom>
            <a:noFill/>
          </p:spPr>
          <p:txBody>
            <a:bodyPr vert="horz" lIns="91440" tIns="45720" rIns="91440" bIns="45720"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zh-CN" sz="1600" b="1" dirty="0">
                  <a:solidFill>
                    <a:schemeClr val="tx2">
                      <a:lumMod val="50000"/>
                    </a:schemeClr>
                  </a:solidFill>
                  <a:latin typeface="微软雅黑" panose="020B0503020204020204" pitchFamily="34" charset="-122"/>
                  <a:ea typeface="微软雅黑" panose="020B0503020204020204" pitchFamily="34" charset="-122"/>
                  <a:hlinkClick r:id="rId4" action="ppaction://hlinksldjump">
                    <a:extLst>
                      <a:ext uri="{A12FA001-AC4F-418D-AE19-62706E023703}">
                        <ahyp:hlinkClr xmlns:ahyp="http://schemas.microsoft.com/office/drawing/2018/hyperlinkcolor" val="tx"/>
                      </a:ext>
                    </a:extLst>
                  </a:hlinkClick>
                </a:rPr>
                <a:t>基于内容的推荐算法</a:t>
              </a:r>
              <a:endParaRPr lang="en-GB" sz="1600" b="1"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80" name="TextBox 79"/>
            <p:cNvSpPr txBox="1"/>
            <p:nvPr/>
          </p:nvSpPr>
          <p:spPr>
            <a:xfrm>
              <a:off x="2096758" y="2469292"/>
              <a:ext cx="3266903" cy="2310825"/>
            </a:xfrm>
            <a:prstGeom prst="rect">
              <a:avLst/>
            </a:prstGeom>
            <a:noFill/>
          </p:spPr>
          <p:txBody>
            <a:bodyPr wrap="square" lIns="0" tIns="0" rIns="0" bIns="0" rtlCol="0">
              <a:spAutoFit/>
            </a:bodyPr>
            <a:lstStyle/>
            <a:p>
              <a:pPr>
                <a:lnSpc>
                  <a:spcPct val="150000"/>
                </a:lnSpc>
              </a:pPr>
              <a:r>
                <a:rPr lang="zh-CN" altLang="zh-CN" sz="1400" dirty="0">
                  <a:solidFill>
                    <a:schemeClr val="tx1">
                      <a:lumMod val="95000"/>
                      <a:lumOff val="5000"/>
                    </a:schemeClr>
                  </a:solidFill>
                  <a:latin typeface="微软雅黑" panose="020B0503020204020204" pitchFamily="34" charset="-122"/>
                  <a:ea typeface="微软雅黑" panose="020B0503020204020204" pitchFamily="34" charset="-122"/>
                </a:rPr>
                <a:t>根据题目的标签，计算题目的相似程度，将与用户错过的题目相似的题目、用户未掌握知识点的题目、高频题目推荐给用户；根据题库的标签，将与用户错误率高的题库相似的题库推荐给同一类用户，将涵盖的题目在用户目标考试中出现频率高的题库推荐给用户</a:t>
              </a:r>
              <a:r>
                <a:rPr lang="zh-CN" altLang="zh-CN" sz="1800" dirty="0">
                  <a:effectLst/>
                  <a:ea typeface="等线" panose="02010600030101010101" pitchFamily="2" charset="-122"/>
                  <a:cs typeface="Times New Roman" panose="02020603050405020304" pitchFamily="18" charset="0"/>
                </a:rPr>
                <a:t>。</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 name="Group 1"/>
          <p:cNvGrpSpPr/>
          <p:nvPr/>
        </p:nvGrpSpPr>
        <p:grpSpPr>
          <a:xfrm>
            <a:off x="5629018" y="1390126"/>
            <a:ext cx="912924" cy="724380"/>
            <a:chOff x="6163669" y="2129225"/>
            <a:chExt cx="912924" cy="724380"/>
          </a:xfrm>
          <a:solidFill>
            <a:srgbClr val="EA7150"/>
          </a:solidFill>
        </p:grpSpPr>
        <p:grpSp>
          <p:nvGrpSpPr>
            <p:cNvPr id="44" name="Group 43"/>
            <p:cNvGrpSpPr/>
            <p:nvPr/>
          </p:nvGrpSpPr>
          <p:grpSpPr>
            <a:xfrm>
              <a:off x="6163669" y="2129225"/>
              <a:ext cx="912924" cy="724380"/>
              <a:chOff x="838200" y="1910004"/>
              <a:chExt cx="1152938" cy="914400"/>
            </a:xfrm>
            <a:grpFill/>
          </p:grpSpPr>
          <p:sp>
            <p:nvSpPr>
              <p:cNvPr id="47" name="Rectangle 46"/>
              <p:cNvSpPr/>
              <p:nvPr/>
            </p:nvSpPr>
            <p:spPr>
              <a:xfrm>
                <a:off x="838200" y="1910991"/>
                <a:ext cx="914218" cy="91379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en-US" sz="2400">
                  <a:latin typeface="微软雅黑" panose="020B0503020204020204" pitchFamily="34" charset="-122"/>
                  <a:ea typeface="微软雅黑" panose="020B0503020204020204" pitchFamily="34" charset="-122"/>
                </a:endParaRPr>
              </a:p>
            </p:txBody>
          </p:sp>
          <p:sp>
            <p:nvSpPr>
              <p:cNvPr id="48" name="Isosceles Triangle 47"/>
              <p:cNvSpPr/>
              <p:nvPr/>
            </p:nvSpPr>
            <p:spPr>
              <a:xfrm flipV="1">
                <a:off x="1752418" y="1910991"/>
                <a:ext cx="238580" cy="258507"/>
              </a:xfrm>
              <a:prstGeom prst="triangle">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en-US" sz="2400">
                  <a:latin typeface="微软雅黑" panose="020B0503020204020204" pitchFamily="34" charset="-122"/>
                  <a:ea typeface="微软雅黑" panose="020B0503020204020204" pitchFamily="34" charset="-122"/>
                </a:endParaRPr>
              </a:p>
            </p:txBody>
          </p:sp>
        </p:grpSp>
        <p:sp>
          <p:nvSpPr>
            <p:cNvPr id="81" name="Text Box 10"/>
            <p:cNvSpPr txBox="1">
              <a:spLocks noChangeArrowheads="1"/>
            </p:cNvSpPr>
            <p:nvPr/>
          </p:nvSpPr>
          <p:spPr bwMode="auto">
            <a:xfrm>
              <a:off x="6163670" y="2231674"/>
              <a:ext cx="723900" cy="492443"/>
            </a:xfrm>
            <a:prstGeom prst="rect">
              <a:avLst/>
            </a:prstGeom>
            <a:grpFill/>
            <a:ln w="9525">
              <a:noFill/>
              <a:miter lim="800000"/>
            </a:ln>
          </p:spPr>
          <p:txBody>
            <a:bodyPr wrap="square" lIns="60960" tIns="30480" rIns="60960" bIns="30480">
              <a:spAutoFit/>
            </a:bodyPr>
            <a:lstStyle/>
            <a:p>
              <a:pPr algn="ctr" defTabSz="1450975"/>
              <a:r>
                <a:rPr lang="en-US" sz="2800" b="1">
                  <a:solidFill>
                    <a:schemeClr val="bg1"/>
                  </a:solidFill>
                  <a:latin typeface="微软雅黑" panose="020B0503020204020204" pitchFamily="34" charset="-122"/>
                  <a:ea typeface="微软雅黑" panose="020B0503020204020204" pitchFamily="34" charset="-122"/>
                  <a:cs typeface="Clear Sans" panose="020B0503030202020304" pitchFamily="34" charset="0"/>
                </a:rPr>
                <a:t>1</a:t>
              </a:r>
            </a:p>
          </p:txBody>
        </p:sp>
      </p:grpSp>
      <p:grpSp>
        <p:nvGrpSpPr>
          <p:cNvPr id="3" name="Group 2"/>
          <p:cNvGrpSpPr/>
          <p:nvPr/>
        </p:nvGrpSpPr>
        <p:grpSpPr>
          <a:xfrm>
            <a:off x="5634599" y="2754269"/>
            <a:ext cx="912924" cy="724379"/>
            <a:chOff x="6163669" y="3254759"/>
            <a:chExt cx="912924" cy="724379"/>
          </a:xfrm>
          <a:solidFill>
            <a:srgbClr val="F9DB7B"/>
          </a:solidFill>
        </p:grpSpPr>
        <p:grpSp>
          <p:nvGrpSpPr>
            <p:cNvPr id="50" name="Group 49"/>
            <p:cNvGrpSpPr/>
            <p:nvPr/>
          </p:nvGrpSpPr>
          <p:grpSpPr>
            <a:xfrm>
              <a:off x="6163669" y="3254759"/>
              <a:ext cx="912924" cy="724379"/>
              <a:chOff x="838200" y="1910004"/>
              <a:chExt cx="1152938" cy="914400"/>
            </a:xfrm>
            <a:grpFill/>
          </p:grpSpPr>
          <p:sp>
            <p:nvSpPr>
              <p:cNvPr id="53" name="Rectangle 52"/>
              <p:cNvSpPr/>
              <p:nvPr/>
            </p:nvSpPr>
            <p:spPr>
              <a:xfrm>
                <a:off x="838200" y="1910991"/>
                <a:ext cx="914218" cy="91379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en-US" sz="2400">
                  <a:latin typeface="微软雅黑" panose="020B0503020204020204" pitchFamily="34" charset="-122"/>
                  <a:ea typeface="微软雅黑" panose="020B0503020204020204" pitchFamily="34" charset="-122"/>
                </a:endParaRPr>
              </a:p>
            </p:txBody>
          </p:sp>
          <p:sp>
            <p:nvSpPr>
              <p:cNvPr id="54" name="Isosceles Triangle 53"/>
              <p:cNvSpPr/>
              <p:nvPr/>
            </p:nvSpPr>
            <p:spPr>
              <a:xfrm flipV="1">
                <a:off x="1752418" y="1910991"/>
                <a:ext cx="238580" cy="258508"/>
              </a:xfrm>
              <a:prstGeom prst="triangle">
                <a:avLst>
                  <a:gd name="adj"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en-US" sz="2400">
                  <a:latin typeface="微软雅黑" panose="020B0503020204020204" pitchFamily="34" charset="-122"/>
                  <a:ea typeface="微软雅黑" panose="020B0503020204020204" pitchFamily="34" charset="-122"/>
                </a:endParaRPr>
              </a:p>
            </p:txBody>
          </p:sp>
        </p:grpSp>
        <p:sp>
          <p:nvSpPr>
            <p:cNvPr id="82" name="Text Box 10"/>
            <p:cNvSpPr txBox="1">
              <a:spLocks noChangeArrowheads="1"/>
            </p:cNvSpPr>
            <p:nvPr/>
          </p:nvSpPr>
          <p:spPr bwMode="auto">
            <a:xfrm>
              <a:off x="6163670" y="3367318"/>
              <a:ext cx="723900" cy="492443"/>
            </a:xfrm>
            <a:prstGeom prst="rect">
              <a:avLst/>
            </a:prstGeom>
            <a:grpFill/>
            <a:ln w="9525">
              <a:noFill/>
              <a:miter lim="800000"/>
            </a:ln>
          </p:spPr>
          <p:txBody>
            <a:bodyPr wrap="square" lIns="60960" tIns="30480" rIns="60960" bIns="30480">
              <a:spAutoFit/>
            </a:bodyPr>
            <a:lstStyle/>
            <a:p>
              <a:pPr algn="ctr" defTabSz="1450975"/>
              <a:r>
                <a:rPr lang="en-US" sz="2800" b="1" dirty="0">
                  <a:solidFill>
                    <a:schemeClr val="bg1"/>
                  </a:solidFill>
                  <a:latin typeface="微软雅黑" panose="020B0503020204020204" pitchFamily="34" charset="-122"/>
                  <a:ea typeface="微软雅黑" panose="020B0503020204020204" pitchFamily="34" charset="-122"/>
                  <a:cs typeface="Clear Sans" panose="020B0503030202020304" pitchFamily="34" charset="0"/>
                </a:rPr>
                <a:t>2</a:t>
              </a:r>
            </a:p>
          </p:txBody>
        </p:sp>
      </p:grpSp>
      <p:grpSp>
        <p:nvGrpSpPr>
          <p:cNvPr id="4" name="Group 3"/>
          <p:cNvGrpSpPr/>
          <p:nvPr/>
        </p:nvGrpSpPr>
        <p:grpSpPr>
          <a:xfrm>
            <a:off x="5634599" y="4193845"/>
            <a:ext cx="912813" cy="723901"/>
            <a:chOff x="6163669" y="4444585"/>
            <a:chExt cx="912813" cy="723901"/>
          </a:xfrm>
        </p:grpSpPr>
        <p:sp>
          <p:nvSpPr>
            <p:cNvPr id="56" name="Rectangle 55"/>
            <p:cNvSpPr/>
            <p:nvPr/>
          </p:nvSpPr>
          <p:spPr bwMode="auto">
            <a:xfrm>
              <a:off x="6163669" y="4444585"/>
              <a:ext cx="723900" cy="7239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en-US" sz="2400">
                <a:latin typeface="微软雅黑" panose="020B0503020204020204" pitchFamily="34" charset="-122"/>
                <a:ea typeface="微软雅黑" panose="020B0503020204020204" pitchFamily="34" charset="-122"/>
              </a:endParaRPr>
            </a:p>
          </p:txBody>
        </p:sp>
        <p:sp>
          <p:nvSpPr>
            <p:cNvPr id="57" name="Isosceles Triangle 56"/>
            <p:cNvSpPr/>
            <p:nvPr/>
          </p:nvSpPr>
          <p:spPr bwMode="auto">
            <a:xfrm flipV="1">
              <a:off x="6887569" y="4444585"/>
              <a:ext cx="188913" cy="204787"/>
            </a:xfrm>
            <a:prstGeom prst="triangle">
              <a:avLst>
                <a:gd name="adj" fmla="val 0"/>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en-US" sz="2400">
                <a:latin typeface="微软雅黑" panose="020B0503020204020204" pitchFamily="34" charset="-122"/>
                <a:ea typeface="微软雅黑" panose="020B0503020204020204" pitchFamily="34" charset="-122"/>
              </a:endParaRPr>
            </a:p>
          </p:txBody>
        </p:sp>
        <p:sp>
          <p:nvSpPr>
            <p:cNvPr id="83" name="Text Box 10"/>
            <p:cNvSpPr txBox="1">
              <a:spLocks noChangeArrowheads="1"/>
            </p:cNvSpPr>
            <p:nvPr/>
          </p:nvSpPr>
          <p:spPr bwMode="auto">
            <a:xfrm>
              <a:off x="6163670" y="4558564"/>
              <a:ext cx="723900" cy="492443"/>
            </a:xfrm>
            <a:prstGeom prst="rect">
              <a:avLst/>
            </a:prstGeom>
            <a:noFill/>
            <a:ln w="9525">
              <a:noFill/>
              <a:miter lim="800000"/>
            </a:ln>
          </p:spPr>
          <p:txBody>
            <a:bodyPr wrap="square" lIns="60960" tIns="30480" rIns="60960" bIns="30480">
              <a:spAutoFit/>
            </a:bodyPr>
            <a:lstStyle/>
            <a:p>
              <a:pPr algn="ctr" defTabSz="1450975"/>
              <a:r>
                <a:rPr lang="en-US" sz="2800" b="1" dirty="0">
                  <a:solidFill>
                    <a:schemeClr val="bg1"/>
                  </a:solidFill>
                  <a:latin typeface="微软雅黑" panose="020B0503020204020204" pitchFamily="34" charset="-122"/>
                  <a:ea typeface="微软雅黑" panose="020B0503020204020204" pitchFamily="34" charset="-122"/>
                  <a:cs typeface="Clear Sans" panose="020B0503030202020304" pitchFamily="34" charset="0"/>
                </a:rPr>
                <a:t>3</a:t>
              </a:r>
            </a:p>
          </p:txBody>
        </p:sp>
      </p:grpSp>
      <p:pic>
        <p:nvPicPr>
          <p:cNvPr id="5" name="Picture 2" descr="C:\Users\Administrator\Desktop\11111.tif">
            <a:extLst>
              <a:ext uri="{FF2B5EF4-FFF2-40B4-BE49-F238E27FC236}">
                <a16:creationId xmlns:a16="http://schemas.microsoft.com/office/drawing/2014/main" id="{CD1CFC29-6EC9-CE1A-478E-C58A6938BFC9}"/>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占位符 1">
            <a:extLst>
              <a:ext uri="{FF2B5EF4-FFF2-40B4-BE49-F238E27FC236}">
                <a16:creationId xmlns:a16="http://schemas.microsoft.com/office/drawing/2014/main" id="{CC73671E-F7EB-B35C-1B24-36481F9CF722}"/>
              </a:ext>
            </a:extLst>
          </p:cNvPr>
          <p:cNvSpPr txBox="1">
            <a:spLocks/>
          </p:cNvSpPr>
          <p:nvPr/>
        </p:nvSpPr>
        <p:spPr>
          <a:xfrm>
            <a:off x="5629018" y="151168"/>
            <a:ext cx="933963" cy="5295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kumimoji="1" lang="zh-CN" altLang="en-US" dirty="0">
                <a:solidFill>
                  <a:srgbClr val="FFFFFF"/>
                </a:solidFill>
                <a:latin typeface="微软雅黑" panose="020B0503020204020204" charset="-122"/>
                <a:ea typeface="微软雅黑" panose="020B0503020204020204" charset="-122"/>
                <a:cs typeface="微软雅黑" panose="020B0503020204020204" charset="-122"/>
              </a:rPr>
              <a:t>算法</a:t>
            </a:r>
          </a:p>
        </p:txBody>
      </p:sp>
      <p:sp>
        <p:nvSpPr>
          <p:cNvPr id="9" name="箭头: 右 8">
            <a:hlinkClick r:id="rId6" action="ppaction://hlinksldjump"/>
            <a:extLst>
              <a:ext uri="{FF2B5EF4-FFF2-40B4-BE49-F238E27FC236}">
                <a16:creationId xmlns:a16="http://schemas.microsoft.com/office/drawing/2014/main" id="{45C36A0A-290A-9CB8-1867-18FEA533D3E3}"/>
              </a:ext>
            </a:extLst>
          </p:cNvPr>
          <p:cNvSpPr/>
          <p:nvPr/>
        </p:nvSpPr>
        <p:spPr>
          <a:xfrm>
            <a:off x="1945046" y="5547378"/>
            <a:ext cx="1860331" cy="422516"/>
          </a:xfrm>
          <a:prstGeom prst="rightArrow">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istrator\Desktop\11111.tif">
            <a:extLst>
              <a:ext uri="{FF2B5EF4-FFF2-40B4-BE49-F238E27FC236}">
                <a16:creationId xmlns:a16="http://schemas.microsoft.com/office/drawing/2014/main" id="{D40B4C5D-1764-5319-CC08-EBC5DFE076B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占位符 1">
            <a:extLst>
              <a:ext uri="{FF2B5EF4-FFF2-40B4-BE49-F238E27FC236}">
                <a16:creationId xmlns:a16="http://schemas.microsoft.com/office/drawing/2014/main" id="{747C6098-3159-F1DF-2E2A-48CD15CC94F6}"/>
              </a:ext>
            </a:extLst>
          </p:cNvPr>
          <p:cNvSpPr txBox="1">
            <a:spLocks/>
          </p:cNvSpPr>
          <p:nvPr/>
        </p:nvSpPr>
        <p:spPr>
          <a:xfrm>
            <a:off x="4956034" y="137990"/>
            <a:ext cx="2698471" cy="5295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kumimoji="1" lang="zh-CN" altLang="en-US" sz="2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余弦相似度算法</a:t>
            </a:r>
          </a:p>
        </p:txBody>
      </p:sp>
      <p:sp>
        <p:nvSpPr>
          <p:cNvPr id="4" name="文本框 3">
            <a:extLst>
              <a:ext uri="{FF2B5EF4-FFF2-40B4-BE49-F238E27FC236}">
                <a16:creationId xmlns:a16="http://schemas.microsoft.com/office/drawing/2014/main" id="{F7342E8C-8162-D79C-5FF6-58A0B0C84A0B}"/>
              </a:ext>
            </a:extLst>
          </p:cNvPr>
          <p:cNvSpPr txBox="1"/>
          <p:nvPr/>
        </p:nvSpPr>
        <p:spPr>
          <a:xfrm>
            <a:off x="3708050" y="6331432"/>
            <a:ext cx="4817942" cy="276999"/>
          </a:xfrm>
          <a:prstGeom prst="rect">
            <a:avLst/>
          </a:prstGeom>
          <a:noFill/>
        </p:spPr>
        <p:txBody>
          <a:bodyPr wrap="square" rtlCol="0">
            <a:spAutoFit/>
          </a:bodyPr>
          <a:lstStyle/>
          <a:p>
            <a:pPr algn="ctr"/>
            <a:r>
              <a:rPr lang="zh-CN" altLang="en-US" sz="1200" dirty="0"/>
              <a:t>图片源自</a:t>
            </a:r>
            <a:r>
              <a:rPr lang="en-US" altLang="zh-CN" sz="1200" dirty="0"/>
              <a:t>CSDN@</a:t>
            </a:r>
            <a:r>
              <a:rPr lang="zh-CN" altLang="en-US" sz="1200" dirty="0"/>
              <a:t>柠檬小帽</a:t>
            </a:r>
          </a:p>
        </p:txBody>
      </p:sp>
      <p:pic>
        <p:nvPicPr>
          <p:cNvPr id="5" name="Picture 2" descr="请添加图片描述">
            <a:extLst>
              <a:ext uri="{FF2B5EF4-FFF2-40B4-BE49-F238E27FC236}">
                <a16:creationId xmlns:a16="http://schemas.microsoft.com/office/drawing/2014/main" id="{D5D503CE-4D62-AD13-7AB7-255C081954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2324" y="667559"/>
            <a:ext cx="9177749" cy="5499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22925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istrator\Desktop\11111.tif">
            <a:extLst>
              <a:ext uri="{FF2B5EF4-FFF2-40B4-BE49-F238E27FC236}">
                <a16:creationId xmlns:a16="http://schemas.microsoft.com/office/drawing/2014/main" id="{D40B4C5D-1764-5319-CC08-EBC5DFE076B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占位符 1">
            <a:extLst>
              <a:ext uri="{FF2B5EF4-FFF2-40B4-BE49-F238E27FC236}">
                <a16:creationId xmlns:a16="http://schemas.microsoft.com/office/drawing/2014/main" id="{747C6098-3159-F1DF-2E2A-48CD15CC94F6}"/>
              </a:ext>
            </a:extLst>
          </p:cNvPr>
          <p:cNvSpPr txBox="1">
            <a:spLocks/>
          </p:cNvSpPr>
          <p:nvPr/>
        </p:nvSpPr>
        <p:spPr>
          <a:xfrm>
            <a:off x="4054247" y="125377"/>
            <a:ext cx="4648319" cy="5295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kumimoji="1" lang="zh-CN" altLang="en-US" dirty="0">
                <a:solidFill>
                  <a:srgbClr val="FFFFFF"/>
                </a:solidFill>
                <a:latin typeface="微软雅黑" panose="020B0503020204020204" charset="-122"/>
                <a:ea typeface="微软雅黑" panose="020B0503020204020204" charset="-122"/>
                <a:cs typeface="微软雅黑" panose="020B0503020204020204" charset="-122"/>
              </a:rPr>
              <a:t>基于人口统计学的推荐算法</a:t>
            </a:r>
          </a:p>
        </p:txBody>
      </p:sp>
      <p:pic>
        <p:nvPicPr>
          <p:cNvPr id="4" name="图片 3">
            <a:extLst>
              <a:ext uri="{FF2B5EF4-FFF2-40B4-BE49-F238E27FC236}">
                <a16:creationId xmlns:a16="http://schemas.microsoft.com/office/drawing/2014/main" id="{C2F19154-89EB-C649-263F-2B36FCE78DE2}"/>
              </a:ext>
            </a:extLst>
          </p:cNvPr>
          <p:cNvPicPr>
            <a:picLocks noChangeAspect="1"/>
          </p:cNvPicPr>
          <p:nvPr/>
        </p:nvPicPr>
        <p:blipFill>
          <a:blip r:embed="rId3"/>
          <a:stretch>
            <a:fillRect/>
          </a:stretch>
        </p:blipFill>
        <p:spPr>
          <a:xfrm>
            <a:off x="1957424" y="694337"/>
            <a:ext cx="8567635" cy="5442103"/>
          </a:xfrm>
          <a:prstGeom prst="rect">
            <a:avLst/>
          </a:prstGeom>
        </p:spPr>
      </p:pic>
      <p:sp>
        <p:nvSpPr>
          <p:cNvPr id="5" name="文本框 4">
            <a:extLst>
              <a:ext uri="{FF2B5EF4-FFF2-40B4-BE49-F238E27FC236}">
                <a16:creationId xmlns:a16="http://schemas.microsoft.com/office/drawing/2014/main" id="{E5C36908-3B2B-AA44-00D6-80A82EB73A64}"/>
              </a:ext>
            </a:extLst>
          </p:cNvPr>
          <p:cNvSpPr txBox="1"/>
          <p:nvPr/>
        </p:nvSpPr>
        <p:spPr>
          <a:xfrm>
            <a:off x="3708050" y="6331432"/>
            <a:ext cx="4817942" cy="276999"/>
          </a:xfrm>
          <a:prstGeom prst="rect">
            <a:avLst/>
          </a:prstGeom>
          <a:noFill/>
        </p:spPr>
        <p:txBody>
          <a:bodyPr wrap="square" rtlCol="0">
            <a:spAutoFit/>
          </a:bodyPr>
          <a:lstStyle/>
          <a:p>
            <a:pPr algn="ctr"/>
            <a:r>
              <a:rPr lang="zh-CN" altLang="en-US" sz="1200" dirty="0">
                <a:hlinkClick r:id="rId4" action="ppaction://hlinksldjump">
                  <a:extLst>
                    <a:ext uri="{A12FA001-AC4F-418D-AE19-62706E023703}">
                      <ahyp:hlinkClr xmlns:ahyp="http://schemas.microsoft.com/office/drawing/2018/hyperlinkcolor" val="tx"/>
                    </a:ext>
                  </a:extLst>
                </a:hlinkClick>
              </a:rPr>
              <a:t>图片源自</a:t>
            </a:r>
            <a:r>
              <a:rPr lang="en-US" altLang="zh-CN" sz="1200" dirty="0">
                <a:hlinkClick r:id="rId4" action="ppaction://hlinksldjump">
                  <a:extLst>
                    <a:ext uri="{A12FA001-AC4F-418D-AE19-62706E023703}">
                      <ahyp:hlinkClr xmlns:ahyp="http://schemas.microsoft.com/office/drawing/2018/hyperlinkcolor" val="tx"/>
                    </a:ext>
                  </a:extLst>
                </a:hlinkClick>
              </a:rPr>
              <a:t>CSDN@</a:t>
            </a:r>
            <a:r>
              <a:rPr lang="zh-CN" altLang="en-US" sz="1200" dirty="0">
                <a:hlinkClick r:id="rId4" action="ppaction://hlinksldjump">
                  <a:extLst>
                    <a:ext uri="{A12FA001-AC4F-418D-AE19-62706E023703}">
                      <ahyp:hlinkClr xmlns:ahyp="http://schemas.microsoft.com/office/drawing/2018/hyperlinkcolor" val="tx"/>
                    </a:ext>
                  </a:extLst>
                </a:hlinkClick>
              </a:rPr>
              <a:t>柠檬小帽</a:t>
            </a:r>
            <a:endParaRPr lang="zh-CN" altLang="en-US" sz="1200" dirty="0"/>
          </a:p>
        </p:txBody>
      </p:sp>
    </p:spTree>
    <p:extLst>
      <p:ext uri="{BB962C8B-B14F-4D97-AF65-F5344CB8AC3E}">
        <p14:creationId xmlns:p14="http://schemas.microsoft.com/office/powerpoint/2010/main" val="285998993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istrator\Desktop\11111.tif">
            <a:extLst>
              <a:ext uri="{FF2B5EF4-FFF2-40B4-BE49-F238E27FC236}">
                <a16:creationId xmlns:a16="http://schemas.microsoft.com/office/drawing/2014/main" id="{D40B4C5D-1764-5319-CC08-EBC5DFE076B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占位符 1">
            <a:extLst>
              <a:ext uri="{FF2B5EF4-FFF2-40B4-BE49-F238E27FC236}">
                <a16:creationId xmlns:a16="http://schemas.microsoft.com/office/drawing/2014/main" id="{747C6098-3159-F1DF-2E2A-48CD15CC94F6}"/>
              </a:ext>
            </a:extLst>
          </p:cNvPr>
          <p:cNvSpPr txBox="1">
            <a:spLocks/>
          </p:cNvSpPr>
          <p:nvPr/>
        </p:nvSpPr>
        <p:spPr>
          <a:xfrm>
            <a:off x="4799023" y="137990"/>
            <a:ext cx="3525169" cy="52956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kumimoji="1" lang="zh-CN" altLang="en-US" sz="2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基于内容的推荐算法</a:t>
            </a:r>
          </a:p>
        </p:txBody>
      </p:sp>
      <p:pic>
        <p:nvPicPr>
          <p:cNvPr id="4" name="图片 3">
            <a:extLst>
              <a:ext uri="{FF2B5EF4-FFF2-40B4-BE49-F238E27FC236}">
                <a16:creationId xmlns:a16="http://schemas.microsoft.com/office/drawing/2014/main" id="{F5F8E4AC-F5E4-3E2C-5CB1-9E1E70A06AE8}"/>
              </a:ext>
            </a:extLst>
          </p:cNvPr>
          <p:cNvPicPr>
            <a:picLocks noChangeAspect="1"/>
          </p:cNvPicPr>
          <p:nvPr/>
        </p:nvPicPr>
        <p:blipFill>
          <a:blip r:embed="rId3"/>
          <a:stretch>
            <a:fillRect/>
          </a:stretch>
        </p:blipFill>
        <p:spPr>
          <a:xfrm>
            <a:off x="1766949" y="667559"/>
            <a:ext cx="9082686" cy="5442257"/>
          </a:xfrm>
          <a:prstGeom prst="rect">
            <a:avLst/>
          </a:prstGeom>
        </p:spPr>
      </p:pic>
      <p:sp>
        <p:nvSpPr>
          <p:cNvPr id="5" name="文本框 4">
            <a:extLst>
              <a:ext uri="{FF2B5EF4-FFF2-40B4-BE49-F238E27FC236}">
                <a16:creationId xmlns:a16="http://schemas.microsoft.com/office/drawing/2014/main" id="{42873B00-2459-CB92-7A36-1C7E5949AD9D}"/>
              </a:ext>
            </a:extLst>
          </p:cNvPr>
          <p:cNvSpPr txBox="1"/>
          <p:nvPr/>
        </p:nvSpPr>
        <p:spPr>
          <a:xfrm>
            <a:off x="3708050" y="6331432"/>
            <a:ext cx="4817942" cy="276999"/>
          </a:xfrm>
          <a:prstGeom prst="rect">
            <a:avLst/>
          </a:prstGeom>
          <a:noFill/>
        </p:spPr>
        <p:txBody>
          <a:bodyPr wrap="square" rtlCol="0">
            <a:spAutoFit/>
          </a:bodyPr>
          <a:lstStyle/>
          <a:p>
            <a:pPr algn="ctr"/>
            <a:r>
              <a:rPr lang="zh-CN" altLang="en-US" sz="1200" dirty="0">
                <a:hlinkClick r:id="rId4" action="ppaction://hlinksldjump">
                  <a:extLst>
                    <a:ext uri="{A12FA001-AC4F-418D-AE19-62706E023703}">
                      <ahyp:hlinkClr xmlns:ahyp="http://schemas.microsoft.com/office/drawing/2018/hyperlinkcolor" val="tx"/>
                    </a:ext>
                  </a:extLst>
                </a:hlinkClick>
              </a:rPr>
              <a:t>图片源自</a:t>
            </a:r>
            <a:r>
              <a:rPr lang="en-US" altLang="zh-CN" sz="1200" dirty="0">
                <a:hlinkClick r:id="rId4" action="ppaction://hlinksldjump">
                  <a:extLst>
                    <a:ext uri="{A12FA001-AC4F-418D-AE19-62706E023703}">
                      <ahyp:hlinkClr xmlns:ahyp="http://schemas.microsoft.com/office/drawing/2018/hyperlinkcolor" val="tx"/>
                    </a:ext>
                  </a:extLst>
                </a:hlinkClick>
              </a:rPr>
              <a:t>CSDN@</a:t>
            </a:r>
            <a:r>
              <a:rPr lang="zh-CN" altLang="en-US" sz="1200" dirty="0">
                <a:hlinkClick r:id="rId4" action="ppaction://hlinksldjump">
                  <a:extLst>
                    <a:ext uri="{A12FA001-AC4F-418D-AE19-62706E023703}">
                      <ahyp:hlinkClr xmlns:ahyp="http://schemas.microsoft.com/office/drawing/2018/hyperlinkcolor" val="tx"/>
                    </a:ext>
                  </a:extLst>
                </a:hlinkClick>
              </a:rPr>
              <a:t>柠檬小帽</a:t>
            </a:r>
            <a:endParaRPr lang="zh-CN" altLang="en-US" sz="1200" dirty="0"/>
          </a:p>
        </p:txBody>
      </p:sp>
    </p:spTree>
    <p:extLst>
      <p:ext uri="{BB962C8B-B14F-4D97-AF65-F5344CB8AC3E}">
        <p14:creationId xmlns:p14="http://schemas.microsoft.com/office/powerpoint/2010/main" val="217944888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3" name="矩形 2"/>
          <p:cNvSpPr/>
          <p:nvPr/>
        </p:nvSpPr>
        <p:spPr>
          <a:xfrm>
            <a:off x="0" y="0"/>
            <a:ext cx="12192000" cy="6858000"/>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bwMode="auto">
          <a:xfrm>
            <a:off x="5018468" y="1365770"/>
            <a:ext cx="2155062" cy="2190390"/>
          </a:xfrm>
          <a:prstGeom prst="ellipse">
            <a:avLst/>
          </a:prstGeom>
          <a:solidFill>
            <a:srgbClr val="FCFCFC"/>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6" name="椭圆 5"/>
          <p:cNvSpPr/>
          <p:nvPr/>
        </p:nvSpPr>
        <p:spPr bwMode="auto">
          <a:xfrm>
            <a:off x="4925101" y="1269879"/>
            <a:ext cx="2341798" cy="2382174"/>
          </a:xfrm>
          <a:prstGeom prst="ellipse">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8" name="文本框 15"/>
          <p:cNvSpPr txBox="1">
            <a:spLocks noChangeArrowheads="1"/>
          </p:cNvSpPr>
          <p:nvPr/>
        </p:nvSpPr>
        <p:spPr bwMode="auto">
          <a:xfrm>
            <a:off x="4623323" y="3849464"/>
            <a:ext cx="29453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None/>
              <a:defRPr/>
            </a:pPr>
            <a:r>
              <a:rPr lang="zh-CN" altLang="en-US" sz="4000" b="1" kern="0" dirty="0">
                <a:solidFill>
                  <a:srgbClr val="FAFAFA"/>
                </a:solidFill>
                <a:latin typeface="造字工房悦黑体验版常规体" pitchFamily="50" charset="-122"/>
                <a:ea typeface="造字工房悦黑体验版常规体" pitchFamily="50" charset="-122"/>
              </a:rPr>
              <a:t>使用场景</a:t>
            </a:r>
          </a:p>
        </p:txBody>
      </p:sp>
      <p:sp>
        <p:nvSpPr>
          <p:cNvPr id="10" name="Freeform 36"/>
          <p:cNvSpPr>
            <a:spLocks noEditPoints="1"/>
          </p:cNvSpPr>
          <p:nvPr/>
        </p:nvSpPr>
        <p:spPr bwMode="auto">
          <a:xfrm>
            <a:off x="5559737" y="1923020"/>
            <a:ext cx="1072526" cy="1075890"/>
          </a:xfrm>
          <a:custGeom>
            <a:avLst/>
            <a:gdLst>
              <a:gd name="T0" fmla="*/ 341 w 933"/>
              <a:gd name="T1" fmla="*/ 63 h 932"/>
              <a:gd name="T2" fmla="*/ 145 w 933"/>
              <a:gd name="T3" fmla="*/ 144 h 932"/>
              <a:gd name="T4" fmla="*/ 64 w 933"/>
              <a:gd name="T5" fmla="*/ 340 h 932"/>
              <a:gd name="T6" fmla="*/ 145 w 933"/>
              <a:gd name="T7" fmla="*/ 536 h 932"/>
              <a:gd name="T8" fmla="*/ 341 w 933"/>
              <a:gd name="T9" fmla="*/ 617 h 932"/>
              <a:gd name="T10" fmla="*/ 537 w 933"/>
              <a:gd name="T11" fmla="*/ 536 h 932"/>
              <a:gd name="T12" fmla="*/ 537 w 933"/>
              <a:gd name="T13" fmla="*/ 144 h 932"/>
              <a:gd name="T14" fmla="*/ 341 w 933"/>
              <a:gd name="T15" fmla="*/ 63 h 932"/>
              <a:gd name="T16" fmla="*/ 341 w 933"/>
              <a:gd name="T17" fmla="*/ 681 h 932"/>
              <a:gd name="T18" fmla="*/ 100 w 933"/>
              <a:gd name="T19" fmla="*/ 581 h 932"/>
              <a:gd name="T20" fmla="*/ 0 w 933"/>
              <a:gd name="T21" fmla="*/ 340 h 932"/>
              <a:gd name="T22" fmla="*/ 100 w 933"/>
              <a:gd name="T23" fmla="*/ 100 h 932"/>
              <a:gd name="T24" fmla="*/ 341 w 933"/>
              <a:gd name="T25" fmla="*/ 0 h 932"/>
              <a:gd name="T26" fmla="*/ 582 w 933"/>
              <a:gd name="T27" fmla="*/ 100 h 932"/>
              <a:gd name="T28" fmla="*/ 582 w 933"/>
              <a:gd name="T29" fmla="*/ 581 h 932"/>
              <a:gd name="T30" fmla="*/ 341 w 933"/>
              <a:gd name="T31" fmla="*/ 681 h 932"/>
              <a:gd name="T32" fmla="*/ 636 w 933"/>
              <a:gd name="T33" fmla="*/ 538 h 932"/>
              <a:gd name="T34" fmla="*/ 636 w 933"/>
              <a:gd name="T35" fmla="*/ 581 h 932"/>
              <a:gd name="T36" fmla="*/ 582 w 933"/>
              <a:gd name="T37" fmla="*/ 636 h 932"/>
              <a:gd name="T38" fmla="*/ 539 w 933"/>
              <a:gd name="T39" fmla="*/ 636 h 932"/>
              <a:gd name="T40" fmla="*/ 537 w 933"/>
              <a:gd name="T41" fmla="*/ 634 h 932"/>
              <a:gd name="T42" fmla="*/ 537 w 933"/>
              <a:gd name="T43" fmla="*/ 591 h 932"/>
              <a:gd name="T44" fmla="*/ 591 w 933"/>
              <a:gd name="T45" fmla="*/ 536 h 932"/>
              <a:gd name="T46" fmla="*/ 634 w 933"/>
              <a:gd name="T47" fmla="*/ 536 h 932"/>
              <a:gd name="T48" fmla="*/ 636 w 933"/>
              <a:gd name="T49" fmla="*/ 538 h 932"/>
              <a:gd name="T50" fmla="*/ 707 w 933"/>
              <a:gd name="T51" fmla="*/ 630 h 932"/>
              <a:gd name="T52" fmla="*/ 707 w 933"/>
              <a:gd name="T53" fmla="*/ 706 h 932"/>
              <a:gd name="T54" fmla="*/ 631 w 933"/>
              <a:gd name="T55" fmla="*/ 706 h 932"/>
              <a:gd name="T56" fmla="*/ 631 w 933"/>
              <a:gd name="T57" fmla="*/ 630 h 932"/>
              <a:gd name="T58" fmla="*/ 707 w 933"/>
              <a:gd name="T59" fmla="*/ 630 h 932"/>
              <a:gd name="T60" fmla="*/ 922 w 933"/>
              <a:gd name="T61" fmla="*/ 834 h 932"/>
              <a:gd name="T62" fmla="*/ 920 w 933"/>
              <a:gd name="T63" fmla="*/ 875 h 932"/>
              <a:gd name="T64" fmla="*/ 876 w 933"/>
              <a:gd name="T65" fmla="*/ 919 h 932"/>
              <a:gd name="T66" fmla="*/ 835 w 933"/>
              <a:gd name="T67" fmla="*/ 921 h 932"/>
              <a:gd name="T68" fmla="*/ 705 w 933"/>
              <a:gd name="T69" fmla="*/ 791 h 932"/>
              <a:gd name="T70" fmla="*/ 707 w 933"/>
              <a:gd name="T71" fmla="*/ 750 h 932"/>
              <a:gd name="T72" fmla="*/ 750 w 933"/>
              <a:gd name="T73" fmla="*/ 706 h 932"/>
              <a:gd name="T74" fmla="*/ 791 w 933"/>
              <a:gd name="T75" fmla="*/ 704 h 932"/>
              <a:gd name="T76" fmla="*/ 922 w 933"/>
              <a:gd name="T77" fmla="*/ 834 h 932"/>
              <a:gd name="T78" fmla="*/ 341 w 933"/>
              <a:gd name="T79" fmla="*/ 136 h 932"/>
              <a:gd name="T80" fmla="*/ 196 w 933"/>
              <a:gd name="T81" fmla="*/ 196 h 932"/>
              <a:gd name="T82" fmla="*/ 137 w 933"/>
              <a:gd name="T83" fmla="*/ 340 h 932"/>
              <a:gd name="T84" fmla="*/ 196 w 933"/>
              <a:gd name="T85" fmla="*/ 485 h 932"/>
              <a:gd name="T86" fmla="*/ 341 w 933"/>
              <a:gd name="T87" fmla="*/ 545 h 932"/>
              <a:gd name="T88" fmla="*/ 485 w 933"/>
              <a:gd name="T89" fmla="*/ 485 h 932"/>
              <a:gd name="T90" fmla="*/ 485 w 933"/>
              <a:gd name="T91" fmla="*/ 196 h 932"/>
              <a:gd name="T92" fmla="*/ 341 w 933"/>
              <a:gd name="T93" fmla="*/ 136 h 932"/>
              <a:gd name="T94" fmla="*/ 341 w 933"/>
              <a:gd name="T95" fmla="*/ 587 h 932"/>
              <a:gd name="T96" fmla="*/ 167 w 933"/>
              <a:gd name="T97" fmla="*/ 515 h 932"/>
              <a:gd name="T98" fmla="*/ 94 w 933"/>
              <a:gd name="T99" fmla="*/ 340 h 932"/>
              <a:gd name="T100" fmla="*/ 167 w 933"/>
              <a:gd name="T101" fmla="*/ 166 h 932"/>
              <a:gd name="T102" fmla="*/ 341 w 933"/>
              <a:gd name="T103" fmla="*/ 94 h 932"/>
              <a:gd name="T104" fmla="*/ 515 w 933"/>
              <a:gd name="T105" fmla="*/ 166 h 932"/>
              <a:gd name="T106" fmla="*/ 515 w 933"/>
              <a:gd name="T107" fmla="*/ 515 h 932"/>
              <a:gd name="T108" fmla="*/ 341 w 933"/>
              <a:gd name="T109" fmla="*/ 587 h 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33" h="932">
                <a:moveTo>
                  <a:pt x="341" y="63"/>
                </a:moveTo>
                <a:cubicBezTo>
                  <a:pt x="267" y="63"/>
                  <a:pt x="197" y="92"/>
                  <a:pt x="145" y="144"/>
                </a:cubicBezTo>
                <a:cubicBezTo>
                  <a:pt x="93" y="197"/>
                  <a:pt x="64" y="266"/>
                  <a:pt x="64" y="340"/>
                </a:cubicBezTo>
                <a:cubicBezTo>
                  <a:pt x="64" y="414"/>
                  <a:pt x="93" y="484"/>
                  <a:pt x="145" y="536"/>
                </a:cubicBezTo>
                <a:cubicBezTo>
                  <a:pt x="197" y="589"/>
                  <a:pt x="267" y="617"/>
                  <a:pt x="341" y="617"/>
                </a:cubicBezTo>
                <a:cubicBezTo>
                  <a:pt x="415" y="617"/>
                  <a:pt x="484" y="589"/>
                  <a:pt x="537" y="536"/>
                </a:cubicBezTo>
                <a:cubicBezTo>
                  <a:pt x="645" y="428"/>
                  <a:pt x="645" y="252"/>
                  <a:pt x="537" y="144"/>
                </a:cubicBezTo>
                <a:cubicBezTo>
                  <a:pt x="484" y="92"/>
                  <a:pt x="415" y="63"/>
                  <a:pt x="341" y="63"/>
                </a:cubicBezTo>
                <a:close/>
                <a:moveTo>
                  <a:pt x="341" y="681"/>
                </a:moveTo>
                <a:cubicBezTo>
                  <a:pt x="250" y="681"/>
                  <a:pt x="164" y="645"/>
                  <a:pt x="100" y="581"/>
                </a:cubicBezTo>
                <a:cubicBezTo>
                  <a:pt x="36" y="517"/>
                  <a:pt x="0" y="431"/>
                  <a:pt x="0" y="340"/>
                </a:cubicBezTo>
                <a:cubicBezTo>
                  <a:pt x="0" y="249"/>
                  <a:pt x="36" y="164"/>
                  <a:pt x="100" y="100"/>
                </a:cubicBezTo>
                <a:cubicBezTo>
                  <a:pt x="164" y="35"/>
                  <a:pt x="250" y="0"/>
                  <a:pt x="341" y="0"/>
                </a:cubicBezTo>
                <a:cubicBezTo>
                  <a:pt x="432" y="0"/>
                  <a:pt x="517" y="35"/>
                  <a:pt x="582" y="100"/>
                </a:cubicBezTo>
                <a:cubicBezTo>
                  <a:pt x="714" y="232"/>
                  <a:pt x="714" y="448"/>
                  <a:pt x="582" y="581"/>
                </a:cubicBezTo>
                <a:cubicBezTo>
                  <a:pt x="517" y="645"/>
                  <a:pt x="432" y="681"/>
                  <a:pt x="341" y="681"/>
                </a:cubicBezTo>
                <a:close/>
                <a:moveTo>
                  <a:pt x="636" y="538"/>
                </a:moveTo>
                <a:cubicBezTo>
                  <a:pt x="648" y="550"/>
                  <a:pt x="648" y="569"/>
                  <a:pt x="636" y="581"/>
                </a:cubicBezTo>
                <a:lnTo>
                  <a:pt x="582" y="636"/>
                </a:lnTo>
                <a:cubicBezTo>
                  <a:pt x="570" y="648"/>
                  <a:pt x="551" y="648"/>
                  <a:pt x="539" y="636"/>
                </a:cubicBezTo>
                <a:lnTo>
                  <a:pt x="537" y="634"/>
                </a:lnTo>
                <a:cubicBezTo>
                  <a:pt x="525" y="622"/>
                  <a:pt x="525" y="602"/>
                  <a:pt x="537" y="591"/>
                </a:cubicBezTo>
                <a:lnTo>
                  <a:pt x="591" y="536"/>
                </a:lnTo>
                <a:cubicBezTo>
                  <a:pt x="603" y="524"/>
                  <a:pt x="622" y="524"/>
                  <a:pt x="634" y="536"/>
                </a:cubicBezTo>
                <a:lnTo>
                  <a:pt x="636" y="538"/>
                </a:lnTo>
                <a:close/>
                <a:moveTo>
                  <a:pt x="707" y="630"/>
                </a:moveTo>
                <a:cubicBezTo>
                  <a:pt x="728" y="651"/>
                  <a:pt x="728" y="685"/>
                  <a:pt x="707" y="706"/>
                </a:cubicBezTo>
                <a:cubicBezTo>
                  <a:pt x="686" y="727"/>
                  <a:pt x="652" y="727"/>
                  <a:pt x="631" y="706"/>
                </a:cubicBezTo>
                <a:cubicBezTo>
                  <a:pt x="610" y="685"/>
                  <a:pt x="610" y="651"/>
                  <a:pt x="631" y="630"/>
                </a:cubicBezTo>
                <a:cubicBezTo>
                  <a:pt x="652" y="609"/>
                  <a:pt x="686" y="609"/>
                  <a:pt x="707" y="630"/>
                </a:cubicBezTo>
                <a:close/>
                <a:moveTo>
                  <a:pt x="922" y="834"/>
                </a:moveTo>
                <a:cubicBezTo>
                  <a:pt x="933" y="845"/>
                  <a:pt x="932" y="864"/>
                  <a:pt x="920" y="875"/>
                </a:cubicBezTo>
                <a:lnTo>
                  <a:pt x="876" y="919"/>
                </a:lnTo>
                <a:cubicBezTo>
                  <a:pt x="864" y="931"/>
                  <a:pt x="846" y="932"/>
                  <a:pt x="835" y="921"/>
                </a:cubicBezTo>
                <a:lnTo>
                  <a:pt x="705" y="791"/>
                </a:lnTo>
                <a:cubicBezTo>
                  <a:pt x="694" y="780"/>
                  <a:pt x="695" y="762"/>
                  <a:pt x="707" y="750"/>
                </a:cubicBezTo>
                <a:lnTo>
                  <a:pt x="750" y="706"/>
                </a:lnTo>
                <a:cubicBezTo>
                  <a:pt x="762" y="694"/>
                  <a:pt x="781" y="693"/>
                  <a:pt x="791" y="704"/>
                </a:cubicBezTo>
                <a:lnTo>
                  <a:pt x="922" y="834"/>
                </a:lnTo>
                <a:close/>
                <a:moveTo>
                  <a:pt x="341" y="136"/>
                </a:moveTo>
                <a:cubicBezTo>
                  <a:pt x="286" y="136"/>
                  <a:pt x="235" y="157"/>
                  <a:pt x="196" y="196"/>
                </a:cubicBezTo>
                <a:cubicBezTo>
                  <a:pt x="158" y="234"/>
                  <a:pt x="137" y="286"/>
                  <a:pt x="137" y="340"/>
                </a:cubicBezTo>
                <a:cubicBezTo>
                  <a:pt x="137" y="395"/>
                  <a:pt x="158" y="446"/>
                  <a:pt x="196" y="485"/>
                </a:cubicBezTo>
                <a:cubicBezTo>
                  <a:pt x="235" y="523"/>
                  <a:pt x="286" y="545"/>
                  <a:pt x="341" y="545"/>
                </a:cubicBezTo>
                <a:cubicBezTo>
                  <a:pt x="395" y="545"/>
                  <a:pt x="447" y="523"/>
                  <a:pt x="485" y="485"/>
                </a:cubicBezTo>
                <a:cubicBezTo>
                  <a:pt x="565" y="405"/>
                  <a:pt x="565" y="275"/>
                  <a:pt x="485" y="196"/>
                </a:cubicBezTo>
                <a:cubicBezTo>
                  <a:pt x="447" y="157"/>
                  <a:pt x="395" y="136"/>
                  <a:pt x="341" y="136"/>
                </a:cubicBezTo>
                <a:close/>
                <a:moveTo>
                  <a:pt x="341" y="587"/>
                </a:moveTo>
                <a:cubicBezTo>
                  <a:pt x="275" y="587"/>
                  <a:pt x="213" y="561"/>
                  <a:pt x="167" y="515"/>
                </a:cubicBezTo>
                <a:cubicBezTo>
                  <a:pt x="120" y="468"/>
                  <a:pt x="94" y="406"/>
                  <a:pt x="94" y="340"/>
                </a:cubicBezTo>
                <a:cubicBezTo>
                  <a:pt x="94" y="274"/>
                  <a:pt x="120" y="212"/>
                  <a:pt x="167" y="166"/>
                </a:cubicBezTo>
                <a:cubicBezTo>
                  <a:pt x="213" y="119"/>
                  <a:pt x="275" y="94"/>
                  <a:pt x="341" y="94"/>
                </a:cubicBezTo>
                <a:cubicBezTo>
                  <a:pt x="407" y="94"/>
                  <a:pt x="469" y="119"/>
                  <a:pt x="515" y="166"/>
                </a:cubicBezTo>
                <a:cubicBezTo>
                  <a:pt x="611" y="262"/>
                  <a:pt x="611" y="418"/>
                  <a:pt x="515" y="515"/>
                </a:cubicBezTo>
                <a:cubicBezTo>
                  <a:pt x="469" y="561"/>
                  <a:pt x="407" y="587"/>
                  <a:pt x="341" y="587"/>
                </a:cubicBezTo>
                <a:close/>
              </a:path>
            </a:pathLst>
          </a:custGeom>
          <a:solidFill>
            <a:srgbClr val="236971"/>
          </a:solidFill>
          <a:ln>
            <a:noFill/>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580" b="0" i="0" u="none" strike="noStrike" kern="0" cap="none" spc="0" normalizeH="0" baseline="0" noProof="0">
              <a:ln>
                <a:noFill/>
              </a:ln>
              <a:solidFill>
                <a:srgbClr val="FBFBFB"/>
              </a:solidFill>
              <a:effectLst>
                <a:outerShdw blurRad="38100" dist="38100" dir="2700000" algn="tl">
                  <a:srgbClr val="000000">
                    <a:alpha val="43137"/>
                  </a:srgbClr>
                </a:outerShdw>
              </a:effectLst>
              <a:uLnTx/>
              <a:uFillTx/>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istrator\Desktop\11111.tif">
            <a:extLst>
              <a:ext uri="{FF2B5EF4-FFF2-40B4-BE49-F238E27FC236}">
                <a16:creationId xmlns:a16="http://schemas.microsoft.com/office/drawing/2014/main" id="{82EA2BAE-D94F-6836-CA13-BD51F74C581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EDDC825C-9C02-6282-3507-7F49C68A0C2E}"/>
              </a:ext>
            </a:extLst>
          </p:cNvPr>
          <p:cNvGrpSpPr/>
          <p:nvPr/>
        </p:nvGrpSpPr>
        <p:grpSpPr bwMode="auto">
          <a:xfrm>
            <a:off x="-269960" y="1231877"/>
            <a:ext cx="5898524" cy="5916207"/>
            <a:chOff x="3388659" y="666750"/>
            <a:chExt cx="5688106" cy="6191250"/>
          </a:xfrm>
        </p:grpSpPr>
        <p:pic>
          <p:nvPicPr>
            <p:cNvPr id="8" name="Picture 7">
              <a:extLst>
                <a:ext uri="{FF2B5EF4-FFF2-40B4-BE49-F238E27FC236}">
                  <a16:creationId xmlns:a16="http://schemas.microsoft.com/office/drawing/2014/main" id="{2E253617-0409-71B1-2917-8CAD3650D5E9}"/>
                </a:ext>
              </a:extLst>
            </p:cNvPr>
            <p:cNvPicPr>
              <a:picLocks noChangeAspect="1"/>
            </p:cNvPicPr>
            <p:nvPr/>
          </p:nvPicPr>
          <p:blipFill>
            <a:blip r:embed="rId4" cstate="print">
              <a:extLst>
                <a:ext uri="{28A0092B-C50C-407E-A947-70E740481C1C}">
                  <a14:useLocalDpi xmlns:a14="http://schemas.microsoft.com/office/drawing/2010/main" val="0"/>
                </a:ext>
              </a:extLst>
            </a:blip>
            <a:srcRect l="29893" r="13448"/>
            <a:stretch>
              <a:fillRect/>
            </a:stretch>
          </p:blipFill>
          <p:spPr bwMode="auto">
            <a:xfrm>
              <a:off x="3388659" y="666750"/>
              <a:ext cx="5688106"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60275D06-0254-D64D-25AA-E26A921E6917}"/>
                </a:ext>
              </a:extLst>
            </p:cNvPr>
            <p:cNvSpPr/>
            <p:nvPr/>
          </p:nvSpPr>
          <p:spPr>
            <a:xfrm>
              <a:off x="5929626" y="1413738"/>
              <a:ext cx="2092925" cy="3716433"/>
            </a:xfrm>
            <a:prstGeom prst="rect">
              <a:avLst/>
            </a:prstGeom>
            <a:solidFill>
              <a:srgbClr val="E7E6E6"/>
            </a:solidFill>
            <a:ln w="12700" cap="flat" cmpd="sng" algn="ctr">
              <a:noFill/>
              <a:prstDash val="solid"/>
              <a:miter lim="800000"/>
            </a:ln>
            <a:effectLst/>
          </p:spPr>
          <p:txBody>
            <a:bodyPr anchor="ctr"/>
            <a:lstStyle/>
            <a:p>
              <a:pPr algn="ctr" defTabSz="685165">
                <a:defRPr/>
              </a:pPr>
              <a:endParaRPr lang="en-US" kern="0">
                <a:solidFill>
                  <a:prstClr val="white"/>
                </a:solidFill>
                <a:latin typeface="Calibri" panose="020F0502020204030204"/>
              </a:endParaRPr>
            </a:p>
          </p:txBody>
        </p:sp>
      </p:grpSp>
      <p:sp>
        <p:nvSpPr>
          <p:cNvPr id="10" name="矩形 9">
            <a:extLst>
              <a:ext uri="{FF2B5EF4-FFF2-40B4-BE49-F238E27FC236}">
                <a16:creationId xmlns:a16="http://schemas.microsoft.com/office/drawing/2014/main" id="{BBCAF3CD-5B10-7F5C-1174-D240F29BA8C6}"/>
              </a:ext>
            </a:extLst>
          </p:cNvPr>
          <p:cNvSpPr/>
          <p:nvPr/>
        </p:nvSpPr>
        <p:spPr>
          <a:xfrm>
            <a:off x="2369017" y="4731406"/>
            <a:ext cx="2166335" cy="79913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E47837B-7F96-BDFC-6140-23832834D474}"/>
              </a:ext>
            </a:extLst>
          </p:cNvPr>
          <p:cNvSpPr txBox="1"/>
          <p:nvPr/>
        </p:nvSpPr>
        <p:spPr>
          <a:xfrm>
            <a:off x="2419466" y="5133252"/>
            <a:ext cx="2062130" cy="461665"/>
          </a:xfrm>
          <a:prstGeom prst="rect">
            <a:avLst/>
          </a:prstGeom>
          <a:noFill/>
        </p:spPr>
        <p:txBody>
          <a:bodyPr wrap="square" rtlCol="0">
            <a:spAutoFit/>
          </a:bodyPr>
          <a:lstStyle/>
          <a:p>
            <a:endParaRPr lang="en-US" altLang="zh-CN" sz="1200" dirty="0">
              <a:latin typeface="Arial Black" panose="020B0A04020102020204" pitchFamily="34" charset="0"/>
            </a:endParaRPr>
          </a:p>
          <a:p>
            <a:r>
              <a:rPr lang="zh-CN" altLang="en-US" sz="1200" dirty="0">
                <a:latin typeface="Arial Black" panose="020B0A04020102020204" pitchFamily="34" charset="0"/>
              </a:rPr>
              <a:t>   刷题     错题集      我的</a:t>
            </a:r>
          </a:p>
        </p:txBody>
      </p:sp>
      <p:pic>
        <p:nvPicPr>
          <p:cNvPr id="13" name="图片 12">
            <a:extLst>
              <a:ext uri="{FF2B5EF4-FFF2-40B4-BE49-F238E27FC236}">
                <a16:creationId xmlns:a16="http://schemas.microsoft.com/office/drawing/2014/main" id="{B5335380-0531-0D09-CC34-41899F1754D3}"/>
              </a:ext>
            </a:extLst>
          </p:cNvPr>
          <p:cNvPicPr>
            <a:picLocks noChangeAspect="1"/>
          </p:cNvPicPr>
          <p:nvPr/>
        </p:nvPicPr>
        <p:blipFill>
          <a:blip r:embed="rId5"/>
          <a:stretch>
            <a:fillRect/>
          </a:stretch>
        </p:blipFill>
        <p:spPr>
          <a:xfrm>
            <a:off x="2569497" y="4805416"/>
            <a:ext cx="420939" cy="420939"/>
          </a:xfrm>
          <a:prstGeom prst="rect">
            <a:avLst/>
          </a:prstGeom>
        </p:spPr>
      </p:pic>
      <p:pic>
        <p:nvPicPr>
          <p:cNvPr id="15" name="图片 14">
            <a:extLst>
              <a:ext uri="{FF2B5EF4-FFF2-40B4-BE49-F238E27FC236}">
                <a16:creationId xmlns:a16="http://schemas.microsoft.com/office/drawing/2014/main" id="{1F932A07-3040-D424-AC5C-75DF33A15B13}"/>
              </a:ext>
            </a:extLst>
          </p:cNvPr>
          <p:cNvPicPr>
            <a:picLocks noChangeAspect="1"/>
          </p:cNvPicPr>
          <p:nvPr/>
        </p:nvPicPr>
        <p:blipFill>
          <a:blip r:embed="rId6"/>
          <a:stretch>
            <a:fillRect/>
          </a:stretch>
        </p:blipFill>
        <p:spPr>
          <a:xfrm>
            <a:off x="3212160" y="4805415"/>
            <a:ext cx="420939" cy="420939"/>
          </a:xfrm>
          <a:prstGeom prst="rect">
            <a:avLst/>
          </a:prstGeom>
        </p:spPr>
      </p:pic>
      <p:pic>
        <p:nvPicPr>
          <p:cNvPr id="17" name="图片 16">
            <a:extLst>
              <a:ext uri="{FF2B5EF4-FFF2-40B4-BE49-F238E27FC236}">
                <a16:creationId xmlns:a16="http://schemas.microsoft.com/office/drawing/2014/main" id="{EED6B0DE-2761-5003-733F-C71B3C86C439}"/>
              </a:ext>
            </a:extLst>
          </p:cNvPr>
          <p:cNvPicPr>
            <a:picLocks noChangeAspect="1"/>
          </p:cNvPicPr>
          <p:nvPr/>
        </p:nvPicPr>
        <p:blipFill>
          <a:blip r:embed="rId7"/>
          <a:stretch>
            <a:fillRect/>
          </a:stretch>
        </p:blipFill>
        <p:spPr>
          <a:xfrm>
            <a:off x="3929168" y="4805416"/>
            <a:ext cx="420939" cy="420939"/>
          </a:xfrm>
          <a:prstGeom prst="rect">
            <a:avLst/>
          </a:prstGeom>
        </p:spPr>
      </p:pic>
      <p:sp>
        <p:nvSpPr>
          <p:cNvPr id="20" name="矩形: 圆角 19">
            <a:extLst>
              <a:ext uri="{FF2B5EF4-FFF2-40B4-BE49-F238E27FC236}">
                <a16:creationId xmlns:a16="http://schemas.microsoft.com/office/drawing/2014/main" id="{2259FB6D-42B5-29AA-74C7-7275F75269DA}"/>
              </a:ext>
            </a:extLst>
          </p:cNvPr>
          <p:cNvSpPr/>
          <p:nvPr/>
        </p:nvSpPr>
        <p:spPr>
          <a:xfrm>
            <a:off x="2504605" y="2200077"/>
            <a:ext cx="1836048" cy="401846"/>
          </a:xfrm>
          <a:prstGeom prst="round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E1AEAA31-D33D-CC18-40DD-1562461BBA87}"/>
              </a:ext>
            </a:extLst>
          </p:cNvPr>
          <p:cNvPicPr>
            <a:picLocks noChangeAspect="1"/>
          </p:cNvPicPr>
          <p:nvPr/>
        </p:nvPicPr>
        <p:blipFill>
          <a:blip r:embed="rId8"/>
          <a:stretch>
            <a:fillRect/>
          </a:stretch>
        </p:blipFill>
        <p:spPr>
          <a:xfrm>
            <a:off x="2507763" y="2200077"/>
            <a:ext cx="423701" cy="423701"/>
          </a:xfrm>
          <a:prstGeom prst="rect">
            <a:avLst/>
          </a:prstGeom>
        </p:spPr>
      </p:pic>
      <p:sp>
        <p:nvSpPr>
          <p:cNvPr id="21" name="矩形: 圆角 20">
            <a:extLst>
              <a:ext uri="{FF2B5EF4-FFF2-40B4-BE49-F238E27FC236}">
                <a16:creationId xmlns:a16="http://schemas.microsoft.com/office/drawing/2014/main" id="{E0A2E290-5FA6-7776-C3DB-A597ED770105}"/>
              </a:ext>
            </a:extLst>
          </p:cNvPr>
          <p:cNvSpPr/>
          <p:nvPr/>
        </p:nvSpPr>
        <p:spPr>
          <a:xfrm>
            <a:off x="2504605" y="2863018"/>
            <a:ext cx="1836048" cy="619162"/>
          </a:xfrm>
          <a:prstGeom prst="roundRect">
            <a:avLst/>
          </a:prstGeom>
          <a:solidFill>
            <a:schemeClr val="accent6">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95962E88-F0B3-B39C-69E6-286991AEDC3C}"/>
              </a:ext>
            </a:extLst>
          </p:cNvPr>
          <p:cNvSpPr/>
          <p:nvPr/>
        </p:nvSpPr>
        <p:spPr>
          <a:xfrm>
            <a:off x="2532154" y="3778485"/>
            <a:ext cx="1836048" cy="619162"/>
          </a:xfrm>
          <a:prstGeom prst="roundRect">
            <a:avLst/>
          </a:prstGeom>
          <a:solidFill>
            <a:schemeClr val="accent3">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A49D2945-DE16-432F-7359-5300222D6A32}"/>
              </a:ext>
            </a:extLst>
          </p:cNvPr>
          <p:cNvSpPr txBox="1"/>
          <p:nvPr/>
        </p:nvSpPr>
        <p:spPr>
          <a:xfrm>
            <a:off x="2593438" y="2951614"/>
            <a:ext cx="1229710" cy="369332"/>
          </a:xfrm>
          <a:prstGeom prst="rect">
            <a:avLst/>
          </a:prstGeom>
          <a:noFill/>
        </p:spPr>
        <p:txBody>
          <a:bodyPr wrap="square" rtlCol="0">
            <a:spAutoFit/>
          </a:bodyPr>
          <a:lstStyle/>
          <a:p>
            <a:r>
              <a:rPr lang="zh-CN" altLang="en-US" b="1" dirty="0">
                <a:solidFill>
                  <a:schemeClr val="accent6">
                    <a:lumMod val="50000"/>
                  </a:schemeClr>
                </a:solidFill>
                <a:latin typeface="幼圆" panose="02010509060101010101" pitchFamily="49" charset="-122"/>
                <a:ea typeface="幼圆" panose="02010509060101010101" pitchFamily="49" charset="-122"/>
              </a:rPr>
              <a:t>热门题库</a:t>
            </a:r>
          </a:p>
        </p:txBody>
      </p:sp>
      <p:sp>
        <p:nvSpPr>
          <p:cNvPr id="24" name="文本框 23">
            <a:extLst>
              <a:ext uri="{FF2B5EF4-FFF2-40B4-BE49-F238E27FC236}">
                <a16:creationId xmlns:a16="http://schemas.microsoft.com/office/drawing/2014/main" id="{110B3FEB-0F57-75BE-CD29-84F22F626105}"/>
              </a:ext>
            </a:extLst>
          </p:cNvPr>
          <p:cNvSpPr txBox="1"/>
          <p:nvPr/>
        </p:nvSpPr>
        <p:spPr>
          <a:xfrm>
            <a:off x="2597142" y="3873004"/>
            <a:ext cx="1229710" cy="369332"/>
          </a:xfrm>
          <a:prstGeom prst="rect">
            <a:avLst/>
          </a:prstGeom>
          <a:noFill/>
        </p:spPr>
        <p:txBody>
          <a:bodyPr wrap="square" rtlCol="0">
            <a:spAutoFit/>
          </a:bodyPr>
          <a:lstStyle/>
          <a:p>
            <a:r>
              <a:rPr lang="zh-CN" altLang="en-US" b="1" dirty="0">
                <a:solidFill>
                  <a:schemeClr val="accent3">
                    <a:lumMod val="50000"/>
                  </a:schemeClr>
                </a:solidFill>
                <a:latin typeface="幼圆" panose="02010509060101010101" pitchFamily="49" charset="-122"/>
                <a:ea typeface="幼圆" panose="02010509060101010101" pitchFamily="49" charset="-122"/>
              </a:rPr>
              <a:t>推荐题库</a:t>
            </a:r>
          </a:p>
        </p:txBody>
      </p:sp>
      <p:grpSp>
        <p:nvGrpSpPr>
          <p:cNvPr id="25" name="Group 6">
            <a:extLst>
              <a:ext uri="{FF2B5EF4-FFF2-40B4-BE49-F238E27FC236}">
                <a16:creationId xmlns:a16="http://schemas.microsoft.com/office/drawing/2014/main" id="{21184D9F-20B9-3A6A-D851-DE3DF9A0E7CC}"/>
              </a:ext>
            </a:extLst>
          </p:cNvPr>
          <p:cNvGrpSpPr/>
          <p:nvPr/>
        </p:nvGrpSpPr>
        <p:grpSpPr bwMode="auto">
          <a:xfrm>
            <a:off x="5565072" y="1231877"/>
            <a:ext cx="5898524" cy="5916207"/>
            <a:chOff x="3388659" y="666750"/>
            <a:chExt cx="5688106" cy="6191250"/>
          </a:xfrm>
        </p:grpSpPr>
        <p:pic>
          <p:nvPicPr>
            <p:cNvPr id="26" name="Picture 7">
              <a:extLst>
                <a:ext uri="{FF2B5EF4-FFF2-40B4-BE49-F238E27FC236}">
                  <a16:creationId xmlns:a16="http://schemas.microsoft.com/office/drawing/2014/main" id="{E2F6133A-21BE-6B84-6281-3F41B4C96744}"/>
                </a:ext>
              </a:extLst>
            </p:cNvPr>
            <p:cNvPicPr>
              <a:picLocks noChangeAspect="1"/>
            </p:cNvPicPr>
            <p:nvPr/>
          </p:nvPicPr>
          <p:blipFill>
            <a:blip r:embed="rId4" cstate="print">
              <a:extLst>
                <a:ext uri="{28A0092B-C50C-407E-A947-70E740481C1C}">
                  <a14:useLocalDpi xmlns:a14="http://schemas.microsoft.com/office/drawing/2010/main" val="0"/>
                </a:ext>
              </a:extLst>
            </a:blip>
            <a:srcRect l="29893" r="13448"/>
            <a:stretch>
              <a:fillRect/>
            </a:stretch>
          </p:blipFill>
          <p:spPr bwMode="auto">
            <a:xfrm>
              <a:off x="3388659" y="666750"/>
              <a:ext cx="5688106"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8">
              <a:extLst>
                <a:ext uri="{FF2B5EF4-FFF2-40B4-BE49-F238E27FC236}">
                  <a16:creationId xmlns:a16="http://schemas.microsoft.com/office/drawing/2014/main" id="{CF8DE135-B642-5BAB-53E3-6B94AE0F4407}"/>
                </a:ext>
              </a:extLst>
            </p:cNvPr>
            <p:cNvSpPr/>
            <p:nvPr/>
          </p:nvSpPr>
          <p:spPr>
            <a:xfrm>
              <a:off x="5929626" y="1413738"/>
              <a:ext cx="2092925" cy="3716433"/>
            </a:xfrm>
            <a:prstGeom prst="rect">
              <a:avLst/>
            </a:prstGeom>
            <a:solidFill>
              <a:srgbClr val="E7E6E6"/>
            </a:solidFill>
            <a:ln w="12700" cap="flat" cmpd="sng" algn="ctr">
              <a:noFill/>
              <a:prstDash val="solid"/>
              <a:miter lim="800000"/>
            </a:ln>
            <a:effectLst/>
          </p:spPr>
          <p:txBody>
            <a:bodyPr anchor="ctr"/>
            <a:lstStyle/>
            <a:p>
              <a:pPr algn="ctr" defTabSz="685165">
                <a:defRPr/>
              </a:pPr>
              <a:endParaRPr lang="en-US" kern="0">
                <a:solidFill>
                  <a:prstClr val="white"/>
                </a:solidFill>
                <a:latin typeface="Calibri" panose="020F0502020204030204"/>
              </a:endParaRPr>
            </a:p>
          </p:txBody>
        </p:sp>
      </p:grpSp>
      <p:sp>
        <p:nvSpPr>
          <p:cNvPr id="28" name="矩形 27">
            <a:extLst>
              <a:ext uri="{FF2B5EF4-FFF2-40B4-BE49-F238E27FC236}">
                <a16:creationId xmlns:a16="http://schemas.microsoft.com/office/drawing/2014/main" id="{850EE351-1161-FD5A-B6BB-99039785803A}"/>
              </a:ext>
            </a:extLst>
          </p:cNvPr>
          <p:cNvSpPr/>
          <p:nvPr/>
        </p:nvSpPr>
        <p:spPr>
          <a:xfrm>
            <a:off x="8204049" y="4731406"/>
            <a:ext cx="2166335" cy="79913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9683E634-E765-B596-627D-64C3C6DB0411}"/>
              </a:ext>
            </a:extLst>
          </p:cNvPr>
          <p:cNvSpPr txBox="1"/>
          <p:nvPr/>
        </p:nvSpPr>
        <p:spPr>
          <a:xfrm>
            <a:off x="8254498" y="5133252"/>
            <a:ext cx="2062130" cy="461665"/>
          </a:xfrm>
          <a:prstGeom prst="rect">
            <a:avLst/>
          </a:prstGeom>
          <a:noFill/>
        </p:spPr>
        <p:txBody>
          <a:bodyPr wrap="square" rtlCol="0">
            <a:spAutoFit/>
          </a:bodyPr>
          <a:lstStyle/>
          <a:p>
            <a:endParaRPr lang="en-US" altLang="zh-CN" sz="1200" dirty="0">
              <a:latin typeface="Arial Black" panose="020B0A04020102020204" pitchFamily="34" charset="0"/>
            </a:endParaRPr>
          </a:p>
          <a:p>
            <a:r>
              <a:rPr lang="zh-CN" altLang="en-US" sz="1200" dirty="0">
                <a:latin typeface="Arial Black" panose="020B0A04020102020204" pitchFamily="34" charset="0"/>
              </a:rPr>
              <a:t>   刷题     错题集      我的</a:t>
            </a:r>
          </a:p>
        </p:txBody>
      </p:sp>
      <p:pic>
        <p:nvPicPr>
          <p:cNvPr id="30" name="图片 29">
            <a:extLst>
              <a:ext uri="{FF2B5EF4-FFF2-40B4-BE49-F238E27FC236}">
                <a16:creationId xmlns:a16="http://schemas.microsoft.com/office/drawing/2014/main" id="{1877827A-DA1B-DB56-9B83-D5B8A717B92E}"/>
              </a:ext>
            </a:extLst>
          </p:cNvPr>
          <p:cNvPicPr>
            <a:picLocks noChangeAspect="1"/>
          </p:cNvPicPr>
          <p:nvPr/>
        </p:nvPicPr>
        <p:blipFill>
          <a:blip r:embed="rId5"/>
          <a:stretch>
            <a:fillRect/>
          </a:stretch>
        </p:blipFill>
        <p:spPr>
          <a:xfrm>
            <a:off x="8404529" y="4805416"/>
            <a:ext cx="420939" cy="420939"/>
          </a:xfrm>
          <a:prstGeom prst="rect">
            <a:avLst/>
          </a:prstGeom>
        </p:spPr>
      </p:pic>
      <p:pic>
        <p:nvPicPr>
          <p:cNvPr id="31" name="图片 30">
            <a:extLst>
              <a:ext uri="{FF2B5EF4-FFF2-40B4-BE49-F238E27FC236}">
                <a16:creationId xmlns:a16="http://schemas.microsoft.com/office/drawing/2014/main" id="{9D975183-AA43-15A6-3366-BC951013CF98}"/>
              </a:ext>
            </a:extLst>
          </p:cNvPr>
          <p:cNvPicPr>
            <a:picLocks noChangeAspect="1"/>
          </p:cNvPicPr>
          <p:nvPr/>
        </p:nvPicPr>
        <p:blipFill>
          <a:blip r:embed="rId6"/>
          <a:stretch>
            <a:fillRect/>
          </a:stretch>
        </p:blipFill>
        <p:spPr>
          <a:xfrm>
            <a:off x="9047192" y="4805415"/>
            <a:ext cx="420939" cy="420939"/>
          </a:xfrm>
          <a:prstGeom prst="rect">
            <a:avLst/>
          </a:prstGeom>
        </p:spPr>
      </p:pic>
      <p:pic>
        <p:nvPicPr>
          <p:cNvPr id="32" name="图片 31">
            <a:extLst>
              <a:ext uri="{FF2B5EF4-FFF2-40B4-BE49-F238E27FC236}">
                <a16:creationId xmlns:a16="http://schemas.microsoft.com/office/drawing/2014/main" id="{8B6DD27C-5E99-6CA8-F7D1-1D02631BE5E1}"/>
              </a:ext>
            </a:extLst>
          </p:cNvPr>
          <p:cNvPicPr>
            <a:picLocks noChangeAspect="1"/>
          </p:cNvPicPr>
          <p:nvPr/>
        </p:nvPicPr>
        <p:blipFill>
          <a:blip r:embed="rId7"/>
          <a:stretch>
            <a:fillRect/>
          </a:stretch>
        </p:blipFill>
        <p:spPr>
          <a:xfrm>
            <a:off x="9764200" y="4805416"/>
            <a:ext cx="420939" cy="420939"/>
          </a:xfrm>
          <a:prstGeom prst="rect">
            <a:avLst/>
          </a:prstGeom>
        </p:spPr>
      </p:pic>
      <p:sp>
        <p:nvSpPr>
          <p:cNvPr id="33" name="矩形: 圆角 32">
            <a:extLst>
              <a:ext uri="{FF2B5EF4-FFF2-40B4-BE49-F238E27FC236}">
                <a16:creationId xmlns:a16="http://schemas.microsoft.com/office/drawing/2014/main" id="{E05D529D-F729-9C67-DE2E-65FA47C47D35}"/>
              </a:ext>
            </a:extLst>
          </p:cNvPr>
          <p:cNvSpPr/>
          <p:nvPr/>
        </p:nvSpPr>
        <p:spPr>
          <a:xfrm>
            <a:off x="8339637" y="2200077"/>
            <a:ext cx="1836048" cy="401846"/>
          </a:xfrm>
          <a:prstGeom prst="round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34" name="图片 33">
            <a:extLst>
              <a:ext uri="{FF2B5EF4-FFF2-40B4-BE49-F238E27FC236}">
                <a16:creationId xmlns:a16="http://schemas.microsoft.com/office/drawing/2014/main" id="{C2451276-D609-3EB1-F3CD-14CACB6E7300}"/>
              </a:ext>
            </a:extLst>
          </p:cNvPr>
          <p:cNvPicPr>
            <a:picLocks noChangeAspect="1"/>
          </p:cNvPicPr>
          <p:nvPr/>
        </p:nvPicPr>
        <p:blipFill>
          <a:blip r:embed="rId8"/>
          <a:stretch>
            <a:fillRect/>
          </a:stretch>
        </p:blipFill>
        <p:spPr>
          <a:xfrm>
            <a:off x="8342795" y="2200077"/>
            <a:ext cx="423701" cy="423701"/>
          </a:xfrm>
          <a:prstGeom prst="rect">
            <a:avLst/>
          </a:prstGeom>
        </p:spPr>
      </p:pic>
      <p:sp>
        <p:nvSpPr>
          <p:cNvPr id="35" name="矩形: 圆角 34">
            <a:extLst>
              <a:ext uri="{FF2B5EF4-FFF2-40B4-BE49-F238E27FC236}">
                <a16:creationId xmlns:a16="http://schemas.microsoft.com/office/drawing/2014/main" id="{5049916C-798A-72C7-4070-9B0E3D9FECF3}"/>
              </a:ext>
            </a:extLst>
          </p:cNvPr>
          <p:cNvSpPr/>
          <p:nvPr/>
        </p:nvSpPr>
        <p:spPr>
          <a:xfrm>
            <a:off x="8339637" y="2145502"/>
            <a:ext cx="1836048" cy="619162"/>
          </a:xfrm>
          <a:prstGeom prst="roundRect">
            <a:avLst/>
          </a:prstGeom>
          <a:solidFill>
            <a:schemeClr val="accent6">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6" name="矩形: 圆角 35">
            <a:extLst>
              <a:ext uri="{FF2B5EF4-FFF2-40B4-BE49-F238E27FC236}">
                <a16:creationId xmlns:a16="http://schemas.microsoft.com/office/drawing/2014/main" id="{5FF4DF6D-11AD-8DEE-A078-683085D2D28A}"/>
              </a:ext>
            </a:extLst>
          </p:cNvPr>
          <p:cNvSpPr/>
          <p:nvPr/>
        </p:nvSpPr>
        <p:spPr>
          <a:xfrm>
            <a:off x="8349091" y="2868658"/>
            <a:ext cx="1836048" cy="619162"/>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9" name="矩形: 圆角 38">
            <a:extLst>
              <a:ext uri="{FF2B5EF4-FFF2-40B4-BE49-F238E27FC236}">
                <a16:creationId xmlns:a16="http://schemas.microsoft.com/office/drawing/2014/main" id="{BCE03DD6-89F6-4714-4A01-D4F14D666FB2}"/>
              </a:ext>
            </a:extLst>
          </p:cNvPr>
          <p:cNvSpPr/>
          <p:nvPr/>
        </p:nvSpPr>
        <p:spPr>
          <a:xfrm>
            <a:off x="9658180" y="4805416"/>
            <a:ext cx="653094" cy="420938"/>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5D3CC796-F7C5-F201-72F8-74BCC4FCBAB7}"/>
              </a:ext>
            </a:extLst>
          </p:cNvPr>
          <p:cNvSpPr txBox="1"/>
          <p:nvPr/>
        </p:nvSpPr>
        <p:spPr>
          <a:xfrm>
            <a:off x="8428469" y="2234098"/>
            <a:ext cx="1747215" cy="369332"/>
          </a:xfrm>
          <a:prstGeom prst="rect">
            <a:avLst/>
          </a:prstGeom>
          <a:noFill/>
        </p:spPr>
        <p:txBody>
          <a:bodyPr wrap="square" rtlCol="0">
            <a:spAutoFit/>
          </a:bodyPr>
          <a:lstStyle/>
          <a:p>
            <a:r>
              <a:rPr lang="zh-CN" altLang="en-US" b="1" dirty="0">
                <a:solidFill>
                  <a:schemeClr val="accent6">
                    <a:lumMod val="50000"/>
                  </a:schemeClr>
                </a:solidFill>
                <a:latin typeface="幼圆" panose="02010509060101010101" pitchFamily="49" charset="-122"/>
                <a:ea typeface="幼圆" panose="02010509060101010101" pitchFamily="49" charset="-122"/>
              </a:rPr>
              <a:t>信息完善</a:t>
            </a:r>
          </a:p>
        </p:txBody>
      </p:sp>
      <p:sp>
        <p:nvSpPr>
          <p:cNvPr id="38" name="文本框 37">
            <a:extLst>
              <a:ext uri="{FF2B5EF4-FFF2-40B4-BE49-F238E27FC236}">
                <a16:creationId xmlns:a16="http://schemas.microsoft.com/office/drawing/2014/main" id="{4E934B84-92C2-A8F6-0628-D770911218D5}"/>
              </a:ext>
            </a:extLst>
          </p:cNvPr>
          <p:cNvSpPr txBox="1"/>
          <p:nvPr/>
        </p:nvSpPr>
        <p:spPr>
          <a:xfrm>
            <a:off x="8414079" y="2963177"/>
            <a:ext cx="1229710" cy="369332"/>
          </a:xfrm>
          <a:prstGeom prst="rect">
            <a:avLst/>
          </a:prstGeom>
          <a:solidFill>
            <a:schemeClr val="tx2">
              <a:lumMod val="40000"/>
              <a:lumOff val="60000"/>
            </a:schemeClr>
          </a:solidFill>
        </p:spPr>
        <p:txBody>
          <a:bodyPr wrap="square" rtlCol="0">
            <a:spAutoFit/>
          </a:bodyPr>
          <a:lstStyle/>
          <a:p>
            <a:r>
              <a:rPr lang="zh-CN" altLang="en-US" b="1" dirty="0">
                <a:solidFill>
                  <a:schemeClr val="tx2">
                    <a:lumMod val="50000"/>
                  </a:schemeClr>
                </a:solidFill>
                <a:latin typeface="幼圆" panose="02010509060101010101" pitchFamily="49" charset="-122"/>
                <a:ea typeface="幼圆" panose="02010509060101010101" pitchFamily="49" charset="-122"/>
              </a:rPr>
              <a:t>个人报告</a:t>
            </a:r>
          </a:p>
        </p:txBody>
      </p:sp>
      <p:sp>
        <p:nvSpPr>
          <p:cNvPr id="40" name="矩形: 圆角 39">
            <a:extLst>
              <a:ext uri="{FF2B5EF4-FFF2-40B4-BE49-F238E27FC236}">
                <a16:creationId xmlns:a16="http://schemas.microsoft.com/office/drawing/2014/main" id="{DBC67DBA-64C8-1212-CFE6-116FFF044121}"/>
              </a:ext>
            </a:extLst>
          </p:cNvPr>
          <p:cNvSpPr/>
          <p:nvPr/>
        </p:nvSpPr>
        <p:spPr>
          <a:xfrm>
            <a:off x="8339636" y="3638745"/>
            <a:ext cx="1836048" cy="174941"/>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41" name="矩形: 圆角 40">
            <a:extLst>
              <a:ext uri="{FF2B5EF4-FFF2-40B4-BE49-F238E27FC236}">
                <a16:creationId xmlns:a16="http://schemas.microsoft.com/office/drawing/2014/main" id="{E12C4F89-56E5-9F7B-7094-F65B1AE45062}"/>
              </a:ext>
            </a:extLst>
          </p:cNvPr>
          <p:cNvSpPr/>
          <p:nvPr/>
        </p:nvSpPr>
        <p:spPr>
          <a:xfrm>
            <a:off x="8339636" y="4062018"/>
            <a:ext cx="1836048" cy="174941"/>
          </a:xfrm>
          <a:prstGeom prst="roundRect">
            <a:avLst/>
          </a:prstGeom>
          <a:solidFill>
            <a:schemeClr val="accent4">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42" name="矩形: 圆角 41">
            <a:extLst>
              <a:ext uri="{FF2B5EF4-FFF2-40B4-BE49-F238E27FC236}">
                <a16:creationId xmlns:a16="http://schemas.microsoft.com/office/drawing/2014/main" id="{37C75C69-4203-1670-831B-E3D3EA0C61E9}"/>
              </a:ext>
            </a:extLst>
          </p:cNvPr>
          <p:cNvSpPr/>
          <p:nvPr/>
        </p:nvSpPr>
        <p:spPr>
          <a:xfrm>
            <a:off x="8339636" y="4492091"/>
            <a:ext cx="1836048" cy="174941"/>
          </a:xfrm>
          <a:prstGeom prst="roundRect">
            <a:avLst/>
          </a:prstGeom>
          <a:solidFill>
            <a:schemeClr val="bg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47" name="图片 46">
            <a:extLst>
              <a:ext uri="{FF2B5EF4-FFF2-40B4-BE49-F238E27FC236}">
                <a16:creationId xmlns:a16="http://schemas.microsoft.com/office/drawing/2014/main" id="{CC2FA000-C938-D7C2-B658-671CD6865DEF}"/>
              </a:ext>
            </a:extLst>
          </p:cNvPr>
          <p:cNvPicPr>
            <a:picLocks noChangeAspect="1"/>
          </p:cNvPicPr>
          <p:nvPr/>
        </p:nvPicPr>
        <p:blipFill>
          <a:blip r:embed="rId9"/>
          <a:stretch>
            <a:fillRect/>
          </a:stretch>
        </p:blipFill>
        <p:spPr>
          <a:xfrm>
            <a:off x="9533069" y="2958520"/>
            <a:ext cx="462262" cy="462262"/>
          </a:xfrm>
          <a:prstGeom prst="rect">
            <a:avLst/>
          </a:prstGeom>
        </p:spPr>
      </p:pic>
      <p:pic>
        <p:nvPicPr>
          <p:cNvPr id="49" name="图片 48">
            <a:extLst>
              <a:ext uri="{FF2B5EF4-FFF2-40B4-BE49-F238E27FC236}">
                <a16:creationId xmlns:a16="http://schemas.microsoft.com/office/drawing/2014/main" id="{8A060654-401C-7E3C-9B6F-792190470E54}"/>
              </a:ext>
            </a:extLst>
          </p:cNvPr>
          <p:cNvPicPr>
            <a:picLocks noChangeAspect="1"/>
          </p:cNvPicPr>
          <p:nvPr/>
        </p:nvPicPr>
        <p:blipFill>
          <a:blip r:embed="rId10">
            <a:duotone>
              <a:schemeClr val="accent2">
                <a:shade val="45000"/>
                <a:satMod val="135000"/>
              </a:schemeClr>
              <a:prstClr val="white"/>
            </a:duotone>
          </a:blip>
          <a:stretch>
            <a:fillRect/>
          </a:stretch>
        </p:blipFill>
        <p:spPr>
          <a:xfrm>
            <a:off x="9533069" y="2239132"/>
            <a:ext cx="465608" cy="465608"/>
          </a:xfrm>
          <a:prstGeom prst="rect">
            <a:avLst/>
          </a:prstGeom>
        </p:spPr>
      </p:pic>
    </p:spTree>
    <p:extLst>
      <p:ext uri="{BB962C8B-B14F-4D97-AF65-F5344CB8AC3E}">
        <p14:creationId xmlns:p14="http://schemas.microsoft.com/office/powerpoint/2010/main" val="160162105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ppt_x"/>
                                          </p:val>
                                        </p:tav>
                                        <p:tav tm="100000">
                                          <p:val>
                                            <p:strVal val="#ppt_x"/>
                                          </p:val>
                                        </p:tav>
                                      </p:tavLst>
                                    </p:anim>
                                    <p:anim calcmode="lin" valueType="num">
                                      <p:cBhvr additive="base">
                                        <p:cTn id="24" dur="500" fill="hold"/>
                                        <p:tgtEl>
                                          <p:spTgt spid="3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additive="base">
                                        <p:cTn id="27" dur="500" fill="hold"/>
                                        <p:tgtEl>
                                          <p:spTgt spid="32"/>
                                        </p:tgtEl>
                                        <p:attrNameLst>
                                          <p:attrName>ppt_x</p:attrName>
                                        </p:attrNameLst>
                                      </p:cBhvr>
                                      <p:tavLst>
                                        <p:tav tm="0">
                                          <p:val>
                                            <p:strVal val="#ppt_x"/>
                                          </p:val>
                                        </p:tav>
                                        <p:tav tm="100000">
                                          <p:val>
                                            <p:strVal val="#ppt_x"/>
                                          </p:val>
                                        </p:tav>
                                      </p:tavLst>
                                    </p:anim>
                                    <p:anim calcmode="lin" valueType="num">
                                      <p:cBhvr additive="base">
                                        <p:cTn id="28" dur="500" fill="hold"/>
                                        <p:tgtEl>
                                          <p:spTgt spid="3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fill="hold"/>
                                        <p:tgtEl>
                                          <p:spTgt spid="33"/>
                                        </p:tgtEl>
                                        <p:attrNameLst>
                                          <p:attrName>ppt_x</p:attrName>
                                        </p:attrNameLst>
                                      </p:cBhvr>
                                      <p:tavLst>
                                        <p:tav tm="0">
                                          <p:val>
                                            <p:strVal val="#ppt_x"/>
                                          </p:val>
                                        </p:tav>
                                        <p:tav tm="100000">
                                          <p:val>
                                            <p:strVal val="#ppt_x"/>
                                          </p:val>
                                        </p:tav>
                                      </p:tavLst>
                                    </p:anim>
                                    <p:anim calcmode="lin" valueType="num">
                                      <p:cBhvr additive="base">
                                        <p:cTn id="32" dur="500" fill="hold"/>
                                        <p:tgtEl>
                                          <p:spTgt spid="3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500" fill="hold"/>
                                        <p:tgtEl>
                                          <p:spTgt spid="34"/>
                                        </p:tgtEl>
                                        <p:attrNameLst>
                                          <p:attrName>ppt_x</p:attrName>
                                        </p:attrNameLst>
                                      </p:cBhvr>
                                      <p:tavLst>
                                        <p:tav tm="0">
                                          <p:val>
                                            <p:strVal val="#ppt_x"/>
                                          </p:val>
                                        </p:tav>
                                        <p:tav tm="100000">
                                          <p:val>
                                            <p:strVal val="#ppt_x"/>
                                          </p:val>
                                        </p:tav>
                                      </p:tavLst>
                                    </p:anim>
                                    <p:anim calcmode="lin" valueType="num">
                                      <p:cBhvr additive="base">
                                        <p:cTn id="36" dur="500" fill="hold"/>
                                        <p:tgtEl>
                                          <p:spTgt spid="3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anim calcmode="lin" valueType="num">
                                      <p:cBhvr additive="base">
                                        <p:cTn id="39" dur="500" fill="hold"/>
                                        <p:tgtEl>
                                          <p:spTgt spid="35"/>
                                        </p:tgtEl>
                                        <p:attrNameLst>
                                          <p:attrName>ppt_x</p:attrName>
                                        </p:attrNameLst>
                                      </p:cBhvr>
                                      <p:tavLst>
                                        <p:tav tm="0">
                                          <p:val>
                                            <p:strVal val="#ppt_x"/>
                                          </p:val>
                                        </p:tav>
                                        <p:tav tm="100000">
                                          <p:val>
                                            <p:strVal val="#ppt_x"/>
                                          </p:val>
                                        </p:tav>
                                      </p:tavLst>
                                    </p:anim>
                                    <p:anim calcmode="lin" valueType="num">
                                      <p:cBhvr additive="base">
                                        <p:cTn id="40" dur="500" fill="hold"/>
                                        <p:tgtEl>
                                          <p:spTgt spid="3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 calcmode="lin" valueType="num">
                                      <p:cBhvr additive="base">
                                        <p:cTn id="43" dur="500" fill="hold"/>
                                        <p:tgtEl>
                                          <p:spTgt spid="36"/>
                                        </p:tgtEl>
                                        <p:attrNameLst>
                                          <p:attrName>ppt_x</p:attrName>
                                        </p:attrNameLst>
                                      </p:cBhvr>
                                      <p:tavLst>
                                        <p:tav tm="0">
                                          <p:val>
                                            <p:strVal val="#ppt_x"/>
                                          </p:val>
                                        </p:tav>
                                        <p:tav tm="100000">
                                          <p:val>
                                            <p:strVal val="#ppt_x"/>
                                          </p:val>
                                        </p:tav>
                                      </p:tavLst>
                                    </p:anim>
                                    <p:anim calcmode="lin" valueType="num">
                                      <p:cBhvr additive="base">
                                        <p:cTn id="44" dur="500" fill="hold"/>
                                        <p:tgtEl>
                                          <p:spTgt spid="3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 calcmode="lin" valueType="num">
                                      <p:cBhvr additive="base">
                                        <p:cTn id="47" dur="500" fill="hold"/>
                                        <p:tgtEl>
                                          <p:spTgt spid="39"/>
                                        </p:tgtEl>
                                        <p:attrNameLst>
                                          <p:attrName>ppt_x</p:attrName>
                                        </p:attrNameLst>
                                      </p:cBhvr>
                                      <p:tavLst>
                                        <p:tav tm="0">
                                          <p:val>
                                            <p:strVal val="#ppt_x"/>
                                          </p:val>
                                        </p:tav>
                                        <p:tav tm="100000">
                                          <p:val>
                                            <p:strVal val="#ppt_x"/>
                                          </p:val>
                                        </p:tav>
                                      </p:tavLst>
                                    </p:anim>
                                    <p:anim calcmode="lin" valueType="num">
                                      <p:cBhvr additive="base">
                                        <p:cTn id="48" dur="500" fill="hold"/>
                                        <p:tgtEl>
                                          <p:spTgt spid="3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 calcmode="lin" valueType="num">
                                      <p:cBhvr additive="base">
                                        <p:cTn id="51" dur="500" fill="hold"/>
                                        <p:tgtEl>
                                          <p:spTgt spid="37"/>
                                        </p:tgtEl>
                                        <p:attrNameLst>
                                          <p:attrName>ppt_x</p:attrName>
                                        </p:attrNameLst>
                                      </p:cBhvr>
                                      <p:tavLst>
                                        <p:tav tm="0">
                                          <p:val>
                                            <p:strVal val="#ppt_x"/>
                                          </p:val>
                                        </p:tav>
                                        <p:tav tm="100000">
                                          <p:val>
                                            <p:strVal val="#ppt_x"/>
                                          </p:val>
                                        </p:tav>
                                      </p:tavLst>
                                    </p:anim>
                                    <p:anim calcmode="lin" valueType="num">
                                      <p:cBhvr additive="base">
                                        <p:cTn id="52" dur="500" fill="hold"/>
                                        <p:tgtEl>
                                          <p:spTgt spid="3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 calcmode="lin" valueType="num">
                                      <p:cBhvr additive="base">
                                        <p:cTn id="55" dur="500" fill="hold"/>
                                        <p:tgtEl>
                                          <p:spTgt spid="38"/>
                                        </p:tgtEl>
                                        <p:attrNameLst>
                                          <p:attrName>ppt_x</p:attrName>
                                        </p:attrNameLst>
                                      </p:cBhvr>
                                      <p:tavLst>
                                        <p:tav tm="0">
                                          <p:val>
                                            <p:strVal val="#ppt_x"/>
                                          </p:val>
                                        </p:tav>
                                        <p:tav tm="100000">
                                          <p:val>
                                            <p:strVal val="#ppt_x"/>
                                          </p:val>
                                        </p:tav>
                                      </p:tavLst>
                                    </p:anim>
                                    <p:anim calcmode="lin" valueType="num">
                                      <p:cBhvr additive="base">
                                        <p:cTn id="56" dur="500" fill="hold"/>
                                        <p:tgtEl>
                                          <p:spTgt spid="3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anim calcmode="lin" valueType="num">
                                      <p:cBhvr additive="base">
                                        <p:cTn id="59" dur="500" fill="hold"/>
                                        <p:tgtEl>
                                          <p:spTgt spid="40"/>
                                        </p:tgtEl>
                                        <p:attrNameLst>
                                          <p:attrName>ppt_x</p:attrName>
                                        </p:attrNameLst>
                                      </p:cBhvr>
                                      <p:tavLst>
                                        <p:tav tm="0">
                                          <p:val>
                                            <p:strVal val="#ppt_x"/>
                                          </p:val>
                                        </p:tav>
                                        <p:tav tm="100000">
                                          <p:val>
                                            <p:strVal val="#ppt_x"/>
                                          </p:val>
                                        </p:tav>
                                      </p:tavLst>
                                    </p:anim>
                                    <p:anim calcmode="lin" valueType="num">
                                      <p:cBhvr additive="base">
                                        <p:cTn id="60" dur="500" fill="hold"/>
                                        <p:tgtEl>
                                          <p:spTgt spid="4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 calcmode="lin" valueType="num">
                                      <p:cBhvr additive="base">
                                        <p:cTn id="63" dur="500" fill="hold"/>
                                        <p:tgtEl>
                                          <p:spTgt spid="41"/>
                                        </p:tgtEl>
                                        <p:attrNameLst>
                                          <p:attrName>ppt_x</p:attrName>
                                        </p:attrNameLst>
                                      </p:cBhvr>
                                      <p:tavLst>
                                        <p:tav tm="0">
                                          <p:val>
                                            <p:strVal val="#ppt_x"/>
                                          </p:val>
                                        </p:tav>
                                        <p:tav tm="100000">
                                          <p:val>
                                            <p:strVal val="#ppt_x"/>
                                          </p:val>
                                        </p:tav>
                                      </p:tavLst>
                                    </p:anim>
                                    <p:anim calcmode="lin" valueType="num">
                                      <p:cBhvr additive="base">
                                        <p:cTn id="64" dur="500" fill="hold"/>
                                        <p:tgtEl>
                                          <p:spTgt spid="4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2"/>
                                        </p:tgtEl>
                                        <p:attrNameLst>
                                          <p:attrName>style.visibility</p:attrName>
                                        </p:attrNameLst>
                                      </p:cBhvr>
                                      <p:to>
                                        <p:strVal val="visible"/>
                                      </p:to>
                                    </p:set>
                                    <p:anim calcmode="lin" valueType="num">
                                      <p:cBhvr additive="base">
                                        <p:cTn id="67" dur="500" fill="hold"/>
                                        <p:tgtEl>
                                          <p:spTgt spid="42"/>
                                        </p:tgtEl>
                                        <p:attrNameLst>
                                          <p:attrName>ppt_x</p:attrName>
                                        </p:attrNameLst>
                                      </p:cBhvr>
                                      <p:tavLst>
                                        <p:tav tm="0">
                                          <p:val>
                                            <p:strVal val="#ppt_x"/>
                                          </p:val>
                                        </p:tav>
                                        <p:tav tm="100000">
                                          <p:val>
                                            <p:strVal val="#ppt_x"/>
                                          </p:val>
                                        </p:tav>
                                      </p:tavLst>
                                    </p:anim>
                                    <p:anim calcmode="lin" valueType="num">
                                      <p:cBhvr additive="base">
                                        <p:cTn id="68" dur="500" fill="hold"/>
                                        <p:tgtEl>
                                          <p:spTgt spid="42"/>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47"/>
                                        </p:tgtEl>
                                        <p:attrNameLst>
                                          <p:attrName>style.visibility</p:attrName>
                                        </p:attrNameLst>
                                      </p:cBhvr>
                                      <p:to>
                                        <p:strVal val="visible"/>
                                      </p:to>
                                    </p:set>
                                    <p:anim calcmode="lin" valueType="num">
                                      <p:cBhvr additive="base">
                                        <p:cTn id="71" dur="500" fill="hold"/>
                                        <p:tgtEl>
                                          <p:spTgt spid="47"/>
                                        </p:tgtEl>
                                        <p:attrNameLst>
                                          <p:attrName>ppt_x</p:attrName>
                                        </p:attrNameLst>
                                      </p:cBhvr>
                                      <p:tavLst>
                                        <p:tav tm="0">
                                          <p:val>
                                            <p:strVal val="#ppt_x"/>
                                          </p:val>
                                        </p:tav>
                                        <p:tav tm="100000">
                                          <p:val>
                                            <p:strVal val="#ppt_x"/>
                                          </p:val>
                                        </p:tav>
                                      </p:tavLst>
                                    </p:anim>
                                    <p:anim calcmode="lin" valueType="num">
                                      <p:cBhvr additive="base">
                                        <p:cTn id="72" dur="500" fill="hold"/>
                                        <p:tgtEl>
                                          <p:spTgt spid="47"/>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49"/>
                                        </p:tgtEl>
                                        <p:attrNameLst>
                                          <p:attrName>style.visibility</p:attrName>
                                        </p:attrNameLst>
                                      </p:cBhvr>
                                      <p:to>
                                        <p:strVal val="visible"/>
                                      </p:to>
                                    </p:set>
                                    <p:anim calcmode="lin" valueType="num">
                                      <p:cBhvr additive="base">
                                        <p:cTn id="75" dur="500" fill="hold"/>
                                        <p:tgtEl>
                                          <p:spTgt spid="49"/>
                                        </p:tgtEl>
                                        <p:attrNameLst>
                                          <p:attrName>ppt_x</p:attrName>
                                        </p:attrNameLst>
                                      </p:cBhvr>
                                      <p:tavLst>
                                        <p:tav tm="0">
                                          <p:val>
                                            <p:strVal val="#ppt_x"/>
                                          </p:val>
                                        </p:tav>
                                        <p:tav tm="100000">
                                          <p:val>
                                            <p:strVal val="#ppt_x"/>
                                          </p:val>
                                        </p:tav>
                                      </p:tavLst>
                                    </p:anim>
                                    <p:anim calcmode="lin" valueType="num">
                                      <p:cBhvr additive="base">
                                        <p:cTn id="7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p:bldP spid="33" grpId="0" animBg="1"/>
      <p:bldP spid="35" grpId="0" animBg="1"/>
      <p:bldP spid="36" grpId="0" animBg="1"/>
      <p:bldP spid="39" grpId="0" animBg="1"/>
      <p:bldP spid="37" grpId="0"/>
      <p:bldP spid="38" grpId="0" animBg="1"/>
      <p:bldP spid="40" grpId="0" animBg="1"/>
      <p:bldP spid="41" grpId="0" animBg="1"/>
      <p:bldP spid="4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istrator\Desktop\11111.tif">
            <a:extLst>
              <a:ext uri="{FF2B5EF4-FFF2-40B4-BE49-F238E27FC236}">
                <a16:creationId xmlns:a16="http://schemas.microsoft.com/office/drawing/2014/main" id="{82EA2BAE-D94F-6836-CA13-BD51F74C581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EDDC825C-9C02-6282-3507-7F49C68A0C2E}"/>
              </a:ext>
            </a:extLst>
          </p:cNvPr>
          <p:cNvGrpSpPr/>
          <p:nvPr/>
        </p:nvGrpSpPr>
        <p:grpSpPr bwMode="auto">
          <a:xfrm>
            <a:off x="-269960" y="1231877"/>
            <a:ext cx="5898524" cy="5916207"/>
            <a:chOff x="3388659" y="666750"/>
            <a:chExt cx="5688106" cy="6191250"/>
          </a:xfrm>
        </p:grpSpPr>
        <p:pic>
          <p:nvPicPr>
            <p:cNvPr id="8" name="Picture 7">
              <a:extLst>
                <a:ext uri="{FF2B5EF4-FFF2-40B4-BE49-F238E27FC236}">
                  <a16:creationId xmlns:a16="http://schemas.microsoft.com/office/drawing/2014/main" id="{2E253617-0409-71B1-2917-8CAD3650D5E9}"/>
                </a:ext>
              </a:extLst>
            </p:cNvPr>
            <p:cNvPicPr>
              <a:picLocks noChangeAspect="1"/>
            </p:cNvPicPr>
            <p:nvPr/>
          </p:nvPicPr>
          <p:blipFill>
            <a:blip r:embed="rId4" cstate="print">
              <a:extLst>
                <a:ext uri="{28A0092B-C50C-407E-A947-70E740481C1C}">
                  <a14:useLocalDpi xmlns:a14="http://schemas.microsoft.com/office/drawing/2010/main" val="0"/>
                </a:ext>
              </a:extLst>
            </a:blip>
            <a:srcRect l="29893" r="13448"/>
            <a:stretch>
              <a:fillRect/>
            </a:stretch>
          </p:blipFill>
          <p:spPr bwMode="auto">
            <a:xfrm>
              <a:off x="3388659" y="666750"/>
              <a:ext cx="5688106"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60275D06-0254-D64D-25AA-E26A921E6917}"/>
                </a:ext>
              </a:extLst>
            </p:cNvPr>
            <p:cNvSpPr/>
            <p:nvPr/>
          </p:nvSpPr>
          <p:spPr>
            <a:xfrm>
              <a:off x="5929626" y="1413738"/>
              <a:ext cx="2092925" cy="3716433"/>
            </a:xfrm>
            <a:prstGeom prst="rect">
              <a:avLst/>
            </a:prstGeom>
            <a:solidFill>
              <a:srgbClr val="E7E6E6"/>
            </a:solidFill>
            <a:ln w="12700" cap="flat" cmpd="sng" algn="ctr">
              <a:noFill/>
              <a:prstDash val="solid"/>
              <a:miter lim="800000"/>
            </a:ln>
            <a:effectLst/>
          </p:spPr>
          <p:txBody>
            <a:bodyPr anchor="ctr"/>
            <a:lstStyle/>
            <a:p>
              <a:pPr marL="0" marR="0" lvl="0" indent="0" algn="ctr" defTabSz="68516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10" name="矩形 9">
            <a:extLst>
              <a:ext uri="{FF2B5EF4-FFF2-40B4-BE49-F238E27FC236}">
                <a16:creationId xmlns:a16="http://schemas.microsoft.com/office/drawing/2014/main" id="{BBCAF3CD-5B10-7F5C-1174-D240F29BA8C6}"/>
              </a:ext>
            </a:extLst>
          </p:cNvPr>
          <p:cNvSpPr/>
          <p:nvPr/>
        </p:nvSpPr>
        <p:spPr>
          <a:xfrm>
            <a:off x="2369017" y="4731406"/>
            <a:ext cx="2166335" cy="79913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文本框 10">
            <a:extLst>
              <a:ext uri="{FF2B5EF4-FFF2-40B4-BE49-F238E27FC236}">
                <a16:creationId xmlns:a16="http://schemas.microsoft.com/office/drawing/2014/main" id="{9E47837B-7F96-BDFC-6140-23832834D474}"/>
              </a:ext>
            </a:extLst>
          </p:cNvPr>
          <p:cNvSpPr txBox="1"/>
          <p:nvPr/>
        </p:nvSpPr>
        <p:spPr>
          <a:xfrm>
            <a:off x="2419466" y="5133252"/>
            <a:ext cx="20621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Arial Black" panose="020B0A04020102020204" pitchFamily="34" charset="0"/>
                <a:ea typeface="宋体" panose="02010600030101010101" pitchFamily="2" charset="-122"/>
                <a:cs typeface="+mn-cs"/>
              </a:rPr>
              <a:t>   刷题     错题集      我的</a:t>
            </a:r>
          </a:p>
        </p:txBody>
      </p:sp>
      <p:pic>
        <p:nvPicPr>
          <p:cNvPr id="13" name="图片 12">
            <a:extLst>
              <a:ext uri="{FF2B5EF4-FFF2-40B4-BE49-F238E27FC236}">
                <a16:creationId xmlns:a16="http://schemas.microsoft.com/office/drawing/2014/main" id="{B5335380-0531-0D09-CC34-41899F1754D3}"/>
              </a:ext>
            </a:extLst>
          </p:cNvPr>
          <p:cNvPicPr>
            <a:picLocks noChangeAspect="1"/>
          </p:cNvPicPr>
          <p:nvPr/>
        </p:nvPicPr>
        <p:blipFill>
          <a:blip r:embed="rId5"/>
          <a:stretch>
            <a:fillRect/>
          </a:stretch>
        </p:blipFill>
        <p:spPr>
          <a:xfrm>
            <a:off x="2569497" y="4805416"/>
            <a:ext cx="420939" cy="420939"/>
          </a:xfrm>
          <a:prstGeom prst="rect">
            <a:avLst/>
          </a:prstGeom>
        </p:spPr>
      </p:pic>
      <p:pic>
        <p:nvPicPr>
          <p:cNvPr id="15" name="图片 14">
            <a:extLst>
              <a:ext uri="{FF2B5EF4-FFF2-40B4-BE49-F238E27FC236}">
                <a16:creationId xmlns:a16="http://schemas.microsoft.com/office/drawing/2014/main" id="{1F932A07-3040-D424-AC5C-75DF33A15B13}"/>
              </a:ext>
            </a:extLst>
          </p:cNvPr>
          <p:cNvPicPr>
            <a:picLocks noChangeAspect="1"/>
          </p:cNvPicPr>
          <p:nvPr/>
        </p:nvPicPr>
        <p:blipFill>
          <a:blip r:embed="rId6"/>
          <a:stretch>
            <a:fillRect/>
          </a:stretch>
        </p:blipFill>
        <p:spPr>
          <a:xfrm>
            <a:off x="3212160" y="4805415"/>
            <a:ext cx="420939" cy="420939"/>
          </a:xfrm>
          <a:prstGeom prst="rect">
            <a:avLst/>
          </a:prstGeom>
        </p:spPr>
      </p:pic>
      <p:pic>
        <p:nvPicPr>
          <p:cNvPr id="17" name="图片 16">
            <a:extLst>
              <a:ext uri="{FF2B5EF4-FFF2-40B4-BE49-F238E27FC236}">
                <a16:creationId xmlns:a16="http://schemas.microsoft.com/office/drawing/2014/main" id="{EED6B0DE-2761-5003-733F-C71B3C86C439}"/>
              </a:ext>
            </a:extLst>
          </p:cNvPr>
          <p:cNvPicPr>
            <a:picLocks noChangeAspect="1"/>
          </p:cNvPicPr>
          <p:nvPr/>
        </p:nvPicPr>
        <p:blipFill>
          <a:blip r:embed="rId7"/>
          <a:stretch>
            <a:fillRect/>
          </a:stretch>
        </p:blipFill>
        <p:spPr>
          <a:xfrm>
            <a:off x="3929168" y="4805416"/>
            <a:ext cx="420939" cy="420939"/>
          </a:xfrm>
          <a:prstGeom prst="rect">
            <a:avLst/>
          </a:prstGeom>
        </p:spPr>
      </p:pic>
      <p:sp>
        <p:nvSpPr>
          <p:cNvPr id="21" name="矩形: 圆角 20">
            <a:extLst>
              <a:ext uri="{FF2B5EF4-FFF2-40B4-BE49-F238E27FC236}">
                <a16:creationId xmlns:a16="http://schemas.microsoft.com/office/drawing/2014/main" id="{E0A2E290-5FA6-7776-C3DB-A597ED770105}"/>
              </a:ext>
            </a:extLst>
          </p:cNvPr>
          <p:cNvSpPr/>
          <p:nvPr/>
        </p:nvSpPr>
        <p:spPr>
          <a:xfrm>
            <a:off x="2498030" y="2529223"/>
            <a:ext cx="1836048" cy="619162"/>
          </a:xfrm>
          <a:prstGeom prst="roundRect">
            <a:avLst/>
          </a:prstGeom>
          <a:solidFill>
            <a:schemeClr val="accent6">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2" name="矩形: 圆角 21">
            <a:extLst>
              <a:ext uri="{FF2B5EF4-FFF2-40B4-BE49-F238E27FC236}">
                <a16:creationId xmlns:a16="http://schemas.microsoft.com/office/drawing/2014/main" id="{95962E88-F0B3-B39C-69E6-286991AEDC3C}"/>
              </a:ext>
            </a:extLst>
          </p:cNvPr>
          <p:cNvSpPr/>
          <p:nvPr/>
        </p:nvSpPr>
        <p:spPr>
          <a:xfrm>
            <a:off x="2514059" y="3271287"/>
            <a:ext cx="1836048" cy="619162"/>
          </a:xfrm>
          <a:prstGeom prst="roundRect">
            <a:avLst/>
          </a:prstGeom>
          <a:solidFill>
            <a:schemeClr val="accent3">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3" name="文本框 22">
            <a:extLst>
              <a:ext uri="{FF2B5EF4-FFF2-40B4-BE49-F238E27FC236}">
                <a16:creationId xmlns:a16="http://schemas.microsoft.com/office/drawing/2014/main" id="{A49D2945-DE16-432F-7359-5300222D6A32}"/>
              </a:ext>
            </a:extLst>
          </p:cNvPr>
          <p:cNvSpPr txBox="1"/>
          <p:nvPr/>
        </p:nvSpPr>
        <p:spPr>
          <a:xfrm>
            <a:off x="2586863" y="2617819"/>
            <a:ext cx="122971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F79646">
                    <a:lumMod val="50000"/>
                  </a:srgbClr>
                </a:solidFill>
                <a:latin typeface="幼圆" panose="02010509060101010101" pitchFamily="49" charset="-122"/>
                <a:ea typeface="幼圆" panose="02010509060101010101" pitchFamily="49" charset="-122"/>
              </a:rPr>
              <a:t>官方</a:t>
            </a:r>
            <a:r>
              <a:rPr kumimoji="0" lang="zh-CN" altLang="en-US" sz="1800" b="1" i="0" u="none" strike="noStrike" kern="1200" cap="none" spc="0" normalizeH="0" baseline="0" noProof="0" dirty="0">
                <a:ln>
                  <a:noFill/>
                </a:ln>
                <a:solidFill>
                  <a:srgbClr val="F79646">
                    <a:lumMod val="50000"/>
                  </a:srgbClr>
                </a:solidFill>
                <a:effectLst/>
                <a:uLnTx/>
                <a:uFillTx/>
                <a:latin typeface="幼圆" panose="02010509060101010101" pitchFamily="49" charset="-122"/>
                <a:ea typeface="幼圆" panose="02010509060101010101" pitchFamily="49" charset="-122"/>
                <a:cs typeface="+mn-cs"/>
              </a:rPr>
              <a:t>题库</a:t>
            </a:r>
          </a:p>
        </p:txBody>
      </p:sp>
      <p:sp>
        <p:nvSpPr>
          <p:cNvPr id="24" name="文本框 23">
            <a:extLst>
              <a:ext uri="{FF2B5EF4-FFF2-40B4-BE49-F238E27FC236}">
                <a16:creationId xmlns:a16="http://schemas.microsoft.com/office/drawing/2014/main" id="{110B3FEB-0F57-75BE-CD29-84F22F626105}"/>
              </a:ext>
            </a:extLst>
          </p:cNvPr>
          <p:cNvSpPr txBox="1"/>
          <p:nvPr/>
        </p:nvSpPr>
        <p:spPr>
          <a:xfrm>
            <a:off x="2579046" y="3365806"/>
            <a:ext cx="16469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9BBB59">
                    <a:lumMod val="50000"/>
                  </a:srgbClr>
                </a:solidFill>
                <a:latin typeface="幼圆" panose="02010509060101010101" pitchFamily="49" charset="-122"/>
                <a:ea typeface="幼圆" panose="02010509060101010101" pitchFamily="49" charset="-122"/>
              </a:rPr>
              <a:t>智能生成</a:t>
            </a:r>
            <a:r>
              <a:rPr kumimoji="0" lang="zh-CN" altLang="en-US" sz="1800" b="1" i="0" u="none" strike="noStrike" kern="1200" cap="none" spc="0" normalizeH="0" baseline="0" noProof="0" dirty="0">
                <a:ln>
                  <a:noFill/>
                </a:ln>
                <a:solidFill>
                  <a:srgbClr val="9BBB59">
                    <a:lumMod val="50000"/>
                  </a:srgbClr>
                </a:solidFill>
                <a:effectLst/>
                <a:uLnTx/>
                <a:uFillTx/>
                <a:latin typeface="幼圆" panose="02010509060101010101" pitchFamily="49" charset="-122"/>
                <a:ea typeface="幼圆" panose="02010509060101010101" pitchFamily="49" charset="-122"/>
                <a:cs typeface="+mn-cs"/>
              </a:rPr>
              <a:t>题库</a:t>
            </a:r>
          </a:p>
        </p:txBody>
      </p:sp>
      <p:grpSp>
        <p:nvGrpSpPr>
          <p:cNvPr id="25" name="Group 6">
            <a:extLst>
              <a:ext uri="{FF2B5EF4-FFF2-40B4-BE49-F238E27FC236}">
                <a16:creationId xmlns:a16="http://schemas.microsoft.com/office/drawing/2014/main" id="{21184D9F-20B9-3A6A-D851-DE3DF9A0E7CC}"/>
              </a:ext>
            </a:extLst>
          </p:cNvPr>
          <p:cNvGrpSpPr/>
          <p:nvPr/>
        </p:nvGrpSpPr>
        <p:grpSpPr bwMode="auto">
          <a:xfrm>
            <a:off x="5565072" y="1231877"/>
            <a:ext cx="5898524" cy="5916207"/>
            <a:chOff x="3388659" y="666750"/>
            <a:chExt cx="5688106" cy="6191250"/>
          </a:xfrm>
        </p:grpSpPr>
        <p:pic>
          <p:nvPicPr>
            <p:cNvPr id="26" name="Picture 7">
              <a:extLst>
                <a:ext uri="{FF2B5EF4-FFF2-40B4-BE49-F238E27FC236}">
                  <a16:creationId xmlns:a16="http://schemas.microsoft.com/office/drawing/2014/main" id="{E2F6133A-21BE-6B84-6281-3F41B4C96744}"/>
                </a:ext>
              </a:extLst>
            </p:cNvPr>
            <p:cNvPicPr>
              <a:picLocks noChangeAspect="1"/>
            </p:cNvPicPr>
            <p:nvPr/>
          </p:nvPicPr>
          <p:blipFill>
            <a:blip r:embed="rId4" cstate="print">
              <a:extLst>
                <a:ext uri="{28A0092B-C50C-407E-A947-70E740481C1C}">
                  <a14:useLocalDpi xmlns:a14="http://schemas.microsoft.com/office/drawing/2010/main" val="0"/>
                </a:ext>
              </a:extLst>
            </a:blip>
            <a:srcRect l="29893" r="13448"/>
            <a:stretch>
              <a:fillRect/>
            </a:stretch>
          </p:blipFill>
          <p:spPr bwMode="auto">
            <a:xfrm>
              <a:off x="3388659" y="666750"/>
              <a:ext cx="5688106"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8">
              <a:extLst>
                <a:ext uri="{FF2B5EF4-FFF2-40B4-BE49-F238E27FC236}">
                  <a16:creationId xmlns:a16="http://schemas.microsoft.com/office/drawing/2014/main" id="{CF8DE135-B642-5BAB-53E3-6B94AE0F4407}"/>
                </a:ext>
              </a:extLst>
            </p:cNvPr>
            <p:cNvSpPr/>
            <p:nvPr/>
          </p:nvSpPr>
          <p:spPr>
            <a:xfrm>
              <a:off x="5929626" y="1413738"/>
              <a:ext cx="2092925" cy="3716433"/>
            </a:xfrm>
            <a:prstGeom prst="rect">
              <a:avLst/>
            </a:prstGeom>
            <a:solidFill>
              <a:srgbClr val="E7E6E6"/>
            </a:solidFill>
            <a:ln w="12700" cap="flat" cmpd="sng" algn="ctr">
              <a:noFill/>
              <a:prstDash val="solid"/>
              <a:miter lim="800000"/>
            </a:ln>
            <a:effectLst/>
          </p:spPr>
          <p:txBody>
            <a:bodyPr anchor="ctr"/>
            <a:lstStyle/>
            <a:p>
              <a:pPr marL="0" marR="0" lvl="0" indent="0" algn="ctr" defTabSz="68516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28" name="矩形 27">
            <a:extLst>
              <a:ext uri="{FF2B5EF4-FFF2-40B4-BE49-F238E27FC236}">
                <a16:creationId xmlns:a16="http://schemas.microsoft.com/office/drawing/2014/main" id="{850EE351-1161-FD5A-B6BB-99039785803A}"/>
              </a:ext>
            </a:extLst>
          </p:cNvPr>
          <p:cNvSpPr/>
          <p:nvPr/>
        </p:nvSpPr>
        <p:spPr>
          <a:xfrm>
            <a:off x="8204049" y="4731406"/>
            <a:ext cx="2166335" cy="79913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9" name="文本框 28">
            <a:extLst>
              <a:ext uri="{FF2B5EF4-FFF2-40B4-BE49-F238E27FC236}">
                <a16:creationId xmlns:a16="http://schemas.microsoft.com/office/drawing/2014/main" id="{9683E634-E765-B596-627D-64C3C6DB0411}"/>
              </a:ext>
            </a:extLst>
          </p:cNvPr>
          <p:cNvSpPr txBox="1"/>
          <p:nvPr/>
        </p:nvSpPr>
        <p:spPr>
          <a:xfrm>
            <a:off x="8254498" y="5133252"/>
            <a:ext cx="20621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Arial Black" panose="020B0A04020102020204" pitchFamily="34" charset="0"/>
                <a:ea typeface="宋体" panose="02010600030101010101" pitchFamily="2" charset="-122"/>
                <a:cs typeface="+mn-cs"/>
              </a:rPr>
              <a:t>   刷题     错题集      我的</a:t>
            </a:r>
          </a:p>
        </p:txBody>
      </p:sp>
      <p:pic>
        <p:nvPicPr>
          <p:cNvPr id="30" name="图片 29">
            <a:extLst>
              <a:ext uri="{FF2B5EF4-FFF2-40B4-BE49-F238E27FC236}">
                <a16:creationId xmlns:a16="http://schemas.microsoft.com/office/drawing/2014/main" id="{1877827A-DA1B-DB56-9B83-D5B8A717B92E}"/>
              </a:ext>
            </a:extLst>
          </p:cNvPr>
          <p:cNvPicPr>
            <a:picLocks noChangeAspect="1"/>
          </p:cNvPicPr>
          <p:nvPr/>
        </p:nvPicPr>
        <p:blipFill>
          <a:blip r:embed="rId5"/>
          <a:stretch>
            <a:fillRect/>
          </a:stretch>
        </p:blipFill>
        <p:spPr>
          <a:xfrm>
            <a:off x="8404529" y="4805416"/>
            <a:ext cx="420939" cy="420939"/>
          </a:xfrm>
          <a:prstGeom prst="rect">
            <a:avLst/>
          </a:prstGeom>
        </p:spPr>
      </p:pic>
      <p:pic>
        <p:nvPicPr>
          <p:cNvPr id="31" name="图片 30">
            <a:extLst>
              <a:ext uri="{FF2B5EF4-FFF2-40B4-BE49-F238E27FC236}">
                <a16:creationId xmlns:a16="http://schemas.microsoft.com/office/drawing/2014/main" id="{9D975183-AA43-15A6-3366-BC951013CF98}"/>
              </a:ext>
            </a:extLst>
          </p:cNvPr>
          <p:cNvPicPr>
            <a:picLocks noChangeAspect="1"/>
          </p:cNvPicPr>
          <p:nvPr/>
        </p:nvPicPr>
        <p:blipFill>
          <a:blip r:embed="rId6"/>
          <a:stretch>
            <a:fillRect/>
          </a:stretch>
        </p:blipFill>
        <p:spPr>
          <a:xfrm>
            <a:off x="9047192" y="4805415"/>
            <a:ext cx="420939" cy="420939"/>
          </a:xfrm>
          <a:prstGeom prst="rect">
            <a:avLst/>
          </a:prstGeom>
        </p:spPr>
      </p:pic>
      <p:pic>
        <p:nvPicPr>
          <p:cNvPr id="32" name="图片 31">
            <a:extLst>
              <a:ext uri="{FF2B5EF4-FFF2-40B4-BE49-F238E27FC236}">
                <a16:creationId xmlns:a16="http://schemas.microsoft.com/office/drawing/2014/main" id="{8B6DD27C-5E99-6CA8-F7D1-1D02631BE5E1}"/>
              </a:ext>
            </a:extLst>
          </p:cNvPr>
          <p:cNvPicPr>
            <a:picLocks noChangeAspect="1"/>
          </p:cNvPicPr>
          <p:nvPr/>
        </p:nvPicPr>
        <p:blipFill>
          <a:blip r:embed="rId7"/>
          <a:stretch>
            <a:fillRect/>
          </a:stretch>
        </p:blipFill>
        <p:spPr>
          <a:xfrm>
            <a:off x="9764200" y="4805416"/>
            <a:ext cx="420939" cy="420939"/>
          </a:xfrm>
          <a:prstGeom prst="rect">
            <a:avLst/>
          </a:prstGeom>
        </p:spPr>
      </p:pic>
      <p:sp>
        <p:nvSpPr>
          <p:cNvPr id="39" name="矩形: 圆角 38">
            <a:extLst>
              <a:ext uri="{FF2B5EF4-FFF2-40B4-BE49-F238E27FC236}">
                <a16:creationId xmlns:a16="http://schemas.microsoft.com/office/drawing/2014/main" id="{BCE03DD6-89F6-4714-4A01-D4F14D666FB2}"/>
              </a:ext>
            </a:extLst>
          </p:cNvPr>
          <p:cNvSpPr/>
          <p:nvPr/>
        </p:nvSpPr>
        <p:spPr>
          <a:xfrm>
            <a:off x="8290685" y="4812208"/>
            <a:ext cx="653094" cy="420938"/>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0" name="矩形: 圆角 39">
            <a:extLst>
              <a:ext uri="{FF2B5EF4-FFF2-40B4-BE49-F238E27FC236}">
                <a16:creationId xmlns:a16="http://schemas.microsoft.com/office/drawing/2014/main" id="{DBC67DBA-64C8-1212-CFE6-116FFF044121}"/>
              </a:ext>
            </a:extLst>
          </p:cNvPr>
          <p:cNvSpPr/>
          <p:nvPr/>
        </p:nvSpPr>
        <p:spPr>
          <a:xfrm>
            <a:off x="8339636" y="3638745"/>
            <a:ext cx="1836048" cy="174941"/>
          </a:xfrm>
          <a:prstGeom prst="roundRect">
            <a:avLst/>
          </a:prstGeom>
          <a:solidFill>
            <a:schemeClr val="bg1">
              <a:lumMod val="8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1" name="矩形: 圆角 40">
            <a:extLst>
              <a:ext uri="{FF2B5EF4-FFF2-40B4-BE49-F238E27FC236}">
                <a16:creationId xmlns:a16="http://schemas.microsoft.com/office/drawing/2014/main" id="{E12C4F89-56E5-9F7B-7094-F65B1AE45062}"/>
              </a:ext>
            </a:extLst>
          </p:cNvPr>
          <p:cNvSpPr/>
          <p:nvPr/>
        </p:nvSpPr>
        <p:spPr>
          <a:xfrm>
            <a:off x="8339636" y="4062018"/>
            <a:ext cx="1836048" cy="174941"/>
          </a:xfrm>
          <a:prstGeom prst="roundRect">
            <a:avLst/>
          </a:prstGeom>
          <a:solidFill>
            <a:schemeClr val="bg1">
              <a:lumMod val="8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2" name="矩形: 圆角 41">
            <a:extLst>
              <a:ext uri="{FF2B5EF4-FFF2-40B4-BE49-F238E27FC236}">
                <a16:creationId xmlns:a16="http://schemas.microsoft.com/office/drawing/2014/main" id="{37C75C69-4203-1670-831B-E3D3EA0C61E9}"/>
              </a:ext>
            </a:extLst>
          </p:cNvPr>
          <p:cNvSpPr/>
          <p:nvPr/>
        </p:nvSpPr>
        <p:spPr>
          <a:xfrm>
            <a:off x="8339636" y="4492091"/>
            <a:ext cx="1836048" cy="174941"/>
          </a:xfrm>
          <a:prstGeom prst="roundRect">
            <a:avLst/>
          </a:prstGeom>
          <a:solidFill>
            <a:schemeClr val="bg1">
              <a:lumMod val="8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 name="矩形: 圆角 2">
            <a:extLst>
              <a:ext uri="{FF2B5EF4-FFF2-40B4-BE49-F238E27FC236}">
                <a16:creationId xmlns:a16="http://schemas.microsoft.com/office/drawing/2014/main" id="{3DE62535-FFD0-BFDD-D243-F54272A600E8}"/>
              </a:ext>
            </a:extLst>
          </p:cNvPr>
          <p:cNvSpPr/>
          <p:nvPr/>
        </p:nvSpPr>
        <p:spPr>
          <a:xfrm>
            <a:off x="2455653" y="4808450"/>
            <a:ext cx="653094" cy="420938"/>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圆角 3">
            <a:extLst>
              <a:ext uri="{FF2B5EF4-FFF2-40B4-BE49-F238E27FC236}">
                <a16:creationId xmlns:a16="http://schemas.microsoft.com/office/drawing/2014/main" id="{DD1714B1-7272-CECC-B24D-EBB4D95E4139}"/>
              </a:ext>
            </a:extLst>
          </p:cNvPr>
          <p:cNvSpPr/>
          <p:nvPr/>
        </p:nvSpPr>
        <p:spPr>
          <a:xfrm>
            <a:off x="2514059" y="4047870"/>
            <a:ext cx="1836048" cy="619162"/>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文本框 4">
            <a:extLst>
              <a:ext uri="{FF2B5EF4-FFF2-40B4-BE49-F238E27FC236}">
                <a16:creationId xmlns:a16="http://schemas.microsoft.com/office/drawing/2014/main" id="{E0B5489C-A3BF-FA30-07A3-9DBA32AE4E21}"/>
              </a:ext>
            </a:extLst>
          </p:cNvPr>
          <p:cNvSpPr txBox="1"/>
          <p:nvPr/>
        </p:nvSpPr>
        <p:spPr>
          <a:xfrm>
            <a:off x="2579047" y="4142389"/>
            <a:ext cx="1646934" cy="369332"/>
          </a:xfrm>
          <a:prstGeom prst="rect">
            <a:avLst/>
          </a:prstGeom>
          <a:solidFill>
            <a:schemeClr val="tx2">
              <a:lumMod val="40000"/>
              <a:lumOff val="6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1F497D">
                    <a:lumMod val="50000"/>
                  </a:srgbClr>
                </a:solidFill>
                <a:effectLst/>
                <a:uLnTx/>
                <a:uFillTx/>
                <a:latin typeface="幼圆" panose="02010509060101010101" pitchFamily="49" charset="-122"/>
                <a:ea typeface="幼圆" panose="02010509060101010101" pitchFamily="49" charset="-122"/>
                <a:cs typeface="+mn-cs"/>
              </a:rPr>
              <a:t>自定义题库</a:t>
            </a:r>
          </a:p>
        </p:txBody>
      </p:sp>
      <p:pic>
        <p:nvPicPr>
          <p:cNvPr id="12" name="图片 11">
            <a:extLst>
              <a:ext uri="{FF2B5EF4-FFF2-40B4-BE49-F238E27FC236}">
                <a16:creationId xmlns:a16="http://schemas.microsoft.com/office/drawing/2014/main" id="{8F866BCA-2B47-D9E2-2B25-8D7B241A0D33}"/>
              </a:ext>
            </a:extLst>
          </p:cNvPr>
          <p:cNvPicPr>
            <a:picLocks noChangeAspect="1"/>
          </p:cNvPicPr>
          <p:nvPr/>
        </p:nvPicPr>
        <p:blipFill>
          <a:blip r:embed="rId8"/>
          <a:stretch>
            <a:fillRect/>
          </a:stretch>
        </p:blipFill>
        <p:spPr>
          <a:xfrm>
            <a:off x="2586863" y="2123651"/>
            <a:ext cx="275896" cy="275896"/>
          </a:xfrm>
          <a:prstGeom prst="rect">
            <a:avLst/>
          </a:prstGeom>
        </p:spPr>
      </p:pic>
      <p:cxnSp>
        <p:nvCxnSpPr>
          <p:cNvPr id="14" name="Straight Connector 26">
            <a:extLst>
              <a:ext uri="{FF2B5EF4-FFF2-40B4-BE49-F238E27FC236}">
                <a16:creationId xmlns:a16="http://schemas.microsoft.com/office/drawing/2014/main" id="{50E4DDB7-9C7E-5D7F-3D80-2714617D1497}"/>
              </a:ext>
            </a:extLst>
          </p:cNvPr>
          <p:cNvCxnSpPr>
            <a:cxnSpLocks/>
          </p:cNvCxnSpPr>
          <p:nvPr/>
        </p:nvCxnSpPr>
        <p:spPr>
          <a:xfrm>
            <a:off x="2990436" y="2399547"/>
            <a:ext cx="1359671" cy="0"/>
          </a:xfrm>
          <a:prstGeom prst="line">
            <a:avLst/>
          </a:prstGeom>
          <a:ln>
            <a:solidFill>
              <a:schemeClr val="tx2">
                <a:lumMod val="40000"/>
                <a:lumOff val="6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AED3012-2F73-60A9-1009-2CE98FBB59E9}"/>
              </a:ext>
            </a:extLst>
          </p:cNvPr>
          <p:cNvSpPr txBox="1"/>
          <p:nvPr/>
        </p:nvSpPr>
        <p:spPr>
          <a:xfrm>
            <a:off x="3284333" y="2107253"/>
            <a:ext cx="1343642" cy="307777"/>
          </a:xfrm>
          <a:prstGeom prst="rect">
            <a:avLst/>
          </a:prstGeom>
          <a:noFill/>
        </p:spPr>
        <p:txBody>
          <a:bodyPr wrap="square" rtlCol="0">
            <a:spAutoFit/>
          </a:bodyPr>
          <a:lstStyle/>
          <a:p>
            <a:r>
              <a:rPr lang="zh-CN" altLang="en-US" sz="1400" dirty="0">
                <a:latin typeface="华文细黑" panose="02010600040101010101" pitchFamily="2" charset="-122"/>
                <a:ea typeface="华文细黑" panose="02010600040101010101" pitchFamily="2" charset="-122"/>
              </a:rPr>
              <a:t>请选择</a:t>
            </a:r>
          </a:p>
        </p:txBody>
      </p:sp>
      <p:pic>
        <p:nvPicPr>
          <p:cNvPr id="44" name="图片 43">
            <a:extLst>
              <a:ext uri="{FF2B5EF4-FFF2-40B4-BE49-F238E27FC236}">
                <a16:creationId xmlns:a16="http://schemas.microsoft.com/office/drawing/2014/main" id="{75CDD54D-7745-29A6-2D5C-4AA19E6B9B33}"/>
              </a:ext>
            </a:extLst>
          </p:cNvPr>
          <p:cNvPicPr>
            <a:picLocks noChangeAspect="1"/>
          </p:cNvPicPr>
          <p:nvPr/>
        </p:nvPicPr>
        <p:blipFill>
          <a:blip r:embed="rId9"/>
          <a:stretch>
            <a:fillRect/>
          </a:stretch>
        </p:blipFill>
        <p:spPr>
          <a:xfrm>
            <a:off x="8403457" y="2165272"/>
            <a:ext cx="540321" cy="540321"/>
          </a:xfrm>
          <a:prstGeom prst="rect">
            <a:avLst/>
          </a:prstGeom>
        </p:spPr>
      </p:pic>
      <p:pic>
        <p:nvPicPr>
          <p:cNvPr id="46" name="图片 45">
            <a:extLst>
              <a:ext uri="{FF2B5EF4-FFF2-40B4-BE49-F238E27FC236}">
                <a16:creationId xmlns:a16="http://schemas.microsoft.com/office/drawing/2014/main" id="{EC3078E9-24A3-8C7E-6C46-6F6A82AF0F18}"/>
              </a:ext>
            </a:extLst>
          </p:cNvPr>
          <p:cNvPicPr>
            <a:picLocks noChangeAspect="1"/>
          </p:cNvPicPr>
          <p:nvPr/>
        </p:nvPicPr>
        <p:blipFill>
          <a:blip r:embed="rId10"/>
          <a:stretch>
            <a:fillRect/>
          </a:stretch>
        </p:blipFill>
        <p:spPr>
          <a:xfrm>
            <a:off x="8999948" y="2178466"/>
            <a:ext cx="532022" cy="532022"/>
          </a:xfrm>
          <a:prstGeom prst="rect">
            <a:avLst/>
          </a:prstGeom>
        </p:spPr>
      </p:pic>
      <p:pic>
        <p:nvPicPr>
          <p:cNvPr id="50" name="图片 49">
            <a:extLst>
              <a:ext uri="{FF2B5EF4-FFF2-40B4-BE49-F238E27FC236}">
                <a16:creationId xmlns:a16="http://schemas.microsoft.com/office/drawing/2014/main" id="{97F6B278-8716-FC63-20B4-07EA7CDC35B8}"/>
              </a:ext>
            </a:extLst>
          </p:cNvPr>
          <p:cNvPicPr>
            <a:picLocks noChangeAspect="1"/>
          </p:cNvPicPr>
          <p:nvPr/>
        </p:nvPicPr>
        <p:blipFill>
          <a:blip r:embed="rId6"/>
          <a:stretch>
            <a:fillRect/>
          </a:stretch>
        </p:blipFill>
        <p:spPr>
          <a:xfrm flipH="1">
            <a:off x="9651605" y="2179547"/>
            <a:ext cx="532022" cy="532022"/>
          </a:xfrm>
          <a:prstGeom prst="rect">
            <a:avLst/>
          </a:prstGeom>
        </p:spPr>
      </p:pic>
      <p:sp>
        <p:nvSpPr>
          <p:cNvPr id="51" name="矩形: 圆角 50">
            <a:extLst>
              <a:ext uri="{FF2B5EF4-FFF2-40B4-BE49-F238E27FC236}">
                <a16:creationId xmlns:a16="http://schemas.microsoft.com/office/drawing/2014/main" id="{6D1910FF-A7E3-232C-A9E6-4F1E6AD0C05E}"/>
              </a:ext>
            </a:extLst>
          </p:cNvPr>
          <p:cNvSpPr/>
          <p:nvPr/>
        </p:nvSpPr>
        <p:spPr>
          <a:xfrm>
            <a:off x="8339636" y="2907538"/>
            <a:ext cx="1836048" cy="574642"/>
          </a:xfrm>
          <a:prstGeom prst="roundRect">
            <a:avLst/>
          </a:prstGeom>
          <a:solidFill>
            <a:schemeClr val="bg1">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3" name="图片 52">
            <a:extLst>
              <a:ext uri="{FF2B5EF4-FFF2-40B4-BE49-F238E27FC236}">
                <a16:creationId xmlns:a16="http://schemas.microsoft.com/office/drawing/2014/main" id="{FCDA6DE2-B2A5-533D-C09E-8E4E06274F91}"/>
              </a:ext>
            </a:extLst>
          </p:cNvPr>
          <p:cNvPicPr>
            <a:picLocks noChangeAspect="1"/>
          </p:cNvPicPr>
          <p:nvPr/>
        </p:nvPicPr>
        <p:blipFill>
          <a:blip r:embed="rId11"/>
          <a:stretch>
            <a:fillRect/>
          </a:stretch>
        </p:blipFill>
        <p:spPr>
          <a:xfrm>
            <a:off x="8339636" y="2937736"/>
            <a:ext cx="285196" cy="285196"/>
          </a:xfrm>
          <a:prstGeom prst="rect">
            <a:avLst/>
          </a:prstGeom>
        </p:spPr>
      </p:pic>
    </p:spTree>
    <p:extLst>
      <p:ext uri="{BB962C8B-B14F-4D97-AF65-F5344CB8AC3E}">
        <p14:creationId xmlns:p14="http://schemas.microsoft.com/office/powerpoint/2010/main" val="697968724"/>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500" fill="hold"/>
                                        <p:tgtEl>
                                          <p:spTgt spid="23"/>
                                        </p:tgtEl>
                                        <p:attrNameLst>
                                          <p:attrName>ppt_x</p:attrName>
                                        </p:attrNameLst>
                                      </p:cBhvr>
                                      <p:tavLst>
                                        <p:tav tm="0">
                                          <p:val>
                                            <p:strVal val="#ppt_x"/>
                                          </p:val>
                                        </p:tav>
                                        <p:tav tm="100000">
                                          <p:val>
                                            <p:strVal val="#ppt_x"/>
                                          </p:val>
                                        </p:tav>
                                      </p:tavLst>
                                    </p:anim>
                                    <p:anim calcmode="lin" valueType="num">
                                      <p:cBhvr additive="base">
                                        <p:cTn id="40" dur="500" fill="hold"/>
                                        <p:tgtEl>
                                          <p:spTgt spid="2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fill="hold"/>
                                        <p:tgtEl>
                                          <p:spTgt spid="3"/>
                                        </p:tgtEl>
                                        <p:attrNameLst>
                                          <p:attrName>ppt_x</p:attrName>
                                        </p:attrNameLst>
                                      </p:cBhvr>
                                      <p:tavLst>
                                        <p:tav tm="0">
                                          <p:val>
                                            <p:strVal val="#ppt_x"/>
                                          </p:val>
                                        </p:tav>
                                        <p:tav tm="100000">
                                          <p:val>
                                            <p:strVal val="#ppt_x"/>
                                          </p:val>
                                        </p:tav>
                                      </p:tavLst>
                                    </p:anim>
                                    <p:anim calcmode="lin" valueType="num">
                                      <p:cBhvr additive="base">
                                        <p:cTn id="48" dur="500" fill="hold"/>
                                        <p:tgtEl>
                                          <p:spTgt spid="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
                                        </p:tgtEl>
                                        <p:attrNameLst>
                                          <p:attrName>style.visibility</p:attrName>
                                        </p:attrNameLst>
                                      </p:cBhvr>
                                      <p:to>
                                        <p:strVal val="visible"/>
                                      </p:to>
                                    </p:set>
                                    <p:anim calcmode="lin" valueType="num">
                                      <p:cBhvr additive="base">
                                        <p:cTn id="51" dur="500" fill="hold"/>
                                        <p:tgtEl>
                                          <p:spTgt spid="4"/>
                                        </p:tgtEl>
                                        <p:attrNameLst>
                                          <p:attrName>ppt_x</p:attrName>
                                        </p:attrNameLst>
                                      </p:cBhvr>
                                      <p:tavLst>
                                        <p:tav tm="0">
                                          <p:val>
                                            <p:strVal val="#ppt_x"/>
                                          </p:val>
                                        </p:tav>
                                        <p:tav tm="100000">
                                          <p:val>
                                            <p:strVal val="#ppt_x"/>
                                          </p:val>
                                        </p:tav>
                                      </p:tavLst>
                                    </p:anim>
                                    <p:anim calcmode="lin" valueType="num">
                                      <p:cBhvr additive="base">
                                        <p:cTn id="52" dur="500" fill="hold"/>
                                        <p:tgtEl>
                                          <p:spTgt spid="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anim calcmode="lin" valueType="num">
                                      <p:cBhvr additive="base">
                                        <p:cTn id="55" dur="500" fill="hold"/>
                                        <p:tgtEl>
                                          <p:spTgt spid="5"/>
                                        </p:tgtEl>
                                        <p:attrNameLst>
                                          <p:attrName>ppt_x</p:attrName>
                                        </p:attrNameLst>
                                      </p:cBhvr>
                                      <p:tavLst>
                                        <p:tav tm="0">
                                          <p:val>
                                            <p:strVal val="#ppt_x"/>
                                          </p:val>
                                        </p:tav>
                                        <p:tav tm="100000">
                                          <p:val>
                                            <p:strVal val="#ppt_x"/>
                                          </p:val>
                                        </p:tav>
                                      </p:tavLst>
                                    </p:anim>
                                    <p:anim calcmode="lin" valueType="num">
                                      <p:cBhvr additive="base">
                                        <p:cTn id="56" dur="500" fill="hold"/>
                                        <p:tgtEl>
                                          <p:spTgt spid="5"/>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additive="base">
                                        <p:cTn id="59" dur="500" fill="hold"/>
                                        <p:tgtEl>
                                          <p:spTgt spid="12"/>
                                        </p:tgtEl>
                                        <p:attrNameLst>
                                          <p:attrName>ppt_x</p:attrName>
                                        </p:attrNameLst>
                                      </p:cBhvr>
                                      <p:tavLst>
                                        <p:tav tm="0">
                                          <p:val>
                                            <p:strVal val="#ppt_x"/>
                                          </p:val>
                                        </p:tav>
                                        <p:tav tm="100000">
                                          <p:val>
                                            <p:strVal val="#ppt_x"/>
                                          </p:val>
                                        </p:tav>
                                      </p:tavLst>
                                    </p:anim>
                                    <p:anim calcmode="lin" valueType="num">
                                      <p:cBhvr additive="base">
                                        <p:cTn id="60" dur="500" fill="hold"/>
                                        <p:tgtEl>
                                          <p:spTgt spid="12"/>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5"/>
                                        </p:tgtEl>
                                        <p:attrNameLst>
                                          <p:attrName>style.visibility</p:attrName>
                                        </p:attrNameLst>
                                      </p:cBhvr>
                                      <p:to>
                                        <p:strVal val="visible"/>
                                      </p:to>
                                    </p:set>
                                    <p:anim calcmode="lin" valueType="num">
                                      <p:cBhvr additive="base">
                                        <p:cTn id="73" dur="500" fill="hold"/>
                                        <p:tgtEl>
                                          <p:spTgt spid="25"/>
                                        </p:tgtEl>
                                        <p:attrNameLst>
                                          <p:attrName>ppt_x</p:attrName>
                                        </p:attrNameLst>
                                      </p:cBhvr>
                                      <p:tavLst>
                                        <p:tav tm="0">
                                          <p:val>
                                            <p:strVal val="#ppt_x"/>
                                          </p:val>
                                        </p:tav>
                                        <p:tav tm="100000">
                                          <p:val>
                                            <p:strVal val="#ppt_x"/>
                                          </p:val>
                                        </p:tav>
                                      </p:tavLst>
                                    </p:anim>
                                    <p:anim calcmode="lin" valueType="num">
                                      <p:cBhvr additive="base">
                                        <p:cTn id="74" dur="500" fill="hold"/>
                                        <p:tgtEl>
                                          <p:spTgt spid="25"/>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 calcmode="lin" valueType="num">
                                      <p:cBhvr additive="base">
                                        <p:cTn id="77" dur="500" fill="hold"/>
                                        <p:tgtEl>
                                          <p:spTgt spid="28"/>
                                        </p:tgtEl>
                                        <p:attrNameLst>
                                          <p:attrName>ppt_x</p:attrName>
                                        </p:attrNameLst>
                                      </p:cBhvr>
                                      <p:tavLst>
                                        <p:tav tm="0">
                                          <p:val>
                                            <p:strVal val="#ppt_x"/>
                                          </p:val>
                                        </p:tav>
                                        <p:tav tm="100000">
                                          <p:val>
                                            <p:strVal val="#ppt_x"/>
                                          </p:val>
                                        </p:tav>
                                      </p:tavLst>
                                    </p:anim>
                                    <p:anim calcmode="lin" valueType="num">
                                      <p:cBhvr additive="base">
                                        <p:cTn id="78" dur="500" fill="hold"/>
                                        <p:tgtEl>
                                          <p:spTgt spid="28"/>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 calcmode="lin" valueType="num">
                                      <p:cBhvr additive="base">
                                        <p:cTn id="81" dur="500" fill="hold"/>
                                        <p:tgtEl>
                                          <p:spTgt spid="29"/>
                                        </p:tgtEl>
                                        <p:attrNameLst>
                                          <p:attrName>ppt_x</p:attrName>
                                        </p:attrNameLst>
                                      </p:cBhvr>
                                      <p:tavLst>
                                        <p:tav tm="0">
                                          <p:val>
                                            <p:strVal val="#ppt_x"/>
                                          </p:val>
                                        </p:tav>
                                        <p:tav tm="100000">
                                          <p:val>
                                            <p:strVal val="#ppt_x"/>
                                          </p:val>
                                        </p:tav>
                                      </p:tavLst>
                                    </p:anim>
                                    <p:anim calcmode="lin" valueType="num">
                                      <p:cBhvr additive="base">
                                        <p:cTn id="82" dur="500" fill="hold"/>
                                        <p:tgtEl>
                                          <p:spTgt spid="29"/>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30"/>
                                        </p:tgtEl>
                                        <p:attrNameLst>
                                          <p:attrName>style.visibility</p:attrName>
                                        </p:attrNameLst>
                                      </p:cBhvr>
                                      <p:to>
                                        <p:strVal val="visible"/>
                                      </p:to>
                                    </p:set>
                                    <p:anim calcmode="lin" valueType="num">
                                      <p:cBhvr additive="base">
                                        <p:cTn id="85" dur="500" fill="hold"/>
                                        <p:tgtEl>
                                          <p:spTgt spid="30"/>
                                        </p:tgtEl>
                                        <p:attrNameLst>
                                          <p:attrName>ppt_x</p:attrName>
                                        </p:attrNameLst>
                                      </p:cBhvr>
                                      <p:tavLst>
                                        <p:tav tm="0">
                                          <p:val>
                                            <p:strVal val="#ppt_x"/>
                                          </p:val>
                                        </p:tav>
                                        <p:tav tm="100000">
                                          <p:val>
                                            <p:strVal val="#ppt_x"/>
                                          </p:val>
                                        </p:tav>
                                      </p:tavLst>
                                    </p:anim>
                                    <p:anim calcmode="lin" valueType="num">
                                      <p:cBhvr additive="base">
                                        <p:cTn id="86" dur="500" fill="hold"/>
                                        <p:tgtEl>
                                          <p:spTgt spid="30"/>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 calcmode="lin" valueType="num">
                                      <p:cBhvr additive="base">
                                        <p:cTn id="89" dur="500" fill="hold"/>
                                        <p:tgtEl>
                                          <p:spTgt spid="31"/>
                                        </p:tgtEl>
                                        <p:attrNameLst>
                                          <p:attrName>ppt_x</p:attrName>
                                        </p:attrNameLst>
                                      </p:cBhvr>
                                      <p:tavLst>
                                        <p:tav tm="0">
                                          <p:val>
                                            <p:strVal val="#ppt_x"/>
                                          </p:val>
                                        </p:tav>
                                        <p:tav tm="100000">
                                          <p:val>
                                            <p:strVal val="#ppt_x"/>
                                          </p:val>
                                        </p:tav>
                                      </p:tavLst>
                                    </p:anim>
                                    <p:anim calcmode="lin" valueType="num">
                                      <p:cBhvr additive="base">
                                        <p:cTn id="90" dur="500" fill="hold"/>
                                        <p:tgtEl>
                                          <p:spTgt spid="31"/>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 calcmode="lin" valueType="num">
                                      <p:cBhvr additive="base">
                                        <p:cTn id="93" dur="500" fill="hold"/>
                                        <p:tgtEl>
                                          <p:spTgt spid="32"/>
                                        </p:tgtEl>
                                        <p:attrNameLst>
                                          <p:attrName>ppt_x</p:attrName>
                                        </p:attrNameLst>
                                      </p:cBhvr>
                                      <p:tavLst>
                                        <p:tav tm="0">
                                          <p:val>
                                            <p:strVal val="#ppt_x"/>
                                          </p:val>
                                        </p:tav>
                                        <p:tav tm="100000">
                                          <p:val>
                                            <p:strVal val="#ppt_x"/>
                                          </p:val>
                                        </p:tav>
                                      </p:tavLst>
                                    </p:anim>
                                    <p:anim calcmode="lin" valueType="num">
                                      <p:cBhvr additive="base">
                                        <p:cTn id="94" dur="500" fill="hold"/>
                                        <p:tgtEl>
                                          <p:spTgt spid="32"/>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39"/>
                                        </p:tgtEl>
                                        <p:attrNameLst>
                                          <p:attrName>style.visibility</p:attrName>
                                        </p:attrNameLst>
                                      </p:cBhvr>
                                      <p:to>
                                        <p:strVal val="visible"/>
                                      </p:to>
                                    </p:set>
                                    <p:anim calcmode="lin" valueType="num">
                                      <p:cBhvr additive="base">
                                        <p:cTn id="97" dur="500" fill="hold"/>
                                        <p:tgtEl>
                                          <p:spTgt spid="39"/>
                                        </p:tgtEl>
                                        <p:attrNameLst>
                                          <p:attrName>ppt_x</p:attrName>
                                        </p:attrNameLst>
                                      </p:cBhvr>
                                      <p:tavLst>
                                        <p:tav tm="0">
                                          <p:val>
                                            <p:strVal val="#ppt_x"/>
                                          </p:val>
                                        </p:tav>
                                        <p:tav tm="100000">
                                          <p:val>
                                            <p:strVal val="#ppt_x"/>
                                          </p:val>
                                        </p:tav>
                                      </p:tavLst>
                                    </p:anim>
                                    <p:anim calcmode="lin" valueType="num">
                                      <p:cBhvr additive="base">
                                        <p:cTn id="98" dur="500" fill="hold"/>
                                        <p:tgtEl>
                                          <p:spTgt spid="39"/>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40"/>
                                        </p:tgtEl>
                                        <p:attrNameLst>
                                          <p:attrName>style.visibility</p:attrName>
                                        </p:attrNameLst>
                                      </p:cBhvr>
                                      <p:to>
                                        <p:strVal val="visible"/>
                                      </p:to>
                                    </p:set>
                                    <p:anim calcmode="lin" valueType="num">
                                      <p:cBhvr additive="base">
                                        <p:cTn id="101" dur="500" fill="hold"/>
                                        <p:tgtEl>
                                          <p:spTgt spid="40"/>
                                        </p:tgtEl>
                                        <p:attrNameLst>
                                          <p:attrName>ppt_x</p:attrName>
                                        </p:attrNameLst>
                                      </p:cBhvr>
                                      <p:tavLst>
                                        <p:tav tm="0">
                                          <p:val>
                                            <p:strVal val="#ppt_x"/>
                                          </p:val>
                                        </p:tav>
                                        <p:tav tm="100000">
                                          <p:val>
                                            <p:strVal val="#ppt_x"/>
                                          </p:val>
                                        </p:tav>
                                      </p:tavLst>
                                    </p:anim>
                                    <p:anim calcmode="lin" valueType="num">
                                      <p:cBhvr additive="base">
                                        <p:cTn id="102" dur="500" fill="hold"/>
                                        <p:tgtEl>
                                          <p:spTgt spid="40"/>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41"/>
                                        </p:tgtEl>
                                        <p:attrNameLst>
                                          <p:attrName>style.visibility</p:attrName>
                                        </p:attrNameLst>
                                      </p:cBhvr>
                                      <p:to>
                                        <p:strVal val="visible"/>
                                      </p:to>
                                    </p:set>
                                    <p:anim calcmode="lin" valueType="num">
                                      <p:cBhvr additive="base">
                                        <p:cTn id="105" dur="500" fill="hold"/>
                                        <p:tgtEl>
                                          <p:spTgt spid="41"/>
                                        </p:tgtEl>
                                        <p:attrNameLst>
                                          <p:attrName>ppt_x</p:attrName>
                                        </p:attrNameLst>
                                      </p:cBhvr>
                                      <p:tavLst>
                                        <p:tav tm="0">
                                          <p:val>
                                            <p:strVal val="#ppt_x"/>
                                          </p:val>
                                        </p:tav>
                                        <p:tav tm="100000">
                                          <p:val>
                                            <p:strVal val="#ppt_x"/>
                                          </p:val>
                                        </p:tav>
                                      </p:tavLst>
                                    </p:anim>
                                    <p:anim calcmode="lin" valueType="num">
                                      <p:cBhvr additive="base">
                                        <p:cTn id="106" dur="500" fill="hold"/>
                                        <p:tgtEl>
                                          <p:spTgt spid="41"/>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42"/>
                                        </p:tgtEl>
                                        <p:attrNameLst>
                                          <p:attrName>style.visibility</p:attrName>
                                        </p:attrNameLst>
                                      </p:cBhvr>
                                      <p:to>
                                        <p:strVal val="visible"/>
                                      </p:to>
                                    </p:set>
                                    <p:anim calcmode="lin" valueType="num">
                                      <p:cBhvr additive="base">
                                        <p:cTn id="109" dur="500" fill="hold"/>
                                        <p:tgtEl>
                                          <p:spTgt spid="42"/>
                                        </p:tgtEl>
                                        <p:attrNameLst>
                                          <p:attrName>ppt_x</p:attrName>
                                        </p:attrNameLst>
                                      </p:cBhvr>
                                      <p:tavLst>
                                        <p:tav tm="0">
                                          <p:val>
                                            <p:strVal val="#ppt_x"/>
                                          </p:val>
                                        </p:tav>
                                        <p:tav tm="100000">
                                          <p:val>
                                            <p:strVal val="#ppt_x"/>
                                          </p:val>
                                        </p:tav>
                                      </p:tavLst>
                                    </p:anim>
                                    <p:anim calcmode="lin" valueType="num">
                                      <p:cBhvr additive="base">
                                        <p:cTn id="110" dur="500" fill="hold"/>
                                        <p:tgtEl>
                                          <p:spTgt spid="42"/>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44"/>
                                        </p:tgtEl>
                                        <p:attrNameLst>
                                          <p:attrName>style.visibility</p:attrName>
                                        </p:attrNameLst>
                                      </p:cBhvr>
                                      <p:to>
                                        <p:strVal val="visible"/>
                                      </p:to>
                                    </p:set>
                                    <p:anim calcmode="lin" valueType="num">
                                      <p:cBhvr additive="base">
                                        <p:cTn id="113" dur="500" fill="hold"/>
                                        <p:tgtEl>
                                          <p:spTgt spid="44"/>
                                        </p:tgtEl>
                                        <p:attrNameLst>
                                          <p:attrName>ppt_x</p:attrName>
                                        </p:attrNameLst>
                                      </p:cBhvr>
                                      <p:tavLst>
                                        <p:tav tm="0">
                                          <p:val>
                                            <p:strVal val="#ppt_x"/>
                                          </p:val>
                                        </p:tav>
                                        <p:tav tm="100000">
                                          <p:val>
                                            <p:strVal val="#ppt_x"/>
                                          </p:val>
                                        </p:tav>
                                      </p:tavLst>
                                    </p:anim>
                                    <p:anim calcmode="lin" valueType="num">
                                      <p:cBhvr additive="base">
                                        <p:cTn id="114" dur="500" fill="hold"/>
                                        <p:tgtEl>
                                          <p:spTgt spid="44"/>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46"/>
                                        </p:tgtEl>
                                        <p:attrNameLst>
                                          <p:attrName>style.visibility</p:attrName>
                                        </p:attrNameLst>
                                      </p:cBhvr>
                                      <p:to>
                                        <p:strVal val="visible"/>
                                      </p:to>
                                    </p:set>
                                    <p:anim calcmode="lin" valueType="num">
                                      <p:cBhvr additive="base">
                                        <p:cTn id="117" dur="500" fill="hold"/>
                                        <p:tgtEl>
                                          <p:spTgt spid="46"/>
                                        </p:tgtEl>
                                        <p:attrNameLst>
                                          <p:attrName>ppt_x</p:attrName>
                                        </p:attrNameLst>
                                      </p:cBhvr>
                                      <p:tavLst>
                                        <p:tav tm="0">
                                          <p:val>
                                            <p:strVal val="#ppt_x"/>
                                          </p:val>
                                        </p:tav>
                                        <p:tav tm="100000">
                                          <p:val>
                                            <p:strVal val="#ppt_x"/>
                                          </p:val>
                                        </p:tav>
                                      </p:tavLst>
                                    </p:anim>
                                    <p:anim calcmode="lin" valueType="num">
                                      <p:cBhvr additive="base">
                                        <p:cTn id="118" dur="500" fill="hold"/>
                                        <p:tgtEl>
                                          <p:spTgt spid="46"/>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50"/>
                                        </p:tgtEl>
                                        <p:attrNameLst>
                                          <p:attrName>style.visibility</p:attrName>
                                        </p:attrNameLst>
                                      </p:cBhvr>
                                      <p:to>
                                        <p:strVal val="visible"/>
                                      </p:to>
                                    </p:set>
                                    <p:anim calcmode="lin" valueType="num">
                                      <p:cBhvr additive="base">
                                        <p:cTn id="121" dur="500" fill="hold"/>
                                        <p:tgtEl>
                                          <p:spTgt spid="50"/>
                                        </p:tgtEl>
                                        <p:attrNameLst>
                                          <p:attrName>ppt_x</p:attrName>
                                        </p:attrNameLst>
                                      </p:cBhvr>
                                      <p:tavLst>
                                        <p:tav tm="0">
                                          <p:val>
                                            <p:strVal val="#ppt_x"/>
                                          </p:val>
                                        </p:tav>
                                        <p:tav tm="100000">
                                          <p:val>
                                            <p:strVal val="#ppt_x"/>
                                          </p:val>
                                        </p:tav>
                                      </p:tavLst>
                                    </p:anim>
                                    <p:anim calcmode="lin" valueType="num">
                                      <p:cBhvr additive="base">
                                        <p:cTn id="122" dur="500" fill="hold"/>
                                        <p:tgtEl>
                                          <p:spTgt spid="50"/>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51"/>
                                        </p:tgtEl>
                                        <p:attrNameLst>
                                          <p:attrName>style.visibility</p:attrName>
                                        </p:attrNameLst>
                                      </p:cBhvr>
                                      <p:to>
                                        <p:strVal val="visible"/>
                                      </p:to>
                                    </p:set>
                                    <p:anim calcmode="lin" valueType="num">
                                      <p:cBhvr additive="base">
                                        <p:cTn id="125" dur="500" fill="hold"/>
                                        <p:tgtEl>
                                          <p:spTgt spid="51"/>
                                        </p:tgtEl>
                                        <p:attrNameLst>
                                          <p:attrName>ppt_x</p:attrName>
                                        </p:attrNameLst>
                                      </p:cBhvr>
                                      <p:tavLst>
                                        <p:tav tm="0">
                                          <p:val>
                                            <p:strVal val="#ppt_x"/>
                                          </p:val>
                                        </p:tav>
                                        <p:tav tm="100000">
                                          <p:val>
                                            <p:strVal val="#ppt_x"/>
                                          </p:val>
                                        </p:tav>
                                      </p:tavLst>
                                    </p:anim>
                                    <p:anim calcmode="lin" valueType="num">
                                      <p:cBhvr additive="base">
                                        <p:cTn id="126" dur="500" fill="hold"/>
                                        <p:tgtEl>
                                          <p:spTgt spid="51"/>
                                        </p:tgtEl>
                                        <p:attrNameLst>
                                          <p:attrName>ppt_y</p:attrName>
                                        </p:attrNameLst>
                                      </p:cBhvr>
                                      <p:tavLst>
                                        <p:tav tm="0">
                                          <p:val>
                                            <p:strVal val="1+#ppt_h/2"/>
                                          </p:val>
                                        </p:tav>
                                        <p:tav tm="100000">
                                          <p:val>
                                            <p:strVal val="#ppt_y"/>
                                          </p:val>
                                        </p:tav>
                                      </p:tavLst>
                                    </p:anim>
                                  </p:childTnLst>
                                </p:cTn>
                              </p:par>
                              <p:par>
                                <p:cTn id="127" presetID="2" presetClass="entr" presetSubtype="4" fill="hold" nodeType="withEffect">
                                  <p:stCondLst>
                                    <p:cond delay="0"/>
                                  </p:stCondLst>
                                  <p:childTnLst>
                                    <p:set>
                                      <p:cBhvr>
                                        <p:cTn id="128" dur="1" fill="hold">
                                          <p:stCondLst>
                                            <p:cond delay="0"/>
                                          </p:stCondLst>
                                        </p:cTn>
                                        <p:tgtEl>
                                          <p:spTgt spid="53"/>
                                        </p:tgtEl>
                                        <p:attrNameLst>
                                          <p:attrName>style.visibility</p:attrName>
                                        </p:attrNameLst>
                                      </p:cBhvr>
                                      <p:to>
                                        <p:strVal val="visible"/>
                                      </p:to>
                                    </p:set>
                                    <p:anim calcmode="lin" valueType="num">
                                      <p:cBhvr additive="base">
                                        <p:cTn id="129" dur="500" fill="hold"/>
                                        <p:tgtEl>
                                          <p:spTgt spid="53"/>
                                        </p:tgtEl>
                                        <p:attrNameLst>
                                          <p:attrName>ppt_x</p:attrName>
                                        </p:attrNameLst>
                                      </p:cBhvr>
                                      <p:tavLst>
                                        <p:tav tm="0">
                                          <p:val>
                                            <p:strVal val="#ppt_x"/>
                                          </p:val>
                                        </p:tav>
                                        <p:tav tm="100000">
                                          <p:val>
                                            <p:strVal val="#ppt_x"/>
                                          </p:val>
                                        </p:tav>
                                      </p:tavLst>
                                    </p:anim>
                                    <p:anim calcmode="lin" valueType="num">
                                      <p:cBhvr additive="base">
                                        <p:cTn id="13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21" grpId="0" animBg="1"/>
      <p:bldP spid="22" grpId="0" animBg="1"/>
      <p:bldP spid="23" grpId="0"/>
      <p:bldP spid="24" grpId="0"/>
      <p:bldP spid="28" grpId="0" animBg="1"/>
      <p:bldP spid="29" grpId="0"/>
      <p:bldP spid="39" grpId="0" animBg="1"/>
      <p:bldP spid="40" grpId="0" animBg="1"/>
      <p:bldP spid="41" grpId="0" animBg="1"/>
      <p:bldP spid="42" grpId="0" animBg="1"/>
      <p:bldP spid="3" grpId="0" animBg="1"/>
      <p:bldP spid="4" grpId="0" animBg="1"/>
      <p:bldP spid="5" grpId="0" animBg="1"/>
      <p:bldP spid="18" grpId="0"/>
      <p:bldP spid="5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istrator\Desktop\11111.tif">
            <a:extLst>
              <a:ext uri="{FF2B5EF4-FFF2-40B4-BE49-F238E27FC236}">
                <a16:creationId xmlns:a16="http://schemas.microsoft.com/office/drawing/2014/main" id="{82EA2BAE-D94F-6836-CA13-BD51F74C581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EDDC825C-9C02-6282-3507-7F49C68A0C2E}"/>
              </a:ext>
            </a:extLst>
          </p:cNvPr>
          <p:cNvGrpSpPr/>
          <p:nvPr/>
        </p:nvGrpSpPr>
        <p:grpSpPr bwMode="auto">
          <a:xfrm>
            <a:off x="-269960" y="1231877"/>
            <a:ext cx="5898524" cy="5916207"/>
            <a:chOff x="3388659" y="666750"/>
            <a:chExt cx="5688106" cy="6191250"/>
          </a:xfrm>
        </p:grpSpPr>
        <p:pic>
          <p:nvPicPr>
            <p:cNvPr id="8" name="Picture 7">
              <a:extLst>
                <a:ext uri="{FF2B5EF4-FFF2-40B4-BE49-F238E27FC236}">
                  <a16:creationId xmlns:a16="http://schemas.microsoft.com/office/drawing/2014/main" id="{2E253617-0409-71B1-2917-8CAD3650D5E9}"/>
                </a:ext>
              </a:extLst>
            </p:cNvPr>
            <p:cNvPicPr>
              <a:picLocks noChangeAspect="1"/>
            </p:cNvPicPr>
            <p:nvPr/>
          </p:nvPicPr>
          <p:blipFill>
            <a:blip r:embed="rId4" cstate="print">
              <a:extLst>
                <a:ext uri="{28A0092B-C50C-407E-A947-70E740481C1C}">
                  <a14:useLocalDpi xmlns:a14="http://schemas.microsoft.com/office/drawing/2010/main" val="0"/>
                </a:ext>
              </a:extLst>
            </a:blip>
            <a:srcRect l="29893" r="13448"/>
            <a:stretch>
              <a:fillRect/>
            </a:stretch>
          </p:blipFill>
          <p:spPr bwMode="auto">
            <a:xfrm>
              <a:off x="3388659" y="666750"/>
              <a:ext cx="5688106"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60275D06-0254-D64D-25AA-E26A921E6917}"/>
                </a:ext>
              </a:extLst>
            </p:cNvPr>
            <p:cNvSpPr/>
            <p:nvPr/>
          </p:nvSpPr>
          <p:spPr>
            <a:xfrm>
              <a:off x="5929626" y="1413738"/>
              <a:ext cx="2092925" cy="3716433"/>
            </a:xfrm>
            <a:prstGeom prst="rect">
              <a:avLst/>
            </a:prstGeom>
            <a:solidFill>
              <a:srgbClr val="E7E6E6"/>
            </a:solidFill>
            <a:ln w="12700" cap="flat" cmpd="sng" algn="ctr">
              <a:noFill/>
              <a:prstDash val="solid"/>
              <a:miter lim="800000"/>
            </a:ln>
            <a:effectLst/>
          </p:spPr>
          <p:txBody>
            <a:bodyPr anchor="ctr"/>
            <a:lstStyle/>
            <a:p>
              <a:pPr marL="0" marR="0" lvl="0" indent="0" algn="ctr" defTabSz="68516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10" name="矩形 9">
            <a:extLst>
              <a:ext uri="{FF2B5EF4-FFF2-40B4-BE49-F238E27FC236}">
                <a16:creationId xmlns:a16="http://schemas.microsoft.com/office/drawing/2014/main" id="{BBCAF3CD-5B10-7F5C-1174-D240F29BA8C6}"/>
              </a:ext>
            </a:extLst>
          </p:cNvPr>
          <p:cNvSpPr/>
          <p:nvPr/>
        </p:nvSpPr>
        <p:spPr>
          <a:xfrm>
            <a:off x="2369017" y="4731406"/>
            <a:ext cx="2166335" cy="79913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文本框 10">
            <a:extLst>
              <a:ext uri="{FF2B5EF4-FFF2-40B4-BE49-F238E27FC236}">
                <a16:creationId xmlns:a16="http://schemas.microsoft.com/office/drawing/2014/main" id="{9E47837B-7F96-BDFC-6140-23832834D474}"/>
              </a:ext>
            </a:extLst>
          </p:cNvPr>
          <p:cNvSpPr txBox="1"/>
          <p:nvPr/>
        </p:nvSpPr>
        <p:spPr>
          <a:xfrm>
            <a:off x="2419466" y="5133252"/>
            <a:ext cx="20621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Arial Black" panose="020B0A04020102020204" pitchFamily="34" charset="0"/>
                <a:ea typeface="宋体" panose="02010600030101010101" pitchFamily="2" charset="-122"/>
                <a:cs typeface="+mn-cs"/>
              </a:rPr>
              <a:t>   刷题     错题集      我的</a:t>
            </a:r>
          </a:p>
        </p:txBody>
      </p:sp>
      <p:pic>
        <p:nvPicPr>
          <p:cNvPr id="13" name="图片 12">
            <a:extLst>
              <a:ext uri="{FF2B5EF4-FFF2-40B4-BE49-F238E27FC236}">
                <a16:creationId xmlns:a16="http://schemas.microsoft.com/office/drawing/2014/main" id="{B5335380-0531-0D09-CC34-41899F1754D3}"/>
              </a:ext>
            </a:extLst>
          </p:cNvPr>
          <p:cNvPicPr>
            <a:picLocks noChangeAspect="1"/>
          </p:cNvPicPr>
          <p:nvPr/>
        </p:nvPicPr>
        <p:blipFill>
          <a:blip r:embed="rId5"/>
          <a:stretch>
            <a:fillRect/>
          </a:stretch>
        </p:blipFill>
        <p:spPr>
          <a:xfrm>
            <a:off x="2569497" y="4805416"/>
            <a:ext cx="420939" cy="420939"/>
          </a:xfrm>
          <a:prstGeom prst="rect">
            <a:avLst/>
          </a:prstGeom>
        </p:spPr>
      </p:pic>
      <p:pic>
        <p:nvPicPr>
          <p:cNvPr id="15" name="图片 14">
            <a:extLst>
              <a:ext uri="{FF2B5EF4-FFF2-40B4-BE49-F238E27FC236}">
                <a16:creationId xmlns:a16="http://schemas.microsoft.com/office/drawing/2014/main" id="{1F932A07-3040-D424-AC5C-75DF33A15B13}"/>
              </a:ext>
            </a:extLst>
          </p:cNvPr>
          <p:cNvPicPr>
            <a:picLocks noChangeAspect="1"/>
          </p:cNvPicPr>
          <p:nvPr/>
        </p:nvPicPr>
        <p:blipFill>
          <a:blip r:embed="rId6"/>
          <a:stretch>
            <a:fillRect/>
          </a:stretch>
        </p:blipFill>
        <p:spPr>
          <a:xfrm>
            <a:off x="3212160" y="4805415"/>
            <a:ext cx="420939" cy="420939"/>
          </a:xfrm>
          <a:prstGeom prst="rect">
            <a:avLst/>
          </a:prstGeom>
        </p:spPr>
      </p:pic>
      <p:pic>
        <p:nvPicPr>
          <p:cNvPr id="17" name="图片 16">
            <a:extLst>
              <a:ext uri="{FF2B5EF4-FFF2-40B4-BE49-F238E27FC236}">
                <a16:creationId xmlns:a16="http://schemas.microsoft.com/office/drawing/2014/main" id="{EED6B0DE-2761-5003-733F-C71B3C86C439}"/>
              </a:ext>
            </a:extLst>
          </p:cNvPr>
          <p:cNvPicPr>
            <a:picLocks noChangeAspect="1"/>
          </p:cNvPicPr>
          <p:nvPr/>
        </p:nvPicPr>
        <p:blipFill>
          <a:blip r:embed="rId7"/>
          <a:stretch>
            <a:fillRect/>
          </a:stretch>
        </p:blipFill>
        <p:spPr>
          <a:xfrm>
            <a:off x="3929168" y="4805416"/>
            <a:ext cx="420939" cy="420939"/>
          </a:xfrm>
          <a:prstGeom prst="rect">
            <a:avLst/>
          </a:prstGeom>
        </p:spPr>
      </p:pic>
      <p:grpSp>
        <p:nvGrpSpPr>
          <p:cNvPr id="25" name="Group 6">
            <a:extLst>
              <a:ext uri="{FF2B5EF4-FFF2-40B4-BE49-F238E27FC236}">
                <a16:creationId xmlns:a16="http://schemas.microsoft.com/office/drawing/2014/main" id="{21184D9F-20B9-3A6A-D851-DE3DF9A0E7CC}"/>
              </a:ext>
            </a:extLst>
          </p:cNvPr>
          <p:cNvGrpSpPr/>
          <p:nvPr/>
        </p:nvGrpSpPr>
        <p:grpSpPr bwMode="auto">
          <a:xfrm>
            <a:off x="5565072" y="1231877"/>
            <a:ext cx="5898524" cy="5916207"/>
            <a:chOff x="3388659" y="666750"/>
            <a:chExt cx="5688106" cy="6191250"/>
          </a:xfrm>
        </p:grpSpPr>
        <p:pic>
          <p:nvPicPr>
            <p:cNvPr id="26" name="Picture 7">
              <a:extLst>
                <a:ext uri="{FF2B5EF4-FFF2-40B4-BE49-F238E27FC236}">
                  <a16:creationId xmlns:a16="http://schemas.microsoft.com/office/drawing/2014/main" id="{E2F6133A-21BE-6B84-6281-3F41B4C96744}"/>
                </a:ext>
              </a:extLst>
            </p:cNvPr>
            <p:cNvPicPr>
              <a:picLocks noChangeAspect="1"/>
            </p:cNvPicPr>
            <p:nvPr/>
          </p:nvPicPr>
          <p:blipFill>
            <a:blip r:embed="rId4" cstate="print">
              <a:extLst>
                <a:ext uri="{28A0092B-C50C-407E-A947-70E740481C1C}">
                  <a14:useLocalDpi xmlns:a14="http://schemas.microsoft.com/office/drawing/2010/main" val="0"/>
                </a:ext>
              </a:extLst>
            </a:blip>
            <a:srcRect l="29893" r="13448"/>
            <a:stretch>
              <a:fillRect/>
            </a:stretch>
          </p:blipFill>
          <p:spPr bwMode="auto">
            <a:xfrm>
              <a:off x="3388659" y="666750"/>
              <a:ext cx="5688106"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8">
              <a:extLst>
                <a:ext uri="{FF2B5EF4-FFF2-40B4-BE49-F238E27FC236}">
                  <a16:creationId xmlns:a16="http://schemas.microsoft.com/office/drawing/2014/main" id="{CF8DE135-B642-5BAB-53E3-6B94AE0F4407}"/>
                </a:ext>
              </a:extLst>
            </p:cNvPr>
            <p:cNvSpPr/>
            <p:nvPr/>
          </p:nvSpPr>
          <p:spPr>
            <a:xfrm>
              <a:off x="5929626" y="1413738"/>
              <a:ext cx="2092925" cy="3716433"/>
            </a:xfrm>
            <a:prstGeom prst="rect">
              <a:avLst/>
            </a:prstGeom>
            <a:solidFill>
              <a:srgbClr val="E7E6E6"/>
            </a:solidFill>
            <a:ln w="12700" cap="flat" cmpd="sng" algn="ctr">
              <a:noFill/>
              <a:prstDash val="solid"/>
              <a:miter lim="800000"/>
            </a:ln>
            <a:effectLst/>
          </p:spPr>
          <p:txBody>
            <a:bodyPr anchor="ctr"/>
            <a:lstStyle/>
            <a:p>
              <a:pPr marL="0" marR="0" lvl="0" indent="0" algn="ctr" defTabSz="68516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28" name="矩形 27">
            <a:extLst>
              <a:ext uri="{FF2B5EF4-FFF2-40B4-BE49-F238E27FC236}">
                <a16:creationId xmlns:a16="http://schemas.microsoft.com/office/drawing/2014/main" id="{850EE351-1161-FD5A-B6BB-99039785803A}"/>
              </a:ext>
            </a:extLst>
          </p:cNvPr>
          <p:cNvSpPr/>
          <p:nvPr/>
        </p:nvSpPr>
        <p:spPr>
          <a:xfrm>
            <a:off x="8204049" y="4731406"/>
            <a:ext cx="2166335" cy="79913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9" name="文本框 28">
            <a:extLst>
              <a:ext uri="{FF2B5EF4-FFF2-40B4-BE49-F238E27FC236}">
                <a16:creationId xmlns:a16="http://schemas.microsoft.com/office/drawing/2014/main" id="{9683E634-E765-B596-627D-64C3C6DB0411}"/>
              </a:ext>
            </a:extLst>
          </p:cNvPr>
          <p:cNvSpPr txBox="1"/>
          <p:nvPr/>
        </p:nvSpPr>
        <p:spPr>
          <a:xfrm>
            <a:off x="8254498" y="5133252"/>
            <a:ext cx="20621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Arial Black" panose="020B0A0402010202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Arial Black" panose="020B0A04020102020204" pitchFamily="34" charset="0"/>
                <a:ea typeface="宋体" panose="02010600030101010101" pitchFamily="2" charset="-122"/>
                <a:cs typeface="+mn-cs"/>
              </a:rPr>
              <a:t>   刷题     错题集      我的</a:t>
            </a:r>
          </a:p>
        </p:txBody>
      </p:sp>
      <p:pic>
        <p:nvPicPr>
          <p:cNvPr id="30" name="图片 29">
            <a:extLst>
              <a:ext uri="{FF2B5EF4-FFF2-40B4-BE49-F238E27FC236}">
                <a16:creationId xmlns:a16="http://schemas.microsoft.com/office/drawing/2014/main" id="{1877827A-DA1B-DB56-9B83-D5B8A717B92E}"/>
              </a:ext>
            </a:extLst>
          </p:cNvPr>
          <p:cNvPicPr>
            <a:picLocks noChangeAspect="1"/>
          </p:cNvPicPr>
          <p:nvPr/>
        </p:nvPicPr>
        <p:blipFill>
          <a:blip r:embed="rId5"/>
          <a:stretch>
            <a:fillRect/>
          </a:stretch>
        </p:blipFill>
        <p:spPr>
          <a:xfrm>
            <a:off x="8404529" y="4805416"/>
            <a:ext cx="420939" cy="420939"/>
          </a:xfrm>
          <a:prstGeom prst="rect">
            <a:avLst/>
          </a:prstGeom>
        </p:spPr>
      </p:pic>
      <p:pic>
        <p:nvPicPr>
          <p:cNvPr id="31" name="图片 30">
            <a:extLst>
              <a:ext uri="{FF2B5EF4-FFF2-40B4-BE49-F238E27FC236}">
                <a16:creationId xmlns:a16="http://schemas.microsoft.com/office/drawing/2014/main" id="{9D975183-AA43-15A6-3366-BC951013CF98}"/>
              </a:ext>
            </a:extLst>
          </p:cNvPr>
          <p:cNvPicPr>
            <a:picLocks noChangeAspect="1"/>
          </p:cNvPicPr>
          <p:nvPr/>
        </p:nvPicPr>
        <p:blipFill>
          <a:blip r:embed="rId6"/>
          <a:stretch>
            <a:fillRect/>
          </a:stretch>
        </p:blipFill>
        <p:spPr>
          <a:xfrm>
            <a:off x="9047192" y="4805415"/>
            <a:ext cx="420939" cy="420939"/>
          </a:xfrm>
          <a:prstGeom prst="rect">
            <a:avLst/>
          </a:prstGeom>
        </p:spPr>
      </p:pic>
      <p:pic>
        <p:nvPicPr>
          <p:cNvPr id="32" name="图片 31">
            <a:extLst>
              <a:ext uri="{FF2B5EF4-FFF2-40B4-BE49-F238E27FC236}">
                <a16:creationId xmlns:a16="http://schemas.microsoft.com/office/drawing/2014/main" id="{8B6DD27C-5E99-6CA8-F7D1-1D02631BE5E1}"/>
              </a:ext>
            </a:extLst>
          </p:cNvPr>
          <p:cNvPicPr>
            <a:picLocks noChangeAspect="1"/>
          </p:cNvPicPr>
          <p:nvPr/>
        </p:nvPicPr>
        <p:blipFill>
          <a:blip r:embed="rId7"/>
          <a:stretch>
            <a:fillRect/>
          </a:stretch>
        </p:blipFill>
        <p:spPr>
          <a:xfrm>
            <a:off x="9764200" y="4805416"/>
            <a:ext cx="420939" cy="420939"/>
          </a:xfrm>
          <a:prstGeom prst="rect">
            <a:avLst/>
          </a:prstGeom>
        </p:spPr>
      </p:pic>
      <p:sp>
        <p:nvSpPr>
          <p:cNvPr id="39" name="矩形: 圆角 38">
            <a:extLst>
              <a:ext uri="{FF2B5EF4-FFF2-40B4-BE49-F238E27FC236}">
                <a16:creationId xmlns:a16="http://schemas.microsoft.com/office/drawing/2014/main" id="{BCE03DD6-89F6-4714-4A01-D4F14D666FB2}"/>
              </a:ext>
            </a:extLst>
          </p:cNvPr>
          <p:cNvSpPr/>
          <p:nvPr/>
        </p:nvSpPr>
        <p:spPr>
          <a:xfrm>
            <a:off x="8290685" y="4812208"/>
            <a:ext cx="653094" cy="420938"/>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0" name="矩形: 圆角 39">
            <a:extLst>
              <a:ext uri="{FF2B5EF4-FFF2-40B4-BE49-F238E27FC236}">
                <a16:creationId xmlns:a16="http://schemas.microsoft.com/office/drawing/2014/main" id="{DBC67DBA-64C8-1212-CFE6-116FFF044121}"/>
              </a:ext>
            </a:extLst>
          </p:cNvPr>
          <p:cNvSpPr/>
          <p:nvPr/>
        </p:nvSpPr>
        <p:spPr>
          <a:xfrm>
            <a:off x="8339636" y="3638745"/>
            <a:ext cx="1836048" cy="174941"/>
          </a:xfrm>
          <a:prstGeom prst="roundRect">
            <a:avLst/>
          </a:prstGeom>
          <a:solidFill>
            <a:schemeClr val="bg1">
              <a:lumMod val="8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1" name="矩形: 圆角 40">
            <a:extLst>
              <a:ext uri="{FF2B5EF4-FFF2-40B4-BE49-F238E27FC236}">
                <a16:creationId xmlns:a16="http://schemas.microsoft.com/office/drawing/2014/main" id="{E12C4F89-56E5-9F7B-7094-F65B1AE45062}"/>
              </a:ext>
            </a:extLst>
          </p:cNvPr>
          <p:cNvSpPr/>
          <p:nvPr/>
        </p:nvSpPr>
        <p:spPr>
          <a:xfrm>
            <a:off x="8339636" y="4062018"/>
            <a:ext cx="1836048" cy="174941"/>
          </a:xfrm>
          <a:prstGeom prst="roundRect">
            <a:avLst/>
          </a:prstGeom>
          <a:solidFill>
            <a:schemeClr val="bg1">
              <a:lumMod val="8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2" name="矩形: 圆角 41">
            <a:extLst>
              <a:ext uri="{FF2B5EF4-FFF2-40B4-BE49-F238E27FC236}">
                <a16:creationId xmlns:a16="http://schemas.microsoft.com/office/drawing/2014/main" id="{37C75C69-4203-1670-831B-E3D3EA0C61E9}"/>
              </a:ext>
            </a:extLst>
          </p:cNvPr>
          <p:cNvSpPr/>
          <p:nvPr/>
        </p:nvSpPr>
        <p:spPr>
          <a:xfrm>
            <a:off x="8339636" y="4492091"/>
            <a:ext cx="1836048" cy="174941"/>
          </a:xfrm>
          <a:prstGeom prst="roundRect">
            <a:avLst/>
          </a:prstGeom>
          <a:solidFill>
            <a:schemeClr val="bg1">
              <a:lumMod val="8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 name="矩形: 圆角 2">
            <a:extLst>
              <a:ext uri="{FF2B5EF4-FFF2-40B4-BE49-F238E27FC236}">
                <a16:creationId xmlns:a16="http://schemas.microsoft.com/office/drawing/2014/main" id="{3DE62535-FFD0-BFDD-D243-F54272A600E8}"/>
              </a:ext>
            </a:extLst>
          </p:cNvPr>
          <p:cNvSpPr/>
          <p:nvPr/>
        </p:nvSpPr>
        <p:spPr>
          <a:xfrm>
            <a:off x="2455653" y="4808450"/>
            <a:ext cx="653094" cy="420938"/>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矩形: 圆角 5">
            <a:extLst>
              <a:ext uri="{FF2B5EF4-FFF2-40B4-BE49-F238E27FC236}">
                <a16:creationId xmlns:a16="http://schemas.microsoft.com/office/drawing/2014/main" id="{AE603063-C6CC-07B1-980F-1A4804C4C788}"/>
              </a:ext>
            </a:extLst>
          </p:cNvPr>
          <p:cNvSpPr/>
          <p:nvPr/>
        </p:nvSpPr>
        <p:spPr>
          <a:xfrm>
            <a:off x="2524645" y="2984661"/>
            <a:ext cx="1836048" cy="619162"/>
          </a:xfrm>
          <a:prstGeom prst="roundRect">
            <a:avLst/>
          </a:prstGeom>
          <a:solidFill>
            <a:schemeClr val="accent6">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矩形: 圆角 15">
            <a:extLst>
              <a:ext uri="{FF2B5EF4-FFF2-40B4-BE49-F238E27FC236}">
                <a16:creationId xmlns:a16="http://schemas.microsoft.com/office/drawing/2014/main" id="{89CEE085-AD4A-6E97-57EB-599D6C982919}"/>
              </a:ext>
            </a:extLst>
          </p:cNvPr>
          <p:cNvSpPr/>
          <p:nvPr/>
        </p:nvSpPr>
        <p:spPr>
          <a:xfrm>
            <a:off x="2514059" y="3749688"/>
            <a:ext cx="1836048" cy="619162"/>
          </a:xfrm>
          <a:prstGeom prst="roundRect">
            <a:avLst/>
          </a:prstGeom>
          <a:solidFill>
            <a:schemeClr val="accent3">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9" name="矩形: 圆角 18">
            <a:extLst>
              <a:ext uri="{FF2B5EF4-FFF2-40B4-BE49-F238E27FC236}">
                <a16:creationId xmlns:a16="http://schemas.microsoft.com/office/drawing/2014/main" id="{E4610FF1-6F93-DBED-146C-36775E71DBDA}"/>
              </a:ext>
            </a:extLst>
          </p:cNvPr>
          <p:cNvSpPr/>
          <p:nvPr/>
        </p:nvSpPr>
        <p:spPr>
          <a:xfrm>
            <a:off x="2497119" y="2213614"/>
            <a:ext cx="1836048" cy="619162"/>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33" name="图片 32">
            <a:extLst>
              <a:ext uri="{FF2B5EF4-FFF2-40B4-BE49-F238E27FC236}">
                <a16:creationId xmlns:a16="http://schemas.microsoft.com/office/drawing/2014/main" id="{CEBE0707-E217-64C5-537C-A8C2294491F4}"/>
              </a:ext>
            </a:extLst>
          </p:cNvPr>
          <p:cNvPicPr>
            <a:picLocks noChangeAspect="1"/>
          </p:cNvPicPr>
          <p:nvPr/>
        </p:nvPicPr>
        <p:blipFill>
          <a:blip r:embed="rId8"/>
          <a:stretch>
            <a:fillRect/>
          </a:stretch>
        </p:blipFill>
        <p:spPr>
          <a:xfrm>
            <a:off x="8420207" y="2267437"/>
            <a:ext cx="523572" cy="523572"/>
          </a:xfrm>
          <a:prstGeom prst="rect">
            <a:avLst/>
          </a:prstGeom>
        </p:spPr>
      </p:pic>
      <p:sp>
        <p:nvSpPr>
          <p:cNvPr id="34" name="矩形: 圆角 33">
            <a:extLst>
              <a:ext uri="{FF2B5EF4-FFF2-40B4-BE49-F238E27FC236}">
                <a16:creationId xmlns:a16="http://schemas.microsoft.com/office/drawing/2014/main" id="{44E12BCA-A158-3A68-7437-C98419F26B1F}"/>
              </a:ext>
            </a:extLst>
          </p:cNvPr>
          <p:cNvSpPr/>
          <p:nvPr/>
        </p:nvSpPr>
        <p:spPr>
          <a:xfrm>
            <a:off x="8339636" y="2137804"/>
            <a:ext cx="1836048" cy="1245809"/>
          </a:xfrm>
          <a:prstGeom prst="round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436E670-4781-037E-3B80-613B9D875A14}"/>
              </a:ext>
            </a:extLst>
          </p:cNvPr>
          <p:cNvPicPr>
            <a:picLocks noChangeAspect="1"/>
          </p:cNvPicPr>
          <p:nvPr/>
        </p:nvPicPr>
        <p:blipFill>
          <a:blip r:embed="rId9"/>
          <a:stretch>
            <a:fillRect/>
          </a:stretch>
        </p:blipFill>
        <p:spPr>
          <a:xfrm>
            <a:off x="8986859" y="2183203"/>
            <a:ext cx="596702" cy="596702"/>
          </a:xfrm>
          <a:prstGeom prst="rect">
            <a:avLst/>
          </a:prstGeom>
        </p:spPr>
      </p:pic>
      <p:pic>
        <p:nvPicPr>
          <p:cNvPr id="38" name="图片 37">
            <a:extLst>
              <a:ext uri="{FF2B5EF4-FFF2-40B4-BE49-F238E27FC236}">
                <a16:creationId xmlns:a16="http://schemas.microsoft.com/office/drawing/2014/main" id="{6BDD92DC-9CA8-B51F-5F85-96B7395760AF}"/>
              </a:ext>
            </a:extLst>
          </p:cNvPr>
          <p:cNvPicPr>
            <a:picLocks noChangeAspect="1"/>
          </p:cNvPicPr>
          <p:nvPr/>
        </p:nvPicPr>
        <p:blipFill>
          <a:blip r:embed="rId10">
            <a:duotone>
              <a:schemeClr val="bg2">
                <a:shade val="45000"/>
                <a:satMod val="135000"/>
              </a:schemeClr>
              <a:prstClr val="white"/>
            </a:duotone>
          </a:blip>
          <a:stretch>
            <a:fillRect/>
          </a:stretch>
        </p:blipFill>
        <p:spPr>
          <a:xfrm>
            <a:off x="9626641" y="2267437"/>
            <a:ext cx="484320" cy="484320"/>
          </a:xfrm>
          <a:prstGeom prst="rect">
            <a:avLst/>
          </a:prstGeom>
        </p:spPr>
      </p:pic>
      <p:pic>
        <p:nvPicPr>
          <p:cNvPr id="45" name="图片 44">
            <a:extLst>
              <a:ext uri="{FF2B5EF4-FFF2-40B4-BE49-F238E27FC236}">
                <a16:creationId xmlns:a16="http://schemas.microsoft.com/office/drawing/2014/main" id="{F21D0232-C1DE-D211-E0BF-EEDB73BAB73E}"/>
              </a:ext>
            </a:extLst>
          </p:cNvPr>
          <p:cNvPicPr>
            <a:picLocks noChangeAspect="1"/>
          </p:cNvPicPr>
          <p:nvPr/>
        </p:nvPicPr>
        <p:blipFill>
          <a:blip r:embed="rId11">
            <a:duotone>
              <a:schemeClr val="accent6">
                <a:shade val="45000"/>
                <a:satMod val="135000"/>
              </a:schemeClr>
              <a:prstClr val="white"/>
            </a:duotone>
          </a:blip>
          <a:stretch>
            <a:fillRect/>
          </a:stretch>
        </p:blipFill>
        <p:spPr>
          <a:xfrm>
            <a:off x="3875157" y="3164636"/>
            <a:ext cx="345265" cy="345265"/>
          </a:xfrm>
          <a:prstGeom prst="rect">
            <a:avLst/>
          </a:prstGeom>
        </p:spPr>
      </p:pic>
      <p:pic>
        <p:nvPicPr>
          <p:cNvPr id="48" name="图片 47">
            <a:extLst>
              <a:ext uri="{FF2B5EF4-FFF2-40B4-BE49-F238E27FC236}">
                <a16:creationId xmlns:a16="http://schemas.microsoft.com/office/drawing/2014/main" id="{0E260FA8-9509-CCF8-8E2D-6D5B8B446254}"/>
              </a:ext>
            </a:extLst>
          </p:cNvPr>
          <p:cNvPicPr>
            <a:picLocks noChangeAspect="1"/>
          </p:cNvPicPr>
          <p:nvPr/>
        </p:nvPicPr>
        <p:blipFill>
          <a:blip r:embed="rId12">
            <a:duotone>
              <a:schemeClr val="accent3">
                <a:shade val="45000"/>
                <a:satMod val="135000"/>
              </a:schemeClr>
              <a:prstClr val="white"/>
            </a:duotone>
          </a:blip>
          <a:stretch>
            <a:fillRect/>
          </a:stretch>
        </p:blipFill>
        <p:spPr>
          <a:xfrm>
            <a:off x="3832776" y="3863053"/>
            <a:ext cx="376796" cy="376796"/>
          </a:xfrm>
          <a:prstGeom prst="rect">
            <a:avLst/>
          </a:prstGeom>
        </p:spPr>
      </p:pic>
      <p:pic>
        <p:nvPicPr>
          <p:cNvPr id="52" name="图片 51">
            <a:extLst>
              <a:ext uri="{FF2B5EF4-FFF2-40B4-BE49-F238E27FC236}">
                <a16:creationId xmlns:a16="http://schemas.microsoft.com/office/drawing/2014/main" id="{1E575397-AC9B-8C14-1C1D-5B42CFB78D2E}"/>
              </a:ext>
            </a:extLst>
          </p:cNvPr>
          <p:cNvPicPr>
            <a:picLocks noChangeAspect="1"/>
          </p:cNvPicPr>
          <p:nvPr/>
        </p:nvPicPr>
        <p:blipFill>
          <a:blip r:embed="rId13">
            <a:duotone>
              <a:schemeClr val="accent1">
                <a:shade val="45000"/>
                <a:satMod val="135000"/>
              </a:schemeClr>
              <a:prstClr val="white"/>
            </a:duotone>
          </a:blip>
          <a:stretch>
            <a:fillRect/>
          </a:stretch>
        </p:blipFill>
        <p:spPr>
          <a:xfrm>
            <a:off x="3831602" y="2334132"/>
            <a:ext cx="402021" cy="402021"/>
          </a:xfrm>
          <a:prstGeom prst="rect">
            <a:avLst/>
          </a:prstGeom>
        </p:spPr>
      </p:pic>
      <p:cxnSp>
        <p:nvCxnSpPr>
          <p:cNvPr id="56" name="Straight Connector 19">
            <a:extLst>
              <a:ext uri="{FF2B5EF4-FFF2-40B4-BE49-F238E27FC236}">
                <a16:creationId xmlns:a16="http://schemas.microsoft.com/office/drawing/2014/main" id="{36137E44-8DAC-0604-5C6D-86128419B1B8}"/>
              </a:ext>
            </a:extLst>
          </p:cNvPr>
          <p:cNvCxnSpPr>
            <a:cxnSpLocks/>
          </p:cNvCxnSpPr>
          <p:nvPr/>
        </p:nvCxnSpPr>
        <p:spPr bwMode="auto">
          <a:xfrm>
            <a:off x="2700717" y="2363398"/>
            <a:ext cx="932382" cy="0"/>
          </a:xfrm>
          <a:prstGeom prst="line">
            <a:avLst/>
          </a:prstGeom>
          <a:noFill/>
          <a:ln w="6350" cap="flat" cmpd="sng" algn="ctr">
            <a:solidFill>
              <a:sysClr val="window" lastClr="FFFFFF">
                <a:lumMod val="85000"/>
              </a:sysClr>
            </a:solidFill>
            <a:prstDash val="sysDash"/>
            <a:miter lim="800000"/>
          </a:ln>
          <a:effectLst/>
        </p:spPr>
      </p:cxnSp>
      <p:cxnSp>
        <p:nvCxnSpPr>
          <p:cNvPr id="61" name="Straight Connector 19">
            <a:extLst>
              <a:ext uri="{FF2B5EF4-FFF2-40B4-BE49-F238E27FC236}">
                <a16:creationId xmlns:a16="http://schemas.microsoft.com/office/drawing/2014/main" id="{2D845AB2-FD9F-8088-1615-EF7F58FA8F7A}"/>
              </a:ext>
            </a:extLst>
          </p:cNvPr>
          <p:cNvCxnSpPr>
            <a:cxnSpLocks/>
          </p:cNvCxnSpPr>
          <p:nvPr/>
        </p:nvCxnSpPr>
        <p:spPr bwMode="auto">
          <a:xfrm>
            <a:off x="2700717" y="2515798"/>
            <a:ext cx="932382" cy="0"/>
          </a:xfrm>
          <a:prstGeom prst="line">
            <a:avLst/>
          </a:prstGeom>
          <a:noFill/>
          <a:ln w="6350" cap="flat" cmpd="sng" algn="ctr">
            <a:solidFill>
              <a:sysClr val="window" lastClr="FFFFFF">
                <a:lumMod val="85000"/>
              </a:sysClr>
            </a:solidFill>
            <a:prstDash val="sysDash"/>
            <a:miter lim="800000"/>
          </a:ln>
          <a:effectLst/>
        </p:spPr>
      </p:cxnSp>
      <p:cxnSp>
        <p:nvCxnSpPr>
          <p:cNvPr id="62" name="Straight Connector 19">
            <a:extLst>
              <a:ext uri="{FF2B5EF4-FFF2-40B4-BE49-F238E27FC236}">
                <a16:creationId xmlns:a16="http://schemas.microsoft.com/office/drawing/2014/main" id="{36F8BB8E-8CD2-32A2-2266-CC894253135A}"/>
              </a:ext>
            </a:extLst>
          </p:cNvPr>
          <p:cNvCxnSpPr>
            <a:cxnSpLocks/>
          </p:cNvCxnSpPr>
          <p:nvPr/>
        </p:nvCxnSpPr>
        <p:spPr bwMode="auto">
          <a:xfrm>
            <a:off x="2700717" y="2654535"/>
            <a:ext cx="932382" cy="0"/>
          </a:xfrm>
          <a:prstGeom prst="line">
            <a:avLst/>
          </a:prstGeom>
          <a:noFill/>
          <a:ln w="6350" cap="flat" cmpd="sng" algn="ctr">
            <a:solidFill>
              <a:sysClr val="window" lastClr="FFFFFF">
                <a:lumMod val="85000"/>
              </a:sysClr>
            </a:solidFill>
            <a:prstDash val="sysDash"/>
            <a:miter lim="800000"/>
          </a:ln>
          <a:effectLst/>
        </p:spPr>
      </p:cxnSp>
      <p:cxnSp>
        <p:nvCxnSpPr>
          <p:cNvPr id="63" name="Straight Connector 19">
            <a:extLst>
              <a:ext uri="{FF2B5EF4-FFF2-40B4-BE49-F238E27FC236}">
                <a16:creationId xmlns:a16="http://schemas.microsoft.com/office/drawing/2014/main" id="{2B2C13CB-952B-4B98-D308-3975C2EF30E0}"/>
              </a:ext>
            </a:extLst>
          </p:cNvPr>
          <p:cNvCxnSpPr>
            <a:cxnSpLocks/>
          </p:cNvCxnSpPr>
          <p:nvPr/>
        </p:nvCxnSpPr>
        <p:spPr bwMode="auto">
          <a:xfrm>
            <a:off x="2704069" y="3149905"/>
            <a:ext cx="932382" cy="0"/>
          </a:xfrm>
          <a:prstGeom prst="line">
            <a:avLst/>
          </a:prstGeom>
          <a:noFill/>
          <a:ln w="6350" cap="flat" cmpd="sng" algn="ctr">
            <a:solidFill>
              <a:sysClr val="window" lastClr="FFFFFF">
                <a:lumMod val="85000"/>
              </a:sysClr>
            </a:solidFill>
            <a:prstDash val="sysDash"/>
            <a:miter lim="800000"/>
          </a:ln>
          <a:effectLst/>
        </p:spPr>
      </p:cxnSp>
      <p:cxnSp>
        <p:nvCxnSpPr>
          <p:cNvPr id="64" name="Straight Connector 19">
            <a:extLst>
              <a:ext uri="{FF2B5EF4-FFF2-40B4-BE49-F238E27FC236}">
                <a16:creationId xmlns:a16="http://schemas.microsoft.com/office/drawing/2014/main" id="{BC7FF1A1-AD74-1482-A1A4-9440E316A811}"/>
              </a:ext>
            </a:extLst>
          </p:cNvPr>
          <p:cNvCxnSpPr>
            <a:cxnSpLocks/>
          </p:cNvCxnSpPr>
          <p:nvPr/>
        </p:nvCxnSpPr>
        <p:spPr bwMode="auto">
          <a:xfrm>
            <a:off x="2704069" y="3302305"/>
            <a:ext cx="932382" cy="0"/>
          </a:xfrm>
          <a:prstGeom prst="line">
            <a:avLst/>
          </a:prstGeom>
          <a:noFill/>
          <a:ln w="6350" cap="flat" cmpd="sng" algn="ctr">
            <a:solidFill>
              <a:sysClr val="window" lastClr="FFFFFF">
                <a:lumMod val="85000"/>
              </a:sysClr>
            </a:solidFill>
            <a:prstDash val="sysDash"/>
            <a:miter lim="800000"/>
          </a:ln>
          <a:effectLst/>
        </p:spPr>
      </p:cxnSp>
      <p:cxnSp>
        <p:nvCxnSpPr>
          <p:cNvPr id="65" name="Straight Connector 19">
            <a:extLst>
              <a:ext uri="{FF2B5EF4-FFF2-40B4-BE49-F238E27FC236}">
                <a16:creationId xmlns:a16="http://schemas.microsoft.com/office/drawing/2014/main" id="{76012AF3-69A3-372E-D46B-F7211F8390A6}"/>
              </a:ext>
            </a:extLst>
          </p:cNvPr>
          <p:cNvCxnSpPr>
            <a:cxnSpLocks/>
          </p:cNvCxnSpPr>
          <p:nvPr/>
        </p:nvCxnSpPr>
        <p:spPr bwMode="auto">
          <a:xfrm>
            <a:off x="2704069" y="3441042"/>
            <a:ext cx="932382" cy="0"/>
          </a:xfrm>
          <a:prstGeom prst="line">
            <a:avLst/>
          </a:prstGeom>
          <a:noFill/>
          <a:ln w="6350" cap="flat" cmpd="sng" algn="ctr">
            <a:solidFill>
              <a:sysClr val="window" lastClr="FFFFFF">
                <a:lumMod val="85000"/>
              </a:sysClr>
            </a:solidFill>
            <a:prstDash val="sysDash"/>
            <a:miter lim="800000"/>
          </a:ln>
          <a:effectLst/>
        </p:spPr>
      </p:cxnSp>
      <p:cxnSp>
        <p:nvCxnSpPr>
          <p:cNvPr id="66" name="Straight Connector 19">
            <a:extLst>
              <a:ext uri="{FF2B5EF4-FFF2-40B4-BE49-F238E27FC236}">
                <a16:creationId xmlns:a16="http://schemas.microsoft.com/office/drawing/2014/main" id="{904905B1-D238-04AB-F652-E0691155C2AF}"/>
              </a:ext>
            </a:extLst>
          </p:cNvPr>
          <p:cNvCxnSpPr>
            <a:cxnSpLocks/>
          </p:cNvCxnSpPr>
          <p:nvPr/>
        </p:nvCxnSpPr>
        <p:spPr bwMode="auto">
          <a:xfrm>
            <a:off x="2745969" y="3945822"/>
            <a:ext cx="932382" cy="0"/>
          </a:xfrm>
          <a:prstGeom prst="line">
            <a:avLst/>
          </a:prstGeom>
          <a:noFill/>
          <a:ln w="6350" cap="flat" cmpd="sng" algn="ctr">
            <a:solidFill>
              <a:sysClr val="window" lastClr="FFFFFF">
                <a:lumMod val="85000"/>
              </a:sysClr>
            </a:solidFill>
            <a:prstDash val="sysDash"/>
            <a:miter lim="800000"/>
          </a:ln>
          <a:effectLst/>
        </p:spPr>
      </p:cxnSp>
      <p:cxnSp>
        <p:nvCxnSpPr>
          <p:cNvPr id="67" name="Straight Connector 19">
            <a:extLst>
              <a:ext uri="{FF2B5EF4-FFF2-40B4-BE49-F238E27FC236}">
                <a16:creationId xmlns:a16="http://schemas.microsoft.com/office/drawing/2014/main" id="{064980F8-67E5-24D1-220B-C2ECAEF022BD}"/>
              </a:ext>
            </a:extLst>
          </p:cNvPr>
          <p:cNvCxnSpPr>
            <a:cxnSpLocks/>
          </p:cNvCxnSpPr>
          <p:nvPr/>
        </p:nvCxnSpPr>
        <p:spPr bwMode="auto">
          <a:xfrm>
            <a:off x="2745969" y="4098222"/>
            <a:ext cx="932382" cy="0"/>
          </a:xfrm>
          <a:prstGeom prst="line">
            <a:avLst/>
          </a:prstGeom>
          <a:noFill/>
          <a:ln w="6350" cap="flat" cmpd="sng" algn="ctr">
            <a:solidFill>
              <a:sysClr val="window" lastClr="FFFFFF">
                <a:lumMod val="85000"/>
              </a:sysClr>
            </a:solidFill>
            <a:prstDash val="sysDash"/>
            <a:miter lim="800000"/>
          </a:ln>
          <a:effectLst/>
        </p:spPr>
      </p:cxnSp>
      <p:cxnSp>
        <p:nvCxnSpPr>
          <p:cNvPr id="68" name="Straight Connector 19">
            <a:extLst>
              <a:ext uri="{FF2B5EF4-FFF2-40B4-BE49-F238E27FC236}">
                <a16:creationId xmlns:a16="http://schemas.microsoft.com/office/drawing/2014/main" id="{B8B00F6B-6AF7-DF77-553A-9118B65DB9F6}"/>
              </a:ext>
            </a:extLst>
          </p:cNvPr>
          <p:cNvCxnSpPr>
            <a:cxnSpLocks/>
          </p:cNvCxnSpPr>
          <p:nvPr/>
        </p:nvCxnSpPr>
        <p:spPr bwMode="auto">
          <a:xfrm>
            <a:off x="2745969" y="4236959"/>
            <a:ext cx="932382" cy="0"/>
          </a:xfrm>
          <a:prstGeom prst="line">
            <a:avLst/>
          </a:prstGeom>
          <a:noFill/>
          <a:ln w="6350" cap="flat" cmpd="sng" algn="ctr">
            <a:solidFill>
              <a:sysClr val="window" lastClr="FFFFFF">
                <a:lumMod val="85000"/>
              </a:sysClr>
            </a:solidFill>
            <a:prstDash val="sysDash"/>
            <a:miter lim="800000"/>
          </a:ln>
          <a:effectLst/>
        </p:spPr>
      </p:cxnSp>
    </p:spTree>
    <p:extLst>
      <p:ext uri="{BB962C8B-B14F-4D97-AF65-F5344CB8AC3E}">
        <p14:creationId xmlns:p14="http://schemas.microsoft.com/office/powerpoint/2010/main" val="294442417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500" fill="hold"/>
                                        <p:tgtEl>
                                          <p:spTgt spid="45"/>
                                        </p:tgtEl>
                                        <p:attrNameLst>
                                          <p:attrName>ppt_x</p:attrName>
                                        </p:attrNameLst>
                                      </p:cBhvr>
                                      <p:tavLst>
                                        <p:tav tm="0">
                                          <p:val>
                                            <p:strVal val="#ppt_x"/>
                                          </p:val>
                                        </p:tav>
                                        <p:tav tm="100000">
                                          <p:val>
                                            <p:strVal val="#ppt_x"/>
                                          </p:val>
                                        </p:tav>
                                      </p:tavLst>
                                    </p:anim>
                                    <p:anim calcmode="lin" valueType="num">
                                      <p:cBhvr additive="base">
                                        <p:cTn id="48" dur="500" fill="hold"/>
                                        <p:tgtEl>
                                          <p:spTgt spid="45"/>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52"/>
                                        </p:tgtEl>
                                        <p:attrNameLst>
                                          <p:attrName>style.visibility</p:attrName>
                                        </p:attrNameLst>
                                      </p:cBhvr>
                                      <p:to>
                                        <p:strVal val="visible"/>
                                      </p:to>
                                    </p:set>
                                    <p:anim calcmode="lin" valueType="num">
                                      <p:cBhvr additive="base">
                                        <p:cTn id="55" dur="500" fill="hold"/>
                                        <p:tgtEl>
                                          <p:spTgt spid="52"/>
                                        </p:tgtEl>
                                        <p:attrNameLst>
                                          <p:attrName>ppt_x</p:attrName>
                                        </p:attrNameLst>
                                      </p:cBhvr>
                                      <p:tavLst>
                                        <p:tav tm="0">
                                          <p:val>
                                            <p:strVal val="#ppt_x"/>
                                          </p:val>
                                        </p:tav>
                                        <p:tav tm="100000">
                                          <p:val>
                                            <p:strVal val="#ppt_x"/>
                                          </p:val>
                                        </p:tav>
                                      </p:tavLst>
                                    </p:anim>
                                    <p:anim calcmode="lin" valueType="num">
                                      <p:cBhvr additive="base">
                                        <p:cTn id="56" dur="500" fill="hold"/>
                                        <p:tgtEl>
                                          <p:spTgt spid="52"/>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anim calcmode="lin" valueType="num">
                                      <p:cBhvr additive="base">
                                        <p:cTn id="59" dur="500" fill="hold"/>
                                        <p:tgtEl>
                                          <p:spTgt spid="56"/>
                                        </p:tgtEl>
                                        <p:attrNameLst>
                                          <p:attrName>ppt_x</p:attrName>
                                        </p:attrNameLst>
                                      </p:cBhvr>
                                      <p:tavLst>
                                        <p:tav tm="0">
                                          <p:val>
                                            <p:strVal val="#ppt_x"/>
                                          </p:val>
                                        </p:tav>
                                        <p:tav tm="100000">
                                          <p:val>
                                            <p:strVal val="#ppt_x"/>
                                          </p:val>
                                        </p:tav>
                                      </p:tavLst>
                                    </p:anim>
                                    <p:anim calcmode="lin" valueType="num">
                                      <p:cBhvr additive="base">
                                        <p:cTn id="60" dur="500" fill="hold"/>
                                        <p:tgtEl>
                                          <p:spTgt spid="56"/>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61"/>
                                        </p:tgtEl>
                                        <p:attrNameLst>
                                          <p:attrName>style.visibility</p:attrName>
                                        </p:attrNameLst>
                                      </p:cBhvr>
                                      <p:to>
                                        <p:strVal val="visible"/>
                                      </p:to>
                                    </p:set>
                                    <p:anim calcmode="lin" valueType="num">
                                      <p:cBhvr additive="base">
                                        <p:cTn id="63" dur="500" fill="hold"/>
                                        <p:tgtEl>
                                          <p:spTgt spid="61"/>
                                        </p:tgtEl>
                                        <p:attrNameLst>
                                          <p:attrName>ppt_x</p:attrName>
                                        </p:attrNameLst>
                                      </p:cBhvr>
                                      <p:tavLst>
                                        <p:tav tm="0">
                                          <p:val>
                                            <p:strVal val="#ppt_x"/>
                                          </p:val>
                                        </p:tav>
                                        <p:tav tm="100000">
                                          <p:val>
                                            <p:strVal val="#ppt_x"/>
                                          </p:val>
                                        </p:tav>
                                      </p:tavLst>
                                    </p:anim>
                                    <p:anim calcmode="lin" valueType="num">
                                      <p:cBhvr additive="base">
                                        <p:cTn id="64" dur="500" fill="hold"/>
                                        <p:tgtEl>
                                          <p:spTgt spid="61"/>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62"/>
                                        </p:tgtEl>
                                        <p:attrNameLst>
                                          <p:attrName>style.visibility</p:attrName>
                                        </p:attrNameLst>
                                      </p:cBhvr>
                                      <p:to>
                                        <p:strVal val="visible"/>
                                      </p:to>
                                    </p:set>
                                    <p:anim calcmode="lin" valueType="num">
                                      <p:cBhvr additive="base">
                                        <p:cTn id="67" dur="500" fill="hold"/>
                                        <p:tgtEl>
                                          <p:spTgt spid="62"/>
                                        </p:tgtEl>
                                        <p:attrNameLst>
                                          <p:attrName>ppt_x</p:attrName>
                                        </p:attrNameLst>
                                      </p:cBhvr>
                                      <p:tavLst>
                                        <p:tav tm="0">
                                          <p:val>
                                            <p:strVal val="#ppt_x"/>
                                          </p:val>
                                        </p:tav>
                                        <p:tav tm="100000">
                                          <p:val>
                                            <p:strVal val="#ppt_x"/>
                                          </p:val>
                                        </p:tav>
                                      </p:tavLst>
                                    </p:anim>
                                    <p:anim calcmode="lin" valueType="num">
                                      <p:cBhvr additive="base">
                                        <p:cTn id="68" dur="500" fill="hold"/>
                                        <p:tgtEl>
                                          <p:spTgt spid="62"/>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63"/>
                                        </p:tgtEl>
                                        <p:attrNameLst>
                                          <p:attrName>style.visibility</p:attrName>
                                        </p:attrNameLst>
                                      </p:cBhvr>
                                      <p:to>
                                        <p:strVal val="visible"/>
                                      </p:to>
                                    </p:set>
                                    <p:anim calcmode="lin" valueType="num">
                                      <p:cBhvr additive="base">
                                        <p:cTn id="71" dur="500" fill="hold"/>
                                        <p:tgtEl>
                                          <p:spTgt spid="63"/>
                                        </p:tgtEl>
                                        <p:attrNameLst>
                                          <p:attrName>ppt_x</p:attrName>
                                        </p:attrNameLst>
                                      </p:cBhvr>
                                      <p:tavLst>
                                        <p:tav tm="0">
                                          <p:val>
                                            <p:strVal val="#ppt_x"/>
                                          </p:val>
                                        </p:tav>
                                        <p:tav tm="100000">
                                          <p:val>
                                            <p:strVal val="#ppt_x"/>
                                          </p:val>
                                        </p:tav>
                                      </p:tavLst>
                                    </p:anim>
                                    <p:anim calcmode="lin" valueType="num">
                                      <p:cBhvr additive="base">
                                        <p:cTn id="72" dur="500" fill="hold"/>
                                        <p:tgtEl>
                                          <p:spTgt spid="63"/>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64"/>
                                        </p:tgtEl>
                                        <p:attrNameLst>
                                          <p:attrName>style.visibility</p:attrName>
                                        </p:attrNameLst>
                                      </p:cBhvr>
                                      <p:to>
                                        <p:strVal val="visible"/>
                                      </p:to>
                                    </p:set>
                                    <p:anim calcmode="lin" valueType="num">
                                      <p:cBhvr additive="base">
                                        <p:cTn id="75" dur="500" fill="hold"/>
                                        <p:tgtEl>
                                          <p:spTgt spid="64"/>
                                        </p:tgtEl>
                                        <p:attrNameLst>
                                          <p:attrName>ppt_x</p:attrName>
                                        </p:attrNameLst>
                                      </p:cBhvr>
                                      <p:tavLst>
                                        <p:tav tm="0">
                                          <p:val>
                                            <p:strVal val="#ppt_x"/>
                                          </p:val>
                                        </p:tav>
                                        <p:tav tm="100000">
                                          <p:val>
                                            <p:strVal val="#ppt_x"/>
                                          </p:val>
                                        </p:tav>
                                      </p:tavLst>
                                    </p:anim>
                                    <p:anim calcmode="lin" valueType="num">
                                      <p:cBhvr additive="base">
                                        <p:cTn id="76" dur="500" fill="hold"/>
                                        <p:tgtEl>
                                          <p:spTgt spid="64"/>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65"/>
                                        </p:tgtEl>
                                        <p:attrNameLst>
                                          <p:attrName>style.visibility</p:attrName>
                                        </p:attrNameLst>
                                      </p:cBhvr>
                                      <p:to>
                                        <p:strVal val="visible"/>
                                      </p:to>
                                    </p:set>
                                    <p:anim calcmode="lin" valueType="num">
                                      <p:cBhvr additive="base">
                                        <p:cTn id="79" dur="500" fill="hold"/>
                                        <p:tgtEl>
                                          <p:spTgt spid="65"/>
                                        </p:tgtEl>
                                        <p:attrNameLst>
                                          <p:attrName>ppt_x</p:attrName>
                                        </p:attrNameLst>
                                      </p:cBhvr>
                                      <p:tavLst>
                                        <p:tav tm="0">
                                          <p:val>
                                            <p:strVal val="#ppt_x"/>
                                          </p:val>
                                        </p:tav>
                                        <p:tav tm="100000">
                                          <p:val>
                                            <p:strVal val="#ppt_x"/>
                                          </p:val>
                                        </p:tav>
                                      </p:tavLst>
                                    </p:anim>
                                    <p:anim calcmode="lin" valueType="num">
                                      <p:cBhvr additive="base">
                                        <p:cTn id="80" dur="500" fill="hold"/>
                                        <p:tgtEl>
                                          <p:spTgt spid="65"/>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66"/>
                                        </p:tgtEl>
                                        <p:attrNameLst>
                                          <p:attrName>style.visibility</p:attrName>
                                        </p:attrNameLst>
                                      </p:cBhvr>
                                      <p:to>
                                        <p:strVal val="visible"/>
                                      </p:to>
                                    </p:set>
                                    <p:anim calcmode="lin" valueType="num">
                                      <p:cBhvr additive="base">
                                        <p:cTn id="83" dur="500" fill="hold"/>
                                        <p:tgtEl>
                                          <p:spTgt spid="66"/>
                                        </p:tgtEl>
                                        <p:attrNameLst>
                                          <p:attrName>ppt_x</p:attrName>
                                        </p:attrNameLst>
                                      </p:cBhvr>
                                      <p:tavLst>
                                        <p:tav tm="0">
                                          <p:val>
                                            <p:strVal val="#ppt_x"/>
                                          </p:val>
                                        </p:tav>
                                        <p:tav tm="100000">
                                          <p:val>
                                            <p:strVal val="#ppt_x"/>
                                          </p:val>
                                        </p:tav>
                                      </p:tavLst>
                                    </p:anim>
                                    <p:anim calcmode="lin" valueType="num">
                                      <p:cBhvr additive="base">
                                        <p:cTn id="84" dur="500" fill="hold"/>
                                        <p:tgtEl>
                                          <p:spTgt spid="66"/>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67"/>
                                        </p:tgtEl>
                                        <p:attrNameLst>
                                          <p:attrName>style.visibility</p:attrName>
                                        </p:attrNameLst>
                                      </p:cBhvr>
                                      <p:to>
                                        <p:strVal val="visible"/>
                                      </p:to>
                                    </p:set>
                                    <p:anim calcmode="lin" valueType="num">
                                      <p:cBhvr additive="base">
                                        <p:cTn id="87" dur="500" fill="hold"/>
                                        <p:tgtEl>
                                          <p:spTgt spid="67"/>
                                        </p:tgtEl>
                                        <p:attrNameLst>
                                          <p:attrName>ppt_x</p:attrName>
                                        </p:attrNameLst>
                                      </p:cBhvr>
                                      <p:tavLst>
                                        <p:tav tm="0">
                                          <p:val>
                                            <p:strVal val="#ppt_x"/>
                                          </p:val>
                                        </p:tav>
                                        <p:tav tm="100000">
                                          <p:val>
                                            <p:strVal val="#ppt_x"/>
                                          </p:val>
                                        </p:tav>
                                      </p:tavLst>
                                    </p:anim>
                                    <p:anim calcmode="lin" valueType="num">
                                      <p:cBhvr additive="base">
                                        <p:cTn id="88" dur="500" fill="hold"/>
                                        <p:tgtEl>
                                          <p:spTgt spid="67"/>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68"/>
                                        </p:tgtEl>
                                        <p:attrNameLst>
                                          <p:attrName>style.visibility</p:attrName>
                                        </p:attrNameLst>
                                      </p:cBhvr>
                                      <p:to>
                                        <p:strVal val="visible"/>
                                      </p:to>
                                    </p:set>
                                    <p:anim calcmode="lin" valueType="num">
                                      <p:cBhvr additive="base">
                                        <p:cTn id="91" dur="500" fill="hold"/>
                                        <p:tgtEl>
                                          <p:spTgt spid="68"/>
                                        </p:tgtEl>
                                        <p:attrNameLst>
                                          <p:attrName>ppt_x</p:attrName>
                                        </p:attrNameLst>
                                      </p:cBhvr>
                                      <p:tavLst>
                                        <p:tav tm="0">
                                          <p:val>
                                            <p:strVal val="#ppt_x"/>
                                          </p:val>
                                        </p:tav>
                                        <p:tav tm="100000">
                                          <p:val>
                                            <p:strVal val="#ppt_x"/>
                                          </p:val>
                                        </p:tav>
                                      </p:tavLst>
                                    </p:anim>
                                    <p:anim calcmode="lin" valueType="num">
                                      <p:cBhvr additive="base">
                                        <p:cTn id="92"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5"/>
                                        </p:tgtEl>
                                        <p:attrNameLst>
                                          <p:attrName>style.visibility</p:attrName>
                                        </p:attrNameLst>
                                      </p:cBhvr>
                                      <p:to>
                                        <p:strVal val="visible"/>
                                      </p:to>
                                    </p:set>
                                    <p:anim calcmode="lin" valueType="num">
                                      <p:cBhvr additive="base">
                                        <p:cTn id="97" dur="500" fill="hold"/>
                                        <p:tgtEl>
                                          <p:spTgt spid="25"/>
                                        </p:tgtEl>
                                        <p:attrNameLst>
                                          <p:attrName>ppt_x</p:attrName>
                                        </p:attrNameLst>
                                      </p:cBhvr>
                                      <p:tavLst>
                                        <p:tav tm="0">
                                          <p:val>
                                            <p:strVal val="#ppt_x"/>
                                          </p:val>
                                        </p:tav>
                                        <p:tav tm="100000">
                                          <p:val>
                                            <p:strVal val="#ppt_x"/>
                                          </p:val>
                                        </p:tav>
                                      </p:tavLst>
                                    </p:anim>
                                    <p:anim calcmode="lin" valueType="num">
                                      <p:cBhvr additive="base">
                                        <p:cTn id="98" dur="500" fill="hold"/>
                                        <p:tgtEl>
                                          <p:spTgt spid="25"/>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28"/>
                                        </p:tgtEl>
                                        <p:attrNameLst>
                                          <p:attrName>style.visibility</p:attrName>
                                        </p:attrNameLst>
                                      </p:cBhvr>
                                      <p:to>
                                        <p:strVal val="visible"/>
                                      </p:to>
                                    </p:set>
                                    <p:anim calcmode="lin" valueType="num">
                                      <p:cBhvr additive="base">
                                        <p:cTn id="101" dur="500" fill="hold"/>
                                        <p:tgtEl>
                                          <p:spTgt spid="28"/>
                                        </p:tgtEl>
                                        <p:attrNameLst>
                                          <p:attrName>ppt_x</p:attrName>
                                        </p:attrNameLst>
                                      </p:cBhvr>
                                      <p:tavLst>
                                        <p:tav tm="0">
                                          <p:val>
                                            <p:strVal val="#ppt_x"/>
                                          </p:val>
                                        </p:tav>
                                        <p:tav tm="100000">
                                          <p:val>
                                            <p:strVal val="#ppt_x"/>
                                          </p:val>
                                        </p:tav>
                                      </p:tavLst>
                                    </p:anim>
                                    <p:anim calcmode="lin" valueType="num">
                                      <p:cBhvr additive="base">
                                        <p:cTn id="102" dur="500" fill="hold"/>
                                        <p:tgtEl>
                                          <p:spTgt spid="28"/>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 calcmode="lin" valueType="num">
                                      <p:cBhvr additive="base">
                                        <p:cTn id="105" dur="500" fill="hold"/>
                                        <p:tgtEl>
                                          <p:spTgt spid="29"/>
                                        </p:tgtEl>
                                        <p:attrNameLst>
                                          <p:attrName>ppt_x</p:attrName>
                                        </p:attrNameLst>
                                      </p:cBhvr>
                                      <p:tavLst>
                                        <p:tav tm="0">
                                          <p:val>
                                            <p:strVal val="#ppt_x"/>
                                          </p:val>
                                        </p:tav>
                                        <p:tav tm="100000">
                                          <p:val>
                                            <p:strVal val="#ppt_x"/>
                                          </p:val>
                                        </p:tav>
                                      </p:tavLst>
                                    </p:anim>
                                    <p:anim calcmode="lin" valueType="num">
                                      <p:cBhvr additive="base">
                                        <p:cTn id="106" dur="500" fill="hold"/>
                                        <p:tgtEl>
                                          <p:spTgt spid="29"/>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30"/>
                                        </p:tgtEl>
                                        <p:attrNameLst>
                                          <p:attrName>style.visibility</p:attrName>
                                        </p:attrNameLst>
                                      </p:cBhvr>
                                      <p:to>
                                        <p:strVal val="visible"/>
                                      </p:to>
                                    </p:set>
                                    <p:anim calcmode="lin" valueType="num">
                                      <p:cBhvr additive="base">
                                        <p:cTn id="109" dur="500" fill="hold"/>
                                        <p:tgtEl>
                                          <p:spTgt spid="30"/>
                                        </p:tgtEl>
                                        <p:attrNameLst>
                                          <p:attrName>ppt_x</p:attrName>
                                        </p:attrNameLst>
                                      </p:cBhvr>
                                      <p:tavLst>
                                        <p:tav tm="0">
                                          <p:val>
                                            <p:strVal val="#ppt_x"/>
                                          </p:val>
                                        </p:tav>
                                        <p:tav tm="100000">
                                          <p:val>
                                            <p:strVal val="#ppt_x"/>
                                          </p:val>
                                        </p:tav>
                                      </p:tavLst>
                                    </p:anim>
                                    <p:anim calcmode="lin" valueType="num">
                                      <p:cBhvr additive="base">
                                        <p:cTn id="110" dur="500" fill="hold"/>
                                        <p:tgtEl>
                                          <p:spTgt spid="30"/>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31"/>
                                        </p:tgtEl>
                                        <p:attrNameLst>
                                          <p:attrName>style.visibility</p:attrName>
                                        </p:attrNameLst>
                                      </p:cBhvr>
                                      <p:to>
                                        <p:strVal val="visible"/>
                                      </p:to>
                                    </p:set>
                                    <p:anim calcmode="lin" valueType="num">
                                      <p:cBhvr additive="base">
                                        <p:cTn id="113" dur="500" fill="hold"/>
                                        <p:tgtEl>
                                          <p:spTgt spid="31"/>
                                        </p:tgtEl>
                                        <p:attrNameLst>
                                          <p:attrName>ppt_x</p:attrName>
                                        </p:attrNameLst>
                                      </p:cBhvr>
                                      <p:tavLst>
                                        <p:tav tm="0">
                                          <p:val>
                                            <p:strVal val="#ppt_x"/>
                                          </p:val>
                                        </p:tav>
                                        <p:tav tm="100000">
                                          <p:val>
                                            <p:strVal val="#ppt_x"/>
                                          </p:val>
                                        </p:tav>
                                      </p:tavLst>
                                    </p:anim>
                                    <p:anim calcmode="lin" valueType="num">
                                      <p:cBhvr additive="base">
                                        <p:cTn id="114" dur="500" fill="hold"/>
                                        <p:tgtEl>
                                          <p:spTgt spid="31"/>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32"/>
                                        </p:tgtEl>
                                        <p:attrNameLst>
                                          <p:attrName>style.visibility</p:attrName>
                                        </p:attrNameLst>
                                      </p:cBhvr>
                                      <p:to>
                                        <p:strVal val="visible"/>
                                      </p:to>
                                    </p:set>
                                    <p:anim calcmode="lin" valueType="num">
                                      <p:cBhvr additive="base">
                                        <p:cTn id="117" dur="500" fill="hold"/>
                                        <p:tgtEl>
                                          <p:spTgt spid="32"/>
                                        </p:tgtEl>
                                        <p:attrNameLst>
                                          <p:attrName>ppt_x</p:attrName>
                                        </p:attrNameLst>
                                      </p:cBhvr>
                                      <p:tavLst>
                                        <p:tav tm="0">
                                          <p:val>
                                            <p:strVal val="#ppt_x"/>
                                          </p:val>
                                        </p:tav>
                                        <p:tav tm="100000">
                                          <p:val>
                                            <p:strVal val="#ppt_x"/>
                                          </p:val>
                                        </p:tav>
                                      </p:tavLst>
                                    </p:anim>
                                    <p:anim calcmode="lin" valueType="num">
                                      <p:cBhvr additive="base">
                                        <p:cTn id="118" dur="500" fill="hold"/>
                                        <p:tgtEl>
                                          <p:spTgt spid="32"/>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39"/>
                                        </p:tgtEl>
                                        <p:attrNameLst>
                                          <p:attrName>style.visibility</p:attrName>
                                        </p:attrNameLst>
                                      </p:cBhvr>
                                      <p:to>
                                        <p:strVal val="visible"/>
                                      </p:to>
                                    </p:set>
                                    <p:anim calcmode="lin" valueType="num">
                                      <p:cBhvr additive="base">
                                        <p:cTn id="121" dur="500" fill="hold"/>
                                        <p:tgtEl>
                                          <p:spTgt spid="39"/>
                                        </p:tgtEl>
                                        <p:attrNameLst>
                                          <p:attrName>ppt_x</p:attrName>
                                        </p:attrNameLst>
                                      </p:cBhvr>
                                      <p:tavLst>
                                        <p:tav tm="0">
                                          <p:val>
                                            <p:strVal val="#ppt_x"/>
                                          </p:val>
                                        </p:tav>
                                        <p:tav tm="100000">
                                          <p:val>
                                            <p:strVal val="#ppt_x"/>
                                          </p:val>
                                        </p:tav>
                                      </p:tavLst>
                                    </p:anim>
                                    <p:anim calcmode="lin" valueType="num">
                                      <p:cBhvr additive="base">
                                        <p:cTn id="122" dur="500" fill="hold"/>
                                        <p:tgtEl>
                                          <p:spTgt spid="39"/>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40"/>
                                        </p:tgtEl>
                                        <p:attrNameLst>
                                          <p:attrName>style.visibility</p:attrName>
                                        </p:attrNameLst>
                                      </p:cBhvr>
                                      <p:to>
                                        <p:strVal val="visible"/>
                                      </p:to>
                                    </p:set>
                                    <p:anim calcmode="lin" valueType="num">
                                      <p:cBhvr additive="base">
                                        <p:cTn id="125" dur="500" fill="hold"/>
                                        <p:tgtEl>
                                          <p:spTgt spid="40"/>
                                        </p:tgtEl>
                                        <p:attrNameLst>
                                          <p:attrName>ppt_x</p:attrName>
                                        </p:attrNameLst>
                                      </p:cBhvr>
                                      <p:tavLst>
                                        <p:tav tm="0">
                                          <p:val>
                                            <p:strVal val="#ppt_x"/>
                                          </p:val>
                                        </p:tav>
                                        <p:tav tm="100000">
                                          <p:val>
                                            <p:strVal val="#ppt_x"/>
                                          </p:val>
                                        </p:tav>
                                      </p:tavLst>
                                    </p:anim>
                                    <p:anim calcmode="lin" valueType="num">
                                      <p:cBhvr additive="base">
                                        <p:cTn id="126" dur="500" fill="hold"/>
                                        <p:tgtEl>
                                          <p:spTgt spid="40"/>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anim calcmode="lin" valueType="num">
                                      <p:cBhvr additive="base">
                                        <p:cTn id="129" dur="500" fill="hold"/>
                                        <p:tgtEl>
                                          <p:spTgt spid="41"/>
                                        </p:tgtEl>
                                        <p:attrNameLst>
                                          <p:attrName>ppt_x</p:attrName>
                                        </p:attrNameLst>
                                      </p:cBhvr>
                                      <p:tavLst>
                                        <p:tav tm="0">
                                          <p:val>
                                            <p:strVal val="#ppt_x"/>
                                          </p:val>
                                        </p:tav>
                                        <p:tav tm="100000">
                                          <p:val>
                                            <p:strVal val="#ppt_x"/>
                                          </p:val>
                                        </p:tav>
                                      </p:tavLst>
                                    </p:anim>
                                    <p:anim calcmode="lin" valueType="num">
                                      <p:cBhvr additive="base">
                                        <p:cTn id="130" dur="500" fill="hold"/>
                                        <p:tgtEl>
                                          <p:spTgt spid="41"/>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42"/>
                                        </p:tgtEl>
                                        <p:attrNameLst>
                                          <p:attrName>style.visibility</p:attrName>
                                        </p:attrNameLst>
                                      </p:cBhvr>
                                      <p:to>
                                        <p:strVal val="visible"/>
                                      </p:to>
                                    </p:set>
                                    <p:anim calcmode="lin" valueType="num">
                                      <p:cBhvr additive="base">
                                        <p:cTn id="133" dur="500" fill="hold"/>
                                        <p:tgtEl>
                                          <p:spTgt spid="42"/>
                                        </p:tgtEl>
                                        <p:attrNameLst>
                                          <p:attrName>ppt_x</p:attrName>
                                        </p:attrNameLst>
                                      </p:cBhvr>
                                      <p:tavLst>
                                        <p:tav tm="0">
                                          <p:val>
                                            <p:strVal val="#ppt_x"/>
                                          </p:val>
                                        </p:tav>
                                        <p:tav tm="100000">
                                          <p:val>
                                            <p:strVal val="#ppt_x"/>
                                          </p:val>
                                        </p:tav>
                                      </p:tavLst>
                                    </p:anim>
                                    <p:anim calcmode="lin" valueType="num">
                                      <p:cBhvr additive="base">
                                        <p:cTn id="134" dur="500" fill="hold"/>
                                        <p:tgtEl>
                                          <p:spTgt spid="42"/>
                                        </p:tgtEl>
                                        <p:attrNameLst>
                                          <p:attrName>ppt_y</p:attrName>
                                        </p:attrNameLst>
                                      </p:cBhvr>
                                      <p:tavLst>
                                        <p:tav tm="0">
                                          <p:val>
                                            <p:strVal val="1+#ppt_h/2"/>
                                          </p:val>
                                        </p:tav>
                                        <p:tav tm="100000">
                                          <p:val>
                                            <p:strVal val="#ppt_y"/>
                                          </p:val>
                                        </p:tav>
                                      </p:tavLst>
                                    </p:anim>
                                  </p:childTnLst>
                                </p:cTn>
                              </p:par>
                              <p:par>
                                <p:cTn id="135" presetID="2" presetClass="entr" presetSubtype="4" fill="hold" nodeType="withEffect">
                                  <p:stCondLst>
                                    <p:cond delay="0"/>
                                  </p:stCondLst>
                                  <p:childTnLst>
                                    <p:set>
                                      <p:cBhvr>
                                        <p:cTn id="136" dur="1" fill="hold">
                                          <p:stCondLst>
                                            <p:cond delay="0"/>
                                          </p:stCondLst>
                                        </p:cTn>
                                        <p:tgtEl>
                                          <p:spTgt spid="33"/>
                                        </p:tgtEl>
                                        <p:attrNameLst>
                                          <p:attrName>style.visibility</p:attrName>
                                        </p:attrNameLst>
                                      </p:cBhvr>
                                      <p:to>
                                        <p:strVal val="visible"/>
                                      </p:to>
                                    </p:set>
                                    <p:anim calcmode="lin" valueType="num">
                                      <p:cBhvr additive="base">
                                        <p:cTn id="137" dur="500" fill="hold"/>
                                        <p:tgtEl>
                                          <p:spTgt spid="33"/>
                                        </p:tgtEl>
                                        <p:attrNameLst>
                                          <p:attrName>ppt_x</p:attrName>
                                        </p:attrNameLst>
                                      </p:cBhvr>
                                      <p:tavLst>
                                        <p:tav tm="0">
                                          <p:val>
                                            <p:strVal val="#ppt_x"/>
                                          </p:val>
                                        </p:tav>
                                        <p:tav tm="100000">
                                          <p:val>
                                            <p:strVal val="#ppt_x"/>
                                          </p:val>
                                        </p:tav>
                                      </p:tavLst>
                                    </p:anim>
                                    <p:anim calcmode="lin" valueType="num">
                                      <p:cBhvr additive="base">
                                        <p:cTn id="138" dur="500" fill="hold"/>
                                        <p:tgtEl>
                                          <p:spTgt spid="33"/>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34"/>
                                        </p:tgtEl>
                                        <p:attrNameLst>
                                          <p:attrName>style.visibility</p:attrName>
                                        </p:attrNameLst>
                                      </p:cBhvr>
                                      <p:to>
                                        <p:strVal val="visible"/>
                                      </p:to>
                                    </p:set>
                                    <p:anim calcmode="lin" valueType="num">
                                      <p:cBhvr additive="base">
                                        <p:cTn id="141" dur="500" fill="hold"/>
                                        <p:tgtEl>
                                          <p:spTgt spid="34"/>
                                        </p:tgtEl>
                                        <p:attrNameLst>
                                          <p:attrName>ppt_x</p:attrName>
                                        </p:attrNameLst>
                                      </p:cBhvr>
                                      <p:tavLst>
                                        <p:tav tm="0">
                                          <p:val>
                                            <p:strVal val="#ppt_x"/>
                                          </p:val>
                                        </p:tav>
                                        <p:tav tm="100000">
                                          <p:val>
                                            <p:strVal val="#ppt_x"/>
                                          </p:val>
                                        </p:tav>
                                      </p:tavLst>
                                    </p:anim>
                                    <p:anim calcmode="lin" valueType="num">
                                      <p:cBhvr additive="base">
                                        <p:cTn id="142" dur="500" fill="hold"/>
                                        <p:tgtEl>
                                          <p:spTgt spid="34"/>
                                        </p:tgtEl>
                                        <p:attrNameLst>
                                          <p:attrName>ppt_y</p:attrName>
                                        </p:attrNameLst>
                                      </p:cBhvr>
                                      <p:tavLst>
                                        <p:tav tm="0">
                                          <p:val>
                                            <p:strVal val="1+#ppt_h/2"/>
                                          </p:val>
                                        </p:tav>
                                        <p:tav tm="100000">
                                          <p:val>
                                            <p:strVal val="#ppt_y"/>
                                          </p:val>
                                        </p:tav>
                                      </p:tavLst>
                                    </p:anim>
                                  </p:childTnLst>
                                </p:cTn>
                              </p:par>
                              <p:par>
                                <p:cTn id="143" presetID="2" presetClass="entr" presetSubtype="4" fill="hold" nodeType="withEffect">
                                  <p:stCondLst>
                                    <p:cond delay="0"/>
                                  </p:stCondLst>
                                  <p:childTnLst>
                                    <p:set>
                                      <p:cBhvr>
                                        <p:cTn id="144" dur="1" fill="hold">
                                          <p:stCondLst>
                                            <p:cond delay="0"/>
                                          </p:stCondLst>
                                        </p:cTn>
                                        <p:tgtEl>
                                          <p:spTgt spid="36"/>
                                        </p:tgtEl>
                                        <p:attrNameLst>
                                          <p:attrName>style.visibility</p:attrName>
                                        </p:attrNameLst>
                                      </p:cBhvr>
                                      <p:to>
                                        <p:strVal val="visible"/>
                                      </p:to>
                                    </p:set>
                                    <p:anim calcmode="lin" valueType="num">
                                      <p:cBhvr additive="base">
                                        <p:cTn id="145" dur="500" fill="hold"/>
                                        <p:tgtEl>
                                          <p:spTgt spid="36"/>
                                        </p:tgtEl>
                                        <p:attrNameLst>
                                          <p:attrName>ppt_x</p:attrName>
                                        </p:attrNameLst>
                                      </p:cBhvr>
                                      <p:tavLst>
                                        <p:tav tm="0">
                                          <p:val>
                                            <p:strVal val="#ppt_x"/>
                                          </p:val>
                                        </p:tav>
                                        <p:tav tm="100000">
                                          <p:val>
                                            <p:strVal val="#ppt_x"/>
                                          </p:val>
                                        </p:tav>
                                      </p:tavLst>
                                    </p:anim>
                                    <p:anim calcmode="lin" valueType="num">
                                      <p:cBhvr additive="base">
                                        <p:cTn id="146" dur="500" fill="hold"/>
                                        <p:tgtEl>
                                          <p:spTgt spid="36"/>
                                        </p:tgtEl>
                                        <p:attrNameLst>
                                          <p:attrName>ppt_y</p:attrName>
                                        </p:attrNameLst>
                                      </p:cBhvr>
                                      <p:tavLst>
                                        <p:tav tm="0">
                                          <p:val>
                                            <p:strVal val="1+#ppt_h/2"/>
                                          </p:val>
                                        </p:tav>
                                        <p:tav tm="100000">
                                          <p:val>
                                            <p:strVal val="#ppt_y"/>
                                          </p:val>
                                        </p:tav>
                                      </p:tavLst>
                                    </p:anim>
                                  </p:childTnLst>
                                </p:cTn>
                              </p:par>
                              <p:par>
                                <p:cTn id="147" presetID="2" presetClass="entr" presetSubtype="4" fill="hold" nodeType="withEffect">
                                  <p:stCondLst>
                                    <p:cond delay="0"/>
                                  </p:stCondLst>
                                  <p:childTnLst>
                                    <p:set>
                                      <p:cBhvr>
                                        <p:cTn id="148" dur="1" fill="hold">
                                          <p:stCondLst>
                                            <p:cond delay="0"/>
                                          </p:stCondLst>
                                        </p:cTn>
                                        <p:tgtEl>
                                          <p:spTgt spid="38"/>
                                        </p:tgtEl>
                                        <p:attrNameLst>
                                          <p:attrName>style.visibility</p:attrName>
                                        </p:attrNameLst>
                                      </p:cBhvr>
                                      <p:to>
                                        <p:strVal val="visible"/>
                                      </p:to>
                                    </p:set>
                                    <p:anim calcmode="lin" valueType="num">
                                      <p:cBhvr additive="base">
                                        <p:cTn id="149" dur="500" fill="hold"/>
                                        <p:tgtEl>
                                          <p:spTgt spid="38"/>
                                        </p:tgtEl>
                                        <p:attrNameLst>
                                          <p:attrName>ppt_x</p:attrName>
                                        </p:attrNameLst>
                                      </p:cBhvr>
                                      <p:tavLst>
                                        <p:tav tm="0">
                                          <p:val>
                                            <p:strVal val="#ppt_x"/>
                                          </p:val>
                                        </p:tav>
                                        <p:tav tm="100000">
                                          <p:val>
                                            <p:strVal val="#ppt_x"/>
                                          </p:val>
                                        </p:tav>
                                      </p:tavLst>
                                    </p:anim>
                                    <p:anim calcmode="lin" valueType="num">
                                      <p:cBhvr additive="base">
                                        <p:cTn id="150"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28" grpId="0" animBg="1"/>
      <p:bldP spid="29" grpId="0"/>
      <p:bldP spid="39" grpId="0" animBg="1"/>
      <p:bldP spid="40" grpId="0" animBg="1"/>
      <p:bldP spid="41" grpId="0" animBg="1"/>
      <p:bldP spid="42" grpId="0" animBg="1"/>
      <p:bldP spid="3" grpId="0" animBg="1"/>
      <p:bldP spid="6" grpId="0" animBg="1"/>
      <p:bldP spid="16" grpId="0" animBg="1"/>
      <p:bldP spid="19" grpId="0" animBg="1"/>
      <p:bldP spid="3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3" name="矩形 2"/>
          <p:cNvSpPr/>
          <p:nvPr/>
        </p:nvSpPr>
        <p:spPr>
          <a:xfrm>
            <a:off x="0" y="0"/>
            <a:ext cx="12192000" cy="6858000"/>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bwMode="auto">
          <a:xfrm>
            <a:off x="5018468" y="1365770"/>
            <a:ext cx="2155062" cy="2190390"/>
          </a:xfrm>
          <a:prstGeom prst="ellipse">
            <a:avLst/>
          </a:prstGeom>
          <a:solidFill>
            <a:srgbClr val="FCFCFC"/>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6" name="椭圆 5"/>
          <p:cNvSpPr/>
          <p:nvPr/>
        </p:nvSpPr>
        <p:spPr bwMode="auto">
          <a:xfrm>
            <a:off x="4925101" y="1269879"/>
            <a:ext cx="2341798" cy="2382174"/>
          </a:xfrm>
          <a:prstGeom prst="ellipse">
            <a:avLst/>
          </a:prstGeom>
          <a:noFill/>
          <a:ln w="1270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BFBFB"/>
              </a:solidFill>
              <a:effectLst/>
              <a:uLnTx/>
              <a:uFillTx/>
              <a:latin typeface="等线" panose="02010600030101010101" pitchFamily="2" charset="-122"/>
              <a:ea typeface="等线" panose="02010600030101010101" pitchFamily="2" charset="-122"/>
              <a:cs typeface="+mn-cs"/>
            </a:endParaRPr>
          </a:p>
        </p:txBody>
      </p:sp>
      <p:sp>
        <p:nvSpPr>
          <p:cNvPr id="8" name="文本框 15"/>
          <p:cNvSpPr txBox="1">
            <a:spLocks noChangeArrowheads="1"/>
          </p:cNvSpPr>
          <p:nvPr/>
        </p:nvSpPr>
        <p:spPr bwMode="auto">
          <a:xfrm>
            <a:off x="4623323" y="3849464"/>
            <a:ext cx="29453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None/>
              <a:defRPr/>
            </a:pPr>
            <a:r>
              <a:rPr lang="zh-CN" altLang="en-US" sz="4000" b="1" kern="0" dirty="0">
                <a:solidFill>
                  <a:srgbClr val="FAFAFA"/>
                </a:solidFill>
                <a:latin typeface="造字工房悦黑体验版常规体" pitchFamily="50" charset="-122"/>
                <a:ea typeface="造字工房悦黑体验版常规体" pitchFamily="50" charset="-122"/>
              </a:rPr>
              <a:t>科技伦理</a:t>
            </a:r>
          </a:p>
        </p:txBody>
      </p:sp>
      <p:sp>
        <p:nvSpPr>
          <p:cNvPr id="10" name="Freeform 9"/>
          <p:cNvSpPr>
            <a:spLocks noEditPoints="1"/>
          </p:cNvSpPr>
          <p:nvPr/>
        </p:nvSpPr>
        <p:spPr bwMode="auto">
          <a:xfrm>
            <a:off x="5640726" y="1828270"/>
            <a:ext cx="910546" cy="1265390"/>
          </a:xfrm>
          <a:custGeom>
            <a:avLst/>
            <a:gdLst>
              <a:gd name="T0" fmla="*/ 68 w 683"/>
              <a:gd name="T1" fmla="*/ 130 h 941"/>
              <a:gd name="T2" fmla="*/ 170 w 683"/>
              <a:gd name="T3" fmla="*/ 74 h 941"/>
              <a:gd name="T4" fmla="*/ 173 w 683"/>
              <a:gd name="T5" fmla="*/ 190 h 941"/>
              <a:gd name="T6" fmla="*/ 71 w 683"/>
              <a:gd name="T7" fmla="*/ 246 h 941"/>
              <a:gd name="T8" fmla="*/ 68 w 683"/>
              <a:gd name="T9" fmla="*/ 130 h 941"/>
              <a:gd name="T10" fmla="*/ 266 w 683"/>
              <a:gd name="T11" fmla="*/ 416 h 941"/>
              <a:gd name="T12" fmla="*/ 266 w 683"/>
              <a:gd name="T13" fmla="*/ 416 h 941"/>
              <a:gd name="T14" fmla="*/ 419 w 683"/>
              <a:gd name="T15" fmla="*/ 329 h 941"/>
              <a:gd name="T16" fmla="*/ 418 w 683"/>
              <a:gd name="T17" fmla="*/ 153 h 941"/>
              <a:gd name="T18" fmla="*/ 418 w 683"/>
              <a:gd name="T19" fmla="*/ 153 h 941"/>
              <a:gd name="T20" fmla="*/ 197 w 683"/>
              <a:gd name="T21" fmla="*/ 25 h 941"/>
              <a:gd name="T22" fmla="*/ 197 w 683"/>
              <a:gd name="T23" fmla="*/ 25 h 941"/>
              <a:gd name="T24" fmla="*/ 41 w 683"/>
              <a:gd name="T25" fmla="*/ 111 h 941"/>
              <a:gd name="T26" fmla="*/ 45 w 683"/>
              <a:gd name="T27" fmla="*/ 288 h 941"/>
              <a:gd name="T28" fmla="*/ 45 w 683"/>
              <a:gd name="T29" fmla="*/ 288 h 941"/>
              <a:gd name="T30" fmla="*/ 266 w 683"/>
              <a:gd name="T31" fmla="*/ 416 h 941"/>
              <a:gd name="T32" fmla="*/ 664 w 683"/>
              <a:gd name="T33" fmla="*/ 395 h 941"/>
              <a:gd name="T34" fmla="*/ 665 w 683"/>
              <a:gd name="T35" fmla="*/ 395 h 941"/>
              <a:gd name="T36" fmla="*/ 628 w 683"/>
              <a:gd name="T37" fmla="*/ 374 h 941"/>
              <a:gd name="T38" fmla="*/ 604 w 683"/>
              <a:gd name="T39" fmla="*/ 433 h 941"/>
              <a:gd name="T40" fmla="*/ 561 w 683"/>
              <a:gd name="T41" fmla="*/ 487 h 941"/>
              <a:gd name="T42" fmla="*/ 599 w 683"/>
              <a:gd name="T43" fmla="*/ 509 h 941"/>
              <a:gd name="T44" fmla="*/ 599 w 683"/>
              <a:gd name="T45" fmla="*/ 508 h 941"/>
              <a:gd name="T46" fmla="*/ 665 w 683"/>
              <a:gd name="T47" fmla="*/ 471 h 941"/>
              <a:gd name="T48" fmla="*/ 664 w 683"/>
              <a:gd name="T49" fmla="*/ 395 h 941"/>
              <a:gd name="T50" fmla="*/ 575 w 683"/>
              <a:gd name="T51" fmla="*/ 305 h 941"/>
              <a:gd name="T52" fmla="*/ 575 w 683"/>
              <a:gd name="T53" fmla="*/ 305 h 941"/>
              <a:gd name="T54" fmla="*/ 486 w 683"/>
              <a:gd name="T55" fmla="*/ 253 h 941"/>
              <a:gd name="T56" fmla="*/ 449 w 683"/>
              <a:gd name="T57" fmla="*/ 353 h 941"/>
              <a:gd name="T58" fmla="*/ 391 w 683"/>
              <a:gd name="T59" fmla="*/ 427 h 941"/>
              <a:gd name="T60" fmla="*/ 476 w 683"/>
              <a:gd name="T61" fmla="*/ 476 h 941"/>
              <a:gd name="T62" fmla="*/ 476 w 683"/>
              <a:gd name="T63" fmla="*/ 476 h 941"/>
              <a:gd name="T64" fmla="*/ 576 w 683"/>
              <a:gd name="T65" fmla="*/ 419 h 941"/>
              <a:gd name="T66" fmla="*/ 575 w 683"/>
              <a:gd name="T67" fmla="*/ 305 h 941"/>
              <a:gd name="T68" fmla="*/ 410 w 683"/>
              <a:gd name="T69" fmla="*/ 579 h 941"/>
              <a:gd name="T70" fmla="*/ 425 w 683"/>
              <a:gd name="T71" fmla="*/ 532 h 941"/>
              <a:gd name="T72" fmla="*/ 349 w 683"/>
              <a:gd name="T73" fmla="*/ 456 h 941"/>
              <a:gd name="T74" fmla="*/ 273 w 683"/>
              <a:gd name="T75" fmla="*/ 532 h 941"/>
              <a:gd name="T76" fmla="*/ 289 w 683"/>
              <a:gd name="T77" fmla="*/ 579 h 941"/>
              <a:gd name="T78" fmla="*/ 172 w 683"/>
              <a:gd name="T79" fmla="*/ 907 h 941"/>
              <a:gd name="T80" fmla="*/ 182 w 683"/>
              <a:gd name="T81" fmla="*/ 929 h 941"/>
              <a:gd name="T82" fmla="*/ 208 w 683"/>
              <a:gd name="T83" fmla="*/ 938 h 941"/>
              <a:gd name="T84" fmla="*/ 230 w 683"/>
              <a:gd name="T85" fmla="*/ 928 h 941"/>
              <a:gd name="T86" fmla="*/ 319 w 683"/>
              <a:gd name="T87" fmla="*/ 677 h 941"/>
              <a:gd name="T88" fmla="*/ 319 w 683"/>
              <a:gd name="T89" fmla="*/ 922 h 941"/>
              <a:gd name="T90" fmla="*/ 336 w 683"/>
              <a:gd name="T91" fmla="*/ 939 h 941"/>
              <a:gd name="T92" fmla="*/ 363 w 683"/>
              <a:gd name="T93" fmla="*/ 939 h 941"/>
              <a:gd name="T94" fmla="*/ 380 w 683"/>
              <a:gd name="T95" fmla="*/ 922 h 941"/>
              <a:gd name="T96" fmla="*/ 380 w 683"/>
              <a:gd name="T97" fmla="*/ 679 h 941"/>
              <a:gd name="T98" fmla="*/ 469 w 683"/>
              <a:gd name="T99" fmla="*/ 928 h 941"/>
              <a:gd name="T100" fmla="*/ 490 w 683"/>
              <a:gd name="T101" fmla="*/ 938 h 941"/>
              <a:gd name="T102" fmla="*/ 516 w 683"/>
              <a:gd name="T103" fmla="*/ 929 h 941"/>
              <a:gd name="T104" fmla="*/ 527 w 683"/>
              <a:gd name="T105" fmla="*/ 907 h 941"/>
              <a:gd name="T106" fmla="*/ 410 w 683"/>
              <a:gd name="T107" fmla="*/ 579 h 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83" h="941">
                <a:moveTo>
                  <a:pt x="68" y="130"/>
                </a:moveTo>
                <a:cubicBezTo>
                  <a:pt x="95" y="82"/>
                  <a:pt x="141" y="58"/>
                  <a:pt x="170" y="74"/>
                </a:cubicBezTo>
                <a:cubicBezTo>
                  <a:pt x="199" y="91"/>
                  <a:pt x="200" y="143"/>
                  <a:pt x="173" y="190"/>
                </a:cubicBezTo>
                <a:cubicBezTo>
                  <a:pt x="146" y="238"/>
                  <a:pt x="100" y="262"/>
                  <a:pt x="71" y="246"/>
                </a:cubicBezTo>
                <a:cubicBezTo>
                  <a:pt x="42" y="229"/>
                  <a:pt x="41" y="177"/>
                  <a:pt x="68" y="130"/>
                </a:cubicBezTo>
                <a:close/>
                <a:moveTo>
                  <a:pt x="266" y="416"/>
                </a:moveTo>
                <a:lnTo>
                  <a:pt x="266" y="416"/>
                </a:lnTo>
                <a:cubicBezTo>
                  <a:pt x="311" y="437"/>
                  <a:pt x="378" y="399"/>
                  <a:pt x="419" y="329"/>
                </a:cubicBezTo>
                <a:cubicBezTo>
                  <a:pt x="460" y="258"/>
                  <a:pt x="459" y="181"/>
                  <a:pt x="418" y="153"/>
                </a:cubicBezTo>
                <a:lnTo>
                  <a:pt x="197" y="25"/>
                </a:lnTo>
                <a:cubicBezTo>
                  <a:pt x="153" y="0"/>
                  <a:pt x="83" y="38"/>
                  <a:pt x="41" y="111"/>
                </a:cubicBezTo>
                <a:cubicBezTo>
                  <a:pt x="0" y="183"/>
                  <a:pt x="2" y="262"/>
                  <a:pt x="45" y="288"/>
                </a:cubicBezTo>
                <a:lnTo>
                  <a:pt x="266" y="416"/>
                </a:lnTo>
                <a:close/>
                <a:moveTo>
                  <a:pt x="664" y="395"/>
                </a:moveTo>
                <a:lnTo>
                  <a:pt x="665" y="395"/>
                </a:lnTo>
                <a:lnTo>
                  <a:pt x="628" y="374"/>
                </a:lnTo>
                <a:cubicBezTo>
                  <a:pt x="623" y="393"/>
                  <a:pt x="616" y="414"/>
                  <a:pt x="604" y="433"/>
                </a:cubicBezTo>
                <a:cubicBezTo>
                  <a:pt x="592" y="455"/>
                  <a:pt x="577" y="473"/>
                  <a:pt x="561" y="487"/>
                </a:cubicBezTo>
                <a:lnTo>
                  <a:pt x="599" y="509"/>
                </a:lnTo>
                <a:lnTo>
                  <a:pt x="599" y="508"/>
                </a:lnTo>
                <a:cubicBezTo>
                  <a:pt x="618" y="518"/>
                  <a:pt x="647" y="501"/>
                  <a:pt x="665" y="471"/>
                </a:cubicBezTo>
                <a:cubicBezTo>
                  <a:pt x="683" y="441"/>
                  <a:pt x="682" y="407"/>
                  <a:pt x="664" y="395"/>
                </a:cubicBezTo>
                <a:close/>
                <a:moveTo>
                  <a:pt x="575" y="305"/>
                </a:moveTo>
                <a:lnTo>
                  <a:pt x="575" y="305"/>
                </a:lnTo>
                <a:lnTo>
                  <a:pt x="486" y="253"/>
                </a:lnTo>
                <a:cubicBezTo>
                  <a:pt x="481" y="286"/>
                  <a:pt x="468" y="320"/>
                  <a:pt x="449" y="353"/>
                </a:cubicBezTo>
                <a:cubicBezTo>
                  <a:pt x="432" y="382"/>
                  <a:pt x="412" y="407"/>
                  <a:pt x="391" y="427"/>
                </a:cubicBezTo>
                <a:lnTo>
                  <a:pt x="476" y="476"/>
                </a:lnTo>
                <a:cubicBezTo>
                  <a:pt x="505" y="490"/>
                  <a:pt x="549" y="465"/>
                  <a:pt x="576" y="419"/>
                </a:cubicBezTo>
                <a:cubicBezTo>
                  <a:pt x="602" y="373"/>
                  <a:pt x="602" y="323"/>
                  <a:pt x="575" y="305"/>
                </a:cubicBezTo>
                <a:close/>
                <a:moveTo>
                  <a:pt x="410" y="579"/>
                </a:moveTo>
                <a:cubicBezTo>
                  <a:pt x="420" y="566"/>
                  <a:pt x="425" y="550"/>
                  <a:pt x="425" y="532"/>
                </a:cubicBezTo>
                <a:cubicBezTo>
                  <a:pt x="425" y="490"/>
                  <a:pt x="391" y="456"/>
                  <a:pt x="349" y="456"/>
                </a:cubicBezTo>
                <a:cubicBezTo>
                  <a:pt x="307" y="456"/>
                  <a:pt x="273" y="490"/>
                  <a:pt x="273" y="532"/>
                </a:cubicBezTo>
                <a:cubicBezTo>
                  <a:pt x="273" y="550"/>
                  <a:pt x="279" y="566"/>
                  <a:pt x="289" y="579"/>
                </a:cubicBezTo>
                <a:lnTo>
                  <a:pt x="172" y="907"/>
                </a:lnTo>
                <a:cubicBezTo>
                  <a:pt x="169" y="916"/>
                  <a:pt x="174" y="926"/>
                  <a:pt x="182" y="929"/>
                </a:cubicBezTo>
                <a:lnTo>
                  <a:pt x="208" y="938"/>
                </a:lnTo>
                <a:cubicBezTo>
                  <a:pt x="217" y="941"/>
                  <a:pt x="227" y="937"/>
                  <a:pt x="230" y="928"/>
                </a:cubicBezTo>
                <a:lnTo>
                  <a:pt x="319" y="677"/>
                </a:lnTo>
                <a:lnTo>
                  <a:pt x="319" y="922"/>
                </a:lnTo>
                <a:cubicBezTo>
                  <a:pt x="319" y="932"/>
                  <a:pt x="327" y="939"/>
                  <a:pt x="336" y="939"/>
                </a:cubicBezTo>
                <a:lnTo>
                  <a:pt x="363" y="939"/>
                </a:lnTo>
                <a:cubicBezTo>
                  <a:pt x="373" y="939"/>
                  <a:pt x="380" y="932"/>
                  <a:pt x="380" y="922"/>
                </a:cubicBezTo>
                <a:lnTo>
                  <a:pt x="380" y="679"/>
                </a:lnTo>
                <a:lnTo>
                  <a:pt x="469" y="928"/>
                </a:lnTo>
                <a:cubicBezTo>
                  <a:pt x="472" y="937"/>
                  <a:pt x="482" y="941"/>
                  <a:pt x="490" y="938"/>
                </a:cubicBezTo>
                <a:lnTo>
                  <a:pt x="516" y="929"/>
                </a:lnTo>
                <a:cubicBezTo>
                  <a:pt x="525" y="926"/>
                  <a:pt x="530" y="916"/>
                  <a:pt x="527" y="907"/>
                </a:cubicBezTo>
                <a:lnTo>
                  <a:pt x="410" y="579"/>
                </a:lnTo>
                <a:close/>
              </a:path>
            </a:pathLst>
          </a:custGeom>
          <a:solidFill>
            <a:srgbClr val="236971"/>
          </a:solidFill>
          <a:ln>
            <a:noFill/>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580" b="0" i="0" u="none" strike="noStrike" kern="0" cap="none" spc="0" normalizeH="0" baseline="0" noProof="0">
              <a:ln>
                <a:noFill/>
              </a:ln>
              <a:solidFill>
                <a:srgbClr val="FBFBFB"/>
              </a:solidFill>
              <a:effectLst>
                <a:outerShdw blurRad="38100" dist="38100" dir="2700000" algn="tl">
                  <a:srgbClr val="000000">
                    <a:alpha val="43137"/>
                  </a:srgbClr>
                </a:outerShdw>
              </a:effectLst>
              <a:uLnTx/>
              <a:uFillTx/>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dministrator\Desktop\11111.tif"/>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p:nvCxnSpPr>
        <p:spPr>
          <a:xfrm>
            <a:off x="527381" y="644691"/>
            <a:ext cx="1166461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0" name="Rectangle 5"/>
          <p:cNvSpPr/>
          <p:nvPr/>
        </p:nvSpPr>
        <p:spPr>
          <a:xfrm>
            <a:off x="0" y="6710364"/>
            <a:ext cx="12192000" cy="147637"/>
          </a:xfrm>
          <a:prstGeom prst="rect">
            <a:avLst/>
          </a:prstGeom>
          <a:solidFill>
            <a:srgbClr val="16294C"/>
          </a:solidFill>
          <a:ln>
            <a:noFill/>
          </a:ln>
        </p:spPr>
        <p:style>
          <a:lnRef idx="2">
            <a:schemeClr val="accent1">
              <a:shade val="50000"/>
            </a:schemeClr>
          </a:lnRef>
          <a:fillRef idx="1">
            <a:schemeClr val="accent1"/>
          </a:fillRef>
          <a:effectRef idx="0">
            <a:schemeClr val="accent1"/>
          </a:effectRef>
          <a:fontRef idx="minor">
            <a:schemeClr val="lt1"/>
          </a:fontRef>
        </p:style>
        <p:txBody>
          <a:bodyPr lIns="91372" tIns="45719" rIns="91372" bIns="45719" anchor="ctr"/>
          <a:lstStyle/>
          <a:p>
            <a:pPr algn="ctr" defTabSz="1218323">
              <a:defRPr/>
            </a:pPr>
            <a:endParaRPr lang="en-US" sz="2400">
              <a:solidFill>
                <a:prstClr val="white"/>
              </a:solidFill>
              <a:latin typeface="Calibri"/>
            </a:endParaRPr>
          </a:p>
        </p:txBody>
      </p:sp>
      <p:grpSp>
        <p:nvGrpSpPr>
          <p:cNvPr id="6" name="Group 6"/>
          <p:cNvGrpSpPr/>
          <p:nvPr/>
        </p:nvGrpSpPr>
        <p:grpSpPr bwMode="auto">
          <a:xfrm>
            <a:off x="2449184" y="1448683"/>
            <a:ext cx="989013" cy="989012"/>
            <a:chOff x="3760631" y="2078243"/>
            <a:chExt cx="989462" cy="988804"/>
          </a:xfrm>
        </p:grpSpPr>
        <p:sp>
          <p:nvSpPr>
            <p:cNvPr id="7" name="Rectangle 7"/>
            <p:cNvSpPr/>
            <p:nvPr/>
          </p:nvSpPr>
          <p:spPr>
            <a:xfrm>
              <a:off x="3760631" y="2203629"/>
              <a:ext cx="875110" cy="863418"/>
            </a:xfrm>
            <a:prstGeom prst="rect">
              <a:avLst/>
            </a:prstGeom>
            <a:solidFill>
              <a:srgbClr val="16294C">
                <a:alpha val="70000"/>
              </a:srgbClr>
            </a:solidFill>
            <a:ln w="12700" cap="flat" cmpd="sng" algn="ctr">
              <a:noFill/>
              <a:prstDash val="solid"/>
              <a:miter lim="800000"/>
            </a:ln>
            <a:effectLst/>
          </p:spPr>
          <p:txBody>
            <a:bodyPr anchor="ctr"/>
            <a:lstStyle/>
            <a:p>
              <a:pPr algn="ctr" defTabSz="1218323">
                <a:defRPr/>
              </a:pPr>
              <a:endParaRPr lang="en-US" sz="1333" kern="0">
                <a:solidFill>
                  <a:prstClr val="white"/>
                </a:solidFill>
                <a:latin typeface="Calibri" panose="020F0502020204030204"/>
              </a:endParaRPr>
            </a:p>
          </p:txBody>
        </p:sp>
        <p:sp>
          <p:nvSpPr>
            <p:cNvPr id="8" name="Rectangle 8"/>
            <p:cNvSpPr/>
            <p:nvPr/>
          </p:nvSpPr>
          <p:spPr>
            <a:xfrm>
              <a:off x="3874983" y="2078243"/>
              <a:ext cx="875110" cy="863418"/>
            </a:xfrm>
            <a:prstGeom prst="rect">
              <a:avLst/>
            </a:prstGeom>
            <a:solidFill>
              <a:srgbClr val="16294C">
                <a:alpha val="70000"/>
              </a:srgbClr>
            </a:solidFill>
            <a:ln w="12700" cap="flat" cmpd="sng" algn="ctr">
              <a:noFill/>
              <a:prstDash val="solid"/>
              <a:miter lim="800000"/>
            </a:ln>
            <a:effectLst/>
          </p:spPr>
          <p:txBody>
            <a:bodyPr anchor="ctr"/>
            <a:lstStyle/>
            <a:p>
              <a:pPr algn="ctr" defTabSz="1218323">
                <a:defRPr/>
              </a:pPr>
              <a:endParaRPr lang="en-US" sz="1333" kern="0">
                <a:solidFill>
                  <a:prstClr val="white"/>
                </a:solidFill>
                <a:latin typeface="Calibri" panose="020F0502020204030204"/>
              </a:endParaRPr>
            </a:p>
          </p:txBody>
        </p:sp>
        <p:sp>
          <p:nvSpPr>
            <p:cNvPr id="9" name="Oval 9"/>
            <p:cNvSpPr/>
            <p:nvPr/>
          </p:nvSpPr>
          <p:spPr>
            <a:xfrm>
              <a:off x="3816219" y="2135381"/>
              <a:ext cx="876698" cy="877702"/>
            </a:xfrm>
            <a:prstGeom prst="ellipse">
              <a:avLst/>
            </a:prstGeom>
            <a:noFill/>
            <a:ln w="6350" cap="flat" cmpd="sng" algn="ctr">
              <a:noFill/>
              <a:prstDash val="solid"/>
              <a:miter lim="800000"/>
            </a:ln>
            <a:effectLst/>
          </p:spPr>
          <p:txBody>
            <a:bodyPr anchor="ctr"/>
            <a:lstStyle/>
            <a:p>
              <a:pPr algn="ctr" defTabSz="1218323">
                <a:defRPr/>
              </a:pPr>
              <a:r>
                <a:rPr lang="en-US" sz="4000" kern="0" dirty="0">
                  <a:solidFill>
                    <a:prstClr val="white"/>
                  </a:solidFill>
                  <a:latin typeface="Sosa" pitchFamily="2" charset="0"/>
                </a:rPr>
                <a:t>1</a:t>
              </a:r>
            </a:p>
          </p:txBody>
        </p:sp>
      </p:grpSp>
      <p:sp>
        <p:nvSpPr>
          <p:cNvPr id="18" name="Content Placeholder 2"/>
          <p:cNvSpPr txBox="1"/>
          <p:nvPr/>
        </p:nvSpPr>
        <p:spPr bwMode="auto">
          <a:xfrm>
            <a:off x="3523922" y="1445182"/>
            <a:ext cx="572728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1" tIns="45719" rIns="91371" bIns="45719"/>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57200" lvl="1" indent="0">
              <a:buNone/>
            </a:pPr>
            <a:r>
              <a:rPr lang="zh-CN" altLang="zh-CN" b="1" kern="0" dirty="0">
                <a:solidFill>
                  <a:srgbClr val="16294C"/>
                </a:solidFill>
                <a:ea typeface="宋体" panose="02010600030101010101" pitchFamily="2" charset="-122"/>
              </a:rPr>
              <a:t>隐私保护</a:t>
            </a:r>
          </a:p>
          <a:p>
            <a:pPr>
              <a:buNone/>
            </a:pPr>
            <a:r>
              <a:rPr lang="zh-CN" altLang="zh-CN" sz="1800" kern="0" dirty="0">
                <a:solidFill>
                  <a:srgbClr val="16294C"/>
                </a:solidFill>
                <a:ea typeface="宋体" panose="02010600030101010101" pitchFamily="2" charset="-122"/>
              </a:rPr>
              <a:t>所获得的用户数据信息应当只用于推荐习题，不得用于别的用途，也不得泄露给除平台和用户本人外的第三方</a:t>
            </a:r>
            <a:r>
              <a:rPr lang="zh-CN" altLang="en-US" sz="1800" kern="0" dirty="0">
                <a:solidFill>
                  <a:srgbClr val="16294C"/>
                </a:solidFill>
                <a:ea typeface="宋体" panose="02010600030101010101" pitchFamily="2" charset="-122"/>
              </a:rPr>
              <a:t>。</a:t>
            </a:r>
            <a:endParaRPr lang="en-US" altLang="zh-CN" sz="1800" kern="0" dirty="0">
              <a:solidFill>
                <a:srgbClr val="16294C"/>
              </a:solidFill>
              <a:ea typeface="宋体" panose="02010600030101010101" pitchFamily="2" charset="-122"/>
            </a:endParaRPr>
          </a:p>
        </p:txBody>
      </p:sp>
      <p:grpSp>
        <p:nvGrpSpPr>
          <p:cNvPr id="19" name="Group 19"/>
          <p:cNvGrpSpPr/>
          <p:nvPr/>
        </p:nvGrpSpPr>
        <p:grpSpPr bwMode="auto">
          <a:xfrm>
            <a:off x="2503159" y="5156979"/>
            <a:ext cx="990600" cy="989012"/>
            <a:chOff x="3760631" y="2078243"/>
            <a:chExt cx="989462" cy="988804"/>
          </a:xfrm>
        </p:grpSpPr>
        <p:sp>
          <p:nvSpPr>
            <p:cNvPr id="20" name="Rectangle 20"/>
            <p:cNvSpPr/>
            <p:nvPr/>
          </p:nvSpPr>
          <p:spPr>
            <a:xfrm>
              <a:off x="3760631" y="2203629"/>
              <a:ext cx="875293" cy="863418"/>
            </a:xfrm>
            <a:prstGeom prst="rect">
              <a:avLst/>
            </a:prstGeom>
            <a:solidFill>
              <a:srgbClr val="90BC33">
                <a:alpha val="70000"/>
              </a:srgbClr>
            </a:solidFill>
            <a:ln w="12700" cap="flat" cmpd="sng" algn="ctr">
              <a:noFill/>
              <a:prstDash val="solid"/>
              <a:miter lim="800000"/>
            </a:ln>
            <a:effectLst/>
          </p:spPr>
          <p:txBody>
            <a:bodyPr anchor="ctr"/>
            <a:lstStyle/>
            <a:p>
              <a:pPr algn="ctr" defTabSz="1218323">
                <a:defRPr/>
              </a:pPr>
              <a:endParaRPr lang="en-US" sz="1333" kern="0">
                <a:solidFill>
                  <a:prstClr val="white"/>
                </a:solidFill>
                <a:latin typeface="Calibri" panose="020F0502020204030204"/>
              </a:endParaRPr>
            </a:p>
          </p:txBody>
        </p:sp>
        <p:sp>
          <p:nvSpPr>
            <p:cNvPr id="21" name="Rectangle 21"/>
            <p:cNvSpPr/>
            <p:nvPr/>
          </p:nvSpPr>
          <p:spPr>
            <a:xfrm>
              <a:off x="3874800" y="2078243"/>
              <a:ext cx="875293" cy="863418"/>
            </a:xfrm>
            <a:prstGeom prst="rect">
              <a:avLst/>
            </a:prstGeom>
            <a:solidFill>
              <a:srgbClr val="90BC33">
                <a:alpha val="70000"/>
              </a:srgbClr>
            </a:solidFill>
            <a:ln w="12700" cap="flat" cmpd="sng" algn="ctr">
              <a:noFill/>
              <a:prstDash val="solid"/>
              <a:miter lim="800000"/>
            </a:ln>
            <a:effectLst/>
          </p:spPr>
          <p:txBody>
            <a:bodyPr anchor="ctr"/>
            <a:lstStyle/>
            <a:p>
              <a:pPr algn="ctr" defTabSz="1218323">
                <a:defRPr/>
              </a:pPr>
              <a:endParaRPr lang="en-US" sz="1333" kern="0">
                <a:solidFill>
                  <a:prstClr val="white"/>
                </a:solidFill>
                <a:latin typeface="Calibri" panose="020F0502020204030204"/>
              </a:endParaRPr>
            </a:p>
          </p:txBody>
        </p:sp>
        <p:sp>
          <p:nvSpPr>
            <p:cNvPr id="22" name="Oval 22"/>
            <p:cNvSpPr/>
            <p:nvPr/>
          </p:nvSpPr>
          <p:spPr>
            <a:xfrm>
              <a:off x="3816129" y="2135381"/>
              <a:ext cx="876879" cy="877702"/>
            </a:xfrm>
            <a:prstGeom prst="ellipse">
              <a:avLst/>
            </a:prstGeom>
            <a:noFill/>
            <a:ln w="6350" cap="flat" cmpd="sng" algn="ctr">
              <a:noFill/>
              <a:prstDash val="solid"/>
              <a:miter lim="800000"/>
            </a:ln>
            <a:effectLst/>
          </p:spPr>
          <p:txBody>
            <a:bodyPr anchor="ctr"/>
            <a:lstStyle/>
            <a:p>
              <a:pPr algn="ctr" defTabSz="1218323">
                <a:defRPr/>
              </a:pPr>
              <a:r>
                <a:rPr lang="en-US" sz="4000" kern="0" dirty="0">
                  <a:solidFill>
                    <a:prstClr val="white"/>
                  </a:solidFill>
                  <a:latin typeface="Sosa" pitchFamily="2" charset="0"/>
                </a:rPr>
                <a:t>3</a:t>
              </a:r>
            </a:p>
          </p:txBody>
        </p:sp>
      </p:grpSp>
      <p:sp>
        <p:nvSpPr>
          <p:cNvPr id="23" name="Content Placeholder 2"/>
          <p:cNvSpPr txBox="1"/>
          <p:nvPr/>
        </p:nvSpPr>
        <p:spPr bwMode="auto">
          <a:xfrm>
            <a:off x="3568291" y="5180379"/>
            <a:ext cx="5682914"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1" tIns="45719" rIns="91371" bIns="45719"/>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57200" lvl="1" indent="0">
              <a:buNone/>
            </a:pPr>
            <a:r>
              <a:rPr lang="zh-CN" altLang="zh-CN" b="1" kern="0" dirty="0">
                <a:solidFill>
                  <a:srgbClr val="16294C"/>
                </a:solidFill>
                <a:ea typeface="宋体" panose="02010600030101010101" pitchFamily="2" charset="-122"/>
              </a:rPr>
              <a:t>避免歧视</a:t>
            </a:r>
          </a:p>
          <a:p>
            <a:pPr>
              <a:buNone/>
            </a:pPr>
            <a:r>
              <a:rPr lang="zh-CN" altLang="zh-CN" sz="1800" kern="0" dirty="0">
                <a:solidFill>
                  <a:srgbClr val="16294C"/>
                </a:solidFill>
                <a:ea typeface="宋体" panose="02010600030101010101" pitchFamily="2" charset="-122"/>
              </a:rPr>
              <a:t>不应当因用户所处的学历、地区等的不同而区别对待。</a:t>
            </a:r>
          </a:p>
        </p:txBody>
      </p:sp>
      <p:sp>
        <p:nvSpPr>
          <p:cNvPr id="24" name="Content Placeholder 2"/>
          <p:cNvSpPr txBox="1"/>
          <p:nvPr/>
        </p:nvSpPr>
        <p:spPr bwMode="auto">
          <a:xfrm>
            <a:off x="3523923" y="3377142"/>
            <a:ext cx="30972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1" tIns="45719" rIns="91371" bIns="45719"/>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57200" lvl="1" indent="0">
              <a:buNone/>
            </a:pPr>
            <a:endParaRPr lang="zh-CN" altLang="zh-CN" sz="1067" kern="0" dirty="0">
              <a:solidFill>
                <a:srgbClr val="16294C"/>
              </a:solidFill>
              <a:ea typeface="宋体" panose="02010600030101010101" pitchFamily="2" charset="-122"/>
            </a:endParaRPr>
          </a:p>
        </p:txBody>
      </p:sp>
      <p:grpSp>
        <p:nvGrpSpPr>
          <p:cNvPr id="26" name="Group 26"/>
          <p:cNvGrpSpPr/>
          <p:nvPr/>
        </p:nvGrpSpPr>
        <p:grpSpPr bwMode="auto">
          <a:xfrm>
            <a:off x="2447596" y="3284095"/>
            <a:ext cx="989013" cy="989012"/>
            <a:chOff x="3760631" y="2078243"/>
            <a:chExt cx="989462" cy="988804"/>
          </a:xfrm>
        </p:grpSpPr>
        <p:sp>
          <p:nvSpPr>
            <p:cNvPr id="27" name="Rectangle 27"/>
            <p:cNvSpPr/>
            <p:nvPr/>
          </p:nvSpPr>
          <p:spPr>
            <a:xfrm>
              <a:off x="3760631" y="2203629"/>
              <a:ext cx="875110" cy="863418"/>
            </a:xfrm>
            <a:prstGeom prst="rect">
              <a:avLst/>
            </a:prstGeom>
            <a:solidFill>
              <a:srgbClr val="DF361F">
                <a:alpha val="70000"/>
              </a:srgbClr>
            </a:solidFill>
            <a:ln w="12700" cap="flat" cmpd="sng" algn="ctr">
              <a:noFill/>
              <a:prstDash val="solid"/>
              <a:miter lim="800000"/>
            </a:ln>
            <a:effectLst/>
          </p:spPr>
          <p:txBody>
            <a:bodyPr anchor="ctr"/>
            <a:lstStyle/>
            <a:p>
              <a:pPr algn="ctr" defTabSz="1218323">
                <a:defRPr/>
              </a:pPr>
              <a:endParaRPr lang="en-US" sz="1333" kern="0">
                <a:solidFill>
                  <a:prstClr val="white"/>
                </a:solidFill>
                <a:latin typeface="Calibri" panose="020F0502020204030204"/>
              </a:endParaRPr>
            </a:p>
          </p:txBody>
        </p:sp>
        <p:sp>
          <p:nvSpPr>
            <p:cNvPr id="28" name="Rectangle 28"/>
            <p:cNvSpPr/>
            <p:nvPr/>
          </p:nvSpPr>
          <p:spPr>
            <a:xfrm>
              <a:off x="3874983" y="2078243"/>
              <a:ext cx="875110" cy="863418"/>
            </a:xfrm>
            <a:prstGeom prst="rect">
              <a:avLst/>
            </a:prstGeom>
            <a:solidFill>
              <a:srgbClr val="DF361F">
                <a:alpha val="70000"/>
              </a:srgbClr>
            </a:solidFill>
            <a:ln w="12700" cap="flat" cmpd="sng" algn="ctr">
              <a:noFill/>
              <a:prstDash val="solid"/>
              <a:miter lim="800000"/>
            </a:ln>
            <a:effectLst/>
          </p:spPr>
          <p:txBody>
            <a:bodyPr anchor="ctr"/>
            <a:lstStyle/>
            <a:p>
              <a:pPr algn="ctr" defTabSz="1218323">
                <a:defRPr/>
              </a:pPr>
              <a:endParaRPr lang="en-US" sz="1333" kern="0">
                <a:solidFill>
                  <a:prstClr val="white"/>
                </a:solidFill>
                <a:latin typeface="Calibri" panose="020F0502020204030204"/>
              </a:endParaRPr>
            </a:p>
          </p:txBody>
        </p:sp>
        <p:sp>
          <p:nvSpPr>
            <p:cNvPr id="29" name="Oval 29"/>
            <p:cNvSpPr/>
            <p:nvPr/>
          </p:nvSpPr>
          <p:spPr>
            <a:xfrm>
              <a:off x="3816219" y="2135381"/>
              <a:ext cx="876698" cy="877702"/>
            </a:xfrm>
            <a:prstGeom prst="ellipse">
              <a:avLst/>
            </a:prstGeom>
            <a:noFill/>
            <a:ln w="6350" cap="flat" cmpd="sng" algn="ctr">
              <a:noFill/>
              <a:prstDash val="solid"/>
              <a:miter lim="800000"/>
            </a:ln>
            <a:effectLst/>
          </p:spPr>
          <p:txBody>
            <a:bodyPr anchor="ctr"/>
            <a:lstStyle/>
            <a:p>
              <a:pPr algn="ctr" defTabSz="1218323">
                <a:defRPr/>
              </a:pPr>
              <a:r>
                <a:rPr lang="en-US" sz="4000" kern="0" dirty="0">
                  <a:solidFill>
                    <a:prstClr val="white"/>
                  </a:solidFill>
                  <a:latin typeface="Sosa" pitchFamily="2" charset="0"/>
                </a:rPr>
                <a:t>2</a:t>
              </a:r>
            </a:p>
          </p:txBody>
        </p:sp>
      </p:grpSp>
      <p:sp>
        <p:nvSpPr>
          <p:cNvPr id="34" name="Content Placeholder 2"/>
          <p:cNvSpPr txBox="1"/>
          <p:nvPr/>
        </p:nvSpPr>
        <p:spPr bwMode="auto">
          <a:xfrm>
            <a:off x="3523922" y="3272514"/>
            <a:ext cx="572728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71" tIns="45719" rIns="91371" bIns="45719"/>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57200" lvl="1" indent="0">
              <a:buNone/>
            </a:pPr>
            <a:r>
              <a:rPr lang="zh-CN" altLang="zh-CN" b="1" kern="0" dirty="0">
                <a:solidFill>
                  <a:srgbClr val="16294C"/>
                </a:solidFill>
              </a:rPr>
              <a:t>保证透明度</a:t>
            </a:r>
          </a:p>
          <a:p>
            <a:pPr>
              <a:buNone/>
            </a:pPr>
            <a:r>
              <a:rPr lang="zh-CN" altLang="zh-CN" sz="1800" kern="0" dirty="0">
                <a:solidFill>
                  <a:srgbClr val="16294C"/>
                </a:solidFill>
              </a:rPr>
              <a:t>在用户使用前详细告知该系统所用到的用户信息、如何处理这些信息以及它们的用途，并只有在确保用户同意条款的情况下才能使用用户的信息。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Scale>
                                      <p:cBhvr>
                                        <p:cTn id="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6"/>
                                        </p:tgtEl>
                                        <p:attrNameLst>
                                          <p:attrName>ppt_x</p:attrName>
                                          <p:attrName>ppt_y</p:attrName>
                                        </p:attrNameLst>
                                      </p:cBhvr>
                                    </p:animMotion>
                                    <p:animEffect transition="in" filter="fade">
                                      <p:cBhvr>
                                        <p:cTn id="9" dur="1000"/>
                                        <p:tgtEl>
                                          <p:spTgt spid="6"/>
                                        </p:tgtEl>
                                      </p:cBhvr>
                                    </p:animEffect>
                                  </p:childTnLst>
                                </p:cTn>
                              </p:par>
                              <p:par>
                                <p:cTn id="10" presetID="41" presetClass="entr" presetSubtype="0" fill="hold" grpId="0" nodeType="withEffect">
                                  <p:stCondLst>
                                    <p:cond delay="0"/>
                                  </p:stCondLst>
                                  <p:iterate type="lt">
                                    <p:tmPct val="10000"/>
                                  </p:iterate>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18"/>
                                        </p:tgtEl>
                                        <p:attrNameLst>
                                          <p:attrName>ppt_y</p:attrName>
                                        </p:attrNameLst>
                                      </p:cBhvr>
                                      <p:tavLst>
                                        <p:tav tm="0">
                                          <p:val>
                                            <p:strVal val="#ppt_y"/>
                                          </p:val>
                                        </p:tav>
                                        <p:tav tm="100000">
                                          <p:val>
                                            <p:strVal val="#ppt_y"/>
                                          </p:val>
                                        </p:tav>
                                      </p:tavLst>
                                    </p:anim>
                                    <p:anim calcmode="lin" valueType="num">
                                      <p:cBhvr>
                                        <p:cTn id="14"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18"/>
                                        </p:tgtEl>
                                      </p:cBhvr>
                                    </p:animEffect>
                                  </p:childTnLst>
                                </p:cTn>
                              </p:par>
                              <p:par>
                                <p:cTn id="17" presetID="41" presetClass="entr" presetSubtype="0" fill="hold" grpId="0" nodeType="withEffect" nodePh="1">
                                  <p:stCondLst>
                                    <p:cond delay="0"/>
                                  </p:stCondLst>
                                  <p:endCondLst>
                                    <p:cond evt="begin" delay="0">
                                      <p:tn val="17"/>
                                    </p:cond>
                                  </p:endCondLst>
                                  <p:iterate type="lt">
                                    <p:tmPct val="10000"/>
                                  </p:iterate>
                                  <p:childTnLst>
                                    <p:set>
                                      <p:cBhvr>
                                        <p:cTn id="18" dur="1" fill="hold">
                                          <p:stCondLst>
                                            <p:cond delay="0"/>
                                          </p:stCondLst>
                                        </p:cTn>
                                        <p:tgtEl>
                                          <p:spTgt spid="24"/>
                                        </p:tgtEl>
                                        <p:attrNameLst>
                                          <p:attrName>style.visibility</p:attrName>
                                        </p:attrNameLst>
                                      </p:cBhvr>
                                      <p:to>
                                        <p:strVal val="visible"/>
                                      </p:to>
                                    </p:set>
                                    <p:anim calcmode="lin" valueType="num">
                                      <p:cBhvr>
                                        <p:cTn id="19"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24"/>
                                        </p:tgtEl>
                                        <p:attrNameLst>
                                          <p:attrName>ppt_y</p:attrName>
                                        </p:attrNameLst>
                                      </p:cBhvr>
                                      <p:tavLst>
                                        <p:tav tm="0">
                                          <p:val>
                                            <p:strVal val="#ppt_y"/>
                                          </p:val>
                                        </p:tav>
                                        <p:tav tm="100000">
                                          <p:val>
                                            <p:strVal val="#ppt_y"/>
                                          </p:val>
                                        </p:tav>
                                      </p:tavLst>
                                    </p:anim>
                                    <p:anim calcmode="lin" valueType="num">
                                      <p:cBhvr>
                                        <p:cTn id="21"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24"/>
                                        </p:tgtEl>
                                      </p:cBhvr>
                                    </p:animEffect>
                                  </p:childTnLst>
                                </p:cTn>
                              </p:par>
                              <p:par>
                                <p:cTn id="24" presetID="52"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Scale>
                                      <p:cBhvr>
                                        <p:cTn id="26"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7" dur="1000" decel="50000" fill="hold">
                                          <p:stCondLst>
                                            <p:cond delay="0"/>
                                          </p:stCondLst>
                                        </p:cTn>
                                        <p:tgtEl>
                                          <p:spTgt spid="19"/>
                                        </p:tgtEl>
                                        <p:attrNameLst>
                                          <p:attrName>ppt_x</p:attrName>
                                          <p:attrName>ppt_y</p:attrName>
                                        </p:attrNameLst>
                                      </p:cBhvr>
                                    </p:animMotion>
                                    <p:animEffect transition="in" filter="fade">
                                      <p:cBhvr>
                                        <p:cTn id="28" dur="1000"/>
                                        <p:tgtEl>
                                          <p:spTgt spid="19"/>
                                        </p:tgtEl>
                                      </p:cBhvr>
                                    </p:animEffect>
                                  </p:childTnLst>
                                </p:cTn>
                              </p:par>
                              <p:par>
                                <p:cTn id="29" presetID="41" presetClass="entr" presetSubtype="0" fill="hold" grpId="0" nodeType="withEffect">
                                  <p:stCondLst>
                                    <p:cond delay="0"/>
                                  </p:stCondLst>
                                  <p:iterate type="lt">
                                    <p:tmPct val="10000"/>
                                  </p:iterate>
                                  <p:childTnLst>
                                    <p:set>
                                      <p:cBhvr>
                                        <p:cTn id="30" dur="1" fill="hold">
                                          <p:stCondLst>
                                            <p:cond delay="0"/>
                                          </p:stCondLst>
                                        </p:cTn>
                                        <p:tgtEl>
                                          <p:spTgt spid="23"/>
                                        </p:tgtEl>
                                        <p:attrNameLst>
                                          <p:attrName>style.visibility</p:attrName>
                                        </p:attrNameLst>
                                      </p:cBhvr>
                                      <p:to>
                                        <p:strVal val="visible"/>
                                      </p:to>
                                    </p:set>
                                    <p:anim calcmode="lin" valueType="num">
                                      <p:cBhvr>
                                        <p:cTn id="31"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23"/>
                                        </p:tgtEl>
                                        <p:attrNameLst>
                                          <p:attrName>ppt_y</p:attrName>
                                        </p:attrNameLst>
                                      </p:cBhvr>
                                      <p:tavLst>
                                        <p:tav tm="0">
                                          <p:val>
                                            <p:strVal val="#ppt_y"/>
                                          </p:val>
                                        </p:tav>
                                        <p:tav tm="100000">
                                          <p:val>
                                            <p:strVal val="#ppt_y"/>
                                          </p:val>
                                        </p:tav>
                                      </p:tavLst>
                                    </p:anim>
                                    <p:anim calcmode="lin" valueType="num">
                                      <p:cBhvr>
                                        <p:cTn id="33"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23"/>
                                        </p:tgtEl>
                                      </p:cBhvr>
                                    </p:animEffect>
                                  </p:childTnLst>
                                </p:cTn>
                              </p:par>
                              <p:par>
                                <p:cTn id="36" presetID="52" presetClass="entr" presetSubtype="0" fill="hold" nodeType="withEffect">
                                  <p:stCondLst>
                                    <p:cond delay="0"/>
                                  </p:stCondLst>
                                  <p:childTnLst>
                                    <p:set>
                                      <p:cBhvr>
                                        <p:cTn id="37" dur="1" fill="hold">
                                          <p:stCondLst>
                                            <p:cond delay="0"/>
                                          </p:stCondLst>
                                        </p:cTn>
                                        <p:tgtEl>
                                          <p:spTgt spid="26"/>
                                        </p:tgtEl>
                                        <p:attrNameLst>
                                          <p:attrName>style.visibility</p:attrName>
                                        </p:attrNameLst>
                                      </p:cBhvr>
                                      <p:to>
                                        <p:strVal val="visible"/>
                                      </p:to>
                                    </p:set>
                                    <p:animScale>
                                      <p:cBhvr>
                                        <p:cTn id="38" dur="1000" decel="50000" fill="hold">
                                          <p:stCondLst>
                                            <p:cond delay="0"/>
                                          </p:stCondLst>
                                        </p:cTn>
                                        <p:tgtEl>
                                          <p:spTgt spid="2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9" dur="1000" decel="50000" fill="hold">
                                          <p:stCondLst>
                                            <p:cond delay="0"/>
                                          </p:stCondLst>
                                        </p:cTn>
                                        <p:tgtEl>
                                          <p:spTgt spid="26"/>
                                        </p:tgtEl>
                                        <p:attrNameLst>
                                          <p:attrName>ppt_x</p:attrName>
                                          <p:attrName>ppt_y</p:attrName>
                                        </p:attrNameLst>
                                      </p:cBhvr>
                                    </p:animMotion>
                                    <p:animEffect transition="in" filter="fade">
                                      <p:cBhvr>
                                        <p:cTn id="40" dur="1000"/>
                                        <p:tgtEl>
                                          <p:spTgt spid="26"/>
                                        </p:tgtEl>
                                      </p:cBhvr>
                                    </p:animEffect>
                                  </p:childTnLst>
                                </p:cTn>
                              </p:par>
                              <p:par>
                                <p:cTn id="41" presetID="41" presetClass="entr" presetSubtype="0" fill="hold" grpId="0" nodeType="withEffect">
                                  <p:stCondLst>
                                    <p:cond delay="0"/>
                                  </p:stCondLst>
                                  <p:iterate type="lt">
                                    <p:tmPct val="10000"/>
                                  </p:iterate>
                                  <p:childTnLst>
                                    <p:set>
                                      <p:cBhvr>
                                        <p:cTn id="42" dur="1" fill="hold">
                                          <p:stCondLst>
                                            <p:cond delay="0"/>
                                          </p:stCondLst>
                                        </p:cTn>
                                        <p:tgtEl>
                                          <p:spTgt spid="34"/>
                                        </p:tgtEl>
                                        <p:attrNameLst>
                                          <p:attrName>style.visibility</p:attrName>
                                        </p:attrNameLst>
                                      </p:cBhvr>
                                      <p:to>
                                        <p:strVal val="visible"/>
                                      </p:to>
                                    </p:set>
                                    <p:anim calcmode="lin" valueType="num">
                                      <p:cBhvr>
                                        <p:cTn id="43"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44" dur="500" fill="hold"/>
                                        <p:tgtEl>
                                          <p:spTgt spid="34"/>
                                        </p:tgtEl>
                                        <p:attrNameLst>
                                          <p:attrName>ppt_y</p:attrName>
                                        </p:attrNameLst>
                                      </p:cBhvr>
                                      <p:tavLst>
                                        <p:tav tm="0">
                                          <p:val>
                                            <p:strVal val="#ppt_y"/>
                                          </p:val>
                                        </p:tav>
                                        <p:tav tm="100000">
                                          <p:val>
                                            <p:strVal val="#ppt_y"/>
                                          </p:val>
                                        </p:tav>
                                      </p:tavLst>
                                    </p:anim>
                                    <p:anim calcmode="lin" valueType="num">
                                      <p:cBhvr>
                                        <p:cTn id="45"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46"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47" dur="500" tmFilter="0,0; .5, 1; 1, 1"/>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24" grpId="0"/>
      <p:bldP spid="3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47193DE-06A1-6F8D-9B6A-345324E8BC54}"/>
              </a:ext>
            </a:extLst>
          </p:cNvPr>
          <p:cNvPicPr>
            <a:picLocks noChangeAspect="1"/>
          </p:cNvPicPr>
          <p:nvPr/>
        </p:nvPicPr>
        <p:blipFill>
          <a:blip r:embed="rId3">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cxnSp>
        <p:nvCxnSpPr>
          <p:cNvPr id="3" name="直接连接符 2"/>
          <p:cNvCxnSpPr/>
          <p:nvPr/>
        </p:nvCxnSpPr>
        <p:spPr>
          <a:xfrm>
            <a:off x="527381" y="548680"/>
            <a:ext cx="1166461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D3EBB65-17C8-F895-2A66-D9802E659E36}"/>
              </a:ext>
            </a:extLst>
          </p:cNvPr>
          <p:cNvSpPr/>
          <p:nvPr/>
        </p:nvSpPr>
        <p:spPr>
          <a:xfrm>
            <a:off x="0" y="0"/>
            <a:ext cx="12192000" cy="6858000"/>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26" name="文本框 2"/>
          <p:cNvSpPr txBox="1"/>
          <p:nvPr/>
        </p:nvSpPr>
        <p:spPr>
          <a:xfrm>
            <a:off x="3568736" y="2282363"/>
            <a:ext cx="1909971" cy="2092798"/>
          </a:xfrm>
          <a:prstGeom prst="rect">
            <a:avLst/>
          </a:prstGeom>
          <a:noFill/>
        </p:spPr>
        <p:txBody>
          <a:bodyPr wrap="none" lIns="121837" tIns="60919" rIns="121837" bIns="60919"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1" lang="en-US" altLang="zh-CN" sz="12800" b="0" i="0" u="none" strike="noStrike" kern="1200" cap="none" spc="0" normalizeH="0" baseline="0" noProof="0" dirty="0">
                <a:ln>
                  <a:noFill/>
                </a:ln>
                <a:solidFill>
                  <a:prstClr val="white"/>
                </a:solidFill>
                <a:effectLst/>
                <a:uLnTx/>
                <a:uFillTx/>
                <a:latin typeface="Calibri"/>
                <a:ea typeface="微软雅黑" panose="020B0503020204020204" charset="-122"/>
                <a:cs typeface="微软雅黑" panose="020B0503020204020204" charset="-122"/>
              </a:rPr>
              <a:t>05</a:t>
            </a:r>
            <a:endParaRPr kumimoji="1" lang="zh-CN" altLang="en-US" sz="12800" b="0" i="0" u="none" strike="noStrike" kern="1200" cap="none" spc="0" normalizeH="0" baseline="0" noProof="0" dirty="0">
              <a:ln>
                <a:noFill/>
              </a:ln>
              <a:solidFill>
                <a:prstClr val="white"/>
              </a:solidFill>
              <a:effectLst/>
              <a:uLnTx/>
              <a:uFillTx/>
              <a:latin typeface="Calibri"/>
              <a:ea typeface="微软雅黑" panose="020B0503020204020204" charset="-122"/>
              <a:cs typeface="微软雅黑" panose="020B0503020204020204" charset="-122"/>
            </a:endParaRPr>
          </a:p>
        </p:txBody>
      </p:sp>
      <p:sp>
        <p:nvSpPr>
          <p:cNvPr id="31" name="文本框 8"/>
          <p:cNvSpPr txBox="1"/>
          <p:nvPr/>
        </p:nvSpPr>
        <p:spPr>
          <a:xfrm>
            <a:off x="5470985" y="3347549"/>
            <a:ext cx="3152291" cy="416057"/>
          </a:xfrm>
          <a:prstGeom prst="rect">
            <a:avLst/>
          </a:prstGeom>
          <a:noFill/>
        </p:spPr>
        <p:txBody>
          <a:bodyPr wrap="square" lIns="121837" tIns="60919" rIns="121837" bIns="60919"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08738" rtl="0" eaLnBrk="1" fontAlgn="auto" latinLnBrk="0" hangingPunct="1">
              <a:lnSpc>
                <a:spcPct val="13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Calibri"/>
                <a:ea typeface="微软雅黑" panose="020B0503020204020204" charset="-122"/>
                <a:cs typeface="+mn-cs"/>
              </a:rPr>
              <a:t>计算机专业于现实的意义</a:t>
            </a:r>
          </a:p>
        </p:txBody>
      </p:sp>
      <p:sp>
        <p:nvSpPr>
          <p:cNvPr id="33" name="文本框 4"/>
          <p:cNvSpPr txBox="1"/>
          <p:nvPr/>
        </p:nvSpPr>
        <p:spPr>
          <a:xfrm>
            <a:off x="5471025" y="2575927"/>
            <a:ext cx="2708256" cy="861686"/>
          </a:xfrm>
          <a:prstGeom prst="rect">
            <a:avLst/>
          </a:prstGeom>
          <a:noFill/>
        </p:spPr>
        <p:txBody>
          <a:bodyPr wrap="none" lIns="121832" tIns="60916" rIns="121832" bIns="6091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4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总结回顾</a:t>
            </a:r>
          </a:p>
        </p:txBody>
      </p:sp>
    </p:spTree>
    <p:custDataLst>
      <p:tags r:id="rId1"/>
    </p:custDataLst>
    <p:extLst>
      <p:ext uri="{BB962C8B-B14F-4D97-AF65-F5344CB8AC3E}">
        <p14:creationId xmlns:p14="http://schemas.microsoft.com/office/powerpoint/2010/main" val="302833963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56" presetClass="entr" presetSubtype="0" fill="hold" grpId="0" nodeType="afterEffect">
                                  <p:stCondLst>
                                    <p:cond delay="0"/>
                                  </p:stCondLst>
                                  <p:iterate type="lt">
                                    <p:tmPct val="10000"/>
                                  </p:iterate>
                                  <p:childTnLst>
                                    <p:set>
                                      <p:cBhvr>
                                        <p:cTn id="12" dur="1" fill="hold">
                                          <p:stCondLst>
                                            <p:cond delay="0"/>
                                          </p:stCondLst>
                                        </p:cTn>
                                        <p:tgtEl>
                                          <p:spTgt spid="33"/>
                                        </p:tgtEl>
                                        <p:attrNameLst>
                                          <p:attrName>style.visibility</p:attrName>
                                        </p:attrNameLst>
                                      </p:cBhvr>
                                      <p:to>
                                        <p:strVal val="visible"/>
                                      </p:to>
                                    </p:set>
                                    <p:anim by="(-#ppt_w*2)" calcmode="lin" valueType="num">
                                      <p:cBhvr rctx="PPT">
                                        <p:cTn id="13" dur="500" autoRev="1" fill="hold">
                                          <p:stCondLst>
                                            <p:cond delay="0"/>
                                          </p:stCondLst>
                                        </p:cTn>
                                        <p:tgtEl>
                                          <p:spTgt spid="33"/>
                                        </p:tgtEl>
                                        <p:attrNameLst>
                                          <p:attrName>ppt_w</p:attrName>
                                        </p:attrNameLst>
                                      </p:cBhvr>
                                    </p:anim>
                                    <p:anim by="(#ppt_w*0.50)" calcmode="lin" valueType="num">
                                      <p:cBhvr>
                                        <p:cTn id="14" dur="500" decel="50000" autoRev="1" fill="hold">
                                          <p:stCondLst>
                                            <p:cond delay="0"/>
                                          </p:stCondLst>
                                        </p:cTn>
                                        <p:tgtEl>
                                          <p:spTgt spid="33"/>
                                        </p:tgtEl>
                                        <p:attrNameLst>
                                          <p:attrName>ppt_x</p:attrName>
                                        </p:attrNameLst>
                                      </p:cBhvr>
                                    </p:anim>
                                    <p:anim from="(-#ppt_h/2)" to="(#ppt_y)" calcmode="lin" valueType="num">
                                      <p:cBhvr>
                                        <p:cTn id="15" dur="1000" fill="hold">
                                          <p:stCondLst>
                                            <p:cond delay="0"/>
                                          </p:stCondLst>
                                        </p:cTn>
                                        <p:tgtEl>
                                          <p:spTgt spid="33"/>
                                        </p:tgtEl>
                                        <p:attrNameLst>
                                          <p:attrName>ppt_y</p:attrName>
                                        </p:attrNameLst>
                                      </p:cBhvr>
                                    </p:anim>
                                    <p:animRot by="21600000">
                                      <p:cBhvr>
                                        <p:cTn id="16" dur="1000" fill="hold">
                                          <p:stCondLst>
                                            <p:cond delay="0"/>
                                          </p:stCondLst>
                                        </p:cTn>
                                        <p:tgtEl>
                                          <p:spTgt spid="33"/>
                                        </p:tgtEl>
                                        <p:attrNameLst>
                                          <p:attrName>r</p:attrName>
                                        </p:attrNameLst>
                                      </p:cBhvr>
                                    </p:animRot>
                                  </p:childTnLst>
                                </p:cTn>
                              </p:par>
                            </p:childTnLst>
                          </p:cTn>
                        </p:par>
                        <p:par>
                          <p:cTn id="17" fill="hold">
                            <p:stCondLst>
                              <p:cond delay="18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31"/>
                                        </p:tgtEl>
                                        <p:attrNameLst>
                                          <p:attrName>style.visibility</p:attrName>
                                        </p:attrNameLst>
                                      </p:cBhvr>
                                      <p:to>
                                        <p:strVal val="visible"/>
                                      </p:to>
                                    </p:set>
                                    <p:anim by="(-#ppt_w*2)" calcmode="lin" valueType="num">
                                      <p:cBhvr rctx="PPT">
                                        <p:cTn id="20" dur="500" autoRev="1" fill="hold">
                                          <p:stCondLst>
                                            <p:cond delay="0"/>
                                          </p:stCondLst>
                                        </p:cTn>
                                        <p:tgtEl>
                                          <p:spTgt spid="31"/>
                                        </p:tgtEl>
                                        <p:attrNameLst>
                                          <p:attrName>ppt_w</p:attrName>
                                        </p:attrNameLst>
                                      </p:cBhvr>
                                    </p:anim>
                                    <p:anim by="(#ppt_w*0.50)" calcmode="lin" valueType="num">
                                      <p:cBhvr>
                                        <p:cTn id="21" dur="500" decel="50000" autoRev="1" fill="hold">
                                          <p:stCondLst>
                                            <p:cond delay="0"/>
                                          </p:stCondLst>
                                        </p:cTn>
                                        <p:tgtEl>
                                          <p:spTgt spid="31"/>
                                        </p:tgtEl>
                                        <p:attrNameLst>
                                          <p:attrName>ppt_x</p:attrName>
                                        </p:attrNameLst>
                                      </p:cBhvr>
                                    </p:anim>
                                    <p:anim from="(-#ppt_h/2)" to="(#ppt_y)" calcmode="lin" valueType="num">
                                      <p:cBhvr>
                                        <p:cTn id="22" dur="1000" fill="hold">
                                          <p:stCondLst>
                                            <p:cond delay="0"/>
                                          </p:stCondLst>
                                        </p:cTn>
                                        <p:tgtEl>
                                          <p:spTgt spid="31"/>
                                        </p:tgtEl>
                                        <p:attrNameLst>
                                          <p:attrName>ppt_y</p:attrName>
                                        </p:attrNameLst>
                                      </p:cBhvr>
                                    </p:anim>
                                    <p:animRot by="21600000">
                                      <p:cBhvr>
                                        <p:cTn id="23" dur="1000" fill="hold">
                                          <p:stCondLst>
                                            <p:cond delay="0"/>
                                          </p:stCondLst>
                                        </p:cTn>
                                        <p:tgtEl>
                                          <p:spTgt spid="3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1" grpId="0"/>
      <p:bldP spid="3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istrator\Desktop\11111.tif">
            <a:extLst>
              <a:ext uri="{FF2B5EF4-FFF2-40B4-BE49-F238E27FC236}">
                <a16:creationId xmlns:a16="http://schemas.microsoft.com/office/drawing/2014/main" id="{D40B4C5D-1764-5319-CC08-EBC5DFE076B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91703"/>
          <a:stretch>
            <a:fillRect/>
          </a:stretch>
        </p:blipFill>
        <p:spPr bwMode="auto">
          <a:xfrm>
            <a:off x="0" y="0"/>
            <a:ext cx="12192000" cy="56896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7">
            <a:extLst>
              <a:ext uri="{FF2B5EF4-FFF2-40B4-BE49-F238E27FC236}">
                <a16:creationId xmlns:a16="http://schemas.microsoft.com/office/drawing/2014/main" id="{8E5FD1A3-F7EA-F1D0-C75E-A839BB839E1C}"/>
              </a:ext>
            </a:extLst>
          </p:cNvPr>
          <p:cNvGrpSpPr/>
          <p:nvPr/>
        </p:nvGrpSpPr>
        <p:grpSpPr>
          <a:xfrm>
            <a:off x="1591741" y="1791824"/>
            <a:ext cx="1941903" cy="2384004"/>
            <a:chOff x="4815811" y="1544854"/>
            <a:chExt cx="2306611" cy="2831742"/>
          </a:xfrm>
        </p:grpSpPr>
        <p:cxnSp>
          <p:nvCxnSpPr>
            <p:cNvPr id="5" name="Straight Connector 15">
              <a:extLst>
                <a:ext uri="{FF2B5EF4-FFF2-40B4-BE49-F238E27FC236}">
                  <a16:creationId xmlns:a16="http://schemas.microsoft.com/office/drawing/2014/main" id="{4C5B641C-946C-8E48-F0A1-5EC7F48F56CB}"/>
                </a:ext>
              </a:extLst>
            </p:cNvPr>
            <p:cNvCxnSpPr/>
            <p:nvPr/>
          </p:nvCxnSpPr>
          <p:spPr>
            <a:xfrm flipV="1">
              <a:off x="6567142" y="2875576"/>
              <a:ext cx="555280" cy="26604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16">
              <a:extLst>
                <a:ext uri="{FF2B5EF4-FFF2-40B4-BE49-F238E27FC236}">
                  <a16:creationId xmlns:a16="http://schemas.microsoft.com/office/drawing/2014/main" id="{EB60DB7C-DE93-87A1-358A-95F50A3DAF63}"/>
                </a:ext>
              </a:extLst>
            </p:cNvPr>
            <p:cNvCxnSpPr/>
            <p:nvPr/>
          </p:nvCxnSpPr>
          <p:spPr>
            <a:xfrm>
              <a:off x="4973177" y="3240628"/>
              <a:ext cx="349354" cy="7367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17">
              <a:extLst>
                <a:ext uri="{FF2B5EF4-FFF2-40B4-BE49-F238E27FC236}">
                  <a16:creationId xmlns:a16="http://schemas.microsoft.com/office/drawing/2014/main" id="{790F55D2-DF48-A8FF-DDA0-0B276391F488}"/>
                </a:ext>
              </a:extLst>
            </p:cNvPr>
            <p:cNvCxnSpPr/>
            <p:nvPr/>
          </p:nvCxnSpPr>
          <p:spPr>
            <a:xfrm>
              <a:off x="5490256" y="2946817"/>
              <a:ext cx="61411" cy="53585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18">
              <a:extLst>
                <a:ext uri="{FF2B5EF4-FFF2-40B4-BE49-F238E27FC236}">
                  <a16:creationId xmlns:a16="http://schemas.microsoft.com/office/drawing/2014/main" id="{516305C1-7EE9-5829-C5BF-AC4BB392B143}"/>
                </a:ext>
              </a:extLst>
            </p:cNvPr>
            <p:cNvCxnSpPr/>
            <p:nvPr/>
          </p:nvCxnSpPr>
          <p:spPr>
            <a:xfrm flipH="1">
              <a:off x="6845536" y="2890351"/>
              <a:ext cx="261556" cy="53585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19">
              <a:extLst>
                <a:ext uri="{FF2B5EF4-FFF2-40B4-BE49-F238E27FC236}">
                  <a16:creationId xmlns:a16="http://schemas.microsoft.com/office/drawing/2014/main" id="{A6F534D0-D5F9-7041-5A4D-C9FEBE637CC4}"/>
                </a:ext>
              </a:extLst>
            </p:cNvPr>
            <p:cNvCxnSpPr/>
            <p:nvPr/>
          </p:nvCxnSpPr>
          <p:spPr>
            <a:xfrm flipH="1">
              <a:off x="6636373" y="3394234"/>
              <a:ext cx="225677" cy="45800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 name="Straight Connector 20">
              <a:extLst>
                <a:ext uri="{FF2B5EF4-FFF2-40B4-BE49-F238E27FC236}">
                  <a16:creationId xmlns:a16="http://schemas.microsoft.com/office/drawing/2014/main" id="{0A238B23-4E64-3E89-58F2-C99CD1AC6F9C}"/>
                </a:ext>
              </a:extLst>
            </p:cNvPr>
            <p:cNvCxnSpPr/>
            <p:nvPr/>
          </p:nvCxnSpPr>
          <p:spPr>
            <a:xfrm flipH="1">
              <a:off x="6346222" y="3146516"/>
              <a:ext cx="225675" cy="50869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 name="Straight Connector 21">
              <a:extLst>
                <a:ext uri="{FF2B5EF4-FFF2-40B4-BE49-F238E27FC236}">
                  <a16:creationId xmlns:a16="http://schemas.microsoft.com/office/drawing/2014/main" id="{EC781F2C-F568-77C5-25EB-A176F28DA341}"/>
                </a:ext>
              </a:extLst>
            </p:cNvPr>
            <p:cNvCxnSpPr/>
            <p:nvPr/>
          </p:nvCxnSpPr>
          <p:spPr>
            <a:xfrm flipH="1">
              <a:off x="6578790" y="3844363"/>
              <a:ext cx="57583" cy="45800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22">
              <a:extLst>
                <a:ext uri="{FF2B5EF4-FFF2-40B4-BE49-F238E27FC236}">
                  <a16:creationId xmlns:a16="http://schemas.microsoft.com/office/drawing/2014/main" id="{69B86306-FB95-34EA-1CAF-F002562596F9}"/>
                </a:ext>
              </a:extLst>
            </p:cNvPr>
            <p:cNvCxnSpPr/>
            <p:nvPr/>
          </p:nvCxnSpPr>
          <p:spPr>
            <a:xfrm>
              <a:off x="5322532" y="3969216"/>
              <a:ext cx="113793" cy="40738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Straight Connector 23">
              <a:extLst>
                <a:ext uri="{FF2B5EF4-FFF2-40B4-BE49-F238E27FC236}">
                  <a16:creationId xmlns:a16="http://schemas.microsoft.com/office/drawing/2014/main" id="{6C41C745-B763-6279-5936-4ECE6857013D}"/>
                </a:ext>
              </a:extLst>
            </p:cNvPr>
            <p:cNvCxnSpPr/>
            <p:nvPr/>
          </p:nvCxnSpPr>
          <p:spPr>
            <a:xfrm>
              <a:off x="7056315" y="2229057"/>
              <a:ext cx="41725" cy="66129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24">
              <a:extLst>
                <a:ext uri="{FF2B5EF4-FFF2-40B4-BE49-F238E27FC236}">
                  <a16:creationId xmlns:a16="http://schemas.microsoft.com/office/drawing/2014/main" id="{79CA137A-C4B9-B71A-D56C-40045F1EA290}"/>
                </a:ext>
              </a:extLst>
            </p:cNvPr>
            <p:cNvCxnSpPr/>
            <p:nvPr/>
          </p:nvCxnSpPr>
          <p:spPr>
            <a:xfrm>
              <a:off x="6687343" y="1812146"/>
              <a:ext cx="389834" cy="41691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25">
              <a:extLst>
                <a:ext uri="{FF2B5EF4-FFF2-40B4-BE49-F238E27FC236}">
                  <a16:creationId xmlns:a16="http://schemas.microsoft.com/office/drawing/2014/main" id="{9D0866E6-A16A-877D-2068-E44799EF6BBF}"/>
                </a:ext>
              </a:extLst>
            </p:cNvPr>
            <p:cNvCxnSpPr/>
            <p:nvPr/>
          </p:nvCxnSpPr>
          <p:spPr>
            <a:xfrm>
              <a:off x="6074263" y="1545097"/>
              <a:ext cx="613080" cy="26704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26">
              <a:extLst>
                <a:ext uri="{FF2B5EF4-FFF2-40B4-BE49-F238E27FC236}">
                  <a16:creationId xmlns:a16="http://schemas.microsoft.com/office/drawing/2014/main" id="{B5423362-11EC-30B3-BC3B-81733108A03F}"/>
                </a:ext>
              </a:extLst>
            </p:cNvPr>
            <p:cNvCxnSpPr/>
            <p:nvPr/>
          </p:nvCxnSpPr>
          <p:spPr>
            <a:xfrm flipV="1">
              <a:off x="5424178" y="1545097"/>
              <a:ext cx="650086" cy="147183"/>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27">
              <a:extLst>
                <a:ext uri="{FF2B5EF4-FFF2-40B4-BE49-F238E27FC236}">
                  <a16:creationId xmlns:a16="http://schemas.microsoft.com/office/drawing/2014/main" id="{1A9EA964-9F62-621E-0579-F9BD04746805}"/>
                </a:ext>
              </a:extLst>
            </p:cNvPr>
            <p:cNvCxnSpPr/>
            <p:nvPr/>
          </p:nvCxnSpPr>
          <p:spPr>
            <a:xfrm flipV="1">
              <a:off x="5027800" y="1678621"/>
              <a:ext cx="396378" cy="31964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 name="Straight Connector 28">
              <a:extLst>
                <a:ext uri="{FF2B5EF4-FFF2-40B4-BE49-F238E27FC236}">
                  <a16:creationId xmlns:a16="http://schemas.microsoft.com/office/drawing/2014/main" id="{054BDAF0-4077-B61E-3411-14DE3DD8E8DF}"/>
                </a:ext>
              </a:extLst>
            </p:cNvPr>
            <p:cNvCxnSpPr/>
            <p:nvPr/>
          </p:nvCxnSpPr>
          <p:spPr>
            <a:xfrm flipH="1">
              <a:off x="4824863" y="2038040"/>
              <a:ext cx="182074" cy="47103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9" name="Straight Connector 29">
              <a:extLst>
                <a:ext uri="{FF2B5EF4-FFF2-40B4-BE49-F238E27FC236}">
                  <a16:creationId xmlns:a16="http://schemas.microsoft.com/office/drawing/2014/main" id="{14D74C3E-DDD1-E34D-B3BF-536B12DF0866}"/>
                </a:ext>
              </a:extLst>
            </p:cNvPr>
            <p:cNvCxnSpPr/>
            <p:nvPr/>
          </p:nvCxnSpPr>
          <p:spPr>
            <a:xfrm>
              <a:off x="4815811" y="2509078"/>
              <a:ext cx="157366" cy="73155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 name="Straight Connector 30">
              <a:extLst>
                <a:ext uri="{FF2B5EF4-FFF2-40B4-BE49-F238E27FC236}">
                  <a16:creationId xmlns:a16="http://schemas.microsoft.com/office/drawing/2014/main" id="{E3C3ED00-E97A-1528-A705-F336FD5BDA2C}"/>
                </a:ext>
              </a:extLst>
            </p:cNvPr>
            <p:cNvCxnSpPr/>
            <p:nvPr/>
          </p:nvCxnSpPr>
          <p:spPr>
            <a:xfrm flipV="1">
              <a:off x="4864987" y="2460205"/>
              <a:ext cx="501063" cy="48873"/>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1" name="Straight Connector 31">
              <a:extLst>
                <a:ext uri="{FF2B5EF4-FFF2-40B4-BE49-F238E27FC236}">
                  <a16:creationId xmlns:a16="http://schemas.microsoft.com/office/drawing/2014/main" id="{4D9F422B-A3F1-A066-CBA8-8F163B3DEBC1}"/>
                </a:ext>
              </a:extLst>
            </p:cNvPr>
            <p:cNvCxnSpPr/>
            <p:nvPr/>
          </p:nvCxnSpPr>
          <p:spPr>
            <a:xfrm flipV="1">
              <a:off x="5140569" y="2460205"/>
              <a:ext cx="231736" cy="33321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2" name="Straight Connector 32">
              <a:extLst>
                <a:ext uri="{FF2B5EF4-FFF2-40B4-BE49-F238E27FC236}">
                  <a16:creationId xmlns:a16="http://schemas.microsoft.com/office/drawing/2014/main" id="{C7E1B5D3-D168-18A3-99A9-D12014EC9FA0}"/>
                </a:ext>
              </a:extLst>
            </p:cNvPr>
            <p:cNvCxnSpPr/>
            <p:nvPr/>
          </p:nvCxnSpPr>
          <p:spPr>
            <a:xfrm>
              <a:off x="4840215" y="2538060"/>
              <a:ext cx="625436" cy="153832"/>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3" name="Straight Connector 33">
              <a:extLst>
                <a:ext uri="{FF2B5EF4-FFF2-40B4-BE49-F238E27FC236}">
                  <a16:creationId xmlns:a16="http://schemas.microsoft.com/office/drawing/2014/main" id="{ECE77E8C-2527-20D0-906D-A03C0D53F997}"/>
                </a:ext>
              </a:extLst>
            </p:cNvPr>
            <p:cNvCxnSpPr/>
            <p:nvPr/>
          </p:nvCxnSpPr>
          <p:spPr>
            <a:xfrm flipV="1">
              <a:off x="4997581" y="2791703"/>
              <a:ext cx="150273" cy="43266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34">
              <a:extLst>
                <a:ext uri="{FF2B5EF4-FFF2-40B4-BE49-F238E27FC236}">
                  <a16:creationId xmlns:a16="http://schemas.microsoft.com/office/drawing/2014/main" id="{3635690A-408A-2AA5-2C59-427324D41AEC}"/>
                </a:ext>
              </a:extLst>
            </p:cNvPr>
            <p:cNvCxnSpPr/>
            <p:nvPr/>
          </p:nvCxnSpPr>
          <p:spPr>
            <a:xfrm>
              <a:off x="4826929" y="2521803"/>
              <a:ext cx="324406" cy="26990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5" name="Straight Connector 35">
              <a:extLst>
                <a:ext uri="{FF2B5EF4-FFF2-40B4-BE49-F238E27FC236}">
                  <a16:creationId xmlns:a16="http://schemas.microsoft.com/office/drawing/2014/main" id="{B33B4057-A897-F690-9CF2-9F16200C1F92}"/>
                </a:ext>
              </a:extLst>
            </p:cNvPr>
            <p:cNvCxnSpPr/>
            <p:nvPr/>
          </p:nvCxnSpPr>
          <p:spPr>
            <a:xfrm>
              <a:off x="5460687" y="2691892"/>
              <a:ext cx="45250" cy="29575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6" name="Straight Connector 36">
              <a:extLst>
                <a:ext uri="{FF2B5EF4-FFF2-40B4-BE49-F238E27FC236}">
                  <a16:creationId xmlns:a16="http://schemas.microsoft.com/office/drawing/2014/main" id="{9E2769C2-BC5E-F07C-A922-203681663C41}"/>
                </a:ext>
              </a:extLst>
            </p:cNvPr>
            <p:cNvCxnSpPr/>
            <p:nvPr/>
          </p:nvCxnSpPr>
          <p:spPr>
            <a:xfrm flipH="1" flipV="1">
              <a:off x="5046450" y="1998261"/>
              <a:ext cx="331494" cy="46194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7" name="Straight Connector 37">
              <a:extLst>
                <a:ext uri="{FF2B5EF4-FFF2-40B4-BE49-F238E27FC236}">
                  <a16:creationId xmlns:a16="http://schemas.microsoft.com/office/drawing/2014/main" id="{0C4EC968-7EDC-55E0-2932-40A3964F96F4}"/>
                </a:ext>
              </a:extLst>
            </p:cNvPr>
            <p:cNvCxnSpPr/>
            <p:nvPr/>
          </p:nvCxnSpPr>
          <p:spPr>
            <a:xfrm flipH="1">
              <a:off x="5358269" y="1728362"/>
              <a:ext cx="38326" cy="731843"/>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8" name="Straight Connector 38">
              <a:extLst>
                <a:ext uri="{FF2B5EF4-FFF2-40B4-BE49-F238E27FC236}">
                  <a16:creationId xmlns:a16="http://schemas.microsoft.com/office/drawing/2014/main" id="{B07AF9B9-0D3A-05DE-980D-E68126447D22}"/>
                </a:ext>
              </a:extLst>
            </p:cNvPr>
            <p:cNvCxnSpPr/>
            <p:nvPr/>
          </p:nvCxnSpPr>
          <p:spPr>
            <a:xfrm flipV="1">
              <a:off x="5369214" y="2176842"/>
              <a:ext cx="436907" cy="283363"/>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9" name="Straight Connector 39">
              <a:extLst>
                <a:ext uri="{FF2B5EF4-FFF2-40B4-BE49-F238E27FC236}">
                  <a16:creationId xmlns:a16="http://schemas.microsoft.com/office/drawing/2014/main" id="{8B797C14-9ECF-F5F2-1A7C-ADAD3FCA6BD6}"/>
                </a:ext>
              </a:extLst>
            </p:cNvPr>
            <p:cNvCxnSpPr/>
            <p:nvPr/>
          </p:nvCxnSpPr>
          <p:spPr>
            <a:xfrm>
              <a:off x="5442741" y="1721262"/>
              <a:ext cx="361776" cy="46799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0" name="Straight Connector 40">
              <a:extLst>
                <a:ext uri="{FF2B5EF4-FFF2-40B4-BE49-F238E27FC236}">
                  <a16:creationId xmlns:a16="http://schemas.microsoft.com/office/drawing/2014/main" id="{B8560925-498D-D3AA-1EBB-9E497C338697}"/>
                </a:ext>
              </a:extLst>
            </p:cNvPr>
            <p:cNvCxnSpPr/>
            <p:nvPr/>
          </p:nvCxnSpPr>
          <p:spPr>
            <a:xfrm flipH="1">
              <a:off x="5791453" y="1545097"/>
              <a:ext cx="272787" cy="631502"/>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1" name="Straight Connector 41">
              <a:extLst>
                <a:ext uri="{FF2B5EF4-FFF2-40B4-BE49-F238E27FC236}">
                  <a16:creationId xmlns:a16="http://schemas.microsoft.com/office/drawing/2014/main" id="{B5074AAB-1F37-49B8-8632-CE5EC112CD7E}"/>
                </a:ext>
              </a:extLst>
            </p:cNvPr>
            <p:cNvCxnSpPr/>
            <p:nvPr/>
          </p:nvCxnSpPr>
          <p:spPr>
            <a:xfrm>
              <a:off x="6078550" y="1544854"/>
              <a:ext cx="165859" cy="58311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2" name="Straight Connector 42">
              <a:extLst>
                <a:ext uri="{FF2B5EF4-FFF2-40B4-BE49-F238E27FC236}">
                  <a16:creationId xmlns:a16="http://schemas.microsoft.com/office/drawing/2014/main" id="{EEFC4EF9-786C-ED88-48B1-0BEBEF77602D}"/>
                </a:ext>
              </a:extLst>
            </p:cNvPr>
            <p:cNvCxnSpPr/>
            <p:nvPr/>
          </p:nvCxnSpPr>
          <p:spPr>
            <a:xfrm flipH="1">
              <a:off x="6268895" y="1812146"/>
              <a:ext cx="432758" cy="31582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3" name="Straight Connector 43">
              <a:extLst>
                <a:ext uri="{FF2B5EF4-FFF2-40B4-BE49-F238E27FC236}">
                  <a16:creationId xmlns:a16="http://schemas.microsoft.com/office/drawing/2014/main" id="{61A1811D-7FEF-75D6-495A-13711F6F8004}"/>
                </a:ext>
              </a:extLst>
            </p:cNvPr>
            <p:cNvCxnSpPr/>
            <p:nvPr/>
          </p:nvCxnSpPr>
          <p:spPr>
            <a:xfrm flipH="1" flipV="1">
              <a:off x="6222965" y="2127970"/>
              <a:ext cx="838390" cy="101087"/>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4" name="Straight Connector 44">
              <a:extLst>
                <a:ext uri="{FF2B5EF4-FFF2-40B4-BE49-F238E27FC236}">
                  <a16:creationId xmlns:a16="http://schemas.microsoft.com/office/drawing/2014/main" id="{70564D9B-3B99-97A4-8FBD-F1789AA9C15A}"/>
                </a:ext>
              </a:extLst>
            </p:cNvPr>
            <p:cNvCxnSpPr/>
            <p:nvPr/>
          </p:nvCxnSpPr>
          <p:spPr>
            <a:xfrm>
              <a:off x="5951453" y="2626814"/>
              <a:ext cx="315891" cy="58382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5" name="Straight Connector 45">
              <a:extLst>
                <a:ext uri="{FF2B5EF4-FFF2-40B4-BE49-F238E27FC236}">
                  <a16:creationId xmlns:a16="http://schemas.microsoft.com/office/drawing/2014/main" id="{FCB7B3C6-98E0-54F2-60FE-278FC5F94B01}"/>
                </a:ext>
              </a:extLst>
            </p:cNvPr>
            <p:cNvCxnSpPr/>
            <p:nvPr/>
          </p:nvCxnSpPr>
          <p:spPr>
            <a:xfrm flipV="1">
              <a:off x="5955481" y="2142494"/>
              <a:ext cx="297384" cy="48431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6" name="Straight Connector 46">
              <a:extLst>
                <a:ext uri="{FF2B5EF4-FFF2-40B4-BE49-F238E27FC236}">
                  <a16:creationId xmlns:a16="http://schemas.microsoft.com/office/drawing/2014/main" id="{5EA7A850-4541-6A6B-30AA-68F6238D6AE9}"/>
                </a:ext>
              </a:extLst>
            </p:cNvPr>
            <p:cNvCxnSpPr/>
            <p:nvPr/>
          </p:nvCxnSpPr>
          <p:spPr>
            <a:xfrm flipV="1">
              <a:off x="5823080" y="2142494"/>
              <a:ext cx="413894" cy="3410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7" name="Straight Connector 47">
              <a:extLst>
                <a:ext uri="{FF2B5EF4-FFF2-40B4-BE49-F238E27FC236}">
                  <a16:creationId xmlns:a16="http://schemas.microsoft.com/office/drawing/2014/main" id="{4874CF0E-03B7-DEB8-EFF3-BA939EA7C7D5}"/>
                </a:ext>
              </a:extLst>
            </p:cNvPr>
            <p:cNvCxnSpPr/>
            <p:nvPr/>
          </p:nvCxnSpPr>
          <p:spPr>
            <a:xfrm>
              <a:off x="6258929" y="2137145"/>
              <a:ext cx="518246" cy="31431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Straight Connector 48">
              <a:extLst>
                <a:ext uri="{FF2B5EF4-FFF2-40B4-BE49-F238E27FC236}">
                  <a16:creationId xmlns:a16="http://schemas.microsoft.com/office/drawing/2014/main" id="{6346199D-7DB6-9CE7-14FF-03E76969B677}"/>
                </a:ext>
              </a:extLst>
            </p:cNvPr>
            <p:cNvCxnSpPr/>
            <p:nvPr/>
          </p:nvCxnSpPr>
          <p:spPr>
            <a:xfrm flipH="1">
              <a:off x="6796760" y="2229057"/>
              <a:ext cx="279115" cy="213143"/>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Straight Connector 49">
              <a:extLst>
                <a:ext uri="{FF2B5EF4-FFF2-40B4-BE49-F238E27FC236}">
                  <a16:creationId xmlns:a16="http://schemas.microsoft.com/office/drawing/2014/main" id="{BC969233-14F5-482F-3680-7DE70CC27559}"/>
                </a:ext>
              </a:extLst>
            </p:cNvPr>
            <p:cNvCxnSpPr/>
            <p:nvPr/>
          </p:nvCxnSpPr>
          <p:spPr>
            <a:xfrm>
              <a:off x="6763857" y="2464323"/>
              <a:ext cx="297497" cy="42602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0" name="Straight Connector 50">
              <a:extLst>
                <a:ext uri="{FF2B5EF4-FFF2-40B4-BE49-F238E27FC236}">
                  <a16:creationId xmlns:a16="http://schemas.microsoft.com/office/drawing/2014/main" id="{D4650CC7-E130-E0D0-BBDF-981F3CECAC45}"/>
                </a:ext>
              </a:extLst>
            </p:cNvPr>
            <p:cNvCxnSpPr/>
            <p:nvPr/>
          </p:nvCxnSpPr>
          <p:spPr>
            <a:xfrm flipV="1">
              <a:off x="6468879" y="2453261"/>
              <a:ext cx="308910" cy="256572"/>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1" name="Straight Connector 51">
              <a:extLst>
                <a:ext uri="{FF2B5EF4-FFF2-40B4-BE49-F238E27FC236}">
                  <a16:creationId xmlns:a16="http://schemas.microsoft.com/office/drawing/2014/main" id="{04181B8E-CE03-8E5C-7827-1B4A19916BB2}"/>
                </a:ext>
              </a:extLst>
            </p:cNvPr>
            <p:cNvCxnSpPr/>
            <p:nvPr/>
          </p:nvCxnSpPr>
          <p:spPr>
            <a:xfrm>
              <a:off x="6267344" y="2150093"/>
              <a:ext cx="191716" cy="55974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2" name="Straight Connector 52">
              <a:extLst>
                <a:ext uri="{FF2B5EF4-FFF2-40B4-BE49-F238E27FC236}">
                  <a16:creationId xmlns:a16="http://schemas.microsoft.com/office/drawing/2014/main" id="{766774AC-2B76-7BC3-4BD9-41F8FA96B5E7}"/>
                </a:ext>
              </a:extLst>
            </p:cNvPr>
            <p:cNvCxnSpPr/>
            <p:nvPr/>
          </p:nvCxnSpPr>
          <p:spPr>
            <a:xfrm flipH="1" flipV="1">
              <a:off x="5800527" y="2172490"/>
              <a:ext cx="163662" cy="44248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3" name="Straight Connector 53">
              <a:extLst>
                <a:ext uri="{FF2B5EF4-FFF2-40B4-BE49-F238E27FC236}">
                  <a16:creationId xmlns:a16="http://schemas.microsoft.com/office/drawing/2014/main" id="{C8F78349-3718-5BFB-A1F9-1938F7B591C9}"/>
                </a:ext>
              </a:extLst>
            </p:cNvPr>
            <p:cNvCxnSpPr/>
            <p:nvPr/>
          </p:nvCxnSpPr>
          <p:spPr>
            <a:xfrm flipV="1">
              <a:off x="5443793" y="2638651"/>
              <a:ext cx="493125" cy="5883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4" name="Straight Connector 54">
              <a:extLst>
                <a:ext uri="{FF2B5EF4-FFF2-40B4-BE49-F238E27FC236}">
                  <a16:creationId xmlns:a16="http://schemas.microsoft.com/office/drawing/2014/main" id="{C3085996-E047-D40E-0656-E9D77AD4A8DA}"/>
                </a:ext>
              </a:extLst>
            </p:cNvPr>
            <p:cNvCxnSpPr/>
            <p:nvPr/>
          </p:nvCxnSpPr>
          <p:spPr>
            <a:xfrm>
              <a:off x="5354198" y="2464323"/>
              <a:ext cx="562090" cy="16016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5" name="Straight Connector 55">
              <a:extLst>
                <a:ext uri="{FF2B5EF4-FFF2-40B4-BE49-F238E27FC236}">
                  <a16:creationId xmlns:a16="http://schemas.microsoft.com/office/drawing/2014/main" id="{EA3A5594-EAC4-27AA-2165-EB50F86EA0FE}"/>
                </a:ext>
              </a:extLst>
            </p:cNvPr>
            <p:cNvCxnSpPr/>
            <p:nvPr/>
          </p:nvCxnSpPr>
          <p:spPr>
            <a:xfrm flipV="1">
              <a:off x="5981770" y="2458732"/>
              <a:ext cx="767441" cy="17981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6" name="Straight Connector 56">
              <a:extLst>
                <a:ext uri="{FF2B5EF4-FFF2-40B4-BE49-F238E27FC236}">
                  <a16:creationId xmlns:a16="http://schemas.microsoft.com/office/drawing/2014/main" id="{2BE04FF5-9247-6D36-F29C-4171C1AD7401}"/>
                </a:ext>
              </a:extLst>
            </p:cNvPr>
            <p:cNvCxnSpPr/>
            <p:nvPr/>
          </p:nvCxnSpPr>
          <p:spPr>
            <a:xfrm>
              <a:off x="5971041" y="2650381"/>
              <a:ext cx="492339" cy="6672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57">
              <a:extLst>
                <a:ext uri="{FF2B5EF4-FFF2-40B4-BE49-F238E27FC236}">
                  <a16:creationId xmlns:a16="http://schemas.microsoft.com/office/drawing/2014/main" id="{7E11C20A-2DD1-6087-F3A1-6513511348A4}"/>
                </a:ext>
              </a:extLst>
            </p:cNvPr>
            <p:cNvCxnSpPr/>
            <p:nvPr/>
          </p:nvCxnSpPr>
          <p:spPr>
            <a:xfrm flipH="1" flipV="1">
              <a:off x="5170294" y="2791703"/>
              <a:ext cx="350013" cy="19365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8" name="Straight Connector 58">
              <a:extLst>
                <a:ext uri="{FF2B5EF4-FFF2-40B4-BE49-F238E27FC236}">
                  <a16:creationId xmlns:a16="http://schemas.microsoft.com/office/drawing/2014/main" id="{93646415-4B6E-188F-E11F-477791FE146E}"/>
                </a:ext>
              </a:extLst>
            </p:cNvPr>
            <p:cNvCxnSpPr/>
            <p:nvPr/>
          </p:nvCxnSpPr>
          <p:spPr>
            <a:xfrm flipV="1">
              <a:off x="4984068" y="2982116"/>
              <a:ext cx="502232" cy="27325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59">
              <a:extLst>
                <a:ext uri="{FF2B5EF4-FFF2-40B4-BE49-F238E27FC236}">
                  <a16:creationId xmlns:a16="http://schemas.microsoft.com/office/drawing/2014/main" id="{299C698D-255A-448F-39BC-BEA0B71A019D}"/>
                </a:ext>
              </a:extLst>
            </p:cNvPr>
            <p:cNvCxnSpPr/>
            <p:nvPr/>
          </p:nvCxnSpPr>
          <p:spPr>
            <a:xfrm>
              <a:off x="5009678" y="3255367"/>
              <a:ext cx="579969" cy="25190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Straight Connector 60">
              <a:extLst>
                <a:ext uri="{FF2B5EF4-FFF2-40B4-BE49-F238E27FC236}">
                  <a16:creationId xmlns:a16="http://schemas.microsoft.com/office/drawing/2014/main" id="{A8FBC4A2-0F48-B2B2-3E1E-B9F600DAFB4F}"/>
                </a:ext>
              </a:extLst>
            </p:cNvPr>
            <p:cNvCxnSpPr/>
            <p:nvPr/>
          </p:nvCxnSpPr>
          <p:spPr>
            <a:xfrm flipV="1">
              <a:off x="5312063" y="3507272"/>
              <a:ext cx="253114" cy="418062"/>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61">
              <a:extLst>
                <a:ext uri="{FF2B5EF4-FFF2-40B4-BE49-F238E27FC236}">
                  <a16:creationId xmlns:a16="http://schemas.microsoft.com/office/drawing/2014/main" id="{FB28FDE1-7FD3-EBC6-F119-ED020F3DB1D7}"/>
                </a:ext>
              </a:extLst>
            </p:cNvPr>
            <p:cNvCxnSpPr/>
            <p:nvPr/>
          </p:nvCxnSpPr>
          <p:spPr>
            <a:xfrm flipH="1" flipV="1">
              <a:off x="5568935" y="3508706"/>
              <a:ext cx="143924" cy="519313"/>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62">
              <a:extLst>
                <a:ext uri="{FF2B5EF4-FFF2-40B4-BE49-F238E27FC236}">
                  <a16:creationId xmlns:a16="http://schemas.microsoft.com/office/drawing/2014/main" id="{D0AC1FCC-BEE4-352B-DBA1-159B27081FE6}"/>
                </a:ext>
              </a:extLst>
            </p:cNvPr>
            <p:cNvCxnSpPr/>
            <p:nvPr/>
          </p:nvCxnSpPr>
          <p:spPr>
            <a:xfrm flipV="1">
              <a:off x="5436326" y="4028019"/>
              <a:ext cx="285930" cy="33677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Straight Connector 63">
              <a:extLst>
                <a:ext uri="{FF2B5EF4-FFF2-40B4-BE49-F238E27FC236}">
                  <a16:creationId xmlns:a16="http://schemas.microsoft.com/office/drawing/2014/main" id="{65858C07-1E49-EDEA-B3A8-FC6577F6539E}"/>
                </a:ext>
              </a:extLst>
            </p:cNvPr>
            <p:cNvCxnSpPr/>
            <p:nvPr/>
          </p:nvCxnSpPr>
          <p:spPr>
            <a:xfrm>
              <a:off x="5731751" y="4040560"/>
              <a:ext cx="271109" cy="33603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Straight Connector 64">
              <a:extLst>
                <a:ext uri="{FF2B5EF4-FFF2-40B4-BE49-F238E27FC236}">
                  <a16:creationId xmlns:a16="http://schemas.microsoft.com/office/drawing/2014/main" id="{E5526301-F78E-712C-71AA-569FBB3FBC58}"/>
                </a:ext>
              </a:extLst>
            </p:cNvPr>
            <p:cNvCxnSpPr/>
            <p:nvPr/>
          </p:nvCxnSpPr>
          <p:spPr>
            <a:xfrm flipH="1" flipV="1">
              <a:off x="5980145" y="3646755"/>
              <a:ext cx="0" cy="71803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65">
              <a:extLst>
                <a:ext uri="{FF2B5EF4-FFF2-40B4-BE49-F238E27FC236}">
                  <a16:creationId xmlns:a16="http://schemas.microsoft.com/office/drawing/2014/main" id="{52E0B4E2-8DCD-08DF-CE39-CC889231ECCB}"/>
                </a:ext>
              </a:extLst>
            </p:cNvPr>
            <p:cNvCxnSpPr/>
            <p:nvPr/>
          </p:nvCxnSpPr>
          <p:spPr>
            <a:xfrm flipH="1">
              <a:off x="5964189" y="2638543"/>
              <a:ext cx="0" cy="58582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Straight Connector 66">
              <a:extLst>
                <a:ext uri="{FF2B5EF4-FFF2-40B4-BE49-F238E27FC236}">
                  <a16:creationId xmlns:a16="http://schemas.microsoft.com/office/drawing/2014/main" id="{B3E92CF9-5675-A91C-FF68-F58F575BD3C9}"/>
                </a:ext>
              </a:extLst>
            </p:cNvPr>
            <p:cNvCxnSpPr/>
            <p:nvPr/>
          </p:nvCxnSpPr>
          <p:spPr>
            <a:xfrm>
              <a:off x="5505937" y="2982116"/>
              <a:ext cx="496924" cy="66463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67">
              <a:extLst>
                <a:ext uri="{FF2B5EF4-FFF2-40B4-BE49-F238E27FC236}">
                  <a16:creationId xmlns:a16="http://schemas.microsoft.com/office/drawing/2014/main" id="{47758B71-20CF-036F-7EBF-78C793A3C28D}"/>
                </a:ext>
              </a:extLst>
            </p:cNvPr>
            <p:cNvCxnSpPr/>
            <p:nvPr/>
          </p:nvCxnSpPr>
          <p:spPr>
            <a:xfrm flipH="1" flipV="1">
              <a:off x="5971041" y="3212073"/>
              <a:ext cx="20698" cy="43228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8" name="Straight Connector 68">
              <a:extLst>
                <a:ext uri="{FF2B5EF4-FFF2-40B4-BE49-F238E27FC236}">
                  <a16:creationId xmlns:a16="http://schemas.microsoft.com/office/drawing/2014/main" id="{425A5A79-F196-B3C5-A9A6-0D31F0BE9C6E}"/>
                </a:ext>
              </a:extLst>
            </p:cNvPr>
            <p:cNvCxnSpPr/>
            <p:nvPr/>
          </p:nvCxnSpPr>
          <p:spPr>
            <a:xfrm>
              <a:off x="6485274" y="2728943"/>
              <a:ext cx="96764" cy="429337"/>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9" name="Straight Connector 69">
              <a:extLst>
                <a:ext uri="{FF2B5EF4-FFF2-40B4-BE49-F238E27FC236}">
                  <a16:creationId xmlns:a16="http://schemas.microsoft.com/office/drawing/2014/main" id="{E81BF6F3-E12C-2927-3430-5859EBAFB5B6}"/>
                </a:ext>
              </a:extLst>
            </p:cNvPr>
            <p:cNvCxnSpPr/>
            <p:nvPr/>
          </p:nvCxnSpPr>
          <p:spPr>
            <a:xfrm flipV="1">
              <a:off x="6578656" y="2451459"/>
              <a:ext cx="193124" cy="70682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Straight Connector 70">
              <a:extLst>
                <a:ext uri="{FF2B5EF4-FFF2-40B4-BE49-F238E27FC236}">
                  <a16:creationId xmlns:a16="http://schemas.microsoft.com/office/drawing/2014/main" id="{658240AB-320C-5A4B-1ED3-2B6C844748BC}"/>
                </a:ext>
              </a:extLst>
            </p:cNvPr>
            <p:cNvCxnSpPr/>
            <p:nvPr/>
          </p:nvCxnSpPr>
          <p:spPr>
            <a:xfrm flipV="1">
              <a:off x="6276482" y="2728943"/>
              <a:ext cx="190780" cy="49542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71">
              <a:extLst>
                <a:ext uri="{FF2B5EF4-FFF2-40B4-BE49-F238E27FC236}">
                  <a16:creationId xmlns:a16="http://schemas.microsoft.com/office/drawing/2014/main" id="{FAE6DD09-B36B-4114-771F-8823F1351E44}"/>
                </a:ext>
              </a:extLst>
            </p:cNvPr>
            <p:cNvCxnSpPr/>
            <p:nvPr/>
          </p:nvCxnSpPr>
          <p:spPr>
            <a:xfrm flipV="1">
              <a:off x="5523949" y="2708886"/>
              <a:ext cx="930829" cy="25995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2" name="Straight Connector 72">
              <a:extLst>
                <a:ext uri="{FF2B5EF4-FFF2-40B4-BE49-F238E27FC236}">
                  <a16:creationId xmlns:a16="http://schemas.microsoft.com/office/drawing/2014/main" id="{B1702303-7DCB-BE8E-AA79-92CE9C7C5AA9}"/>
                </a:ext>
              </a:extLst>
            </p:cNvPr>
            <p:cNvCxnSpPr/>
            <p:nvPr/>
          </p:nvCxnSpPr>
          <p:spPr>
            <a:xfrm flipH="1" flipV="1">
              <a:off x="5961667" y="3619808"/>
              <a:ext cx="384555" cy="44451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3" name="Straight Connector 73">
              <a:extLst>
                <a:ext uri="{FF2B5EF4-FFF2-40B4-BE49-F238E27FC236}">
                  <a16:creationId xmlns:a16="http://schemas.microsoft.com/office/drawing/2014/main" id="{2C433E3D-7F9A-62DD-D78B-FC98514060EA}"/>
                </a:ext>
              </a:extLst>
            </p:cNvPr>
            <p:cNvCxnSpPr/>
            <p:nvPr/>
          </p:nvCxnSpPr>
          <p:spPr>
            <a:xfrm flipV="1">
              <a:off x="6007431" y="4049017"/>
              <a:ext cx="341269" cy="308667"/>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24" name="Straight Connector 74">
              <a:extLst>
                <a:ext uri="{FF2B5EF4-FFF2-40B4-BE49-F238E27FC236}">
                  <a16:creationId xmlns:a16="http://schemas.microsoft.com/office/drawing/2014/main" id="{0C2C65E3-C096-48C7-5957-DD476BF569C9}"/>
                </a:ext>
              </a:extLst>
            </p:cNvPr>
            <p:cNvCxnSpPr/>
            <p:nvPr/>
          </p:nvCxnSpPr>
          <p:spPr>
            <a:xfrm>
              <a:off x="6338757" y="3659296"/>
              <a:ext cx="299586" cy="181627"/>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25" name="Straight Connector 75">
              <a:extLst>
                <a:ext uri="{FF2B5EF4-FFF2-40B4-BE49-F238E27FC236}">
                  <a16:creationId xmlns:a16="http://schemas.microsoft.com/office/drawing/2014/main" id="{826D6F1A-93A2-3611-BAEF-FDEF14108644}"/>
                </a:ext>
              </a:extLst>
            </p:cNvPr>
            <p:cNvCxnSpPr/>
            <p:nvPr/>
          </p:nvCxnSpPr>
          <p:spPr>
            <a:xfrm flipH="1">
              <a:off x="6338757" y="3668444"/>
              <a:ext cx="9943" cy="394503"/>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27" name="Straight Connector 76">
              <a:extLst>
                <a:ext uri="{FF2B5EF4-FFF2-40B4-BE49-F238E27FC236}">
                  <a16:creationId xmlns:a16="http://schemas.microsoft.com/office/drawing/2014/main" id="{3F561A05-6EC8-150E-6C6C-C18172C3611A}"/>
                </a:ext>
              </a:extLst>
            </p:cNvPr>
            <p:cNvCxnSpPr/>
            <p:nvPr/>
          </p:nvCxnSpPr>
          <p:spPr>
            <a:xfrm>
              <a:off x="6263895" y="3228456"/>
              <a:ext cx="90999" cy="43998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28" name="Straight Connector 77">
              <a:extLst>
                <a:ext uri="{FF2B5EF4-FFF2-40B4-BE49-F238E27FC236}">
                  <a16:creationId xmlns:a16="http://schemas.microsoft.com/office/drawing/2014/main" id="{5FD7AE29-6508-E803-31C1-D9D6CA045C9A}"/>
                </a:ext>
              </a:extLst>
            </p:cNvPr>
            <p:cNvCxnSpPr/>
            <p:nvPr/>
          </p:nvCxnSpPr>
          <p:spPr>
            <a:xfrm flipV="1">
              <a:off x="5580713" y="3232828"/>
              <a:ext cx="390290" cy="266587"/>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29" name="Straight Connector 78">
              <a:extLst>
                <a:ext uri="{FF2B5EF4-FFF2-40B4-BE49-F238E27FC236}">
                  <a16:creationId xmlns:a16="http://schemas.microsoft.com/office/drawing/2014/main" id="{0C85E3E0-A665-1117-774F-F2AC7FC7924B}"/>
                </a:ext>
              </a:extLst>
            </p:cNvPr>
            <p:cNvCxnSpPr/>
            <p:nvPr/>
          </p:nvCxnSpPr>
          <p:spPr>
            <a:xfrm>
              <a:off x="5496539" y="2984830"/>
              <a:ext cx="492359" cy="25173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30" name="Straight Connector 79">
              <a:extLst>
                <a:ext uri="{FF2B5EF4-FFF2-40B4-BE49-F238E27FC236}">
                  <a16:creationId xmlns:a16="http://schemas.microsoft.com/office/drawing/2014/main" id="{FB6F8112-4395-E79D-4B63-CC2642B60473}"/>
                </a:ext>
              </a:extLst>
            </p:cNvPr>
            <p:cNvCxnSpPr/>
            <p:nvPr/>
          </p:nvCxnSpPr>
          <p:spPr>
            <a:xfrm>
              <a:off x="5979171" y="3220748"/>
              <a:ext cx="286190" cy="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31" name="Straight Connector 80">
              <a:extLst>
                <a:ext uri="{FF2B5EF4-FFF2-40B4-BE49-F238E27FC236}">
                  <a16:creationId xmlns:a16="http://schemas.microsoft.com/office/drawing/2014/main" id="{73E9B9C4-AAD6-BF15-E8E5-B87A79A3221C}"/>
                </a:ext>
              </a:extLst>
            </p:cNvPr>
            <p:cNvCxnSpPr/>
            <p:nvPr/>
          </p:nvCxnSpPr>
          <p:spPr>
            <a:xfrm flipV="1">
              <a:off x="6002860" y="3210639"/>
              <a:ext cx="273622" cy="422323"/>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32" name="Straight Connector 81">
              <a:extLst>
                <a:ext uri="{FF2B5EF4-FFF2-40B4-BE49-F238E27FC236}">
                  <a16:creationId xmlns:a16="http://schemas.microsoft.com/office/drawing/2014/main" id="{1217C833-9A89-7BA1-33C7-090CD2D9F07E}"/>
                </a:ext>
              </a:extLst>
            </p:cNvPr>
            <p:cNvCxnSpPr/>
            <p:nvPr/>
          </p:nvCxnSpPr>
          <p:spPr>
            <a:xfrm flipV="1">
              <a:off x="5724992" y="3636725"/>
              <a:ext cx="235599" cy="409089"/>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33" name="Straight Connector 82">
              <a:extLst>
                <a:ext uri="{FF2B5EF4-FFF2-40B4-BE49-F238E27FC236}">
                  <a16:creationId xmlns:a16="http://schemas.microsoft.com/office/drawing/2014/main" id="{131000F2-E3CB-41AC-8581-AE5182DC2E6F}"/>
                </a:ext>
              </a:extLst>
            </p:cNvPr>
            <p:cNvCxnSpPr/>
            <p:nvPr/>
          </p:nvCxnSpPr>
          <p:spPr>
            <a:xfrm flipV="1">
              <a:off x="5304451" y="3615724"/>
              <a:ext cx="672942" cy="34693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34" name="Straight Connector 83">
              <a:extLst>
                <a:ext uri="{FF2B5EF4-FFF2-40B4-BE49-F238E27FC236}">
                  <a16:creationId xmlns:a16="http://schemas.microsoft.com/office/drawing/2014/main" id="{2883AF8C-3AF7-DA71-5010-65A5D567C026}"/>
                </a:ext>
              </a:extLst>
            </p:cNvPr>
            <p:cNvCxnSpPr/>
            <p:nvPr/>
          </p:nvCxnSpPr>
          <p:spPr>
            <a:xfrm>
              <a:off x="5320956" y="3971950"/>
              <a:ext cx="1022510" cy="9237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35" name="Straight Connector 84">
              <a:extLst>
                <a:ext uri="{FF2B5EF4-FFF2-40B4-BE49-F238E27FC236}">
                  <a16:creationId xmlns:a16="http://schemas.microsoft.com/office/drawing/2014/main" id="{F9AA6B4B-07AD-7043-DF2A-74C20912A442}"/>
                </a:ext>
              </a:extLst>
            </p:cNvPr>
            <p:cNvCxnSpPr/>
            <p:nvPr/>
          </p:nvCxnSpPr>
          <p:spPr>
            <a:xfrm flipH="1">
              <a:off x="6346222" y="3414241"/>
              <a:ext cx="499314" cy="27052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36" name="Straight Connector 85">
              <a:extLst>
                <a:ext uri="{FF2B5EF4-FFF2-40B4-BE49-F238E27FC236}">
                  <a16:creationId xmlns:a16="http://schemas.microsoft.com/office/drawing/2014/main" id="{4FFB39AE-37B5-FD79-F39E-9AF44335238C}"/>
                </a:ext>
              </a:extLst>
            </p:cNvPr>
            <p:cNvCxnSpPr/>
            <p:nvPr/>
          </p:nvCxnSpPr>
          <p:spPr>
            <a:xfrm flipV="1">
              <a:off x="5579511" y="3432465"/>
              <a:ext cx="1273491" cy="70641"/>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37" name="Straight Connector 86">
              <a:extLst>
                <a:ext uri="{FF2B5EF4-FFF2-40B4-BE49-F238E27FC236}">
                  <a16:creationId xmlns:a16="http://schemas.microsoft.com/office/drawing/2014/main" id="{4B36D0D8-0BB7-C47C-C08D-F6D5118E2123}"/>
                </a:ext>
              </a:extLst>
            </p:cNvPr>
            <p:cNvCxnSpPr/>
            <p:nvPr/>
          </p:nvCxnSpPr>
          <p:spPr>
            <a:xfrm>
              <a:off x="5447581" y="4356121"/>
              <a:ext cx="544159" cy="1002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38" name="Straight Connector 87">
              <a:extLst>
                <a:ext uri="{FF2B5EF4-FFF2-40B4-BE49-F238E27FC236}">
                  <a16:creationId xmlns:a16="http://schemas.microsoft.com/office/drawing/2014/main" id="{178B2D0A-BDBF-EF6E-4B48-5D6F80EB9A22}"/>
                </a:ext>
              </a:extLst>
            </p:cNvPr>
            <p:cNvCxnSpPr/>
            <p:nvPr/>
          </p:nvCxnSpPr>
          <p:spPr>
            <a:xfrm>
              <a:off x="5998499" y="4360458"/>
              <a:ext cx="326678" cy="10550"/>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39" name="Straight Connector 88">
              <a:extLst>
                <a:ext uri="{FF2B5EF4-FFF2-40B4-BE49-F238E27FC236}">
                  <a16:creationId xmlns:a16="http://schemas.microsoft.com/office/drawing/2014/main" id="{8F5399FF-DEDA-C480-35B6-4C5CFB99CDD4}"/>
                </a:ext>
              </a:extLst>
            </p:cNvPr>
            <p:cNvCxnSpPr/>
            <p:nvPr/>
          </p:nvCxnSpPr>
          <p:spPr>
            <a:xfrm flipV="1">
              <a:off x="6327763" y="4312160"/>
              <a:ext cx="264162" cy="63185"/>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40" name="Straight Connector 89">
              <a:extLst>
                <a:ext uri="{FF2B5EF4-FFF2-40B4-BE49-F238E27FC236}">
                  <a16:creationId xmlns:a16="http://schemas.microsoft.com/office/drawing/2014/main" id="{836236DC-8AF8-A0BB-8CDE-626533B57E07}"/>
                </a:ext>
              </a:extLst>
            </p:cNvPr>
            <p:cNvCxnSpPr/>
            <p:nvPr/>
          </p:nvCxnSpPr>
          <p:spPr>
            <a:xfrm flipH="1">
              <a:off x="6325177" y="4049017"/>
              <a:ext cx="12393" cy="31712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41" name="Straight Connector 90">
              <a:extLst>
                <a:ext uri="{FF2B5EF4-FFF2-40B4-BE49-F238E27FC236}">
                  <a16:creationId xmlns:a16="http://schemas.microsoft.com/office/drawing/2014/main" id="{D61451E3-61E2-2C75-9E85-2F35484CFF61}"/>
                </a:ext>
              </a:extLst>
            </p:cNvPr>
            <p:cNvCxnSpPr/>
            <p:nvPr/>
          </p:nvCxnSpPr>
          <p:spPr>
            <a:xfrm>
              <a:off x="6339518" y="4050282"/>
              <a:ext cx="233863" cy="26187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42" name="Straight Connector 91">
              <a:extLst>
                <a:ext uri="{FF2B5EF4-FFF2-40B4-BE49-F238E27FC236}">
                  <a16:creationId xmlns:a16="http://schemas.microsoft.com/office/drawing/2014/main" id="{0210CF0A-E74C-794E-3803-40927C41B55E}"/>
                </a:ext>
              </a:extLst>
            </p:cNvPr>
            <p:cNvCxnSpPr/>
            <p:nvPr/>
          </p:nvCxnSpPr>
          <p:spPr>
            <a:xfrm flipV="1">
              <a:off x="6359970" y="3854229"/>
              <a:ext cx="290379" cy="2030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1043" name="Group 8">
            <a:extLst>
              <a:ext uri="{FF2B5EF4-FFF2-40B4-BE49-F238E27FC236}">
                <a16:creationId xmlns:a16="http://schemas.microsoft.com/office/drawing/2014/main" id="{08496C5B-F0AB-9D16-AC5B-14B35A21B8A7}"/>
              </a:ext>
            </a:extLst>
          </p:cNvPr>
          <p:cNvGrpSpPr/>
          <p:nvPr/>
        </p:nvGrpSpPr>
        <p:grpSpPr>
          <a:xfrm>
            <a:off x="2090701" y="4289711"/>
            <a:ext cx="955045" cy="873707"/>
            <a:chOff x="5408480" y="4511869"/>
            <a:chExt cx="1134411" cy="1037797"/>
          </a:xfrm>
          <a:solidFill>
            <a:schemeClr val="bg1">
              <a:lumMod val="75000"/>
            </a:schemeClr>
          </a:solidFill>
        </p:grpSpPr>
        <p:sp>
          <p:nvSpPr>
            <p:cNvPr id="1044" name="Freeform 9">
              <a:extLst>
                <a:ext uri="{FF2B5EF4-FFF2-40B4-BE49-F238E27FC236}">
                  <a16:creationId xmlns:a16="http://schemas.microsoft.com/office/drawing/2014/main" id="{1BDEDA90-057A-02E3-3B6B-BBF89016BC99}"/>
                </a:ext>
              </a:extLst>
            </p:cNvPr>
            <p:cNvSpPr/>
            <p:nvPr/>
          </p:nvSpPr>
          <p:spPr>
            <a:xfrm>
              <a:off x="5464289" y="4511869"/>
              <a:ext cx="1028142" cy="964410"/>
            </a:xfrm>
            <a:custGeom>
              <a:avLst/>
              <a:gdLst>
                <a:gd name="connsiteX0" fmla="*/ 124 w 672324"/>
                <a:gd name="connsiteY0" fmla="*/ 0 h 630649"/>
                <a:gd name="connsiteX1" fmla="*/ 671970 w 672324"/>
                <a:gd name="connsiteY1" fmla="*/ 0 h 630649"/>
                <a:gd name="connsiteX2" fmla="*/ 672324 w 672324"/>
                <a:gd name="connsiteY2" fmla="*/ 32054 h 630649"/>
                <a:gd name="connsiteX3" fmla="*/ 657700 w 672324"/>
                <a:gd name="connsiteY3" fmla="*/ 470997 h 630649"/>
                <a:gd name="connsiteX4" fmla="*/ 494011 w 672324"/>
                <a:gd name="connsiteY4" fmla="*/ 626220 h 630649"/>
                <a:gd name="connsiteX5" fmla="*/ 200500 w 672324"/>
                <a:gd name="connsiteY5" fmla="*/ 629042 h 630649"/>
                <a:gd name="connsiteX6" fmla="*/ 31167 w 672324"/>
                <a:gd name="connsiteY6" fmla="*/ 487931 h 630649"/>
                <a:gd name="connsiteX7" fmla="*/ 124 w 672324"/>
                <a:gd name="connsiteY7" fmla="*/ 0 h 630649"/>
                <a:gd name="connsiteX8" fmla="*/ 0 w 672200"/>
                <a:gd name="connsiteY8" fmla="*/ 0 h 63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324" h="630649">
                  <a:moveTo>
                    <a:pt x="124" y="0"/>
                  </a:moveTo>
                  <a:lnTo>
                    <a:pt x="671970" y="0"/>
                  </a:lnTo>
                  <a:lnTo>
                    <a:pt x="672324" y="32054"/>
                  </a:lnTo>
                  <a:cubicBezTo>
                    <a:pt x="671950" y="155680"/>
                    <a:pt x="661404" y="375100"/>
                    <a:pt x="657700" y="470997"/>
                  </a:cubicBezTo>
                  <a:cubicBezTo>
                    <a:pt x="594200" y="541082"/>
                    <a:pt x="561744" y="571657"/>
                    <a:pt x="494011" y="626220"/>
                  </a:cubicBezTo>
                  <a:cubicBezTo>
                    <a:pt x="406522" y="621517"/>
                    <a:pt x="294575" y="635157"/>
                    <a:pt x="200500" y="629042"/>
                  </a:cubicBezTo>
                  <a:cubicBezTo>
                    <a:pt x="134647" y="580594"/>
                    <a:pt x="89963" y="547669"/>
                    <a:pt x="31167" y="487931"/>
                  </a:cubicBezTo>
                  <a:cubicBezTo>
                    <a:pt x="21583" y="380710"/>
                    <a:pt x="-1901" y="109897"/>
                    <a:pt x="12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00">
                <a:latin typeface="微软雅黑" panose="020B0503020204020204" pitchFamily="34" charset="-122"/>
                <a:ea typeface="微软雅黑" panose="020B0503020204020204" pitchFamily="34" charset="-122"/>
              </a:endParaRPr>
            </a:p>
          </p:txBody>
        </p:sp>
        <p:sp>
          <p:nvSpPr>
            <p:cNvPr id="1045" name="Rounded Rectangle 10">
              <a:extLst>
                <a:ext uri="{FF2B5EF4-FFF2-40B4-BE49-F238E27FC236}">
                  <a16:creationId xmlns:a16="http://schemas.microsoft.com/office/drawing/2014/main" id="{ECBDB244-0633-4510-FB21-45F40EE084DB}"/>
                </a:ext>
              </a:extLst>
            </p:cNvPr>
            <p:cNvSpPr/>
            <p:nvPr/>
          </p:nvSpPr>
          <p:spPr>
            <a:xfrm>
              <a:off x="5408480" y="4647679"/>
              <a:ext cx="1134411" cy="10726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00">
                <a:latin typeface="微软雅黑" panose="020B0503020204020204" pitchFamily="34" charset="-122"/>
                <a:ea typeface="微软雅黑" panose="020B0503020204020204" pitchFamily="34" charset="-122"/>
              </a:endParaRPr>
            </a:p>
          </p:txBody>
        </p:sp>
        <p:sp>
          <p:nvSpPr>
            <p:cNvPr id="1046" name="Rounded Rectangle 11">
              <a:extLst>
                <a:ext uri="{FF2B5EF4-FFF2-40B4-BE49-F238E27FC236}">
                  <a16:creationId xmlns:a16="http://schemas.microsoft.com/office/drawing/2014/main" id="{A21840A3-3AA1-9F9C-6D5F-6C3CA64B991C}"/>
                </a:ext>
              </a:extLst>
            </p:cNvPr>
            <p:cNvSpPr/>
            <p:nvPr/>
          </p:nvSpPr>
          <p:spPr>
            <a:xfrm>
              <a:off x="5408480" y="4781032"/>
              <a:ext cx="1134411" cy="10726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00">
                <a:latin typeface="微软雅黑" panose="020B0503020204020204" pitchFamily="34" charset="-122"/>
                <a:ea typeface="微软雅黑" panose="020B0503020204020204" pitchFamily="34" charset="-122"/>
              </a:endParaRPr>
            </a:p>
          </p:txBody>
        </p:sp>
        <p:sp>
          <p:nvSpPr>
            <p:cNvPr id="1047" name="Rounded Rectangle 12">
              <a:extLst>
                <a:ext uri="{FF2B5EF4-FFF2-40B4-BE49-F238E27FC236}">
                  <a16:creationId xmlns:a16="http://schemas.microsoft.com/office/drawing/2014/main" id="{8AC804D2-4110-C7CB-6E5D-23EC7577FC72}"/>
                </a:ext>
              </a:extLst>
            </p:cNvPr>
            <p:cNvSpPr/>
            <p:nvPr/>
          </p:nvSpPr>
          <p:spPr>
            <a:xfrm>
              <a:off x="5408480" y="4925056"/>
              <a:ext cx="1134411" cy="10726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00">
                <a:latin typeface="微软雅黑" panose="020B0503020204020204" pitchFamily="34" charset="-122"/>
                <a:ea typeface="微软雅黑" panose="020B0503020204020204" pitchFamily="34" charset="-122"/>
              </a:endParaRPr>
            </a:p>
          </p:txBody>
        </p:sp>
        <p:sp>
          <p:nvSpPr>
            <p:cNvPr id="1048" name="Rounded Rectangle 13">
              <a:extLst>
                <a:ext uri="{FF2B5EF4-FFF2-40B4-BE49-F238E27FC236}">
                  <a16:creationId xmlns:a16="http://schemas.microsoft.com/office/drawing/2014/main" id="{91C97F1A-9826-10EA-5291-5A141FEC5F2B}"/>
                </a:ext>
              </a:extLst>
            </p:cNvPr>
            <p:cNvSpPr/>
            <p:nvPr/>
          </p:nvSpPr>
          <p:spPr>
            <a:xfrm>
              <a:off x="5408480" y="5065557"/>
              <a:ext cx="1134411" cy="10726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00">
                <a:latin typeface="微软雅黑" panose="020B0503020204020204" pitchFamily="34" charset="-122"/>
                <a:ea typeface="微软雅黑" panose="020B0503020204020204" pitchFamily="34" charset="-122"/>
              </a:endParaRPr>
            </a:p>
          </p:txBody>
        </p:sp>
        <p:sp>
          <p:nvSpPr>
            <p:cNvPr id="1049" name="Oval 14">
              <a:extLst>
                <a:ext uri="{FF2B5EF4-FFF2-40B4-BE49-F238E27FC236}">
                  <a16:creationId xmlns:a16="http://schemas.microsoft.com/office/drawing/2014/main" id="{1E5E3DBE-A157-E859-86E0-FC8D63206D68}"/>
                </a:ext>
              </a:extLst>
            </p:cNvPr>
            <p:cNvSpPr/>
            <p:nvPr/>
          </p:nvSpPr>
          <p:spPr>
            <a:xfrm>
              <a:off x="5806853" y="5368691"/>
              <a:ext cx="371880" cy="1809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微软雅黑" panose="020B0503020204020204" pitchFamily="34" charset="-122"/>
                  <a:ea typeface="微软雅黑" panose="020B0503020204020204" pitchFamily="34" charset="-122"/>
                </a:rPr>
                <a:t>   </a:t>
              </a:r>
              <a:endParaRPr lang="id-ID" sz="900">
                <a:latin typeface="微软雅黑" panose="020B0503020204020204" pitchFamily="34" charset="-122"/>
                <a:ea typeface="微软雅黑" panose="020B0503020204020204" pitchFamily="34" charset="-122"/>
              </a:endParaRPr>
            </a:p>
          </p:txBody>
        </p:sp>
      </p:grpSp>
      <p:sp>
        <p:nvSpPr>
          <p:cNvPr id="1063" name="文本框 1062">
            <a:extLst>
              <a:ext uri="{FF2B5EF4-FFF2-40B4-BE49-F238E27FC236}">
                <a16:creationId xmlns:a16="http://schemas.microsoft.com/office/drawing/2014/main" id="{790FA3F7-9AD4-E127-09AB-282152026E17}"/>
              </a:ext>
            </a:extLst>
          </p:cNvPr>
          <p:cNvSpPr txBox="1"/>
          <p:nvPr/>
        </p:nvSpPr>
        <p:spPr>
          <a:xfrm>
            <a:off x="4171859" y="2392697"/>
            <a:ext cx="7277362" cy="2246769"/>
          </a:xfrm>
          <a:prstGeom prst="rect">
            <a:avLst/>
          </a:prstGeom>
          <a:noFill/>
        </p:spPr>
        <p:txBody>
          <a:bodyPr wrap="square" rtlCol="0">
            <a:spAutoFit/>
          </a:bodyPr>
          <a:lstStyle/>
          <a:p>
            <a:r>
              <a:rPr lang="zh-CN" altLang="en-US" sz="2800" b="0" i="0" dirty="0">
                <a:solidFill>
                  <a:srgbClr val="374151"/>
                </a:solidFill>
                <a:effectLst/>
                <a:latin typeface="Söhne"/>
              </a:rPr>
              <a:t>计算机科学技术的意义不仅体现在提高工作效率和生活质量上，还表现在推动科技创新、促进产业发展、改善医疗服务等多个方面。它是现代社会中不可或缺的基础性科技，对整个社会产生深远而积极的影响。</a:t>
            </a:r>
            <a:endParaRPr lang="zh-CN" altLang="en-US" sz="2800" dirty="0"/>
          </a:p>
        </p:txBody>
      </p:sp>
    </p:spTree>
    <p:extLst>
      <p:ext uri="{BB962C8B-B14F-4D97-AF65-F5344CB8AC3E}">
        <p14:creationId xmlns:p14="http://schemas.microsoft.com/office/powerpoint/2010/main" val="249029972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3">
            <a:extLst>
              <a:ext uri="{28A0092B-C50C-407E-A947-70E740481C1C}">
                <a14:useLocalDpi xmlns:a14="http://schemas.microsoft.com/office/drawing/2010/main" val="0"/>
              </a:ext>
            </a:extLst>
          </a:blip>
          <a:srcRect l="5578" t="30259" r="2634" b="26628"/>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9" name="矩形 28"/>
          <p:cNvSpPr/>
          <p:nvPr/>
        </p:nvSpPr>
        <p:spPr>
          <a:xfrm>
            <a:off x="0" y="2141316"/>
            <a:ext cx="12192000" cy="2575368"/>
          </a:xfrm>
          <a:prstGeom prst="rect">
            <a:avLst/>
          </a:prstGeom>
          <a:solidFill>
            <a:schemeClr val="tx1">
              <a:alpha val="4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PA_文本框 14"/>
          <p:cNvSpPr txBox="1"/>
          <p:nvPr>
            <p:custDataLst>
              <p:tags r:id="rId1"/>
            </p:custDataLst>
          </p:nvPr>
        </p:nvSpPr>
        <p:spPr>
          <a:xfrm>
            <a:off x="4889580" y="2677977"/>
            <a:ext cx="2412840"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THANK YOU</a:t>
            </a: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3.04.14"/>
  <p:tag name="AS_TITLE" val="Aspose.Slides for .NET 4.0 Client Profile"/>
  <p:tag name="AS_VERSION" val="23.4"/>
</p:tagLst>
</file>

<file path=ppt/tags/tag2.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60306140514"/>
  <p:tag name="MH_LIBRARY" val="GRAPHIC"/>
</p:tagLst>
</file>

<file path=ppt/tags/tag3.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60306144648"/>
  <p:tag name="MH_LIBRARY" val="GRAPHIC"/>
</p:tagLst>
</file>

<file path=ppt/tags/tag4.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60306144648"/>
  <p:tag name="MH_LIBRARY" val="GRAPHIC"/>
</p:tagLst>
</file>

<file path=ppt/tags/tag5.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60306144648"/>
  <p:tag name="MH_LIBRARY" val="GRAPHIC"/>
</p:tagLst>
</file>

<file path=ppt/tags/tag6.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60306144648"/>
  <p:tag name="MH_LIBRARY" val="GRAPHIC"/>
</p:tagLst>
</file>

<file path=ppt/tags/tag7.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60306144648"/>
  <p:tag name="MH_LIBRARY" val="GRAPHIC"/>
</p:tagLst>
</file>

<file path=ppt/tags/tag8.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60306144648"/>
  <p:tag name="MH_LIBRARY" val="GRAPHIC"/>
</p:tagLst>
</file>

<file path=ppt/tags/tag9.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60306144648"/>
  <p:tag name="MH_LIBRARY" val="GRAPHIC"/>
</p:tagLst>
</file>

<file path=ppt/tags/tag10.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60306144648"/>
  <p:tag name="MH_LIBRARY" val="GRAPHIC"/>
</p:tagLst>
</file>

<file path=ppt/tags/tag11.xml><?xml version="1.0" encoding="utf-8"?>
<p:tagLst xmlns:a="http://schemas.openxmlformats.org/drawingml/2006/main" xmlns:r="http://schemas.openxmlformats.org/officeDocument/2006/relationships" xmlns:p="http://schemas.openxmlformats.org/presentationml/2006/main">
  <p:tag name="MH_TYPE" val="#NeiR#"/>
  <p:tag name="MH_NUMBER" val="4"/>
  <p:tag name="MH" val="20160306144648"/>
  <p:tag name="MH_LIBRARY" val="GRAPHIC"/>
</p:tagLst>
</file>

<file path=ppt/tags/tag12.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PPT汇 ：www.ppthui.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478</TotalTime>
  <Words>2439</Words>
  <Application>Microsoft Office PowerPoint</Application>
  <PresentationFormat>宽屏</PresentationFormat>
  <Paragraphs>215</Paragraphs>
  <Slides>32</Slides>
  <Notes>7</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32</vt:i4>
      </vt:variant>
    </vt:vector>
  </HeadingPairs>
  <TitlesOfParts>
    <vt:vector size="51" baseType="lpstr">
      <vt:lpstr>Helvetica Neue</vt:lpstr>
      <vt:lpstr>Modern Pictograms</vt:lpstr>
      <vt:lpstr>Söhne</vt:lpstr>
      <vt:lpstr>Sosa</vt:lpstr>
      <vt:lpstr>等线</vt:lpstr>
      <vt:lpstr>华文细黑</vt:lpstr>
      <vt:lpstr>微软雅黑</vt:lpstr>
      <vt:lpstr>幼圆</vt:lpstr>
      <vt:lpstr>造字工房悦黑体验版常规体</vt:lpstr>
      <vt:lpstr>Arial</vt:lpstr>
      <vt:lpstr>Arial Black</vt:lpstr>
      <vt:lpstr>Calibri</vt:lpstr>
      <vt:lpstr>Century Gothic</vt:lpstr>
      <vt:lpstr>open sans</vt:lpstr>
      <vt:lpstr>open sans</vt:lpstr>
      <vt:lpstr>Raleway</vt:lpstr>
      <vt:lpstr>Roboto</vt:lpstr>
      <vt:lpstr>Segoe UI Light</vt:lpstr>
      <vt:lpstr>PPT汇 ：www.ppthui.com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PPT汇_PPT模板免费下载_www.ppthui.com</Manager>
  <Company>PPT汇_PPT模板免费下载_www.ppthui.com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PPT汇_PPT模板免费下载_www.ppthui.com</dc:title>
  <dc:subject>PPT汇_PPT模板免费下载_www.ppthui.com</dc:subject>
  <dc:creator>PPT汇_PPT模板免费下载_www.ppthui.com</dc:creator>
  <cp:keywords>PPT汇_PPT模板免费下载_www.ppthui.com</cp:keywords>
  <dc:description>PPT汇_PPT模板免费下载_www.ppthui.com</dc:description>
  <cp:lastModifiedBy>xi sheng</cp:lastModifiedBy>
  <cp:revision>6</cp:revision>
  <dcterms:created xsi:type="dcterms:W3CDTF">2017-03-14T13:54:00Z</dcterms:created>
  <dcterms:modified xsi:type="dcterms:W3CDTF">2023-12-26T15:03:29Z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AD70AA5F4C99453FBABE1652F5BED4A7</vt:lpwstr>
  </property>
  <property fmtid="{D5CDD505-2E9C-101B-9397-08002B2CF9AE}" pid="3" name="KSOProductBuildVer">
    <vt:lpwstr>2052-11.1.0.10495</vt:lpwstr>
  </property>
</Properties>
</file>